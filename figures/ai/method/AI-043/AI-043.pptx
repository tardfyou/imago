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1290018d614e9b" /><Relationship Type="http://schemas.openxmlformats.org/officeDocument/2006/relationships/extended-properties" Target="/docProps/app.xml" Id="R4fc705bbdfb94c73" /><Relationship Type="http://schemas.openxmlformats.org/officeDocument/2006/relationships/officeDocument" Target="/ppt/presentation.xml" Id="R13cf06721d12428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25cec685824347"/>
  </p:sldMasterIdLst>
  <p:notesMasterIdLst>
    <p:notesMasterId xmlns:r="http://schemas.openxmlformats.org/officeDocument/2006/relationships" r:id="R668e552e3ec94c4f"/>
  </p:notesMasterIdLst>
  <p:sldIdLst>
    <p:sldId xmlns:r="http://schemas.openxmlformats.org/officeDocument/2006/relationships" id="256" r:id="Ra5e3130621004d9f"/>
  </p:sldIdLst>
  <p:sldSz cx="14201775" cy="52578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df8eec361e4c16" /><Relationship Type="http://schemas.openxmlformats.org/officeDocument/2006/relationships/slideMaster" Target="/ppt/slideMasters/slideMaster1.xml" Id="R3025cec685824347" /><Relationship Type="http://schemas.openxmlformats.org/officeDocument/2006/relationships/notesMaster" Target="/ppt/notesMasters/notesMaster1.xml" Id="R668e552e3ec94c4f" /><Relationship Type="http://schemas.openxmlformats.org/officeDocument/2006/relationships/presProps" Target="/ppt/presProps.xml" Id="Rd3ca725a58af4b23" /><Relationship Type="http://schemas.openxmlformats.org/officeDocument/2006/relationships/tableStyles" Target="/ppt/tableStyles.xml" Id="R525499a11c594d3e" /><Relationship Type="http://schemas.openxmlformats.org/officeDocument/2006/relationships/slide" Target="/ppt/slides/slide1.xml" Id="Ra5e3130621004d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bb2b44b59041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5b84568684441c" /><Relationship Type="http://schemas.openxmlformats.org/officeDocument/2006/relationships/notesMaster" Target="/ppt/notesMasters/notesMaster1.xml" Id="Rbd8d76053f834f8f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素材ID：AI-043</ns1:t>
            </ns1:r>
          </ns1:p>
          <ns1:p>
            <ns1:r>
              <ns1:t>论文：Neural Inverse Rendering from Propagating Light</ns1:t>
            </ns1:r>
          </ns1:p>
          <ns1:p>
            <ns1:r>
              <ns1:t>会议：CVPR 2025</ns1:t>
            </ns1:r>
          </ns1:p>
          <ns1:p>
            <ns1:r>
              <ns1:t>奖项：Best Student Paper</ns1:t>
            </ns1:r>
          </ns1:p>
          <ns1:p>
            <ns1:r>
              <ns1:t>图号：Figure 2，PDF第4页</ns1:t>
            </ns1:r>
          </ns1:p>
          <ns1:p>
            <ns1:r>
              <ns1:t>类型：方法细节</ns1:t>
            </ns1:r>
          </ns1:p>
          <ns1:p>
            <ns1:r>
              <ns1:t>借鉴点：物理场景光路、局部射线示意和两层渲染方程波形并置，把空间机制与数学模型联结。</ns1:t>
            </ns1:r>
          </ns1:p>
          <ns1:p>
            <ns1:r>
              <ns1:t>论文URL：https://openaccess.thecvf.com/content/CVPR2025/html/Malik_Neural_Inverse_Rendering_from_Propagating_Light_CVPR_2025_paper.html</ns1:t>
            </ns1:r>
          </ns1:p>
          <ns1:p>
            <ns1:r>
              <ns1:t>官方获奖URL：https://www.thecvf.com/?page_id=413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f3437fd0f44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9f0a9ca0e94231" /><Relationship Type="http://schemas.openxmlformats.org/officeDocument/2006/relationships/slideLayout" Target="/ppt/slideLayouts/slideLayout1.xml" Id="R753a7a7c760e40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3a7a7c760e40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2412393534b6a" /><Relationship Type="http://schemas.openxmlformats.org/officeDocument/2006/relationships/image" Target="/ppt/media/image.png" Id="R759f320589564946" /><Relationship Type="http://schemas.openxmlformats.org/officeDocument/2006/relationships/notesSlide" Target="/ppt/notesSlides/notesSlide1.xml" Id="Rccd9f7787dcc44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F02E0F-FAF3-4F9F-91F2-51C856C2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052" y="936836"/>
            <a:ext cx="1022561" cy="1022561"/>
          </a:xfrm>
          <a:custGeom xmlns:a="http://schemas.openxmlformats.org/drawingml/2006/main">
            <a:pathLst>
              <a:path w="1022561" h="1022561">
                <a:moveTo>
                  <a:pt x="511336" y="0"/>
                </a:moveTo>
                <a:cubicBezTo>
                  <a:pt x="793514" y="0"/>
                  <a:pt x="1022561" y="229158"/>
                  <a:pt x="1022561" y="511336"/>
                </a:cubicBezTo>
                <a:cubicBezTo>
                  <a:pt x="1022561" y="793514"/>
                  <a:pt x="793514" y="1022561"/>
                  <a:pt x="511336" y="1022561"/>
                </a:cubicBezTo>
                <a:cubicBezTo>
                  <a:pt x="229158" y="1022561"/>
                  <a:pt x="0" y="793514"/>
                  <a:pt x="0" y="511336"/>
                </a:cubicBezTo>
                <a:cubicBezTo>
                  <a:pt x="0" y="229158"/>
                  <a:pt x="229158" y="0"/>
                  <a:pt x="511336" y="0"/>
                </a:cubicBezTo>
                <a:close/>
                <a:moveTo>
                  <a:pt x="511336" y="0"/>
                </a:moveTo>
              </a:path>
            </a:pathLst>
          </a:custGeom>
          <a:solidFill xmlns:a="http://schemas.openxmlformats.org/drawingml/2006/main">
            <a:srgbClr val="FF000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0C439-B790-463F-83EC-D1F7D82A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953" y="1109737"/>
            <a:ext cx="676870" cy="676870"/>
          </a:xfrm>
          <a:custGeom xmlns:a="http://schemas.openxmlformats.org/drawingml/2006/main">
            <a:pathLst>
              <a:path w="676870" h="676870">
                <a:moveTo>
                  <a:pt x="338435" y="0"/>
                </a:moveTo>
                <a:cubicBezTo>
                  <a:pt x="525177" y="0"/>
                  <a:pt x="676870" y="151581"/>
                  <a:pt x="676870" y="338435"/>
                </a:cubicBezTo>
                <a:cubicBezTo>
                  <a:pt x="676870" y="525177"/>
                  <a:pt x="525177" y="676870"/>
                  <a:pt x="338435" y="676870"/>
                </a:cubicBezTo>
                <a:cubicBezTo>
                  <a:pt x="151581" y="676870"/>
                  <a:pt x="0" y="525177"/>
                  <a:pt x="0" y="338435"/>
                </a:cubicBezTo>
                <a:cubicBezTo>
                  <a:pt x="0" y="151581"/>
                  <a:pt x="151581" y="0"/>
                  <a:pt x="338435" y="0"/>
                </a:cubicBezTo>
                <a:close/>
                <a:moveTo>
                  <a:pt x="338435" y="0"/>
                </a:moveTo>
              </a:path>
            </a:pathLst>
          </a:custGeom>
          <a:solidFill xmlns:a="http://schemas.openxmlformats.org/drawingml/2006/main">
            <a:srgbClr val="FF000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6E80B-F80B-463C-ADBF-2041078C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48" y="738820"/>
            <a:ext cx="1418481" cy="1418592"/>
          </a:xfrm>
          <a:custGeom xmlns:a="http://schemas.openxmlformats.org/drawingml/2006/main">
            <a:pathLst>
              <a:path w="1418481" h="1418592">
                <a:moveTo>
                  <a:pt x="709240" y="0"/>
                </a:moveTo>
                <a:cubicBezTo>
                  <a:pt x="1100696" y="0"/>
                  <a:pt x="1418481" y="317897"/>
                  <a:pt x="1418481" y="709352"/>
                </a:cubicBezTo>
                <a:cubicBezTo>
                  <a:pt x="1418481" y="1100696"/>
                  <a:pt x="1100696" y="1418592"/>
                  <a:pt x="709240" y="1418592"/>
                </a:cubicBezTo>
                <a:cubicBezTo>
                  <a:pt x="317785" y="1418592"/>
                  <a:pt x="0" y="1100696"/>
                  <a:pt x="0" y="709352"/>
                </a:cubicBezTo>
                <a:cubicBezTo>
                  <a:pt x="0" y="317897"/>
                  <a:pt x="317785" y="0"/>
                  <a:pt x="709240" y="0"/>
                </a:cubicBezTo>
                <a:close/>
                <a:moveTo>
                  <a:pt x="709240" y="0"/>
                </a:moveTo>
              </a:path>
            </a:pathLst>
          </a:custGeom>
          <a:solidFill xmlns:a="http://schemas.openxmlformats.org/drawingml/2006/main">
            <a:srgbClr val="FF000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3EB395-3452-4291-A63F-5AE16939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92" y="580876"/>
            <a:ext cx="1734592" cy="1734480"/>
          </a:xfrm>
          <a:custGeom xmlns:a="http://schemas.openxmlformats.org/drawingml/2006/main">
            <a:pathLst>
              <a:path w="1734592" h="1734480">
                <a:moveTo>
                  <a:pt x="867296" y="0"/>
                </a:moveTo>
                <a:cubicBezTo>
                  <a:pt x="1345927" y="0"/>
                  <a:pt x="1734592" y="388553"/>
                  <a:pt x="1734592" y="867296"/>
                </a:cubicBezTo>
                <a:cubicBezTo>
                  <a:pt x="1734592" y="1345927"/>
                  <a:pt x="1345927" y="1734480"/>
                  <a:pt x="867296" y="1734480"/>
                </a:cubicBezTo>
                <a:cubicBezTo>
                  <a:pt x="388665" y="1734480"/>
                  <a:pt x="0" y="1345927"/>
                  <a:pt x="0" y="867296"/>
                </a:cubicBezTo>
                <a:cubicBezTo>
                  <a:pt x="0" y="388553"/>
                  <a:pt x="388665" y="0"/>
                  <a:pt x="867296" y="0"/>
                </a:cubicBezTo>
                <a:close/>
                <a:moveTo>
                  <a:pt x="867296" y="0"/>
                </a:moveTo>
              </a:path>
            </a:pathLst>
          </a:custGeom>
          <a:solidFill xmlns:a="http://schemas.openxmlformats.org/drawingml/2006/main">
            <a:srgbClr val="FF000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DC54D-1C88-4C1D-857C-9C9E1775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5" y="403957"/>
            <a:ext cx="2088207" cy="2088319"/>
          </a:xfrm>
          <a:custGeom xmlns:a="http://schemas.openxmlformats.org/drawingml/2006/main">
            <a:pathLst>
              <a:path w="2088207" h="2088319">
                <a:moveTo>
                  <a:pt x="1044104" y="0"/>
                </a:moveTo>
                <a:cubicBezTo>
                  <a:pt x="1620403" y="0"/>
                  <a:pt x="2088207" y="467916"/>
                  <a:pt x="2088207" y="1044215"/>
                </a:cubicBezTo>
                <a:cubicBezTo>
                  <a:pt x="2088207" y="1620403"/>
                  <a:pt x="1620403" y="2088319"/>
                  <a:pt x="1044104" y="2088319"/>
                </a:cubicBezTo>
                <a:cubicBezTo>
                  <a:pt x="467804" y="2088319"/>
                  <a:pt x="0" y="1620403"/>
                  <a:pt x="0" y="1044215"/>
                </a:cubicBezTo>
                <a:cubicBezTo>
                  <a:pt x="0" y="467916"/>
                  <a:pt x="467804" y="0"/>
                  <a:pt x="1044104" y="0"/>
                </a:cubicBezTo>
                <a:close/>
                <a:moveTo>
                  <a:pt x="1044104" y="0"/>
                </a:moveTo>
              </a:path>
            </a:pathLst>
          </a:custGeom>
          <a:solidFill xmlns:a="http://schemas.openxmlformats.org/drawingml/2006/main">
            <a:srgbClr val="FF000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213A1-ADCA-4270-A415-BE3FF6B8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85" y="403957"/>
            <a:ext cx="2088207" cy="2088319"/>
          </a:xfrm>
          <a:custGeom xmlns:a="http://schemas.openxmlformats.org/drawingml/2006/main">
            <a:pathLst>
              <a:path w="2088207" h="2088319">
                <a:moveTo>
                  <a:pt x="1044104" y="0"/>
                </a:moveTo>
                <a:cubicBezTo>
                  <a:pt x="1620403" y="0"/>
                  <a:pt x="2088207" y="467916"/>
                  <a:pt x="2088207" y="1044215"/>
                </a:cubicBezTo>
                <a:cubicBezTo>
                  <a:pt x="2088207" y="1620403"/>
                  <a:pt x="1620403" y="2088319"/>
                  <a:pt x="1044104" y="2088319"/>
                </a:cubicBezTo>
                <a:cubicBezTo>
                  <a:pt x="467804" y="2088319"/>
                  <a:pt x="0" y="1620403"/>
                  <a:pt x="0" y="1044215"/>
                </a:cubicBezTo>
                <a:cubicBezTo>
                  <a:pt x="0" y="467916"/>
                  <a:pt x="467804" y="0"/>
                  <a:pt x="1044104" y="0"/>
                </a:cubicBezTo>
                <a:close/>
                <a:moveTo>
                  <a:pt x="1044104" y="0"/>
                </a:moveTo>
              </a:path>
            </a:pathLst>
          </a:custGeom>
          <a:solidFill xmlns:a="http://schemas.openxmlformats.org/drawingml/2006/main">
            <a:srgbClr val="FF0000">
              <a:alpha val="2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9D2139-72C6-4373-9E7E-83AAE990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88" y="1448172"/>
            <a:ext cx="3948261" cy="1839069"/>
          </a:xfrm>
          <a:custGeom xmlns:a="http://schemas.openxmlformats.org/drawingml/2006/main">
            <a:pathLst>
              <a:path w="3948261" h="1839069" fill="none">
                <a:moveTo>
                  <a:pt x="0" y="0"/>
                </a:moveTo>
                <a:lnTo>
                  <a:pt x="3948261" y="1839069"/>
                </a:lnTo>
              </a:path>
            </a:pathLst>
          </a:custGeom>
          <a:noFill xmlns:a="http://schemas.openxmlformats.org/drawingml/2006/main"/>
          <a:ln xmlns:a="http://schemas.openxmlformats.org/drawingml/2006/main" w="28472" cap="rnd">
            <a:solidFill>
              <a:srgbClr val="FF5961"/>
            </a:solidFill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15FEF5-1B12-4779-86AE-98E32AC9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88" y="1448172"/>
            <a:ext cx="4702039" cy="1839069"/>
          </a:xfrm>
          <a:custGeom xmlns:a="http://schemas.openxmlformats.org/drawingml/2006/main">
            <a:pathLst>
              <a:path w="4702039" h="1839069" fill="none">
                <a:moveTo>
                  <a:pt x="0" y="0"/>
                </a:moveTo>
                <a:lnTo>
                  <a:pt x="4702039" y="1839069"/>
                </a:lnTo>
              </a:path>
            </a:pathLst>
          </a:custGeom>
          <a:noFill xmlns:a="http://schemas.openxmlformats.org/drawingml/2006/main"/>
          <a:ln xmlns:a="http://schemas.openxmlformats.org/drawingml/2006/main" w="28472" cap="rnd">
            <a:solidFill>
              <a:srgbClr val="FF5961">
                <a:alpha val="30000"/>
              </a:srgbClr>
            </a:solidFill>
            <a:round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3701A-CCA5-4DBA-A26B-DED807AF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388" y="1448172"/>
            <a:ext cx="3194596" cy="1839069"/>
          </a:xfrm>
          <a:custGeom xmlns:a="http://schemas.openxmlformats.org/drawingml/2006/main">
            <a:pathLst>
              <a:path w="3194596" h="1839069" fill="none">
                <a:moveTo>
                  <a:pt x="0" y="0"/>
                </a:moveTo>
                <a:lnTo>
                  <a:pt x="3194596" y="1839069"/>
                </a:lnTo>
              </a:path>
            </a:pathLst>
          </a:custGeom>
          <a:noFill xmlns:a="http://schemas.openxmlformats.org/drawingml/2006/main"/>
          <a:ln xmlns:a="http://schemas.openxmlformats.org/drawingml/2006/main" w="28472" cap="rnd">
            <a:solidFill>
              <a:srgbClr val="FF5961">
                <a:alpha val="30000"/>
              </a:srgbClr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D6A1E0-F37B-4599-841D-10BFCEBE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798" y="1367582"/>
            <a:ext cx="161069" cy="161069"/>
          </a:xfrm>
          <a:custGeom xmlns:a="http://schemas.openxmlformats.org/drawingml/2006/main">
            <a:pathLst>
              <a:path w="161069" h="161069">
                <a:moveTo>
                  <a:pt x="80590" y="0"/>
                </a:moveTo>
                <a:cubicBezTo>
                  <a:pt x="125016" y="0"/>
                  <a:pt x="161069" y="36054"/>
                  <a:pt x="161069" y="80590"/>
                </a:cubicBezTo>
                <a:cubicBezTo>
                  <a:pt x="161069" y="125016"/>
                  <a:pt x="125016" y="161069"/>
                  <a:pt x="80590" y="161069"/>
                </a:cubicBezTo>
                <a:cubicBezTo>
                  <a:pt x="36165" y="161069"/>
                  <a:pt x="0" y="125016"/>
                  <a:pt x="0" y="80590"/>
                </a:cubicBezTo>
                <a:cubicBezTo>
                  <a:pt x="0" y="36054"/>
                  <a:pt x="36165" y="0"/>
                  <a:pt x="80590" y="0"/>
                </a:cubicBezTo>
                <a:close/>
                <a:moveTo>
                  <a:pt x="8059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7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f320589564946"/>
          <a:stretch xmlns:a="http://schemas.openxmlformats.org/drawingml/2006/main"/>
        </p:blipFill>
        <p:spPr>
          <a:xfrm xmlns:a="http://schemas.openxmlformats.org/drawingml/2006/main">
            <a:off x="2358844" y="261777"/>
            <a:ext cx="4644333" cy="4644333"/>
          </a:xfrm>
          <a:prstGeom xmlns:a="http://schemas.openxmlformats.org/drawingml/2006/main" prst="rect">
            <a:avLst/>
          </a:prstGeom>
        </p:spPr>
      </p:pic>
      <p:sp>
        <p:nvSpPr>
          <p:cNvPr id="12" name="Native ray transmitted through source scene">
            <a:extLst xmlns:a="http://schemas.openxmlformats.org/drawingml/2006/main">
              <a:ext uri="{FF2B5EF4-FFF2-40B4-BE49-F238E27FC236}">
                <a16:creationId xmlns:a16="http://schemas.microsoft.com/office/drawing/2014/main" id="{AED6212E-1BF3-4D2D-9B1F-385DA3CA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4107" y="2169087"/>
            <a:ext cx="2400543" cy="1118154"/>
          </a:xfrm>
          <a:custGeom xmlns:a="http://schemas.openxmlformats.org/drawingml/2006/main">
            <a:pathLst>
              <a:path w="2400543" h="1118154" fill="none">
                <a:moveTo>
                  <a:pt x="0" y="0"/>
                </a:moveTo>
                <a:lnTo>
                  <a:pt x="2400543" y="1118154"/>
                </a:lnTo>
              </a:path>
            </a:pathLst>
          </a:custGeom>
          <a:noFill xmlns:a="http://schemas.openxmlformats.org/drawingml/2006/main"/>
          <a:ln xmlns:a="http://schemas.openxmlformats.org/drawingml/2006/main" w="28472" cap="rnd">
            <a:solidFill>
              <a:srgbClr val="FF5961">
                <a:alpha val="30000"/>
              </a:srgbClr>
            </a:solidFill>
            <a:round/>
          </a:ln>
        </p:spPr>
      </p:sp>
      <p:sp>
        <p:nvSpPr>
          <p:cNvPr id="13" name="Native ray transmitted through source scene">
            <a:extLst xmlns:a="http://schemas.openxmlformats.org/drawingml/2006/main">
              <a:ext uri="{FF2B5EF4-FFF2-40B4-BE49-F238E27FC236}">
                <a16:creationId xmlns:a16="http://schemas.microsoft.com/office/drawing/2014/main" id="{8B8C6C6C-673B-4CD8-A09B-9A9DC852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200" y="2044950"/>
            <a:ext cx="3176227" cy="1242291"/>
          </a:xfrm>
          <a:custGeom xmlns:a="http://schemas.openxmlformats.org/drawingml/2006/main">
            <a:pathLst>
              <a:path w="3176227" h="1242291" fill="none">
                <a:moveTo>
                  <a:pt x="0" y="0"/>
                </a:moveTo>
                <a:lnTo>
                  <a:pt x="3176227" y="1242291"/>
                </a:lnTo>
              </a:path>
            </a:pathLst>
          </a:custGeom>
          <a:noFill xmlns:a="http://schemas.openxmlformats.org/drawingml/2006/main"/>
          <a:ln xmlns:a="http://schemas.openxmlformats.org/drawingml/2006/main" w="28472" cap="rnd">
            <a:solidFill>
              <a:srgbClr val="FF5961">
                <a:alpha val="9000"/>
              </a:srgbClr>
            </a:solidFill>
            <a:round/>
          </a:ln>
        </p:spPr>
      </p:sp>
      <p:sp>
        <p:nvSpPr>
          <p:cNvPr id="14" name="Native ray transmitted through source scene">
            <a:extLst xmlns:a="http://schemas.openxmlformats.org/drawingml/2006/main">
              <a:ext uri="{FF2B5EF4-FFF2-40B4-BE49-F238E27FC236}">
                <a16:creationId xmlns:a16="http://schemas.microsoft.com/office/drawing/2014/main" id="{12E593B4-727C-46F1-BACE-ACDCC227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116" y="2357592"/>
            <a:ext cx="1614868" cy="929649"/>
          </a:xfrm>
          <a:custGeom xmlns:a="http://schemas.openxmlformats.org/drawingml/2006/main">
            <a:pathLst>
              <a:path w="1614868" h="929649" fill="none">
                <a:moveTo>
                  <a:pt x="0" y="0"/>
                </a:moveTo>
                <a:lnTo>
                  <a:pt x="1614868" y="929649"/>
                </a:lnTo>
              </a:path>
            </a:pathLst>
          </a:custGeom>
          <a:noFill xmlns:a="http://schemas.openxmlformats.org/drawingml/2006/main"/>
          <a:ln xmlns:a="http://schemas.openxmlformats.org/drawingml/2006/main" w="28472" cap="rnd">
            <a:solidFill>
              <a:srgbClr val="FF5961">
                <a:alpha val="9000"/>
              </a:srgbClr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55DE3-C7E4-46C8-AB81-B27097A3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458" y="2863304"/>
            <a:ext cx="747638" cy="847874"/>
          </a:xfrm>
          <a:custGeom xmlns:a="http://schemas.openxmlformats.org/drawingml/2006/main">
            <a:pathLst>
              <a:path w="747638" h="847874">
                <a:moveTo>
                  <a:pt x="747638" y="0"/>
                </a:moveTo>
                <a:lnTo>
                  <a:pt x="747638" y="847874"/>
                </a:lnTo>
                <a:lnTo>
                  <a:pt x="0" y="423937"/>
                </a:lnTo>
                <a:lnTo>
                  <a:pt x="747638" y="0"/>
                </a:lnTo>
                <a:close/>
                <a:moveTo>
                  <a:pt x="747638" y="0"/>
                </a:moveTo>
              </a:path>
            </a:pathLst>
          </a:custGeom>
          <a:solidFill xmlns:a="http://schemas.openxmlformats.org/drawingml/2006/main">
            <a:srgbClr val="E8E8E8"/>
          </a:solidFill>
          <a:ln xmlns:a="http://schemas.openxmlformats.org/drawingml/2006/main" w="28472" cap="rnd">
            <a:solidFill>
              <a:srgbClr val="000000"/>
            </a:solidFill>
            <a:round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53018-6C7F-4CF9-820B-BF11BA2C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6850" y="140333"/>
            <a:ext cx="129480" cy="174129"/>
          </a:xfrm>
          <a:custGeom xmlns:a="http://schemas.openxmlformats.org/drawingml/2006/main">
            <a:pathLst>
              <a:path w="129480" h="174129">
                <a:moveTo>
                  <a:pt x="50006" y="32593"/>
                </a:moveTo>
                <a:cubicBezTo>
                  <a:pt x="50006" y="29021"/>
                  <a:pt x="59829" y="14734"/>
                  <a:pt x="71438" y="14734"/>
                </a:cubicBezTo>
                <a:cubicBezTo>
                  <a:pt x="90190" y="14734"/>
                  <a:pt x="91529" y="42862"/>
                  <a:pt x="91529" y="64294"/>
                </a:cubicBezTo>
                <a:cubicBezTo>
                  <a:pt x="91529" y="78581"/>
                  <a:pt x="90636" y="110728"/>
                  <a:pt x="69652" y="110728"/>
                </a:cubicBezTo>
                <a:cubicBezTo>
                  <a:pt x="55364" y="110728"/>
                  <a:pt x="50006" y="95101"/>
                  <a:pt x="50006" y="95101"/>
                </a:cubicBezTo>
                <a:lnTo>
                  <a:pt x="50006" y="32593"/>
                </a:lnTo>
                <a:close/>
                <a:moveTo>
                  <a:pt x="70098" y="168771"/>
                </a:moveTo>
                <a:cubicBezTo>
                  <a:pt x="58043" y="167878"/>
                  <a:pt x="50006" y="165646"/>
                  <a:pt x="50006" y="145554"/>
                </a:cubicBezTo>
                <a:lnTo>
                  <a:pt x="50006" y="109389"/>
                </a:lnTo>
                <a:cubicBezTo>
                  <a:pt x="58489" y="117872"/>
                  <a:pt x="65633" y="124569"/>
                  <a:pt x="80367" y="124569"/>
                </a:cubicBezTo>
                <a:cubicBezTo>
                  <a:pt x="106263" y="124569"/>
                  <a:pt x="129480" y="101798"/>
                  <a:pt x="129480" y="59382"/>
                </a:cubicBezTo>
                <a:cubicBezTo>
                  <a:pt x="129480" y="17859"/>
                  <a:pt x="104031" y="0"/>
                  <a:pt x="82600" y="0"/>
                </a:cubicBezTo>
                <a:cubicBezTo>
                  <a:pt x="62061" y="0"/>
                  <a:pt x="54471" y="11609"/>
                  <a:pt x="50006" y="20092"/>
                </a:cubicBezTo>
                <a:lnTo>
                  <a:pt x="49560" y="20092"/>
                </a:lnTo>
                <a:lnTo>
                  <a:pt x="49560" y="3125"/>
                </a:lnTo>
                <a:lnTo>
                  <a:pt x="446" y="3125"/>
                </a:lnTo>
                <a:lnTo>
                  <a:pt x="446" y="9376"/>
                </a:lnTo>
                <a:cubicBezTo>
                  <a:pt x="12055" y="11162"/>
                  <a:pt x="14288" y="14734"/>
                  <a:pt x="14288" y="24557"/>
                </a:cubicBezTo>
                <a:lnTo>
                  <a:pt x="14288" y="153144"/>
                </a:lnTo>
                <a:cubicBezTo>
                  <a:pt x="14288" y="163413"/>
                  <a:pt x="11609" y="166092"/>
                  <a:pt x="0" y="167878"/>
                </a:cubicBezTo>
                <a:lnTo>
                  <a:pt x="0" y="174129"/>
                </a:lnTo>
                <a:lnTo>
                  <a:pt x="70098" y="174129"/>
                </a:lnTo>
                <a:lnTo>
                  <a:pt x="70098" y="168771"/>
                </a:lnTo>
                <a:close/>
                <a:moveTo>
                  <a:pt x="70098" y="16877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482DA7-4F48-4744-BAF6-5F6668CB1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8429" y="88541"/>
            <a:ext cx="133052" cy="173236"/>
          </a:xfrm>
          <a:custGeom xmlns:a="http://schemas.openxmlformats.org/drawingml/2006/main">
            <a:pathLst>
              <a:path w="133052" h="173236">
                <a:moveTo>
                  <a:pt x="133052" y="166985"/>
                </a:moveTo>
                <a:cubicBezTo>
                  <a:pt x="120104" y="166985"/>
                  <a:pt x="120104" y="156270"/>
                  <a:pt x="120104" y="151805"/>
                </a:cubicBezTo>
                <a:lnTo>
                  <a:pt x="120104" y="87957"/>
                </a:lnTo>
                <a:cubicBezTo>
                  <a:pt x="120104" y="59829"/>
                  <a:pt x="100013" y="51792"/>
                  <a:pt x="85725" y="51792"/>
                </a:cubicBezTo>
                <a:cubicBezTo>
                  <a:pt x="72777" y="51792"/>
                  <a:pt x="61615" y="57596"/>
                  <a:pt x="49113" y="71884"/>
                </a:cubicBezTo>
                <a:lnTo>
                  <a:pt x="49113" y="0"/>
                </a:lnTo>
                <a:lnTo>
                  <a:pt x="0" y="0"/>
                </a:lnTo>
                <a:lnTo>
                  <a:pt x="0" y="6251"/>
                </a:lnTo>
                <a:cubicBezTo>
                  <a:pt x="10269" y="8037"/>
                  <a:pt x="13841" y="8930"/>
                  <a:pt x="13841" y="20985"/>
                </a:cubicBezTo>
                <a:lnTo>
                  <a:pt x="13841" y="151805"/>
                </a:lnTo>
                <a:cubicBezTo>
                  <a:pt x="13841" y="164306"/>
                  <a:pt x="9376" y="165199"/>
                  <a:pt x="0" y="166985"/>
                </a:cubicBezTo>
                <a:lnTo>
                  <a:pt x="0" y="173236"/>
                </a:lnTo>
                <a:lnTo>
                  <a:pt x="62061" y="173236"/>
                </a:lnTo>
                <a:lnTo>
                  <a:pt x="62061" y="166985"/>
                </a:lnTo>
                <a:cubicBezTo>
                  <a:pt x="50006" y="165646"/>
                  <a:pt x="49113" y="158502"/>
                  <a:pt x="49113" y="152698"/>
                </a:cubicBezTo>
                <a:lnTo>
                  <a:pt x="49113" y="83939"/>
                </a:lnTo>
                <a:cubicBezTo>
                  <a:pt x="49113" y="81707"/>
                  <a:pt x="60275" y="69205"/>
                  <a:pt x="70545" y="69205"/>
                </a:cubicBezTo>
                <a:cubicBezTo>
                  <a:pt x="84386" y="69205"/>
                  <a:pt x="84832" y="83493"/>
                  <a:pt x="84832" y="90636"/>
                </a:cubicBezTo>
                <a:lnTo>
                  <a:pt x="84832" y="152698"/>
                </a:lnTo>
                <a:cubicBezTo>
                  <a:pt x="84832" y="162074"/>
                  <a:pt x="81260" y="166539"/>
                  <a:pt x="72777" y="166985"/>
                </a:cubicBezTo>
                <a:lnTo>
                  <a:pt x="72777" y="173236"/>
                </a:lnTo>
                <a:lnTo>
                  <a:pt x="133052" y="173236"/>
                </a:lnTo>
                <a:lnTo>
                  <a:pt x="133052" y="166985"/>
                </a:lnTo>
                <a:close/>
                <a:moveTo>
                  <a:pt x="133052" y="1669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23B928-9237-4125-9BA7-06F6B4FA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057" y="143458"/>
            <a:ext cx="119211" cy="171004"/>
          </a:xfrm>
          <a:custGeom xmlns:a="http://schemas.openxmlformats.org/drawingml/2006/main">
            <a:pathLst>
              <a:path w="119211" h="171004">
                <a:moveTo>
                  <a:pt x="119211" y="0"/>
                </a:moveTo>
                <a:lnTo>
                  <a:pt x="80367" y="0"/>
                </a:lnTo>
                <a:lnTo>
                  <a:pt x="80367" y="6251"/>
                </a:lnTo>
                <a:cubicBezTo>
                  <a:pt x="86618" y="6697"/>
                  <a:pt x="94208" y="6697"/>
                  <a:pt x="94208" y="14734"/>
                </a:cubicBezTo>
                <a:cubicBezTo>
                  <a:pt x="94208" y="18752"/>
                  <a:pt x="93315" y="21878"/>
                  <a:pt x="91529" y="26343"/>
                </a:cubicBezTo>
                <a:lnTo>
                  <a:pt x="74116" y="75456"/>
                </a:lnTo>
                <a:lnTo>
                  <a:pt x="55811" y="28129"/>
                </a:lnTo>
                <a:cubicBezTo>
                  <a:pt x="53578" y="22324"/>
                  <a:pt x="50453" y="15627"/>
                  <a:pt x="50453" y="13395"/>
                </a:cubicBezTo>
                <a:cubicBezTo>
                  <a:pt x="50453" y="7144"/>
                  <a:pt x="57596" y="6697"/>
                  <a:pt x="64294" y="6251"/>
                </a:cubicBezTo>
                <a:lnTo>
                  <a:pt x="64294" y="0"/>
                </a:lnTo>
                <a:lnTo>
                  <a:pt x="0" y="0"/>
                </a:lnTo>
                <a:lnTo>
                  <a:pt x="0" y="6251"/>
                </a:lnTo>
                <a:cubicBezTo>
                  <a:pt x="6697" y="7144"/>
                  <a:pt x="7590" y="7144"/>
                  <a:pt x="10716" y="13395"/>
                </a:cubicBezTo>
                <a:cubicBezTo>
                  <a:pt x="12502" y="16520"/>
                  <a:pt x="20092" y="32147"/>
                  <a:pt x="25896" y="45988"/>
                </a:cubicBezTo>
                <a:lnTo>
                  <a:pt x="56257" y="121444"/>
                </a:lnTo>
                <a:lnTo>
                  <a:pt x="51792" y="135285"/>
                </a:lnTo>
                <a:cubicBezTo>
                  <a:pt x="50006" y="141089"/>
                  <a:pt x="43755" y="156270"/>
                  <a:pt x="34826" y="156270"/>
                </a:cubicBezTo>
                <a:cubicBezTo>
                  <a:pt x="31700" y="156270"/>
                  <a:pt x="30361" y="153144"/>
                  <a:pt x="30361" y="151805"/>
                </a:cubicBezTo>
                <a:cubicBezTo>
                  <a:pt x="30361" y="150912"/>
                  <a:pt x="31254" y="149572"/>
                  <a:pt x="31254" y="147340"/>
                </a:cubicBezTo>
                <a:cubicBezTo>
                  <a:pt x="31254" y="142875"/>
                  <a:pt x="28575" y="134392"/>
                  <a:pt x="16966" y="134392"/>
                </a:cubicBezTo>
                <a:cubicBezTo>
                  <a:pt x="1786" y="134392"/>
                  <a:pt x="0" y="147340"/>
                  <a:pt x="0" y="150912"/>
                </a:cubicBezTo>
                <a:cubicBezTo>
                  <a:pt x="0" y="158948"/>
                  <a:pt x="7144" y="171004"/>
                  <a:pt x="23664" y="171004"/>
                </a:cubicBezTo>
                <a:cubicBezTo>
                  <a:pt x="47774" y="171004"/>
                  <a:pt x="53132" y="156270"/>
                  <a:pt x="66080" y="122337"/>
                </a:cubicBezTo>
                <a:lnTo>
                  <a:pt x="104031" y="20538"/>
                </a:lnTo>
                <a:cubicBezTo>
                  <a:pt x="108942" y="7590"/>
                  <a:pt x="113407" y="7144"/>
                  <a:pt x="119211" y="6251"/>
                </a:cubicBezTo>
                <a:lnTo>
                  <a:pt x="119211" y="0"/>
                </a:lnTo>
                <a:close/>
                <a:moveTo>
                  <a:pt x="11921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3A9B8-C5E7-4EB4-B345-122F122D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7412" y="140333"/>
            <a:ext cx="86171" cy="125016"/>
          </a:xfrm>
          <a:custGeom xmlns:a="http://schemas.openxmlformats.org/drawingml/2006/main">
            <a:pathLst>
              <a:path w="86171" h="125016">
                <a:moveTo>
                  <a:pt x="80814" y="37951"/>
                </a:moveTo>
                <a:lnTo>
                  <a:pt x="80814" y="893"/>
                </a:lnTo>
                <a:lnTo>
                  <a:pt x="75456" y="893"/>
                </a:lnTo>
                <a:cubicBezTo>
                  <a:pt x="74563" y="2679"/>
                  <a:pt x="73670" y="5804"/>
                  <a:pt x="68759" y="5804"/>
                </a:cubicBezTo>
                <a:cubicBezTo>
                  <a:pt x="63847" y="5804"/>
                  <a:pt x="53578" y="0"/>
                  <a:pt x="41523" y="0"/>
                </a:cubicBezTo>
                <a:cubicBezTo>
                  <a:pt x="17859" y="0"/>
                  <a:pt x="446" y="15180"/>
                  <a:pt x="446" y="37951"/>
                </a:cubicBezTo>
                <a:cubicBezTo>
                  <a:pt x="446" y="77242"/>
                  <a:pt x="61615" y="75902"/>
                  <a:pt x="61615" y="99566"/>
                </a:cubicBezTo>
                <a:cubicBezTo>
                  <a:pt x="61615" y="107156"/>
                  <a:pt x="56257" y="116532"/>
                  <a:pt x="43309" y="116532"/>
                </a:cubicBezTo>
                <a:cubicBezTo>
                  <a:pt x="15180" y="116532"/>
                  <a:pt x="8930" y="89297"/>
                  <a:pt x="7144" y="82600"/>
                </a:cubicBezTo>
                <a:lnTo>
                  <a:pt x="0" y="82600"/>
                </a:lnTo>
                <a:lnTo>
                  <a:pt x="0" y="124569"/>
                </a:lnTo>
                <a:lnTo>
                  <a:pt x="6697" y="124569"/>
                </a:lnTo>
                <a:cubicBezTo>
                  <a:pt x="8930" y="119658"/>
                  <a:pt x="10716" y="117425"/>
                  <a:pt x="13395" y="117425"/>
                </a:cubicBezTo>
                <a:cubicBezTo>
                  <a:pt x="15627" y="117425"/>
                  <a:pt x="33040" y="125016"/>
                  <a:pt x="45988" y="125016"/>
                </a:cubicBezTo>
                <a:cubicBezTo>
                  <a:pt x="69652" y="125016"/>
                  <a:pt x="86171" y="109835"/>
                  <a:pt x="86171" y="85725"/>
                </a:cubicBezTo>
                <a:cubicBezTo>
                  <a:pt x="86171" y="43755"/>
                  <a:pt x="26343" y="49560"/>
                  <a:pt x="26343" y="23217"/>
                </a:cubicBezTo>
                <a:cubicBezTo>
                  <a:pt x="26343" y="15180"/>
                  <a:pt x="33486" y="8483"/>
                  <a:pt x="42862" y="8483"/>
                </a:cubicBezTo>
                <a:cubicBezTo>
                  <a:pt x="57150" y="8483"/>
                  <a:pt x="69205" y="19645"/>
                  <a:pt x="74563" y="37951"/>
                </a:cubicBezTo>
                <a:lnTo>
                  <a:pt x="80814" y="37951"/>
                </a:lnTo>
                <a:close/>
                <a:moveTo>
                  <a:pt x="80814" y="379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E0088-9929-4166-958E-82171489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858" y="84522"/>
            <a:ext cx="61168" cy="177254"/>
          </a:xfrm>
          <a:custGeom xmlns:a="http://schemas.openxmlformats.org/drawingml/2006/main">
            <a:pathLst>
              <a:path w="61168" h="177254">
                <a:moveTo>
                  <a:pt x="61168" y="171004"/>
                </a:moveTo>
                <a:cubicBezTo>
                  <a:pt x="51346" y="170111"/>
                  <a:pt x="49113" y="164306"/>
                  <a:pt x="49113" y="156716"/>
                </a:cubicBezTo>
                <a:lnTo>
                  <a:pt x="49113" y="58936"/>
                </a:lnTo>
                <a:lnTo>
                  <a:pt x="0" y="58936"/>
                </a:lnTo>
                <a:lnTo>
                  <a:pt x="0" y="65187"/>
                </a:lnTo>
                <a:cubicBezTo>
                  <a:pt x="9823" y="66973"/>
                  <a:pt x="13841" y="68759"/>
                  <a:pt x="13841" y="80367"/>
                </a:cubicBezTo>
                <a:lnTo>
                  <a:pt x="13841" y="155823"/>
                </a:lnTo>
                <a:cubicBezTo>
                  <a:pt x="13841" y="167878"/>
                  <a:pt x="9376" y="168771"/>
                  <a:pt x="0" y="171004"/>
                </a:cubicBezTo>
                <a:lnTo>
                  <a:pt x="0" y="177254"/>
                </a:lnTo>
                <a:lnTo>
                  <a:pt x="61168" y="177254"/>
                </a:lnTo>
                <a:lnTo>
                  <a:pt x="61168" y="171004"/>
                </a:lnTo>
                <a:close/>
                <a:moveTo>
                  <a:pt x="11162" y="20092"/>
                </a:moveTo>
                <a:cubicBezTo>
                  <a:pt x="11162" y="31254"/>
                  <a:pt x="19645" y="39737"/>
                  <a:pt x="31254" y="39737"/>
                </a:cubicBezTo>
                <a:cubicBezTo>
                  <a:pt x="42416" y="39737"/>
                  <a:pt x="50899" y="31254"/>
                  <a:pt x="50899" y="20092"/>
                </a:cubicBezTo>
                <a:cubicBezTo>
                  <a:pt x="50899" y="8930"/>
                  <a:pt x="42416" y="0"/>
                  <a:pt x="31254" y="0"/>
                </a:cubicBezTo>
                <a:cubicBezTo>
                  <a:pt x="19645" y="0"/>
                  <a:pt x="11162" y="9376"/>
                  <a:pt x="11162" y="20092"/>
                </a:cubicBezTo>
                <a:close/>
                <a:moveTo>
                  <a:pt x="11162" y="200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4C656-4D34-4528-B1B9-E8BD3033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326" y="140333"/>
            <a:ext cx="104031" cy="125016"/>
          </a:xfrm>
          <a:custGeom xmlns:a="http://schemas.openxmlformats.org/drawingml/2006/main">
            <a:pathLst>
              <a:path w="104031" h="125016">
                <a:moveTo>
                  <a:pt x="99120" y="93315"/>
                </a:moveTo>
                <a:cubicBezTo>
                  <a:pt x="93315" y="100459"/>
                  <a:pt x="86618" y="108049"/>
                  <a:pt x="71884" y="108049"/>
                </a:cubicBezTo>
                <a:cubicBezTo>
                  <a:pt x="51792" y="108049"/>
                  <a:pt x="36165" y="87064"/>
                  <a:pt x="36165" y="51346"/>
                </a:cubicBezTo>
                <a:cubicBezTo>
                  <a:pt x="36165" y="39737"/>
                  <a:pt x="37951" y="8037"/>
                  <a:pt x="58043" y="8037"/>
                </a:cubicBezTo>
                <a:cubicBezTo>
                  <a:pt x="62061" y="8037"/>
                  <a:pt x="68759" y="10269"/>
                  <a:pt x="68759" y="18306"/>
                </a:cubicBezTo>
                <a:cubicBezTo>
                  <a:pt x="68759" y="32147"/>
                  <a:pt x="68759" y="44648"/>
                  <a:pt x="83046" y="44648"/>
                </a:cubicBezTo>
                <a:cubicBezTo>
                  <a:pt x="84832" y="44648"/>
                  <a:pt x="100459" y="44648"/>
                  <a:pt x="100459" y="28129"/>
                </a:cubicBezTo>
                <a:cubicBezTo>
                  <a:pt x="100459" y="9823"/>
                  <a:pt x="79028" y="0"/>
                  <a:pt x="60722" y="0"/>
                </a:cubicBezTo>
                <a:cubicBezTo>
                  <a:pt x="36612" y="0"/>
                  <a:pt x="0" y="16073"/>
                  <a:pt x="0" y="66526"/>
                </a:cubicBezTo>
                <a:cubicBezTo>
                  <a:pt x="0" y="97780"/>
                  <a:pt x="22324" y="125016"/>
                  <a:pt x="54918" y="125016"/>
                </a:cubicBezTo>
                <a:cubicBezTo>
                  <a:pt x="75456" y="125016"/>
                  <a:pt x="91976" y="114746"/>
                  <a:pt x="104031" y="98227"/>
                </a:cubicBezTo>
                <a:lnTo>
                  <a:pt x="99120" y="93315"/>
                </a:lnTo>
                <a:close/>
                <a:moveTo>
                  <a:pt x="99120" y="933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540363-27DC-4EDC-8920-CB9324BB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099" y="140333"/>
            <a:ext cx="118765" cy="125016"/>
          </a:xfrm>
          <a:custGeom xmlns:a="http://schemas.openxmlformats.org/drawingml/2006/main">
            <a:pathLst>
              <a:path w="118765" h="125016">
                <a:moveTo>
                  <a:pt x="115193" y="104924"/>
                </a:moveTo>
                <a:lnTo>
                  <a:pt x="112514" y="107603"/>
                </a:lnTo>
                <a:cubicBezTo>
                  <a:pt x="111621" y="108496"/>
                  <a:pt x="110728" y="108496"/>
                  <a:pt x="109835" y="108496"/>
                </a:cubicBezTo>
                <a:cubicBezTo>
                  <a:pt x="104031" y="108496"/>
                  <a:pt x="104031" y="103584"/>
                  <a:pt x="104031" y="102245"/>
                </a:cubicBezTo>
                <a:lnTo>
                  <a:pt x="104031" y="35272"/>
                </a:lnTo>
                <a:cubicBezTo>
                  <a:pt x="104031" y="11162"/>
                  <a:pt x="81260" y="0"/>
                  <a:pt x="53132" y="0"/>
                </a:cubicBezTo>
                <a:cubicBezTo>
                  <a:pt x="20985" y="0"/>
                  <a:pt x="4911" y="16073"/>
                  <a:pt x="4911" y="32147"/>
                </a:cubicBezTo>
                <a:cubicBezTo>
                  <a:pt x="4911" y="49560"/>
                  <a:pt x="18752" y="49560"/>
                  <a:pt x="21878" y="49560"/>
                </a:cubicBezTo>
                <a:cubicBezTo>
                  <a:pt x="35272" y="49560"/>
                  <a:pt x="39291" y="39737"/>
                  <a:pt x="39291" y="35272"/>
                </a:cubicBezTo>
                <a:cubicBezTo>
                  <a:pt x="39291" y="25003"/>
                  <a:pt x="31254" y="23217"/>
                  <a:pt x="31254" y="17859"/>
                </a:cubicBezTo>
                <a:cubicBezTo>
                  <a:pt x="31254" y="13395"/>
                  <a:pt x="37505" y="8483"/>
                  <a:pt x="46434" y="8483"/>
                </a:cubicBezTo>
                <a:cubicBezTo>
                  <a:pt x="65633" y="8483"/>
                  <a:pt x="69205" y="17859"/>
                  <a:pt x="69205" y="30807"/>
                </a:cubicBezTo>
                <a:lnTo>
                  <a:pt x="69205" y="49560"/>
                </a:lnTo>
                <a:cubicBezTo>
                  <a:pt x="32593" y="60722"/>
                  <a:pt x="0" y="70991"/>
                  <a:pt x="0" y="97780"/>
                </a:cubicBezTo>
                <a:cubicBezTo>
                  <a:pt x="0" y="116979"/>
                  <a:pt x="16073" y="125016"/>
                  <a:pt x="28129" y="125016"/>
                </a:cubicBezTo>
                <a:cubicBezTo>
                  <a:pt x="34379" y="125016"/>
                  <a:pt x="52239" y="123676"/>
                  <a:pt x="69205" y="107156"/>
                </a:cubicBezTo>
                <a:cubicBezTo>
                  <a:pt x="70545" y="114300"/>
                  <a:pt x="72777" y="125016"/>
                  <a:pt x="90636" y="125016"/>
                </a:cubicBezTo>
                <a:cubicBezTo>
                  <a:pt x="102245" y="125016"/>
                  <a:pt x="111621" y="118765"/>
                  <a:pt x="118765" y="110282"/>
                </a:cubicBezTo>
                <a:lnTo>
                  <a:pt x="115193" y="104924"/>
                </a:lnTo>
                <a:close/>
                <a:moveTo>
                  <a:pt x="68759" y="95994"/>
                </a:moveTo>
                <a:cubicBezTo>
                  <a:pt x="65187" y="100012"/>
                  <a:pt x="59382" y="106710"/>
                  <a:pt x="50453" y="106710"/>
                </a:cubicBezTo>
                <a:cubicBezTo>
                  <a:pt x="41523" y="106710"/>
                  <a:pt x="37505" y="97780"/>
                  <a:pt x="37505" y="89743"/>
                </a:cubicBezTo>
                <a:cubicBezTo>
                  <a:pt x="37505" y="67419"/>
                  <a:pt x="62954" y="59829"/>
                  <a:pt x="68759" y="58489"/>
                </a:cubicBezTo>
                <a:lnTo>
                  <a:pt x="68759" y="95994"/>
                </a:lnTo>
                <a:close/>
                <a:moveTo>
                  <a:pt x="68759" y="959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13418-1DB7-4A65-956B-A508B125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988" y="88541"/>
            <a:ext cx="61168" cy="173236"/>
          </a:xfrm>
          <a:custGeom xmlns:a="http://schemas.openxmlformats.org/drawingml/2006/main">
            <a:pathLst>
              <a:path w="61168" h="173236">
                <a:moveTo>
                  <a:pt x="61168" y="166985"/>
                </a:moveTo>
                <a:cubicBezTo>
                  <a:pt x="51346" y="166985"/>
                  <a:pt x="48667" y="158948"/>
                  <a:pt x="48667" y="151805"/>
                </a:cubicBezTo>
                <a:lnTo>
                  <a:pt x="48667" y="0"/>
                </a:lnTo>
                <a:lnTo>
                  <a:pt x="0" y="0"/>
                </a:lnTo>
                <a:lnTo>
                  <a:pt x="0" y="6251"/>
                </a:lnTo>
                <a:cubicBezTo>
                  <a:pt x="12502" y="6251"/>
                  <a:pt x="12948" y="18306"/>
                  <a:pt x="12948" y="20985"/>
                </a:cubicBezTo>
                <a:lnTo>
                  <a:pt x="12948" y="151805"/>
                </a:lnTo>
                <a:cubicBezTo>
                  <a:pt x="12948" y="158055"/>
                  <a:pt x="10269" y="166985"/>
                  <a:pt x="0" y="166985"/>
                </a:cubicBezTo>
                <a:lnTo>
                  <a:pt x="0" y="173236"/>
                </a:lnTo>
                <a:lnTo>
                  <a:pt x="61168" y="173236"/>
                </a:lnTo>
                <a:lnTo>
                  <a:pt x="61168" y="166985"/>
                </a:lnTo>
                <a:close/>
                <a:moveTo>
                  <a:pt x="61168" y="1669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2DE08E-6DF2-47E9-B5B4-C5DB8B78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224" y="88541"/>
            <a:ext cx="61168" cy="173236"/>
          </a:xfrm>
          <a:custGeom xmlns:a="http://schemas.openxmlformats.org/drawingml/2006/main">
            <a:pathLst>
              <a:path w="61168" h="173236">
                <a:moveTo>
                  <a:pt x="61168" y="166985"/>
                </a:moveTo>
                <a:cubicBezTo>
                  <a:pt x="51346" y="166985"/>
                  <a:pt x="48667" y="158948"/>
                  <a:pt x="48667" y="151805"/>
                </a:cubicBezTo>
                <a:lnTo>
                  <a:pt x="48667" y="0"/>
                </a:lnTo>
                <a:lnTo>
                  <a:pt x="0" y="0"/>
                </a:lnTo>
                <a:lnTo>
                  <a:pt x="0" y="6251"/>
                </a:lnTo>
                <a:cubicBezTo>
                  <a:pt x="12502" y="6251"/>
                  <a:pt x="12948" y="18306"/>
                  <a:pt x="12948" y="20985"/>
                </a:cubicBezTo>
                <a:lnTo>
                  <a:pt x="12948" y="151805"/>
                </a:lnTo>
                <a:cubicBezTo>
                  <a:pt x="12948" y="158055"/>
                  <a:pt x="10269" y="166985"/>
                  <a:pt x="0" y="166985"/>
                </a:cubicBezTo>
                <a:lnTo>
                  <a:pt x="0" y="173236"/>
                </a:lnTo>
                <a:lnTo>
                  <a:pt x="61168" y="173236"/>
                </a:lnTo>
                <a:lnTo>
                  <a:pt x="61168" y="166985"/>
                </a:lnTo>
                <a:close/>
                <a:moveTo>
                  <a:pt x="61168" y="1669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5258F4-78D4-4152-A658-ED371E59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0460" y="143458"/>
            <a:ext cx="119211" cy="171004"/>
          </a:xfrm>
          <a:custGeom xmlns:a="http://schemas.openxmlformats.org/drawingml/2006/main">
            <a:pathLst>
              <a:path w="119211" h="171004">
                <a:moveTo>
                  <a:pt x="119211" y="0"/>
                </a:moveTo>
                <a:lnTo>
                  <a:pt x="80367" y="0"/>
                </a:lnTo>
                <a:lnTo>
                  <a:pt x="80367" y="6251"/>
                </a:lnTo>
                <a:cubicBezTo>
                  <a:pt x="86618" y="6697"/>
                  <a:pt x="94208" y="6697"/>
                  <a:pt x="94208" y="14734"/>
                </a:cubicBezTo>
                <a:cubicBezTo>
                  <a:pt x="94208" y="18752"/>
                  <a:pt x="93315" y="21878"/>
                  <a:pt x="91529" y="26343"/>
                </a:cubicBezTo>
                <a:lnTo>
                  <a:pt x="74116" y="75456"/>
                </a:lnTo>
                <a:lnTo>
                  <a:pt x="55811" y="28129"/>
                </a:lnTo>
                <a:cubicBezTo>
                  <a:pt x="53578" y="22324"/>
                  <a:pt x="50453" y="15627"/>
                  <a:pt x="50453" y="13395"/>
                </a:cubicBezTo>
                <a:cubicBezTo>
                  <a:pt x="50453" y="7144"/>
                  <a:pt x="57596" y="6697"/>
                  <a:pt x="64294" y="6251"/>
                </a:cubicBezTo>
                <a:lnTo>
                  <a:pt x="64294" y="0"/>
                </a:lnTo>
                <a:lnTo>
                  <a:pt x="0" y="0"/>
                </a:lnTo>
                <a:lnTo>
                  <a:pt x="0" y="6251"/>
                </a:lnTo>
                <a:cubicBezTo>
                  <a:pt x="6697" y="7144"/>
                  <a:pt x="7590" y="7144"/>
                  <a:pt x="10716" y="13395"/>
                </a:cubicBezTo>
                <a:cubicBezTo>
                  <a:pt x="12502" y="16520"/>
                  <a:pt x="20092" y="32147"/>
                  <a:pt x="25896" y="45988"/>
                </a:cubicBezTo>
                <a:lnTo>
                  <a:pt x="56257" y="121444"/>
                </a:lnTo>
                <a:lnTo>
                  <a:pt x="51792" y="135285"/>
                </a:lnTo>
                <a:cubicBezTo>
                  <a:pt x="50006" y="141089"/>
                  <a:pt x="43755" y="156270"/>
                  <a:pt x="34826" y="156270"/>
                </a:cubicBezTo>
                <a:cubicBezTo>
                  <a:pt x="31700" y="156270"/>
                  <a:pt x="30361" y="153144"/>
                  <a:pt x="30361" y="151805"/>
                </a:cubicBezTo>
                <a:cubicBezTo>
                  <a:pt x="30361" y="150912"/>
                  <a:pt x="31254" y="149572"/>
                  <a:pt x="31254" y="147340"/>
                </a:cubicBezTo>
                <a:cubicBezTo>
                  <a:pt x="31254" y="142875"/>
                  <a:pt x="28575" y="134392"/>
                  <a:pt x="16966" y="134392"/>
                </a:cubicBezTo>
                <a:cubicBezTo>
                  <a:pt x="1786" y="134392"/>
                  <a:pt x="0" y="147340"/>
                  <a:pt x="0" y="150912"/>
                </a:cubicBezTo>
                <a:cubicBezTo>
                  <a:pt x="0" y="158948"/>
                  <a:pt x="7144" y="171004"/>
                  <a:pt x="23664" y="171004"/>
                </a:cubicBezTo>
                <a:cubicBezTo>
                  <a:pt x="47774" y="171004"/>
                  <a:pt x="53132" y="156270"/>
                  <a:pt x="66080" y="122337"/>
                </a:cubicBezTo>
                <a:lnTo>
                  <a:pt x="104031" y="20538"/>
                </a:lnTo>
                <a:cubicBezTo>
                  <a:pt x="108942" y="7590"/>
                  <a:pt x="113407" y="7144"/>
                  <a:pt x="119211" y="6251"/>
                </a:cubicBezTo>
                <a:lnTo>
                  <a:pt x="119211" y="0"/>
                </a:lnTo>
                <a:close/>
                <a:moveTo>
                  <a:pt x="119211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91AA26-C91A-461A-A34E-DA17C14A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726" y="188107"/>
            <a:ext cx="62508" cy="29914"/>
          </a:xfrm>
          <a:custGeom xmlns:a="http://schemas.openxmlformats.org/drawingml/2006/main">
            <a:pathLst>
              <a:path w="62508" h="29914">
                <a:moveTo>
                  <a:pt x="62508" y="0"/>
                </a:moveTo>
                <a:lnTo>
                  <a:pt x="0" y="0"/>
                </a:lnTo>
                <a:lnTo>
                  <a:pt x="0" y="29914"/>
                </a:lnTo>
                <a:lnTo>
                  <a:pt x="62508" y="29914"/>
                </a:lnTo>
                <a:lnTo>
                  <a:pt x="62508" y="0"/>
                </a:lnTo>
                <a:close/>
                <a:moveTo>
                  <a:pt x="6250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925D19-77DB-4800-BEEE-3A6261557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4358" y="88541"/>
            <a:ext cx="129034" cy="176808"/>
          </a:xfrm>
          <a:custGeom xmlns:a="http://schemas.openxmlformats.org/drawingml/2006/main">
            <a:pathLst>
              <a:path w="129034" h="176808">
                <a:moveTo>
                  <a:pt x="0" y="6251"/>
                </a:moveTo>
                <a:cubicBezTo>
                  <a:pt x="8930" y="8037"/>
                  <a:pt x="13841" y="8930"/>
                  <a:pt x="13841" y="20985"/>
                </a:cubicBezTo>
                <a:lnTo>
                  <a:pt x="13841" y="176361"/>
                </a:lnTo>
                <a:lnTo>
                  <a:pt x="16966" y="176361"/>
                </a:lnTo>
                <a:lnTo>
                  <a:pt x="37505" y="162074"/>
                </a:lnTo>
                <a:cubicBezTo>
                  <a:pt x="49113" y="173682"/>
                  <a:pt x="61615" y="176808"/>
                  <a:pt x="69205" y="176808"/>
                </a:cubicBezTo>
                <a:cubicBezTo>
                  <a:pt x="111621" y="176808"/>
                  <a:pt x="129034" y="144214"/>
                  <a:pt x="129034" y="111621"/>
                </a:cubicBezTo>
                <a:cubicBezTo>
                  <a:pt x="129034" y="77688"/>
                  <a:pt x="110282" y="51792"/>
                  <a:pt x="80814" y="51792"/>
                </a:cubicBezTo>
                <a:cubicBezTo>
                  <a:pt x="63401" y="51792"/>
                  <a:pt x="54025" y="61615"/>
                  <a:pt x="49560" y="66526"/>
                </a:cubicBezTo>
                <a:lnTo>
                  <a:pt x="49560" y="0"/>
                </a:lnTo>
                <a:lnTo>
                  <a:pt x="0" y="0"/>
                </a:lnTo>
                <a:lnTo>
                  <a:pt x="0" y="6251"/>
                </a:lnTo>
                <a:close/>
                <a:moveTo>
                  <a:pt x="49560" y="80814"/>
                </a:moveTo>
                <a:cubicBezTo>
                  <a:pt x="51792" y="75456"/>
                  <a:pt x="55811" y="65633"/>
                  <a:pt x="67419" y="65633"/>
                </a:cubicBezTo>
                <a:cubicBezTo>
                  <a:pt x="89743" y="65633"/>
                  <a:pt x="91529" y="100012"/>
                  <a:pt x="91529" y="115193"/>
                </a:cubicBezTo>
                <a:cubicBezTo>
                  <a:pt x="91529" y="155377"/>
                  <a:pt x="82600" y="168771"/>
                  <a:pt x="66973" y="168771"/>
                </a:cubicBezTo>
                <a:cubicBezTo>
                  <a:pt x="53132" y="168771"/>
                  <a:pt x="49560" y="155377"/>
                  <a:pt x="49560" y="148233"/>
                </a:cubicBezTo>
                <a:lnTo>
                  <a:pt x="49560" y="80814"/>
                </a:lnTo>
                <a:close/>
                <a:moveTo>
                  <a:pt x="49560" y="808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C7F1E4-DD30-43AD-BC9D-96C1F3FE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615" y="140333"/>
            <a:ext cx="118765" cy="125016"/>
          </a:xfrm>
          <a:custGeom xmlns:a="http://schemas.openxmlformats.org/drawingml/2006/main">
            <a:pathLst>
              <a:path w="118765" h="125016">
                <a:moveTo>
                  <a:pt x="115193" y="104924"/>
                </a:moveTo>
                <a:lnTo>
                  <a:pt x="112514" y="107603"/>
                </a:lnTo>
                <a:cubicBezTo>
                  <a:pt x="111621" y="108496"/>
                  <a:pt x="110728" y="108496"/>
                  <a:pt x="109835" y="108496"/>
                </a:cubicBezTo>
                <a:cubicBezTo>
                  <a:pt x="104031" y="108496"/>
                  <a:pt x="104031" y="103584"/>
                  <a:pt x="104031" y="102245"/>
                </a:cubicBezTo>
                <a:lnTo>
                  <a:pt x="104031" y="35272"/>
                </a:lnTo>
                <a:cubicBezTo>
                  <a:pt x="104031" y="11162"/>
                  <a:pt x="81260" y="0"/>
                  <a:pt x="53132" y="0"/>
                </a:cubicBezTo>
                <a:cubicBezTo>
                  <a:pt x="20985" y="0"/>
                  <a:pt x="4911" y="16073"/>
                  <a:pt x="4911" y="32147"/>
                </a:cubicBezTo>
                <a:cubicBezTo>
                  <a:pt x="4911" y="49560"/>
                  <a:pt x="18752" y="49560"/>
                  <a:pt x="21878" y="49560"/>
                </a:cubicBezTo>
                <a:cubicBezTo>
                  <a:pt x="35272" y="49560"/>
                  <a:pt x="39291" y="39737"/>
                  <a:pt x="39291" y="35272"/>
                </a:cubicBezTo>
                <a:cubicBezTo>
                  <a:pt x="39291" y="25003"/>
                  <a:pt x="31254" y="23217"/>
                  <a:pt x="31254" y="17859"/>
                </a:cubicBezTo>
                <a:cubicBezTo>
                  <a:pt x="31254" y="13395"/>
                  <a:pt x="37505" y="8483"/>
                  <a:pt x="46434" y="8483"/>
                </a:cubicBezTo>
                <a:cubicBezTo>
                  <a:pt x="65633" y="8483"/>
                  <a:pt x="69205" y="17859"/>
                  <a:pt x="69205" y="30807"/>
                </a:cubicBezTo>
                <a:lnTo>
                  <a:pt x="69205" y="49560"/>
                </a:lnTo>
                <a:cubicBezTo>
                  <a:pt x="32593" y="60722"/>
                  <a:pt x="0" y="70991"/>
                  <a:pt x="0" y="97780"/>
                </a:cubicBezTo>
                <a:cubicBezTo>
                  <a:pt x="0" y="116979"/>
                  <a:pt x="16073" y="125016"/>
                  <a:pt x="28129" y="125016"/>
                </a:cubicBezTo>
                <a:cubicBezTo>
                  <a:pt x="34379" y="125016"/>
                  <a:pt x="52239" y="123676"/>
                  <a:pt x="69205" y="107156"/>
                </a:cubicBezTo>
                <a:cubicBezTo>
                  <a:pt x="70545" y="114300"/>
                  <a:pt x="72777" y="125016"/>
                  <a:pt x="90636" y="125016"/>
                </a:cubicBezTo>
                <a:cubicBezTo>
                  <a:pt x="102245" y="125016"/>
                  <a:pt x="111621" y="118765"/>
                  <a:pt x="118765" y="110282"/>
                </a:cubicBezTo>
                <a:lnTo>
                  <a:pt x="115193" y="104924"/>
                </a:lnTo>
                <a:close/>
                <a:moveTo>
                  <a:pt x="68759" y="95994"/>
                </a:moveTo>
                <a:cubicBezTo>
                  <a:pt x="65187" y="100012"/>
                  <a:pt x="59382" y="106710"/>
                  <a:pt x="50453" y="106710"/>
                </a:cubicBezTo>
                <a:cubicBezTo>
                  <a:pt x="41523" y="106710"/>
                  <a:pt x="37505" y="97780"/>
                  <a:pt x="37505" y="89743"/>
                </a:cubicBezTo>
                <a:cubicBezTo>
                  <a:pt x="37505" y="67419"/>
                  <a:pt x="62954" y="59829"/>
                  <a:pt x="68759" y="58489"/>
                </a:cubicBezTo>
                <a:lnTo>
                  <a:pt x="68759" y="95994"/>
                </a:lnTo>
                <a:close/>
                <a:moveTo>
                  <a:pt x="68759" y="959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999AE-B56E-4A7C-B744-25BCB30A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6737" y="140333"/>
            <a:ext cx="86171" cy="125016"/>
          </a:xfrm>
          <a:custGeom xmlns:a="http://schemas.openxmlformats.org/drawingml/2006/main">
            <a:pathLst>
              <a:path w="86171" h="125016">
                <a:moveTo>
                  <a:pt x="80814" y="37951"/>
                </a:moveTo>
                <a:lnTo>
                  <a:pt x="80814" y="893"/>
                </a:lnTo>
                <a:lnTo>
                  <a:pt x="75456" y="893"/>
                </a:lnTo>
                <a:cubicBezTo>
                  <a:pt x="74563" y="2679"/>
                  <a:pt x="73670" y="5804"/>
                  <a:pt x="68759" y="5804"/>
                </a:cubicBezTo>
                <a:cubicBezTo>
                  <a:pt x="63847" y="5804"/>
                  <a:pt x="53578" y="0"/>
                  <a:pt x="41523" y="0"/>
                </a:cubicBezTo>
                <a:cubicBezTo>
                  <a:pt x="17859" y="0"/>
                  <a:pt x="446" y="15180"/>
                  <a:pt x="446" y="37951"/>
                </a:cubicBezTo>
                <a:cubicBezTo>
                  <a:pt x="446" y="77242"/>
                  <a:pt x="61615" y="75902"/>
                  <a:pt x="61615" y="99566"/>
                </a:cubicBezTo>
                <a:cubicBezTo>
                  <a:pt x="61615" y="107156"/>
                  <a:pt x="56257" y="116532"/>
                  <a:pt x="43309" y="116532"/>
                </a:cubicBezTo>
                <a:cubicBezTo>
                  <a:pt x="15180" y="116532"/>
                  <a:pt x="8930" y="89297"/>
                  <a:pt x="7144" y="82600"/>
                </a:cubicBezTo>
                <a:lnTo>
                  <a:pt x="0" y="82600"/>
                </a:lnTo>
                <a:lnTo>
                  <a:pt x="0" y="124569"/>
                </a:lnTo>
                <a:lnTo>
                  <a:pt x="6697" y="124569"/>
                </a:lnTo>
                <a:cubicBezTo>
                  <a:pt x="8930" y="119658"/>
                  <a:pt x="10716" y="117425"/>
                  <a:pt x="13395" y="117425"/>
                </a:cubicBezTo>
                <a:cubicBezTo>
                  <a:pt x="15627" y="117425"/>
                  <a:pt x="33040" y="125016"/>
                  <a:pt x="45988" y="125016"/>
                </a:cubicBezTo>
                <a:cubicBezTo>
                  <a:pt x="69652" y="125016"/>
                  <a:pt x="86171" y="109835"/>
                  <a:pt x="86171" y="85725"/>
                </a:cubicBezTo>
                <a:cubicBezTo>
                  <a:pt x="86171" y="43755"/>
                  <a:pt x="26343" y="49560"/>
                  <a:pt x="26343" y="23217"/>
                </a:cubicBezTo>
                <a:cubicBezTo>
                  <a:pt x="26343" y="15180"/>
                  <a:pt x="33486" y="8483"/>
                  <a:pt x="42862" y="8483"/>
                </a:cubicBezTo>
                <a:cubicBezTo>
                  <a:pt x="57150" y="8483"/>
                  <a:pt x="69205" y="19645"/>
                  <a:pt x="74563" y="37951"/>
                </a:cubicBezTo>
                <a:lnTo>
                  <a:pt x="80814" y="37951"/>
                </a:lnTo>
                <a:close/>
                <a:moveTo>
                  <a:pt x="80814" y="379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4531BB-9B22-4907-9A62-5CB70AAE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6416" y="140333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F717E-6239-4A94-AA4B-8D457A39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189" y="88541"/>
            <a:ext cx="130820" cy="176808"/>
          </a:xfrm>
          <a:custGeom xmlns:a="http://schemas.openxmlformats.org/drawingml/2006/main">
            <a:pathLst>
              <a:path w="130820" h="176808">
                <a:moveTo>
                  <a:pt x="130820" y="162074"/>
                </a:moveTo>
                <a:cubicBezTo>
                  <a:pt x="116086" y="161627"/>
                  <a:pt x="115639" y="154484"/>
                  <a:pt x="115639" y="147340"/>
                </a:cubicBezTo>
                <a:lnTo>
                  <a:pt x="115639" y="0"/>
                </a:lnTo>
                <a:lnTo>
                  <a:pt x="60275" y="0"/>
                </a:lnTo>
                <a:lnTo>
                  <a:pt x="60275" y="6251"/>
                </a:lnTo>
                <a:cubicBezTo>
                  <a:pt x="74563" y="7144"/>
                  <a:pt x="79921" y="7590"/>
                  <a:pt x="79921" y="20985"/>
                </a:cubicBezTo>
                <a:lnTo>
                  <a:pt x="79921" y="67866"/>
                </a:lnTo>
                <a:cubicBezTo>
                  <a:pt x="73670" y="61168"/>
                  <a:pt x="65187" y="51792"/>
                  <a:pt x="49560" y="51792"/>
                </a:cubicBezTo>
                <a:cubicBezTo>
                  <a:pt x="25450" y="51792"/>
                  <a:pt x="0" y="73223"/>
                  <a:pt x="0" y="117872"/>
                </a:cubicBezTo>
                <a:cubicBezTo>
                  <a:pt x="0" y="155377"/>
                  <a:pt x="23664" y="176808"/>
                  <a:pt x="45095" y="176808"/>
                </a:cubicBezTo>
                <a:cubicBezTo>
                  <a:pt x="64294" y="176808"/>
                  <a:pt x="71438" y="169664"/>
                  <a:pt x="80814" y="159841"/>
                </a:cubicBezTo>
                <a:lnTo>
                  <a:pt x="80814" y="176361"/>
                </a:lnTo>
                <a:cubicBezTo>
                  <a:pt x="96441" y="172343"/>
                  <a:pt x="98673" y="171896"/>
                  <a:pt x="130820" y="168325"/>
                </a:cubicBezTo>
                <a:lnTo>
                  <a:pt x="130820" y="162074"/>
                </a:lnTo>
                <a:close/>
                <a:moveTo>
                  <a:pt x="79921" y="144661"/>
                </a:moveTo>
                <a:cubicBezTo>
                  <a:pt x="79921" y="147340"/>
                  <a:pt x="70545" y="162520"/>
                  <a:pt x="58489" y="162520"/>
                </a:cubicBezTo>
                <a:cubicBezTo>
                  <a:pt x="37951" y="162520"/>
                  <a:pt x="37951" y="129034"/>
                  <a:pt x="37951" y="114300"/>
                </a:cubicBezTo>
                <a:cubicBezTo>
                  <a:pt x="37951" y="89297"/>
                  <a:pt x="41523" y="66526"/>
                  <a:pt x="59829" y="66526"/>
                </a:cubicBezTo>
                <a:cubicBezTo>
                  <a:pt x="74116" y="66526"/>
                  <a:pt x="79921" y="82153"/>
                  <a:pt x="79921" y="82153"/>
                </a:cubicBezTo>
                <a:lnTo>
                  <a:pt x="79921" y="144661"/>
                </a:lnTo>
                <a:close/>
                <a:moveTo>
                  <a:pt x="79921" y="1446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E9DC6-308B-4580-9417-777783AF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382" y="100149"/>
            <a:ext cx="80367" cy="164753"/>
          </a:xfrm>
          <a:custGeom xmlns:a="http://schemas.openxmlformats.org/drawingml/2006/main">
            <a:pathLst>
              <a:path w="80367" h="164753">
                <a:moveTo>
                  <a:pt x="73223" y="43309"/>
                </a:moveTo>
                <a:lnTo>
                  <a:pt x="49113" y="43309"/>
                </a:lnTo>
                <a:lnTo>
                  <a:pt x="49113" y="0"/>
                </a:lnTo>
                <a:lnTo>
                  <a:pt x="42862" y="0"/>
                </a:lnTo>
                <a:cubicBezTo>
                  <a:pt x="25450" y="25003"/>
                  <a:pt x="13841" y="36165"/>
                  <a:pt x="0" y="47774"/>
                </a:cubicBezTo>
                <a:lnTo>
                  <a:pt x="0" y="54918"/>
                </a:lnTo>
                <a:lnTo>
                  <a:pt x="13395" y="54918"/>
                </a:lnTo>
                <a:lnTo>
                  <a:pt x="13395" y="137964"/>
                </a:lnTo>
                <a:cubicBezTo>
                  <a:pt x="13841" y="143321"/>
                  <a:pt x="14734" y="164753"/>
                  <a:pt x="42416" y="164753"/>
                </a:cubicBezTo>
                <a:cubicBezTo>
                  <a:pt x="65633" y="164753"/>
                  <a:pt x="75009" y="146893"/>
                  <a:pt x="80367" y="136178"/>
                </a:cubicBezTo>
                <a:lnTo>
                  <a:pt x="73670" y="133052"/>
                </a:lnTo>
                <a:cubicBezTo>
                  <a:pt x="70991" y="138410"/>
                  <a:pt x="66526" y="146447"/>
                  <a:pt x="59382" y="146447"/>
                </a:cubicBezTo>
                <a:cubicBezTo>
                  <a:pt x="49560" y="146447"/>
                  <a:pt x="49113" y="137071"/>
                  <a:pt x="49113" y="132606"/>
                </a:cubicBezTo>
                <a:lnTo>
                  <a:pt x="49113" y="54918"/>
                </a:lnTo>
                <a:lnTo>
                  <a:pt x="73223" y="54918"/>
                </a:lnTo>
                <a:lnTo>
                  <a:pt x="73223" y="43309"/>
                </a:lnTo>
                <a:close/>
                <a:moveTo>
                  <a:pt x="73223" y="433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E3204-ACA1-46C3-908B-C565CF8B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9818" y="84522"/>
            <a:ext cx="61168" cy="177254"/>
          </a:xfrm>
          <a:custGeom xmlns:a="http://schemas.openxmlformats.org/drawingml/2006/main">
            <a:pathLst>
              <a:path w="61168" h="177254">
                <a:moveTo>
                  <a:pt x="61168" y="171004"/>
                </a:moveTo>
                <a:cubicBezTo>
                  <a:pt x="51346" y="170111"/>
                  <a:pt x="49113" y="164306"/>
                  <a:pt x="49113" y="156716"/>
                </a:cubicBezTo>
                <a:lnTo>
                  <a:pt x="49113" y="58936"/>
                </a:lnTo>
                <a:lnTo>
                  <a:pt x="0" y="58936"/>
                </a:lnTo>
                <a:lnTo>
                  <a:pt x="0" y="65187"/>
                </a:lnTo>
                <a:cubicBezTo>
                  <a:pt x="9823" y="66973"/>
                  <a:pt x="13841" y="68759"/>
                  <a:pt x="13841" y="80367"/>
                </a:cubicBezTo>
                <a:lnTo>
                  <a:pt x="13841" y="155823"/>
                </a:lnTo>
                <a:cubicBezTo>
                  <a:pt x="13841" y="167878"/>
                  <a:pt x="9376" y="168771"/>
                  <a:pt x="0" y="171004"/>
                </a:cubicBezTo>
                <a:lnTo>
                  <a:pt x="0" y="177254"/>
                </a:lnTo>
                <a:lnTo>
                  <a:pt x="61168" y="177254"/>
                </a:lnTo>
                <a:lnTo>
                  <a:pt x="61168" y="171004"/>
                </a:lnTo>
                <a:close/>
                <a:moveTo>
                  <a:pt x="11162" y="20092"/>
                </a:moveTo>
                <a:cubicBezTo>
                  <a:pt x="11162" y="31254"/>
                  <a:pt x="19645" y="39737"/>
                  <a:pt x="31254" y="39737"/>
                </a:cubicBezTo>
                <a:cubicBezTo>
                  <a:pt x="42416" y="39737"/>
                  <a:pt x="50899" y="31254"/>
                  <a:pt x="50899" y="20092"/>
                </a:cubicBezTo>
                <a:cubicBezTo>
                  <a:pt x="50899" y="8930"/>
                  <a:pt x="42416" y="0"/>
                  <a:pt x="31254" y="0"/>
                </a:cubicBezTo>
                <a:cubicBezTo>
                  <a:pt x="19645" y="0"/>
                  <a:pt x="11162" y="9376"/>
                  <a:pt x="11162" y="20092"/>
                </a:cubicBezTo>
                <a:close/>
                <a:moveTo>
                  <a:pt x="11162" y="200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22309-91FE-45FD-AE84-299DC35A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054" y="140333"/>
            <a:ext cx="204490" cy="121444"/>
          </a:xfrm>
          <a:custGeom xmlns:a="http://schemas.openxmlformats.org/drawingml/2006/main">
            <a:pathLst>
              <a:path w="204490" h="121444">
                <a:moveTo>
                  <a:pt x="204490" y="115193"/>
                </a:moveTo>
                <a:cubicBezTo>
                  <a:pt x="191988" y="115193"/>
                  <a:pt x="191988" y="107156"/>
                  <a:pt x="191988" y="100905"/>
                </a:cubicBezTo>
                <a:lnTo>
                  <a:pt x="191988" y="36165"/>
                </a:lnTo>
                <a:cubicBezTo>
                  <a:pt x="191988" y="8037"/>
                  <a:pt x="171450" y="0"/>
                  <a:pt x="157609" y="0"/>
                </a:cubicBezTo>
                <a:cubicBezTo>
                  <a:pt x="142429" y="0"/>
                  <a:pt x="131266" y="7590"/>
                  <a:pt x="119658" y="22324"/>
                </a:cubicBezTo>
                <a:cubicBezTo>
                  <a:pt x="115639" y="14288"/>
                  <a:pt x="109389" y="0"/>
                  <a:pt x="85725" y="0"/>
                </a:cubicBezTo>
                <a:cubicBezTo>
                  <a:pt x="64294" y="0"/>
                  <a:pt x="53132" y="15627"/>
                  <a:pt x="49560" y="21878"/>
                </a:cubicBezTo>
                <a:lnTo>
                  <a:pt x="49113" y="21878"/>
                </a:lnTo>
                <a:lnTo>
                  <a:pt x="49113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7590" y="10269"/>
                  <a:pt x="14288" y="11162"/>
                  <a:pt x="14288" y="24557"/>
                </a:cubicBezTo>
                <a:lnTo>
                  <a:pt x="14288" y="100012"/>
                </a:lnTo>
                <a:cubicBezTo>
                  <a:pt x="14288" y="112514"/>
                  <a:pt x="8483" y="113854"/>
                  <a:pt x="0" y="115193"/>
                </a:cubicBezTo>
                <a:lnTo>
                  <a:pt x="0" y="121444"/>
                </a:lnTo>
                <a:lnTo>
                  <a:pt x="61615" y="121444"/>
                </a:lnTo>
                <a:lnTo>
                  <a:pt x="61615" y="115193"/>
                </a:lnTo>
                <a:cubicBezTo>
                  <a:pt x="51792" y="114300"/>
                  <a:pt x="50006" y="108496"/>
                  <a:pt x="50006" y="100905"/>
                </a:cubicBezTo>
                <a:lnTo>
                  <a:pt x="50006" y="32147"/>
                </a:lnTo>
                <a:cubicBezTo>
                  <a:pt x="50006" y="30361"/>
                  <a:pt x="60275" y="17413"/>
                  <a:pt x="70991" y="17413"/>
                </a:cubicBezTo>
                <a:cubicBezTo>
                  <a:pt x="85279" y="17413"/>
                  <a:pt x="85279" y="30361"/>
                  <a:pt x="85279" y="38844"/>
                </a:cubicBezTo>
                <a:lnTo>
                  <a:pt x="85279" y="100905"/>
                </a:lnTo>
                <a:cubicBezTo>
                  <a:pt x="85279" y="106710"/>
                  <a:pt x="85279" y="114746"/>
                  <a:pt x="72777" y="115193"/>
                </a:cubicBezTo>
                <a:lnTo>
                  <a:pt x="72777" y="121444"/>
                </a:lnTo>
                <a:lnTo>
                  <a:pt x="133052" y="121444"/>
                </a:lnTo>
                <a:lnTo>
                  <a:pt x="133052" y="115193"/>
                </a:lnTo>
                <a:cubicBezTo>
                  <a:pt x="123230" y="114746"/>
                  <a:pt x="120997" y="108942"/>
                  <a:pt x="120997" y="100905"/>
                </a:cubicBezTo>
                <a:lnTo>
                  <a:pt x="120997" y="32147"/>
                </a:lnTo>
                <a:cubicBezTo>
                  <a:pt x="120997" y="30361"/>
                  <a:pt x="131713" y="17413"/>
                  <a:pt x="142429" y="17413"/>
                </a:cubicBezTo>
                <a:cubicBezTo>
                  <a:pt x="156270" y="17413"/>
                  <a:pt x="156270" y="30807"/>
                  <a:pt x="156270" y="38844"/>
                </a:cubicBezTo>
                <a:lnTo>
                  <a:pt x="156270" y="100905"/>
                </a:lnTo>
                <a:cubicBezTo>
                  <a:pt x="156270" y="106710"/>
                  <a:pt x="156270" y="114746"/>
                  <a:pt x="143768" y="115193"/>
                </a:cubicBezTo>
                <a:lnTo>
                  <a:pt x="143768" y="121444"/>
                </a:lnTo>
                <a:lnTo>
                  <a:pt x="204490" y="121444"/>
                </a:lnTo>
                <a:lnTo>
                  <a:pt x="204490" y="115193"/>
                </a:lnTo>
                <a:close/>
                <a:moveTo>
                  <a:pt x="204490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90632-1BA7-4ABF-835A-D4181C35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6738" y="140333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84AB8-1AFA-4627-8804-79CBA342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5421" y="188107"/>
            <a:ext cx="62508" cy="29914"/>
          </a:xfrm>
          <a:custGeom xmlns:a="http://schemas.openxmlformats.org/drawingml/2006/main">
            <a:pathLst>
              <a:path w="62508" h="29914">
                <a:moveTo>
                  <a:pt x="62508" y="0"/>
                </a:moveTo>
                <a:lnTo>
                  <a:pt x="0" y="0"/>
                </a:lnTo>
                <a:lnTo>
                  <a:pt x="0" y="29914"/>
                </a:lnTo>
                <a:lnTo>
                  <a:pt x="62508" y="29914"/>
                </a:lnTo>
                <a:lnTo>
                  <a:pt x="62508" y="0"/>
                </a:lnTo>
                <a:close/>
                <a:moveTo>
                  <a:pt x="6250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45B702-B92F-4407-9578-C3B87C22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7179" y="140333"/>
            <a:ext cx="103584" cy="121444"/>
          </a:xfrm>
          <a:custGeom xmlns:a="http://schemas.openxmlformats.org/drawingml/2006/main">
            <a:pathLst>
              <a:path w="103584" h="121444">
                <a:moveTo>
                  <a:pt x="67866" y="115193"/>
                </a:moveTo>
                <a:cubicBezTo>
                  <a:pt x="52239" y="114746"/>
                  <a:pt x="49113" y="110728"/>
                  <a:pt x="49113" y="95101"/>
                </a:cubicBezTo>
                <a:lnTo>
                  <a:pt x="49113" y="46434"/>
                </a:lnTo>
                <a:cubicBezTo>
                  <a:pt x="49113" y="27682"/>
                  <a:pt x="60722" y="22324"/>
                  <a:pt x="64294" y="22324"/>
                </a:cubicBezTo>
                <a:cubicBezTo>
                  <a:pt x="72777" y="22324"/>
                  <a:pt x="72330" y="37505"/>
                  <a:pt x="87064" y="37505"/>
                </a:cubicBezTo>
                <a:cubicBezTo>
                  <a:pt x="100012" y="37505"/>
                  <a:pt x="103584" y="26789"/>
                  <a:pt x="103584" y="20092"/>
                </a:cubicBezTo>
                <a:cubicBezTo>
                  <a:pt x="103584" y="13841"/>
                  <a:pt x="100012" y="0"/>
                  <a:pt x="82153" y="0"/>
                </a:cubicBezTo>
                <a:cubicBezTo>
                  <a:pt x="65633" y="0"/>
                  <a:pt x="54025" y="15627"/>
                  <a:pt x="48667" y="23664"/>
                </a:cubicBezTo>
                <a:lnTo>
                  <a:pt x="48220" y="23664"/>
                </a:lnTo>
                <a:lnTo>
                  <a:pt x="48220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7590" y="10269"/>
                  <a:pt x="13841" y="11609"/>
                  <a:pt x="13841" y="24557"/>
                </a:cubicBezTo>
                <a:lnTo>
                  <a:pt x="13841" y="100012"/>
                </a:lnTo>
                <a:cubicBezTo>
                  <a:pt x="13841" y="112514"/>
                  <a:pt x="8037" y="113854"/>
                  <a:pt x="0" y="115193"/>
                </a:cubicBezTo>
                <a:lnTo>
                  <a:pt x="0" y="121444"/>
                </a:lnTo>
                <a:lnTo>
                  <a:pt x="67866" y="121444"/>
                </a:lnTo>
                <a:lnTo>
                  <a:pt x="67866" y="115193"/>
                </a:lnTo>
                <a:close/>
                <a:moveTo>
                  <a:pt x="6786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0C889-03F7-480C-A3EC-45E858B1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4999" y="140333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5CCF13-E576-4E10-9C78-73F35E8B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8772" y="140333"/>
            <a:ext cx="86171" cy="125016"/>
          </a:xfrm>
          <a:custGeom xmlns:a="http://schemas.openxmlformats.org/drawingml/2006/main">
            <a:pathLst>
              <a:path w="86171" h="125016">
                <a:moveTo>
                  <a:pt x="80814" y="37951"/>
                </a:moveTo>
                <a:lnTo>
                  <a:pt x="80814" y="893"/>
                </a:lnTo>
                <a:lnTo>
                  <a:pt x="75456" y="893"/>
                </a:lnTo>
                <a:cubicBezTo>
                  <a:pt x="74563" y="2679"/>
                  <a:pt x="73670" y="5804"/>
                  <a:pt x="68759" y="5804"/>
                </a:cubicBezTo>
                <a:cubicBezTo>
                  <a:pt x="63847" y="5804"/>
                  <a:pt x="53578" y="0"/>
                  <a:pt x="41523" y="0"/>
                </a:cubicBezTo>
                <a:cubicBezTo>
                  <a:pt x="17859" y="0"/>
                  <a:pt x="446" y="15180"/>
                  <a:pt x="446" y="37951"/>
                </a:cubicBezTo>
                <a:cubicBezTo>
                  <a:pt x="446" y="77242"/>
                  <a:pt x="61615" y="75902"/>
                  <a:pt x="61615" y="99566"/>
                </a:cubicBezTo>
                <a:cubicBezTo>
                  <a:pt x="61615" y="107156"/>
                  <a:pt x="56257" y="116532"/>
                  <a:pt x="43309" y="116532"/>
                </a:cubicBezTo>
                <a:cubicBezTo>
                  <a:pt x="15180" y="116532"/>
                  <a:pt x="8930" y="89297"/>
                  <a:pt x="7144" y="82600"/>
                </a:cubicBezTo>
                <a:lnTo>
                  <a:pt x="0" y="82600"/>
                </a:lnTo>
                <a:lnTo>
                  <a:pt x="0" y="124569"/>
                </a:lnTo>
                <a:lnTo>
                  <a:pt x="6697" y="124569"/>
                </a:lnTo>
                <a:cubicBezTo>
                  <a:pt x="8930" y="119658"/>
                  <a:pt x="10716" y="117425"/>
                  <a:pt x="13395" y="117425"/>
                </a:cubicBezTo>
                <a:cubicBezTo>
                  <a:pt x="15627" y="117425"/>
                  <a:pt x="33040" y="125016"/>
                  <a:pt x="45988" y="125016"/>
                </a:cubicBezTo>
                <a:cubicBezTo>
                  <a:pt x="69652" y="125016"/>
                  <a:pt x="86171" y="109835"/>
                  <a:pt x="86171" y="85725"/>
                </a:cubicBezTo>
                <a:cubicBezTo>
                  <a:pt x="86171" y="43755"/>
                  <a:pt x="26343" y="49560"/>
                  <a:pt x="26343" y="23217"/>
                </a:cubicBezTo>
                <a:cubicBezTo>
                  <a:pt x="26343" y="15180"/>
                  <a:pt x="33486" y="8483"/>
                  <a:pt x="42862" y="8483"/>
                </a:cubicBezTo>
                <a:cubicBezTo>
                  <a:pt x="57150" y="8483"/>
                  <a:pt x="69205" y="19645"/>
                  <a:pt x="74563" y="37951"/>
                </a:cubicBezTo>
                <a:lnTo>
                  <a:pt x="80814" y="37951"/>
                </a:lnTo>
                <a:close/>
                <a:moveTo>
                  <a:pt x="80814" y="3795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766DFC-4F51-427F-AE5B-7012D90A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451" y="140333"/>
            <a:ext cx="115639" cy="125016"/>
          </a:xfrm>
          <a:custGeom xmlns:a="http://schemas.openxmlformats.org/drawingml/2006/main">
            <a:pathLst>
              <a:path w="115639" h="125016">
                <a:moveTo>
                  <a:pt x="37951" y="62954"/>
                </a:moveTo>
                <a:cubicBezTo>
                  <a:pt x="37951" y="33486"/>
                  <a:pt x="39291" y="8037"/>
                  <a:pt x="58043" y="8037"/>
                </a:cubicBezTo>
                <a:cubicBezTo>
                  <a:pt x="73670" y="8037"/>
                  <a:pt x="78135" y="23217"/>
                  <a:pt x="78135" y="62954"/>
                </a:cubicBezTo>
                <a:cubicBezTo>
                  <a:pt x="78135" y="95101"/>
                  <a:pt x="75902" y="116979"/>
                  <a:pt x="58489" y="116979"/>
                </a:cubicBezTo>
                <a:cubicBezTo>
                  <a:pt x="37951" y="116979"/>
                  <a:pt x="37951" y="90636"/>
                  <a:pt x="37951" y="62954"/>
                </a:cubicBezTo>
                <a:close/>
                <a:moveTo>
                  <a:pt x="0" y="62954"/>
                </a:moveTo>
                <a:cubicBezTo>
                  <a:pt x="0" y="95994"/>
                  <a:pt x="22324" y="125016"/>
                  <a:pt x="58043" y="125016"/>
                </a:cubicBezTo>
                <a:cubicBezTo>
                  <a:pt x="92869" y="125016"/>
                  <a:pt x="115639" y="96887"/>
                  <a:pt x="115639" y="62954"/>
                </a:cubicBezTo>
                <a:cubicBezTo>
                  <a:pt x="115639" y="27236"/>
                  <a:pt x="91529" y="0"/>
                  <a:pt x="58043" y="0"/>
                </a:cubicBezTo>
                <a:cubicBezTo>
                  <a:pt x="22324" y="0"/>
                  <a:pt x="0" y="29914"/>
                  <a:pt x="0" y="62954"/>
                </a:cubicBezTo>
                <a:close/>
                <a:moveTo>
                  <a:pt x="0" y="629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16749-9BCD-4468-8D0D-8EA8E556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4340" y="88541"/>
            <a:ext cx="61168" cy="173236"/>
          </a:xfrm>
          <a:custGeom xmlns:a="http://schemas.openxmlformats.org/drawingml/2006/main">
            <a:pathLst>
              <a:path w="61168" h="173236">
                <a:moveTo>
                  <a:pt x="61168" y="166985"/>
                </a:moveTo>
                <a:cubicBezTo>
                  <a:pt x="51346" y="166985"/>
                  <a:pt x="48667" y="158948"/>
                  <a:pt x="48667" y="151805"/>
                </a:cubicBezTo>
                <a:lnTo>
                  <a:pt x="48667" y="0"/>
                </a:lnTo>
                <a:lnTo>
                  <a:pt x="0" y="0"/>
                </a:lnTo>
                <a:lnTo>
                  <a:pt x="0" y="6251"/>
                </a:lnTo>
                <a:cubicBezTo>
                  <a:pt x="12502" y="6251"/>
                  <a:pt x="12948" y="18306"/>
                  <a:pt x="12948" y="20985"/>
                </a:cubicBezTo>
                <a:lnTo>
                  <a:pt x="12948" y="151805"/>
                </a:lnTo>
                <a:cubicBezTo>
                  <a:pt x="12948" y="158055"/>
                  <a:pt x="10269" y="166985"/>
                  <a:pt x="0" y="166985"/>
                </a:cubicBezTo>
                <a:lnTo>
                  <a:pt x="0" y="173236"/>
                </a:lnTo>
                <a:lnTo>
                  <a:pt x="61168" y="173236"/>
                </a:lnTo>
                <a:lnTo>
                  <a:pt x="61168" y="166985"/>
                </a:lnTo>
                <a:close/>
                <a:moveTo>
                  <a:pt x="61168" y="1669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5FD3CA-B8EE-4927-8458-DCD01B25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6915" y="143458"/>
            <a:ext cx="118765" cy="121890"/>
          </a:xfrm>
          <a:custGeom xmlns:a="http://schemas.openxmlformats.org/drawingml/2006/main">
            <a:pathLst>
              <a:path w="118765" h="121890">
                <a:moveTo>
                  <a:pt x="118765" y="0"/>
                </a:moveTo>
                <a:lnTo>
                  <a:pt x="80367" y="0"/>
                </a:lnTo>
                <a:lnTo>
                  <a:pt x="80367" y="6251"/>
                </a:lnTo>
                <a:cubicBezTo>
                  <a:pt x="86618" y="6697"/>
                  <a:pt x="94208" y="6697"/>
                  <a:pt x="94208" y="14734"/>
                </a:cubicBezTo>
                <a:cubicBezTo>
                  <a:pt x="94208" y="18306"/>
                  <a:pt x="93315" y="21878"/>
                  <a:pt x="91529" y="26343"/>
                </a:cubicBezTo>
                <a:lnTo>
                  <a:pt x="73223" y="72777"/>
                </a:lnTo>
                <a:lnTo>
                  <a:pt x="52685" y="20985"/>
                </a:lnTo>
                <a:cubicBezTo>
                  <a:pt x="50453" y="15180"/>
                  <a:pt x="50453" y="14288"/>
                  <a:pt x="50453" y="13395"/>
                </a:cubicBezTo>
                <a:cubicBezTo>
                  <a:pt x="50453" y="7144"/>
                  <a:pt x="55811" y="7144"/>
                  <a:pt x="64294" y="6251"/>
                </a:cubicBezTo>
                <a:lnTo>
                  <a:pt x="64294" y="0"/>
                </a:lnTo>
                <a:lnTo>
                  <a:pt x="0" y="0"/>
                </a:lnTo>
                <a:lnTo>
                  <a:pt x="0" y="6251"/>
                </a:lnTo>
                <a:cubicBezTo>
                  <a:pt x="6251" y="7144"/>
                  <a:pt x="7590" y="7144"/>
                  <a:pt x="10716" y="13395"/>
                </a:cubicBezTo>
                <a:cubicBezTo>
                  <a:pt x="12502" y="16520"/>
                  <a:pt x="20092" y="32147"/>
                  <a:pt x="25450" y="45988"/>
                </a:cubicBezTo>
                <a:lnTo>
                  <a:pt x="56257" y="121890"/>
                </a:lnTo>
                <a:lnTo>
                  <a:pt x="62954" y="121890"/>
                </a:lnTo>
                <a:lnTo>
                  <a:pt x="104031" y="20538"/>
                </a:lnTo>
                <a:cubicBezTo>
                  <a:pt x="109389" y="7590"/>
                  <a:pt x="112961" y="7144"/>
                  <a:pt x="118765" y="6251"/>
                </a:cubicBezTo>
                <a:lnTo>
                  <a:pt x="118765" y="0"/>
                </a:lnTo>
                <a:close/>
                <a:moveTo>
                  <a:pt x="11876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AD9DC-AE5E-46E6-845B-9AC412E6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368" y="140333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EB07AB-B0C1-4C84-854F-BF962622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7140" y="88541"/>
            <a:ext cx="130820" cy="176808"/>
          </a:xfrm>
          <a:custGeom xmlns:a="http://schemas.openxmlformats.org/drawingml/2006/main">
            <a:pathLst>
              <a:path w="130820" h="176808">
                <a:moveTo>
                  <a:pt x="130820" y="162074"/>
                </a:moveTo>
                <a:cubicBezTo>
                  <a:pt x="116086" y="161627"/>
                  <a:pt x="115639" y="154484"/>
                  <a:pt x="115639" y="147340"/>
                </a:cubicBezTo>
                <a:lnTo>
                  <a:pt x="115639" y="0"/>
                </a:lnTo>
                <a:lnTo>
                  <a:pt x="60275" y="0"/>
                </a:lnTo>
                <a:lnTo>
                  <a:pt x="60275" y="6251"/>
                </a:lnTo>
                <a:cubicBezTo>
                  <a:pt x="74563" y="7144"/>
                  <a:pt x="79921" y="7590"/>
                  <a:pt x="79921" y="20985"/>
                </a:cubicBezTo>
                <a:lnTo>
                  <a:pt x="79921" y="67866"/>
                </a:lnTo>
                <a:cubicBezTo>
                  <a:pt x="73670" y="61168"/>
                  <a:pt x="65187" y="51792"/>
                  <a:pt x="49560" y="51792"/>
                </a:cubicBezTo>
                <a:cubicBezTo>
                  <a:pt x="25450" y="51792"/>
                  <a:pt x="0" y="73223"/>
                  <a:pt x="0" y="117872"/>
                </a:cubicBezTo>
                <a:cubicBezTo>
                  <a:pt x="0" y="155377"/>
                  <a:pt x="23664" y="176808"/>
                  <a:pt x="45095" y="176808"/>
                </a:cubicBezTo>
                <a:cubicBezTo>
                  <a:pt x="64294" y="176808"/>
                  <a:pt x="71438" y="169664"/>
                  <a:pt x="80814" y="159841"/>
                </a:cubicBezTo>
                <a:lnTo>
                  <a:pt x="80814" y="176361"/>
                </a:lnTo>
                <a:cubicBezTo>
                  <a:pt x="96441" y="172343"/>
                  <a:pt x="98673" y="171896"/>
                  <a:pt x="130820" y="168325"/>
                </a:cubicBezTo>
                <a:lnTo>
                  <a:pt x="130820" y="162074"/>
                </a:lnTo>
                <a:close/>
                <a:moveTo>
                  <a:pt x="79921" y="144661"/>
                </a:moveTo>
                <a:cubicBezTo>
                  <a:pt x="79921" y="147340"/>
                  <a:pt x="70545" y="162520"/>
                  <a:pt x="58489" y="162520"/>
                </a:cubicBezTo>
                <a:cubicBezTo>
                  <a:pt x="37951" y="162520"/>
                  <a:pt x="37951" y="129034"/>
                  <a:pt x="37951" y="114300"/>
                </a:cubicBezTo>
                <a:cubicBezTo>
                  <a:pt x="37951" y="89297"/>
                  <a:pt x="41523" y="66526"/>
                  <a:pt x="59829" y="66526"/>
                </a:cubicBezTo>
                <a:cubicBezTo>
                  <a:pt x="74116" y="66526"/>
                  <a:pt x="79921" y="82153"/>
                  <a:pt x="79921" y="82153"/>
                </a:cubicBezTo>
                <a:lnTo>
                  <a:pt x="79921" y="144661"/>
                </a:lnTo>
                <a:close/>
                <a:moveTo>
                  <a:pt x="79921" y="1446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D4421-D038-4321-B42E-C7941339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012" y="140333"/>
            <a:ext cx="103584" cy="121444"/>
          </a:xfrm>
          <a:custGeom xmlns:a="http://schemas.openxmlformats.org/drawingml/2006/main">
            <a:pathLst>
              <a:path w="103584" h="121444">
                <a:moveTo>
                  <a:pt x="67866" y="115193"/>
                </a:moveTo>
                <a:cubicBezTo>
                  <a:pt x="52239" y="114746"/>
                  <a:pt x="49113" y="110728"/>
                  <a:pt x="49113" y="95101"/>
                </a:cubicBezTo>
                <a:lnTo>
                  <a:pt x="49113" y="46434"/>
                </a:lnTo>
                <a:cubicBezTo>
                  <a:pt x="49113" y="27682"/>
                  <a:pt x="60722" y="22324"/>
                  <a:pt x="64294" y="22324"/>
                </a:cubicBezTo>
                <a:cubicBezTo>
                  <a:pt x="72777" y="22324"/>
                  <a:pt x="72330" y="37505"/>
                  <a:pt x="87064" y="37505"/>
                </a:cubicBezTo>
                <a:cubicBezTo>
                  <a:pt x="100012" y="37505"/>
                  <a:pt x="103584" y="26789"/>
                  <a:pt x="103584" y="20092"/>
                </a:cubicBezTo>
                <a:cubicBezTo>
                  <a:pt x="103584" y="13841"/>
                  <a:pt x="100012" y="0"/>
                  <a:pt x="82153" y="0"/>
                </a:cubicBezTo>
                <a:cubicBezTo>
                  <a:pt x="65633" y="0"/>
                  <a:pt x="54025" y="15627"/>
                  <a:pt x="48667" y="23664"/>
                </a:cubicBezTo>
                <a:lnTo>
                  <a:pt x="48220" y="23664"/>
                </a:lnTo>
                <a:lnTo>
                  <a:pt x="48220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7590" y="10269"/>
                  <a:pt x="13841" y="11609"/>
                  <a:pt x="13841" y="24557"/>
                </a:cubicBezTo>
                <a:lnTo>
                  <a:pt x="13841" y="100012"/>
                </a:lnTo>
                <a:cubicBezTo>
                  <a:pt x="13841" y="112514"/>
                  <a:pt x="8037" y="113854"/>
                  <a:pt x="0" y="115193"/>
                </a:cubicBezTo>
                <a:lnTo>
                  <a:pt x="0" y="121444"/>
                </a:lnTo>
                <a:lnTo>
                  <a:pt x="67866" y="121444"/>
                </a:lnTo>
                <a:lnTo>
                  <a:pt x="67866" y="115193"/>
                </a:lnTo>
                <a:close/>
                <a:moveTo>
                  <a:pt x="6786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AED498-9606-4CBA-80B9-16377889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833" y="140333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814333-9A2E-4F4D-ADA9-0B5C367F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5712" y="140333"/>
            <a:ext cx="132606" cy="121444"/>
          </a:xfrm>
          <a:custGeom xmlns:a="http://schemas.openxmlformats.org/drawingml/2006/main">
            <a:pathLst>
              <a:path w="132606" h="121444">
                <a:moveTo>
                  <a:pt x="132606" y="115193"/>
                </a:moveTo>
                <a:cubicBezTo>
                  <a:pt x="120104" y="114746"/>
                  <a:pt x="120104" y="106710"/>
                  <a:pt x="120104" y="100905"/>
                </a:cubicBezTo>
                <a:lnTo>
                  <a:pt x="120104" y="36165"/>
                </a:lnTo>
                <a:cubicBezTo>
                  <a:pt x="120104" y="8037"/>
                  <a:pt x="100012" y="0"/>
                  <a:pt x="85725" y="0"/>
                </a:cubicBezTo>
                <a:cubicBezTo>
                  <a:pt x="64294" y="0"/>
                  <a:pt x="53132" y="15627"/>
                  <a:pt x="49560" y="21878"/>
                </a:cubicBezTo>
                <a:lnTo>
                  <a:pt x="49113" y="21878"/>
                </a:lnTo>
                <a:lnTo>
                  <a:pt x="49113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10269" y="11162"/>
                  <a:pt x="13395" y="12948"/>
                  <a:pt x="13395" y="24557"/>
                </a:cubicBezTo>
                <a:lnTo>
                  <a:pt x="13395" y="100012"/>
                </a:lnTo>
                <a:cubicBezTo>
                  <a:pt x="13395" y="112514"/>
                  <a:pt x="9376" y="113407"/>
                  <a:pt x="0" y="115193"/>
                </a:cubicBezTo>
                <a:lnTo>
                  <a:pt x="0" y="121444"/>
                </a:lnTo>
                <a:lnTo>
                  <a:pt x="61615" y="121444"/>
                </a:lnTo>
                <a:lnTo>
                  <a:pt x="61615" y="115193"/>
                </a:lnTo>
                <a:cubicBezTo>
                  <a:pt x="50006" y="113854"/>
                  <a:pt x="49113" y="106710"/>
                  <a:pt x="49113" y="100905"/>
                </a:cubicBezTo>
                <a:lnTo>
                  <a:pt x="49113" y="32147"/>
                </a:lnTo>
                <a:cubicBezTo>
                  <a:pt x="49113" y="29914"/>
                  <a:pt x="60275" y="17413"/>
                  <a:pt x="70545" y="17413"/>
                </a:cubicBezTo>
                <a:cubicBezTo>
                  <a:pt x="84386" y="17413"/>
                  <a:pt x="84386" y="31700"/>
                  <a:pt x="84386" y="38844"/>
                </a:cubicBezTo>
                <a:lnTo>
                  <a:pt x="84386" y="100905"/>
                </a:lnTo>
                <a:cubicBezTo>
                  <a:pt x="84386" y="110282"/>
                  <a:pt x="80814" y="114746"/>
                  <a:pt x="72330" y="115193"/>
                </a:cubicBezTo>
                <a:lnTo>
                  <a:pt x="72330" y="121444"/>
                </a:lnTo>
                <a:lnTo>
                  <a:pt x="132606" y="121444"/>
                </a:lnTo>
                <a:lnTo>
                  <a:pt x="132606" y="115193"/>
                </a:lnTo>
                <a:close/>
                <a:moveTo>
                  <a:pt x="13260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726C0-ECDB-4601-9F03-40F6A687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9077" y="88541"/>
            <a:ext cx="130820" cy="176808"/>
          </a:xfrm>
          <a:custGeom xmlns:a="http://schemas.openxmlformats.org/drawingml/2006/main">
            <a:pathLst>
              <a:path w="130820" h="176808">
                <a:moveTo>
                  <a:pt x="130820" y="162074"/>
                </a:moveTo>
                <a:cubicBezTo>
                  <a:pt x="116086" y="161627"/>
                  <a:pt x="115639" y="154484"/>
                  <a:pt x="115639" y="147340"/>
                </a:cubicBezTo>
                <a:lnTo>
                  <a:pt x="115639" y="0"/>
                </a:lnTo>
                <a:lnTo>
                  <a:pt x="60275" y="0"/>
                </a:lnTo>
                <a:lnTo>
                  <a:pt x="60275" y="6251"/>
                </a:lnTo>
                <a:cubicBezTo>
                  <a:pt x="74563" y="7144"/>
                  <a:pt x="79921" y="7590"/>
                  <a:pt x="79921" y="20985"/>
                </a:cubicBezTo>
                <a:lnTo>
                  <a:pt x="79921" y="67866"/>
                </a:lnTo>
                <a:cubicBezTo>
                  <a:pt x="73670" y="61168"/>
                  <a:pt x="65187" y="51792"/>
                  <a:pt x="49560" y="51792"/>
                </a:cubicBezTo>
                <a:cubicBezTo>
                  <a:pt x="25450" y="51792"/>
                  <a:pt x="0" y="73223"/>
                  <a:pt x="0" y="117872"/>
                </a:cubicBezTo>
                <a:cubicBezTo>
                  <a:pt x="0" y="155377"/>
                  <a:pt x="23664" y="176808"/>
                  <a:pt x="45095" y="176808"/>
                </a:cubicBezTo>
                <a:cubicBezTo>
                  <a:pt x="64294" y="176808"/>
                  <a:pt x="71438" y="169664"/>
                  <a:pt x="80814" y="159841"/>
                </a:cubicBezTo>
                <a:lnTo>
                  <a:pt x="80814" y="176361"/>
                </a:lnTo>
                <a:cubicBezTo>
                  <a:pt x="96441" y="172343"/>
                  <a:pt x="98673" y="171896"/>
                  <a:pt x="130820" y="168325"/>
                </a:cubicBezTo>
                <a:lnTo>
                  <a:pt x="130820" y="162074"/>
                </a:lnTo>
                <a:close/>
                <a:moveTo>
                  <a:pt x="79921" y="144661"/>
                </a:moveTo>
                <a:cubicBezTo>
                  <a:pt x="79921" y="147340"/>
                  <a:pt x="70545" y="162520"/>
                  <a:pt x="58489" y="162520"/>
                </a:cubicBezTo>
                <a:cubicBezTo>
                  <a:pt x="37951" y="162520"/>
                  <a:pt x="37951" y="129034"/>
                  <a:pt x="37951" y="114300"/>
                </a:cubicBezTo>
                <a:cubicBezTo>
                  <a:pt x="37951" y="89297"/>
                  <a:pt x="41523" y="66526"/>
                  <a:pt x="59829" y="66526"/>
                </a:cubicBezTo>
                <a:cubicBezTo>
                  <a:pt x="74116" y="66526"/>
                  <a:pt x="79921" y="82153"/>
                  <a:pt x="79921" y="82153"/>
                </a:cubicBezTo>
                <a:lnTo>
                  <a:pt x="79921" y="144661"/>
                </a:lnTo>
                <a:close/>
                <a:moveTo>
                  <a:pt x="79921" y="1446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FFACF6-FCEE-4C4F-94FF-FAADF7E1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549" y="140333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75010-6EAF-4EAC-8192-CB1EF3DE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6660" y="140333"/>
            <a:ext cx="103584" cy="121444"/>
          </a:xfrm>
          <a:custGeom xmlns:a="http://schemas.openxmlformats.org/drawingml/2006/main">
            <a:pathLst>
              <a:path w="103584" h="121444">
                <a:moveTo>
                  <a:pt x="67866" y="115193"/>
                </a:moveTo>
                <a:cubicBezTo>
                  <a:pt x="52239" y="114746"/>
                  <a:pt x="49113" y="110728"/>
                  <a:pt x="49113" y="95101"/>
                </a:cubicBezTo>
                <a:lnTo>
                  <a:pt x="49113" y="46434"/>
                </a:lnTo>
                <a:cubicBezTo>
                  <a:pt x="49113" y="27682"/>
                  <a:pt x="60722" y="22324"/>
                  <a:pt x="64294" y="22324"/>
                </a:cubicBezTo>
                <a:cubicBezTo>
                  <a:pt x="72777" y="22324"/>
                  <a:pt x="72330" y="37505"/>
                  <a:pt x="87064" y="37505"/>
                </a:cubicBezTo>
                <a:cubicBezTo>
                  <a:pt x="100012" y="37505"/>
                  <a:pt x="103584" y="26789"/>
                  <a:pt x="103584" y="20092"/>
                </a:cubicBezTo>
                <a:cubicBezTo>
                  <a:pt x="103584" y="13841"/>
                  <a:pt x="100012" y="0"/>
                  <a:pt x="82153" y="0"/>
                </a:cubicBezTo>
                <a:cubicBezTo>
                  <a:pt x="65633" y="0"/>
                  <a:pt x="54025" y="15627"/>
                  <a:pt x="48667" y="23664"/>
                </a:cubicBezTo>
                <a:lnTo>
                  <a:pt x="48220" y="23664"/>
                </a:lnTo>
                <a:lnTo>
                  <a:pt x="48220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7590" y="10269"/>
                  <a:pt x="13841" y="11609"/>
                  <a:pt x="13841" y="24557"/>
                </a:cubicBezTo>
                <a:lnTo>
                  <a:pt x="13841" y="100012"/>
                </a:lnTo>
                <a:cubicBezTo>
                  <a:pt x="13841" y="112514"/>
                  <a:pt x="8037" y="113854"/>
                  <a:pt x="0" y="115193"/>
                </a:cubicBezTo>
                <a:lnTo>
                  <a:pt x="0" y="121444"/>
                </a:lnTo>
                <a:lnTo>
                  <a:pt x="67866" y="121444"/>
                </a:lnTo>
                <a:lnTo>
                  <a:pt x="67866" y="115193"/>
                </a:lnTo>
                <a:close/>
                <a:moveTo>
                  <a:pt x="6786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79716-5080-4B25-A678-8264EEFA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4481" y="140333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FA02F-4BAA-4916-B397-C02D31CD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9593" y="140333"/>
            <a:ext cx="103584" cy="121444"/>
          </a:xfrm>
          <a:custGeom xmlns:a="http://schemas.openxmlformats.org/drawingml/2006/main">
            <a:pathLst>
              <a:path w="103584" h="121444">
                <a:moveTo>
                  <a:pt x="67866" y="115193"/>
                </a:moveTo>
                <a:cubicBezTo>
                  <a:pt x="52239" y="114746"/>
                  <a:pt x="49113" y="110728"/>
                  <a:pt x="49113" y="95101"/>
                </a:cubicBezTo>
                <a:lnTo>
                  <a:pt x="49113" y="46434"/>
                </a:lnTo>
                <a:cubicBezTo>
                  <a:pt x="49113" y="27682"/>
                  <a:pt x="60722" y="22324"/>
                  <a:pt x="64294" y="22324"/>
                </a:cubicBezTo>
                <a:cubicBezTo>
                  <a:pt x="72777" y="22324"/>
                  <a:pt x="72330" y="37505"/>
                  <a:pt x="87064" y="37505"/>
                </a:cubicBezTo>
                <a:cubicBezTo>
                  <a:pt x="100012" y="37505"/>
                  <a:pt x="103584" y="26789"/>
                  <a:pt x="103584" y="20092"/>
                </a:cubicBezTo>
                <a:cubicBezTo>
                  <a:pt x="103584" y="13841"/>
                  <a:pt x="100012" y="0"/>
                  <a:pt x="82153" y="0"/>
                </a:cubicBezTo>
                <a:cubicBezTo>
                  <a:pt x="65633" y="0"/>
                  <a:pt x="54025" y="15627"/>
                  <a:pt x="48667" y="23664"/>
                </a:cubicBezTo>
                <a:lnTo>
                  <a:pt x="48220" y="23664"/>
                </a:lnTo>
                <a:lnTo>
                  <a:pt x="48220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7590" y="10269"/>
                  <a:pt x="13841" y="11609"/>
                  <a:pt x="13841" y="24557"/>
                </a:cubicBezTo>
                <a:lnTo>
                  <a:pt x="13841" y="100012"/>
                </a:lnTo>
                <a:cubicBezTo>
                  <a:pt x="13841" y="112514"/>
                  <a:pt x="8037" y="113854"/>
                  <a:pt x="0" y="115193"/>
                </a:cubicBezTo>
                <a:lnTo>
                  <a:pt x="0" y="121444"/>
                </a:lnTo>
                <a:lnTo>
                  <a:pt x="67866" y="121444"/>
                </a:lnTo>
                <a:lnTo>
                  <a:pt x="67866" y="115193"/>
                </a:lnTo>
                <a:close/>
                <a:moveTo>
                  <a:pt x="6786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87C12-A820-4AA1-BFE6-7DDDBEEB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2067" y="152860"/>
            <a:ext cx="103584" cy="121444"/>
          </a:xfrm>
          <a:custGeom xmlns:a="http://schemas.openxmlformats.org/drawingml/2006/main">
            <a:pathLst>
              <a:path w="103584" h="121444">
                <a:moveTo>
                  <a:pt x="67866" y="115193"/>
                </a:moveTo>
                <a:cubicBezTo>
                  <a:pt x="52239" y="114746"/>
                  <a:pt x="49113" y="110728"/>
                  <a:pt x="49113" y="95101"/>
                </a:cubicBezTo>
                <a:lnTo>
                  <a:pt x="49113" y="46434"/>
                </a:lnTo>
                <a:cubicBezTo>
                  <a:pt x="49113" y="27682"/>
                  <a:pt x="60722" y="22324"/>
                  <a:pt x="64294" y="22324"/>
                </a:cubicBezTo>
                <a:cubicBezTo>
                  <a:pt x="72777" y="22324"/>
                  <a:pt x="72330" y="37505"/>
                  <a:pt x="87064" y="37505"/>
                </a:cubicBezTo>
                <a:cubicBezTo>
                  <a:pt x="100012" y="37505"/>
                  <a:pt x="103584" y="26789"/>
                  <a:pt x="103584" y="20092"/>
                </a:cubicBezTo>
                <a:cubicBezTo>
                  <a:pt x="103584" y="13841"/>
                  <a:pt x="100012" y="0"/>
                  <a:pt x="82153" y="0"/>
                </a:cubicBezTo>
                <a:cubicBezTo>
                  <a:pt x="65633" y="0"/>
                  <a:pt x="54025" y="15627"/>
                  <a:pt x="48667" y="23664"/>
                </a:cubicBezTo>
                <a:lnTo>
                  <a:pt x="48220" y="23664"/>
                </a:lnTo>
                <a:lnTo>
                  <a:pt x="48220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7590" y="10269"/>
                  <a:pt x="13841" y="11609"/>
                  <a:pt x="13841" y="24557"/>
                </a:cubicBezTo>
                <a:lnTo>
                  <a:pt x="13841" y="100012"/>
                </a:lnTo>
                <a:cubicBezTo>
                  <a:pt x="13841" y="112514"/>
                  <a:pt x="8037" y="113854"/>
                  <a:pt x="0" y="115193"/>
                </a:cubicBezTo>
                <a:lnTo>
                  <a:pt x="0" y="121444"/>
                </a:lnTo>
                <a:lnTo>
                  <a:pt x="67866" y="121444"/>
                </a:lnTo>
                <a:lnTo>
                  <a:pt x="67866" y="115193"/>
                </a:lnTo>
                <a:close/>
                <a:moveTo>
                  <a:pt x="6786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0E170-8CD8-4887-818D-FBF091B1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887" y="152860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FC8B0B-5927-4B08-819D-35C2B0D0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766" y="152860"/>
            <a:ext cx="132606" cy="121444"/>
          </a:xfrm>
          <a:custGeom xmlns:a="http://schemas.openxmlformats.org/drawingml/2006/main">
            <a:pathLst>
              <a:path w="132606" h="121444">
                <a:moveTo>
                  <a:pt x="132606" y="115193"/>
                </a:moveTo>
                <a:cubicBezTo>
                  <a:pt x="120104" y="114746"/>
                  <a:pt x="120104" y="106710"/>
                  <a:pt x="120104" y="100905"/>
                </a:cubicBezTo>
                <a:lnTo>
                  <a:pt x="120104" y="36165"/>
                </a:lnTo>
                <a:cubicBezTo>
                  <a:pt x="120104" y="8037"/>
                  <a:pt x="100012" y="0"/>
                  <a:pt x="85725" y="0"/>
                </a:cubicBezTo>
                <a:cubicBezTo>
                  <a:pt x="64294" y="0"/>
                  <a:pt x="53132" y="15627"/>
                  <a:pt x="49560" y="21878"/>
                </a:cubicBezTo>
                <a:lnTo>
                  <a:pt x="49113" y="21878"/>
                </a:lnTo>
                <a:lnTo>
                  <a:pt x="49113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10269" y="11162"/>
                  <a:pt x="13395" y="12948"/>
                  <a:pt x="13395" y="24557"/>
                </a:cubicBezTo>
                <a:lnTo>
                  <a:pt x="13395" y="100012"/>
                </a:lnTo>
                <a:cubicBezTo>
                  <a:pt x="13395" y="112514"/>
                  <a:pt x="9376" y="113407"/>
                  <a:pt x="0" y="115193"/>
                </a:cubicBezTo>
                <a:lnTo>
                  <a:pt x="0" y="121444"/>
                </a:lnTo>
                <a:lnTo>
                  <a:pt x="61615" y="121444"/>
                </a:lnTo>
                <a:lnTo>
                  <a:pt x="61615" y="115193"/>
                </a:lnTo>
                <a:cubicBezTo>
                  <a:pt x="50006" y="113854"/>
                  <a:pt x="49113" y="106710"/>
                  <a:pt x="49113" y="100905"/>
                </a:cubicBezTo>
                <a:lnTo>
                  <a:pt x="49113" y="32147"/>
                </a:lnTo>
                <a:cubicBezTo>
                  <a:pt x="49113" y="29914"/>
                  <a:pt x="60275" y="17413"/>
                  <a:pt x="70545" y="17413"/>
                </a:cubicBezTo>
                <a:cubicBezTo>
                  <a:pt x="84386" y="17413"/>
                  <a:pt x="84386" y="31700"/>
                  <a:pt x="84386" y="38844"/>
                </a:cubicBezTo>
                <a:lnTo>
                  <a:pt x="84386" y="100905"/>
                </a:lnTo>
                <a:cubicBezTo>
                  <a:pt x="84386" y="110282"/>
                  <a:pt x="80814" y="114746"/>
                  <a:pt x="72330" y="115193"/>
                </a:cubicBezTo>
                <a:lnTo>
                  <a:pt x="72330" y="121444"/>
                </a:lnTo>
                <a:lnTo>
                  <a:pt x="132606" y="121444"/>
                </a:lnTo>
                <a:lnTo>
                  <a:pt x="132606" y="115193"/>
                </a:lnTo>
                <a:close/>
                <a:moveTo>
                  <a:pt x="13260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207666-A43A-458C-8D56-C056F8C7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131" y="101068"/>
            <a:ext cx="130820" cy="176808"/>
          </a:xfrm>
          <a:custGeom xmlns:a="http://schemas.openxmlformats.org/drawingml/2006/main">
            <a:pathLst>
              <a:path w="130820" h="176808">
                <a:moveTo>
                  <a:pt x="130820" y="162074"/>
                </a:moveTo>
                <a:cubicBezTo>
                  <a:pt x="116086" y="161627"/>
                  <a:pt x="115639" y="154484"/>
                  <a:pt x="115639" y="147340"/>
                </a:cubicBezTo>
                <a:lnTo>
                  <a:pt x="115639" y="0"/>
                </a:lnTo>
                <a:lnTo>
                  <a:pt x="60275" y="0"/>
                </a:lnTo>
                <a:lnTo>
                  <a:pt x="60275" y="6251"/>
                </a:lnTo>
                <a:cubicBezTo>
                  <a:pt x="74563" y="7144"/>
                  <a:pt x="79921" y="7590"/>
                  <a:pt x="79921" y="20985"/>
                </a:cubicBezTo>
                <a:lnTo>
                  <a:pt x="79921" y="67866"/>
                </a:lnTo>
                <a:cubicBezTo>
                  <a:pt x="73670" y="61168"/>
                  <a:pt x="65187" y="51792"/>
                  <a:pt x="49560" y="51792"/>
                </a:cubicBezTo>
                <a:cubicBezTo>
                  <a:pt x="25450" y="51792"/>
                  <a:pt x="0" y="73223"/>
                  <a:pt x="0" y="117872"/>
                </a:cubicBezTo>
                <a:cubicBezTo>
                  <a:pt x="0" y="155377"/>
                  <a:pt x="23664" y="176808"/>
                  <a:pt x="45095" y="176808"/>
                </a:cubicBezTo>
                <a:cubicBezTo>
                  <a:pt x="64294" y="176808"/>
                  <a:pt x="71438" y="169664"/>
                  <a:pt x="80814" y="159841"/>
                </a:cubicBezTo>
                <a:lnTo>
                  <a:pt x="80814" y="176361"/>
                </a:lnTo>
                <a:cubicBezTo>
                  <a:pt x="96441" y="172343"/>
                  <a:pt x="98673" y="171896"/>
                  <a:pt x="130820" y="168325"/>
                </a:cubicBezTo>
                <a:lnTo>
                  <a:pt x="130820" y="162074"/>
                </a:lnTo>
                <a:close/>
                <a:moveTo>
                  <a:pt x="79921" y="144661"/>
                </a:moveTo>
                <a:cubicBezTo>
                  <a:pt x="79921" y="147340"/>
                  <a:pt x="70545" y="162520"/>
                  <a:pt x="58489" y="162520"/>
                </a:cubicBezTo>
                <a:cubicBezTo>
                  <a:pt x="37951" y="162520"/>
                  <a:pt x="37951" y="129034"/>
                  <a:pt x="37951" y="114300"/>
                </a:cubicBezTo>
                <a:cubicBezTo>
                  <a:pt x="37951" y="89297"/>
                  <a:pt x="41523" y="66526"/>
                  <a:pt x="59829" y="66526"/>
                </a:cubicBezTo>
                <a:cubicBezTo>
                  <a:pt x="74116" y="66526"/>
                  <a:pt x="79921" y="82153"/>
                  <a:pt x="79921" y="82153"/>
                </a:cubicBezTo>
                <a:lnTo>
                  <a:pt x="79921" y="144661"/>
                </a:lnTo>
                <a:close/>
                <a:moveTo>
                  <a:pt x="79921" y="1446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2167CB-DAD7-4385-8D11-4E7A0C26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603" y="152860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B95FA1-838B-47F1-8DF4-7CA8D8FE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3715" y="152860"/>
            <a:ext cx="103584" cy="121444"/>
          </a:xfrm>
          <a:custGeom xmlns:a="http://schemas.openxmlformats.org/drawingml/2006/main">
            <a:pathLst>
              <a:path w="103584" h="121444">
                <a:moveTo>
                  <a:pt x="67866" y="115193"/>
                </a:moveTo>
                <a:cubicBezTo>
                  <a:pt x="52239" y="114746"/>
                  <a:pt x="49113" y="110728"/>
                  <a:pt x="49113" y="95101"/>
                </a:cubicBezTo>
                <a:lnTo>
                  <a:pt x="49113" y="46434"/>
                </a:lnTo>
                <a:cubicBezTo>
                  <a:pt x="49113" y="27682"/>
                  <a:pt x="60722" y="22324"/>
                  <a:pt x="64294" y="22324"/>
                </a:cubicBezTo>
                <a:cubicBezTo>
                  <a:pt x="72777" y="22324"/>
                  <a:pt x="72330" y="37505"/>
                  <a:pt x="87064" y="37505"/>
                </a:cubicBezTo>
                <a:cubicBezTo>
                  <a:pt x="100012" y="37505"/>
                  <a:pt x="103584" y="26789"/>
                  <a:pt x="103584" y="20092"/>
                </a:cubicBezTo>
                <a:cubicBezTo>
                  <a:pt x="103584" y="13841"/>
                  <a:pt x="100012" y="0"/>
                  <a:pt x="82153" y="0"/>
                </a:cubicBezTo>
                <a:cubicBezTo>
                  <a:pt x="65633" y="0"/>
                  <a:pt x="54025" y="15627"/>
                  <a:pt x="48667" y="23664"/>
                </a:cubicBezTo>
                <a:lnTo>
                  <a:pt x="48220" y="23664"/>
                </a:lnTo>
                <a:lnTo>
                  <a:pt x="48220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7590" y="10269"/>
                  <a:pt x="13841" y="11609"/>
                  <a:pt x="13841" y="24557"/>
                </a:cubicBezTo>
                <a:lnTo>
                  <a:pt x="13841" y="100012"/>
                </a:lnTo>
                <a:cubicBezTo>
                  <a:pt x="13841" y="112514"/>
                  <a:pt x="8037" y="113854"/>
                  <a:pt x="0" y="115193"/>
                </a:cubicBezTo>
                <a:lnTo>
                  <a:pt x="0" y="121444"/>
                </a:lnTo>
                <a:lnTo>
                  <a:pt x="67866" y="121444"/>
                </a:lnTo>
                <a:lnTo>
                  <a:pt x="67866" y="115193"/>
                </a:lnTo>
                <a:close/>
                <a:moveTo>
                  <a:pt x="6786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61558-921D-478B-AF36-8FB145AC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915" y="97050"/>
            <a:ext cx="61168" cy="177254"/>
          </a:xfrm>
          <a:custGeom xmlns:a="http://schemas.openxmlformats.org/drawingml/2006/main">
            <a:pathLst>
              <a:path w="61168" h="177254">
                <a:moveTo>
                  <a:pt x="61168" y="171004"/>
                </a:moveTo>
                <a:cubicBezTo>
                  <a:pt x="51346" y="170111"/>
                  <a:pt x="49113" y="164306"/>
                  <a:pt x="49113" y="156716"/>
                </a:cubicBezTo>
                <a:lnTo>
                  <a:pt x="49113" y="58936"/>
                </a:lnTo>
                <a:lnTo>
                  <a:pt x="0" y="58936"/>
                </a:lnTo>
                <a:lnTo>
                  <a:pt x="0" y="65187"/>
                </a:lnTo>
                <a:cubicBezTo>
                  <a:pt x="9823" y="66973"/>
                  <a:pt x="13841" y="68759"/>
                  <a:pt x="13841" y="80367"/>
                </a:cubicBezTo>
                <a:lnTo>
                  <a:pt x="13841" y="155823"/>
                </a:lnTo>
                <a:cubicBezTo>
                  <a:pt x="13841" y="167878"/>
                  <a:pt x="9376" y="168771"/>
                  <a:pt x="0" y="171004"/>
                </a:cubicBezTo>
                <a:lnTo>
                  <a:pt x="0" y="177254"/>
                </a:lnTo>
                <a:lnTo>
                  <a:pt x="61168" y="177254"/>
                </a:lnTo>
                <a:lnTo>
                  <a:pt x="61168" y="171004"/>
                </a:lnTo>
                <a:close/>
                <a:moveTo>
                  <a:pt x="11162" y="20092"/>
                </a:moveTo>
                <a:cubicBezTo>
                  <a:pt x="11162" y="31254"/>
                  <a:pt x="19645" y="39737"/>
                  <a:pt x="31254" y="39737"/>
                </a:cubicBezTo>
                <a:cubicBezTo>
                  <a:pt x="42416" y="39737"/>
                  <a:pt x="50899" y="31254"/>
                  <a:pt x="50899" y="20092"/>
                </a:cubicBezTo>
                <a:cubicBezTo>
                  <a:pt x="50899" y="8930"/>
                  <a:pt x="42416" y="0"/>
                  <a:pt x="31254" y="0"/>
                </a:cubicBezTo>
                <a:cubicBezTo>
                  <a:pt x="19645" y="0"/>
                  <a:pt x="11162" y="9376"/>
                  <a:pt x="11162" y="20092"/>
                </a:cubicBezTo>
                <a:close/>
                <a:moveTo>
                  <a:pt x="11162" y="200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68950F-3F5C-41BC-8CB0-9DA91F62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6490" y="152860"/>
            <a:ext cx="132606" cy="121444"/>
          </a:xfrm>
          <a:custGeom xmlns:a="http://schemas.openxmlformats.org/drawingml/2006/main">
            <a:pathLst>
              <a:path w="132606" h="121444">
                <a:moveTo>
                  <a:pt x="132606" y="115193"/>
                </a:moveTo>
                <a:cubicBezTo>
                  <a:pt x="120104" y="114746"/>
                  <a:pt x="120104" y="106710"/>
                  <a:pt x="120104" y="100905"/>
                </a:cubicBezTo>
                <a:lnTo>
                  <a:pt x="120104" y="36165"/>
                </a:lnTo>
                <a:cubicBezTo>
                  <a:pt x="120104" y="8037"/>
                  <a:pt x="100012" y="0"/>
                  <a:pt x="85725" y="0"/>
                </a:cubicBezTo>
                <a:cubicBezTo>
                  <a:pt x="64294" y="0"/>
                  <a:pt x="53132" y="15627"/>
                  <a:pt x="49560" y="21878"/>
                </a:cubicBezTo>
                <a:lnTo>
                  <a:pt x="49113" y="21878"/>
                </a:lnTo>
                <a:lnTo>
                  <a:pt x="49113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10269" y="11162"/>
                  <a:pt x="13395" y="12948"/>
                  <a:pt x="13395" y="24557"/>
                </a:cubicBezTo>
                <a:lnTo>
                  <a:pt x="13395" y="100012"/>
                </a:lnTo>
                <a:cubicBezTo>
                  <a:pt x="13395" y="112514"/>
                  <a:pt x="9376" y="113407"/>
                  <a:pt x="0" y="115193"/>
                </a:cubicBezTo>
                <a:lnTo>
                  <a:pt x="0" y="121444"/>
                </a:lnTo>
                <a:lnTo>
                  <a:pt x="61615" y="121444"/>
                </a:lnTo>
                <a:lnTo>
                  <a:pt x="61615" y="115193"/>
                </a:lnTo>
                <a:cubicBezTo>
                  <a:pt x="50006" y="113854"/>
                  <a:pt x="49113" y="106710"/>
                  <a:pt x="49113" y="100905"/>
                </a:cubicBezTo>
                <a:lnTo>
                  <a:pt x="49113" y="32147"/>
                </a:lnTo>
                <a:cubicBezTo>
                  <a:pt x="49113" y="29914"/>
                  <a:pt x="60275" y="17413"/>
                  <a:pt x="70545" y="17413"/>
                </a:cubicBezTo>
                <a:cubicBezTo>
                  <a:pt x="84386" y="17413"/>
                  <a:pt x="84386" y="31700"/>
                  <a:pt x="84386" y="38844"/>
                </a:cubicBezTo>
                <a:lnTo>
                  <a:pt x="84386" y="100905"/>
                </a:lnTo>
                <a:cubicBezTo>
                  <a:pt x="84386" y="110282"/>
                  <a:pt x="80814" y="114746"/>
                  <a:pt x="72330" y="115193"/>
                </a:cubicBezTo>
                <a:lnTo>
                  <a:pt x="72330" y="121444"/>
                </a:lnTo>
                <a:lnTo>
                  <a:pt x="132606" y="121444"/>
                </a:lnTo>
                <a:lnTo>
                  <a:pt x="132606" y="115193"/>
                </a:lnTo>
                <a:close/>
                <a:moveTo>
                  <a:pt x="13260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1DBC95-3630-49F8-8D4B-7A0F645E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748" y="152860"/>
            <a:ext cx="116532" cy="174129"/>
          </a:xfrm>
          <a:custGeom xmlns:a="http://schemas.openxmlformats.org/drawingml/2006/main">
            <a:pathLst>
              <a:path w="116532" h="174129">
                <a:moveTo>
                  <a:pt x="116532" y="19645"/>
                </a:moveTo>
                <a:lnTo>
                  <a:pt x="116532" y="5804"/>
                </a:lnTo>
                <a:lnTo>
                  <a:pt x="83046" y="5804"/>
                </a:lnTo>
                <a:cubicBezTo>
                  <a:pt x="72777" y="1786"/>
                  <a:pt x="64294" y="0"/>
                  <a:pt x="54918" y="0"/>
                </a:cubicBezTo>
                <a:cubicBezTo>
                  <a:pt x="19645" y="0"/>
                  <a:pt x="2232" y="20538"/>
                  <a:pt x="2232" y="41077"/>
                </a:cubicBezTo>
                <a:cubicBezTo>
                  <a:pt x="2232" y="59382"/>
                  <a:pt x="14734" y="73223"/>
                  <a:pt x="33486" y="80367"/>
                </a:cubicBezTo>
                <a:lnTo>
                  <a:pt x="33486" y="80814"/>
                </a:lnTo>
                <a:cubicBezTo>
                  <a:pt x="22771" y="83939"/>
                  <a:pt x="3572" y="93762"/>
                  <a:pt x="3572" y="109835"/>
                </a:cubicBezTo>
                <a:cubicBezTo>
                  <a:pt x="3572" y="123230"/>
                  <a:pt x="12055" y="127248"/>
                  <a:pt x="23664" y="131266"/>
                </a:cubicBezTo>
                <a:lnTo>
                  <a:pt x="23664" y="131713"/>
                </a:lnTo>
                <a:cubicBezTo>
                  <a:pt x="9376" y="133052"/>
                  <a:pt x="0" y="140643"/>
                  <a:pt x="0" y="150912"/>
                </a:cubicBezTo>
                <a:cubicBezTo>
                  <a:pt x="0" y="165199"/>
                  <a:pt x="19199" y="174129"/>
                  <a:pt x="50899" y="174129"/>
                </a:cubicBezTo>
                <a:cubicBezTo>
                  <a:pt x="82600" y="174129"/>
                  <a:pt x="116532" y="167432"/>
                  <a:pt x="116532" y="135731"/>
                </a:cubicBezTo>
                <a:cubicBezTo>
                  <a:pt x="116532" y="107156"/>
                  <a:pt x="87064" y="104477"/>
                  <a:pt x="74563" y="104477"/>
                </a:cubicBezTo>
                <a:lnTo>
                  <a:pt x="58043" y="104031"/>
                </a:lnTo>
                <a:cubicBezTo>
                  <a:pt x="38844" y="103584"/>
                  <a:pt x="32147" y="103584"/>
                  <a:pt x="32147" y="94655"/>
                </a:cubicBezTo>
                <a:cubicBezTo>
                  <a:pt x="32147" y="87064"/>
                  <a:pt x="41970" y="82153"/>
                  <a:pt x="46881" y="82153"/>
                </a:cubicBezTo>
                <a:cubicBezTo>
                  <a:pt x="71438" y="82153"/>
                  <a:pt x="71438" y="82153"/>
                  <a:pt x="79028" y="79474"/>
                </a:cubicBezTo>
                <a:cubicBezTo>
                  <a:pt x="97334" y="73670"/>
                  <a:pt x="105817" y="60275"/>
                  <a:pt x="105817" y="44648"/>
                </a:cubicBezTo>
                <a:cubicBezTo>
                  <a:pt x="105817" y="29468"/>
                  <a:pt x="98227" y="21878"/>
                  <a:pt x="95548" y="19645"/>
                </a:cubicBezTo>
                <a:lnTo>
                  <a:pt x="116532" y="19645"/>
                </a:lnTo>
                <a:close/>
                <a:moveTo>
                  <a:pt x="75902" y="134838"/>
                </a:moveTo>
                <a:cubicBezTo>
                  <a:pt x="89297" y="134838"/>
                  <a:pt x="96441" y="138410"/>
                  <a:pt x="96441" y="147786"/>
                </a:cubicBezTo>
                <a:cubicBezTo>
                  <a:pt x="96441" y="166092"/>
                  <a:pt x="64294" y="166092"/>
                  <a:pt x="54025" y="166092"/>
                </a:cubicBezTo>
                <a:cubicBezTo>
                  <a:pt x="49560" y="166092"/>
                  <a:pt x="22771" y="165646"/>
                  <a:pt x="22771" y="149126"/>
                </a:cubicBezTo>
                <a:cubicBezTo>
                  <a:pt x="22771" y="143321"/>
                  <a:pt x="25003" y="140196"/>
                  <a:pt x="31700" y="134838"/>
                </a:cubicBezTo>
                <a:lnTo>
                  <a:pt x="75902" y="134838"/>
                </a:lnTo>
                <a:close/>
                <a:moveTo>
                  <a:pt x="37505" y="41523"/>
                </a:moveTo>
                <a:cubicBezTo>
                  <a:pt x="37505" y="25450"/>
                  <a:pt x="38844" y="8037"/>
                  <a:pt x="54471" y="8037"/>
                </a:cubicBezTo>
                <a:cubicBezTo>
                  <a:pt x="71438" y="8037"/>
                  <a:pt x="71438" y="30361"/>
                  <a:pt x="71438" y="41523"/>
                </a:cubicBezTo>
                <a:cubicBezTo>
                  <a:pt x="71438" y="56257"/>
                  <a:pt x="70545" y="75009"/>
                  <a:pt x="54471" y="75009"/>
                </a:cubicBezTo>
                <a:cubicBezTo>
                  <a:pt x="39291" y="75009"/>
                  <a:pt x="37505" y="59382"/>
                  <a:pt x="37505" y="41523"/>
                </a:cubicBezTo>
                <a:close/>
                <a:moveTo>
                  <a:pt x="37505" y="415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284549-0A35-446B-90AA-CAC4FD48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9806" y="152860"/>
            <a:ext cx="204490" cy="121444"/>
          </a:xfrm>
          <a:custGeom xmlns:a="http://schemas.openxmlformats.org/drawingml/2006/main">
            <a:pathLst>
              <a:path w="204490" h="121444">
                <a:moveTo>
                  <a:pt x="204490" y="115193"/>
                </a:moveTo>
                <a:cubicBezTo>
                  <a:pt x="191988" y="115193"/>
                  <a:pt x="191988" y="107156"/>
                  <a:pt x="191988" y="100905"/>
                </a:cubicBezTo>
                <a:lnTo>
                  <a:pt x="191988" y="36165"/>
                </a:lnTo>
                <a:cubicBezTo>
                  <a:pt x="191988" y="8037"/>
                  <a:pt x="171450" y="0"/>
                  <a:pt x="157609" y="0"/>
                </a:cubicBezTo>
                <a:cubicBezTo>
                  <a:pt x="142429" y="0"/>
                  <a:pt x="131266" y="7590"/>
                  <a:pt x="119658" y="22324"/>
                </a:cubicBezTo>
                <a:cubicBezTo>
                  <a:pt x="115639" y="14288"/>
                  <a:pt x="109389" y="0"/>
                  <a:pt x="85725" y="0"/>
                </a:cubicBezTo>
                <a:cubicBezTo>
                  <a:pt x="64294" y="0"/>
                  <a:pt x="53132" y="15627"/>
                  <a:pt x="49560" y="21878"/>
                </a:cubicBezTo>
                <a:lnTo>
                  <a:pt x="49113" y="21878"/>
                </a:lnTo>
                <a:lnTo>
                  <a:pt x="49113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7590" y="10269"/>
                  <a:pt x="14288" y="11162"/>
                  <a:pt x="14288" y="24557"/>
                </a:cubicBezTo>
                <a:lnTo>
                  <a:pt x="14288" y="100012"/>
                </a:lnTo>
                <a:cubicBezTo>
                  <a:pt x="14288" y="112514"/>
                  <a:pt x="8483" y="113854"/>
                  <a:pt x="0" y="115193"/>
                </a:cubicBezTo>
                <a:lnTo>
                  <a:pt x="0" y="121444"/>
                </a:lnTo>
                <a:lnTo>
                  <a:pt x="61615" y="121444"/>
                </a:lnTo>
                <a:lnTo>
                  <a:pt x="61615" y="115193"/>
                </a:lnTo>
                <a:cubicBezTo>
                  <a:pt x="51792" y="114300"/>
                  <a:pt x="50006" y="108496"/>
                  <a:pt x="50006" y="100905"/>
                </a:cubicBezTo>
                <a:lnTo>
                  <a:pt x="50006" y="32147"/>
                </a:lnTo>
                <a:cubicBezTo>
                  <a:pt x="50006" y="30361"/>
                  <a:pt x="60275" y="17413"/>
                  <a:pt x="70991" y="17413"/>
                </a:cubicBezTo>
                <a:cubicBezTo>
                  <a:pt x="85279" y="17413"/>
                  <a:pt x="85279" y="30361"/>
                  <a:pt x="85279" y="38844"/>
                </a:cubicBezTo>
                <a:lnTo>
                  <a:pt x="85279" y="100905"/>
                </a:lnTo>
                <a:cubicBezTo>
                  <a:pt x="85279" y="106710"/>
                  <a:pt x="85279" y="114746"/>
                  <a:pt x="72777" y="115193"/>
                </a:cubicBezTo>
                <a:lnTo>
                  <a:pt x="72777" y="121444"/>
                </a:lnTo>
                <a:lnTo>
                  <a:pt x="133052" y="121444"/>
                </a:lnTo>
                <a:lnTo>
                  <a:pt x="133052" y="115193"/>
                </a:lnTo>
                <a:cubicBezTo>
                  <a:pt x="123230" y="114746"/>
                  <a:pt x="120997" y="108942"/>
                  <a:pt x="120997" y="100905"/>
                </a:cubicBezTo>
                <a:lnTo>
                  <a:pt x="120997" y="32147"/>
                </a:lnTo>
                <a:cubicBezTo>
                  <a:pt x="120997" y="30361"/>
                  <a:pt x="131713" y="17413"/>
                  <a:pt x="142429" y="17413"/>
                </a:cubicBezTo>
                <a:cubicBezTo>
                  <a:pt x="156270" y="17413"/>
                  <a:pt x="156270" y="30807"/>
                  <a:pt x="156270" y="38844"/>
                </a:cubicBezTo>
                <a:lnTo>
                  <a:pt x="156270" y="100905"/>
                </a:lnTo>
                <a:cubicBezTo>
                  <a:pt x="156270" y="106710"/>
                  <a:pt x="156270" y="114746"/>
                  <a:pt x="143768" y="115193"/>
                </a:cubicBezTo>
                <a:lnTo>
                  <a:pt x="143768" y="121444"/>
                </a:lnTo>
                <a:lnTo>
                  <a:pt x="204490" y="121444"/>
                </a:lnTo>
                <a:lnTo>
                  <a:pt x="204490" y="115193"/>
                </a:lnTo>
                <a:close/>
                <a:moveTo>
                  <a:pt x="204490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99F23-926A-4234-A3B0-B1A559E9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5489" y="152860"/>
            <a:ext cx="115639" cy="125016"/>
          </a:xfrm>
          <a:custGeom xmlns:a="http://schemas.openxmlformats.org/drawingml/2006/main">
            <a:pathLst>
              <a:path w="115639" h="125016">
                <a:moveTo>
                  <a:pt x="37951" y="62954"/>
                </a:moveTo>
                <a:cubicBezTo>
                  <a:pt x="37951" y="33486"/>
                  <a:pt x="39291" y="8037"/>
                  <a:pt x="58043" y="8037"/>
                </a:cubicBezTo>
                <a:cubicBezTo>
                  <a:pt x="73670" y="8037"/>
                  <a:pt x="78135" y="23217"/>
                  <a:pt x="78135" y="62954"/>
                </a:cubicBezTo>
                <a:cubicBezTo>
                  <a:pt x="78135" y="95101"/>
                  <a:pt x="75902" y="116979"/>
                  <a:pt x="58489" y="116979"/>
                </a:cubicBezTo>
                <a:cubicBezTo>
                  <a:pt x="37951" y="116979"/>
                  <a:pt x="37951" y="90636"/>
                  <a:pt x="37951" y="62954"/>
                </a:cubicBezTo>
                <a:close/>
                <a:moveTo>
                  <a:pt x="0" y="62954"/>
                </a:moveTo>
                <a:cubicBezTo>
                  <a:pt x="0" y="95994"/>
                  <a:pt x="22324" y="125016"/>
                  <a:pt x="58043" y="125016"/>
                </a:cubicBezTo>
                <a:cubicBezTo>
                  <a:pt x="92869" y="125016"/>
                  <a:pt x="115639" y="96887"/>
                  <a:pt x="115639" y="62954"/>
                </a:cubicBezTo>
                <a:cubicBezTo>
                  <a:pt x="115639" y="27236"/>
                  <a:pt x="91529" y="0"/>
                  <a:pt x="58043" y="0"/>
                </a:cubicBezTo>
                <a:cubicBezTo>
                  <a:pt x="22324" y="0"/>
                  <a:pt x="0" y="29914"/>
                  <a:pt x="0" y="62954"/>
                </a:cubicBezTo>
                <a:close/>
                <a:moveTo>
                  <a:pt x="0" y="6295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D1A634-2617-45B7-8E02-68C89EDB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3611" y="101068"/>
            <a:ext cx="130820" cy="176808"/>
          </a:xfrm>
          <a:custGeom xmlns:a="http://schemas.openxmlformats.org/drawingml/2006/main">
            <a:pathLst>
              <a:path w="130820" h="176808">
                <a:moveTo>
                  <a:pt x="130820" y="162074"/>
                </a:moveTo>
                <a:cubicBezTo>
                  <a:pt x="116086" y="161627"/>
                  <a:pt x="115639" y="154484"/>
                  <a:pt x="115639" y="147340"/>
                </a:cubicBezTo>
                <a:lnTo>
                  <a:pt x="115639" y="0"/>
                </a:lnTo>
                <a:lnTo>
                  <a:pt x="60275" y="0"/>
                </a:lnTo>
                <a:lnTo>
                  <a:pt x="60275" y="6251"/>
                </a:lnTo>
                <a:cubicBezTo>
                  <a:pt x="74563" y="7144"/>
                  <a:pt x="79921" y="7590"/>
                  <a:pt x="79921" y="20985"/>
                </a:cubicBezTo>
                <a:lnTo>
                  <a:pt x="79921" y="67866"/>
                </a:lnTo>
                <a:cubicBezTo>
                  <a:pt x="73670" y="61168"/>
                  <a:pt x="65187" y="51792"/>
                  <a:pt x="49560" y="51792"/>
                </a:cubicBezTo>
                <a:cubicBezTo>
                  <a:pt x="25450" y="51792"/>
                  <a:pt x="0" y="73223"/>
                  <a:pt x="0" y="117872"/>
                </a:cubicBezTo>
                <a:cubicBezTo>
                  <a:pt x="0" y="155377"/>
                  <a:pt x="23664" y="176808"/>
                  <a:pt x="45095" y="176808"/>
                </a:cubicBezTo>
                <a:cubicBezTo>
                  <a:pt x="64294" y="176808"/>
                  <a:pt x="71438" y="169664"/>
                  <a:pt x="80814" y="159841"/>
                </a:cubicBezTo>
                <a:lnTo>
                  <a:pt x="80814" y="176361"/>
                </a:lnTo>
                <a:cubicBezTo>
                  <a:pt x="96441" y="172343"/>
                  <a:pt x="98673" y="171896"/>
                  <a:pt x="130820" y="168325"/>
                </a:cubicBezTo>
                <a:lnTo>
                  <a:pt x="130820" y="162074"/>
                </a:lnTo>
                <a:close/>
                <a:moveTo>
                  <a:pt x="79921" y="144661"/>
                </a:moveTo>
                <a:cubicBezTo>
                  <a:pt x="79921" y="147340"/>
                  <a:pt x="70545" y="162520"/>
                  <a:pt x="58489" y="162520"/>
                </a:cubicBezTo>
                <a:cubicBezTo>
                  <a:pt x="37951" y="162520"/>
                  <a:pt x="37951" y="129034"/>
                  <a:pt x="37951" y="114300"/>
                </a:cubicBezTo>
                <a:cubicBezTo>
                  <a:pt x="37951" y="89297"/>
                  <a:pt x="41523" y="66526"/>
                  <a:pt x="59829" y="66526"/>
                </a:cubicBezTo>
                <a:cubicBezTo>
                  <a:pt x="74116" y="66526"/>
                  <a:pt x="79921" y="82153"/>
                  <a:pt x="79921" y="82153"/>
                </a:cubicBezTo>
                <a:lnTo>
                  <a:pt x="79921" y="144661"/>
                </a:lnTo>
                <a:close/>
                <a:moveTo>
                  <a:pt x="79921" y="1446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B2A934-FE08-4153-9467-9AFF8A2A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6083" y="152860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3CDBFF-3618-4A45-B508-5E59A2E59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7623" y="101068"/>
            <a:ext cx="61168" cy="173236"/>
          </a:xfrm>
          <a:custGeom xmlns:a="http://schemas.openxmlformats.org/drawingml/2006/main">
            <a:pathLst>
              <a:path w="61168" h="173236">
                <a:moveTo>
                  <a:pt x="61168" y="166985"/>
                </a:moveTo>
                <a:cubicBezTo>
                  <a:pt x="51346" y="166985"/>
                  <a:pt x="48667" y="158948"/>
                  <a:pt x="48667" y="151805"/>
                </a:cubicBezTo>
                <a:lnTo>
                  <a:pt x="48667" y="0"/>
                </a:lnTo>
                <a:lnTo>
                  <a:pt x="0" y="0"/>
                </a:lnTo>
                <a:lnTo>
                  <a:pt x="0" y="6251"/>
                </a:lnTo>
                <a:cubicBezTo>
                  <a:pt x="12502" y="6251"/>
                  <a:pt x="12948" y="18306"/>
                  <a:pt x="12948" y="20985"/>
                </a:cubicBezTo>
                <a:lnTo>
                  <a:pt x="12948" y="151805"/>
                </a:lnTo>
                <a:cubicBezTo>
                  <a:pt x="12948" y="158055"/>
                  <a:pt x="10269" y="166985"/>
                  <a:pt x="0" y="166985"/>
                </a:cubicBezTo>
                <a:lnTo>
                  <a:pt x="0" y="173236"/>
                </a:lnTo>
                <a:lnTo>
                  <a:pt x="61168" y="173236"/>
                </a:lnTo>
                <a:lnTo>
                  <a:pt x="61168" y="166985"/>
                </a:lnTo>
                <a:close/>
                <a:moveTo>
                  <a:pt x="61168" y="16698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0911E8-4E54-42A0-84F1-B25AC5B8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0510" y="96603"/>
            <a:ext cx="66973" cy="220563"/>
          </a:xfrm>
          <a:custGeom xmlns:a="http://schemas.openxmlformats.org/drawingml/2006/main">
            <a:pathLst>
              <a:path w="66973" h="220563">
                <a:moveTo>
                  <a:pt x="66973" y="0"/>
                </a:moveTo>
                <a:cubicBezTo>
                  <a:pt x="52685" y="6251"/>
                  <a:pt x="0" y="37951"/>
                  <a:pt x="0" y="112961"/>
                </a:cubicBezTo>
                <a:cubicBezTo>
                  <a:pt x="0" y="133945"/>
                  <a:pt x="7144" y="188863"/>
                  <a:pt x="66973" y="220563"/>
                </a:cubicBezTo>
                <a:lnTo>
                  <a:pt x="66973" y="213420"/>
                </a:lnTo>
                <a:cubicBezTo>
                  <a:pt x="41970" y="198239"/>
                  <a:pt x="29021" y="180380"/>
                  <a:pt x="29021" y="110728"/>
                </a:cubicBezTo>
                <a:cubicBezTo>
                  <a:pt x="29021" y="32593"/>
                  <a:pt x="45541" y="20985"/>
                  <a:pt x="66973" y="6697"/>
                </a:cubicBezTo>
                <a:lnTo>
                  <a:pt x="66973" y="0"/>
                </a:lnTo>
                <a:close/>
                <a:moveTo>
                  <a:pt x="6697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0AC07-04F0-4B05-A6E8-581D0E1E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7172" y="96603"/>
            <a:ext cx="66973" cy="220563"/>
          </a:xfrm>
          <a:custGeom xmlns:a="http://schemas.openxmlformats.org/drawingml/2006/main">
            <a:pathLst>
              <a:path w="66973" h="220563">
                <a:moveTo>
                  <a:pt x="0" y="220563"/>
                </a:moveTo>
                <a:cubicBezTo>
                  <a:pt x="14288" y="214312"/>
                  <a:pt x="66973" y="182612"/>
                  <a:pt x="66973" y="107603"/>
                </a:cubicBezTo>
                <a:cubicBezTo>
                  <a:pt x="66973" y="86618"/>
                  <a:pt x="59829" y="31700"/>
                  <a:pt x="0" y="0"/>
                </a:cubicBezTo>
                <a:lnTo>
                  <a:pt x="0" y="7144"/>
                </a:lnTo>
                <a:cubicBezTo>
                  <a:pt x="25003" y="22324"/>
                  <a:pt x="37951" y="40184"/>
                  <a:pt x="37951" y="109835"/>
                </a:cubicBezTo>
                <a:cubicBezTo>
                  <a:pt x="37951" y="188416"/>
                  <a:pt x="21431" y="199579"/>
                  <a:pt x="0" y="213866"/>
                </a:cubicBezTo>
                <a:lnTo>
                  <a:pt x="0" y="220563"/>
                </a:lnTo>
                <a:close/>
                <a:moveTo>
                  <a:pt x="0" y="2205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3C92DA-9599-4E73-8E76-8B6CE039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313" y="1713161"/>
            <a:ext cx="1325835" cy="321469"/>
          </a:xfrm>
          <a:custGeom xmlns:a="http://schemas.openxmlformats.org/drawingml/2006/main">
            <a:pathLst>
              <a:path w="1325835" h="321469">
                <a:moveTo>
                  <a:pt x="0" y="321469"/>
                </a:moveTo>
                <a:lnTo>
                  <a:pt x="0" y="0"/>
                </a:lnTo>
                <a:lnTo>
                  <a:pt x="1325835" y="0"/>
                </a:lnTo>
                <a:lnTo>
                  <a:pt x="1325835" y="321469"/>
                </a:lnTo>
                <a:lnTo>
                  <a:pt x="0" y="321469"/>
                </a:lnTo>
                <a:close/>
                <a:moveTo>
                  <a:pt x="0" y="321469"/>
                </a:moveTo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4236" cap="rnd">
            <a:solidFill>
              <a:srgbClr val="000000">
                <a:alpha val="80000"/>
              </a:srgbClr>
            </a:solidFill>
            <a:round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15D069-3E3D-495E-9D20-B530149C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399" y="1024905"/>
            <a:ext cx="1725885" cy="321469"/>
          </a:xfrm>
          <a:custGeom xmlns:a="http://schemas.openxmlformats.org/drawingml/2006/main">
            <a:pathLst>
              <a:path w="1725885" h="321469">
                <a:moveTo>
                  <a:pt x="0" y="321469"/>
                </a:moveTo>
                <a:lnTo>
                  <a:pt x="0" y="0"/>
                </a:lnTo>
                <a:lnTo>
                  <a:pt x="1725885" y="0"/>
                </a:lnTo>
                <a:lnTo>
                  <a:pt x="1725885" y="321469"/>
                </a:lnTo>
                <a:lnTo>
                  <a:pt x="0" y="321469"/>
                </a:lnTo>
                <a:close/>
                <a:moveTo>
                  <a:pt x="0" y="321469"/>
                </a:moveTo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4236" cap="rnd">
            <a:solidFill>
              <a:srgbClr val="000000">
                <a:alpha val="80000"/>
              </a:srgbClr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4D060-D27E-4F52-85CB-B142DAE38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839" y="3063329"/>
            <a:ext cx="118988" cy="142652"/>
          </a:xfrm>
          <a:custGeom xmlns:a="http://schemas.openxmlformats.org/drawingml/2006/main">
            <a:pathLst>
              <a:path w="118988" h="142652">
                <a:moveTo>
                  <a:pt x="0" y="0"/>
                </a:moveTo>
                <a:cubicBezTo>
                  <a:pt x="17859" y="41523"/>
                  <a:pt x="77465" y="65298"/>
                  <a:pt x="118988" y="47439"/>
                </a:cubicBezTo>
                <a:lnTo>
                  <a:pt x="12055" y="14265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CE99F-670D-48DD-A6DD-C272E714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1846" y="664369"/>
            <a:ext cx="975122" cy="2446400"/>
          </a:xfrm>
          <a:custGeom xmlns:a="http://schemas.openxmlformats.org/drawingml/2006/main">
            <a:pathLst>
              <a:path w="975122" h="2446400" fill="none">
                <a:moveTo>
                  <a:pt x="0" y="2446400"/>
                </a:moveTo>
                <a:cubicBezTo>
                  <a:pt x="184063" y="1984623"/>
                  <a:pt x="975122" y="0"/>
                  <a:pt x="975122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472" cap="rnd">
            <a:solidFill>
              <a:srgbClr val="08306A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4FD22D-7E69-4640-91E6-D2427399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384" y="608558"/>
            <a:ext cx="926009" cy="523615"/>
          </a:xfrm>
          <a:custGeom xmlns:a="http://schemas.openxmlformats.org/drawingml/2006/main">
            <a:pathLst>
              <a:path w="926009" h="523615">
                <a:moveTo>
                  <a:pt x="0" y="523615"/>
                </a:moveTo>
                <a:lnTo>
                  <a:pt x="0" y="0"/>
                </a:lnTo>
                <a:lnTo>
                  <a:pt x="926009" y="0"/>
                </a:lnTo>
                <a:lnTo>
                  <a:pt x="926009" y="523615"/>
                </a:lnTo>
                <a:lnTo>
                  <a:pt x="0" y="523615"/>
                </a:lnTo>
                <a:close/>
                <a:moveTo>
                  <a:pt x="0" y="523615"/>
                </a:moveTo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14236" cap="rnd">
            <a:solidFill>
              <a:srgbClr val="000000">
                <a:alpha val="80000"/>
              </a:srgbClr>
            </a:solidFill>
            <a:round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FD936A-A221-41A3-9D74-8A8BF9C3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129" y="708282"/>
            <a:ext cx="139303" cy="165646"/>
          </a:xfrm>
          <a:custGeom xmlns:a="http://schemas.openxmlformats.org/drawingml/2006/main">
            <a:pathLst>
              <a:path w="139303" h="165646">
                <a:moveTo>
                  <a:pt x="116532" y="32593"/>
                </a:moveTo>
                <a:cubicBezTo>
                  <a:pt x="116532" y="63401"/>
                  <a:pt x="93315" y="110728"/>
                  <a:pt x="62061" y="110728"/>
                </a:cubicBezTo>
                <a:cubicBezTo>
                  <a:pt x="55811" y="110728"/>
                  <a:pt x="49113" y="108049"/>
                  <a:pt x="49113" y="101352"/>
                </a:cubicBezTo>
                <a:cubicBezTo>
                  <a:pt x="49113" y="91529"/>
                  <a:pt x="59382" y="56704"/>
                  <a:pt x="65633" y="40184"/>
                </a:cubicBezTo>
                <a:cubicBezTo>
                  <a:pt x="72330" y="22771"/>
                  <a:pt x="87511" y="11162"/>
                  <a:pt x="99566" y="11162"/>
                </a:cubicBezTo>
                <a:cubicBezTo>
                  <a:pt x="116086" y="11162"/>
                  <a:pt x="116532" y="25896"/>
                  <a:pt x="116532" y="32593"/>
                </a:cubicBezTo>
                <a:close/>
                <a:moveTo>
                  <a:pt x="33486" y="9823"/>
                </a:moveTo>
                <a:lnTo>
                  <a:pt x="39291" y="9376"/>
                </a:lnTo>
                <a:lnTo>
                  <a:pt x="40184" y="9376"/>
                </a:lnTo>
                <a:cubicBezTo>
                  <a:pt x="45541" y="9376"/>
                  <a:pt x="50006" y="12502"/>
                  <a:pt x="50006" y="16966"/>
                </a:cubicBezTo>
                <a:cubicBezTo>
                  <a:pt x="50006" y="22324"/>
                  <a:pt x="24110" y="117425"/>
                  <a:pt x="16966" y="146447"/>
                </a:cubicBezTo>
                <a:cubicBezTo>
                  <a:pt x="15180" y="154484"/>
                  <a:pt x="13395" y="161181"/>
                  <a:pt x="0" y="161181"/>
                </a:cubicBezTo>
                <a:lnTo>
                  <a:pt x="0" y="165646"/>
                </a:lnTo>
                <a:lnTo>
                  <a:pt x="52685" y="165646"/>
                </a:lnTo>
                <a:lnTo>
                  <a:pt x="52685" y="161627"/>
                </a:lnTo>
                <a:cubicBezTo>
                  <a:pt x="45988" y="161627"/>
                  <a:pt x="36165" y="161627"/>
                  <a:pt x="36165" y="153591"/>
                </a:cubicBezTo>
                <a:cubicBezTo>
                  <a:pt x="36165" y="148233"/>
                  <a:pt x="43309" y="120104"/>
                  <a:pt x="45541" y="111621"/>
                </a:cubicBezTo>
                <a:cubicBezTo>
                  <a:pt x="51346" y="114300"/>
                  <a:pt x="56704" y="115639"/>
                  <a:pt x="62954" y="115639"/>
                </a:cubicBezTo>
                <a:cubicBezTo>
                  <a:pt x="98227" y="115639"/>
                  <a:pt x="139303" y="73223"/>
                  <a:pt x="139303" y="33486"/>
                </a:cubicBezTo>
                <a:cubicBezTo>
                  <a:pt x="139303" y="15180"/>
                  <a:pt x="131713" y="0"/>
                  <a:pt x="108942" y="0"/>
                </a:cubicBezTo>
                <a:cubicBezTo>
                  <a:pt x="87957" y="0"/>
                  <a:pt x="73223" y="18752"/>
                  <a:pt x="66973" y="27682"/>
                </a:cubicBezTo>
                <a:lnTo>
                  <a:pt x="66526" y="27236"/>
                </a:lnTo>
                <a:lnTo>
                  <a:pt x="73670" y="3125"/>
                </a:lnTo>
                <a:cubicBezTo>
                  <a:pt x="73670" y="2679"/>
                  <a:pt x="74116" y="1786"/>
                  <a:pt x="74116" y="1339"/>
                </a:cubicBezTo>
                <a:cubicBezTo>
                  <a:pt x="74116" y="0"/>
                  <a:pt x="73223" y="0"/>
                  <a:pt x="72777" y="0"/>
                </a:cubicBezTo>
                <a:lnTo>
                  <a:pt x="33040" y="5358"/>
                </a:lnTo>
                <a:lnTo>
                  <a:pt x="33486" y="9823"/>
                </a:lnTo>
                <a:close/>
                <a:moveTo>
                  <a:pt x="33486" y="98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81F96B-7B23-4D61-B791-FB5F44DD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5" y="708282"/>
            <a:ext cx="111175" cy="115639"/>
          </a:xfrm>
          <a:custGeom xmlns:a="http://schemas.openxmlformats.org/drawingml/2006/main">
            <a:pathLst>
              <a:path w="111175" h="115639">
                <a:moveTo>
                  <a:pt x="107603" y="83046"/>
                </a:moveTo>
                <a:cubicBezTo>
                  <a:pt x="98673" y="94208"/>
                  <a:pt x="91083" y="103138"/>
                  <a:pt x="86618" y="103138"/>
                </a:cubicBezTo>
                <a:cubicBezTo>
                  <a:pt x="83493" y="103138"/>
                  <a:pt x="83493" y="100459"/>
                  <a:pt x="83493" y="99120"/>
                </a:cubicBezTo>
                <a:cubicBezTo>
                  <a:pt x="83493" y="95101"/>
                  <a:pt x="86618" y="83939"/>
                  <a:pt x="88404" y="79028"/>
                </a:cubicBezTo>
                <a:lnTo>
                  <a:pt x="108496" y="2232"/>
                </a:lnTo>
                <a:lnTo>
                  <a:pt x="89297" y="2232"/>
                </a:lnTo>
                <a:cubicBezTo>
                  <a:pt x="79474" y="29468"/>
                  <a:pt x="73670" y="45988"/>
                  <a:pt x="61168" y="64740"/>
                </a:cubicBezTo>
                <a:cubicBezTo>
                  <a:pt x="52685" y="78135"/>
                  <a:pt x="36612" y="102245"/>
                  <a:pt x="25450" y="102245"/>
                </a:cubicBezTo>
                <a:cubicBezTo>
                  <a:pt x="20985" y="102245"/>
                  <a:pt x="19645" y="98673"/>
                  <a:pt x="19645" y="95994"/>
                </a:cubicBezTo>
                <a:cubicBezTo>
                  <a:pt x="19645" y="95101"/>
                  <a:pt x="19645" y="94208"/>
                  <a:pt x="20092" y="93315"/>
                </a:cubicBezTo>
                <a:lnTo>
                  <a:pt x="43309" y="446"/>
                </a:lnTo>
                <a:lnTo>
                  <a:pt x="42416" y="0"/>
                </a:lnTo>
                <a:cubicBezTo>
                  <a:pt x="29914" y="3125"/>
                  <a:pt x="16966" y="5358"/>
                  <a:pt x="4018" y="6697"/>
                </a:cubicBezTo>
                <a:lnTo>
                  <a:pt x="4018" y="10269"/>
                </a:lnTo>
                <a:cubicBezTo>
                  <a:pt x="14734" y="10269"/>
                  <a:pt x="19645" y="10269"/>
                  <a:pt x="19645" y="17859"/>
                </a:cubicBezTo>
                <a:cubicBezTo>
                  <a:pt x="19645" y="25003"/>
                  <a:pt x="0" y="89297"/>
                  <a:pt x="0" y="100459"/>
                </a:cubicBezTo>
                <a:cubicBezTo>
                  <a:pt x="0" y="112068"/>
                  <a:pt x="4911" y="115639"/>
                  <a:pt x="14287" y="115639"/>
                </a:cubicBezTo>
                <a:cubicBezTo>
                  <a:pt x="37058" y="115639"/>
                  <a:pt x="56257" y="83939"/>
                  <a:pt x="73670" y="54918"/>
                </a:cubicBezTo>
                <a:lnTo>
                  <a:pt x="74563" y="54918"/>
                </a:lnTo>
                <a:cubicBezTo>
                  <a:pt x="68312" y="75902"/>
                  <a:pt x="63401" y="97334"/>
                  <a:pt x="63401" y="101798"/>
                </a:cubicBezTo>
                <a:cubicBezTo>
                  <a:pt x="63401" y="105817"/>
                  <a:pt x="63847" y="115193"/>
                  <a:pt x="75456" y="115193"/>
                </a:cubicBezTo>
                <a:cubicBezTo>
                  <a:pt x="88404" y="115193"/>
                  <a:pt x="94655" y="108496"/>
                  <a:pt x="111175" y="85279"/>
                </a:cubicBezTo>
                <a:lnTo>
                  <a:pt x="107603" y="83046"/>
                </a:lnTo>
                <a:close/>
                <a:moveTo>
                  <a:pt x="107603" y="830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D696B-9695-462E-87B9-2E129D41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87" y="646221"/>
            <a:ext cx="60722" cy="177701"/>
          </a:xfrm>
          <a:custGeom xmlns:a="http://schemas.openxmlformats.org/drawingml/2006/main">
            <a:pathLst>
              <a:path w="60722" h="177701">
                <a:moveTo>
                  <a:pt x="47774" y="143321"/>
                </a:moveTo>
                <a:cubicBezTo>
                  <a:pt x="35272" y="159841"/>
                  <a:pt x="29914" y="166985"/>
                  <a:pt x="23217" y="166985"/>
                </a:cubicBezTo>
                <a:cubicBezTo>
                  <a:pt x="19645" y="166985"/>
                  <a:pt x="19645" y="163413"/>
                  <a:pt x="19645" y="161627"/>
                </a:cubicBezTo>
                <a:cubicBezTo>
                  <a:pt x="19645" y="158948"/>
                  <a:pt x="21431" y="151805"/>
                  <a:pt x="21878" y="149572"/>
                </a:cubicBezTo>
                <a:lnTo>
                  <a:pt x="60722" y="1339"/>
                </a:lnTo>
                <a:lnTo>
                  <a:pt x="59382" y="0"/>
                </a:lnTo>
                <a:cubicBezTo>
                  <a:pt x="45988" y="3125"/>
                  <a:pt x="33040" y="5358"/>
                  <a:pt x="19645" y="6697"/>
                </a:cubicBezTo>
                <a:lnTo>
                  <a:pt x="19645" y="11162"/>
                </a:lnTo>
                <a:lnTo>
                  <a:pt x="23217" y="11162"/>
                </a:lnTo>
                <a:cubicBezTo>
                  <a:pt x="29468" y="11162"/>
                  <a:pt x="37058" y="11609"/>
                  <a:pt x="37058" y="17413"/>
                </a:cubicBezTo>
                <a:cubicBezTo>
                  <a:pt x="37058" y="22771"/>
                  <a:pt x="0" y="156716"/>
                  <a:pt x="0" y="162074"/>
                </a:cubicBezTo>
                <a:cubicBezTo>
                  <a:pt x="0" y="169218"/>
                  <a:pt x="893" y="177701"/>
                  <a:pt x="12055" y="177701"/>
                </a:cubicBezTo>
                <a:cubicBezTo>
                  <a:pt x="28129" y="177701"/>
                  <a:pt x="37951" y="165646"/>
                  <a:pt x="50899" y="146000"/>
                </a:cubicBezTo>
                <a:lnTo>
                  <a:pt x="47774" y="143321"/>
                </a:lnTo>
                <a:close/>
                <a:moveTo>
                  <a:pt x="47774" y="143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4A190-24C0-48BE-953F-640161DA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826" y="707836"/>
            <a:ext cx="89743" cy="116532"/>
          </a:xfrm>
          <a:custGeom xmlns:a="http://schemas.openxmlformats.org/drawingml/2006/main">
            <a:pathLst>
              <a:path w="89743" h="116532">
                <a:moveTo>
                  <a:pt x="5358" y="75902"/>
                </a:moveTo>
                <a:lnTo>
                  <a:pt x="0" y="116532"/>
                </a:lnTo>
                <a:lnTo>
                  <a:pt x="4018" y="116532"/>
                </a:lnTo>
                <a:cubicBezTo>
                  <a:pt x="5804" y="113854"/>
                  <a:pt x="6697" y="111175"/>
                  <a:pt x="10269" y="111175"/>
                </a:cubicBezTo>
                <a:cubicBezTo>
                  <a:pt x="17859" y="111175"/>
                  <a:pt x="28129" y="116086"/>
                  <a:pt x="35719" y="116086"/>
                </a:cubicBezTo>
                <a:cubicBezTo>
                  <a:pt x="50006" y="116086"/>
                  <a:pt x="73670" y="109835"/>
                  <a:pt x="73670" y="81707"/>
                </a:cubicBezTo>
                <a:cubicBezTo>
                  <a:pt x="73670" y="60275"/>
                  <a:pt x="42416" y="37505"/>
                  <a:pt x="42416" y="20985"/>
                </a:cubicBezTo>
                <a:cubicBezTo>
                  <a:pt x="42416" y="8483"/>
                  <a:pt x="50899" y="6251"/>
                  <a:pt x="56257" y="6251"/>
                </a:cubicBezTo>
                <a:cubicBezTo>
                  <a:pt x="73223" y="6251"/>
                  <a:pt x="79474" y="20985"/>
                  <a:pt x="80367" y="35719"/>
                </a:cubicBezTo>
                <a:lnTo>
                  <a:pt x="84832" y="35719"/>
                </a:lnTo>
                <a:lnTo>
                  <a:pt x="89743" y="0"/>
                </a:lnTo>
                <a:lnTo>
                  <a:pt x="86171" y="0"/>
                </a:lnTo>
                <a:cubicBezTo>
                  <a:pt x="84832" y="2232"/>
                  <a:pt x="83493" y="4911"/>
                  <a:pt x="79028" y="4911"/>
                </a:cubicBezTo>
                <a:cubicBezTo>
                  <a:pt x="71438" y="4911"/>
                  <a:pt x="66080" y="446"/>
                  <a:pt x="54471" y="446"/>
                </a:cubicBezTo>
                <a:cubicBezTo>
                  <a:pt x="27682" y="446"/>
                  <a:pt x="24110" y="20985"/>
                  <a:pt x="24110" y="29021"/>
                </a:cubicBezTo>
                <a:cubicBezTo>
                  <a:pt x="24110" y="48667"/>
                  <a:pt x="54471" y="73223"/>
                  <a:pt x="54471" y="90190"/>
                </a:cubicBezTo>
                <a:cubicBezTo>
                  <a:pt x="54471" y="98673"/>
                  <a:pt x="50453" y="110728"/>
                  <a:pt x="36165" y="110728"/>
                </a:cubicBezTo>
                <a:cubicBezTo>
                  <a:pt x="15180" y="110728"/>
                  <a:pt x="11162" y="87064"/>
                  <a:pt x="9376" y="75902"/>
                </a:cubicBezTo>
                <a:lnTo>
                  <a:pt x="5358" y="75902"/>
                </a:lnTo>
                <a:close/>
                <a:moveTo>
                  <a:pt x="5358" y="759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E516F5-8EA9-4C0E-8DDB-B3B6AD56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523" y="708282"/>
            <a:ext cx="97334" cy="115639"/>
          </a:xfrm>
          <a:custGeom xmlns:a="http://schemas.openxmlformats.org/drawingml/2006/main">
            <a:pathLst>
              <a:path w="97334" h="115639">
                <a:moveTo>
                  <a:pt x="30807" y="48220"/>
                </a:moveTo>
                <a:cubicBezTo>
                  <a:pt x="40184" y="25450"/>
                  <a:pt x="58043" y="5804"/>
                  <a:pt x="71884" y="5804"/>
                </a:cubicBezTo>
                <a:cubicBezTo>
                  <a:pt x="78135" y="5804"/>
                  <a:pt x="80814" y="10716"/>
                  <a:pt x="80814" y="16073"/>
                </a:cubicBezTo>
                <a:cubicBezTo>
                  <a:pt x="80814" y="18306"/>
                  <a:pt x="79474" y="48667"/>
                  <a:pt x="26343" y="59829"/>
                </a:cubicBezTo>
                <a:lnTo>
                  <a:pt x="30807" y="48220"/>
                </a:lnTo>
                <a:close/>
                <a:moveTo>
                  <a:pt x="83493" y="84832"/>
                </a:moveTo>
                <a:cubicBezTo>
                  <a:pt x="70991" y="95548"/>
                  <a:pt x="60275" y="104031"/>
                  <a:pt x="46434" y="104031"/>
                </a:cubicBezTo>
                <a:cubicBezTo>
                  <a:pt x="35719" y="104031"/>
                  <a:pt x="22324" y="98227"/>
                  <a:pt x="22324" y="80814"/>
                </a:cubicBezTo>
                <a:cubicBezTo>
                  <a:pt x="22324" y="75902"/>
                  <a:pt x="23664" y="70545"/>
                  <a:pt x="24557" y="65187"/>
                </a:cubicBezTo>
                <a:lnTo>
                  <a:pt x="32147" y="64294"/>
                </a:lnTo>
                <a:cubicBezTo>
                  <a:pt x="73670" y="58489"/>
                  <a:pt x="97334" y="37505"/>
                  <a:pt x="97334" y="17413"/>
                </a:cubicBezTo>
                <a:cubicBezTo>
                  <a:pt x="97334" y="6251"/>
                  <a:pt x="89743" y="0"/>
                  <a:pt x="76349" y="0"/>
                </a:cubicBezTo>
                <a:cubicBezTo>
                  <a:pt x="40184" y="0"/>
                  <a:pt x="0" y="42862"/>
                  <a:pt x="0" y="79474"/>
                </a:cubicBezTo>
                <a:cubicBezTo>
                  <a:pt x="0" y="95994"/>
                  <a:pt x="8037" y="115639"/>
                  <a:pt x="34826" y="115639"/>
                </a:cubicBezTo>
                <a:cubicBezTo>
                  <a:pt x="60722" y="115639"/>
                  <a:pt x="83939" y="92422"/>
                  <a:pt x="86618" y="87957"/>
                </a:cubicBezTo>
                <a:lnTo>
                  <a:pt x="83493" y="84832"/>
                </a:lnTo>
                <a:close/>
                <a:moveTo>
                  <a:pt x="83493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A16A16-FB1B-4026-8DC3-632CAEAB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277" y="646221"/>
            <a:ext cx="131266" cy="178147"/>
          </a:xfrm>
          <a:custGeom xmlns:a="http://schemas.openxmlformats.org/drawingml/2006/main">
            <a:pathLst>
              <a:path w="131266" h="178147">
                <a:moveTo>
                  <a:pt x="37951" y="165646"/>
                </a:moveTo>
                <a:cubicBezTo>
                  <a:pt x="22324" y="165646"/>
                  <a:pt x="22324" y="150912"/>
                  <a:pt x="22324" y="146447"/>
                </a:cubicBezTo>
                <a:cubicBezTo>
                  <a:pt x="22324" y="123230"/>
                  <a:pt x="46434" y="67866"/>
                  <a:pt x="75009" y="67866"/>
                </a:cubicBezTo>
                <a:cubicBezTo>
                  <a:pt x="87064" y="67866"/>
                  <a:pt x="87064" y="79028"/>
                  <a:pt x="87064" y="85279"/>
                </a:cubicBezTo>
                <a:cubicBezTo>
                  <a:pt x="87064" y="116979"/>
                  <a:pt x="62061" y="165646"/>
                  <a:pt x="37951" y="165646"/>
                </a:cubicBezTo>
                <a:close/>
                <a:moveTo>
                  <a:pt x="114746" y="146447"/>
                </a:moveTo>
                <a:cubicBezTo>
                  <a:pt x="104031" y="158948"/>
                  <a:pt x="98673" y="164753"/>
                  <a:pt x="93762" y="164753"/>
                </a:cubicBezTo>
                <a:cubicBezTo>
                  <a:pt x="91083" y="164753"/>
                  <a:pt x="88850" y="162967"/>
                  <a:pt x="88850" y="158948"/>
                </a:cubicBezTo>
                <a:cubicBezTo>
                  <a:pt x="88850" y="154930"/>
                  <a:pt x="120104" y="45988"/>
                  <a:pt x="131266" y="1339"/>
                </a:cubicBezTo>
                <a:lnTo>
                  <a:pt x="129927" y="0"/>
                </a:lnTo>
                <a:cubicBezTo>
                  <a:pt x="116532" y="2679"/>
                  <a:pt x="103584" y="4465"/>
                  <a:pt x="90636" y="5804"/>
                </a:cubicBezTo>
                <a:lnTo>
                  <a:pt x="90636" y="10269"/>
                </a:lnTo>
                <a:cubicBezTo>
                  <a:pt x="104477" y="10269"/>
                  <a:pt x="106263" y="11609"/>
                  <a:pt x="106263" y="17859"/>
                </a:cubicBezTo>
                <a:cubicBezTo>
                  <a:pt x="106263" y="21431"/>
                  <a:pt x="104477" y="27682"/>
                  <a:pt x="102691" y="34826"/>
                </a:cubicBezTo>
                <a:lnTo>
                  <a:pt x="91529" y="75456"/>
                </a:lnTo>
                <a:lnTo>
                  <a:pt x="91083" y="75902"/>
                </a:lnTo>
                <a:cubicBezTo>
                  <a:pt x="90190" y="70545"/>
                  <a:pt x="88404" y="62061"/>
                  <a:pt x="73670" y="62061"/>
                </a:cubicBezTo>
                <a:cubicBezTo>
                  <a:pt x="43309" y="62061"/>
                  <a:pt x="0" y="108942"/>
                  <a:pt x="0" y="147786"/>
                </a:cubicBezTo>
                <a:cubicBezTo>
                  <a:pt x="0" y="160734"/>
                  <a:pt x="5358" y="177701"/>
                  <a:pt x="26343" y="177701"/>
                </a:cubicBezTo>
                <a:cubicBezTo>
                  <a:pt x="39291" y="177701"/>
                  <a:pt x="53578" y="173682"/>
                  <a:pt x="71884" y="145107"/>
                </a:cubicBezTo>
                <a:lnTo>
                  <a:pt x="72777" y="146000"/>
                </a:lnTo>
                <a:cubicBezTo>
                  <a:pt x="70545" y="154930"/>
                  <a:pt x="69652" y="160734"/>
                  <a:pt x="69652" y="166539"/>
                </a:cubicBezTo>
                <a:cubicBezTo>
                  <a:pt x="69652" y="171896"/>
                  <a:pt x="71438" y="178147"/>
                  <a:pt x="81707" y="178147"/>
                </a:cubicBezTo>
                <a:cubicBezTo>
                  <a:pt x="90190" y="178147"/>
                  <a:pt x="106710" y="166092"/>
                  <a:pt x="117872" y="149126"/>
                </a:cubicBezTo>
                <a:lnTo>
                  <a:pt x="114746" y="146447"/>
                </a:lnTo>
                <a:close/>
                <a:moveTo>
                  <a:pt x="114746" y="146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035052-0084-427D-9131-1E2F957C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040" y="935608"/>
            <a:ext cx="89743" cy="116532"/>
          </a:xfrm>
          <a:custGeom xmlns:a="http://schemas.openxmlformats.org/drawingml/2006/main">
            <a:pathLst>
              <a:path w="89743" h="116532">
                <a:moveTo>
                  <a:pt x="5358" y="75902"/>
                </a:moveTo>
                <a:lnTo>
                  <a:pt x="0" y="116532"/>
                </a:lnTo>
                <a:lnTo>
                  <a:pt x="4018" y="116532"/>
                </a:lnTo>
                <a:cubicBezTo>
                  <a:pt x="5804" y="113854"/>
                  <a:pt x="6697" y="111175"/>
                  <a:pt x="10269" y="111175"/>
                </a:cubicBezTo>
                <a:cubicBezTo>
                  <a:pt x="17859" y="111175"/>
                  <a:pt x="28129" y="116086"/>
                  <a:pt x="35719" y="116086"/>
                </a:cubicBezTo>
                <a:cubicBezTo>
                  <a:pt x="50006" y="116086"/>
                  <a:pt x="73670" y="109835"/>
                  <a:pt x="73670" y="81707"/>
                </a:cubicBezTo>
                <a:cubicBezTo>
                  <a:pt x="73670" y="60275"/>
                  <a:pt x="42416" y="37505"/>
                  <a:pt x="42416" y="20985"/>
                </a:cubicBezTo>
                <a:cubicBezTo>
                  <a:pt x="42416" y="8483"/>
                  <a:pt x="50899" y="6251"/>
                  <a:pt x="56257" y="6251"/>
                </a:cubicBezTo>
                <a:cubicBezTo>
                  <a:pt x="73223" y="6251"/>
                  <a:pt x="79474" y="20985"/>
                  <a:pt x="80367" y="35719"/>
                </a:cubicBezTo>
                <a:lnTo>
                  <a:pt x="84832" y="35719"/>
                </a:lnTo>
                <a:lnTo>
                  <a:pt x="89743" y="0"/>
                </a:lnTo>
                <a:lnTo>
                  <a:pt x="86171" y="0"/>
                </a:lnTo>
                <a:cubicBezTo>
                  <a:pt x="84832" y="2232"/>
                  <a:pt x="83493" y="4911"/>
                  <a:pt x="79028" y="4911"/>
                </a:cubicBezTo>
                <a:cubicBezTo>
                  <a:pt x="71438" y="4911"/>
                  <a:pt x="66080" y="446"/>
                  <a:pt x="54471" y="446"/>
                </a:cubicBezTo>
                <a:cubicBezTo>
                  <a:pt x="27682" y="446"/>
                  <a:pt x="24110" y="20985"/>
                  <a:pt x="24110" y="29021"/>
                </a:cubicBezTo>
                <a:cubicBezTo>
                  <a:pt x="24110" y="48667"/>
                  <a:pt x="54471" y="73223"/>
                  <a:pt x="54471" y="90190"/>
                </a:cubicBezTo>
                <a:cubicBezTo>
                  <a:pt x="54471" y="98673"/>
                  <a:pt x="50453" y="110728"/>
                  <a:pt x="36165" y="110728"/>
                </a:cubicBezTo>
                <a:cubicBezTo>
                  <a:pt x="15180" y="110728"/>
                  <a:pt x="11162" y="87064"/>
                  <a:pt x="9376" y="75902"/>
                </a:cubicBezTo>
                <a:lnTo>
                  <a:pt x="5358" y="75902"/>
                </a:lnTo>
                <a:close/>
                <a:moveTo>
                  <a:pt x="5358" y="759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EEE572-8043-4425-A1E1-9E131CB4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8" y="936055"/>
            <a:ext cx="113407" cy="115639"/>
          </a:xfrm>
          <a:custGeom xmlns:a="http://schemas.openxmlformats.org/drawingml/2006/main">
            <a:pathLst>
              <a:path w="113407" h="115639">
                <a:moveTo>
                  <a:pt x="75456" y="0"/>
                </a:moveTo>
                <a:cubicBezTo>
                  <a:pt x="37951" y="0"/>
                  <a:pt x="0" y="41077"/>
                  <a:pt x="0" y="79028"/>
                </a:cubicBezTo>
                <a:cubicBezTo>
                  <a:pt x="0" y="100012"/>
                  <a:pt x="11609" y="115639"/>
                  <a:pt x="38844" y="115639"/>
                </a:cubicBezTo>
                <a:cubicBezTo>
                  <a:pt x="78135" y="115639"/>
                  <a:pt x="113407" y="69205"/>
                  <a:pt x="113407" y="37951"/>
                </a:cubicBezTo>
                <a:cubicBezTo>
                  <a:pt x="113407" y="20985"/>
                  <a:pt x="105370" y="0"/>
                  <a:pt x="75456" y="0"/>
                </a:cubicBezTo>
                <a:close/>
                <a:moveTo>
                  <a:pt x="73670" y="5358"/>
                </a:moveTo>
                <a:cubicBezTo>
                  <a:pt x="86171" y="5358"/>
                  <a:pt x="91529" y="16520"/>
                  <a:pt x="91529" y="29914"/>
                </a:cubicBezTo>
                <a:cubicBezTo>
                  <a:pt x="91529" y="57150"/>
                  <a:pt x="71438" y="110282"/>
                  <a:pt x="42416" y="110282"/>
                </a:cubicBezTo>
                <a:cubicBezTo>
                  <a:pt x="29468" y="110282"/>
                  <a:pt x="21878" y="101352"/>
                  <a:pt x="21878" y="86618"/>
                </a:cubicBezTo>
                <a:cubicBezTo>
                  <a:pt x="21878" y="56257"/>
                  <a:pt x="45095" y="5358"/>
                  <a:pt x="73670" y="5358"/>
                </a:cubicBezTo>
                <a:close/>
                <a:moveTo>
                  <a:pt x="73670" y="53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64577B-2B5B-451D-896D-85733DC2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38" y="936055"/>
            <a:ext cx="111175" cy="115639"/>
          </a:xfrm>
          <a:custGeom xmlns:a="http://schemas.openxmlformats.org/drawingml/2006/main">
            <a:pathLst>
              <a:path w="111175" h="115639">
                <a:moveTo>
                  <a:pt x="107603" y="83046"/>
                </a:moveTo>
                <a:cubicBezTo>
                  <a:pt x="98673" y="94208"/>
                  <a:pt x="91083" y="103138"/>
                  <a:pt x="86618" y="103138"/>
                </a:cubicBezTo>
                <a:cubicBezTo>
                  <a:pt x="83493" y="103138"/>
                  <a:pt x="83493" y="100459"/>
                  <a:pt x="83493" y="99120"/>
                </a:cubicBezTo>
                <a:cubicBezTo>
                  <a:pt x="83493" y="95101"/>
                  <a:pt x="86618" y="83939"/>
                  <a:pt x="88404" y="79028"/>
                </a:cubicBezTo>
                <a:lnTo>
                  <a:pt x="108496" y="2232"/>
                </a:lnTo>
                <a:lnTo>
                  <a:pt x="89297" y="2232"/>
                </a:lnTo>
                <a:cubicBezTo>
                  <a:pt x="79474" y="29468"/>
                  <a:pt x="73670" y="45988"/>
                  <a:pt x="61168" y="64740"/>
                </a:cubicBezTo>
                <a:cubicBezTo>
                  <a:pt x="52685" y="78135"/>
                  <a:pt x="36612" y="102245"/>
                  <a:pt x="25450" y="102245"/>
                </a:cubicBezTo>
                <a:cubicBezTo>
                  <a:pt x="20985" y="102245"/>
                  <a:pt x="19645" y="98673"/>
                  <a:pt x="19645" y="95994"/>
                </a:cubicBezTo>
                <a:cubicBezTo>
                  <a:pt x="19645" y="95101"/>
                  <a:pt x="19645" y="94208"/>
                  <a:pt x="20092" y="93315"/>
                </a:cubicBezTo>
                <a:lnTo>
                  <a:pt x="43309" y="446"/>
                </a:lnTo>
                <a:lnTo>
                  <a:pt x="42416" y="0"/>
                </a:lnTo>
                <a:cubicBezTo>
                  <a:pt x="29914" y="3125"/>
                  <a:pt x="16966" y="5358"/>
                  <a:pt x="4018" y="6697"/>
                </a:cubicBezTo>
                <a:lnTo>
                  <a:pt x="4018" y="10269"/>
                </a:lnTo>
                <a:cubicBezTo>
                  <a:pt x="14734" y="10269"/>
                  <a:pt x="19645" y="10269"/>
                  <a:pt x="19645" y="17859"/>
                </a:cubicBezTo>
                <a:cubicBezTo>
                  <a:pt x="19645" y="25003"/>
                  <a:pt x="0" y="89297"/>
                  <a:pt x="0" y="100459"/>
                </a:cubicBezTo>
                <a:cubicBezTo>
                  <a:pt x="0" y="112068"/>
                  <a:pt x="4911" y="115639"/>
                  <a:pt x="14288" y="115639"/>
                </a:cubicBezTo>
                <a:cubicBezTo>
                  <a:pt x="37058" y="115639"/>
                  <a:pt x="56257" y="83939"/>
                  <a:pt x="73670" y="54918"/>
                </a:cubicBezTo>
                <a:lnTo>
                  <a:pt x="74563" y="54918"/>
                </a:lnTo>
                <a:cubicBezTo>
                  <a:pt x="68312" y="75902"/>
                  <a:pt x="63401" y="97334"/>
                  <a:pt x="63401" y="101798"/>
                </a:cubicBezTo>
                <a:cubicBezTo>
                  <a:pt x="63401" y="105817"/>
                  <a:pt x="63847" y="115193"/>
                  <a:pt x="75456" y="115193"/>
                </a:cubicBezTo>
                <a:cubicBezTo>
                  <a:pt x="88404" y="115193"/>
                  <a:pt x="94655" y="108496"/>
                  <a:pt x="111175" y="85279"/>
                </a:cubicBezTo>
                <a:lnTo>
                  <a:pt x="107603" y="83046"/>
                </a:lnTo>
                <a:close/>
                <a:moveTo>
                  <a:pt x="107603" y="830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D0E145-76F8-4EF5-8C20-2B77825F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553" y="936055"/>
            <a:ext cx="93762" cy="112961"/>
          </a:xfrm>
          <a:custGeom xmlns:a="http://schemas.openxmlformats.org/drawingml/2006/main">
            <a:pathLst>
              <a:path w="93762" h="112961">
                <a:moveTo>
                  <a:pt x="19199" y="112961"/>
                </a:moveTo>
                <a:cubicBezTo>
                  <a:pt x="29914" y="79028"/>
                  <a:pt x="33486" y="67419"/>
                  <a:pt x="43309" y="48667"/>
                </a:cubicBezTo>
                <a:cubicBezTo>
                  <a:pt x="45095" y="45095"/>
                  <a:pt x="60722" y="16520"/>
                  <a:pt x="68759" y="16520"/>
                </a:cubicBezTo>
                <a:cubicBezTo>
                  <a:pt x="74563" y="16520"/>
                  <a:pt x="70991" y="25896"/>
                  <a:pt x="82153" y="25896"/>
                </a:cubicBezTo>
                <a:cubicBezTo>
                  <a:pt x="84832" y="25896"/>
                  <a:pt x="93762" y="25896"/>
                  <a:pt x="93762" y="12502"/>
                </a:cubicBezTo>
                <a:cubicBezTo>
                  <a:pt x="93762" y="3572"/>
                  <a:pt x="87511" y="0"/>
                  <a:pt x="81707" y="0"/>
                </a:cubicBezTo>
                <a:cubicBezTo>
                  <a:pt x="65633" y="0"/>
                  <a:pt x="45988" y="29914"/>
                  <a:pt x="37505" y="46881"/>
                </a:cubicBezTo>
                <a:lnTo>
                  <a:pt x="35719" y="51792"/>
                </a:lnTo>
                <a:lnTo>
                  <a:pt x="34826" y="51346"/>
                </a:lnTo>
                <a:lnTo>
                  <a:pt x="47774" y="446"/>
                </a:lnTo>
                <a:lnTo>
                  <a:pt x="46881" y="0"/>
                </a:lnTo>
                <a:cubicBezTo>
                  <a:pt x="35272" y="1786"/>
                  <a:pt x="20092" y="4911"/>
                  <a:pt x="7144" y="6697"/>
                </a:cubicBezTo>
                <a:lnTo>
                  <a:pt x="7144" y="11162"/>
                </a:lnTo>
                <a:cubicBezTo>
                  <a:pt x="9823" y="10716"/>
                  <a:pt x="12948" y="9823"/>
                  <a:pt x="15627" y="9823"/>
                </a:cubicBezTo>
                <a:cubicBezTo>
                  <a:pt x="23664" y="9823"/>
                  <a:pt x="25003" y="13841"/>
                  <a:pt x="25003" y="17413"/>
                </a:cubicBezTo>
                <a:cubicBezTo>
                  <a:pt x="25003" y="20092"/>
                  <a:pt x="23217" y="28575"/>
                  <a:pt x="20538" y="37951"/>
                </a:cubicBezTo>
                <a:lnTo>
                  <a:pt x="0" y="112961"/>
                </a:lnTo>
                <a:lnTo>
                  <a:pt x="19199" y="112961"/>
                </a:lnTo>
                <a:close/>
                <a:moveTo>
                  <a:pt x="19199" y="112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9B96C8-ED88-43AD-9AAF-77F90714A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733" y="936055"/>
            <a:ext cx="101352" cy="115639"/>
          </a:xfrm>
          <a:custGeom xmlns:a="http://schemas.openxmlformats.org/drawingml/2006/main">
            <a:pathLst>
              <a:path w="101352" h="115639">
                <a:moveTo>
                  <a:pt x="82153" y="85725"/>
                </a:moveTo>
                <a:cubicBezTo>
                  <a:pt x="72777" y="95994"/>
                  <a:pt x="60722" y="106710"/>
                  <a:pt x="45541" y="106710"/>
                </a:cubicBezTo>
                <a:cubicBezTo>
                  <a:pt x="29914" y="106710"/>
                  <a:pt x="22324" y="95101"/>
                  <a:pt x="22324" y="75456"/>
                </a:cubicBezTo>
                <a:cubicBezTo>
                  <a:pt x="22324" y="50899"/>
                  <a:pt x="39737" y="5358"/>
                  <a:pt x="73223" y="5358"/>
                </a:cubicBezTo>
                <a:cubicBezTo>
                  <a:pt x="77688" y="5358"/>
                  <a:pt x="83046" y="6697"/>
                  <a:pt x="83046" y="10269"/>
                </a:cubicBezTo>
                <a:cubicBezTo>
                  <a:pt x="83046" y="14734"/>
                  <a:pt x="79028" y="16520"/>
                  <a:pt x="79028" y="23217"/>
                </a:cubicBezTo>
                <a:cubicBezTo>
                  <a:pt x="79028" y="29021"/>
                  <a:pt x="83046" y="32593"/>
                  <a:pt x="89297" y="32593"/>
                </a:cubicBezTo>
                <a:cubicBezTo>
                  <a:pt x="95548" y="32593"/>
                  <a:pt x="101352" y="27682"/>
                  <a:pt x="101352" y="20538"/>
                </a:cubicBezTo>
                <a:cubicBezTo>
                  <a:pt x="101352" y="12948"/>
                  <a:pt x="95101" y="0"/>
                  <a:pt x="73223" y="0"/>
                </a:cubicBezTo>
                <a:cubicBezTo>
                  <a:pt x="35272" y="0"/>
                  <a:pt x="0" y="39291"/>
                  <a:pt x="0" y="75456"/>
                </a:cubicBezTo>
                <a:cubicBezTo>
                  <a:pt x="0" y="109389"/>
                  <a:pt x="21431" y="115639"/>
                  <a:pt x="37951" y="115639"/>
                </a:cubicBezTo>
                <a:cubicBezTo>
                  <a:pt x="64740" y="115639"/>
                  <a:pt x="79921" y="96441"/>
                  <a:pt x="86171" y="88404"/>
                </a:cubicBezTo>
                <a:lnTo>
                  <a:pt x="82153" y="85725"/>
                </a:lnTo>
                <a:close/>
                <a:moveTo>
                  <a:pt x="82153" y="857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95F4EE-99BF-401F-A427-244732A6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951" y="936055"/>
            <a:ext cx="97334" cy="115639"/>
          </a:xfrm>
          <a:custGeom xmlns:a="http://schemas.openxmlformats.org/drawingml/2006/main">
            <a:pathLst>
              <a:path w="97334" h="115639">
                <a:moveTo>
                  <a:pt x="30807" y="48220"/>
                </a:moveTo>
                <a:cubicBezTo>
                  <a:pt x="40184" y="25450"/>
                  <a:pt x="58043" y="5804"/>
                  <a:pt x="71884" y="5804"/>
                </a:cubicBezTo>
                <a:cubicBezTo>
                  <a:pt x="78135" y="5804"/>
                  <a:pt x="80814" y="10716"/>
                  <a:pt x="80814" y="16073"/>
                </a:cubicBezTo>
                <a:cubicBezTo>
                  <a:pt x="80814" y="18306"/>
                  <a:pt x="79474" y="48667"/>
                  <a:pt x="26343" y="59829"/>
                </a:cubicBezTo>
                <a:lnTo>
                  <a:pt x="30807" y="48220"/>
                </a:lnTo>
                <a:close/>
                <a:moveTo>
                  <a:pt x="83493" y="84832"/>
                </a:moveTo>
                <a:cubicBezTo>
                  <a:pt x="70991" y="95548"/>
                  <a:pt x="60275" y="104031"/>
                  <a:pt x="46434" y="104031"/>
                </a:cubicBezTo>
                <a:cubicBezTo>
                  <a:pt x="35719" y="104031"/>
                  <a:pt x="22324" y="98227"/>
                  <a:pt x="22324" y="80814"/>
                </a:cubicBezTo>
                <a:cubicBezTo>
                  <a:pt x="22324" y="75902"/>
                  <a:pt x="23664" y="70545"/>
                  <a:pt x="24557" y="65187"/>
                </a:cubicBezTo>
                <a:lnTo>
                  <a:pt x="32147" y="64294"/>
                </a:lnTo>
                <a:cubicBezTo>
                  <a:pt x="73670" y="58489"/>
                  <a:pt x="97334" y="37505"/>
                  <a:pt x="97334" y="17413"/>
                </a:cubicBezTo>
                <a:cubicBezTo>
                  <a:pt x="97334" y="6251"/>
                  <a:pt x="89743" y="0"/>
                  <a:pt x="76349" y="0"/>
                </a:cubicBezTo>
                <a:cubicBezTo>
                  <a:pt x="40184" y="0"/>
                  <a:pt x="0" y="42862"/>
                  <a:pt x="0" y="79474"/>
                </a:cubicBezTo>
                <a:cubicBezTo>
                  <a:pt x="0" y="95994"/>
                  <a:pt x="8037" y="115639"/>
                  <a:pt x="34826" y="115639"/>
                </a:cubicBezTo>
                <a:cubicBezTo>
                  <a:pt x="60722" y="115639"/>
                  <a:pt x="83939" y="92422"/>
                  <a:pt x="86618" y="87957"/>
                </a:cubicBezTo>
                <a:lnTo>
                  <a:pt x="83493" y="84832"/>
                </a:lnTo>
                <a:close/>
                <a:moveTo>
                  <a:pt x="83493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CF452E-68F8-48D5-85A9-134F6223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7061" y="1873895"/>
            <a:ext cx="303833" cy="106040"/>
          </a:xfrm>
          <a:custGeom xmlns:a="http://schemas.openxmlformats.org/drawingml/2006/main">
            <a:pathLst>
              <a:path w="303833" h="106040" fill="none">
                <a:moveTo>
                  <a:pt x="303833" y="0"/>
                </a:moveTo>
                <a:lnTo>
                  <a:pt x="0" y="10604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108A16-E434-4995-80C2-0D2C5FA4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3039" y="1374502"/>
            <a:ext cx="188640" cy="189644"/>
          </a:xfrm>
          <a:custGeom xmlns:a="http://schemas.openxmlformats.org/drawingml/2006/main">
            <a:pathLst>
              <a:path w="188640" h="189644" fill="none">
                <a:moveTo>
                  <a:pt x="188640" y="18964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569356-A658-48CF-A5DE-F28A67562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05" y="2602650"/>
            <a:ext cx="60722" cy="177701"/>
          </a:xfrm>
          <a:custGeom xmlns:a="http://schemas.openxmlformats.org/drawingml/2006/main">
            <a:pathLst>
              <a:path w="60722" h="177701">
                <a:moveTo>
                  <a:pt x="47774" y="143321"/>
                </a:moveTo>
                <a:cubicBezTo>
                  <a:pt x="35272" y="159841"/>
                  <a:pt x="29914" y="166985"/>
                  <a:pt x="23217" y="166985"/>
                </a:cubicBezTo>
                <a:cubicBezTo>
                  <a:pt x="19645" y="166985"/>
                  <a:pt x="19645" y="163413"/>
                  <a:pt x="19645" y="161627"/>
                </a:cubicBezTo>
                <a:cubicBezTo>
                  <a:pt x="19645" y="158948"/>
                  <a:pt x="21431" y="151805"/>
                  <a:pt x="21878" y="149572"/>
                </a:cubicBezTo>
                <a:lnTo>
                  <a:pt x="60722" y="1339"/>
                </a:lnTo>
                <a:lnTo>
                  <a:pt x="59382" y="0"/>
                </a:lnTo>
                <a:cubicBezTo>
                  <a:pt x="45988" y="3125"/>
                  <a:pt x="33040" y="5358"/>
                  <a:pt x="19645" y="6697"/>
                </a:cubicBezTo>
                <a:lnTo>
                  <a:pt x="19645" y="11162"/>
                </a:lnTo>
                <a:lnTo>
                  <a:pt x="23217" y="11162"/>
                </a:lnTo>
                <a:cubicBezTo>
                  <a:pt x="29468" y="11162"/>
                  <a:pt x="37058" y="11609"/>
                  <a:pt x="37058" y="17413"/>
                </a:cubicBezTo>
                <a:cubicBezTo>
                  <a:pt x="37058" y="22771"/>
                  <a:pt x="0" y="156716"/>
                  <a:pt x="0" y="162074"/>
                </a:cubicBezTo>
                <a:cubicBezTo>
                  <a:pt x="0" y="169218"/>
                  <a:pt x="893" y="177701"/>
                  <a:pt x="12055" y="177701"/>
                </a:cubicBezTo>
                <a:cubicBezTo>
                  <a:pt x="28129" y="177701"/>
                  <a:pt x="37951" y="165646"/>
                  <a:pt x="50899" y="146000"/>
                </a:cubicBezTo>
                <a:lnTo>
                  <a:pt x="47774" y="143321"/>
                </a:lnTo>
                <a:close/>
                <a:moveTo>
                  <a:pt x="47774" y="143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E6DB8-C18B-4B66-A85E-15C74436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427" y="2610240"/>
            <a:ext cx="55364" cy="170111"/>
          </a:xfrm>
          <a:custGeom xmlns:a="http://schemas.openxmlformats.org/drawingml/2006/main">
            <a:pathLst>
              <a:path w="55364" h="170111">
                <a:moveTo>
                  <a:pt x="44202" y="138410"/>
                </a:moveTo>
                <a:cubicBezTo>
                  <a:pt x="33933" y="153144"/>
                  <a:pt x="26343" y="158055"/>
                  <a:pt x="23217" y="158055"/>
                </a:cubicBezTo>
                <a:cubicBezTo>
                  <a:pt x="20985" y="158055"/>
                  <a:pt x="19199" y="156270"/>
                  <a:pt x="19199" y="154484"/>
                </a:cubicBezTo>
                <a:cubicBezTo>
                  <a:pt x="19199" y="151358"/>
                  <a:pt x="22324" y="141089"/>
                  <a:pt x="23217" y="137517"/>
                </a:cubicBezTo>
                <a:lnTo>
                  <a:pt x="45988" y="54918"/>
                </a:lnTo>
                <a:lnTo>
                  <a:pt x="45095" y="54471"/>
                </a:lnTo>
                <a:cubicBezTo>
                  <a:pt x="35272" y="56257"/>
                  <a:pt x="13841" y="60275"/>
                  <a:pt x="4018" y="60722"/>
                </a:cubicBezTo>
                <a:lnTo>
                  <a:pt x="4018" y="64740"/>
                </a:lnTo>
                <a:cubicBezTo>
                  <a:pt x="18306" y="64740"/>
                  <a:pt x="20092" y="66080"/>
                  <a:pt x="20092" y="71438"/>
                </a:cubicBezTo>
                <a:cubicBezTo>
                  <a:pt x="20092" y="78581"/>
                  <a:pt x="0" y="142429"/>
                  <a:pt x="0" y="154484"/>
                </a:cubicBezTo>
                <a:cubicBezTo>
                  <a:pt x="0" y="158948"/>
                  <a:pt x="0" y="170111"/>
                  <a:pt x="12055" y="170111"/>
                </a:cubicBezTo>
                <a:cubicBezTo>
                  <a:pt x="26343" y="170111"/>
                  <a:pt x="37951" y="156270"/>
                  <a:pt x="47774" y="141089"/>
                </a:cubicBezTo>
                <a:lnTo>
                  <a:pt x="44202" y="138410"/>
                </a:lnTo>
                <a:close/>
                <a:moveTo>
                  <a:pt x="55364" y="13841"/>
                </a:moveTo>
                <a:cubicBezTo>
                  <a:pt x="55364" y="8483"/>
                  <a:pt x="50899" y="0"/>
                  <a:pt x="42416" y="0"/>
                </a:cubicBezTo>
                <a:cubicBezTo>
                  <a:pt x="36165" y="0"/>
                  <a:pt x="30361" y="4911"/>
                  <a:pt x="30361" y="13841"/>
                </a:cubicBezTo>
                <a:cubicBezTo>
                  <a:pt x="30361" y="22771"/>
                  <a:pt x="36165" y="26789"/>
                  <a:pt x="42416" y="26789"/>
                </a:cubicBezTo>
                <a:cubicBezTo>
                  <a:pt x="50899" y="26789"/>
                  <a:pt x="55364" y="19199"/>
                  <a:pt x="55364" y="13841"/>
                </a:cubicBezTo>
                <a:close/>
                <a:moveTo>
                  <a:pt x="55364" y="13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8BD45-2FD9-4506-9919-C6EBF428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80" y="2602650"/>
            <a:ext cx="131266" cy="178147"/>
          </a:xfrm>
          <a:custGeom xmlns:a="http://schemas.openxmlformats.org/drawingml/2006/main">
            <a:pathLst>
              <a:path w="131266" h="178147">
                <a:moveTo>
                  <a:pt x="37951" y="165646"/>
                </a:moveTo>
                <a:cubicBezTo>
                  <a:pt x="22324" y="165646"/>
                  <a:pt x="22324" y="150912"/>
                  <a:pt x="22324" y="146447"/>
                </a:cubicBezTo>
                <a:cubicBezTo>
                  <a:pt x="22324" y="123230"/>
                  <a:pt x="46434" y="67866"/>
                  <a:pt x="75009" y="67866"/>
                </a:cubicBezTo>
                <a:cubicBezTo>
                  <a:pt x="87064" y="67866"/>
                  <a:pt x="87064" y="79028"/>
                  <a:pt x="87064" y="85279"/>
                </a:cubicBezTo>
                <a:cubicBezTo>
                  <a:pt x="87064" y="116979"/>
                  <a:pt x="62061" y="165646"/>
                  <a:pt x="37951" y="165646"/>
                </a:cubicBezTo>
                <a:close/>
                <a:moveTo>
                  <a:pt x="114746" y="146447"/>
                </a:moveTo>
                <a:cubicBezTo>
                  <a:pt x="104031" y="158948"/>
                  <a:pt x="98673" y="164753"/>
                  <a:pt x="93762" y="164753"/>
                </a:cubicBezTo>
                <a:cubicBezTo>
                  <a:pt x="91083" y="164753"/>
                  <a:pt x="88850" y="162967"/>
                  <a:pt x="88850" y="158948"/>
                </a:cubicBezTo>
                <a:cubicBezTo>
                  <a:pt x="88850" y="154930"/>
                  <a:pt x="120104" y="45988"/>
                  <a:pt x="131266" y="1339"/>
                </a:cubicBezTo>
                <a:lnTo>
                  <a:pt x="129927" y="0"/>
                </a:lnTo>
                <a:cubicBezTo>
                  <a:pt x="116532" y="2679"/>
                  <a:pt x="103584" y="4465"/>
                  <a:pt x="90636" y="5804"/>
                </a:cubicBezTo>
                <a:lnTo>
                  <a:pt x="90636" y="10269"/>
                </a:lnTo>
                <a:cubicBezTo>
                  <a:pt x="104477" y="10269"/>
                  <a:pt x="106263" y="11609"/>
                  <a:pt x="106263" y="17859"/>
                </a:cubicBezTo>
                <a:cubicBezTo>
                  <a:pt x="106263" y="21431"/>
                  <a:pt x="104477" y="27682"/>
                  <a:pt x="102691" y="34826"/>
                </a:cubicBezTo>
                <a:lnTo>
                  <a:pt x="91529" y="75456"/>
                </a:lnTo>
                <a:lnTo>
                  <a:pt x="91083" y="75902"/>
                </a:lnTo>
                <a:cubicBezTo>
                  <a:pt x="90190" y="70545"/>
                  <a:pt x="88404" y="62061"/>
                  <a:pt x="73670" y="62061"/>
                </a:cubicBezTo>
                <a:cubicBezTo>
                  <a:pt x="43309" y="62061"/>
                  <a:pt x="0" y="108942"/>
                  <a:pt x="0" y="147786"/>
                </a:cubicBezTo>
                <a:cubicBezTo>
                  <a:pt x="0" y="160734"/>
                  <a:pt x="5358" y="177701"/>
                  <a:pt x="26343" y="177701"/>
                </a:cubicBezTo>
                <a:cubicBezTo>
                  <a:pt x="39291" y="177701"/>
                  <a:pt x="53578" y="173682"/>
                  <a:pt x="71884" y="145107"/>
                </a:cubicBezTo>
                <a:lnTo>
                  <a:pt x="72777" y="146000"/>
                </a:lnTo>
                <a:cubicBezTo>
                  <a:pt x="70545" y="154930"/>
                  <a:pt x="69652" y="160734"/>
                  <a:pt x="69652" y="166539"/>
                </a:cubicBezTo>
                <a:cubicBezTo>
                  <a:pt x="69652" y="171896"/>
                  <a:pt x="71437" y="178147"/>
                  <a:pt x="81707" y="178147"/>
                </a:cubicBezTo>
                <a:cubicBezTo>
                  <a:pt x="90190" y="178147"/>
                  <a:pt x="106710" y="166092"/>
                  <a:pt x="117872" y="149126"/>
                </a:cubicBezTo>
                <a:lnTo>
                  <a:pt x="114746" y="146447"/>
                </a:lnTo>
                <a:close/>
                <a:moveTo>
                  <a:pt x="114746" y="146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6E30E-446D-403D-861F-8D8AAC92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48" y="2664711"/>
            <a:ext cx="117425" cy="115639"/>
          </a:xfrm>
          <a:custGeom xmlns:a="http://schemas.openxmlformats.org/drawingml/2006/main">
            <a:pathLst>
              <a:path w="117425" h="115639">
                <a:moveTo>
                  <a:pt x="114300" y="84832"/>
                </a:moveTo>
                <a:cubicBezTo>
                  <a:pt x="103138" y="95994"/>
                  <a:pt x="97780" y="102245"/>
                  <a:pt x="93762" y="102245"/>
                </a:cubicBezTo>
                <a:cubicBezTo>
                  <a:pt x="91976" y="102245"/>
                  <a:pt x="90190" y="100905"/>
                  <a:pt x="90190" y="99120"/>
                </a:cubicBezTo>
                <a:cubicBezTo>
                  <a:pt x="90190" y="91083"/>
                  <a:pt x="113854" y="3572"/>
                  <a:pt x="114746" y="893"/>
                </a:cubicBezTo>
                <a:lnTo>
                  <a:pt x="112961" y="0"/>
                </a:lnTo>
                <a:lnTo>
                  <a:pt x="97334" y="1786"/>
                </a:lnTo>
                <a:lnTo>
                  <a:pt x="96441" y="2679"/>
                </a:lnTo>
                <a:lnTo>
                  <a:pt x="93762" y="13841"/>
                </a:lnTo>
                <a:lnTo>
                  <a:pt x="93315" y="13841"/>
                </a:lnTo>
                <a:cubicBezTo>
                  <a:pt x="92869" y="6697"/>
                  <a:pt x="84386" y="0"/>
                  <a:pt x="73223" y="0"/>
                </a:cubicBezTo>
                <a:cubicBezTo>
                  <a:pt x="39291" y="0"/>
                  <a:pt x="0" y="47774"/>
                  <a:pt x="0" y="85725"/>
                </a:cubicBezTo>
                <a:cubicBezTo>
                  <a:pt x="0" y="92869"/>
                  <a:pt x="446" y="115639"/>
                  <a:pt x="26343" y="115639"/>
                </a:cubicBezTo>
                <a:cubicBezTo>
                  <a:pt x="41523" y="115639"/>
                  <a:pt x="55364" y="108049"/>
                  <a:pt x="76349" y="76795"/>
                </a:cubicBezTo>
                <a:lnTo>
                  <a:pt x="77242" y="77242"/>
                </a:lnTo>
                <a:cubicBezTo>
                  <a:pt x="72777" y="92869"/>
                  <a:pt x="71438" y="98673"/>
                  <a:pt x="71438" y="104477"/>
                </a:cubicBezTo>
                <a:cubicBezTo>
                  <a:pt x="71438" y="108942"/>
                  <a:pt x="71438" y="115639"/>
                  <a:pt x="82600" y="115639"/>
                </a:cubicBezTo>
                <a:cubicBezTo>
                  <a:pt x="93315" y="115639"/>
                  <a:pt x="102245" y="106263"/>
                  <a:pt x="117425" y="87511"/>
                </a:cubicBezTo>
                <a:lnTo>
                  <a:pt x="114300" y="84832"/>
                </a:lnTo>
                <a:close/>
                <a:moveTo>
                  <a:pt x="21431" y="84832"/>
                </a:moveTo>
                <a:cubicBezTo>
                  <a:pt x="21431" y="62061"/>
                  <a:pt x="44648" y="5358"/>
                  <a:pt x="74563" y="5358"/>
                </a:cubicBezTo>
                <a:cubicBezTo>
                  <a:pt x="81707" y="5358"/>
                  <a:pt x="89297" y="10269"/>
                  <a:pt x="89297" y="22771"/>
                </a:cubicBezTo>
                <a:cubicBezTo>
                  <a:pt x="89297" y="47774"/>
                  <a:pt x="63847" y="103138"/>
                  <a:pt x="36612" y="103138"/>
                </a:cubicBezTo>
                <a:cubicBezTo>
                  <a:pt x="29914" y="103138"/>
                  <a:pt x="21431" y="98673"/>
                  <a:pt x="21431" y="84832"/>
                </a:cubicBezTo>
                <a:close/>
                <a:moveTo>
                  <a:pt x="21431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B948F5-7EB6-47EE-88DD-F5B400CC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014" y="2664711"/>
            <a:ext cx="93762" cy="112961"/>
          </a:xfrm>
          <a:custGeom xmlns:a="http://schemas.openxmlformats.org/drawingml/2006/main">
            <a:pathLst>
              <a:path w="93762" h="112961">
                <a:moveTo>
                  <a:pt x="19199" y="112961"/>
                </a:moveTo>
                <a:cubicBezTo>
                  <a:pt x="29914" y="79028"/>
                  <a:pt x="33486" y="67419"/>
                  <a:pt x="43309" y="48667"/>
                </a:cubicBezTo>
                <a:cubicBezTo>
                  <a:pt x="45095" y="45095"/>
                  <a:pt x="60722" y="16520"/>
                  <a:pt x="68759" y="16520"/>
                </a:cubicBezTo>
                <a:cubicBezTo>
                  <a:pt x="74563" y="16520"/>
                  <a:pt x="70991" y="25896"/>
                  <a:pt x="82153" y="25896"/>
                </a:cubicBezTo>
                <a:cubicBezTo>
                  <a:pt x="84832" y="25896"/>
                  <a:pt x="93762" y="25896"/>
                  <a:pt x="93762" y="12502"/>
                </a:cubicBezTo>
                <a:cubicBezTo>
                  <a:pt x="93762" y="3572"/>
                  <a:pt x="87511" y="0"/>
                  <a:pt x="81707" y="0"/>
                </a:cubicBezTo>
                <a:cubicBezTo>
                  <a:pt x="65633" y="0"/>
                  <a:pt x="45988" y="29914"/>
                  <a:pt x="37505" y="46881"/>
                </a:cubicBezTo>
                <a:lnTo>
                  <a:pt x="35719" y="51792"/>
                </a:lnTo>
                <a:lnTo>
                  <a:pt x="34826" y="51346"/>
                </a:lnTo>
                <a:lnTo>
                  <a:pt x="47774" y="446"/>
                </a:lnTo>
                <a:lnTo>
                  <a:pt x="46881" y="0"/>
                </a:lnTo>
                <a:cubicBezTo>
                  <a:pt x="35272" y="1786"/>
                  <a:pt x="20092" y="4911"/>
                  <a:pt x="7144" y="6697"/>
                </a:cubicBezTo>
                <a:lnTo>
                  <a:pt x="7144" y="11162"/>
                </a:lnTo>
                <a:cubicBezTo>
                  <a:pt x="9823" y="10716"/>
                  <a:pt x="12948" y="9823"/>
                  <a:pt x="15627" y="9823"/>
                </a:cubicBezTo>
                <a:cubicBezTo>
                  <a:pt x="23664" y="9823"/>
                  <a:pt x="25003" y="13841"/>
                  <a:pt x="25003" y="17413"/>
                </a:cubicBezTo>
                <a:cubicBezTo>
                  <a:pt x="25003" y="20092"/>
                  <a:pt x="23217" y="28575"/>
                  <a:pt x="20538" y="37951"/>
                </a:cubicBezTo>
                <a:lnTo>
                  <a:pt x="0" y="112961"/>
                </a:lnTo>
                <a:lnTo>
                  <a:pt x="19199" y="112961"/>
                </a:lnTo>
                <a:close/>
                <a:moveTo>
                  <a:pt x="19199" y="112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C008DD-D256-4A4C-B66C-6AEEDEC4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164" y="2664265"/>
            <a:ext cx="89743" cy="116532"/>
          </a:xfrm>
          <a:custGeom xmlns:a="http://schemas.openxmlformats.org/drawingml/2006/main">
            <a:pathLst>
              <a:path w="89743" h="116532">
                <a:moveTo>
                  <a:pt x="5358" y="75902"/>
                </a:moveTo>
                <a:lnTo>
                  <a:pt x="0" y="116532"/>
                </a:lnTo>
                <a:lnTo>
                  <a:pt x="4018" y="116532"/>
                </a:lnTo>
                <a:cubicBezTo>
                  <a:pt x="5804" y="113854"/>
                  <a:pt x="6697" y="111175"/>
                  <a:pt x="10269" y="111175"/>
                </a:cubicBezTo>
                <a:cubicBezTo>
                  <a:pt x="17859" y="111175"/>
                  <a:pt x="28129" y="116086"/>
                  <a:pt x="35719" y="116086"/>
                </a:cubicBezTo>
                <a:cubicBezTo>
                  <a:pt x="50006" y="116086"/>
                  <a:pt x="73670" y="109835"/>
                  <a:pt x="73670" y="81707"/>
                </a:cubicBezTo>
                <a:cubicBezTo>
                  <a:pt x="73670" y="60275"/>
                  <a:pt x="42416" y="37505"/>
                  <a:pt x="42416" y="20985"/>
                </a:cubicBezTo>
                <a:cubicBezTo>
                  <a:pt x="42416" y="8483"/>
                  <a:pt x="50899" y="6251"/>
                  <a:pt x="56257" y="6251"/>
                </a:cubicBezTo>
                <a:cubicBezTo>
                  <a:pt x="73223" y="6251"/>
                  <a:pt x="79474" y="20985"/>
                  <a:pt x="80367" y="35719"/>
                </a:cubicBezTo>
                <a:lnTo>
                  <a:pt x="84832" y="35719"/>
                </a:lnTo>
                <a:lnTo>
                  <a:pt x="89743" y="0"/>
                </a:lnTo>
                <a:lnTo>
                  <a:pt x="86171" y="0"/>
                </a:lnTo>
                <a:cubicBezTo>
                  <a:pt x="84832" y="2232"/>
                  <a:pt x="83493" y="4911"/>
                  <a:pt x="79028" y="4911"/>
                </a:cubicBezTo>
                <a:cubicBezTo>
                  <a:pt x="71438" y="4911"/>
                  <a:pt x="66080" y="446"/>
                  <a:pt x="54471" y="446"/>
                </a:cubicBezTo>
                <a:cubicBezTo>
                  <a:pt x="27682" y="446"/>
                  <a:pt x="24110" y="20985"/>
                  <a:pt x="24110" y="29021"/>
                </a:cubicBezTo>
                <a:cubicBezTo>
                  <a:pt x="24110" y="48667"/>
                  <a:pt x="54471" y="73223"/>
                  <a:pt x="54471" y="90190"/>
                </a:cubicBezTo>
                <a:cubicBezTo>
                  <a:pt x="54471" y="98673"/>
                  <a:pt x="50453" y="110728"/>
                  <a:pt x="36165" y="110728"/>
                </a:cubicBezTo>
                <a:cubicBezTo>
                  <a:pt x="15180" y="110728"/>
                  <a:pt x="11162" y="87064"/>
                  <a:pt x="9376" y="75902"/>
                </a:cubicBezTo>
                <a:lnTo>
                  <a:pt x="5358" y="75902"/>
                </a:lnTo>
                <a:close/>
                <a:moveTo>
                  <a:pt x="5358" y="759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5FE206-464E-4334-B13B-0B446992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61" y="2664711"/>
            <a:ext cx="97334" cy="115639"/>
          </a:xfrm>
          <a:custGeom xmlns:a="http://schemas.openxmlformats.org/drawingml/2006/main">
            <a:pathLst>
              <a:path w="97334" h="115639">
                <a:moveTo>
                  <a:pt x="30807" y="48220"/>
                </a:moveTo>
                <a:cubicBezTo>
                  <a:pt x="40184" y="25450"/>
                  <a:pt x="58043" y="5804"/>
                  <a:pt x="71884" y="5804"/>
                </a:cubicBezTo>
                <a:cubicBezTo>
                  <a:pt x="78135" y="5804"/>
                  <a:pt x="80814" y="10716"/>
                  <a:pt x="80814" y="16073"/>
                </a:cubicBezTo>
                <a:cubicBezTo>
                  <a:pt x="80814" y="18306"/>
                  <a:pt x="79474" y="48667"/>
                  <a:pt x="26343" y="59829"/>
                </a:cubicBezTo>
                <a:lnTo>
                  <a:pt x="30807" y="48220"/>
                </a:lnTo>
                <a:close/>
                <a:moveTo>
                  <a:pt x="83493" y="84832"/>
                </a:moveTo>
                <a:cubicBezTo>
                  <a:pt x="70991" y="95548"/>
                  <a:pt x="60275" y="104031"/>
                  <a:pt x="46434" y="104031"/>
                </a:cubicBezTo>
                <a:cubicBezTo>
                  <a:pt x="35719" y="104031"/>
                  <a:pt x="22324" y="98227"/>
                  <a:pt x="22324" y="80814"/>
                </a:cubicBezTo>
                <a:cubicBezTo>
                  <a:pt x="22324" y="75902"/>
                  <a:pt x="23664" y="70545"/>
                  <a:pt x="24557" y="65187"/>
                </a:cubicBezTo>
                <a:lnTo>
                  <a:pt x="32147" y="64294"/>
                </a:lnTo>
                <a:cubicBezTo>
                  <a:pt x="73670" y="58489"/>
                  <a:pt x="97334" y="37505"/>
                  <a:pt x="97334" y="17413"/>
                </a:cubicBezTo>
                <a:cubicBezTo>
                  <a:pt x="97334" y="6251"/>
                  <a:pt x="89743" y="0"/>
                  <a:pt x="76349" y="0"/>
                </a:cubicBezTo>
                <a:cubicBezTo>
                  <a:pt x="40184" y="0"/>
                  <a:pt x="0" y="42862"/>
                  <a:pt x="0" y="79474"/>
                </a:cubicBezTo>
                <a:cubicBezTo>
                  <a:pt x="0" y="95994"/>
                  <a:pt x="8037" y="115639"/>
                  <a:pt x="34826" y="115639"/>
                </a:cubicBezTo>
                <a:cubicBezTo>
                  <a:pt x="60722" y="115639"/>
                  <a:pt x="83939" y="92422"/>
                  <a:pt x="86618" y="87957"/>
                </a:cubicBezTo>
                <a:lnTo>
                  <a:pt x="83493" y="84832"/>
                </a:lnTo>
                <a:close/>
                <a:moveTo>
                  <a:pt x="83493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01FEA7-8A8B-4C71-BDFD-56845C81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168" y="2664711"/>
            <a:ext cx="117872" cy="115193"/>
          </a:xfrm>
          <a:custGeom xmlns:a="http://schemas.openxmlformats.org/drawingml/2006/main">
            <a:pathLst>
              <a:path w="117872" h="115193">
                <a:moveTo>
                  <a:pt x="114300" y="83046"/>
                </a:moveTo>
                <a:cubicBezTo>
                  <a:pt x="104924" y="95101"/>
                  <a:pt x="98227" y="103138"/>
                  <a:pt x="93315" y="103138"/>
                </a:cubicBezTo>
                <a:cubicBezTo>
                  <a:pt x="92869" y="103138"/>
                  <a:pt x="89297" y="102691"/>
                  <a:pt x="89297" y="98673"/>
                </a:cubicBezTo>
                <a:cubicBezTo>
                  <a:pt x="89297" y="91083"/>
                  <a:pt x="109835" y="27682"/>
                  <a:pt x="109835" y="16966"/>
                </a:cubicBezTo>
                <a:cubicBezTo>
                  <a:pt x="109835" y="6251"/>
                  <a:pt x="104031" y="0"/>
                  <a:pt x="91976" y="0"/>
                </a:cubicBezTo>
                <a:cubicBezTo>
                  <a:pt x="70545" y="0"/>
                  <a:pt x="47327" y="35719"/>
                  <a:pt x="35272" y="54471"/>
                </a:cubicBezTo>
                <a:lnTo>
                  <a:pt x="34826" y="54025"/>
                </a:lnTo>
                <a:lnTo>
                  <a:pt x="50899" y="446"/>
                </a:lnTo>
                <a:lnTo>
                  <a:pt x="50453" y="0"/>
                </a:lnTo>
                <a:cubicBezTo>
                  <a:pt x="36612" y="2679"/>
                  <a:pt x="22771" y="5358"/>
                  <a:pt x="8930" y="8037"/>
                </a:cubicBezTo>
                <a:lnTo>
                  <a:pt x="8930" y="12055"/>
                </a:lnTo>
                <a:cubicBezTo>
                  <a:pt x="22771" y="12055"/>
                  <a:pt x="25003" y="14734"/>
                  <a:pt x="25003" y="18752"/>
                </a:cubicBezTo>
                <a:cubicBezTo>
                  <a:pt x="25003" y="24110"/>
                  <a:pt x="8037" y="83939"/>
                  <a:pt x="0" y="112961"/>
                </a:cubicBezTo>
                <a:lnTo>
                  <a:pt x="19199" y="112961"/>
                </a:lnTo>
                <a:cubicBezTo>
                  <a:pt x="29914" y="78135"/>
                  <a:pt x="33040" y="66973"/>
                  <a:pt x="44648" y="49560"/>
                </a:cubicBezTo>
                <a:cubicBezTo>
                  <a:pt x="54025" y="35272"/>
                  <a:pt x="70098" y="12948"/>
                  <a:pt x="82600" y="12948"/>
                </a:cubicBezTo>
                <a:cubicBezTo>
                  <a:pt x="87511" y="12948"/>
                  <a:pt x="88850" y="16520"/>
                  <a:pt x="88850" y="21431"/>
                </a:cubicBezTo>
                <a:cubicBezTo>
                  <a:pt x="88850" y="31254"/>
                  <a:pt x="70098" y="94208"/>
                  <a:pt x="70098" y="100012"/>
                </a:cubicBezTo>
                <a:cubicBezTo>
                  <a:pt x="70098" y="107603"/>
                  <a:pt x="70545" y="115193"/>
                  <a:pt x="82153" y="115193"/>
                </a:cubicBezTo>
                <a:cubicBezTo>
                  <a:pt x="95994" y="115193"/>
                  <a:pt x="104924" y="103584"/>
                  <a:pt x="117872" y="86171"/>
                </a:cubicBezTo>
                <a:lnTo>
                  <a:pt x="114300" y="83046"/>
                </a:lnTo>
                <a:close/>
                <a:moveTo>
                  <a:pt x="114300" y="830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F3DA8-E725-41E1-BC94-1C62C8A36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737" y="2664265"/>
            <a:ext cx="89743" cy="116532"/>
          </a:xfrm>
          <a:custGeom xmlns:a="http://schemas.openxmlformats.org/drawingml/2006/main">
            <a:pathLst>
              <a:path w="89743" h="116532">
                <a:moveTo>
                  <a:pt x="5358" y="75902"/>
                </a:moveTo>
                <a:lnTo>
                  <a:pt x="0" y="116532"/>
                </a:lnTo>
                <a:lnTo>
                  <a:pt x="4018" y="116532"/>
                </a:lnTo>
                <a:cubicBezTo>
                  <a:pt x="5804" y="113854"/>
                  <a:pt x="6697" y="111175"/>
                  <a:pt x="10269" y="111175"/>
                </a:cubicBezTo>
                <a:cubicBezTo>
                  <a:pt x="17859" y="111175"/>
                  <a:pt x="28129" y="116086"/>
                  <a:pt x="35719" y="116086"/>
                </a:cubicBezTo>
                <a:cubicBezTo>
                  <a:pt x="50006" y="116086"/>
                  <a:pt x="73670" y="109835"/>
                  <a:pt x="73670" y="81707"/>
                </a:cubicBezTo>
                <a:cubicBezTo>
                  <a:pt x="73670" y="60275"/>
                  <a:pt x="42416" y="37505"/>
                  <a:pt x="42416" y="20985"/>
                </a:cubicBezTo>
                <a:cubicBezTo>
                  <a:pt x="42416" y="8483"/>
                  <a:pt x="50899" y="6251"/>
                  <a:pt x="56257" y="6251"/>
                </a:cubicBezTo>
                <a:cubicBezTo>
                  <a:pt x="73223" y="6251"/>
                  <a:pt x="79474" y="20985"/>
                  <a:pt x="80367" y="35719"/>
                </a:cubicBezTo>
                <a:lnTo>
                  <a:pt x="84832" y="35719"/>
                </a:lnTo>
                <a:lnTo>
                  <a:pt x="89743" y="0"/>
                </a:lnTo>
                <a:lnTo>
                  <a:pt x="86171" y="0"/>
                </a:lnTo>
                <a:cubicBezTo>
                  <a:pt x="84832" y="2232"/>
                  <a:pt x="83493" y="4911"/>
                  <a:pt x="79028" y="4911"/>
                </a:cubicBezTo>
                <a:cubicBezTo>
                  <a:pt x="71438" y="4911"/>
                  <a:pt x="66080" y="446"/>
                  <a:pt x="54471" y="446"/>
                </a:cubicBezTo>
                <a:cubicBezTo>
                  <a:pt x="27682" y="446"/>
                  <a:pt x="24110" y="20985"/>
                  <a:pt x="24110" y="29021"/>
                </a:cubicBezTo>
                <a:cubicBezTo>
                  <a:pt x="24110" y="48667"/>
                  <a:pt x="54471" y="73223"/>
                  <a:pt x="54471" y="90190"/>
                </a:cubicBezTo>
                <a:cubicBezTo>
                  <a:pt x="54471" y="98673"/>
                  <a:pt x="50453" y="110728"/>
                  <a:pt x="36165" y="110728"/>
                </a:cubicBezTo>
                <a:cubicBezTo>
                  <a:pt x="15180" y="110728"/>
                  <a:pt x="11162" y="87064"/>
                  <a:pt x="9376" y="75902"/>
                </a:cubicBezTo>
                <a:lnTo>
                  <a:pt x="5358" y="75902"/>
                </a:lnTo>
                <a:close/>
                <a:moveTo>
                  <a:pt x="5358" y="759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AA17D8-B9DC-4C50-9F66-BA6C2B1D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95" y="2664711"/>
            <a:ext cx="113407" cy="115639"/>
          </a:xfrm>
          <a:custGeom xmlns:a="http://schemas.openxmlformats.org/drawingml/2006/main">
            <a:pathLst>
              <a:path w="113407" h="115639">
                <a:moveTo>
                  <a:pt x="75456" y="0"/>
                </a:moveTo>
                <a:cubicBezTo>
                  <a:pt x="37951" y="0"/>
                  <a:pt x="0" y="41077"/>
                  <a:pt x="0" y="79028"/>
                </a:cubicBezTo>
                <a:cubicBezTo>
                  <a:pt x="0" y="100012"/>
                  <a:pt x="11609" y="115639"/>
                  <a:pt x="38844" y="115639"/>
                </a:cubicBezTo>
                <a:cubicBezTo>
                  <a:pt x="78135" y="115639"/>
                  <a:pt x="113407" y="69205"/>
                  <a:pt x="113407" y="37951"/>
                </a:cubicBezTo>
                <a:cubicBezTo>
                  <a:pt x="113407" y="20985"/>
                  <a:pt x="105370" y="0"/>
                  <a:pt x="75456" y="0"/>
                </a:cubicBezTo>
                <a:close/>
                <a:moveTo>
                  <a:pt x="73670" y="5358"/>
                </a:moveTo>
                <a:cubicBezTo>
                  <a:pt x="86171" y="5358"/>
                  <a:pt x="91529" y="16520"/>
                  <a:pt x="91529" y="29914"/>
                </a:cubicBezTo>
                <a:cubicBezTo>
                  <a:pt x="91529" y="57150"/>
                  <a:pt x="71438" y="110282"/>
                  <a:pt x="42416" y="110282"/>
                </a:cubicBezTo>
                <a:cubicBezTo>
                  <a:pt x="29468" y="110282"/>
                  <a:pt x="21878" y="101352"/>
                  <a:pt x="21878" y="86618"/>
                </a:cubicBezTo>
                <a:cubicBezTo>
                  <a:pt x="21878" y="56257"/>
                  <a:pt x="45095" y="5358"/>
                  <a:pt x="73670" y="5358"/>
                </a:cubicBezTo>
                <a:close/>
                <a:moveTo>
                  <a:pt x="73670" y="53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680C7A-2C61-4D6F-911D-52B4AAB9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128" y="2664711"/>
            <a:ext cx="93762" cy="112961"/>
          </a:xfrm>
          <a:custGeom xmlns:a="http://schemas.openxmlformats.org/drawingml/2006/main">
            <a:pathLst>
              <a:path w="93762" h="112961">
                <a:moveTo>
                  <a:pt x="19199" y="112961"/>
                </a:moveTo>
                <a:cubicBezTo>
                  <a:pt x="29914" y="79028"/>
                  <a:pt x="33486" y="67419"/>
                  <a:pt x="43309" y="48667"/>
                </a:cubicBezTo>
                <a:cubicBezTo>
                  <a:pt x="45095" y="45095"/>
                  <a:pt x="60722" y="16520"/>
                  <a:pt x="68759" y="16520"/>
                </a:cubicBezTo>
                <a:cubicBezTo>
                  <a:pt x="74563" y="16520"/>
                  <a:pt x="70991" y="25896"/>
                  <a:pt x="82153" y="25896"/>
                </a:cubicBezTo>
                <a:cubicBezTo>
                  <a:pt x="84832" y="25896"/>
                  <a:pt x="93762" y="25896"/>
                  <a:pt x="93762" y="12502"/>
                </a:cubicBezTo>
                <a:cubicBezTo>
                  <a:pt x="93762" y="3572"/>
                  <a:pt x="87511" y="0"/>
                  <a:pt x="81707" y="0"/>
                </a:cubicBezTo>
                <a:cubicBezTo>
                  <a:pt x="65633" y="0"/>
                  <a:pt x="45988" y="29914"/>
                  <a:pt x="37505" y="46881"/>
                </a:cubicBezTo>
                <a:lnTo>
                  <a:pt x="35719" y="51792"/>
                </a:lnTo>
                <a:lnTo>
                  <a:pt x="34826" y="51346"/>
                </a:lnTo>
                <a:lnTo>
                  <a:pt x="47774" y="446"/>
                </a:lnTo>
                <a:lnTo>
                  <a:pt x="46881" y="0"/>
                </a:lnTo>
                <a:cubicBezTo>
                  <a:pt x="35272" y="1786"/>
                  <a:pt x="20092" y="4911"/>
                  <a:pt x="7144" y="6697"/>
                </a:cubicBezTo>
                <a:lnTo>
                  <a:pt x="7144" y="11162"/>
                </a:lnTo>
                <a:cubicBezTo>
                  <a:pt x="9823" y="10716"/>
                  <a:pt x="12948" y="9823"/>
                  <a:pt x="15627" y="9823"/>
                </a:cubicBezTo>
                <a:cubicBezTo>
                  <a:pt x="23664" y="9823"/>
                  <a:pt x="25003" y="13841"/>
                  <a:pt x="25003" y="17413"/>
                </a:cubicBezTo>
                <a:cubicBezTo>
                  <a:pt x="25003" y="20092"/>
                  <a:pt x="23217" y="28575"/>
                  <a:pt x="20538" y="37951"/>
                </a:cubicBezTo>
                <a:lnTo>
                  <a:pt x="0" y="112961"/>
                </a:lnTo>
                <a:lnTo>
                  <a:pt x="19199" y="112961"/>
                </a:lnTo>
                <a:close/>
                <a:moveTo>
                  <a:pt x="19199" y="112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9DA407-511C-411F-BDDB-6A09F161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7898" y="3001268"/>
            <a:ext cx="93092" cy="87064"/>
          </a:xfrm>
          <a:custGeom xmlns:a="http://schemas.openxmlformats.org/drawingml/2006/main">
            <a:pathLst>
              <a:path w="93092" h="87064">
                <a:moveTo>
                  <a:pt x="39067" y="0"/>
                </a:moveTo>
                <a:cubicBezTo>
                  <a:pt x="36054" y="30026"/>
                  <a:pt x="63066" y="63066"/>
                  <a:pt x="93092" y="66080"/>
                </a:cubicBezTo>
                <a:lnTo>
                  <a:pt x="0" y="87064"/>
                </a:lnTo>
                <a:lnTo>
                  <a:pt x="39067" y="0"/>
                </a:lnTo>
                <a:close/>
                <a:moveTo>
                  <a:pt x="39067" y="0"/>
                </a:moveTo>
              </a:path>
            </a:pathLst>
          </a:custGeom>
          <a:solidFill xmlns:a="http://schemas.openxmlformats.org/drawingml/2006/main">
            <a:srgbClr val="08306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CEA2B-A2A9-4E1B-B120-B1548657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806" y="2117006"/>
            <a:ext cx="1134963" cy="928129"/>
          </a:xfrm>
          <a:custGeom xmlns:a="http://schemas.openxmlformats.org/drawingml/2006/main">
            <a:pathLst>
              <a:path w="1134963" h="928129" fill="none">
                <a:moveTo>
                  <a:pt x="0" y="928129"/>
                </a:moveTo>
                <a:cubicBezTo>
                  <a:pt x="230386" y="739713"/>
                  <a:pt x="1134963" y="0"/>
                  <a:pt x="113496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472" cap="rnd">
            <a:solidFill>
              <a:srgbClr val="08306A">
                <a:alpha val="80000"/>
              </a:srgbClr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1E9D8-0C88-4B79-9823-D7F0B224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988" y="3104294"/>
            <a:ext cx="95101" cy="79697"/>
          </a:xfrm>
          <a:custGeom xmlns:a="http://schemas.openxmlformats.org/drawingml/2006/main">
            <a:pathLst>
              <a:path w="95101" h="79697">
                <a:moveTo>
                  <a:pt x="64405" y="0"/>
                </a:moveTo>
                <a:cubicBezTo>
                  <a:pt x="52239" y="27570"/>
                  <a:pt x="67531" y="67419"/>
                  <a:pt x="95101" y="79697"/>
                </a:cubicBezTo>
                <a:lnTo>
                  <a:pt x="0" y="70433"/>
                </a:lnTo>
                <a:lnTo>
                  <a:pt x="64405" y="0"/>
                </a:lnTo>
                <a:close/>
                <a:moveTo>
                  <a:pt x="64405" y="0"/>
                </a:moveTo>
              </a:path>
            </a:pathLst>
          </a:custGeom>
          <a:solidFill xmlns:a="http://schemas.openxmlformats.org/drawingml/2006/main">
            <a:srgbClr val="08306A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095E6C-FAAA-4B8D-B52F-AFE2C311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5836" y="2601106"/>
            <a:ext cx="1430313" cy="549176"/>
          </a:xfrm>
          <a:custGeom xmlns:a="http://schemas.openxmlformats.org/drawingml/2006/main">
            <a:pathLst>
              <a:path w="1430313" h="549176" fill="none">
                <a:moveTo>
                  <a:pt x="0" y="549176"/>
                </a:moveTo>
                <a:cubicBezTo>
                  <a:pt x="285304" y="439564"/>
                  <a:pt x="1430313" y="0"/>
                  <a:pt x="1430313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472" cap="rnd">
            <a:solidFill>
              <a:srgbClr val="08306A">
                <a:alpha val="80000"/>
              </a:srgbClr>
            </a:solidFill>
            <a:round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5B10F-4402-4A11-BFEE-D993A1B6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4131" y="1786364"/>
            <a:ext cx="131266" cy="178147"/>
          </a:xfrm>
          <a:custGeom xmlns:a="http://schemas.openxmlformats.org/drawingml/2006/main">
            <a:pathLst>
              <a:path w="131266" h="178147">
                <a:moveTo>
                  <a:pt x="37951" y="165646"/>
                </a:moveTo>
                <a:cubicBezTo>
                  <a:pt x="22324" y="165646"/>
                  <a:pt x="22324" y="150912"/>
                  <a:pt x="22324" y="146447"/>
                </a:cubicBezTo>
                <a:cubicBezTo>
                  <a:pt x="22324" y="123230"/>
                  <a:pt x="46434" y="67866"/>
                  <a:pt x="75009" y="67866"/>
                </a:cubicBezTo>
                <a:cubicBezTo>
                  <a:pt x="87064" y="67866"/>
                  <a:pt x="87064" y="79028"/>
                  <a:pt x="87064" y="85279"/>
                </a:cubicBezTo>
                <a:cubicBezTo>
                  <a:pt x="87064" y="116979"/>
                  <a:pt x="62061" y="165646"/>
                  <a:pt x="37951" y="165646"/>
                </a:cubicBezTo>
                <a:close/>
                <a:moveTo>
                  <a:pt x="114746" y="146447"/>
                </a:moveTo>
                <a:cubicBezTo>
                  <a:pt x="104031" y="158948"/>
                  <a:pt x="98673" y="164753"/>
                  <a:pt x="93762" y="164753"/>
                </a:cubicBezTo>
                <a:cubicBezTo>
                  <a:pt x="91083" y="164753"/>
                  <a:pt x="88850" y="162967"/>
                  <a:pt x="88850" y="158948"/>
                </a:cubicBezTo>
                <a:cubicBezTo>
                  <a:pt x="88850" y="154930"/>
                  <a:pt x="120104" y="45988"/>
                  <a:pt x="131266" y="1339"/>
                </a:cubicBezTo>
                <a:lnTo>
                  <a:pt x="129927" y="0"/>
                </a:lnTo>
                <a:cubicBezTo>
                  <a:pt x="116532" y="2679"/>
                  <a:pt x="103584" y="4465"/>
                  <a:pt x="90636" y="5804"/>
                </a:cubicBezTo>
                <a:lnTo>
                  <a:pt x="90636" y="10269"/>
                </a:lnTo>
                <a:cubicBezTo>
                  <a:pt x="104477" y="10269"/>
                  <a:pt x="106263" y="11609"/>
                  <a:pt x="106263" y="17859"/>
                </a:cubicBezTo>
                <a:cubicBezTo>
                  <a:pt x="106263" y="21431"/>
                  <a:pt x="104477" y="27682"/>
                  <a:pt x="102691" y="34826"/>
                </a:cubicBezTo>
                <a:lnTo>
                  <a:pt x="91529" y="75456"/>
                </a:lnTo>
                <a:lnTo>
                  <a:pt x="91083" y="75902"/>
                </a:lnTo>
                <a:cubicBezTo>
                  <a:pt x="90190" y="70545"/>
                  <a:pt x="88404" y="62061"/>
                  <a:pt x="73670" y="62061"/>
                </a:cubicBezTo>
                <a:cubicBezTo>
                  <a:pt x="43309" y="62061"/>
                  <a:pt x="0" y="108942"/>
                  <a:pt x="0" y="147786"/>
                </a:cubicBezTo>
                <a:cubicBezTo>
                  <a:pt x="0" y="160734"/>
                  <a:pt x="5358" y="177701"/>
                  <a:pt x="26343" y="177701"/>
                </a:cubicBezTo>
                <a:cubicBezTo>
                  <a:pt x="39291" y="177701"/>
                  <a:pt x="53578" y="173682"/>
                  <a:pt x="71884" y="145107"/>
                </a:cubicBezTo>
                <a:lnTo>
                  <a:pt x="72777" y="146000"/>
                </a:lnTo>
                <a:cubicBezTo>
                  <a:pt x="70545" y="154930"/>
                  <a:pt x="69652" y="160734"/>
                  <a:pt x="69652" y="166539"/>
                </a:cubicBezTo>
                <a:cubicBezTo>
                  <a:pt x="69652" y="171896"/>
                  <a:pt x="71438" y="178147"/>
                  <a:pt x="81707" y="178147"/>
                </a:cubicBezTo>
                <a:cubicBezTo>
                  <a:pt x="90190" y="178147"/>
                  <a:pt x="106710" y="166092"/>
                  <a:pt x="117872" y="149126"/>
                </a:cubicBezTo>
                <a:lnTo>
                  <a:pt x="114746" y="146447"/>
                </a:lnTo>
                <a:close/>
                <a:moveTo>
                  <a:pt x="114746" y="146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EE6504-82CE-4F19-ABAB-DBA418FB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0736" y="1793955"/>
            <a:ext cx="55364" cy="170111"/>
          </a:xfrm>
          <a:custGeom xmlns:a="http://schemas.openxmlformats.org/drawingml/2006/main">
            <a:pathLst>
              <a:path w="55364" h="170111">
                <a:moveTo>
                  <a:pt x="44202" y="138410"/>
                </a:moveTo>
                <a:cubicBezTo>
                  <a:pt x="33933" y="153144"/>
                  <a:pt x="26343" y="158055"/>
                  <a:pt x="23217" y="158055"/>
                </a:cubicBezTo>
                <a:cubicBezTo>
                  <a:pt x="20985" y="158055"/>
                  <a:pt x="19199" y="156270"/>
                  <a:pt x="19199" y="154484"/>
                </a:cubicBezTo>
                <a:cubicBezTo>
                  <a:pt x="19199" y="151358"/>
                  <a:pt x="22324" y="141089"/>
                  <a:pt x="23217" y="137517"/>
                </a:cubicBezTo>
                <a:lnTo>
                  <a:pt x="45988" y="54918"/>
                </a:lnTo>
                <a:lnTo>
                  <a:pt x="45095" y="54471"/>
                </a:lnTo>
                <a:cubicBezTo>
                  <a:pt x="35272" y="56257"/>
                  <a:pt x="13841" y="60275"/>
                  <a:pt x="4018" y="60722"/>
                </a:cubicBezTo>
                <a:lnTo>
                  <a:pt x="4018" y="64740"/>
                </a:lnTo>
                <a:cubicBezTo>
                  <a:pt x="18306" y="64740"/>
                  <a:pt x="20092" y="66080"/>
                  <a:pt x="20092" y="71438"/>
                </a:cubicBezTo>
                <a:cubicBezTo>
                  <a:pt x="20092" y="78581"/>
                  <a:pt x="0" y="142429"/>
                  <a:pt x="0" y="154484"/>
                </a:cubicBezTo>
                <a:cubicBezTo>
                  <a:pt x="0" y="158948"/>
                  <a:pt x="0" y="170111"/>
                  <a:pt x="12055" y="170111"/>
                </a:cubicBezTo>
                <a:cubicBezTo>
                  <a:pt x="26343" y="170111"/>
                  <a:pt x="37951" y="156270"/>
                  <a:pt x="47774" y="141089"/>
                </a:cubicBezTo>
                <a:lnTo>
                  <a:pt x="44202" y="138410"/>
                </a:lnTo>
                <a:close/>
                <a:moveTo>
                  <a:pt x="55364" y="13841"/>
                </a:moveTo>
                <a:cubicBezTo>
                  <a:pt x="55364" y="8483"/>
                  <a:pt x="50899" y="0"/>
                  <a:pt x="42416" y="0"/>
                </a:cubicBezTo>
                <a:cubicBezTo>
                  <a:pt x="36165" y="0"/>
                  <a:pt x="30361" y="4911"/>
                  <a:pt x="30361" y="13841"/>
                </a:cubicBezTo>
                <a:cubicBezTo>
                  <a:pt x="30361" y="22771"/>
                  <a:pt x="36165" y="26789"/>
                  <a:pt x="42416" y="26789"/>
                </a:cubicBezTo>
                <a:cubicBezTo>
                  <a:pt x="50899" y="26789"/>
                  <a:pt x="55364" y="19199"/>
                  <a:pt x="55364" y="13841"/>
                </a:cubicBezTo>
                <a:close/>
                <a:moveTo>
                  <a:pt x="55364" y="13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22F78E-DD82-4D18-885B-6643FF14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079" y="1848426"/>
            <a:ext cx="93762" cy="112961"/>
          </a:xfrm>
          <a:custGeom xmlns:a="http://schemas.openxmlformats.org/drawingml/2006/main">
            <a:pathLst>
              <a:path w="93762" h="112961">
                <a:moveTo>
                  <a:pt x="19199" y="112961"/>
                </a:moveTo>
                <a:cubicBezTo>
                  <a:pt x="29914" y="79028"/>
                  <a:pt x="33486" y="67419"/>
                  <a:pt x="43309" y="48667"/>
                </a:cubicBezTo>
                <a:cubicBezTo>
                  <a:pt x="45095" y="45095"/>
                  <a:pt x="60722" y="16520"/>
                  <a:pt x="68759" y="16520"/>
                </a:cubicBezTo>
                <a:cubicBezTo>
                  <a:pt x="74563" y="16520"/>
                  <a:pt x="70991" y="25896"/>
                  <a:pt x="82153" y="25896"/>
                </a:cubicBezTo>
                <a:cubicBezTo>
                  <a:pt x="84832" y="25896"/>
                  <a:pt x="93762" y="25896"/>
                  <a:pt x="93762" y="12502"/>
                </a:cubicBezTo>
                <a:cubicBezTo>
                  <a:pt x="93762" y="3572"/>
                  <a:pt x="87511" y="0"/>
                  <a:pt x="81707" y="0"/>
                </a:cubicBezTo>
                <a:cubicBezTo>
                  <a:pt x="65633" y="0"/>
                  <a:pt x="45988" y="29914"/>
                  <a:pt x="37505" y="46881"/>
                </a:cubicBezTo>
                <a:lnTo>
                  <a:pt x="35719" y="51792"/>
                </a:lnTo>
                <a:lnTo>
                  <a:pt x="34826" y="51346"/>
                </a:lnTo>
                <a:lnTo>
                  <a:pt x="47774" y="446"/>
                </a:lnTo>
                <a:lnTo>
                  <a:pt x="46881" y="0"/>
                </a:lnTo>
                <a:cubicBezTo>
                  <a:pt x="35272" y="1786"/>
                  <a:pt x="20092" y="4911"/>
                  <a:pt x="7144" y="6697"/>
                </a:cubicBezTo>
                <a:lnTo>
                  <a:pt x="7144" y="11162"/>
                </a:lnTo>
                <a:cubicBezTo>
                  <a:pt x="9823" y="10716"/>
                  <a:pt x="12948" y="9823"/>
                  <a:pt x="15627" y="9823"/>
                </a:cubicBezTo>
                <a:cubicBezTo>
                  <a:pt x="23664" y="9823"/>
                  <a:pt x="25003" y="13841"/>
                  <a:pt x="25003" y="17413"/>
                </a:cubicBezTo>
                <a:cubicBezTo>
                  <a:pt x="25003" y="20092"/>
                  <a:pt x="23217" y="28575"/>
                  <a:pt x="20538" y="37951"/>
                </a:cubicBezTo>
                <a:lnTo>
                  <a:pt x="0" y="112961"/>
                </a:lnTo>
                <a:lnTo>
                  <a:pt x="19199" y="112961"/>
                </a:lnTo>
                <a:close/>
                <a:moveTo>
                  <a:pt x="19199" y="112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17673-FD5C-4A5C-BE3E-4E33C5D5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705" y="1848426"/>
            <a:ext cx="97334" cy="115639"/>
          </a:xfrm>
          <a:custGeom xmlns:a="http://schemas.openxmlformats.org/drawingml/2006/main">
            <a:pathLst>
              <a:path w="97334" h="115639">
                <a:moveTo>
                  <a:pt x="30807" y="48220"/>
                </a:moveTo>
                <a:cubicBezTo>
                  <a:pt x="40184" y="25450"/>
                  <a:pt x="58043" y="5804"/>
                  <a:pt x="71884" y="5804"/>
                </a:cubicBezTo>
                <a:cubicBezTo>
                  <a:pt x="78135" y="5804"/>
                  <a:pt x="80814" y="10716"/>
                  <a:pt x="80814" y="16073"/>
                </a:cubicBezTo>
                <a:cubicBezTo>
                  <a:pt x="80814" y="18306"/>
                  <a:pt x="79474" y="48667"/>
                  <a:pt x="26343" y="59829"/>
                </a:cubicBezTo>
                <a:lnTo>
                  <a:pt x="30807" y="48220"/>
                </a:lnTo>
                <a:close/>
                <a:moveTo>
                  <a:pt x="83493" y="84832"/>
                </a:moveTo>
                <a:cubicBezTo>
                  <a:pt x="70991" y="95548"/>
                  <a:pt x="60275" y="104031"/>
                  <a:pt x="46434" y="104031"/>
                </a:cubicBezTo>
                <a:cubicBezTo>
                  <a:pt x="35719" y="104031"/>
                  <a:pt x="22324" y="98227"/>
                  <a:pt x="22324" y="80814"/>
                </a:cubicBezTo>
                <a:cubicBezTo>
                  <a:pt x="22324" y="75902"/>
                  <a:pt x="23664" y="70545"/>
                  <a:pt x="24557" y="65187"/>
                </a:cubicBezTo>
                <a:lnTo>
                  <a:pt x="32147" y="64294"/>
                </a:lnTo>
                <a:cubicBezTo>
                  <a:pt x="73670" y="58489"/>
                  <a:pt x="97334" y="37505"/>
                  <a:pt x="97334" y="17413"/>
                </a:cubicBezTo>
                <a:cubicBezTo>
                  <a:pt x="97334" y="6251"/>
                  <a:pt x="89743" y="0"/>
                  <a:pt x="76349" y="0"/>
                </a:cubicBezTo>
                <a:cubicBezTo>
                  <a:pt x="40184" y="0"/>
                  <a:pt x="0" y="42862"/>
                  <a:pt x="0" y="79474"/>
                </a:cubicBezTo>
                <a:cubicBezTo>
                  <a:pt x="0" y="95994"/>
                  <a:pt x="8037" y="115639"/>
                  <a:pt x="34826" y="115639"/>
                </a:cubicBezTo>
                <a:cubicBezTo>
                  <a:pt x="60722" y="115639"/>
                  <a:pt x="83939" y="92422"/>
                  <a:pt x="86618" y="87957"/>
                </a:cubicBezTo>
                <a:lnTo>
                  <a:pt x="83493" y="84832"/>
                </a:lnTo>
                <a:close/>
                <a:moveTo>
                  <a:pt x="83493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9095C7-1750-4947-8D6F-509C3809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31" y="1848426"/>
            <a:ext cx="101352" cy="115639"/>
          </a:xfrm>
          <a:custGeom xmlns:a="http://schemas.openxmlformats.org/drawingml/2006/main">
            <a:pathLst>
              <a:path w="101352" h="115639">
                <a:moveTo>
                  <a:pt x="82153" y="85725"/>
                </a:moveTo>
                <a:cubicBezTo>
                  <a:pt x="72777" y="95994"/>
                  <a:pt x="60722" y="106710"/>
                  <a:pt x="45541" y="106710"/>
                </a:cubicBezTo>
                <a:cubicBezTo>
                  <a:pt x="29914" y="106710"/>
                  <a:pt x="22324" y="95101"/>
                  <a:pt x="22324" y="75456"/>
                </a:cubicBezTo>
                <a:cubicBezTo>
                  <a:pt x="22324" y="50899"/>
                  <a:pt x="39737" y="5358"/>
                  <a:pt x="73223" y="5358"/>
                </a:cubicBezTo>
                <a:cubicBezTo>
                  <a:pt x="77688" y="5358"/>
                  <a:pt x="83046" y="6697"/>
                  <a:pt x="83046" y="10269"/>
                </a:cubicBezTo>
                <a:cubicBezTo>
                  <a:pt x="83046" y="14734"/>
                  <a:pt x="79028" y="16520"/>
                  <a:pt x="79028" y="23217"/>
                </a:cubicBezTo>
                <a:cubicBezTo>
                  <a:pt x="79028" y="29021"/>
                  <a:pt x="83046" y="32593"/>
                  <a:pt x="89297" y="32593"/>
                </a:cubicBezTo>
                <a:cubicBezTo>
                  <a:pt x="95548" y="32593"/>
                  <a:pt x="101352" y="27682"/>
                  <a:pt x="101352" y="20538"/>
                </a:cubicBezTo>
                <a:cubicBezTo>
                  <a:pt x="101352" y="12948"/>
                  <a:pt x="95101" y="0"/>
                  <a:pt x="73223" y="0"/>
                </a:cubicBezTo>
                <a:cubicBezTo>
                  <a:pt x="35272" y="0"/>
                  <a:pt x="0" y="39291"/>
                  <a:pt x="0" y="75456"/>
                </a:cubicBezTo>
                <a:cubicBezTo>
                  <a:pt x="0" y="109389"/>
                  <a:pt x="21431" y="115639"/>
                  <a:pt x="37951" y="115639"/>
                </a:cubicBezTo>
                <a:cubicBezTo>
                  <a:pt x="64740" y="115639"/>
                  <a:pt x="79921" y="96441"/>
                  <a:pt x="86171" y="88404"/>
                </a:cubicBezTo>
                <a:lnTo>
                  <a:pt x="82153" y="85725"/>
                </a:lnTo>
                <a:close/>
                <a:moveTo>
                  <a:pt x="82153" y="857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46C8EF-D82F-4BCF-B1CF-B604B0EC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589" y="1821637"/>
            <a:ext cx="66526" cy="142429"/>
          </a:xfrm>
          <a:custGeom xmlns:a="http://schemas.openxmlformats.org/drawingml/2006/main">
            <a:pathLst>
              <a:path w="66526" h="142429">
                <a:moveTo>
                  <a:pt x="66526" y="29914"/>
                </a:moveTo>
                <a:lnTo>
                  <a:pt x="45988" y="29914"/>
                </a:lnTo>
                <a:lnTo>
                  <a:pt x="53132" y="3572"/>
                </a:lnTo>
                <a:cubicBezTo>
                  <a:pt x="53132" y="3125"/>
                  <a:pt x="53578" y="2679"/>
                  <a:pt x="53578" y="2232"/>
                </a:cubicBezTo>
                <a:cubicBezTo>
                  <a:pt x="53578" y="893"/>
                  <a:pt x="52685" y="0"/>
                  <a:pt x="51792" y="0"/>
                </a:cubicBezTo>
                <a:lnTo>
                  <a:pt x="50899" y="0"/>
                </a:lnTo>
                <a:cubicBezTo>
                  <a:pt x="48667" y="0"/>
                  <a:pt x="48220" y="1786"/>
                  <a:pt x="46881" y="2679"/>
                </a:cubicBezTo>
                <a:cubicBezTo>
                  <a:pt x="39737" y="12055"/>
                  <a:pt x="27682" y="23217"/>
                  <a:pt x="19199" y="27682"/>
                </a:cubicBezTo>
                <a:cubicBezTo>
                  <a:pt x="14734" y="29914"/>
                  <a:pt x="7590" y="31700"/>
                  <a:pt x="5804" y="34379"/>
                </a:cubicBezTo>
                <a:cubicBezTo>
                  <a:pt x="5358" y="34826"/>
                  <a:pt x="5358" y="35719"/>
                  <a:pt x="5358" y="36612"/>
                </a:cubicBezTo>
                <a:cubicBezTo>
                  <a:pt x="5358" y="37058"/>
                  <a:pt x="5358" y="37951"/>
                  <a:pt x="5358" y="38398"/>
                </a:cubicBezTo>
                <a:lnTo>
                  <a:pt x="24557" y="38398"/>
                </a:lnTo>
                <a:lnTo>
                  <a:pt x="5804" y="108942"/>
                </a:lnTo>
                <a:cubicBezTo>
                  <a:pt x="4911" y="112961"/>
                  <a:pt x="0" y="128588"/>
                  <a:pt x="0" y="132159"/>
                </a:cubicBezTo>
                <a:cubicBezTo>
                  <a:pt x="0" y="140196"/>
                  <a:pt x="7144" y="142429"/>
                  <a:pt x="12502" y="142429"/>
                </a:cubicBezTo>
                <a:cubicBezTo>
                  <a:pt x="25896" y="142429"/>
                  <a:pt x="35719" y="131266"/>
                  <a:pt x="48667" y="111621"/>
                </a:cubicBezTo>
                <a:lnTo>
                  <a:pt x="45541" y="109835"/>
                </a:lnTo>
                <a:cubicBezTo>
                  <a:pt x="38844" y="117872"/>
                  <a:pt x="29914" y="129927"/>
                  <a:pt x="25003" y="129927"/>
                </a:cubicBezTo>
                <a:cubicBezTo>
                  <a:pt x="22324" y="129927"/>
                  <a:pt x="20985" y="128141"/>
                  <a:pt x="20985" y="125462"/>
                </a:cubicBezTo>
                <a:cubicBezTo>
                  <a:pt x="20985" y="125016"/>
                  <a:pt x="20985" y="124569"/>
                  <a:pt x="20985" y="123676"/>
                </a:cubicBezTo>
                <a:lnTo>
                  <a:pt x="43755" y="38398"/>
                </a:lnTo>
                <a:lnTo>
                  <a:pt x="65187" y="38398"/>
                </a:lnTo>
                <a:lnTo>
                  <a:pt x="66526" y="29914"/>
                </a:lnTo>
                <a:close/>
                <a:moveTo>
                  <a:pt x="66526" y="299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C04EF-E285-4EBE-850E-1D663676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3225" y="1786364"/>
            <a:ext cx="60722" cy="177701"/>
          </a:xfrm>
          <a:custGeom xmlns:a="http://schemas.openxmlformats.org/drawingml/2006/main">
            <a:pathLst>
              <a:path w="60722" h="177701">
                <a:moveTo>
                  <a:pt x="47774" y="143321"/>
                </a:moveTo>
                <a:cubicBezTo>
                  <a:pt x="35272" y="159841"/>
                  <a:pt x="29914" y="166985"/>
                  <a:pt x="23217" y="166985"/>
                </a:cubicBezTo>
                <a:cubicBezTo>
                  <a:pt x="19645" y="166985"/>
                  <a:pt x="19645" y="163413"/>
                  <a:pt x="19645" y="161627"/>
                </a:cubicBezTo>
                <a:cubicBezTo>
                  <a:pt x="19645" y="158948"/>
                  <a:pt x="21431" y="151805"/>
                  <a:pt x="21878" y="149572"/>
                </a:cubicBezTo>
                <a:lnTo>
                  <a:pt x="60722" y="1339"/>
                </a:lnTo>
                <a:lnTo>
                  <a:pt x="59382" y="0"/>
                </a:lnTo>
                <a:cubicBezTo>
                  <a:pt x="45988" y="3125"/>
                  <a:pt x="33040" y="5358"/>
                  <a:pt x="19645" y="6697"/>
                </a:cubicBezTo>
                <a:lnTo>
                  <a:pt x="19645" y="11162"/>
                </a:lnTo>
                <a:lnTo>
                  <a:pt x="23217" y="11162"/>
                </a:lnTo>
                <a:cubicBezTo>
                  <a:pt x="29468" y="11162"/>
                  <a:pt x="37058" y="11609"/>
                  <a:pt x="37058" y="17413"/>
                </a:cubicBezTo>
                <a:cubicBezTo>
                  <a:pt x="37058" y="22771"/>
                  <a:pt x="0" y="156716"/>
                  <a:pt x="0" y="162074"/>
                </a:cubicBezTo>
                <a:cubicBezTo>
                  <a:pt x="0" y="169218"/>
                  <a:pt x="893" y="177701"/>
                  <a:pt x="12055" y="177701"/>
                </a:cubicBezTo>
                <a:cubicBezTo>
                  <a:pt x="28129" y="177701"/>
                  <a:pt x="37951" y="165646"/>
                  <a:pt x="50899" y="146000"/>
                </a:cubicBezTo>
                <a:lnTo>
                  <a:pt x="47774" y="143321"/>
                </a:lnTo>
                <a:close/>
                <a:moveTo>
                  <a:pt x="47774" y="14332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228F2-C5D5-4E66-96CF-122CCD9C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6247" y="1793955"/>
            <a:ext cx="55364" cy="170111"/>
          </a:xfrm>
          <a:custGeom xmlns:a="http://schemas.openxmlformats.org/drawingml/2006/main">
            <a:pathLst>
              <a:path w="55364" h="170111">
                <a:moveTo>
                  <a:pt x="44202" y="138410"/>
                </a:moveTo>
                <a:cubicBezTo>
                  <a:pt x="33933" y="153144"/>
                  <a:pt x="26343" y="158055"/>
                  <a:pt x="23217" y="158055"/>
                </a:cubicBezTo>
                <a:cubicBezTo>
                  <a:pt x="20985" y="158055"/>
                  <a:pt x="19199" y="156270"/>
                  <a:pt x="19199" y="154484"/>
                </a:cubicBezTo>
                <a:cubicBezTo>
                  <a:pt x="19199" y="151358"/>
                  <a:pt x="22324" y="141089"/>
                  <a:pt x="23217" y="137517"/>
                </a:cubicBezTo>
                <a:lnTo>
                  <a:pt x="45988" y="54918"/>
                </a:lnTo>
                <a:lnTo>
                  <a:pt x="45095" y="54471"/>
                </a:lnTo>
                <a:cubicBezTo>
                  <a:pt x="35272" y="56257"/>
                  <a:pt x="13841" y="60275"/>
                  <a:pt x="4018" y="60722"/>
                </a:cubicBezTo>
                <a:lnTo>
                  <a:pt x="4018" y="64740"/>
                </a:lnTo>
                <a:cubicBezTo>
                  <a:pt x="18306" y="64740"/>
                  <a:pt x="20092" y="66080"/>
                  <a:pt x="20092" y="71438"/>
                </a:cubicBezTo>
                <a:cubicBezTo>
                  <a:pt x="20092" y="78581"/>
                  <a:pt x="0" y="142429"/>
                  <a:pt x="0" y="154484"/>
                </a:cubicBezTo>
                <a:cubicBezTo>
                  <a:pt x="0" y="158948"/>
                  <a:pt x="0" y="170111"/>
                  <a:pt x="12055" y="170111"/>
                </a:cubicBezTo>
                <a:cubicBezTo>
                  <a:pt x="26343" y="170111"/>
                  <a:pt x="37951" y="156270"/>
                  <a:pt x="47774" y="141089"/>
                </a:cubicBezTo>
                <a:lnTo>
                  <a:pt x="44202" y="138410"/>
                </a:lnTo>
                <a:close/>
                <a:moveTo>
                  <a:pt x="55364" y="13841"/>
                </a:moveTo>
                <a:cubicBezTo>
                  <a:pt x="55364" y="8483"/>
                  <a:pt x="50899" y="0"/>
                  <a:pt x="42416" y="0"/>
                </a:cubicBezTo>
                <a:cubicBezTo>
                  <a:pt x="36165" y="0"/>
                  <a:pt x="30361" y="4911"/>
                  <a:pt x="30361" y="13841"/>
                </a:cubicBezTo>
                <a:cubicBezTo>
                  <a:pt x="30361" y="22771"/>
                  <a:pt x="36165" y="26789"/>
                  <a:pt x="42416" y="26789"/>
                </a:cubicBezTo>
                <a:cubicBezTo>
                  <a:pt x="50899" y="26789"/>
                  <a:pt x="55364" y="19199"/>
                  <a:pt x="55364" y="13841"/>
                </a:cubicBezTo>
                <a:close/>
                <a:moveTo>
                  <a:pt x="55364" y="13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6BEE1-D7E9-44E6-A5A4-92CA0072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7214" y="1848426"/>
            <a:ext cx="118765" cy="165646"/>
          </a:xfrm>
          <a:custGeom xmlns:a="http://schemas.openxmlformats.org/drawingml/2006/main">
            <a:pathLst>
              <a:path w="118765" h="165646">
                <a:moveTo>
                  <a:pt x="118765" y="9376"/>
                </a:moveTo>
                <a:lnTo>
                  <a:pt x="103138" y="9376"/>
                </a:lnTo>
                <a:cubicBezTo>
                  <a:pt x="101352" y="9376"/>
                  <a:pt x="99120" y="6697"/>
                  <a:pt x="94655" y="4465"/>
                </a:cubicBezTo>
                <a:cubicBezTo>
                  <a:pt x="90190" y="2232"/>
                  <a:pt x="83493" y="0"/>
                  <a:pt x="73223" y="0"/>
                </a:cubicBezTo>
                <a:cubicBezTo>
                  <a:pt x="52239" y="0"/>
                  <a:pt x="22324" y="14734"/>
                  <a:pt x="22324" y="43309"/>
                </a:cubicBezTo>
                <a:cubicBezTo>
                  <a:pt x="22324" y="61168"/>
                  <a:pt x="33486" y="67419"/>
                  <a:pt x="42416" y="71438"/>
                </a:cubicBezTo>
                <a:cubicBezTo>
                  <a:pt x="33933" y="77242"/>
                  <a:pt x="22771" y="84832"/>
                  <a:pt x="22771" y="92869"/>
                </a:cubicBezTo>
                <a:cubicBezTo>
                  <a:pt x="22771" y="97780"/>
                  <a:pt x="26789" y="100459"/>
                  <a:pt x="29914" y="103138"/>
                </a:cubicBezTo>
                <a:cubicBezTo>
                  <a:pt x="8483" y="116979"/>
                  <a:pt x="0" y="122783"/>
                  <a:pt x="0" y="137517"/>
                </a:cubicBezTo>
                <a:cubicBezTo>
                  <a:pt x="0" y="151358"/>
                  <a:pt x="13395" y="165646"/>
                  <a:pt x="41523" y="165646"/>
                </a:cubicBezTo>
                <a:cubicBezTo>
                  <a:pt x="76349" y="165646"/>
                  <a:pt x="96441" y="150019"/>
                  <a:pt x="96441" y="128141"/>
                </a:cubicBezTo>
                <a:cubicBezTo>
                  <a:pt x="96441" y="92869"/>
                  <a:pt x="41970" y="96887"/>
                  <a:pt x="41970" y="83493"/>
                </a:cubicBezTo>
                <a:cubicBezTo>
                  <a:pt x="41970" y="80367"/>
                  <a:pt x="47327" y="73223"/>
                  <a:pt x="50899" y="73223"/>
                </a:cubicBezTo>
                <a:cubicBezTo>
                  <a:pt x="54471" y="73223"/>
                  <a:pt x="58043" y="74116"/>
                  <a:pt x="61168" y="74116"/>
                </a:cubicBezTo>
                <a:cubicBezTo>
                  <a:pt x="83939" y="74116"/>
                  <a:pt x="108049" y="53132"/>
                  <a:pt x="108049" y="34379"/>
                </a:cubicBezTo>
                <a:cubicBezTo>
                  <a:pt x="108049" y="29021"/>
                  <a:pt x="107603" y="24110"/>
                  <a:pt x="105817" y="19199"/>
                </a:cubicBezTo>
                <a:lnTo>
                  <a:pt x="118765" y="19199"/>
                </a:lnTo>
                <a:lnTo>
                  <a:pt x="118765" y="9376"/>
                </a:lnTo>
                <a:close/>
                <a:moveTo>
                  <a:pt x="81260" y="135731"/>
                </a:moveTo>
                <a:cubicBezTo>
                  <a:pt x="81260" y="148679"/>
                  <a:pt x="68312" y="160288"/>
                  <a:pt x="45541" y="160288"/>
                </a:cubicBezTo>
                <a:cubicBezTo>
                  <a:pt x="41523" y="160288"/>
                  <a:pt x="13841" y="158948"/>
                  <a:pt x="13841" y="135285"/>
                </a:cubicBezTo>
                <a:cubicBezTo>
                  <a:pt x="13841" y="129480"/>
                  <a:pt x="13841" y="122337"/>
                  <a:pt x="24557" y="113407"/>
                </a:cubicBezTo>
                <a:cubicBezTo>
                  <a:pt x="25003" y="112514"/>
                  <a:pt x="33933" y="105817"/>
                  <a:pt x="35272" y="105817"/>
                </a:cubicBezTo>
                <a:cubicBezTo>
                  <a:pt x="37505" y="105817"/>
                  <a:pt x="62508" y="115193"/>
                  <a:pt x="66973" y="117425"/>
                </a:cubicBezTo>
                <a:cubicBezTo>
                  <a:pt x="71884" y="119658"/>
                  <a:pt x="81260" y="124123"/>
                  <a:pt x="81260" y="135731"/>
                </a:cubicBezTo>
                <a:close/>
                <a:moveTo>
                  <a:pt x="87957" y="23217"/>
                </a:moveTo>
                <a:cubicBezTo>
                  <a:pt x="87957" y="44202"/>
                  <a:pt x="75009" y="68759"/>
                  <a:pt x="58043" y="68759"/>
                </a:cubicBezTo>
                <a:cubicBezTo>
                  <a:pt x="46881" y="68759"/>
                  <a:pt x="42416" y="60275"/>
                  <a:pt x="42416" y="48667"/>
                </a:cubicBezTo>
                <a:cubicBezTo>
                  <a:pt x="42416" y="31700"/>
                  <a:pt x="53578" y="5358"/>
                  <a:pt x="73223" y="5358"/>
                </a:cubicBezTo>
                <a:cubicBezTo>
                  <a:pt x="83939" y="5358"/>
                  <a:pt x="87957" y="12948"/>
                  <a:pt x="87957" y="23217"/>
                </a:cubicBezTo>
                <a:close/>
                <a:moveTo>
                  <a:pt x="87957" y="2321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61904-4168-4038-B7E6-6C2DFFA6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8015" y="1786364"/>
            <a:ext cx="117425" cy="177254"/>
          </a:xfrm>
          <a:custGeom xmlns:a="http://schemas.openxmlformats.org/drawingml/2006/main">
            <a:pathLst>
              <a:path w="117425" h="177254">
                <a:moveTo>
                  <a:pt x="114300" y="145107"/>
                </a:moveTo>
                <a:cubicBezTo>
                  <a:pt x="104477" y="157162"/>
                  <a:pt x="98227" y="165199"/>
                  <a:pt x="93315" y="165199"/>
                </a:cubicBezTo>
                <a:cubicBezTo>
                  <a:pt x="91083" y="165199"/>
                  <a:pt x="89297" y="163413"/>
                  <a:pt x="89297" y="160288"/>
                </a:cubicBezTo>
                <a:cubicBezTo>
                  <a:pt x="89297" y="154930"/>
                  <a:pt x="109835" y="89297"/>
                  <a:pt x="109835" y="80367"/>
                </a:cubicBezTo>
                <a:cubicBezTo>
                  <a:pt x="109835" y="63847"/>
                  <a:pt x="98227" y="62061"/>
                  <a:pt x="92422" y="62061"/>
                </a:cubicBezTo>
                <a:cubicBezTo>
                  <a:pt x="69205" y="62061"/>
                  <a:pt x="43309" y="101352"/>
                  <a:pt x="35272" y="114300"/>
                </a:cubicBezTo>
                <a:lnTo>
                  <a:pt x="34826" y="113854"/>
                </a:lnTo>
                <a:lnTo>
                  <a:pt x="65187" y="1339"/>
                </a:lnTo>
                <a:lnTo>
                  <a:pt x="63847" y="0"/>
                </a:lnTo>
                <a:cubicBezTo>
                  <a:pt x="50453" y="3125"/>
                  <a:pt x="37058" y="5358"/>
                  <a:pt x="23664" y="6697"/>
                </a:cubicBezTo>
                <a:lnTo>
                  <a:pt x="23664" y="11162"/>
                </a:lnTo>
                <a:lnTo>
                  <a:pt x="30361" y="10716"/>
                </a:lnTo>
                <a:cubicBezTo>
                  <a:pt x="38844" y="11162"/>
                  <a:pt x="40630" y="14288"/>
                  <a:pt x="40630" y="17413"/>
                </a:cubicBezTo>
                <a:cubicBezTo>
                  <a:pt x="40630" y="21431"/>
                  <a:pt x="36612" y="35719"/>
                  <a:pt x="33933" y="46434"/>
                </a:cubicBezTo>
                <a:lnTo>
                  <a:pt x="0" y="175022"/>
                </a:lnTo>
                <a:lnTo>
                  <a:pt x="19199" y="175022"/>
                </a:lnTo>
                <a:cubicBezTo>
                  <a:pt x="27682" y="142875"/>
                  <a:pt x="31700" y="128588"/>
                  <a:pt x="42862" y="111175"/>
                </a:cubicBezTo>
                <a:cubicBezTo>
                  <a:pt x="48220" y="104031"/>
                  <a:pt x="69652" y="75009"/>
                  <a:pt x="82600" y="75009"/>
                </a:cubicBezTo>
                <a:cubicBezTo>
                  <a:pt x="86618" y="75009"/>
                  <a:pt x="89743" y="77688"/>
                  <a:pt x="89743" y="82153"/>
                </a:cubicBezTo>
                <a:cubicBezTo>
                  <a:pt x="89743" y="85279"/>
                  <a:pt x="68759" y="158948"/>
                  <a:pt x="68759" y="165646"/>
                </a:cubicBezTo>
                <a:cubicBezTo>
                  <a:pt x="68759" y="172343"/>
                  <a:pt x="72330" y="177254"/>
                  <a:pt x="80367" y="177254"/>
                </a:cubicBezTo>
                <a:cubicBezTo>
                  <a:pt x="97334" y="177254"/>
                  <a:pt x="108496" y="161627"/>
                  <a:pt x="117425" y="148233"/>
                </a:cubicBezTo>
                <a:lnTo>
                  <a:pt x="114300" y="145107"/>
                </a:lnTo>
                <a:close/>
                <a:moveTo>
                  <a:pt x="114300" y="1451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9632B5-A467-4392-BE98-55AE9CE3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602" y="1821637"/>
            <a:ext cx="66526" cy="142429"/>
          </a:xfrm>
          <a:custGeom xmlns:a="http://schemas.openxmlformats.org/drawingml/2006/main">
            <a:pathLst>
              <a:path w="66526" h="142429">
                <a:moveTo>
                  <a:pt x="66526" y="29914"/>
                </a:moveTo>
                <a:lnTo>
                  <a:pt x="45988" y="29914"/>
                </a:lnTo>
                <a:lnTo>
                  <a:pt x="53132" y="3572"/>
                </a:lnTo>
                <a:cubicBezTo>
                  <a:pt x="53132" y="3125"/>
                  <a:pt x="53578" y="2679"/>
                  <a:pt x="53578" y="2232"/>
                </a:cubicBezTo>
                <a:cubicBezTo>
                  <a:pt x="53578" y="893"/>
                  <a:pt x="52685" y="0"/>
                  <a:pt x="51792" y="0"/>
                </a:cubicBezTo>
                <a:lnTo>
                  <a:pt x="50899" y="0"/>
                </a:lnTo>
                <a:cubicBezTo>
                  <a:pt x="48667" y="0"/>
                  <a:pt x="48220" y="1786"/>
                  <a:pt x="46881" y="2679"/>
                </a:cubicBezTo>
                <a:cubicBezTo>
                  <a:pt x="39737" y="12055"/>
                  <a:pt x="27682" y="23217"/>
                  <a:pt x="19199" y="27682"/>
                </a:cubicBezTo>
                <a:cubicBezTo>
                  <a:pt x="14734" y="29914"/>
                  <a:pt x="7590" y="31700"/>
                  <a:pt x="5804" y="34379"/>
                </a:cubicBezTo>
                <a:cubicBezTo>
                  <a:pt x="5358" y="34826"/>
                  <a:pt x="5358" y="35719"/>
                  <a:pt x="5358" y="36612"/>
                </a:cubicBezTo>
                <a:cubicBezTo>
                  <a:pt x="5358" y="37058"/>
                  <a:pt x="5358" y="37951"/>
                  <a:pt x="5358" y="38398"/>
                </a:cubicBezTo>
                <a:lnTo>
                  <a:pt x="24557" y="38398"/>
                </a:lnTo>
                <a:lnTo>
                  <a:pt x="5804" y="108942"/>
                </a:lnTo>
                <a:cubicBezTo>
                  <a:pt x="4911" y="112961"/>
                  <a:pt x="0" y="128588"/>
                  <a:pt x="0" y="132159"/>
                </a:cubicBezTo>
                <a:cubicBezTo>
                  <a:pt x="0" y="140196"/>
                  <a:pt x="7144" y="142429"/>
                  <a:pt x="12502" y="142429"/>
                </a:cubicBezTo>
                <a:cubicBezTo>
                  <a:pt x="25896" y="142429"/>
                  <a:pt x="35719" y="131266"/>
                  <a:pt x="48667" y="111621"/>
                </a:cubicBezTo>
                <a:lnTo>
                  <a:pt x="45541" y="109835"/>
                </a:lnTo>
                <a:cubicBezTo>
                  <a:pt x="38844" y="117872"/>
                  <a:pt x="29914" y="129927"/>
                  <a:pt x="25003" y="129927"/>
                </a:cubicBezTo>
                <a:cubicBezTo>
                  <a:pt x="22324" y="129927"/>
                  <a:pt x="20985" y="128141"/>
                  <a:pt x="20985" y="125462"/>
                </a:cubicBezTo>
                <a:cubicBezTo>
                  <a:pt x="20985" y="125016"/>
                  <a:pt x="20985" y="124569"/>
                  <a:pt x="20985" y="123676"/>
                </a:cubicBezTo>
                <a:lnTo>
                  <a:pt x="43755" y="38398"/>
                </a:lnTo>
                <a:lnTo>
                  <a:pt x="65187" y="38398"/>
                </a:lnTo>
                <a:lnTo>
                  <a:pt x="66526" y="29914"/>
                </a:lnTo>
                <a:close/>
                <a:moveTo>
                  <a:pt x="66526" y="299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4B608-B027-4BE9-BAB6-3CBBC3FA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985" y="3287241"/>
            <a:ext cx="631441" cy="391790"/>
          </a:xfrm>
          <a:custGeom xmlns:a="http://schemas.openxmlformats.org/drawingml/2006/main">
            <a:pathLst>
              <a:path w="631441" h="391790">
                <a:moveTo>
                  <a:pt x="0" y="391790"/>
                </a:moveTo>
                <a:lnTo>
                  <a:pt x="0" y="0"/>
                </a:lnTo>
                <a:lnTo>
                  <a:pt x="631441" y="0"/>
                </a:lnTo>
                <a:lnTo>
                  <a:pt x="631441" y="391790"/>
                </a:lnTo>
                <a:lnTo>
                  <a:pt x="0" y="391790"/>
                </a:lnTo>
                <a:close/>
                <a:moveTo>
                  <a:pt x="0" y="391790"/>
                </a:moveTo>
              </a:path>
            </a:pathLst>
          </a:custGeom>
          <a:solidFill xmlns:a="http://schemas.openxmlformats.org/drawingml/2006/main">
            <a:srgbClr val="FFFFFF">
              <a:alpha val="82570"/>
            </a:srgbClr>
          </a:solidFill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10D2E-E31C-4A6B-AEDB-A6ABDB96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25" y="3212009"/>
            <a:ext cx="150465" cy="150465"/>
          </a:xfrm>
          <a:custGeom xmlns:a="http://schemas.openxmlformats.org/drawingml/2006/main">
            <a:pathLst>
              <a:path w="150465" h="150465">
                <a:moveTo>
                  <a:pt x="75233" y="0"/>
                </a:moveTo>
                <a:cubicBezTo>
                  <a:pt x="116756" y="0"/>
                  <a:pt x="150465" y="33710"/>
                  <a:pt x="150465" y="75233"/>
                </a:cubicBezTo>
                <a:cubicBezTo>
                  <a:pt x="150465" y="116756"/>
                  <a:pt x="116756" y="150465"/>
                  <a:pt x="75233" y="150465"/>
                </a:cubicBezTo>
                <a:cubicBezTo>
                  <a:pt x="33710" y="150465"/>
                  <a:pt x="0" y="116756"/>
                  <a:pt x="0" y="75233"/>
                </a:cubicBezTo>
                <a:cubicBezTo>
                  <a:pt x="0" y="33710"/>
                  <a:pt x="33710" y="0"/>
                  <a:pt x="75233" y="0"/>
                </a:cubicBezTo>
                <a:close/>
                <a:moveTo>
                  <a:pt x="7523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A5170-16DB-476E-9772-5A64C32A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558" y="1151195"/>
            <a:ext cx="89743" cy="116532"/>
          </a:xfrm>
          <a:custGeom xmlns:a="http://schemas.openxmlformats.org/drawingml/2006/main">
            <a:pathLst>
              <a:path w="89743" h="116532">
                <a:moveTo>
                  <a:pt x="5358" y="75902"/>
                </a:moveTo>
                <a:lnTo>
                  <a:pt x="0" y="116532"/>
                </a:lnTo>
                <a:lnTo>
                  <a:pt x="4018" y="116532"/>
                </a:lnTo>
                <a:cubicBezTo>
                  <a:pt x="5804" y="113854"/>
                  <a:pt x="6697" y="111175"/>
                  <a:pt x="10269" y="111175"/>
                </a:cubicBezTo>
                <a:cubicBezTo>
                  <a:pt x="17859" y="111175"/>
                  <a:pt x="28129" y="116086"/>
                  <a:pt x="35719" y="116086"/>
                </a:cubicBezTo>
                <a:cubicBezTo>
                  <a:pt x="50006" y="116086"/>
                  <a:pt x="73670" y="109835"/>
                  <a:pt x="73670" y="81707"/>
                </a:cubicBezTo>
                <a:cubicBezTo>
                  <a:pt x="73670" y="60275"/>
                  <a:pt x="42416" y="37505"/>
                  <a:pt x="42416" y="20985"/>
                </a:cubicBezTo>
                <a:cubicBezTo>
                  <a:pt x="42416" y="8483"/>
                  <a:pt x="50899" y="6251"/>
                  <a:pt x="56257" y="6251"/>
                </a:cubicBezTo>
                <a:cubicBezTo>
                  <a:pt x="73223" y="6251"/>
                  <a:pt x="79474" y="20985"/>
                  <a:pt x="80367" y="35719"/>
                </a:cubicBezTo>
                <a:lnTo>
                  <a:pt x="84832" y="35719"/>
                </a:lnTo>
                <a:lnTo>
                  <a:pt x="89743" y="0"/>
                </a:lnTo>
                <a:lnTo>
                  <a:pt x="86171" y="0"/>
                </a:lnTo>
                <a:cubicBezTo>
                  <a:pt x="84832" y="2232"/>
                  <a:pt x="83493" y="4911"/>
                  <a:pt x="79028" y="4911"/>
                </a:cubicBezTo>
                <a:cubicBezTo>
                  <a:pt x="71438" y="4911"/>
                  <a:pt x="66080" y="446"/>
                  <a:pt x="54471" y="446"/>
                </a:cubicBezTo>
                <a:cubicBezTo>
                  <a:pt x="27682" y="446"/>
                  <a:pt x="24110" y="20985"/>
                  <a:pt x="24110" y="29021"/>
                </a:cubicBezTo>
                <a:cubicBezTo>
                  <a:pt x="24110" y="48667"/>
                  <a:pt x="54471" y="73223"/>
                  <a:pt x="54471" y="90190"/>
                </a:cubicBezTo>
                <a:cubicBezTo>
                  <a:pt x="54471" y="98673"/>
                  <a:pt x="50453" y="110728"/>
                  <a:pt x="36165" y="110728"/>
                </a:cubicBezTo>
                <a:cubicBezTo>
                  <a:pt x="15180" y="110728"/>
                  <a:pt x="11162" y="87064"/>
                  <a:pt x="9376" y="75902"/>
                </a:cubicBezTo>
                <a:lnTo>
                  <a:pt x="5358" y="75902"/>
                </a:lnTo>
                <a:close/>
                <a:moveTo>
                  <a:pt x="5358" y="759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2ACBF-544D-4ED5-9712-B33A84CEE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8255" y="1151641"/>
            <a:ext cx="97334" cy="115639"/>
          </a:xfrm>
          <a:custGeom xmlns:a="http://schemas.openxmlformats.org/drawingml/2006/main">
            <a:pathLst>
              <a:path w="97334" h="115639">
                <a:moveTo>
                  <a:pt x="30807" y="48220"/>
                </a:moveTo>
                <a:cubicBezTo>
                  <a:pt x="40184" y="25450"/>
                  <a:pt x="58043" y="5804"/>
                  <a:pt x="71884" y="5804"/>
                </a:cubicBezTo>
                <a:cubicBezTo>
                  <a:pt x="78135" y="5804"/>
                  <a:pt x="80814" y="10716"/>
                  <a:pt x="80814" y="16073"/>
                </a:cubicBezTo>
                <a:cubicBezTo>
                  <a:pt x="80814" y="18306"/>
                  <a:pt x="79474" y="48667"/>
                  <a:pt x="26343" y="59829"/>
                </a:cubicBezTo>
                <a:lnTo>
                  <a:pt x="30807" y="48220"/>
                </a:lnTo>
                <a:close/>
                <a:moveTo>
                  <a:pt x="83493" y="84832"/>
                </a:moveTo>
                <a:cubicBezTo>
                  <a:pt x="70991" y="95548"/>
                  <a:pt x="60275" y="104031"/>
                  <a:pt x="46434" y="104031"/>
                </a:cubicBezTo>
                <a:cubicBezTo>
                  <a:pt x="35719" y="104031"/>
                  <a:pt x="22324" y="98227"/>
                  <a:pt x="22324" y="80814"/>
                </a:cubicBezTo>
                <a:cubicBezTo>
                  <a:pt x="22324" y="75902"/>
                  <a:pt x="23664" y="70545"/>
                  <a:pt x="24557" y="65187"/>
                </a:cubicBezTo>
                <a:lnTo>
                  <a:pt x="32147" y="64294"/>
                </a:lnTo>
                <a:cubicBezTo>
                  <a:pt x="73670" y="58489"/>
                  <a:pt x="97334" y="37505"/>
                  <a:pt x="97334" y="17413"/>
                </a:cubicBezTo>
                <a:cubicBezTo>
                  <a:pt x="97334" y="6251"/>
                  <a:pt x="89743" y="0"/>
                  <a:pt x="76349" y="0"/>
                </a:cubicBezTo>
                <a:cubicBezTo>
                  <a:pt x="40184" y="0"/>
                  <a:pt x="0" y="42862"/>
                  <a:pt x="0" y="79474"/>
                </a:cubicBezTo>
                <a:cubicBezTo>
                  <a:pt x="0" y="95994"/>
                  <a:pt x="8037" y="115639"/>
                  <a:pt x="34826" y="115639"/>
                </a:cubicBezTo>
                <a:cubicBezTo>
                  <a:pt x="60722" y="115639"/>
                  <a:pt x="83939" y="92422"/>
                  <a:pt x="86618" y="87957"/>
                </a:cubicBezTo>
                <a:lnTo>
                  <a:pt x="83493" y="84832"/>
                </a:lnTo>
                <a:close/>
                <a:moveTo>
                  <a:pt x="83493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D3790C-17C2-418F-B3E7-18F27317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1581" y="1151641"/>
            <a:ext cx="101352" cy="115639"/>
          </a:xfrm>
          <a:custGeom xmlns:a="http://schemas.openxmlformats.org/drawingml/2006/main">
            <a:pathLst>
              <a:path w="101352" h="115639">
                <a:moveTo>
                  <a:pt x="82153" y="85725"/>
                </a:moveTo>
                <a:cubicBezTo>
                  <a:pt x="72777" y="95994"/>
                  <a:pt x="60722" y="106710"/>
                  <a:pt x="45541" y="106710"/>
                </a:cubicBezTo>
                <a:cubicBezTo>
                  <a:pt x="29914" y="106710"/>
                  <a:pt x="22324" y="95101"/>
                  <a:pt x="22324" y="75456"/>
                </a:cubicBezTo>
                <a:cubicBezTo>
                  <a:pt x="22324" y="50899"/>
                  <a:pt x="39737" y="5358"/>
                  <a:pt x="73223" y="5358"/>
                </a:cubicBezTo>
                <a:cubicBezTo>
                  <a:pt x="77688" y="5358"/>
                  <a:pt x="83046" y="6697"/>
                  <a:pt x="83046" y="10269"/>
                </a:cubicBezTo>
                <a:cubicBezTo>
                  <a:pt x="83046" y="14734"/>
                  <a:pt x="79028" y="16520"/>
                  <a:pt x="79028" y="23217"/>
                </a:cubicBezTo>
                <a:cubicBezTo>
                  <a:pt x="79028" y="29021"/>
                  <a:pt x="83046" y="32593"/>
                  <a:pt x="89297" y="32593"/>
                </a:cubicBezTo>
                <a:cubicBezTo>
                  <a:pt x="95548" y="32593"/>
                  <a:pt x="101352" y="27682"/>
                  <a:pt x="101352" y="20538"/>
                </a:cubicBezTo>
                <a:cubicBezTo>
                  <a:pt x="101352" y="12948"/>
                  <a:pt x="95101" y="0"/>
                  <a:pt x="73223" y="0"/>
                </a:cubicBezTo>
                <a:cubicBezTo>
                  <a:pt x="35272" y="0"/>
                  <a:pt x="0" y="39291"/>
                  <a:pt x="0" y="75456"/>
                </a:cubicBezTo>
                <a:cubicBezTo>
                  <a:pt x="0" y="109389"/>
                  <a:pt x="21431" y="115639"/>
                  <a:pt x="37951" y="115639"/>
                </a:cubicBezTo>
                <a:cubicBezTo>
                  <a:pt x="64740" y="115639"/>
                  <a:pt x="79921" y="96441"/>
                  <a:pt x="86171" y="88404"/>
                </a:cubicBezTo>
                <a:lnTo>
                  <a:pt x="82153" y="85725"/>
                </a:lnTo>
                <a:close/>
                <a:moveTo>
                  <a:pt x="82153" y="857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4338F8-96B2-4924-9B1C-16499C1C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4461" y="1151641"/>
            <a:ext cx="113407" cy="115639"/>
          </a:xfrm>
          <a:custGeom xmlns:a="http://schemas.openxmlformats.org/drawingml/2006/main">
            <a:pathLst>
              <a:path w="113407" h="115639">
                <a:moveTo>
                  <a:pt x="75456" y="0"/>
                </a:moveTo>
                <a:cubicBezTo>
                  <a:pt x="37951" y="0"/>
                  <a:pt x="0" y="41077"/>
                  <a:pt x="0" y="79028"/>
                </a:cubicBezTo>
                <a:cubicBezTo>
                  <a:pt x="0" y="100012"/>
                  <a:pt x="11609" y="115639"/>
                  <a:pt x="38844" y="115639"/>
                </a:cubicBezTo>
                <a:cubicBezTo>
                  <a:pt x="78135" y="115639"/>
                  <a:pt x="113407" y="69205"/>
                  <a:pt x="113407" y="37951"/>
                </a:cubicBezTo>
                <a:cubicBezTo>
                  <a:pt x="113407" y="20985"/>
                  <a:pt x="105370" y="0"/>
                  <a:pt x="75456" y="0"/>
                </a:cubicBezTo>
                <a:close/>
                <a:moveTo>
                  <a:pt x="73670" y="5358"/>
                </a:moveTo>
                <a:cubicBezTo>
                  <a:pt x="86171" y="5358"/>
                  <a:pt x="91529" y="16520"/>
                  <a:pt x="91529" y="29914"/>
                </a:cubicBezTo>
                <a:cubicBezTo>
                  <a:pt x="91529" y="57150"/>
                  <a:pt x="71438" y="110282"/>
                  <a:pt x="42416" y="110282"/>
                </a:cubicBezTo>
                <a:cubicBezTo>
                  <a:pt x="29468" y="110282"/>
                  <a:pt x="21878" y="101352"/>
                  <a:pt x="21878" y="86618"/>
                </a:cubicBezTo>
                <a:cubicBezTo>
                  <a:pt x="21878" y="56257"/>
                  <a:pt x="45095" y="5358"/>
                  <a:pt x="73670" y="5358"/>
                </a:cubicBezTo>
                <a:close/>
                <a:moveTo>
                  <a:pt x="73670" y="535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4DCA5-A7A8-49EF-95BD-18A15A19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457" y="1151641"/>
            <a:ext cx="117872" cy="115193"/>
          </a:xfrm>
          <a:custGeom xmlns:a="http://schemas.openxmlformats.org/drawingml/2006/main">
            <a:pathLst>
              <a:path w="117872" h="115193">
                <a:moveTo>
                  <a:pt x="114300" y="83046"/>
                </a:moveTo>
                <a:cubicBezTo>
                  <a:pt x="104924" y="95101"/>
                  <a:pt x="98227" y="103138"/>
                  <a:pt x="93315" y="103138"/>
                </a:cubicBezTo>
                <a:cubicBezTo>
                  <a:pt x="92869" y="103138"/>
                  <a:pt x="89297" y="102691"/>
                  <a:pt x="89297" y="98673"/>
                </a:cubicBezTo>
                <a:cubicBezTo>
                  <a:pt x="89297" y="91083"/>
                  <a:pt x="109835" y="27682"/>
                  <a:pt x="109835" y="16966"/>
                </a:cubicBezTo>
                <a:cubicBezTo>
                  <a:pt x="109835" y="6251"/>
                  <a:pt x="104031" y="0"/>
                  <a:pt x="91976" y="0"/>
                </a:cubicBezTo>
                <a:cubicBezTo>
                  <a:pt x="70545" y="0"/>
                  <a:pt x="47327" y="35719"/>
                  <a:pt x="35272" y="54471"/>
                </a:cubicBezTo>
                <a:lnTo>
                  <a:pt x="34826" y="54025"/>
                </a:lnTo>
                <a:lnTo>
                  <a:pt x="50899" y="446"/>
                </a:lnTo>
                <a:lnTo>
                  <a:pt x="50453" y="0"/>
                </a:lnTo>
                <a:cubicBezTo>
                  <a:pt x="36612" y="2679"/>
                  <a:pt x="22771" y="5358"/>
                  <a:pt x="8930" y="8037"/>
                </a:cubicBezTo>
                <a:lnTo>
                  <a:pt x="8930" y="12055"/>
                </a:lnTo>
                <a:cubicBezTo>
                  <a:pt x="22771" y="12055"/>
                  <a:pt x="25003" y="14734"/>
                  <a:pt x="25003" y="18752"/>
                </a:cubicBezTo>
                <a:cubicBezTo>
                  <a:pt x="25003" y="24110"/>
                  <a:pt x="8037" y="83939"/>
                  <a:pt x="0" y="112961"/>
                </a:cubicBezTo>
                <a:lnTo>
                  <a:pt x="19199" y="112961"/>
                </a:lnTo>
                <a:cubicBezTo>
                  <a:pt x="29914" y="78135"/>
                  <a:pt x="33040" y="66973"/>
                  <a:pt x="44648" y="49560"/>
                </a:cubicBezTo>
                <a:cubicBezTo>
                  <a:pt x="54025" y="35272"/>
                  <a:pt x="70098" y="12948"/>
                  <a:pt x="82600" y="12948"/>
                </a:cubicBezTo>
                <a:cubicBezTo>
                  <a:pt x="87511" y="12948"/>
                  <a:pt x="88850" y="16520"/>
                  <a:pt x="88850" y="21431"/>
                </a:cubicBezTo>
                <a:cubicBezTo>
                  <a:pt x="88850" y="31254"/>
                  <a:pt x="70098" y="94208"/>
                  <a:pt x="70098" y="100012"/>
                </a:cubicBezTo>
                <a:cubicBezTo>
                  <a:pt x="70098" y="107603"/>
                  <a:pt x="70545" y="115193"/>
                  <a:pt x="82153" y="115193"/>
                </a:cubicBezTo>
                <a:cubicBezTo>
                  <a:pt x="95994" y="115193"/>
                  <a:pt x="104924" y="103584"/>
                  <a:pt x="117872" y="86171"/>
                </a:cubicBezTo>
                <a:lnTo>
                  <a:pt x="114300" y="83046"/>
                </a:lnTo>
                <a:close/>
                <a:moveTo>
                  <a:pt x="114300" y="830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64B80-E2B4-43C1-8484-4C40FB72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26" y="1089580"/>
            <a:ext cx="131266" cy="178147"/>
          </a:xfrm>
          <a:custGeom xmlns:a="http://schemas.openxmlformats.org/drawingml/2006/main">
            <a:pathLst>
              <a:path w="131266" h="178147">
                <a:moveTo>
                  <a:pt x="37951" y="165646"/>
                </a:moveTo>
                <a:cubicBezTo>
                  <a:pt x="22324" y="165646"/>
                  <a:pt x="22324" y="150912"/>
                  <a:pt x="22324" y="146447"/>
                </a:cubicBezTo>
                <a:cubicBezTo>
                  <a:pt x="22324" y="123230"/>
                  <a:pt x="46434" y="67866"/>
                  <a:pt x="75009" y="67866"/>
                </a:cubicBezTo>
                <a:cubicBezTo>
                  <a:pt x="87064" y="67866"/>
                  <a:pt x="87064" y="79028"/>
                  <a:pt x="87064" y="85279"/>
                </a:cubicBezTo>
                <a:cubicBezTo>
                  <a:pt x="87064" y="116979"/>
                  <a:pt x="62061" y="165646"/>
                  <a:pt x="37951" y="165646"/>
                </a:cubicBezTo>
                <a:close/>
                <a:moveTo>
                  <a:pt x="114746" y="146447"/>
                </a:moveTo>
                <a:cubicBezTo>
                  <a:pt x="104031" y="158948"/>
                  <a:pt x="98673" y="164753"/>
                  <a:pt x="93762" y="164753"/>
                </a:cubicBezTo>
                <a:cubicBezTo>
                  <a:pt x="91083" y="164753"/>
                  <a:pt x="88850" y="162967"/>
                  <a:pt x="88850" y="158948"/>
                </a:cubicBezTo>
                <a:cubicBezTo>
                  <a:pt x="88850" y="154930"/>
                  <a:pt x="120104" y="45988"/>
                  <a:pt x="131266" y="1339"/>
                </a:cubicBezTo>
                <a:lnTo>
                  <a:pt x="129927" y="0"/>
                </a:lnTo>
                <a:cubicBezTo>
                  <a:pt x="116532" y="2679"/>
                  <a:pt x="103584" y="4465"/>
                  <a:pt x="90636" y="5804"/>
                </a:cubicBezTo>
                <a:lnTo>
                  <a:pt x="90636" y="10269"/>
                </a:lnTo>
                <a:cubicBezTo>
                  <a:pt x="104477" y="10269"/>
                  <a:pt x="106263" y="11609"/>
                  <a:pt x="106263" y="17859"/>
                </a:cubicBezTo>
                <a:cubicBezTo>
                  <a:pt x="106263" y="21431"/>
                  <a:pt x="104477" y="27682"/>
                  <a:pt x="102691" y="34826"/>
                </a:cubicBezTo>
                <a:lnTo>
                  <a:pt x="91529" y="75456"/>
                </a:lnTo>
                <a:lnTo>
                  <a:pt x="91083" y="75902"/>
                </a:lnTo>
                <a:cubicBezTo>
                  <a:pt x="90190" y="70545"/>
                  <a:pt x="88404" y="62061"/>
                  <a:pt x="73670" y="62061"/>
                </a:cubicBezTo>
                <a:cubicBezTo>
                  <a:pt x="43309" y="62061"/>
                  <a:pt x="0" y="108942"/>
                  <a:pt x="0" y="147786"/>
                </a:cubicBezTo>
                <a:cubicBezTo>
                  <a:pt x="0" y="160734"/>
                  <a:pt x="5358" y="177701"/>
                  <a:pt x="26343" y="177701"/>
                </a:cubicBezTo>
                <a:cubicBezTo>
                  <a:pt x="39291" y="177701"/>
                  <a:pt x="53578" y="173682"/>
                  <a:pt x="71884" y="145107"/>
                </a:cubicBezTo>
                <a:lnTo>
                  <a:pt x="72777" y="146000"/>
                </a:lnTo>
                <a:cubicBezTo>
                  <a:pt x="70545" y="154930"/>
                  <a:pt x="69652" y="160734"/>
                  <a:pt x="69652" y="166539"/>
                </a:cubicBezTo>
                <a:cubicBezTo>
                  <a:pt x="69652" y="171896"/>
                  <a:pt x="71438" y="178147"/>
                  <a:pt x="81707" y="178147"/>
                </a:cubicBezTo>
                <a:cubicBezTo>
                  <a:pt x="90190" y="178147"/>
                  <a:pt x="106710" y="166092"/>
                  <a:pt x="117872" y="149126"/>
                </a:cubicBezTo>
                <a:lnTo>
                  <a:pt x="114746" y="146447"/>
                </a:lnTo>
                <a:close/>
                <a:moveTo>
                  <a:pt x="114746" y="146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3629D-5ECB-407A-B3BE-6C1BE87D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6594" y="1151641"/>
            <a:ext cx="117425" cy="115639"/>
          </a:xfrm>
          <a:custGeom xmlns:a="http://schemas.openxmlformats.org/drawingml/2006/main">
            <a:pathLst>
              <a:path w="117425" h="115639">
                <a:moveTo>
                  <a:pt x="114300" y="84832"/>
                </a:moveTo>
                <a:cubicBezTo>
                  <a:pt x="103138" y="95994"/>
                  <a:pt x="97780" y="102245"/>
                  <a:pt x="93762" y="102245"/>
                </a:cubicBezTo>
                <a:cubicBezTo>
                  <a:pt x="91976" y="102245"/>
                  <a:pt x="90190" y="100905"/>
                  <a:pt x="90190" y="99120"/>
                </a:cubicBezTo>
                <a:cubicBezTo>
                  <a:pt x="90190" y="91083"/>
                  <a:pt x="113854" y="3572"/>
                  <a:pt x="114746" y="893"/>
                </a:cubicBezTo>
                <a:lnTo>
                  <a:pt x="112961" y="0"/>
                </a:lnTo>
                <a:lnTo>
                  <a:pt x="97334" y="1786"/>
                </a:lnTo>
                <a:lnTo>
                  <a:pt x="96441" y="2679"/>
                </a:lnTo>
                <a:lnTo>
                  <a:pt x="93762" y="13841"/>
                </a:lnTo>
                <a:lnTo>
                  <a:pt x="93315" y="13841"/>
                </a:lnTo>
                <a:cubicBezTo>
                  <a:pt x="92869" y="6697"/>
                  <a:pt x="84386" y="0"/>
                  <a:pt x="73223" y="0"/>
                </a:cubicBezTo>
                <a:cubicBezTo>
                  <a:pt x="39291" y="0"/>
                  <a:pt x="0" y="47774"/>
                  <a:pt x="0" y="85725"/>
                </a:cubicBezTo>
                <a:cubicBezTo>
                  <a:pt x="0" y="92869"/>
                  <a:pt x="446" y="115639"/>
                  <a:pt x="26343" y="115639"/>
                </a:cubicBezTo>
                <a:cubicBezTo>
                  <a:pt x="41523" y="115639"/>
                  <a:pt x="55364" y="108049"/>
                  <a:pt x="76349" y="76795"/>
                </a:cubicBezTo>
                <a:lnTo>
                  <a:pt x="77242" y="77242"/>
                </a:lnTo>
                <a:cubicBezTo>
                  <a:pt x="72777" y="92869"/>
                  <a:pt x="71438" y="98673"/>
                  <a:pt x="71438" y="104477"/>
                </a:cubicBezTo>
                <a:cubicBezTo>
                  <a:pt x="71438" y="108942"/>
                  <a:pt x="71438" y="115639"/>
                  <a:pt x="82600" y="115639"/>
                </a:cubicBezTo>
                <a:cubicBezTo>
                  <a:pt x="93315" y="115639"/>
                  <a:pt x="102245" y="106263"/>
                  <a:pt x="117425" y="87511"/>
                </a:cubicBezTo>
                <a:lnTo>
                  <a:pt x="114300" y="84832"/>
                </a:lnTo>
                <a:close/>
                <a:moveTo>
                  <a:pt x="21431" y="84832"/>
                </a:moveTo>
                <a:cubicBezTo>
                  <a:pt x="21431" y="62061"/>
                  <a:pt x="44648" y="5358"/>
                  <a:pt x="74563" y="5358"/>
                </a:cubicBezTo>
                <a:cubicBezTo>
                  <a:pt x="81707" y="5358"/>
                  <a:pt x="89297" y="10269"/>
                  <a:pt x="89297" y="22771"/>
                </a:cubicBezTo>
                <a:cubicBezTo>
                  <a:pt x="89297" y="47774"/>
                  <a:pt x="63847" y="103138"/>
                  <a:pt x="36612" y="103138"/>
                </a:cubicBezTo>
                <a:cubicBezTo>
                  <a:pt x="29914" y="103138"/>
                  <a:pt x="21431" y="98673"/>
                  <a:pt x="21431" y="84832"/>
                </a:cubicBezTo>
                <a:close/>
                <a:moveTo>
                  <a:pt x="21431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63848-4752-4A78-9E8D-36C730AC7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860" y="1151641"/>
            <a:ext cx="93762" cy="112961"/>
          </a:xfrm>
          <a:custGeom xmlns:a="http://schemas.openxmlformats.org/drawingml/2006/main">
            <a:pathLst>
              <a:path w="93762" h="112961">
                <a:moveTo>
                  <a:pt x="19199" y="112961"/>
                </a:moveTo>
                <a:cubicBezTo>
                  <a:pt x="29914" y="79028"/>
                  <a:pt x="33486" y="67419"/>
                  <a:pt x="43309" y="48667"/>
                </a:cubicBezTo>
                <a:cubicBezTo>
                  <a:pt x="45095" y="45095"/>
                  <a:pt x="60722" y="16520"/>
                  <a:pt x="68759" y="16520"/>
                </a:cubicBezTo>
                <a:cubicBezTo>
                  <a:pt x="74563" y="16520"/>
                  <a:pt x="70991" y="25896"/>
                  <a:pt x="82153" y="25896"/>
                </a:cubicBezTo>
                <a:cubicBezTo>
                  <a:pt x="84832" y="25896"/>
                  <a:pt x="93762" y="25896"/>
                  <a:pt x="93762" y="12502"/>
                </a:cubicBezTo>
                <a:cubicBezTo>
                  <a:pt x="93762" y="3572"/>
                  <a:pt x="87511" y="0"/>
                  <a:pt x="81707" y="0"/>
                </a:cubicBezTo>
                <a:cubicBezTo>
                  <a:pt x="65633" y="0"/>
                  <a:pt x="45988" y="29914"/>
                  <a:pt x="37505" y="46881"/>
                </a:cubicBezTo>
                <a:lnTo>
                  <a:pt x="35719" y="51792"/>
                </a:lnTo>
                <a:lnTo>
                  <a:pt x="34826" y="51346"/>
                </a:lnTo>
                <a:lnTo>
                  <a:pt x="47774" y="446"/>
                </a:lnTo>
                <a:lnTo>
                  <a:pt x="46881" y="0"/>
                </a:lnTo>
                <a:cubicBezTo>
                  <a:pt x="35272" y="1786"/>
                  <a:pt x="20092" y="4911"/>
                  <a:pt x="7144" y="6697"/>
                </a:cubicBezTo>
                <a:lnTo>
                  <a:pt x="7144" y="11162"/>
                </a:lnTo>
                <a:cubicBezTo>
                  <a:pt x="9823" y="10716"/>
                  <a:pt x="12948" y="9823"/>
                  <a:pt x="15627" y="9823"/>
                </a:cubicBezTo>
                <a:cubicBezTo>
                  <a:pt x="23664" y="9823"/>
                  <a:pt x="25003" y="13841"/>
                  <a:pt x="25003" y="17413"/>
                </a:cubicBezTo>
                <a:cubicBezTo>
                  <a:pt x="25003" y="20092"/>
                  <a:pt x="23217" y="28575"/>
                  <a:pt x="20538" y="37951"/>
                </a:cubicBezTo>
                <a:lnTo>
                  <a:pt x="0" y="112961"/>
                </a:lnTo>
                <a:lnTo>
                  <a:pt x="19199" y="112961"/>
                </a:lnTo>
                <a:close/>
                <a:moveTo>
                  <a:pt x="19199" y="112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F2606-9C54-4F1A-925D-295214DE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680" y="1151641"/>
            <a:ext cx="115639" cy="165646"/>
          </a:xfrm>
          <a:custGeom xmlns:a="http://schemas.openxmlformats.org/drawingml/2006/main">
            <a:pathLst>
              <a:path w="115639" h="165646">
                <a:moveTo>
                  <a:pt x="10269" y="10269"/>
                </a:moveTo>
                <a:cubicBezTo>
                  <a:pt x="12948" y="9823"/>
                  <a:pt x="15180" y="9376"/>
                  <a:pt x="18752" y="9376"/>
                </a:cubicBezTo>
                <a:cubicBezTo>
                  <a:pt x="33486" y="9376"/>
                  <a:pt x="36612" y="20538"/>
                  <a:pt x="43755" y="43755"/>
                </a:cubicBezTo>
                <a:cubicBezTo>
                  <a:pt x="48220" y="57596"/>
                  <a:pt x="58936" y="102245"/>
                  <a:pt x="58936" y="112068"/>
                </a:cubicBezTo>
                <a:cubicBezTo>
                  <a:pt x="58936" y="119211"/>
                  <a:pt x="48220" y="131713"/>
                  <a:pt x="41523" y="139303"/>
                </a:cubicBezTo>
                <a:cubicBezTo>
                  <a:pt x="33040" y="149572"/>
                  <a:pt x="29468" y="151805"/>
                  <a:pt x="25450" y="151805"/>
                </a:cubicBezTo>
                <a:cubicBezTo>
                  <a:pt x="20985" y="151805"/>
                  <a:pt x="17413" y="144661"/>
                  <a:pt x="9823" y="144661"/>
                </a:cubicBezTo>
                <a:cubicBezTo>
                  <a:pt x="4465" y="144661"/>
                  <a:pt x="0" y="148679"/>
                  <a:pt x="0" y="154037"/>
                </a:cubicBezTo>
                <a:cubicBezTo>
                  <a:pt x="0" y="165199"/>
                  <a:pt x="11162" y="165646"/>
                  <a:pt x="12948" y="165646"/>
                </a:cubicBezTo>
                <a:cubicBezTo>
                  <a:pt x="43755" y="165646"/>
                  <a:pt x="115639" y="46434"/>
                  <a:pt x="115639" y="15627"/>
                </a:cubicBezTo>
                <a:cubicBezTo>
                  <a:pt x="115639" y="6697"/>
                  <a:pt x="110282" y="0"/>
                  <a:pt x="100905" y="0"/>
                </a:cubicBezTo>
                <a:cubicBezTo>
                  <a:pt x="94208" y="0"/>
                  <a:pt x="91529" y="5358"/>
                  <a:pt x="91529" y="8930"/>
                </a:cubicBezTo>
                <a:cubicBezTo>
                  <a:pt x="91529" y="20538"/>
                  <a:pt x="105370" y="17859"/>
                  <a:pt x="105370" y="28575"/>
                </a:cubicBezTo>
                <a:cubicBezTo>
                  <a:pt x="105370" y="41970"/>
                  <a:pt x="84832" y="76349"/>
                  <a:pt x="74116" y="94655"/>
                </a:cubicBezTo>
                <a:lnTo>
                  <a:pt x="68759" y="64740"/>
                </a:lnTo>
                <a:cubicBezTo>
                  <a:pt x="65633" y="45541"/>
                  <a:pt x="50453" y="0"/>
                  <a:pt x="46881" y="0"/>
                </a:cubicBezTo>
                <a:cubicBezTo>
                  <a:pt x="42416" y="0"/>
                  <a:pt x="22324" y="4018"/>
                  <a:pt x="10269" y="6251"/>
                </a:cubicBezTo>
                <a:lnTo>
                  <a:pt x="10269" y="10269"/>
                </a:lnTo>
                <a:close/>
                <a:moveTo>
                  <a:pt x="10269" y="102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92FF16-254F-4271-B6C5-50FAE738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372" y="1151641"/>
            <a:ext cx="93762" cy="112961"/>
          </a:xfrm>
          <a:custGeom xmlns:a="http://schemas.openxmlformats.org/drawingml/2006/main">
            <a:pathLst>
              <a:path w="93762" h="112961">
                <a:moveTo>
                  <a:pt x="19199" y="112961"/>
                </a:moveTo>
                <a:cubicBezTo>
                  <a:pt x="29914" y="79028"/>
                  <a:pt x="33486" y="67419"/>
                  <a:pt x="43309" y="48667"/>
                </a:cubicBezTo>
                <a:cubicBezTo>
                  <a:pt x="45095" y="45095"/>
                  <a:pt x="60722" y="16520"/>
                  <a:pt x="68759" y="16520"/>
                </a:cubicBezTo>
                <a:cubicBezTo>
                  <a:pt x="74563" y="16520"/>
                  <a:pt x="70991" y="25896"/>
                  <a:pt x="82153" y="25896"/>
                </a:cubicBezTo>
                <a:cubicBezTo>
                  <a:pt x="84832" y="25896"/>
                  <a:pt x="93762" y="25896"/>
                  <a:pt x="93762" y="12502"/>
                </a:cubicBezTo>
                <a:cubicBezTo>
                  <a:pt x="93762" y="3572"/>
                  <a:pt x="87511" y="0"/>
                  <a:pt x="81707" y="0"/>
                </a:cubicBezTo>
                <a:cubicBezTo>
                  <a:pt x="65633" y="0"/>
                  <a:pt x="45988" y="29914"/>
                  <a:pt x="37505" y="46881"/>
                </a:cubicBezTo>
                <a:lnTo>
                  <a:pt x="35719" y="51792"/>
                </a:lnTo>
                <a:lnTo>
                  <a:pt x="34826" y="51346"/>
                </a:lnTo>
                <a:lnTo>
                  <a:pt x="47774" y="446"/>
                </a:lnTo>
                <a:lnTo>
                  <a:pt x="46881" y="0"/>
                </a:lnTo>
                <a:cubicBezTo>
                  <a:pt x="35272" y="1786"/>
                  <a:pt x="20092" y="4911"/>
                  <a:pt x="7144" y="6697"/>
                </a:cubicBezTo>
                <a:lnTo>
                  <a:pt x="7144" y="11162"/>
                </a:lnTo>
                <a:cubicBezTo>
                  <a:pt x="9823" y="10716"/>
                  <a:pt x="12948" y="9823"/>
                  <a:pt x="15627" y="9823"/>
                </a:cubicBezTo>
                <a:cubicBezTo>
                  <a:pt x="23664" y="9823"/>
                  <a:pt x="25003" y="13841"/>
                  <a:pt x="25003" y="17413"/>
                </a:cubicBezTo>
                <a:cubicBezTo>
                  <a:pt x="25003" y="20092"/>
                  <a:pt x="23217" y="28575"/>
                  <a:pt x="20538" y="37951"/>
                </a:cubicBezTo>
                <a:lnTo>
                  <a:pt x="0" y="112961"/>
                </a:lnTo>
                <a:lnTo>
                  <a:pt x="19199" y="112961"/>
                </a:lnTo>
                <a:close/>
                <a:moveTo>
                  <a:pt x="19199" y="112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A19C1F-06EF-4D6C-B8C2-E52D00A8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8064" y="1151641"/>
            <a:ext cx="117425" cy="115639"/>
          </a:xfrm>
          <a:custGeom xmlns:a="http://schemas.openxmlformats.org/drawingml/2006/main">
            <a:pathLst>
              <a:path w="117425" h="115639">
                <a:moveTo>
                  <a:pt x="114300" y="84832"/>
                </a:moveTo>
                <a:cubicBezTo>
                  <a:pt x="103138" y="95994"/>
                  <a:pt x="97780" y="102245"/>
                  <a:pt x="93762" y="102245"/>
                </a:cubicBezTo>
                <a:cubicBezTo>
                  <a:pt x="91976" y="102245"/>
                  <a:pt x="90190" y="100905"/>
                  <a:pt x="90190" y="99120"/>
                </a:cubicBezTo>
                <a:cubicBezTo>
                  <a:pt x="90190" y="91083"/>
                  <a:pt x="113854" y="3572"/>
                  <a:pt x="114746" y="893"/>
                </a:cubicBezTo>
                <a:lnTo>
                  <a:pt x="112961" y="0"/>
                </a:lnTo>
                <a:lnTo>
                  <a:pt x="97334" y="1786"/>
                </a:lnTo>
                <a:lnTo>
                  <a:pt x="96441" y="2679"/>
                </a:lnTo>
                <a:lnTo>
                  <a:pt x="93762" y="13841"/>
                </a:lnTo>
                <a:lnTo>
                  <a:pt x="93315" y="13841"/>
                </a:lnTo>
                <a:cubicBezTo>
                  <a:pt x="92869" y="6697"/>
                  <a:pt x="84386" y="0"/>
                  <a:pt x="73223" y="0"/>
                </a:cubicBezTo>
                <a:cubicBezTo>
                  <a:pt x="39291" y="0"/>
                  <a:pt x="0" y="47774"/>
                  <a:pt x="0" y="85725"/>
                </a:cubicBezTo>
                <a:cubicBezTo>
                  <a:pt x="0" y="92869"/>
                  <a:pt x="446" y="115639"/>
                  <a:pt x="26343" y="115639"/>
                </a:cubicBezTo>
                <a:cubicBezTo>
                  <a:pt x="41523" y="115639"/>
                  <a:pt x="55364" y="108049"/>
                  <a:pt x="76349" y="76795"/>
                </a:cubicBezTo>
                <a:lnTo>
                  <a:pt x="77242" y="77242"/>
                </a:lnTo>
                <a:cubicBezTo>
                  <a:pt x="72777" y="92869"/>
                  <a:pt x="71438" y="98673"/>
                  <a:pt x="71438" y="104477"/>
                </a:cubicBezTo>
                <a:cubicBezTo>
                  <a:pt x="71438" y="108942"/>
                  <a:pt x="71438" y="115639"/>
                  <a:pt x="82600" y="115639"/>
                </a:cubicBezTo>
                <a:cubicBezTo>
                  <a:pt x="93315" y="115639"/>
                  <a:pt x="102245" y="106263"/>
                  <a:pt x="117425" y="87511"/>
                </a:cubicBezTo>
                <a:lnTo>
                  <a:pt x="114300" y="84832"/>
                </a:lnTo>
                <a:close/>
                <a:moveTo>
                  <a:pt x="21431" y="84832"/>
                </a:moveTo>
                <a:cubicBezTo>
                  <a:pt x="21431" y="62061"/>
                  <a:pt x="44648" y="5358"/>
                  <a:pt x="74563" y="5358"/>
                </a:cubicBezTo>
                <a:cubicBezTo>
                  <a:pt x="81707" y="5358"/>
                  <a:pt x="89297" y="10269"/>
                  <a:pt x="89297" y="22771"/>
                </a:cubicBezTo>
                <a:cubicBezTo>
                  <a:pt x="89297" y="47774"/>
                  <a:pt x="63847" y="103138"/>
                  <a:pt x="36612" y="103138"/>
                </a:cubicBezTo>
                <a:cubicBezTo>
                  <a:pt x="29914" y="103138"/>
                  <a:pt x="21431" y="98673"/>
                  <a:pt x="21431" y="84832"/>
                </a:cubicBezTo>
                <a:close/>
                <a:moveTo>
                  <a:pt x="21431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F75536-C7BD-4436-8AD9-5EC373EC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5470" y="1151641"/>
            <a:ext cx="115639" cy="165646"/>
          </a:xfrm>
          <a:custGeom xmlns:a="http://schemas.openxmlformats.org/drawingml/2006/main">
            <a:pathLst>
              <a:path w="115639" h="165646">
                <a:moveTo>
                  <a:pt x="10269" y="10269"/>
                </a:moveTo>
                <a:cubicBezTo>
                  <a:pt x="12948" y="9823"/>
                  <a:pt x="15180" y="9376"/>
                  <a:pt x="18752" y="9376"/>
                </a:cubicBezTo>
                <a:cubicBezTo>
                  <a:pt x="33486" y="9376"/>
                  <a:pt x="36612" y="20538"/>
                  <a:pt x="43755" y="43755"/>
                </a:cubicBezTo>
                <a:cubicBezTo>
                  <a:pt x="48220" y="57596"/>
                  <a:pt x="58936" y="102245"/>
                  <a:pt x="58936" y="112068"/>
                </a:cubicBezTo>
                <a:cubicBezTo>
                  <a:pt x="58936" y="119211"/>
                  <a:pt x="48220" y="131713"/>
                  <a:pt x="41523" y="139303"/>
                </a:cubicBezTo>
                <a:cubicBezTo>
                  <a:pt x="33040" y="149572"/>
                  <a:pt x="29468" y="151805"/>
                  <a:pt x="25450" y="151805"/>
                </a:cubicBezTo>
                <a:cubicBezTo>
                  <a:pt x="20985" y="151805"/>
                  <a:pt x="17413" y="144661"/>
                  <a:pt x="9823" y="144661"/>
                </a:cubicBezTo>
                <a:cubicBezTo>
                  <a:pt x="4465" y="144661"/>
                  <a:pt x="0" y="148679"/>
                  <a:pt x="0" y="154037"/>
                </a:cubicBezTo>
                <a:cubicBezTo>
                  <a:pt x="0" y="165199"/>
                  <a:pt x="11162" y="165646"/>
                  <a:pt x="12948" y="165646"/>
                </a:cubicBezTo>
                <a:cubicBezTo>
                  <a:pt x="43755" y="165646"/>
                  <a:pt x="115639" y="46434"/>
                  <a:pt x="115639" y="15627"/>
                </a:cubicBezTo>
                <a:cubicBezTo>
                  <a:pt x="115639" y="6697"/>
                  <a:pt x="110282" y="0"/>
                  <a:pt x="100905" y="0"/>
                </a:cubicBezTo>
                <a:cubicBezTo>
                  <a:pt x="94208" y="0"/>
                  <a:pt x="91529" y="5358"/>
                  <a:pt x="91529" y="8930"/>
                </a:cubicBezTo>
                <a:cubicBezTo>
                  <a:pt x="91529" y="20538"/>
                  <a:pt x="105370" y="17859"/>
                  <a:pt x="105370" y="28575"/>
                </a:cubicBezTo>
                <a:cubicBezTo>
                  <a:pt x="105370" y="41970"/>
                  <a:pt x="84832" y="76349"/>
                  <a:pt x="74116" y="94655"/>
                </a:cubicBezTo>
                <a:lnTo>
                  <a:pt x="68759" y="64740"/>
                </a:lnTo>
                <a:cubicBezTo>
                  <a:pt x="65633" y="45541"/>
                  <a:pt x="50453" y="0"/>
                  <a:pt x="46881" y="0"/>
                </a:cubicBezTo>
                <a:cubicBezTo>
                  <a:pt x="42416" y="0"/>
                  <a:pt x="22324" y="4018"/>
                  <a:pt x="10269" y="6251"/>
                </a:cubicBezTo>
                <a:lnTo>
                  <a:pt x="10269" y="10269"/>
                </a:lnTo>
                <a:close/>
                <a:moveTo>
                  <a:pt x="10269" y="102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0B2D4B-2E5E-4C40-9E1E-9C3C404B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9512" y="1151195"/>
            <a:ext cx="89743" cy="116532"/>
          </a:xfrm>
          <a:custGeom xmlns:a="http://schemas.openxmlformats.org/drawingml/2006/main">
            <a:pathLst>
              <a:path w="89743" h="116532">
                <a:moveTo>
                  <a:pt x="5358" y="75902"/>
                </a:moveTo>
                <a:lnTo>
                  <a:pt x="0" y="116532"/>
                </a:lnTo>
                <a:lnTo>
                  <a:pt x="4018" y="116532"/>
                </a:lnTo>
                <a:cubicBezTo>
                  <a:pt x="5804" y="113854"/>
                  <a:pt x="6697" y="111175"/>
                  <a:pt x="10269" y="111175"/>
                </a:cubicBezTo>
                <a:cubicBezTo>
                  <a:pt x="17859" y="111175"/>
                  <a:pt x="28129" y="116086"/>
                  <a:pt x="35719" y="116086"/>
                </a:cubicBezTo>
                <a:cubicBezTo>
                  <a:pt x="50006" y="116086"/>
                  <a:pt x="73670" y="109835"/>
                  <a:pt x="73670" y="81707"/>
                </a:cubicBezTo>
                <a:cubicBezTo>
                  <a:pt x="73670" y="60275"/>
                  <a:pt x="42416" y="37505"/>
                  <a:pt x="42416" y="20985"/>
                </a:cubicBezTo>
                <a:cubicBezTo>
                  <a:pt x="42416" y="8483"/>
                  <a:pt x="50899" y="6251"/>
                  <a:pt x="56257" y="6251"/>
                </a:cubicBezTo>
                <a:cubicBezTo>
                  <a:pt x="73223" y="6251"/>
                  <a:pt x="79474" y="20985"/>
                  <a:pt x="80367" y="35719"/>
                </a:cubicBezTo>
                <a:lnTo>
                  <a:pt x="84832" y="35719"/>
                </a:lnTo>
                <a:lnTo>
                  <a:pt x="89743" y="0"/>
                </a:lnTo>
                <a:lnTo>
                  <a:pt x="86171" y="0"/>
                </a:lnTo>
                <a:cubicBezTo>
                  <a:pt x="84832" y="2232"/>
                  <a:pt x="83493" y="4911"/>
                  <a:pt x="79028" y="4911"/>
                </a:cubicBezTo>
                <a:cubicBezTo>
                  <a:pt x="71438" y="4911"/>
                  <a:pt x="66080" y="446"/>
                  <a:pt x="54471" y="446"/>
                </a:cubicBezTo>
                <a:cubicBezTo>
                  <a:pt x="27682" y="446"/>
                  <a:pt x="24110" y="20985"/>
                  <a:pt x="24110" y="29021"/>
                </a:cubicBezTo>
                <a:cubicBezTo>
                  <a:pt x="24110" y="48667"/>
                  <a:pt x="54471" y="73223"/>
                  <a:pt x="54471" y="90190"/>
                </a:cubicBezTo>
                <a:cubicBezTo>
                  <a:pt x="54471" y="98673"/>
                  <a:pt x="50453" y="110728"/>
                  <a:pt x="36165" y="110728"/>
                </a:cubicBezTo>
                <a:cubicBezTo>
                  <a:pt x="15180" y="110728"/>
                  <a:pt x="11162" y="87064"/>
                  <a:pt x="9376" y="75902"/>
                </a:cubicBezTo>
                <a:lnTo>
                  <a:pt x="5358" y="75902"/>
                </a:lnTo>
                <a:close/>
                <a:moveTo>
                  <a:pt x="5358" y="7590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03CB9-47CB-44B6-BB67-3DB739F5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882" y="3405997"/>
            <a:ext cx="139303" cy="165646"/>
          </a:xfrm>
          <a:custGeom xmlns:a="http://schemas.openxmlformats.org/drawingml/2006/main">
            <a:pathLst>
              <a:path w="139303" h="165646">
                <a:moveTo>
                  <a:pt x="116532" y="32593"/>
                </a:moveTo>
                <a:cubicBezTo>
                  <a:pt x="116532" y="63401"/>
                  <a:pt x="93315" y="110728"/>
                  <a:pt x="62061" y="110728"/>
                </a:cubicBezTo>
                <a:cubicBezTo>
                  <a:pt x="55811" y="110728"/>
                  <a:pt x="49113" y="108049"/>
                  <a:pt x="49113" y="101352"/>
                </a:cubicBezTo>
                <a:cubicBezTo>
                  <a:pt x="49113" y="91529"/>
                  <a:pt x="59382" y="56704"/>
                  <a:pt x="65633" y="40184"/>
                </a:cubicBezTo>
                <a:cubicBezTo>
                  <a:pt x="72330" y="22771"/>
                  <a:pt x="87511" y="11162"/>
                  <a:pt x="99566" y="11162"/>
                </a:cubicBezTo>
                <a:cubicBezTo>
                  <a:pt x="116086" y="11162"/>
                  <a:pt x="116532" y="25896"/>
                  <a:pt x="116532" y="32593"/>
                </a:cubicBezTo>
                <a:close/>
                <a:moveTo>
                  <a:pt x="33486" y="9823"/>
                </a:moveTo>
                <a:lnTo>
                  <a:pt x="39291" y="9376"/>
                </a:lnTo>
                <a:lnTo>
                  <a:pt x="40184" y="9376"/>
                </a:lnTo>
                <a:cubicBezTo>
                  <a:pt x="45541" y="9376"/>
                  <a:pt x="50006" y="12502"/>
                  <a:pt x="50006" y="16966"/>
                </a:cubicBezTo>
                <a:cubicBezTo>
                  <a:pt x="50006" y="22324"/>
                  <a:pt x="24110" y="117425"/>
                  <a:pt x="16966" y="146447"/>
                </a:cubicBezTo>
                <a:cubicBezTo>
                  <a:pt x="15180" y="154484"/>
                  <a:pt x="13395" y="161181"/>
                  <a:pt x="0" y="161181"/>
                </a:cubicBezTo>
                <a:lnTo>
                  <a:pt x="0" y="165646"/>
                </a:lnTo>
                <a:lnTo>
                  <a:pt x="52685" y="165646"/>
                </a:lnTo>
                <a:lnTo>
                  <a:pt x="52685" y="161627"/>
                </a:lnTo>
                <a:cubicBezTo>
                  <a:pt x="45988" y="161627"/>
                  <a:pt x="36165" y="161627"/>
                  <a:pt x="36165" y="153591"/>
                </a:cubicBezTo>
                <a:cubicBezTo>
                  <a:pt x="36165" y="148233"/>
                  <a:pt x="43309" y="120104"/>
                  <a:pt x="45541" y="111621"/>
                </a:cubicBezTo>
                <a:cubicBezTo>
                  <a:pt x="51346" y="114300"/>
                  <a:pt x="56704" y="115639"/>
                  <a:pt x="62954" y="115639"/>
                </a:cubicBezTo>
                <a:cubicBezTo>
                  <a:pt x="98227" y="115639"/>
                  <a:pt x="139303" y="73223"/>
                  <a:pt x="139303" y="33486"/>
                </a:cubicBezTo>
                <a:cubicBezTo>
                  <a:pt x="139303" y="15180"/>
                  <a:pt x="131713" y="0"/>
                  <a:pt x="108942" y="0"/>
                </a:cubicBezTo>
                <a:cubicBezTo>
                  <a:pt x="87957" y="0"/>
                  <a:pt x="73223" y="18752"/>
                  <a:pt x="66973" y="27682"/>
                </a:cubicBezTo>
                <a:lnTo>
                  <a:pt x="66526" y="27236"/>
                </a:lnTo>
                <a:lnTo>
                  <a:pt x="73670" y="3125"/>
                </a:lnTo>
                <a:cubicBezTo>
                  <a:pt x="73670" y="2679"/>
                  <a:pt x="74116" y="1786"/>
                  <a:pt x="74116" y="1339"/>
                </a:cubicBezTo>
                <a:cubicBezTo>
                  <a:pt x="74116" y="0"/>
                  <a:pt x="73223" y="0"/>
                  <a:pt x="72777" y="0"/>
                </a:cubicBezTo>
                <a:lnTo>
                  <a:pt x="33040" y="5358"/>
                </a:lnTo>
                <a:lnTo>
                  <a:pt x="33486" y="9823"/>
                </a:lnTo>
                <a:close/>
                <a:moveTo>
                  <a:pt x="33486" y="98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3E3C6-48B2-4D6E-AAB5-FD5ECBCC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812" y="3405997"/>
            <a:ext cx="93762" cy="112961"/>
          </a:xfrm>
          <a:custGeom xmlns:a="http://schemas.openxmlformats.org/drawingml/2006/main">
            <a:pathLst>
              <a:path w="93762" h="112961">
                <a:moveTo>
                  <a:pt x="19199" y="112961"/>
                </a:moveTo>
                <a:cubicBezTo>
                  <a:pt x="29914" y="79028"/>
                  <a:pt x="33486" y="67419"/>
                  <a:pt x="43309" y="48667"/>
                </a:cubicBezTo>
                <a:cubicBezTo>
                  <a:pt x="45095" y="45095"/>
                  <a:pt x="60722" y="16520"/>
                  <a:pt x="68759" y="16520"/>
                </a:cubicBezTo>
                <a:cubicBezTo>
                  <a:pt x="74563" y="16520"/>
                  <a:pt x="70991" y="25896"/>
                  <a:pt x="82153" y="25896"/>
                </a:cubicBezTo>
                <a:cubicBezTo>
                  <a:pt x="84832" y="25896"/>
                  <a:pt x="93762" y="25896"/>
                  <a:pt x="93762" y="12502"/>
                </a:cubicBezTo>
                <a:cubicBezTo>
                  <a:pt x="93762" y="3572"/>
                  <a:pt x="87511" y="0"/>
                  <a:pt x="81707" y="0"/>
                </a:cubicBezTo>
                <a:cubicBezTo>
                  <a:pt x="65633" y="0"/>
                  <a:pt x="45988" y="29914"/>
                  <a:pt x="37505" y="46881"/>
                </a:cubicBezTo>
                <a:lnTo>
                  <a:pt x="35719" y="51792"/>
                </a:lnTo>
                <a:lnTo>
                  <a:pt x="34826" y="51346"/>
                </a:lnTo>
                <a:lnTo>
                  <a:pt x="47774" y="446"/>
                </a:lnTo>
                <a:lnTo>
                  <a:pt x="46881" y="0"/>
                </a:lnTo>
                <a:cubicBezTo>
                  <a:pt x="35272" y="1786"/>
                  <a:pt x="20092" y="4911"/>
                  <a:pt x="7144" y="6697"/>
                </a:cubicBezTo>
                <a:lnTo>
                  <a:pt x="7144" y="11162"/>
                </a:lnTo>
                <a:cubicBezTo>
                  <a:pt x="9823" y="10716"/>
                  <a:pt x="12948" y="9823"/>
                  <a:pt x="15627" y="9823"/>
                </a:cubicBezTo>
                <a:cubicBezTo>
                  <a:pt x="23664" y="9823"/>
                  <a:pt x="25003" y="13841"/>
                  <a:pt x="25003" y="17413"/>
                </a:cubicBezTo>
                <a:cubicBezTo>
                  <a:pt x="25003" y="20092"/>
                  <a:pt x="23217" y="28575"/>
                  <a:pt x="20538" y="37951"/>
                </a:cubicBezTo>
                <a:lnTo>
                  <a:pt x="0" y="112961"/>
                </a:lnTo>
                <a:lnTo>
                  <a:pt x="19199" y="112961"/>
                </a:lnTo>
                <a:close/>
                <a:moveTo>
                  <a:pt x="19199" y="112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02536E-9D25-4F55-B823-ECE3C6AF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384" y="3351525"/>
            <a:ext cx="55364" cy="170111"/>
          </a:xfrm>
          <a:custGeom xmlns:a="http://schemas.openxmlformats.org/drawingml/2006/main">
            <a:pathLst>
              <a:path w="55364" h="170111">
                <a:moveTo>
                  <a:pt x="44202" y="138410"/>
                </a:moveTo>
                <a:cubicBezTo>
                  <a:pt x="33933" y="153144"/>
                  <a:pt x="26343" y="158055"/>
                  <a:pt x="23217" y="158055"/>
                </a:cubicBezTo>
                <a:cubicBezTo>
                  <a:pt x="20985" y="158055"/>
                  <a:pt x="19199" y="156270"/>
                  <a:pt x="19199" y="154484"/>
                </a:cubicBezTo>
                <a:cubicBezTo>
                  <a:pt x="19199" y="151358"/>
                  <a:pt x="22324" y="141089"/>
                  <a:pt x="23217" y="137517"/>
                </a:cubicBezTo>
                <a:lnTo>
                  <a:pt x="45988" y="54918"/>
                </a:lnTo>
                <a:lnTo>
                  <a:pt x="45095" y="54471"/>
                </a:lnTo>
                <a:cubicBezTo>
                  <a:pt x="35272" y="56257"/>
                  <a:pt x="13841" y="60275"/>
                  <a:pt x="4018" y="60722"/>
                </a:cubicBezTo>
                <a:lnTo>
                  <a:pt x="4018" y="64740"/>
                </a:lnTo>
                <a:cubicBezTo>
                  <a:pt x="18306" y="64740"/>
                  <a:pt x="20092" y="66080"/>
                  <a:pt x="20092" y="71438"/>
                </a:cubicBezTo>
                <a:cubicBezTo>
                  <a:pt x="20092" y="78581"/>
                  <a:pt x="0" y="142429"/>
                  <a:pt x="0" y="154484"/>
                </a:cubicBezTo>
                <a:cubicBezTo>
                  <a:pt x="0" y="158948"/>
                  <a:pt x="0" y="170111"/>
                  <a:pt x="12055" y="170111"/>
                </a:cubicBezTo>
                <a:cubicBezTo>
                  <a:pt x="26343" y="170111"/>
                  <a:pt x="37951" y="156270"/>
                  <a:pt x="47774" y="141089"/>
                </a:cubicBezTo>
                <a:lnTo>
                  <a:pt x="44202" y="138410"/>
                </a:lnTo>
                <a:close/>
                <a:moveTo>
                  <a:pt x="55364" y="13841"/>
                </a:moveTo>
                <a:cubicBezTo>
                  <a:pt x="55364" y="8483"/>
                  <a:pt x="50899" y="0"/>
                  <a:pt x="42416" y="0"/>
                </a:cubicBezTo>
                <a:cubicBezTo>
                  <a:pt x="36165" y="0"/>
                  <a:pt x="30361" y="4911"/>
                  <a:pt x="30361" y="13841"/>
                </a:cubicBezTo>
                <a:cubicBezTo>
                  <a:pt x="30361" y="22771"/>
                  <a:pt x="36165" y="26789"/>
                  <a:pt x="42416" y="26789"/>
                </a:cubicBezTo>
                <a:cubicBezTo>
                  <a:pt x="50899" y="26789"/>
                  <a:pt x="55364" y="19199"/>
                  <a:pt x="55364" y="13841"/>
                </a:cubicBezTo>
                <a:close/>
                <a:moveTo>
                  <a:pt x="55364" y="13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031B5-164D-41CE-8775-BD66F66E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4243" y="3405997"/>
            <a:ext cx="177254" cy="115193"/>
          </a:xfrm>
          <a:custGeom xmlns:a="http://schemas.openxmlformats.org/drawingml/2006/main">
            <a:pathLst>
              <a:path w="177254" h="115193">
                <a:moveTo>
                  <a:pt x="173236" y="83046"/>
                </a:moveTo>
                <a:cubicBezTo>
                  <a:pt x="163860" y="95101"/>
                  <a:pt x="157162" y="103138"/>
                  <a:pt x="152251" y="103138"/>
                </a:cubicBezTo>
                <a:cubicBezTo>
                  <a:pt x="149126" y="103138"/>
                  <a:pt x="148233" y="102245"/>
                  <a:pt x="148233" y="98227"/>
                </a:cubicBezTo>
                <a:cubicBezTo>
                  <a:pt x="148233" y="94655"/>
                  <a:pt x="169218" y="25896"/>
                  <a:pt x="169218" y="16966"/>
                </a:cubicBezTo>
                <a:cubicBezTo>
                  <a:pt x="169218" y="6697"/>
                  <a:pt x="163413" y="0"/>
                  <a:pt x="154037" y="0"/>
                </a:cubicBezTo>
                <a:cubicBezTo>
                  <a:pt x="137071" y="0"/>
                  <a:pt x="116086" y="22324"/>
                  <a:pt x="98227" y="52239"/>
                </a:cubicBezTo>
                <a:lnTo>
                  <a:pt x="97780" y="51792"/>
                </a:lnTo>
                <a:cubicBezTo>
                  <a:pt x="101352" y="41523"/>
                  <a:pt x="107156" y="20092"/>
                  <a:pt x="107156" y="16520"/>
                </a:cubicBezTo>
                <a:cubicBezTo>
                  <a:pt x="107156" y="5804"/>
                  <a:pt x="101798" y="0"/>
                  <a:pt x="92422" y="0"/>
                </a:cubicBezTo>
                <a:cubicBezTo>
                  <a:pt x="70545" y="0"/>
                  <a:pt x="44202" y="39737"/>
                  <a:pt x="36612" y="52239"/>
                </a:cubicBezTo>
                <a:lnTo>
                  <a:pt x="36165" y="51792"/>
                </a:lnTo>
                <a:lnTo>
                  <a:pt x="50453" y="446"/>
                </a:lnTo>
                <a:lnTo>
                  <a:pt x="49560" y="0"/>
                </a:lnTo>
                <a:cubicBezTo>
                  <a:pt x="36165" y="2679"/>
                  <a:pt x="22324" y="5358"/>
                  <a:pt x="8483" y="8037"/>
                </a:cubicBezTo>
                <a:lnTo>
                  <a:pt x="8483" y="12055"/>
                </a:lnTo>
                <a:cubicBezTo>
                  <a:pt x="21431" y="12055"/>
                  <a:pt x="25003" y="12502"/>
                  <a:pt x="25003" y="18306"/>
                </a:cubicBezTo>
                <a:cubicBezTo>
                  <a:pt x="25003" y="23664"/>
                  <a:pt x="4018" y="95994"/>
                  <a:pt x="0" y="112961"/>
                </a:cubicBezTo>
                <a:lnTo>
                  <a:pt x="19199" y="112961"/>
                </a:lnTo>
                <a:cubicBezTo>
                  <a:pt x="28575" y="81707"/>
                  <a:pt x="33933" y="64740"/>
                  <a:pt x="44202" y="49560"/>
                </a:cubicBezTo>
                <a:cubicBezTo>
                  <a:pt x="50899" y="39291"/>
                  <a:pt x="70545" y="13395"/>
                  <a:pt x="82153" y="13395"/>
                </a:cubicBezTo>
                <a:cubicBezTo>
                  <a:pt x="84386" y="13395"/>
                  <a:pt x="87511" y="13395"/>
                  <a:pt x="87511" y="20092"/>
                </a:cubicBezTo>
                <a:cubicBezTo>
                  <a:pt x="87511" y="25003"/>
                  <a:pt x="70098" y="87957"/>
                  <a:pt x="63401" y="112961"/>
                </a:cubicBezTo>
                <a:lnTo>
                  <a:pt x="82600" y="112961"/>
                </a:lnTo>
                <a:cubicBezTo>
                  <a:pt x="89743" y="83939"/>
                  <a:pt x="94208" y="67866"/>
                  <a:pt x="106710" y="48220"/>
                </a:cubicBezTo>
                <a:cubicBezTo>
                  <a:pt x="114300" y="35719"/>
                  <a:pt x="133052" y="13395"/>
                  <a:pt x="143321" y="13395"/>
                </a:cubicBezTo>
                <a:cubicBezTo>
                  <a:pt x="146447" y="13395"/>
                  <a:pt x="148679" y="15180"/>
                  <a:pt x="148679" y="19199"/>
                </a:cubicBezTo>
                <a:cubicBezTo>
                  <a:pt x="148679" y="24110"/>
                  <a:pt x="129034" y="95994"/>
                  <a:pt x="129034" y="102691"/>
                </a:cubicBezTo>
                <a:cubicBezTo>
                  <a:pt x="129034" y="106263"/>
                  <a:pt x="129034" y="115193"/>
                  <a:pt x="139750" y="115193"/>
                </a:cubicBezTo>
                <a:cubicBezTo>
                  <a:pt x="154037" y="115193"/>
                  <a:pt x="166985" y="100905"/>
                  <a:pt x="175915" y="87957"/>
                </a:cubicBezTo>
                <a:lnTo>
                  <a:pt x="177254" y="86171"/>
                </a:lnTo>
                <a:lnTo>
                  <a:pt x="173236" y="83046"/>
                </a:lnTo>
                <a:close/>
                <a:moveTo>
                  <a:pt x="173236" y="830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F9CF07-0850-4514-9D8D-8CD47EA1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0591" y="3405997"/>
            <a:ext cx="117425" cy="115639"/>
          </a:xfrm>
          <a:custGeom xmlns:a="http://schemas.openxmlformats.org/drawingml/2006/main">
            <a:pathLst>
              <a:path w="117425" h="115639">
                <a:moveTo>
                  <a:pt x="114300" y="84832"/>
                </a:moveTo>
                <a:cubicBezTo>
                  <a:pt x="103138" y="95994"/>
                  <a:pt x="97780" y="102245"/>
                  <a:pt x="93762" y="102245"/>
                </a:cubicBezTo>
                <a:cubicBezTo>
                  <a:pt x="91976" y="102245"/>
                  <a:pt x="90190" y="100905"/>
                  <a:pt x="90190" y="99120"/>
                </a:cubicBezTo>
                <a:cubicBezTo>
                  <a:pt x="90190" y="91083"/>
                  <a:pt x="113854" y="3572"/>
                  <a:pt x="114746" y="893"/>
                </a:cubicBezTo>
                <a:lnTo>
                  <a:pt x="112961" y="0"/>
                </a:lnTo>
                <a:lnTo>
                  <a:pt x="97334" y="1786"/>
                </a:lnTo>
                <a:lnTo>
                  <a:pt x="96441" y="2679"/>
                </a:lnTo>
                <a:lnTo>
                  <a:pt x="93762" y="13841"/>
                </a:lnTo>
                <a:lnTo>
                  <a:pt x="93315" y="13841"/>
                </a:lnTo>
                <a:cubicBezTo>
                  <a:pt x="92869" y="6697"/>
                  <a:pt x="84386" y="0"/>
                  <a:pt x="73223" y="0"/>
                </a:cubicBezTo>
                <a:cubicBezTo>
                  <a:pt x="39291" y="0"/>
                  <a:pt x="0" y="47774"/>
                  <a:pt x="0" y="85725"/>
                </a:cubicBezTo>
                <a:cubicBezTo>
                  <a:pt x="0" y="92869"/>
                  <a:pt x="446" y="115639"/>
                  <a:pt x="26343" y="115639"/>
                </a:cubicBezTo>
                <a:cubicBezTo>
                  <a:pt x="41523" y="115639"/>
                  <a:pt x="55364" y="108049"/>
                  <a:pt x="76349" y="76795"/>
                </a:cubicBezTo>
                <a:lnTo>
                  <a:pt x="77242" y="77242"/>
                </a:lnTo>
                <a:cubicBezTo>
                  <a:pt x="72777" y="92869"/>
                  <a:pt x="71438" y="98673"/>
                  <a:pt x="71438" y="104477"/>
                </a:cubicBezTo>
                <a:cubicBezTo>
                  <a:pt x="71438" y="108942"/>
                  <a:pt x="71438" y="115639"/>
                  <a:pt x="82600" y="115639"/>
                </a:cubicBezTo>
                <a:cubicBezTo>
                  <a:pt x="93315" y="115639"/>
                  <a:pt x="102245" y="106263"/>
                  <a:pt x="117425" y="87511"/>
                </a:cubicBezTo>
                <a:lnTo>
                  <a:pt x="114300" y="84832"/>
                </a:lnTo>
                <a:close/>
                <a:moveTo>
                  <a:pt x="21431" y="84832"/>
                </a:moveTo>
                <a:cubicBezTo>
                  <a:pt x="21431" y="62061"/>
                  <a:pt x="44648" y="5358"/>
                  <a:pt x="74563" y="5358"/>
                </a:cubicBezTo>
                <a:cubicBezTo>
                  <a:pt x="81707" y="5358"/>
                  <a:pt x="89297" y="10269"/>
                  <a:pt x="89297" y="22771"/>
                </a:cubicBezTo>
                <a:cubicBezTo>
                  <a:pt x="89297" y="47774"/>
                  <a:pt x="63847" y="103138"/>
                  <a:pt x="36612" y="103138"/>
                </a:cubicBezTo>
                <a:cubicBezTo>
                  <a:pt x="29914" y="103138"/>
                  <a:pt x="21431" y="98673"/>
                  <a:pt x="21431" y="84832"/>
                </a:cubicBezTo>
                <a:close/>
                <a:moveTo>
                  <a:pt x="21431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B1EC57-A2AC-43C7-905E-4DBE95D4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857" y="3405997"/>
            <a:ext cx="93762" cy="112961"/>
          </a:xfrm>
          <a:custGeom xmlns:a="http://schemas.openxmlformats.org/drawingml/2006/main">
            <a:pathLst>
              <a:path w="93762" h="112961">
                <a:moveTo>
                  <a:pt x="19199" y="112961"/>
                </a:moveTo>
                <a:cubicBezTo>
                  <a:pt x="29914" y="79028"/>
                  <a:pt x="33486" y="67419"/>
                  <a:pt x="43309" y="48667"/>
                </a:cubicBezTo>
                <a:cubicBezTo>
                  <a:pt x="45095" y="45095"/>
                  <a:pt x="60722" y="16520"/>
                  <a:pt x="68759" y="16520"/>
                </a:cubicBezTo>
                <a:cubicBezTo>
                  <a:pt x="74563" y="16520"/>
                  <a:pt x="70991" y="25896"/>
                  <a:pt x="82153" y="25896"/>
                </a:cubicBezTo>
                <a:cubicBezTo>
                  <a:pt x="84832" y="25896"/>
                  <a:pt x="93762" y="25896"/>
                  <a:pt x="93762" y="12502"/>
                </a:cubicBezTo>
                <a:cubicBezTo>
                  <a:pt x="93762" y="3572"/>
                  <a:pt x="87511" y="0"/>
                  <a:pt x="81707" y="0"/>
                </a:cubicBezTo>
                <a:cubicBezTo>
                  <a:pt x="65633" y="0"/>
                  <a:pt x="45988" y="29914"/>
                  <a:pt x="37505" y="46881"/>
                </a:cubicBezTo>
                <a:lnTo>
                  <a:pt x="35719" y="51792"/>
                </a:lnTo>
                <a:lnTo>
                  <a:pt x="34826" y="51346"/>
                </a:lnTo>
                <a:lnTo>
                  <a:pt x="47774" y="446"/>
                </a:lnTo>
                <a:lnTo>
                  <a:pt x="46881" y="0"/>
                </a:lnTo>
                <a:cubicBezTo>
                  <a:pt x="35272" y="1786"/>
                  <a:pt x="20092" y="4911"/>
                  <a:pt x="7144" y="6697"/>
                </a:cubicBezTo>
                <a:lnTo>
                  <a:pt x="7144" y="11162"/>
                </a:lnTo>
                <a:cubicBezTo>
                  <a:pt x="9823" y="10716"/>
                  <a:pt x="12948" y="9823"/>
                  <a:pt x="15627" y="9823"/>
                </a:cubicBezTo>
                <a:cubicBezTo>
                  <a:pt x="23664" y="9823"/>
                  <a:pt x="25003" y="13841"/>
                  <a:pt x="25003" y="17413"/>
                </a:cubicBezTo>
                <a:cubicBezTo>
                  <a:pt x="25003" y="20092"/>
                  <a:pt x="23217" y="28575"/>
                  <a:pt x="20538" y="37951"/>
                </a:cubicBezTo>
                <a:lnTo>
                  <a:pt x="0" y="112961"/>
                </a:lnTo>
                <a:lnTo>
                  <a:pt x="19199" y="112961"/>
                </a:lnTo>
                <a:close/>
                <a:moveTo>
                  <a:pt x="19199" y="112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AE90CD-1858-4597-AE04-6D7489F8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7676" y="3405997"/>
            <a:ext cx="115639" cy="165646"/>
          </a:xfrm>
          <a:custGeom xmlns:a="http://schemas.openxmlformats.org/drawingml/2006/main">
            <a:pathLst>
              <a:path w="115639" h="165646">
                <a:moveTo>
                  <a:pt x="10269" y="10269"/>
                </a:moveTo>
                <a:cubicBezTo>
                  <a:pt x="12948" y="9823"/>
                  <a:pt x="15180" y="9376"/>
                  <a:pt x="18752" y="9376"/>
                </a:cubicBezTo>
                <a:cubicBezTo>
                  <a:pt x="33486" y="9376"/>
                  <a:pt x="36612" y="20538"/>
                  <a:pt x="43755" y="43755"/>
                </a:cubicBezTo>
                <a:cubicBezTo>
                  <a:pt x="48220" y="57596"/>
                  <a:pt x="58936" y="102245"/>
                  <a:pt x="58936" y="112068"/>
                </a:cubicBezTo>
                <a:cubicBezTo>
                  <a:pt x="58936" y="119211"/>
                  <a:pt x="48220" y="131713"/>
                  <a:pt x="41523" y="139303"/>
                </a:cubicBezTo>
                <a:cubicBezTo>
                  <a:pt x="33040" y="149572"/>
                  <a:pt x="29468" y="151805"/>
                  <a:pt x="25450" y="151805"/>
                </a:cubicBezTo>
                <a:cubicBezTo>
                  <a:pt x="20985" y="151805"/>
                  <a:pt x="17413" y="144661"/>
                  <a:pt x="9823" y="144661"/>
                </a:cubicBezTo>
                <a:cubicBezTo>
                  <a:pt x="4465" y="144661"/>
                  <a:pt x="0" y="148679"/>
                  <a:pt x="0" y="154037"/>
                </a:cubicBezTo>
                <a:cubicBezTo>
                  <a:pt x="0" y="165199"/>
                  <a:pt x="11162" y="165646"/>
                  <a:pt x="12948" y="165646"/>
                </a:cubicBezTo>
                <a:cubicBezTo>
                  <a:pt x="43755" y="165646"/>
                  <a:pt x="115639" y="46434"/>
                  <a:pt x="115639" y="15627"/>
                </a:cubicBezTo>
                <a:cubicBezTo>
                  <a:pt x="115639" y="6697"/>
                  <a:pt x="110282" y="0"/>
                  <a:pt x="100905" y="0"/>
                </a:cubicBezTo>
                <a:cubicBezTo>
                  <a:pt x="94208" y="0"/>
                  <a:pt x="91529" y="5358"/>
                  <a:pt x="91529" y="8930"/>
                </a:cubicBezTo>
                <a:cubicBezTo>
                  <a:pt x="91529" y="20538"/>
                  <a:pt x="105370" y="17859"/>
                  <a:pt x="105370" y="28575"/>
                </a:cubicBezTo>
                <a:cubicBezTo>
                  <a:pt x="105370" y="41970"/>
                  <a:pt x="84832" y="76349"/>
                  <a:pt x="74116" y="94655"/>
                </a:cubicBezTo>
                <a:lnTo>
                  <a:pt x="68759" y="64740"/>
                </a:lnTo>
                <a:cubicBezTo>
                  <a:pt x="65633" y="45541"/>
                  <a:pt x="50453" y="0"/>
                  <a:pt x="46881" y="0"/>
                </a:cubicBezTo>
                <a:cubicBezTo>
                  <a:pt x="42416" y="0"/>
                  <a:pt x="22324" y="4018"/>
                  <a:pt x="10269" y="6251"/>
                </a:cubicBezTo>
                <a:lnTo>
                  <a:pt x="10269" y="10269"/>
                </a:lnTo>
                <a:close/>
                <a:moveTo>
                  <a:pt x="10269" y="102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56655-F9A7-43E7-ACFF-87E1B755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3369" y="3405997"/>
            <a:ext cx="93762" cy="112961"/>
          </a:xfrm>
          <a:custGeom xmlns:a="http://schemas.openxmlformats.org/drawingml/2006/main">
            <a:pathLst>
              <a:path w="93762" h="112961">
                <a:moveTo>
                  <a:pt x="19199" y="112961"/>
                </a:moveTo>
                <a:cubicBezTo>
                  <a:pt x="29914" y="79028"/>
                  <a:pt x="33486" y="67419"/>
                  <a:pt x="43309" y="48667"/>
                </a:cubicBezTo>
                <a:cubicBezTo>
                  <a:pt x="45095" y="45095"/>
                  <a:pt x="60722" y="16520"/>
                  <a:pt x="68759" y="16520"/>
                </a:cubicBezTo>
                <a:cubicBezTo>
                  <a:pt x="74563" y="16520"/>
                  <a:pt x="70991" y="25896"/>
                  <a:pt x="82153" y="25896"/>
                </a:cubicBezTo>
                <a:cubicBezTo>
                  <a:pt x="84832" y="25896"/>
                  <a:pt x="93762" y="25896"/>
                  <a:pt x="93762" y="12502"/>
                </a:cubicBezTo>
                <a:cubicBezTo>
                  <a:pt x="93762" y="3572"/>
                  <a:pt x="87511" y="0"/>
                  <a:pt x="81707" y="0"/>
                </a:cubicBezTo>
                <a:cubicBezTo>
                  <a:pt x="65633" y="0"/>
                  <a:pt x="45988" y="29914"/>
                  <a:pt x="37505" y="46881"/>
                </a:cubicBezTo>
                <a:lnTo>
                  <a:pt x="35719" y="51792"/>
                </a:lnTo>
                <a:lnTo>
                  <a:pt x="34826" y="51346"/>
                </a:lnTo>
                <a:lnTo>
                  <a:pt x="47774" y="446"/>
                </a:lnTo>
                <a:lnTo>
                  <a:pt x="46881" y="0"/>
                </a:lnTo>
                <a:cubicBezTo>
                  <a:pt x="35272" y="1786"/>
                  <a:pt x="20092" y="4911"/>
                  <a:pt x="7144" y="6697"/>
                </a:cubicBezTo>
                <a:lnTo>
                  <a:pt x="7144" y="11162"/>
                </a:lnTo>
                <a:cubicBezTo>
                  <a:pt x="9823" y="10716"/>
                  <a:pt x="12948" y="9823"/>
                  <a:pt x="15627" y="9823"/>
                </a:cubicBezTo>
                <a:cubicBezTo>
                  <a:pt x="23664" y="9823"/>
                  <a:pt x="25003" y="13841"/>
                  <a:pt x="25003" y="17413"/>
                </a:cubicBezTo>
                <a:cubicBezTo>
                  <a:pt x="25003" y="20092"/>
                  <a:pt x="23217" y="28575"/>
                  <a:pt x="20538" y="37951"/>
                </a:cubicBezTo>
                <a:lnTo>
                  <a:pt x="0" y="112961"/>
                </a:lnTo>
                <a:lnTo>
                  <a:pt x="19199" y="112961"/>
                </a:lnTo>
                <a:close/>
                <a:moveTo>
                  <a:pt x="19199" y="112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0D62C-9D7D-4352-A765-9D87AEFA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2060" y="3405997"/>
            <a:ext cx="117425" cy="115639"/>
          </a:xfrm>
          <a:custGeom xmlns:a="http://schemas.openxmlformats.org/drawingml/2006/main">
            <a:pathLst>
              <a:path w="117425" h="115639">
                <a:moveTo>
                  <a:pt x="114300" y="84832"/>
                </a:moveTo>
                <a:cubicBezTo>
                  <a:pt x="103138" y="95994"/>
                  <a:pt x="97780" y="102245"/>
                  <a:pt x="93762" y="102245"/>
                </a:cubicBezTo>
                <a:cubicBezTo>
                  <a:pt x="91976" y="102245"/>
                  <a:pt x="90190" y="100905"/>
                  <a:pt x="90190" y="99120"/>
                </a:cubicBezTo>
                <a:cubicBezTo>
                  <a:pt x="90190" y="91083"/>
                  <a:pt x="113854" y="3572"/>
                  <a:pt x="114746" y="893"/>
                </a:cubicBezTo>
                <a:lnTo>
                  <a:pt x="112961" y="0"/>
                </a:lnTo>
                <a:lnTo>
                  <a:pt x="97334" y="1786"/>
                </a:lnTo>
                <a:lnTo>
                  <a:pt x="96441" y="2679"/>
                </a:lnTo>
                <a:lnTo>
                  <a:pt x="93762" y="13841"/>
                </a:lnTo>
                <a:lnTo>
                  <a:pt x="93315" y="13841"/>
                </a:lnTo>
                <a:cubicBezTo>
                  <a:pt x="92869" y="6697"/>
                  <a:pt x="84386" y="0"/>
                  <a:pt x="73223" y="0"/>
                </a:cubicBezTo>
                <a:cubicBezTo>
                  <a:pt x="39291" y="0"/>
                  <a:pt x="0" y="47774"/>
                  <a:pt x="0" y="85725"/>
                </a:cubicBezTo>
                <a:cubicBezTo>
                  <a:pt x="0" y="92869"/>
                  <a:pt x="446" y="115639"/>
                  <a:pt x="26343" y="115639"/>
                </a:cubicBezTo>
                <a:cubicBezTo>
                  <a:pt x="41523" y="115639"/>
                  <a:pt x="55364" y="108049"/>
                  <a:pt x="76349" y="76795"/>
                </a:cubicBezTo>
                <a:lnTo>
                  <a:pt x="77242" y="77242"/>
                </a:lnTo>
                <a:cubicBezTo>
                  <a:pt x="72777" y="92869"/>
                  <a:pt x="71438" y="98673"/>
                  <a:pt x="71438" y="104477"/>
                </a:cubicBezTo>
                <a:cubicBezTo>
                  <a:pt x="71438" y="108942"/>
                  <a:pt x="71438" y="115639"/>
                  <a:pt x="82600" y="115639"/>
                </a:cubicBezTo>
                <a:cubicBezTo>
                  <a:pt x="93315" y="115639"/>
                  <a:pt x="102245" y="106263"/>
                  <a:pt x="117425" y="87511"/>
                </a:cubicBezTo>
                <a:lnTo>
                  <a:pt x="114300" y="84832"/>
                </a:lnTo>
                <a:close/>
                <a:moveTo>
                  <a:pt x="21431" y="84832"/>
                </a:moveTo>
                <a:cubicBezTo>
                  <a:pt x="21431" y="62061"/>
                  <a:pt x="44648" y="5358"/>
                  <a:pt x="74563" y="5358"/>
                </a:cubicBezTo>
                <a:cubicBezTo>
                  <a:pt x="81707" y="5358"/>
                  <a:pt x="89297" y="10269"/>
                  <a:pt x="89297" y="22771"/>
                </a:cubicBezTo>
                <a:cubicBezTo>
                  <a:pt x="89297" y="47774"/>
                  <a:pt x="63847" y="103138"/>
                  <a:pt x="36612" y="103138"/>
                </a:cubicBezTo>
                <a:cubicBezTo>
                  <a:pt x="29914" y="103138"/>
                  <a:pt x="21431" y="98673"/>
                  <a:pt x="21431" y="84832"/>
                </a:cubicBezTo>
                <a:close/>
                <a:moveTo>
                  <a:pt x="21431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1E714F-2794-4831-9F61-11420CD2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9467" y="3405997"/>
            <a:ext cx="115639" cy="165646"/>
          </a:xfrm>
          <a:custGeom xmlns:a="http://schemas.openxmlformats.org/drawingml/2006/main">
            <a:pathLst>
              <a:path w="115639" h="165646">
                <a:moveTo>
                  <a:pt x="10269" y="10269"/>
                </a:moveTo>
                <a:cubicBezTo>
                  <a:pt x="12948" y="9823"/>
                  <a:pt x="15180" y="9376"/>
                  <a:pt x="18752" y="9376"/>
                </a:cubicBezTo>
                <a:cubicBezTo>
                  <a:pt x="33486" y="9376"/>
                  <a:pt x="36612" y="20538"/>
                  <a:pt x="43755" y="43755"/>
                </a:cubicBezTo>
                <a:cubicBezTo>
                  <a:pt x="48220" y="57596"/>
                  <a:pt x="58936" y="102245"/>
                  <a:pt x="58936" y="112068"/>
                </a:cubicBezTo>
                <a:cubicBezTo>
                  <a:pt x="58936" y="119211"/>
                  <a:pt x="48220" y="131713"/>
                  <a:pt x="41523" y="139303"/>
                </a:cubicBezTo>
                <a:cubicBezTo>
                  <a:pt x="33040" y="149572"/>
                  <a:pt x="29468" y="151805"/>
                  <a:pt x="25450" y="151805"/>
                </a:cubicBezTo>
                <a:cubicBezTo>
                  <a:pt x="20985" y="151805"/>
                  <a:pt x="17413" y="144661"/>
                  <a:pt x="9823" y="144661"/>
                </a:cubicBezTo>
                <a:cubicBezTo>
                  <a:pt x="4465" y="144661"/>
                  <a:pt x="0" y="148679"/>
                  <a:pt x="0" y="154037"/>
                </a:cubicBezTo>
                <a:cubicBezTo>
                  <a:pt x="0" y="165199"/>
                  <a:pt x="11162" y="165646"/>
                  <a:pt x="12948" y="165646"/>
                </a:cubicBezTo>
                <a:cubicBezTo>
                  <a:pt x="43755" y="165646"/>
                  <a:pt x="115639" y="46434"/>
                  <a:pt x="115639" y="15627"/>
                </a:cubicBezTo>
                <a:cubicBezTo>
                  <a:pt x="115639" y="6697"/>
                  <a:pt x="110282" y="0"/>
                  <a:pt x="100905" y="0"/>
                </a:cubicBezTo>
                <a:cubicBezTo>
                  <a:pt x="94208" y="0"/>
                  <a:pt x="91529" y="5358"/>
                  <a:pt x="91529" y="8930"/>
                </a:cubicBezTo>
                <a:cubicBezTo>
                  <a:pt x="91529" y="20538"/>
                  <a:pt x="105370" y="17859"/>
                  <a:pt x="105370" y="28575"/>
                </a:cubicBezTo>
                <a:cubicBezTo>
                  <a:pt x="105370" y="41970"/>
                  <a:pt x="84832" y="76349"/>
                  <a:pt x="74116" y="94655"/>
                </a:cubicBezTo>
                <a:lnTo>
                  <a:pt x="68759" y="64740"/>
                </a:lnTo>
                <a:cubicBezTo>
                  <a:pt x="65633" y="45541"/>
                  <a:pt x="50453" y="0"/>
                  <a:pt x="46881" y="0"/>
                </a:cubicBezTo>
                <a:cubicBezTo>
                  <a:pt x="42416" y="0"/>
                  <a:pt x="22324" y="4018"/>
                  <a:pt x="10269" y="6251"/>
                </a:cubicBezTo>
                <a:lnTo>
                  <a:pt x="10269" y="10269"/>
                </a:lnTo>
                <a:close/>
                <a:moveTo>
                  <a:pt x="10269" y="1026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B68C8-609B-4224-A370-5E89D925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326" y="3463379"/>
            <a:ext cx="143768" cy="113407"/>
          </a:xfrm>
          <a:custGeom xmlns:a="http://schemas.openxmlformats.org/drawingml/2006/main">
            <a:pathLst>
              <a:path w="143768" h="113407">
                <a:moveTo>
                  <a:pt x="82711" y="50564"/>
                </a:moveTo>
                <a:lnTo>
                  <a:pt x="112626" y="17413"/>
                </a:lnTo>
                <a:cubicBezTo>
                  <a:pt x="115974" y="13729"/>
                  <a:pt x="117537" y="11943"/>
                  <a:pt x="138745" y="11943"/>
                </a:cubicBezTo>
                <a:lnTo>
                  <a:pt x="138745" y="0"/>
                </a:lnTo>
                <a:cubicBezTo>
                  <a:pt x="129815" y="558"/>
                  <a:pt x="116421" y="781"/>
                  <a:pt x="115193" y="781"/>
                </a:cubicBezTo>
                <a:cubicBezTo>
                  <a:pt x="108831" y="781"/>
                  <a:pt x="96106" y="223"/>
                  <a:pt x="88850" y="0"/>
                </a:cubicBezTo>
                <a:lnTo>
                  <a:pt x="88850" y="11943"/>
                </a:lnTo>
                <a:cubicBezTo>
                  <a:pt x="92422" y="11943"/>
                  <a:pt x="95548" y="12502"/>
                  <a:pt x="98561" y="14288"/>
                </a:cubicBezTo>
                <a:cubicBezTo>
                  <a:pt x="97557" y="15850"/>
                  <a:pt x="97557" y="16408"/>
                  <a:pt x="96552" y="17413"/>
                </a:cubicBezTo>
                <a:lnTo>
                  <a:pt x="75121" y="41411"/>
                </a:lnTo>
                <a:lnTo>
                  <a:pt x="50006" y="11943"/>
                </a:lnTo>
                <a:lnTo>
                  <a:pt x="60275" y="11943"/>
                </a:lnTo>
                <a:lnTo>
                  <a:pt x="60275" y="0"/>
                </a:lnTo>
                <a:cubicBezTo>
                  <a:pt x="53578" y="223"/>
                  <a:pt x="37505" y="781"/>
                  <a:pt x="29356" y="781"/>
                </a:cubicBezTo>
                <a:cubicBezTo>
                  <a:pt x="21208" y="781"/>
                  <a:pt x="9711" y="223"/>
                  <a:pt x="1228" y="0"/>
                </a:cubicBezTo>
                <a:lnTo>
                  <a:pt x="1228" y="11943"/>
                </a:lnTo>
                <a:lnTo>
                  <a:pt x="19422" y="11943"/>
                </a:lnTo>
                <a:lnTo>
                  <a:pt x="59271" y="59048"/>
                </a:lnTo>
                <a:lnTo>
                  <a:pt x="25784" y="96552"/>
                </a:lnTo>
                <a:cubicBezTo>
                  <a:pt x="21431" y="101464"/>
                  <a:pt x="12278" y="101464"/>
                  <a:pt x="0" y="101464"/>
                </a:cubicBezTo>
                <a:lnTo>
                  <a:pt x="0" y="113407"/>
                </a:lnTo>
                <a:cubicBezTo>
                  <a:pt x="8930" y="112961"/>
                  <a:pt x="22213" y="112626"/>
                  <a:pt x="23440" y="112626"/>
                </a:cubicBezTo>
                <a:cubicBezTo>
                  <a:pt x="29803" y="112626"/>
                  <a:pt x="44648" y="113184"/>
                  <a:pt x="49783" y="113407"/>
                </a:cubicBezTo>
                <a:lnTo>
                  <a:pt x="49783" y="101464"/>
                </a:lnTo>
                <a:cubicBezTo>
                  <a:pt x="45207" y="101464"/>
                  <a:pt x="40407" y="100124"/>
                  <a:pt x="40407" y="98561"/>
                </a:cubicBezTo>
                <a:cubicBezTo>
                  <a:pt x="40407" y="98338"/>
                  <a:pt x="40407" y="98115"/>
                  <a:pt x="42081" y="96106"/>
                </a:cubicBezTo>
                <a:lnTo>
                  <a:pt x="66861" y="68200"/>
                </a:lnTo>
                <a:lnTo>
                  <a:pt x="94990" y="101464"/>
                </a:lnTo>
                <a:lnTo>
                  <a:pt x="85055" y="101464"/>
                </a:lnTo>
                <a:lnTo>
                  <a:pt x="85055" y="113407"/>
                </a:lnTo>
                <a:cubicBezTo>
                  <a:pt x="91753" y="113184"/>
                  <a:pt x="107268" y="112626"/>
                  <a:pt x="115751" y="112626"/>
                </a:cubicBezTo>
                <a:cubicBezTo>
                  <a:pt x="123899" y="112626"/>
                  <a:pt x="135396" y="113184"/>
                  <a:pt x="143768" y="113407"/>
                </a:cubicBezTo>
                <a:lnTo>
                  <a:pt x="143768" y="101464"/>
                </a:lnTo>
                <a:lnTo>
                  <a:pt x="125685" y="101464"/>
                </a:lnTo>
                <a:lnTo>
                  <a:pt x="82711" y="505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48988-6C35-4431-8BBD-EF76ECC9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786" y="3385245"/>
            <a:ext cx="59159" cy="255501"/>
          </a:xfrm>
          <a:custGeom xmlns:a="http://schemas.openxmlformats.org/drawingml/2006/main">
            <a:pathLst>
              <a:path w="59159" h="255501">
                <a:moveTo>
                  <a:pt x="59159" y="252822"/>
                </a:moveTo>
                <a:cubicBezTo>
                  <a:pt x="59159" y="252152"/>
                  <a:pt x="59159" y="251594"/>
                  <a:pt x="54806" y="247241"/>
                </a:cubicBezTo>
                <a:cubicBezTo>
                  <a:pt x="22882" y="215094"/>
                  <a:pt x="14734" y="166762"/>
                  <a:pt x="14734" y="127695"/>
                </a:cubicBezTo>
                <a:cubicBezTo>
                  <a:pt x="14734" y="83269"/>
                  <a:pt x="24445" y="38844"/>
                  <a:pt x="55922" y="6809"/>
                </a:cubicBezTo>
                <a:cubicBezTo>
                  <a:pt x="59159" y="3795"/>
                  <a:pt x="59159" y="3349"/>
                  <a:pt x="59159" y="2456"/>
                </a:cubicBezTo>
                <a:cubicBezTo>
                  <a:pt x="59159" y="670"/>
                  <a:pt x="58155" y="0"/>
                  <a:pt x="56592" y="0"/>
                </a:cubicBezTo>
                <a:cubicBezTo>
                  <a:pt x="54136" y="0"/>
                  <a:pt x="31142" y="17301"/>
                  <a:pt x="15962" y="49783"/>
                </a:cubicBezTo>
                <a:cubicBezTo>
                  <a:pt x="3014" y="77912"/>
                  <a:pt x="0" y="106263"/>
                  <a:pt x="0" y="127695"/>
                </a:cubicBezTo>
                <a:cubicBezTo>
                  <a:pt x="0" y="147563"/>
                  <a:pt x="2791" y="178482"/>
                  <a:pt x="16855" y="207392"/>
                </a:cubicBezTo>
                <a:cubicBezTo>
                  <a:pt x="32147" y="238758"/>
                  <a:pt x="54136" y="255501"/>
                  <a:pt x="56592" y="255501"/>
                </a:cubicBezTo>
                <a:cubicBezTo>
                  <a:pt x="58155" y="255501"/>
                  <a:pt x="59159" y="254608"/>
                  <a:pt x="59159" y="2528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66E11E-D874-4548-86E2-C17ED0DF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5930" y="3416833"/>
            <a:ext cx="78470" cy="162744"/>
          </a:xfrm>
          <a:custGeom xmlns:a="http://schemas.openxmlformats.org/drawingml/2006/main">
            <a:pathLst>
              <a:path w="78470" h="162744">
                <a:moveTo>
                  <a:pt x="46769" y="57820"/>
                </a:moveTo>
                <a:lnTo>
                  <a:pt x="70768" y="57820"/>
                </a:lnTo>
                <a:cubicBezTo>
                  <a:pt x="75902" y="57820"/>
                  <a:pt x="78470" y="57820"/>
                  <a:pt x="78470" y="52685"/>
                </a:cubicBezTo>
                <a:cubicBezTo>
                  <a:pt x="78470" y="49895"/>
                  <a:pt x="75902" y="49895"/>
                  <a:pt x="71326" y="49895"/>
                </a:cubicBezTo>
                <a:lnTo>
                  <a:pt x="48778" y="49895"/>
                </a:lnTo>
                <a:cubicBezTo>
                  <a:pt x="58043" y="13618"/>
                  <a:pt x="59271" y="8483"/>
                  <a:pt x="59271" y="6920"/>
                </a:cubicBezTo>
                <a:cubicBezTo>
                  <a:pt x="59271" y="2679"/>
                  <a:pt x="56257" y="0"/>
                  <a:pt x="51904" y="0"/>
                </a:cubicBezTo>
                <a:cubicBezTo>
                  <a:pt x="51122" y="0"/>
                  <a:pt x="43979" y="335"/>
                  <a:pt x="41635" y="9265"/>
                </a:cubicBezTo>
                <a:lnTo>
                  <a:pt x="31700" y="49895"/>
                </a:lnTo>
                <a:lnTo>
                  <a:pt x="7702" y="49895"/>
                </a:lnTo>
                <a:cubicBezTo>
                  <a:pt x="2567" y="49895"/>
                  <a:pt x="0" y="49895"/>
                  <a:pt x="0" y="54694"/>
                </a:cubicBezTo>
                <a:cubicBezTo>
                  <a:pt x="0" y="57820"/>
                  <a:pt x="2009" y="57820"/>
                  <a:pt x="7144" y="57820"/>
                </a:cubicBezTo>
                <a:lnTo>
                  <a:pt x="29691" y="57820"/>
                </a:lnTo>
                <a:cubicBezTo>
                  <a:pt x="11274" y="130373"/>
                  <a:pt x="10269" y="134615"/>
                  <a:pt x="10269" y="139303"/>
                </a:cubicBezTo>
                <a:cubicBezTo>
                  <a:pt x="10269" y="153033"/>
                  <a:pt x="19980" y="162744"/>
                  <a:pt x="33710" y="162744"/>
                </a:cubicBezTo>
                <a:cubicBezTo>
                  <a:pt x="59829" y="162744"/>
                  <a:pt x="74340" y="125462"/>
                  <a:pt x="74340" y="123453"/>
                </a:cubicBezTo>
                <a:cubicBezTo>
                  <a:pt x="74340" y="120886"/>
                  <a:pt x="72330" y="120886"/>
                  <a:pt x="71326" y="120886"/>
                </a:cubicBezTo>
                <a:cubicBezTo>
                  <a:pt x="68982" y="120886"/>
                  <a:pt x="68759" y="121667"/>
                  <a:pt x="67419" y="124458"/>
                </a:cubicBezTo>
                <a:cubicBezTo>
                  <a:pt x="56480" y="151023"/>
                  <a:pt x="42974" y="157162"/>
                  <a:pt x="34268" y="157162"/>
                </a:cubicBezTo>
                <a:cubicBezTo>
                  <a:pt x="28910" y="157162"/>
                  <a:pt x="26343" y="153814"/>
                  <a:pt x="26343" y="145442"/>
                </a:cubicBezTo>
                <a:cubicBezTo>
                  <a:pt x="26343" y="139303"/>
                  <a:pt x="26789" y="137517"/>
                  <a:pt x="27905" y="133164"/>
                </a:cubicBezTo>
                <a:lnTo>
                  <a:pt x="46769" y="578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44612F-E7BA-4823-AFBB-A7C32BD9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719" y="3385245"/>
            <a:ext cx="59271" cy="255501"/>
          </a:xfrm>
          <a:custGeom xmlns:a="http://schemas.openxmlformats.org/drawingml/2006/main">
            <a:pathLst>
              <a:path w="59271" h="255501">
                <a:moveTo>
                  <a:pt x="59271" y="127695"/>
                </a:moveTo>
                <a:cubicBezTo>
                  <a:pt x="59271" y="107714"/>
                  <a:pt x="56480" y="76907"/>
                  <a:pt x="42416" y="47997"/>
                </a:cubicBezTo>
                <a:cubicBezTo>
                  <a:pt x="27124" y="16520"/>
                  <a:pt x="5135" y="0"/>
                  <a:pt x="2567" y="0"/>
                </a:cubicBezTo>
                <a:cubicBezTo>
                  <a:pt x="1005" y="0"/>
                  <a:pt x="0" y="1005"/>
                  <a:pt x="0" y="2456"/>
                </a:cubicBezTo>
                <a:cubicBezTo>
                  <a:pt x="0" y="3349"/>
                  <a:pt x="0" y="3795"/>
                  <a:pt x="4911" y="8372"/>
                </a:cubicBezTo>
                <a:cubicBezTo>
                  <a:pt x="29914" y="33710"/>
                  <a:pt x="44537" y="74340"/>
                  <a:pt x="44537" y="127695"/>
                </a:cubicBezTo>
                <a:cubicBezTo>
                  <a:pt x="44537" y="171338"/>
                  <a:pt x="35049" y="216322"/>
                  <a:pt x="3349" y="248580"/>
                </a:cubicBezTo>
                <a:cubicBezTo>
                  <a:pt x="0" y="251594"/>
                  <a:pt x="0" y="252152"/>
                  <a:pt x="0" y="252822"/>
                </a:cubicBezTo>
                <a:cubicBezTo>
                  <a:pt x="0" y="254384"/>
                  <a:pt x="1005" y="255501"/>
                  <a:pt x="2567" y="255501"/>
                </a:cubicBezTo>
                <a:cubicBezTo>
                  <a:pt x="5135" y="255501"/>
                  <a:pt x="28129" y="238088"/>
                  <a:pt x="43197" y="205606"/>
                </a:cubicBezTo>
                <a:cubicBezTo>
                  <a:pt x="56257" y="177478"/>
                  <a:pt x="59271" y="149126"/>
                  <a:pt x="59271" y="1276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6931FD-F712-453C-BA06-0729444B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1743" y="1732359"/>
            <a:ext cx="635459" cy="334194"/>
          </a:xfrm>
          <a:custGeom xmlns:a="http://schemas.openxmlformats.org/drawingml/2006/main">
            <a:pathLst>
              <a:path w="635459" h="334194">
                <a:moveTo>
                  <a:pt x="0" y="334194"/>
                </a:moveTo>
                <a:lnTo>
                  <a:pt x="0" y="0"/>
                </a:lnTo>
                <a:lnTo>
                  <a:pt x="635459" y="0"/>
                </a:lnTo>
                <a:lnTo>
                  <a:pt x="635459" y="334194"/>
                </a:lnTo>
                <a:lnTo>
                  <a:pt x="0" y="334194"/>
                </a:lnTo>
                <a:close/>
                <a:moveTo>
                  <a:pt x="0" y="334194"/>
                </a:moveTo>
              </a:path>
            </a:pathLst>
          </a:custGeom>
          <a:solidFill xmlns:a="http://schemas.openxmlformats.org/drawingml/2006/main">
            <a:srgbClr val="FFFFFF">
              <a:alpha val="82570"/>
            </a:srgbClr>
          </a:solidFill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E27A1-B31C-49AF-A6CE-D555B2F6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3374" y="88589"/>
            <a:ext cx="143321" cy="196453"/>
          </a:xfrm>
          <a:custGeom xmlns:a="http://schemas.openxmlformats.org/drawingml/2006/main">
            <a:pathLst>
              <a:path w="143321" h="196453">
                <a:moveTo>
                  <a:pt x="0" y="6697"/>
                </a:moveTo>
                <a:cubicBezTo>
                  <a:pt x="10269" y="8483"/>
                  <a:pt x="15627" y="9823"/>
                  <a:pt x="15627" y="23217"/>
                </a:cubicBezTo>
                <a:lnTo>
                  <a:pt x="15627" y="196007"/>
                </a:lnTo>
                <a:lnTo>
                  <a:pt x="19199" y="196007"/>
                </a:lnTo>
                <a:lnTo>
                  <a:pt x="41523" y="180380"/>
                </a:lnTo>
                <a:cubicBezTo>
                  <a:pt x="54471" y="192881"/>
                  <a:pt x="68312" y="196453"/>
                  <a:pt x="77242" y="196453"/>
                </a:cubicBezTo>
                <a:cubicBezTo>
                  <a:pt x="124123" y="196453"/>
                  <a:pt x="143321" y="159841"/>
                  <a:pt x="143321" y="123676"/>
                </a:cubicBezTo>
                <a:cubicBezTo>
                  <a:pt x="143321" y="86618"/>
                  <a:pt x="122783" y="57596"/>
                  <a:pt x="89743" y="57596"/>
                </a:cubicBezTo>
                <a:cubicBezTo>
                  <a:pt x="70098" y="57596"/>
                  <a:pt x="59829" y="68312"/>
                  <a:pt x="55364" y="73670"/>
                </a:cubicBezTo>
                <a:lnTo>
                  <a:pt x="55364" y="0"/>
                </a:lnTo>
                <a:lnTo>
                  <a:pt x="0" y="0"/>
                </a:lnTo>
                <a:lnTo>
                  <a:pt x="0" y="6697"/>
                </a:lnTo>
                <a:close/>
                <a:moveTo>
                  <a:pt x="55364" y="89743"/>
                </a:moveTo>
                <a:cubicBezTo>
                  <a:pt x="57596" y="83493"/>
                  <a:pt x="62061" y="73223"/>
                  <a:pt x="75009" y="73223"/>
                </a:cubicBezTo>
                <a:cubicBezTo>
                  <a:pt x="100012" y="73223"/>
                  <a:pt x="101798" y="111175"/>
                  <a:pt x="101798" y="128141"/>
                </a:cubicBezTo>
                <a:cubicBezTo>
                  <a:pt x="101798" y="172789"/>
                  <a:pt x="91529" y="187523"/>
                  <a:pt x="74563" y="187523"/>
                </a:cubicBezTo>
                <a:cubicBezTo>
                  <a:pt x="58936" y="187523"/>
                  <a:pt x="55364" y="172789"/>
                  <a:pt x="55364" y="164753"/>
                </a:cubicBezTo>
                <a:lnTo>
                  <a:pt x="55364" y="89743"/>
                </a:lnTo>
                <a:close/>
                <a:moveTo>
                  <a:pt x="55364" y="8974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D104D-3878-4D77-95E7-BC0AE181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7" y="146185"/>
            <a:ext cx="131713" cy="138857"/>
          </a:xfrm>
          <a:custGeom xmlns:a="http://schemas.openxmlformats.org/drawingml/2006/main">
            <a:pathLst>
              <a:path w="131713" h="138857">
                <a:moveTo>
                  <a:pt x="127695" y="116532"/>
                </a:moveTo>
                <a:lnTo>
                  <a:pt x="124569" y="119658"/>
                </a:lnTo>
                <a:cubicBezTo>
                  <a:pt x="123676" y="120104"/>
                  <a:pt x="123230" y="120551"/>
                  <a:pt x="121890" y="120551"/>
                </a:cubicBezTo>
                <a:cubicBezTo>
                  <a:pt x="115639" y="120551"/>
                  <a:pt x="115639" y="115193"/>
                  <a:pt x="115639" y="113407"/>
                </a:cubicBezTo>
                <a:lnTo>
                  <a:pt x="115639" y="39291"/>
                </a:lnTo>
                <a:cubicBezTo>
                  <a:pt x="115639" y="12502"/>
                  <a:pt x="90190" y="0"/>
                  <a:pt x="58489" y="0"/>
                </a:cubicBezTo>
                <a:cubicBezTo>
                  <a:pt x="23217" y="0"/>
                  <a:pt x="5358" y="17413"/>
                  <a:pt x="5358" y="35272"/>
                </a:cubicBezTo>
                <a:cubicBezTo>
                  <a:pt x="5358" y="54918"/>
                  <a:pt x="20985" y="54918"/>
                  <a:pt x="24110" y="54918"/>
                </a:cubicBezTo>
                <a:cubicBezTo>
                  <a:pt x="38844" y="54918"/>
                  <a:pt x="43309" y="43755"/>
                  <a:pt x="43309" y="38844"/>
                </a:cubicBezTo>
                <a:cubicBezTo>
                  <a:pt x="43309" y="27682"/>
                  <a:pt x="34826" y="25450"/>
                  <a:pt x="34826" y="19645"/>
                </a:cubicBezTo>
                <a:cubicBezTo>
                  <a:pt x="34826" y="14734"/>
                  <a:pt x="41077" y="9376"/>
                  <a:pt x="51346" y="9376"/>
                </a:cubicBezTo>
                <a:cubicBezTo>
                  <a:pt x="72777" y="9376"/>
                  <a:pt x="76795" y="19645"/>
                  <a:pt x="76795" y="34379"/>
                </a:cubicBezTo>
                <a:lnTo>
                  <a:pt x="76795" y="54918"/>
                </a:lnTo>
                <a:cubicBezTo>
                  <a:pt x="36165" y="67419"/>
                  <a:pt x="0" y="78581"/>
                  <a:pt x="0" y="108496"/>
                </a:cubicBezTo>
                <a:cubicBezTo>
                  <a:pt x="0" y="129927"/>
                  <a:pt x="17859" y="138857"/>
                  <a:pt x="31254" y="138857"/>
                </a:cubicBezTo>
                <a:cubicBezTo>
                  <a:pt x="37951" y="138857"/>
                  <a:pt x="58043" y="137517"/>
                  <a:pt x="76795" y="118765"/>
                </a:cubicBezTo>
                <a:cubicBezTo>
                  <a:pt x="78135" y="126802"/>
                  <a:pt x="80814" y="138857"/>
                  <a:pt x="100459" y="138857"/>
                </a:cubicBezTo>
                <a:cubicBezTo>
                  <a:pt x="113407" y="138857"/>
                  <a:pt x="123676" y="132159"/>
                  <a:pt x="131713" y="122783"/>
                </a:cubicBezTo>
                <a:lnTo>
                  <a:pt x="127695" y="116532"/>
                </a:lnTo>
                <a:close/>
                <a:moveTo>
                  <a:pt x="76349" y="106263"/>
                </a:moveTo>
                <a:cubicBezTo>
                  <a:pt x="72330" y="110728"/>
                  <a:pt x="65633" y="118765"/>
                  <a:pt x="56257" y="118765"/>
                </a:cubicBezTo>
                <a:cubicBezTo>
                  <a:pt x="45988" y="118765"/>
                  <a:pt x="41523" y="108496"/>
                  <a:pt x="41523" y="99566"/>
                </a:cubicBezTo>
                <a:cubicBezTo>
                  <a:pt x="41523" y="74563"/>
                  <a:pt x="69652" y="66526"/>
                  <a:pt x="76349" y="65187"/>
                </a:cubicBezTo>
                <a:lnTo>
                  <a:pt x="76349" y="106263"/>
                </a:lnTo>
                <a:close/>
                <a:moveTo>
                  <a:pt x="76349" y="1062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B9E24E-2AAD-4A12-AA4F-8776ED31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0785" y="2685790"/>
            <a:ext cx="103584" cy="121444"/>
          </a:xfrm>
          <a:custGeom xmlns:a="http://schemas.openxmlformats.org/drawingml/2006/main">
            <a:pathLst>
              <a:path w="103584" h="121444">
                <a:moveTo>
                  <a:pt x="67866" y="115193"/>
                </a:moveTo>
                <a:cubicBezTo>
                  <a:pt x="52239" y="114746"/>
                  <a:pt x="49113" y="110728"/>
                  <a:pt x="49113" y="95101"/>
                </a:cubicBezTo>
                <a:lnTo>
                  <a:pt x="49113" y="46434"/>
                </a:lnTo>
                <a:cubicBezTo>
                  <a:pt x="49113" y="27682"/>
                  <a:pt x="60722" y="22324"/>
                  <a:pt x="64294" y="22324"/>
                </a:cubicBezTo>
                <a:cubicBezTo>
                  <a:pt x="72777" y="22324"/>
                  <a:pt x="72330" y="37505"/>
                  <a:pt x="87064" y="37505"/>
                </a:cubicBezTo>
                <a:cubicBezTo>
                  <a:pt x="100012" y="37505"/>
                  <a:pt x="103584" y="26789"/>
                  <a:pt x="103584" y="20092"/>
                </a:cubicBezTo>
                <a:cubicBezTo>
                  <a:pt x="103584" y="13841"/>
                  <a:pt x="100012" y="0"/>
                  <a:pt x="82153" y="0"/>
                </a:cubicBezTo>
                <a:cubicBezTo>
                  <a:pt x="65633" y="0"/>
                  <a:pt x="54025" y="15627"/>
                  <a:pt x="48667" y="23664"/>
                </a:cubicBezTo>
                <a:lnTo>
                  <a:pt x="48220" y="23664"/>
                </a:lnTo>
                <a:lnTo>
                  <a:pt x="48220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7590" y="10269"/>
                  <a:pt x="13841" y="11609"/>
                  <a:pt x="13841" y="24557"/>
                </a:cubicBezTo>
                <a:lnTo>
                  <a:pt x="13841" y="100012"/>
                </a:lnTo>
                <a:cubicBezTo>
                  <a:pt x="13841" y="112514"/>
                  <a:pt x="8037" y="113854"/>
                  <a:pt x="0" y="115193"/>
                </a:cubicBezTo>
                <a:lnTo>
                  <a:pt x="0" y="121444"/>
                </a:lnTo>
                <a:lnTo>
                  <a:pt x="67866" y="121444"/>
                </a:lnTo>
                <a:lnTo>
                  <a:pt x="67866" y="115193"/>
                </a:lnTo>
                <a:close/>
                <a:moveTo>
                  <a:pt x="6786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26688E-9BA5-4722-BEF9-9839F5C59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8606" y="2685790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F880C-6FFE-4018-AD34-15348BFE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1485" y="2685790"/>
            <a:ext cx="132606" cy="121444"/>
          </a:xfrm>
          <a:custGeom xmlns:a="http://schemas.openxmlformats.org/drawingml/2006/main">
            <a:pathLst>
              <a:path w="132606" h="121444">
                <a:moveTo>
                  <a:pt x="132606" y="115193"/>
                </a:moveTo>
                <a:cubicBezTo>
                  <a:pt x="120104" y="114746"/>
                  <a:pt x="120104" y="106710"/>
                  <a:pt x="120104" y="100905"/>
                </a:cubicBezTo>
                <a:lnTo>
                  <a:pt x="120104" y="36165"/>
                </a:lnTo>
                <a:cubicBezTo>
                  <a:pt x="120104" y="8037"/>
                  <a:pt x="100012" y="0"/>
                  <a:pt x="85725" y="0"/>
                </a:cubicBezTo>
                <a:cubicBezTo>
                  <a:pt x="64294" y="0"/>
                  <a:pt x="53132" y="15627"/>
                  <a:pt x="49560" y="21878"/>
                </a:cubicBezTo>
                <a:lnTo>
                  <a:pt x="49113" y="21878"/>
                </a:lnTo>
                <a:lnTo>
                  <a:pt x="49113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10269" y="11162"/>
                  <a:pt x="13395" y="12948"/>
                  <a:pt x="13395" y="24557"/>
                </a:cubicBezTo>
                <a:lnTo>
                  <a:pt x="13395" y="100012"/>
                </a:lnTo>
                <a:cubicBezTo>
                  <a:pt x="13395" y="112514"/>
                  <a:pt x="9376" y="113407"/>
                  <a:pt x="0" y="115193"/>
                </a:cubicBezTo>
                <a:lnTo>
                  <a:pt x="0" y="121444"/>
                </a:lnTo>
                <a:lnTo>
                  <a:pt x="61615" y="121444"/>
                </a:lnTo>
                <a:lnTo>
                  <a:pt x="61615" y="115193"/>
                </a:lnTo>
                <a:cubicBezTo>
                  <a:pt x="50006" y="113854"/>
                  <a:pt x="49113" y="106710"/>
                  <a:pt x="49113" y="100905"/>
                </a:cubicBezTo>
                <a:lnTo>
                  <a:pt x="49113" y="32147"/>
                </a:lnTo>
                <a:cubicBezTo>
                  <a:pt x="49113" y="29914"/>
                  <a:pt x="60275" y="17413"/>
                  <a:pt x="70545" y="17413"/>
                </a:cubicBezTo>
                <a:cubicBezTo>
                  <a:pt x="84386" y="17413"/>
                  <a:pt x="84386" y="31700"/>
                  <a:pt x="84386" y="38844"/>
                </a:cubicBezTo>
                <a:lnTo>
                  <a:pt x="84386" y="100905"/>
                </a:lnTo>
                <a:cubicBezTo>
                  <a:pt x="84386" y="110282"/>
                  <a:pt x="80814" y="114746"/>
                  <a:pt x="72330" y="115193"/>
                </a:cubicBezTo>
                <a:lnTo>
                  <a:pt x="72330" y="121444"/>
                </a:lnTo>
                <a:lnTo>
                  <a:pt x="132606" y="121444"/>
                </a:lnTo>
                <a:lnTo>
                  <a:pt x="132606" y="115193"/>
                </a:lnTo>
                <a:close/>
                <a:moveTo>
                  <a:pt x="13260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03BA9A-460B-4F0D-9959-214FD04C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4850" y="2633998"/>
            <a:ext cx="130820" cy="176808"/>
          </a:xfrm>
          <a:custGeom xmlns:a="http://schemas.openxmlformats.org/drawingml/2006/main">
            <a:pathLst>
              <a:path w="130820" h="176808">
                <a:moveTo>
                  <a:pt x="130820" y="162074"/>
                </a:moveTo>
                <a:cubicBezTo>
                  <a:pt x="116086" y="161627"/>
                  <a:pt x="115639" y="154484"/>
                  <a:pt x="115639" y="147340"/>
                </a:cubicBezTo>
                <a:lnTo>
                  <a:pt x="115639" y="0"/>
                </a:lnTo>
                <a:lnTo>
                  <a:pt x="60275" y="0"/>
                </a:lnTo>
                <a:lnTo>
                  <a:pt x="60275" y="6251"/>
                </a:lnTo>
                <a:cubicBezTo>
                  <a:pt x="74563" y="7144"/>
                  <a:pt x="79921" y="7590"/>
                  <a:pt x="79921" y="20985"/>
                </a:cubicBezTo>
                <a:lnTo>
                  <a:pt x="79921" y="67866"/>
                </a:lnTo>
                <a:cubicBezTo>
                  <a:pt x="73670" y="61168"/>
                  <a:pt x="65187" y="51792"/>
                  <a:pt x="49560" y="51792"/>
                </a:cubicBezTo>
                <a:cubicBezTo>
                  <a:pt x="25450" y="51792"/>
                  <a:pt x="0" y="73223"/>
                  <a:pt x="0" y="117872"/>
                </a:cubicBezTo>
                <a:cubicBezTo>
                  <a:pt x="0" y="155377"/>
                  <a:pt x="23664" y="176808"/>
                  <a:pt x="45095" y="176808"/>
                </a:cubicBezTo>
                <a:cubicBezTo>
                  <a:pt x="64294" y="176808"/>
                  <a:pt x="71438" y="169664"/>
                  <a:pt x="80814" y="159841"/>
                </a:cubicBezTo>
                <a:lnTo>
                  <a:pt x="80814" y="176361"/>
                </a:lnTo>
                <a:cubicBezTo>
                  <a:pt x="96441" y="172343"/>
                  <a:pt x="98673" y="171896"/>
                  <a:pt x="130820" y="168325"/>
                </a:cubicBezTo>
                <a:lnTo>
                  <a:pt x="130820" y="162074"/>
                </a:lnTo>
                <a:close/>
                <a:moveTo>
                  <a:pt x="79921" y="144661"/>
                </a:moveTo>
                <a:cubicBezTo>
                  <a:pt x="79921" y="147340"/>
                  <a:pt x="70545" y="162520"/>
                  <a:pt x="58489" y="162520"/>
                </a:cubicBezTo>
                <a:cubicBezTo>
                  <a:pt x="37951" y="162520"/>
                  <a:pt x="37951" y="129034"/>
                  <a:pt x="37951" y="114300"/>
                </a:cubicBezTo>
                <a:cubicBezTo>
                  <a:pt x="37951" y="89297"/>
                  <a:pt x="41523" y="66526"/>
                  <a:pt x="59829" y="66526"/>
                </a:cubicBezTo>
                <a:cubicBezTo>
                  <a:pt x="74116" y="66526"/>
                  <a:pt x="79921" y="82153"/>
                  <a:pt x="79921" y="82153"/>
                </a:cubicBezTo>
                <a:lnTo>
                  <a:pt x="79921" y="144661"/>
                </a:lnTo>
                <a:close/>
                <a:moveTo>
                  <a:pt x="79921" y="1446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93C7E7-0DF9-4DF3-BB55-443E01724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321" y="2685790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792655-D8EE-492F-AACF-80777A4B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2433" y="2685790"/>
            <a:ext cx="103584" cy="121444"/>
          </a:xfrm>
          <a:custGeom xmlns:a="http://schemas.openxmlformats.org/drawingml/2006/main">
            <a:pathLst>
              <a:path w="103584" h="121444">
                <a:moveTo>
                  <a:pt x="67866" y="115193"/>
                </a:moveTo>
                <a:cubicBezTo>
                  <a:pt x="52239" y="114746"/>
                  <a:pt x="49113" y="110728"/>
                  <a:pt x="49113" y="95101"/>
                </a:cubicBezTo>
                <a:lnTo>
                  <a:pt x="49113" y="46434"/>
                </a:lnTo>
                <a:cubicBezTo>
                  <a:pt x="49113" y="27682"/>
                  <a:pt x="60722" y="22324"/>
                  <a:pt x="64294" y="22324"/>
                </a:cubicBezTo>
                <a:cubicBezTo>
                  <a:pt x="72777" y="22324"/>
                  <a:pt x="72330" y="37505"/>
                  <a:pt x="87064" y="37505"/>
                </a:cubicBezTo>
                <a:cubicBezTo>
                  <a:pt x="100012" y="37505"/>
                  <a:pt x="103584" y="26789"/>
                  <a:pt x="103584" y="20092"/>
                </a:cubicBezTo>
                <a:cubicBezTo>
                  <a:pt x="103584" y="13841"/>
                  <a:pt x="100012" y="0"/>
                  <a:pt x="82153" y="0"/>
                </a:cubicBezTo>
                <a:cubicBezTo>
                  <a:pt x="65633" y="0"/>
                  <a:pt x="54025" y="15627"/>
                  <a:pt x="48667" y="23664"/>
                </a:cubicBezTo>
                <a:lnTo>
                  <a:pt x="48220" y="23664"/>
                </a:lnTo>
                <a:lnTo>
                  <a:pt x="48220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7590" y="10269"/>
                  <a:pt x="13841" y="11609"/>
                  <a:pt x="13841" y="24557"/>
                </a:cubicBezTo>
                <a:lnTo>
                  <a:pt x="13841" y="100012"/>
                </a:lnTo>
                <a:cubicBezTo>
                  <a:pt x="13841" y="112514"/>
                  <a:pt x="8037" y="113854"/>
                  <a:pt x="0" y="115193"/>
                </a:cubicBezTo>
                <a:lnTo>
                  <a:pt x="0" y="121444"/>
                </a:lnTo>
                <a:lnTo>
                  <a:pt x="67866" y="121444"/>
                </a:lnTo>
                <a:lnTo>
                  <a:pt x="67866" y="115193"/>
                </a:lnTo>
                <a:close/>
                <a:moveTo>
                  <a:pt x="6786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35E2CF-1BD7-4CBD-9BA3-E9364D68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2633" y="2629979"/>
            <a:ext cx="61168" cy="177254"/>
          </a:xfrm>
          <a:custGeom xmlns:a="http://schemas.openxmlformats.org/drawingml/2006/main">
            <a:pathLst>
              <a:path w="61168" h="177254">
                <a:moveTo>
                  <a:pt x="61168" y="171004"/>
                </a:moveTo>
                <a:cubicBezTo>
                  <a:pt x="51346" y="170111"/>
                  <a:pt x="49113" y="164306"/>
                  <a:pt x="49113" y="156716"/>
                </a:cubicBezTo>
                <a:lnTo>
                  <a:pt x="49113" y="58936"/>
                </a:lnTo>
                <a:lnTo>
                  <a:pt x="0" y="58936"/>
                </a:lnTo>
                <a:lnTo>
                  <a:pt x="0" y="65187"/>
                </a:lnTo>
                <a:cubicBezTo>
                  <a:pt x="9823" y="66973"/>
                  <a:pt x="13841" y="68759"/>
                  <a:pt x="13841" y="80367"/>
                </a:cubicBezTo>
                <a:lnTo>
                  <a:pt x="13841" y="155823"/>
                </a:lnTo>
                <a:cubicBezTo>
                  <a:pt x="13841" y="167878"/>
                  <a:pt x="9376" y="168771"/>
                  <a:pt x="0" y="171004"/>
                </a:cubicBezTo>
                <a:lnTo>
                  <a:pt x="0" y="177254"/>
                </a:lnTo>
                <a:lnTo>
                  <a:pt x="61168" y="177254"/>
                </a:lnTo>
                <a:lnTo>
                  <a:pt x="61168" y="171004"/>
                </a:lnTo>
                <a:close/>
                <a:moveTo>
                  <a:pt x="11162" y="20092"/>
                </a:moveTo>
                <a:cubicBezTo>
                  <a:pt x="11162" y="31254"/>
                  <a:pt x="19645" y="39737"/>
                  <a:pt x="31254" y="39737"/>
                </a:cubicBezTo>
                <a:cubicBezTo>
                  <a:pt x="42416" y="39737"/>
                  <a:pt x="50899" y="31254"/>
                  <a:pt x="50899" y="20092"/>
                </a:cubicBezTo>
                <a:cubicBezTo>
                  <a:pt x="50899" y="8930"/>
                  <a:pt x="42416" y="0"/>
                  <a:pt x="31254" y="0"/>
                </a:cubicBezTo>
                <a:cubicBezTo>
                  <a:pt x="19645" y="0"/>
                  <a:pt x="11162" y="9376"/>
                  <a:pt x="11162" y="20092"/>
                </a:cubicBezTo>
                <a:close/>
                <a:moveTo>
                  <a:pt x="11162" y="200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CBB84-C1DD-4DDA-8030-82F1BDD1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5209" y="2685790"/>
            <a:ext cx="132606" cy="121444"/>
          </a:xfrm>
          <a:custGeom xmlns:a="http://schemas.openxmlformats.org/drawingml/2006/main">
            <a:pathLst>
              <a:path w="132606" h="121444">
                <a:moveTo>
                  <a:pt x="132606" y="115193"/>
                </a:moveTo>
                <a:cubicBezTo>
                  <a:pt x="120104" y="114746"/>
                  <a:pt x="120104" y="106710"/>
                  <a:pt x="120104" y="100905"/>
                </a:cubicBezTo>
                <a:lnTo>
                  <a:pt x="120104" y="36165"/>
                </a:lnTo>
                <a:cubicBezTo>
                  <a:pt x="120104" y="8037"/>
                  <a:pt x="100012" y="0"/>
                  <a:pt x="85725" y="0"/>
                </a:cubicBezTo>
                <a:cubicBezTo>
                  <a:pt x="64294" y="0"/>
                  <a:pt x="53132" y="15627"/>
                  <a:pt x="49560" y="21878"/>
                </a:cubicBezTo>
                <a:lnTo>
                  <a:pt x="49113" y="21878"/>
                </a:lnTo>
                <a:lnTo>
                  <a:pt x="49113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10269" y="11162"/>
                  <a:pt x="13395" y="12948"/>
                  <a:pt x="13395" y="24557"/>
                </a:cubicBezTo>
                <a:lnTo>
                  <a:pt x="13395" y="100012"/>
                </a:lnTo>
                <a:cubicBezTo>
                  <a:pt x="13395" y="112514"/>
                  <a:pt x="9376" y="113407"/>
                  <a:pt x="0" y="115193"/>
                </a:cubicBezTo>
                <a:lnTo>
                  <a:pt x="0" y="121444"/>
                </a:lnTo>
                <a:lnTo>
                  <a:pt x="61615" y="121444"/>
                </a:lnTo>
                <a:lnTo>
                  <a:pt x="61615" y="115193"/>
                </a:lnTo>
                <a:cubicBezTo>
                  <a:pt x="50006" y="113854"/>
                  <a:pt x="49113" y="106710"/>
                  <a:pt x="49113" y="100905"/>
                </a:cubicBezTo>
                <a:lnTo>
                  <a:pt x="49113" y="32147"/>
                </a:lnTo>
                <a:cubicBezTo>
                  <a:pt x="49113" y="29914"/>
                  <a:pt x="60275" y="17413"/>
                  <a:pt x="70545" y="17413"/>
                </a:cubicBezTo>
                <a:cubicBezTo>
                  <a:pt x="84386" y="17413"/>
                  <a:pt x="84386" y="31700"/>
                  <a:pt x="84386" y="38844"/>
                </a:cubicBezTo>
                <a:lnTo>
                  <a:pt x="84386" y="100905"/>
                </a:lnTo>
                <a:cubicBezTo>
                  <a:pt x="84386" y="110282"/>
                  <a:pt x="80814" y="114746"/>
                  <a:pt x="72330" y="115193"/>
                </a:cubicBezTo>
                <a:lnTo>
                  <a:pt x="72330" y="121444"/>
                </a:lnTo>
                <a:lnTo>
                  <a:pt x="132606" y="121444"/>
                </a:lnTo>
                <a:lnTo>
                  <a:pt x="132606" y="115193"/>
                </a:lnTo>
                <a:close/>
                <a:moveTo>
                  <a:pt x="13260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96C9E6-116B-432B-8389-02FB7A0D4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466" y="2685790"/>
            <a:ext cx="116532" cy="174129"/>
          </a:xfrm>
          <a:custGeom xmlns:a="http://schemas.openxmlformats.org/drawingml/2006/main">
            <a:pathLst>
              <a:path w="116532" h="174129">
                <a:moveTo>
                  <a:pt x="116532" y="19645"/>
                </a:moveTo>
                <a:lnTo>
                  <a:pt x="116532" y="5804"/>
                </a:lnTo>
                <a:lnTo>
                  <a:pt x="83046" y="5804"/>
                </a:lnTo>
                <a:cubicBezTo>
                  <a:pt x="72777" y="1786"/>
                  <a:pt x="64294" y="0"/>
                  <a:pt x="54918" y="0"/>
                </a:cubicBezTo>
                <a:cubicBezTo>
                  <a:pt x="19645" y="0"/>
                  <a:pt x="2232" y="20538"/>
                  <a:pt x="2232" y="41077"/>
                </a:cubicBezTo>
                <a:cubicBezTo>
                  <a:pt x="2232" y="59382"/>
                  <a:pt x="14734" y="73223"/>
                  <a:pt x="33486" y="80367"/>
                </a:cubicBezTo>
                <a:lnTo>
                  <a:pt x="33486" y="80814"/>
                </a:lnTo>
                <a:cubicBezTo>
                  <a:pt x="22771" y="83939"/>
                  <a:pt x="3572" y="93762"/>
                  <a:pt x="3572" y="109835"/>
                </a:cubicBezTo>
                <a:cubicBezTo>
                  <a:pt x="3572" y="123230"/>
                  <a:pt x="12055" y="127248"/>
                  <a:pt x="23664" y="131266"/>
                </a:cubicBezTo>
                <a:lnTo>
                  <a:pt x="23664" y="131713"/>
                </a:lnTo>
                <a:cubicBezTo>
                  <a:pt x="9376" y="133052"/>
                  <a:pt x="0" y="140643"/>
                  <a:pt x="0" y="150912"/>
                </a:cubicBezTo>
                <a:cubicBezTo>
                  <a:pt x="0" y="165199"/>
                  <a:pt x="19199" y="174129"/>
                  <a:pt x="50899" y="174129"/>
                </a:cubicBezTo>
                <a:cubicBezTo>
                  <a:pt x="82600" y="174129"/>
                  <a:pt x="116532" y="167432"/>
                  <a:pt x="116532" y="135731"/>
                </a:cubicBezTo>
                <a:cubicBezTo>
                  <a:pt x="116532" y="107156"/>
                  <a:pt x="87064" y="104477"/>
                  <a:pt x="74563" y="104477"/>
                </a:cubicBezTo>
                <a:lnTo>
                  <a:pt x="58043" y="104031"/>
                </a:lnTo>
                <a:cubicBezTo>
                  <a:pt x="38844" y="103584"/>
                  <a:pt x="32147" y="103584"/>
                  <a:pt x="32147" y="94655"/>
                </a:cubicBezTo>
                <a:cubicBezTo>
                  <a:pt x="32147" y="87064"/>
                  <a:pt x="41970" y="82153"/>
                  <a:pt x="46881" y="82153"/>
                </a:cubicBezTo>
                <a:cubicBezTo>
                  <a:pt x="71438" y="82153"/>
                  <a:pt x="71438" y="82153"/>
                  <a:pt x="79028" y="79474"/>
                </a:cubicBezTo>
                <a:cubicBezTo>
                  <a:pt x="97334" y="73670"/>
                  <a:pt x="105817" y="60275"/>
                  <a:pt x="105817" y="44648"/>
                </a:cubicBezTo>
                <a:cubicBezTo>
                  <a:pt x="105817" y="29468"/>
                  <a:pt x="98227" y="21878"/>
                  <a:pt x="95548" y="19645"/>
                </a:cubicBezTo>
                <a:lnTo>
                  <a:pt x="116532" y="19645"/>
                </a:lnTo>
                <a:close/>
                <a:moveTo>
                  <a:pt x="75902" y="134838"/>
                </a:moveTo>
                <a:cubicBezTo>
                  <a:pt x="89297" y="134838"/>
                  <a:pt x="96441" y="138410"/>
                  <a:pt x="96441" y="147786"/>
                </a:cubicBezTo>
                <a:cubicBezTo>
                  <a:pt x="96441" y="166092"/>
                  <a:pt x="64294" y="166092"/>
                  <a:pt x="54025" y="166092"/>
                </a:cubicBezTo>
                <a:cubicBezTo>
                  <a:pt x="49560" y="166092"/>
                  <a:pt x="22771" y="165646"/>
                  <a:pt x="22771" y="149126"/>
                </a:cubicBezTo>
                <a:cubicBezTo>
                  <a:pt x="22771" y="143321"/>
                  <a:pt x="25003" y="140196"/>
                  <a:pt x="31700" y="134838"/>
                </a:cubicBezTo>
                <a:lnTo>
                  <a:pt x="75902" y="134838"/>
                </a:lnTo>
                <a:close/>
                <a:moveTo>
                  <a:pt x="37505" y="41523"/>
                </a:moveTo>
                <a:cubicBezTo>
                  <a:pt x="37505" y="25450"/>
                  <a:pt x="38844" y="8037"/>
                  <a:pt x="54471" y="8037"/>
                </a:cubicBezTo>
                <a:cubicBezTo>
                  <a:pt x="71438" y="8037"/>
                  <a:pt x="71438" y="30361"/>
                  <a:pt x="71438" y="41523"/>
                </a:cubicBezTo>
                <a:cubicBezTo>
                  <a:pt x="71438" y="56257"/>
                  <a:pt x="70545" y="75009"/>
                  <a:pt x="54471" y="75009"/>
                </a:cubicBezTo>
                <a:cubicBezTo>
                  <a:pt x="39291" y="75009"/>
                  <a:pt x="37505" y="59382"/>
                  <a:pt x="37505" y="41523"/>
                </a:cubicBezTo>
                <a:close/>
                <a:moveTo>
                  <a:pt x="37505" y="4152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2E436-A18B-43FA-9EDC-B9E9D7BF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8524" y="2629979"/>
            <a:ext cx="61168" cy="177254"/>
          </a:xfrm>
          <a:custGeom xmlns:a="http://schemas.openxmlformats.org/drawingml/2006/main">
            <a:pathLst>
              <a:path w="61168" h="177254">
                <a:moveTo>
                  <a:pt x="61168" y="171004"/>
                </a:moveTo>
                <a:cubicBezTo>
                  <a:pt x="51346" y="170111"/>
                  <a:pt x="49113" y="164306"/>
                  <a:pt x="49113" y="156716"/>
                </a:cubicBezTo>
                <a:lnTo>
                  <a:pt x="49113" y="58936"/>
                </a:lnTo>
                <a:lnTo>
                  <a:pt x="0" y="58936"/>
                </a:lnTo>
                <a:lnTo>
                  <a:pt x="0" y="65187"/>
                </a:lnTo>
                <a:cubicBezTo>
                  <a:pt x="9823" y="66973"/>
                  <a:pt x="13841" y="68759"/>
                  <a:pt x="13841" y="80367"/>
                </a:cubicBezTo>
                <a:lnTo>
                  <a:pt x="13841" y="155823"/>
                </a:lnTo>
                <a:cubicBezTo>
                  <a:pt x="13841" y="167878"/>
                  <a:pt x="9376" y="168771"/>
                  <a:pt x="0" y="171004"/>
                </a:cubicBezTo>
                <a:lnTo>
                  <a:pt x="0" y="177254"/>
                </a:lnTo>
                <a:lnTo>
                  <a:pt x="61168" y="177254"/>
                </a:lnTo>
                <a:lnTo>
                  <a:pt x="61168" y="171004"/>
                </a:lnTo>
                <a:close/>
                <a:moveTo>
                  <a:pt x="11162" y="20092"/>
                </a:moveTo>
                <a:cubicBezTo>
                  <a:pt x="11162" y="31254"/>
                  <a:pt x="19645" y="39737"/>
                  <a:pt x="31254" y="39737"/>
                </a:cubicBezTo>
                <a:cubicBezTo>
                  <a:pt x="42416" y="39737"/>
                  <a:pt x="50899" y="31254"/>
                  <a:pt x="50899" y="20092"/>
                </a:cubicBezTo>
                <a:cubicBezTo>
                  <a:pt x="50899" y="8930"/>
                  <a:pt x="42416" y="0"/>
                  <a:pt x="31254" y="0"/>
                </a:cubicBezTo>
                <a:cubicBezTo>
                  <a:pt x="19645" y="0"/>
                  <a:pt x="11162" y="9376"/>
                  <a:pt x="11162" y="20092"/>
                </a:cubicBezTo>
                <a:close/>
                <a:moveTo>
                  <a:pt x="11162" y="200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0731D-3A28-4F90-A670-7D7CED1D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099" y="2685790"/>
            <a:ext cx="132606" cy="121444"/>
          </a:xfrm>
          <a:custGeom xmlns:a="http://schemas.openxmlformats.org/drawingml/2006/main">
            <a:pathLst>
              <a:path w="132606" h="121444">
                <a:moveTo>
                  <a:pt x="132606" y="115193"/>
                </a:moveTo>
                <a:cubicBezTo>
                  <a:pt x="120104" y="114746"/>
                  <a:pt x="120104" y="106710"/>
                  <a:pt x="120104" y="100905"/>
                </a:cubicBezTo>
                <a:lnTo>
                  <a:pt x="120104" y="36165"/>
                </a:lnTo>
                <a:cubicBezTo>
                  <a:pt x="120104" y="8037"/>
                  <a:pt x="100012" y="0"/>
                  <a:pt x="85725" y="0"/>
                </a:cubicBezTo>
                <a:cubicBezTo>
                  <a:pt x="64294" y="0"/>
                  <a:pt x="53132" y="15627"/>
                  <a:pt x="49560" y="21878"/>
                </a:cubicBezTo>
                <a:lnTo>
                  <a:pt x="49113" y="21878"/>
                </a:lnTo>
                <a:lnTo>
                  <a:pt x="49113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10269" y="11162"/>
                  <a:pt x="13395" y="12948"/>
                  <a:pt x="13395" y="24557"/>
                </a:cubicBezTo>
                <a:lnTo>
                  <a:pt x="13395" y="100012"/>
                </a:lnTo>
                <a:cubicBezTo>
                  <a:pt x="13395" y="112514"/>
                  <a:pt x="9376" y="113407"/>
                  <a:pt x="0" y="115193"/>
                </a:cubicBezTo>
                <a:lnTo>
                  <a:pt x="0" y="121444"/>
                </a:lnTo>
                <a:lnTo>
                  <a:pt x="61615" y="121444"/>
                </a:lnTo>
                <a:lnTo>
                  <a:pt x="61615" y="115193"/>
                </a:lnTo>
                <a:cubicBezTo>
                  <a:pt x="50006" y="113854"/>
                  <a:pt x="49113" y="106710"/>
                  <a:pt x="49113" y="100905"/>
                </a:cubicBezTo>
                <a:lnTo>
                  <a:pt x="49113" y="32147"/>
                </a:lnTo>
                <a:cubicBezTo>
                  <a:pt x="49113" y="29914"/>
                  <a:pt x="60275" y="17413"/>
                  <a:pt x="70545" y="17413"/>
                </a:cubicBezTo>
                <a:cubicBezTo>
                  <a:pt x="84386" y="17413"/>
                  <a:pt x="84386" y="31700"/>
                  <a:pt x="84386" y="38844"/>
                </a:cubicBezTo>
                <a:lnTo>
                  <a:pt x="84386" y="100905"/>
                </a:lnTo>
                <a:cubicBezTo>
                  <a:pt x="84386" y="110282"/>
                  <a:pt x="80814" y="114746"/>
                  <a:pt x="72330" y="115193"/>
                </a:cubicBezTo>
                <a:lnTo>
                  <a:pt x="72330" y="121444"/>
                </a:lnTo>
                <a:lnTo>
                  <a:pt x="132606" y="121444"/>
                </a:lnTo>
                <a:lnTo>
                  <a:pt x="132606" y="115193"/>
                </a:lnTo>
                <a:close/>
                <a:moveTo>
                  <a:pt x="13260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2AC4F-1181-4103-AA4D-5F1B7987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4464" y="2633998"/>
            <a:ext cx="130820" cy="176808"/>
          </a:xfrm>
          <a:custGeom xmlns:a="http://schemas.openxmlformats.org/drawingml/2006/main">
            <a:pathLst>
              <a:path w="130820" h="176808">
                <a:moveTo>
                  <a:pt x="130820" y="162074"/>
                </a:moveTo>
                <a:cubicBezTo>
                  <a:pt x="116086" y="161627"/>
                  <a:pt x="115639" y="154484"/>
                  <a:pt x="115639" y="147340"/>
                </a:cubicBezTo>
                <a:lnTo>
                  <a:pt x="115639" y="0"/>
                </a:lnTo>
                <a:lnTo>
                  <a:pt x="60275" y="0"/>
                </a:lnTo>
                <a:lnTo>
                  <a:pt x="60275" y="6251"/>
                </a:lnTo>
                <a:cubicBezTo>
                  <a:pt x="74563" y="7144"/>
                  <a:pt x="79921" y="7590"/>
                  <a:pt x="79921" y="20985"/>
                </a:cubicBezTo>
                <a:lnTo>
                  <a:pt x="79921" y="67866"/>
                </a:lnTo>
                <a:cubicBezTo>
                  <a:pt x="73670" y="61168"/>
                  <a:pt x="65187" y="51792"/>
                  <a:pt x="49560" y="51792"/>
                </a:cubicBezTo>
                <a:cubicBezTo>
                  <a:pt x="25450" y="51792"/>
                  <a:pt x="0" y="73223"/>
                  <a:pt x="0" y="117872"/>
                </a:cubicBezTo>
                <a:cubicBezTo>
                  <a:pt x="0" y="155377"/>
                  <a:pt x="23664" y="176808"/>
                  <a:pt x="45095" y="176808"/>
                </a:cubicBezTo>
                <a:cubicBezTo>
                  <a:pt x="64294" y="176808"/>
                  <a:pt x="71438" y="169664"/>
                  <a:pt x="80814" y="159841"/>
                </a:cubicBezTo>
                <a:lnTo>
                  <a:pt x="80814" y="176361"/>
                </a:lnTo>
                <a:cubicBezTo>
                  <a:pt x="96441" y="172343"/>
                  <a:pt x="98673" y="171896"/>
                  <a:pt x="130820" y="168325"/>
                </a:cubicBezTo>
                <a:lnTo>
                  <a:pt x="130820" y="162074"/>
                </a:lnTo>
                <a:close/>
                <a:moveTo>
                  <a:pt x="79921" y="144661"/>
                </a:moveTo>
                <a:cubicBezTo>
                  <a:pt x="79921" y="147340"/>
                  <a:pt x="70545" y="162520"/>
                  <a:pt x="58489" y="162520"/>
                </a:cubicBezTo>
                <a:cubicBezTo>
                  <a:pt x="37951" y="162520"/>
                  <a:pt x="37951" y="129034"/>
                  <a:pt x="37951" y="114300"/>
                </a:cubicBezTo>
                <a:cubicBezTo>
                  <a:pt x="37951" y="89297"/>
                  <a:pt x="41523" y="66526"/>
                  <a:pt x="59829" y="66526"/>
                </a:cubicBezTo>
                <a:cubicBezTo>
                  <a:pt x="74116" y="66526"/>
                  <a:pt x="79921" y="82153"/>
                  <a:pt x="79921" y="82153"/>
                </a:cubicBezTo>
                <a:lnTo>
                  <a:pt x="79921" y="144661"/>
                </a:lnTo>
                <a:close/>
                <a:moveTo>
                  <a:pt x="79921" y="1446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C54FA-1779-4454-9625-82E12FA3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703" y="2629979"/>
            <a:ext cx="61168" cy="177254"/>
          </a:xfrm>
          <a:custGeom xmlns:a="http://schemas.openxmlformats.org/drawingml/2006/main">
            <a:pathLst>
              <a:path w="61168" h="177254">
                <a:moveTo>
                  <a:pt x="61168" y="171004"/>
                </a:moveTo>
                <a:cubicBezTo>
                  <a:pt x="51346" y="170111"/>
                  <a:pt x="49113" y="164306"/>
                  <a:pt x="49113" y="156716"/>
                </a:cubicBezTo>
                <a:lnTo>
                  <a:pt x="49113" y="58936"/>
                </a:lnTo>
                <a:lnTo>
                  <a:pt x="0" y="58936"/>
                </a:lnTo>
                <a:lnTo>
                  <a:pt x="0" y="65187"/>
                </a:lnTo>
                <a:cubicBezTo>
                  <a:pt x="9823" y="66973"/>
                  <a:pt x="13841" y="68759"/>
                  <a:pt x="13841" y="80367"/>
                </a:cubicBezTo>
                <a:lnTo>
                  <a:pt x="13841" y="155823"/>
                </a:lnTo>
                <a:cubicBezTo>
                  <a:pt x="13841" y="167878"/>
                  <a:pt x="9376" y="168771"/>
                  <a:pt x="0" y="171004"/>
                </a:cubicBezTo>
                <a:lnTo>
                  <a:pt x="0" y="177254"/>
                </a:lnTo>
                <a:lnTo>
                  <a:pt x="61168" y="177254"/>
                </a:lnTo>
                <a:lnTo>
                  <a:pt x="61168" y="171004"/>
                </a:lnTo>
                <a:close/>
                <a:moveTo>
                  <a:pt x="11162" y="20092"/>
                </a:moveTo>
                <a:cubicBezTo>
                  <a:pt x="11162" y="31254"/>
                  <a:pt x="19645" y="39737"/>
                  <a:pt x="31254" y="39737"/>
                </a:cubicBezTo>
                <a:cubicBezTo>
                  <a:pt x="42416" y="39737"/>
                  <a:pt x="50899" y="31254"/>
                  <a:pt x="50899" y="20092"/>
                </a:cubicBezTo>
                <a:cubicBezTo>
                  <a:pt x="50899" y="8930"/>
                  <a:pt x="42416" y="0"/>
                  <a:pt x="31254" y="0"/>
                </a:cubicBezTo>
                <a:cubicBezTo>
                  <a:pt x="19645" y="0"/>
                  <a:pt x="11162" y="9376"/>
                  <a:pt x="11162" y="20092"/>
                </a:cubicBezTo>
                <a:close/>
                <a:moveTo>
                  <a:pt x="11162" y="200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B20F57-5974-47C8-AA1B-0895162D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9511" y="2685790"/>
            <a:ext cx="103584" cy="121444"/>
          </a:xfrm>
          <a:custGeom xmlns:a="http://schemas.openxmlformats.org/drawingml/2006/main">
            <a:pathLst>
              <a:path w="103584" h="121444">
                <a:moveTo>
                  <a:pt x="67866" y="115193"/>
                </a:moveTo>
                <a:cubicBezTo>
                  <a:pt x="52239" y="114746"/>
                  <a:pt x="49113" y="110728"/>
                  <a:pt x="49113" y="95101"/>
                </a:cubicBezTo>
                <a:lnTo>
                  <a:pt x="49113" y="46434"/>
                </a:lnTo>
                <a:cubicBezTo>
                  <a:pt x="49113" y="27682"/>
                  <a:pt x="60722" y="22324"/>
                  <a:pt x="64294" y="22324"/>
                </a:cubicBezTo>
                <a:cubicBezTo>
                  <a:pt x="72777" y="22324"/>
                  <a:pt x="72330" y="37505"/>
                  <a:pt x="87064" y="37505"/>
                </a:cubicBezTo>
                <a:cubicBezTo>
                  <a:pt x="100012" y="37505"/>
                  <a:pt x="103584" y="26789"/>
                  <a:pt x="103584" y="20092"/>
                </a:cubicBezTo>
                <a:cubicBezTo>
                  <a:pt x="103584" y="13841"/>
                  <a:pt x="100012" y="0"/>
                  <a:pt x="82153" y="0"/>
                </a:cubicBezTo>
                <a:cubicBezTo>
                  <a:pt x="65633" y="0"/>
                  <a:pt x="54025" y="15627"/>
                  <a:pt x="48667" y="23664"/>
                </a:cubicBezTo>
                <a:lnTo>
                  <a:pt x="48220" y="23664"/>
                </a:lnTo>
                <a:lnTo>
                  <a:pt x="48220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7590" y="10269"/>
                  <a:pt x="13841" y="11609"/>
                  <a:pt x="13841" y="24557"/>
                </a:cubicBezTo>
                <a:lnTo>
                  <a:pt x="13841" y="100012"/>
                </a:lnTo>
                <a:cubicBezTo>
                  <a:pt x="13841" y="112514"/>
                  <a:pt x="8037" y="113854"/>
                  <a:pt x="0" y="115193"/>
                </a:cubicBezTo>
                <a:lnTo>
                  <a:pt x="0" y="121444"/>
                </a:lnTo>
                <a:lnTo>
                  <a:pt x="67866" y="121444"/>
                </a:lnTo>
                <a:lnTo>
                  <a:pt x="67866" y="115193"/>
                </a:lnTo>
                <a:close/>
                <a:moveTo>
                  <a:pt x="6786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81CFE-714B-40A5-8014-5C463C49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331" y="2685790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6D734D-045A-414F-BEF6-2C6FF515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104" y="2685790"/>
            <a:ext cx="104031" cy="125016"/>
          </a:xfrm>
          <a:custGeom xmlns:a="http://schemas.openxmlformats.org/drawingml/2006/main">
            <a:pathLst>
              <a:path w="104031" h="125016">
                <a:moveTo>
                  <a:pt x="99120" y="93315"/>
                </a:moveTo>
                <a:cubicBezTo>
                  <a:pt x="93315" y="100459"/>
                  <a:pt x="86618" y="108049"/>
                  <a:pt x="71884" y="108049"/>
                </a:cubicBezTo>
                <a:cubicBezTo>
                  <a:pt x="51792" y="108049"/>
                  <a:pt x="36165" y="87064"/>
                  <a:pt x="36165" y="51346"/>
                </a:cubicBezTo>
                <a:cubicBezTo>
                  <a:pt x="36165" y="39737"/>
                  <a:pt x="37951" y="8037"/>
                  <a:pt x="58043" y="8037"/>
                </a:cubicBezTo>
                <a:cubicBezTo>
                  <a:pt x="62061" y="8037"/>
                  <a:pt x="68759" y="10269"/>
                  <a:pt x="68759" y="18306"/>
                </a:cubicBezTo>
                <a:cubicBezTo>
                  <a:pt x="68759" y="32147"/>
                  <a:pt x="68759" y="44648"/>
                  <a:pt x="83046" y="44648"/>
                </a:cubicBezTo>
                <a:cubicBezTo>
                  <a:pt x="84832" y="44648"/>
                  <a:pt x="100459" y="44648"/>
                  <a:pt x="100459" y="28129"/>
                </a:cubicBezTo>
                <a:cubicBezTo>
                  <a:pt x="100459" y="9823"/>
                  <a:pt x="79028" y="0"/>
                  <a:pt x="60722" y="0"/>
                </a:cubicBezTo>
                <a:cubicBezTo>
                  <a:pt x="36612" y="0"/>
                  <a:pt x="0" y="16073"/>
                  <a:pt x="0" y="66526"/>
                </a:cubicBezTo>
                <a:cubicBezTo>
                  <a:pt x="0" y="97780"/>
                  <a:pt x="22324" y="125016"/>
                  <a:pt x="54918" y="125016"/>
                </a:cubicBezTo>
                <a:cubicBezTo>
                  <a:pt x="75456" y="125016"/>
                  <a:pt x="91976" y="114746"/>
                  <a:pt x="104031" y="98227"/>
                </a:cubicBezTo>
                <a:lnTo>
                  <a:pt x="99120" y="93315"/>
                </a:lnTo>
                <a:close/>
                <a:moveTo>
                  <a:pt x="99120" y="933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BC48A-29E1-489B-A176-44F76128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3537" y="2645606"/>
            <a:ext cx="80367" cy="164753"/>
          </a:xfrm>
          <a:custGeom xmlns:a="http://schemas.openxmlformats.org/drawingml/2006/main">
            <a:pathLst>
              <a:path w="80367" h="164753">
                <a:moveTo>
                  <a:pt x="73223" y="43309"/>
                </a:moveTo>
                <a:lnTo>
                  <a:pt x="49113" y="43309"/>
                </a:lnTo>
                <a:lnTo>
                  <a:pt x="49113" y="0"/>
                </a:lnTo>
                <a:lnTo>
                  <a:pt x="42862" y="0"/>
                </a:lnTo>
                <a:cubicBezTo>
                  <a:pt x="25450" y="25003"/>
                  <a:pt x="13841" y="36165"/>
                  <a:pt x="0" y="47774"/>
                </a:cubicBezTo>
                <a:lnTo>
                  <a:pt x="0" y="54918"/>
                </a:lnTo>
                <a:lnTo>
                  <a:pt x="13395" y="54918"/>
                </a:lnTo>
                <a:lnTo>
                  <a:pt x="13395" y="137964"/>
                </a:lnTo>
                <a:cubicBezTo>
                  <a:pt x="13841" y="143321"/>
                  <a:pt x="14734" y="164753"/>
                  <a:pt x="42416" y="164753"/>
                </a:cubicBezTo>
                <a:cubicBezTo>
                  <a:pt x="65633" y="164753"/>
                  <a:pt x="75009" y="146893"/>
                  <a:pt x="80367" y="136178"/>
                </a:cubicBezTo>
                <a:lnTo>
                  <a:pt x="73670" y="133052"/>
                </a:lnTo>
                <a:cubicBezTo>
                  <a:pt x="70991" y="138410"/>
                  <a:pt x="66526" y="146447"/>
                  <a:pt x="59382" y="146447"/>
                </a:cubicBezTo>
                <a:cubicBezTo>
                  <a:pt x="49560" y="146447"/>
                  <a:pt x="49113" y="137071"/>
                  <a:pt x="49113" y="132606"/>
                </a:cubicBezTo>
                <a:lnTo>
                  <a:pt x="49113" y="54918"/>
                </a:lnTo>
                <a:lnTo>
                  <a:pt x="73223" y="54918"/>
                </a:lnTo>
                <a:lnTo>
                  <a:pt x="73223" y="43309"/>
                </a:lnTo>
                <a:close/>
                <a:moveTo>
                  <a:pt x="73223" y="433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1EA5A6-7A51-485D-B911-4C8E8480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5606" y="2685790"/>
            <a:ext cx="103584" cy="121444"/>
          </a:xfrm>
          <a:custGeom xmlns:a="http://schemas.openxmlformats.org/drawingml/2006/main">
            <a:pathLst>
              <a:path w="103584" h="121444">
                <a:moveTo>
                  <a:pt x="67866" y="115193"/>
                </a:moveTo>
                <a:cubicBezTo>
                  <a:pt x="52239" y="114746"/>
                  <a:pt x="49113" y="110728"/>
                  <a:pt x="49113" y="95101"/>
                </a:cubicBezTo>
                <a:lnTo>
                  <a:pt x="49113" y="46434"/>
                </a:lnTo>
                <a:cubicBezTo>
                  <a:pt x="49113" y="27682"/>
                  <a:pt x="60722" y="22324"/>
                  <a:pt x="64294" y="22324"/>
                </a:cubicBezTo>
                <a:cubicBezTo>
                  <a:pt x="72777" y="22324"/>
                  <a:pt x="72330" y="37505"/>
                  <a:pt x="87064" y="37505"/>
                </a:cubicBezTo>
                <a:cubicBezTo>
                  <a:pt x="100012" y="37505"/>
                  <a:pt x="103584" y="26789"/>
                  <a:pt x="103584" y="20092"/>
                </a:cubicBezTo>
                <a:cubicBezTo>
                  <a:pt x="103584" y="13841"/>
                  <a:pt x="100012" y="0"/>
                  <a:pt x="82153" y="0"/>
                </a:cubicBezTo>
                <a:cubicBezTo>
                  <a:pt x="65633" y="0"/>
                  <a:pt x="54025" y="15627"/>
                  <a:pt x="48667" y="23664"/>
                </a:cubicBezTo>
                <a:lnTo>
                  <a:pt x="48220" y="23664"/>
                </a:lnTo>
                <a:lnTo>
                  <a:pt x="48220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7590" y="10269"/>
                  <a:pt x="13841" y="11609"/>
                  <a:pt x="13841" y="24557"/>
                </a:cubicBezTo>
                <a:lnTo>
                  <a:pt x="13841" y="100012"/>
                </a:lnTo>
                <a:cubicBezTo>
                  <a:pt x="13841" y="112514"/>
                  <a:pt x="8037" y="113854"/>
                  <a:pt x="0" y="115193"/>
                </a:cubicBezTo>
                <a:lnTo>
                  <a:pt x="0" y="121444"/>
                </a:lnTo>
                <a:lnTo>
                  <a:pt x="67866" y="121444"/>
                </a:lnTo>
                <a:lnTo>
                  <a:pt x="67866" y="115193"/>
                </a:lnTo>
                <a:close/>
                <a:moveTo>
                  <a:pt x="6786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E5778-3EC6-4875-8192-BDD427EC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8039" y="2685790"/>
            <a:ext cx="118765" cy="125016"/>
          </a:xfrm>
          <a:custGeom xmlns:a="http://schemas.openxmlformats.org/drawingml/2006/main">
            <a:pathLst>
              <a:path w="118765" h="125016">
                <a:moveTo>
                  <a:pt x="115193" y="104924"/>
                </a:moveTo>
                <a:lnTo>
                  <a:pt x="112514" y="107603"/>
                </a:lnTo>
                <a:cubicBezTo>
                  <a:pt x="111621" y="108496"/>
                  <a:pt x="110728" y="108496"/>
                  <a:pt x="109835" y="108496"/>
                </a:cubicBezTo>
                <a:cubicBezTo>
                  <a:pt x="104031" y="108496"/>
                  <a:pt x="104031" y="103584"/>
                  <a:pt x="104031" y="102245"/>
                </a:cubicBezTo>
                <a:lnTo>
                  <a:pt x="104031" y="35272"/>
                </a:lnTo>
                <a:cubicBezTo>
                  <a:pt x="104031" y="11162"/>
                  <a:pt x="81260" y="0"/>
                  <a:pt x="53132" y="0"/>
                </a:cubicBezTo>
                <a:cubicBezTo>
                  <a:pt x="20985" y="0"/>
                  <a:pt x="4911" y="16073"/>
                  <a:pt x="4911" y="32147"/>
                </a:cubicBezTo>
                <a:cubicBezTo>
                  <a:pt x="4911" y="49560"/>
                  <a:pt x="18752" y="49560"/>
                  <a:pt x="21878" y="49560"/>
                </a:cubicBezTo>
                <a:cubicBezTo>
                  <a:pt x="35272" y="49560"/>
                  <a:pt x="39291" y="39737"/>
                  <a:pt x="39291" y="35272"/>
                </a:cubicBezTo>
                <a:cubicBezTo>
                  <a:pt x="39291" y="25003"/>
                  <a:pt x="31254" y="23217"/>
                  <a:pt x="31254" y="17859"/>
                </a:cubicBezTo>
                <a:cubicBezTo>
                  <a:pt x="31254" y="13395"/>
                  <a:pt x="37505" y="8483"/>
                  <a:pt x="46434" y="8483"/>
                </a:cubicBezTo>
                <a:cubicBezTo>
                  <a:pt x="65633" y="8483"/>
                  <a:pt x="69205" y="17859"/>
                  <a:pt x="69205" y="30807"/>
                </a:cubicBezTo>
                <a:lnTo>
                  <a:pt x="69205" y="49560"/>
                </a:lnTo>
                <a:cubicBezTo>
                  <a:pt x="32593" y="60722"/>
                  <a:pt x="0" y="70991"/>
                  <a:pt x="0" y="97780"/>
                </a:cubicBezTo>
                <a:cubicBezTo>
                  <a:pt x="0" y="116979"/>
                  <a:pt x="16073" y="125016"/>
                  <a:pt x="28129" y="125016"/>
                </a:cubicBezTo>
                <a:cubicBezTo>
                  <a:pt x="34379" y="125016"/>
                  <a:pt x="52239" y="123676"/>
                  <a:pt x="69205" y="107156"/>
                </a:cubicBezTo>
                <a:cubicBezTo>
                  <a:pt x="70545" y="114300"/>
                  <a:pt x="72777" y="125016"/>
                  <a:pt x="90636" y="125016"/>
                </a:cubicBezTo>
                <a:cubicBezTo>
                  <a:pt x="102245" y="125016"/>
                  <a:pt x="111621" y="118765"/>
                  <a:pt x="118765" y="110282"/>
                </a:cubicBezTo>
                <a:lnTo>
                  <a:pt x="115193" y="104924"/>
                </a:lnTo>
                <a:close/>
                <a:moveTo>
                  <a:pt x="68759" y="95994"/>
                </a:moveTo>
                <a:cubicBezTo>
                  <a:pt x="65187" y="100012"/>
                  <a:pt x="59382" y="106710"/>
                  <a:pt x="50453" y="106710"/>
                </a:cubicBezTo>
                <a:cubicBezTo>
                  <a:pt x="41523" y="106710"/>
                  <a:pt x="37505" y="97780"/>
                  <a:pt x="37505" y="89743"/>
                </a:cubicBezTo>
                <a:cubicBezTo>
                  <a:pt x="37505" y="67419"/>
                  <a:pt x="62954" y="59829"/>
                  <a:pt x="68759" y="58489"/>
                </a:cubicBezTo>
                <a:lnTo>
                  <a:pt x="68759" y="95994"/>
                </a:lnTo>
                <a:close/>
                <a:moveTo>
                  <a:pt x="68759" y="959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9DD690-62B9-462B-932D-146E8ABB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6161" y="2633998"/>
            <a:ext cx="130820" cy="176808"/>
          </a:xfrm>
          <a:custGeom xmlns:a="http://schemas.openxmlformats.org/drawingml/2006/main">
            <a:pathLst>
              <a:path w="130820" h="176808">
                <a:moveTo>
                  <a:pt x="130820" y="162074"/>
                </a:moveTo>
                <a:cubicBezTo>
                  <a:pt x="116086" y="161627"/>
                  <a:pt x="115639" y="154484"/>
                  <a:pt x="115639" y="147340"/>
                </a:cubicBezTo>
                <a:lnTo>
                  <a:pt x="115639" y="0"/>
                </a:lnTo>
                <a:lnTo>
                  <a:pt x="60275" y="0"/>
                </a:lnTo>
                <a:lnTo>
                  <a:pt x="60275" y="6251"/>
                </a:lnTo>
                <a:cubicBezTo>
                  <a:pt x="74563" y="7144"/>
                  <a:pt x="79921" y="7590"/>
                  <a:pt x="79921" y="20985"/>
                </a:cubicBezTo>
                <a:lnTo>
                  <a:pt x="79921" y="67866"/>
                </a:lnTo>
                <a:cubicBezTo>
                  <a:pt x="73670" y="61168"/>
                  <a:pt x="65187" y="51792"/>
                  <a:pt x="49560" y="51792"/>
                </a:cubicBezTo>
                <a:cubicBezTo>
                  <a:pt x="25450" y="51792"/>
                  <a:pt x="0" y="73223"/>
                  <a:pt x="0" y="117872"/>
                </a:cubicBezTo>
                <a:cubicBezTo>
                  <a:pt x="0" y="155377"/>
                  <a:pt x="23664" y="176808"/>
                  <a:pt x="45095" y="176808"/>
                </a:cubicBezTo>
                <a:cubicBezTo>
                  <a:pt x="64294" y="176808"/>
                  <a:pt x="71438" y="169664"/>
                  <a:pt x="80814" y="159841"/>
                </a:cubicBezTo>
                <a:lnTo>
                  <a:pt x="80814" y="176361"/>
                </a:lnTo>
                <a:cubicBezTo>
                  <a:pt x="96441" y="172343"/>
                  <a:pt x="98673" y="171896"/>
                  <a:pt x="130820" y="168325"/>
                </a:cubicBezTo>
                <a:lnTo>
                  <a:pt x="130820" y="162074"/>
                </a:lnTo>
                <a:close/>
                <a:moveTo>
                  <a:pt x="79921" y="144661"/>
                </a:moveTo>
                <a:cubicBezTo>
                  <a:pt x="79921" y="147340"/>
                  <a:pt x="70545" y="162520"/>
                  <a:pt x="58489" y="162520"/>
                </a:cubicBezTo>
                <a:cubicBezTo>
                  <a:pt x="37951" y="162520"/>
                  <a:pt x="37951" y="129034"/>
                  <a:pt x="37951" y="114300"/>
                </a:cubicBezTo>
                <a:cubicBezTo>
                  <a:pt x="37951" y="89297"/>
                  <a:pt x="41523" y="66526"/>
                  <a:pt x="59829" y="66526"/>
                </a:cubicBezTo>
                <a:cubicBezTo>
                  <a:pt x="74116" y="66526"/>
                  <a:pt x="79921" y="82153"/>
                  <a:pt x="79921" y="82153"/>
                </a:cubicBezTo>
                <a:lnTo>
                  <a:pt x="79921" y="144661"/>
                </a:lnTo>
                <a:close/>
                <a:moveTo>
                  <a:pt x="79921" y="1446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61428E-0077-4651-89B0-DC2A5789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6400" y="2629979"/>
            <a:ext cx="61168" cy="177254"/>
          </a:xfrm>
          <a:custGeom xmlns:a="http://schemas.openxmlformats.org/drawingml/2006/main">
            <a:pathLst>
              <a:path w="61168" h="177254">
                <a:moveTo>
                  <a:pt x="61168" y="171004"/>
                </a:moveTo>
                <a:cubicBezTo>
                  <a:pt x="51346" y="170111"/>
                  <a:pt x="49113" y="164306"/>
                  <a:pt x="49113" y="156716"/>
                </a:cubicBezTo>
                <a:lnTo>
                  <a:pt x="49113" y="58936"/>
                </a:lnTo>
                <a:lnTo>
                  <a:pt x="0" y="58936"/>
                </a:lnTo>
                <a:lnTo>
                  <a:pt x="0" y="65187"/>
                </a:lnTo>
                <a:cubicBezTo>
                  <a:pt x="9823" y="66973"/>
                  <a:pt x="13841" y="68759"/>
                  <a:pt x="13841" y="80367"/>
                </a:cubicBezTo>
                <a:lnTo>
                  <a:pt x="13841" y="155823"/>
                </a:lnTo>
                <a:cubicBezTo>
                  <a:pt x="13841" y="167878"/>
                  <a:pt x="9376" y="168771"/>
                  <a:pt x="0" y="171004"/>
                </a:cubicBezTo>
                <a:lnTo>
                  <a:pt x="0" y="177254"/>
                </a:lnTo>
                <a:lnTo>
                  <a:pt x="61168" y="177254"/>
                </a:lnTo>
                <a:lnTo>
                  <a:pt x="61168" y="171004"/>
                </a:lnTo>
                <a:close/>
                <a:moveTo>
                  <a:pt x="11162" y="20092"/>
                </a:moveTo>
                <a:cubicBezTo>
                  <a:pt x="11162" y="31254"/>
                  <a:pt x="19645" y="39737"/>
                  <a:pt x="31254" y="39737"/>
                </a:cubicBezTo>
                <a:cubicBezTo>
                  <a:pt x="42416" y="39737"/>
                  <a:pt x="50899" y="31254"/>
                  <a:pt x="50899" y="20092"/>
                </a:cubicBezTo>
                <a:cubicBezTo>
                  <a:pt x="50899" y="8930"/>
                  <a:pt x="42416" y="0"/>
                  <a:pt x="31254" y="0"/>
                </a:cubicBezTo>
                <a:cubicBezTo>
                  <a:pt x="19645" y="0"/>
                  <a:pt x="11162" y="9376"/>
                  <a:pt x="11162" y="20092"/>
                </a:cubicBezTo>
                <a:close/>
                <a:moveTo>
                  <a:pt x="11162" y="2009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C21D27-2104-424A-B9DB-95DC8D26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9868" y="2685790"/>
            <a:ext cx="118765" cy="125016"/>
          </a:xfrm>
          <a:custGeom xmlns:a="http://schemas.openxmlformats.org/drawingml/2006/main">
            <a:pathLst>
              <a:path w="118765" h="125016">
                <a:moveTo>
                  <a:pt x="115193" y="104924"/>
                </a:moveTo>
                <a:lnTo>
                  <a:pt x="112514" y="107603"/>
                </a:lnTo>
                <a:cubicBezTo>
                  <a:pt x="111621" y="108496"/>
                  <a:pt x="110728" y="108496"/>
                  <a:pt x="109835" y="108496"/>
                </a:cubicBezTo>
                <a:cubicBezTo>
                  <a:pt x="104031" y="108496"/>
                  <a:pt x="104031" y="103584"/>
                  <a:pt x="104031" y="102245"/>
                </a:cubicBezTo>
                <a:lnTo>
                  <a:pt x="104031" y="35272"/>
                </a:lnTo>
                <a:cubicBezTo>
                  <a:pt x="104031" y="11162"/>
                  <a:pt x="81260" y="0"/>
                  <a:pt x="53132" y="0"/>
                </a:cubicBezTo>
                <a:cubicBezTo>
                  <a:pt x="20985" y="0"/>
                  <a:pt x="4911" y="16073"/>
                  <a:pt x="4911" y="32147"/>
                </a:cubicBezTo>
                <a:cubicBezTo>
                  <a:pt x="4911" y="49560"/>
                  <a:pt x="18752" y="49560"/>
                  <a:pt x="21878" y="49560"/>
                </a:cubicBezTo>
                <a:cubicBezTo>
                  <a:pt x="35272" y="49560"/>
                  <a:pt x="39291" y="39737"/>
                  <a:pt x="39291" y="35272"/>
                </a:cubicBezTo>
                <a:cubicBezTo>
                  <a:pt x="39291" y="25003"/>
                  <a:pt x="31254" y="23217"/>
                  <a:pt x="31254" y="17859"/>
                </a:cubicBezTo>
                <a:cubicBezTo>
                  <a:pt x="31254" y="13395"/>
                  <a:pt x="37505" y="8483"/>
                  <a:pt x="46434" y="8483"/>
                </a:cubicBezTo>
                <a:cubicBezTo>
                  <a:pt x="65633" y="8483"/>
                  <a:pt x="69205" y="17859"/>
                  <a:pt x="69205" y="30807"/>
                </a:cubicBezTo>
                <a:lnTo>
                  <a:pt x="69205" y="49560"/>
                </a:lnTo>
                <a:cubicBezTo>
                  <a:pt x="32593" y="60722"/>
                  <a:pt x="0" y="70991"/>
                  <a:pt x="0" y="97780"/>
                </a:cubicBezTo>
                <a:cubicBezTo>
                  <a:pt x="0" y="116979"/>
                  <a:pt x="16073" y="125016"/>
                  <a:pt x="28129" y="125016"/>
                </a:cubicBezTo>
                <a:cubicBezTo>
                  <a:pt x="34379" y="125016"/>
                  <a:pt x="52239" y="123676"/>
                  <a:pt x="69205" y="107156"/>
                </a:cubicBezTo>
                <a:cubicBezTo>
                  <a:pt x="70545" y="114300"/>
                  <a:pt x="72777" y="125016"/>
                  <a:pt x="90636" y="125016"/>
                </a:cubicBezTo>
                <a:cubicBezTo>
                  <a:pt x="102245" y="125016"/>
                  <a:pt x="111621" y="118765"/>
                  <a:pt x="118765" y="110282"/>
                </a:cubicBezTo>
                <a:lnTo>
                  <a:pt x="115193" y="104924"/>
                </a:lnTo>
                <a:close/>
                <a:moveTo>
                  <a:pt x="68759" y="95994"/>
                </a:moveTo>
                <a:cubicBezTo>
                  <a:pt x="65187" y="100012"/>
                  <a:pt x="59382" y="106710"/>
                  <a:pt x="50453" y="106710"/>
                </a:cubicBezTo>
                <a:cubicBezTo>
                  <a:pt x="41523" y="106710"/>
                  <a:pt x="37505" y="97780"/>
                  <a:pt x="37505" y="89743"/>
                </a:cubicBezTo>
                <a:cubicBezTo>
                  <a:pt x="37505" y="67419"/>
                  <a:pt x="62954" y="59829"/>
                  <a:pt x="68759" y="58489"/>
                </a:cubicBezTo>
                <a:lnTo>
                  <a:pt x="68759" y="95994"/>
                </a:lnTo>
                <a:close/>
                <a:moveTo>
                  <a:pt x="68759" y="959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B21F79-589E-4888-917D-B7813AB1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7097" y="2685790"/>
            <a:ext cx="132606" cy="121444"/>
          </a:xfrm>
          <a:custGeom xmlns:a="http://schemas.openxmlformats.org/drawingml/2006/main">
            <a:pathLst>
              <a:path w="132606" h="121444">
                <a:moveTo>
                  <a:pt x="132606" y="115193"/>
                </a:moveTo>
                <a:cubicBezTo>
                  <a:pt x="120104" y="114746"/>
                  <a:pt x="120104" y="106710"/>
                  <a:pt x="120104" y="100905"/>
                </a:cubicBezTo>
                <a:lnTo>
                  <a:pt x="120104" y="36165"/>
                </a:lnTo>
                <a:cubicBezTo>
                  <a:pt x="120104" y="8037"/>
                  <a:pt x="100012" y="0"/>
                  <a:pt x="85725" y="0"/>
                </a:cubicBezTo>
                <a:cubicBezTo>
                  <a:pt x="64294" y="0"/>
                  <a:pt x="53132" y="15627"/>
                  <a:pt x="49560" y="21878"/>
                </a:cubicBezTo>
                <a:lnTo>
                  <a:pt x="49113" y="21878"/>
                </a:lnTo>
                <a:lnTo>
                  <a:pt x="49113" y="3125"/>
                </a:lnTo>
                <a:lnTo>
                  <a:pt x="0" y="3125"/>
                </a:lnTo>
                <a:lnTo>
                  <a:pt x="0" y="9376"/>
                </a:lnTo>
                <a:cubicBezTo>
                  <a:pt x="10269" y="11162"/>
                  <a:pt x="13395" y="12948"/>
                  <a:pt x="13395" y="24557"/>
                </a:cubicBezTo>
                <a:lnTo>
                  <a:pt x="13395" y="100012"/>
                </a:lnTo>
                <a:cubicBezTo>
                  <a:pt x="13395" y="112514"/>
                  <a:pt x="9376" y="113407"/>
                  <a:pt x="0" y="115193"/>
                </a:cubicBezTo>
                <a:lnTo>
                  <a:pt x="0" y="121444"/>
                </a:lnTo>
                <a:lnTo>
                  <a:pt x="61615" y="121444"/>
                </a:lnTo>
                <a:lnTo>
                  <a:pt x="61615" y="115193"/>
                </a:lnTo>
                <a:cubicBezTo>
                  <a:pt x="50006" y="113854"/>
                  <a:pt x="49113" y="106710"/>
                  <a:pt x="49113" y="100905"/>
                </a:cubicBezTo>
                <a:lnTo>
                  <a:pt x="49113" y="32147"/>
                </a:lnTo>
                <a:cubicBezTo>
                  <a:pt x="49113" y="29914"/>
                  <a:pt x="60275" y="17413"/>
                  <a:pt x="70545" y="17413"/>
                </a:cubicBezTo>
                <a:cubicBezTo>
                  <a:pt x="84386" y="17413"/>
                  <a:pt x="84386" y="31700"/>
                  <a:pt x="84386" y="38844"/>
                </a:cubicBezTo>
                <a:lnTo>
                  <a:pt x="84386" y="100905"/>
                </a:lnTo>
                <a:cubicBezTo>
                  <a:pt x="84386" y="110282"/>
                  <a:pt x="80814" y="114746"/>
                  <a:pt x="72330" y="115193"/>
                </a:cubicBezTo>
                <a:lnTo>
                  <a:pt x="72330" y="121444"/>
                </a:lnTo>
                <a:lnTo>
                  <a:pt x="132606" y="121444"/>
                </a:lnTo>
                <a:lnTo>
                  <a:pt x="132606" y="115193"/>
                </a:lnTo>
                <a:close/>
                <a:moveTo>
                  <a:pt x="132606" y="11519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3A371-AEFC-4656-87A7-2588F491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462" y="2685790"/>
            <a:ext cx="104031" cy="125016"/>
          </a:xfrm>
          <a:custGeom xmlns:a="http://schemas.openxmlformats.org/drawingml/2006/main">
            <a:pathLst>
              <a:path w="104031" h="125016">
                <a:moveTo>
                  <a:pt x="99120" y="93315"/>
                </a:moveTo>
                <a:cubicBezTo>
                  <a:pt x="93315" y="100459"/>
                  <a:pt x="86618" y="108049"/>
                  <a:pt x="71884" y="108049"/>
                </a:cubicBezTo>
                <a:cubicBezTo>
                  <a:pt x="51792" y="108049"/>
                  <a:pt x="36165" y="87064"/>
                  <a:pt x="36165" y="51346"/>
                </a:cubicBezTo>
                <a:cubicBezTo>
                  <a:pt x="36165" y="39737"/>
                  <a:pt x="37951" y="8037"/>
                  <a:pt x="58043" y="8037"/>
                </a:cubicBezTo>
                <a:cubicBezTo>
                  <a:pt x="62061" y="8037"/>
                  <a:pt x="68759" y="10269"/>
                  <a:pt x="68759" y="18306"/>
                </a:cubicBezTo>
                <a:cubicBezTo>
                  <a:pt x="68759" y="32147"/>
                  <a:pt x="68759" y="44648"/>
                  <a:pt x="83046" y="44648"/>
                </a:cubicBezTo>
                <a:cubicBezTo>
                  <a:pt x="84832" y="44648"/>
                  <a:pt x="100459" y="44648"/>
                  <a:pt x="100459" y="28129"/>
                </a:cubicBezTo>
                <a:cubicBezTo>
                  <a:pt x="100459" y="9823"/>
                  <a:pt x="79028" y="0"/>
                  <a:pt x="60722" y="0"/>
                </a:cubicBezTo>
                <a:cubicBezTo>
                  <a:pt x="36612" y="0"/>
                  <a:pt x="0" y="16073"/>
                  <a:pt x="0" y="66526"/>
                </a:cubicBezTo>
                <a:cubicBezTo>
                  <a:pt x="0" y="97780"/>
                  <a:pt x="22324" y="125016"/>
                  <a:pt x="54918" y="125016"/>
                </a:cubicBezTo>
                <a:cubicBezTo>
                  <a:pt x="75456" y="125016"/>
                  <a:pt x="91976" y="114746"/>
                  <a:pt x="104031" y="98227"/>
                </a:cubicBezTo>
                <a:lnTo>
                  <a:pt x="99120" y="93315"/>
                </a:lnTo>
                <a:close/>
                <a:moveTo>
                  <a:pt x="99120" y="9331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993F2A-0A50-4A55-AA8D-39FE6B6E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4234" y="2685790"/>
            <a:ext cx="103138" cy="125016"/>
          </a:xfrm>
          <a:custGeom xmlns:a="http://schemas.openxmlformats.org/drawingml/2006/main">
            <a:pathLst>
              <a:path w="103138" h="125016">
                <a:moveTo>
                  <a:pt x="35719" y="49113"/>
                </a:moveTo>
                <a:cubicBezTo>
                  <a:pt x="35719" y="13841"/>
                  <a:pt x="44648" y="8037"/>
                  <a:pt x="54025" y="8037"/>
                </a:cubicBezTo>
                <a:cubicBezTo>
                  <a:pt x="62954" y="8037"/>
                  <a:pt x="66080" y="14734"/>
                  <a:pt x="67866" y="20092"/>
                </a:cubicBezTo>
                <a:cubicBezTo>
                  <a:pt x="69652" y="27682"/>
                  <a:pt x="69652" y="41077"/>
                  <a:pt x="70098" y="49113"/>
                </a:cubicBezTo>
                <a:lnTo>
                  <a:pt x="35719" y="49113"/>
                </a:lnTo>
                <a:close/>
                <a:moveTo>
                  <a:pt x="96887" y="89297"/>
                </a:moveTo>
                <a:cubicBezTo>
                  <a:pt x="91976" y="95101"/>
                  <a:pt x="83046" y="106710"/>
                  <a:pt x="67866" y="106710"/>
                </a:cubicBezTo>
                <a:cubicBezTo>
                  <a:pt x="43309" y="106710"/>
                  <a:pt x="37951" y="80367"/>
                  <a:pt x="37058" y="58489"/>
                </a:cubicBezTo>
                <a:lnTo>
                  <a:pt x="101798" y="58489"/>
                </a:lnTo>
                <a:cubicBezTo>
                  <a:pt x="100905" y="44648"/>
                  <a:pt x="97334" y="0"/>
                  <a:pt x="53132" y="0"/>
                </a:cubicBezTo>
                <a:cubicBezTo>
                  <a:pt x="23664" y="0"/>
                  <a:pt x="0" y="24110"/>
                  <a:pt x="0" y="62061"/>
                </a:cubicBezTo>
                <a:cubicBezTo>
                  <a:pt x="0" y="106263"/>
                  <a:pt x="26343" y="125016"/>
                  <a:pt x="52239" y="125016"/>
                </a:cubicBezTo>
                <a:cubicBezTo>
                  <a:pt x="72777" y="125016"/>
                  <a:pt x="87511" y="116979"/>
                  <a:pt x="103138" y="92869"/>
                </a:cubicBezTo>
                <a:lnTo>
                  <a:pt x="96887" y="89297"/>
                </a:lnTo>
                <a:close/>
                <a:moveTo>
                  <a:pt x="96887" y="8929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CE5AC2-358B-4B32-A8D7-97A50F64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7425" y="2629533"/>
            <a:ext cx="66973" cy="220563"/>
          </a:xfrm>
          <a:custGeom xmlns:a="http://schemas.openxmlformats.org/drawingml/2006/main">
            <a:pathLst>
              <a:path w="66973" h="220563">
                <a:moveTo>
                  <a:pt x="66973" y="0"/>
                </a:moveTo>
                <a:cubicBezTo>
                  <a:pt x="52685" y="6251"/>
                  <a:pt x="0" y="37951"/>
                  <a:pt x="0" y="112961"/>
                </a:cubicBezTo>
                <a:cubicBezTo>
                  <a:pt x="0" y="133945"/>
                  <a:pt x="7144" y="188863"/>
                  <a:pt x="66973" y="220563"/>
                </a:cubicBezTo>
                <a:lnTo>
                  <a:pt x="66973" y="213420"/>
                </a:lnTo>
                <a:cubicBezTo>
                  <a:pt x="41970" y="198239"/>
                  <a:pt x="29021" y="180380"/>
                  <a:pt x="29021" y="110728"/>
                </a:cubicBezTo>
                <a:cubicBezTo>
                  <a:pt x="29021" y="32593"/>
                  <a:pt x="45541" y="20985"/>
                  <a:pt x="66973" y="6697"/>
                </a:cubicBezTo>
                <a:lnTo>
                  <a:pt x="66973" y="0"/>
                </a:lnTo>
                <a:close/>
                <a:moveTo>
                  <a:pt x="66973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64D3DA-31E6-40CE-8EEE-2166D548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8453" y="2629533"/>
            <a:ext cx="66973" cy="220563"/>
          </a:xfrm>
          <a:custGeom xmlns:a="http://schemas.openxmlformats.org/drawingml/2006/main">
            <a:pathLst>
              <a:path w="66973" h="220563">
                <a:moveTo>
                  <a:pt x="0" y="220563"/>
                </a:moveTo>
                <a:cubicBezTo>
                  <a:pt x="14288" y="214312"/>
                  <a:pt x="66973" y="182612"/>
                  <a:pt x="66973" y="107603"/>
                </a:cubicBezTo>
                <a:cubicBezTo>
                  <a:pt x="66973" y="86618"/>
                  <a:pt x="59829" y="31700"/>
                  <a:pt x="0" y="0"/>
                </a:cubicBezTo>
                <a:lnTo>
                  <a:pt x="0" y="7144"/>
                </a:lnTo>
                <a:cubicBezTo>
                  <a:pt x="25003" y="22324"/>
                  <a:pt x="37951" y="40184"/>
                  <a:pt x="37951" y="109835"/>
                </a:cubicBezTo>
                <a:cubicBezTo>
                  <a:pt x="37951" y="188416"/>
                  <a:pt x="21431" y="199579"/>
                  <a:pt x="0" y="213866"/>
                </a:cubicBezTo>
                <a:lnTo>
                  <a:pt x="0" y="220563"/>
                </a:lnTo>
                <a:close/>
                <a:moveTo>
                  <a:pt x="0" y="22056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E749B-57E5-43B2-9AE7-2BB3DC03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7974" y="2634816"/>
            <a:ext cx="154260" cy="174464"/>
          </a:xfrm>
          <a:custGeom xmlns:a="http://schemas.openxmlformats.org/drawingml/2006/main">
            <a:pathLst>
              <a:path w="154260" h="174464">
                <a:moveTo>
                  <a:pt x="85613" y="19869"/>
                </a:moveTo>
                <a:cubicBezTo>
                  <a:pt x="87846" y="10716"/>
                  <a:pt x="88627" y="7925"/>
                  <a:pt x="112626" y="7925"/>
                </a:cubicBezTo>
                <a:cubicBezTo>
                  <a:pt x="120328" y="7925"/>
                  <a:pt x="122337" y="7925"/>
                  <a:pt x="122337" y="3014"/>
                </a:cubicBezTo>
                <a:cubicBezTo>
                  <a:pt x="122337" y="0"/>
                  <a:pt x="119546" y="0"/>
                  <a:pt x="118318" y="0"/>
                </a:cubicBezTo>
                <a:cubicBezTo>
                  <a:pt x="109835" y="0"/>
                  <a:pt x="88850" y="781"/>
                  <a:pt x="80479" y="781"/>
                </a:cubicBezTo>
                <a:cubicBezTo>
                  <a:pt x="72777" y="781"/>
                  <a:pt x="54136" y="0"/>
                  <a:pt x="46434" y="0"/>
                </a:cubicBezTo>
                <a:cubicBezTo>
                  <a:pt x="44648" y="0"/>
                  <a:pt x="41635" y="0"/>
                  <a:pt x="41635" y="5135"/>
                </a:cubicBezTo>
                <a:cubicBezTo>
                  <a:pt x="41635" y="7925"/>
                  <a:pt x="43979" y="7925"/>
                  <a:pt x="48778" y="7925"/>
                </a:cubicBezTo>
                <a:cubicBezTo>
                  <a:pt x="49225" y="7925"/>
                  <a:pt x="54136" y="7925"/>
                  <a:pt x="58489" y="8372"/>
                </a:cubicBezTo>
                <a:cubicBezTo>
                  <a:pt x="63066" y="8930"/>
                  <a:pt x="65410" y="9153"/>
                  <a:pt x="65410" y="12502"/>
                </a:cubicBezTo>
                <a:cubicBezTo>
                  <a:pt x="65410" y="13506"/>
                  <a:pt x="65075" y="14288"/>
                  <a:pt x="64294" y="17301"/>
                </a:cubicBezTo>
                <a:lnTo>
                  <a:pt x="30138" y="154595"/>
                </a:lnTo>
                <a:cubicBezTo>
                  <a:pt x="27570" y="164530"/>
                  <a:pt x="27124" y="166539"/>
                  <a:pt x="6921" y="166539"/>
                </a:cubicBezTo>
                <a:cubicBezTo>
                  <a:pt x="2567" y="166539"/>
                  <a:pt x="0" y="166539"/>
                  <a:pt x="0" y="171673"/>
                </a:cubicBezTo>
                <a:cubicBezTo>
                  <a:pt x="0" y="174464"/>
                  <a:pt x="2344" y="174464"/>
                  <a:pt x="6921" y="174464"/>
                </a:cubicBezTo>
                <a:lnTo>
                  <a:pt x="125127" y="174464"/>
                </a:lnTo>
                <a:cubicBezTo>
                  <a:pt x="131266" y="174464"/>
                  <a:pt x="131490" y="174464"/>
                  <a:pt x="133052" y="170111"/>
                </a:cubicBezTo>
                <a:lnTo>
                  <a:pt x="153256" y="114970"/>
                </a:lnTo>
                <a:cubicBezTo>
                  <a:pt x="154260" y="112179"/>
                  <a:pt x="154260" y="111621"/>
                  <a:pt x="154260" y="111398"/>
                </a:cubicBezTo>
                <a:cubicBezTo>
                  <a:pt x="154260" y="110393"/>
                  <a:pt x="153479" y="108496"/>
                  <a:pt x="151247" y="108496"/>
                </a:cubicBezTo>
                <a:cubicBezTo>
                  <a:pt x="148903" y="108496"/>
                  <a:pt x="148679" y="109835"/>
                  <a:pt x="146893" y="113965"/>
                </a:cubicBezTo>
                <a:cubicBezTo>
                  <a:pt x="138187" y="137406"/>
                  <a:pt x="126913" y="166539"/>
                  <a:pt x="82711" y="166539"/>
                </a:cubicBezTo>
                <a:lnTo>
                  <a:pt x="58713" y="166539"/>
                </a:lnTo>
                <a:cubicBezTo>
                  <a:pt x="55141" y="166539"/>
                  <a:pt x="54694" y="166539"/>
                  <a:pt x="53132" y="166315"/>
                </a:cubicBezTo>
                <a:cubicBezTo>
                  <a:pt x="50564" y="165981"/>
                  <a:pt x="49783" y="165757"/>
                  <a:pt x="49783" y="163748"/>
                </a:cubicBezTo>
                <a:cubicBezTo>
                  <a:pt x="49783" y="162967"/>
                  <a:pt x="49783" y="162409"/>
                  <a:pt x="51011" y="157832"/>
                </a:cubicBezTo>
                <a:lnTo>
                  <a:pt x="85613" y="19869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B2B864-868F-4CD5-B335-F8071B28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9871" y="2625105"/>
            <a:ext cx="70545" cy="80814"/>
          </a:xfrm>
          <a:custGeom xmlns:a="http://schemas.openxmlformats.org/drawingml/2006/main">
            <a:pathLst>
              <a:path w="70545" h="80814">
                <a:moveTo>
                  <a:pt x="57150" y="59941"/>
                </a:moveTo>
                <a:cubicBezTo>
                  <a:pt x="47327" y="70433"/>
                  <a:pt x="40407" y="74340"/>
                  <a:pt x="31589" y="74340"/>
                </a:cubicBezTo>
                <a:cubicBezTo>
                  <a:pt x="21431" y="74340"/>
                  <a:pt x="15404" y="66749"/>
                  <a:pt x="15404" y="54025"/>
                </a:cubicBezTo>
                <a:cubicBezTo>
                  <a:pt x="15404" y="38844"/>
                  <a:pt x="21654" y="22882"/>
                  <a:pt x="31589" y="12390"/>
                </a:cubicBezTo>
                <a:cubicBezTo>
                  <a:pt x="36835" y="7032"/>
                  <a:pt x="43979" y="3795"/>
                  <a:pt x="50899" y="3795"/>
                </a:cubicBezTo>
                <a:cubicBezTo>
                  <a:pt x="55029" y="3795"/>
                  <a:pt x="57708" y="5246"/>
                  <a:pt x="57708" y="7367"/>
                </a:cubicBezTo>
                <a:cubicBezTo>
                  <a:pt x="57708" y="8260"/>
                  <a:pt x="57373" y="9153"/>
                  <a:pt x="56703" y="10827"/>
                </a:cubicBezTo>
                <a:cubicBezTo>
                  <a:pt x="55364" y="13060"/>
                  <a:pt x="55029" y="14288"/>
                  <a:pt x="55029" y="15962"/>
                </a:cubicBezTo>
                <a:cubicBezTo>
                  <a:pt x="55029" y="20203"/>
                  <a:pt x="57708" y="22771"/>
                  <a:pt x="61950" y="22771"/>
                </a:cubicBezTo>
                <a:cubicBezTo>
                  <a:pt x="66861" y="22771"/>
                  <a:pt x="70545" y="19087"/>
                  <a:pt x="70545" y="14511"/>
                </a:cubicBezTo>
                <a:cubicBezTo>
                  <a:pt x="70545" y="6251"/>
                  <a:pt x="62508" y="0"/>
                  <a:pt x="51792" y="0"/>
                </a:cubicBezTo>
                <a:cubicBezTo>
                  <a:pt x="25003" y="0"/>
                  <a:pt x="0" y="26119"/>
                  <a:pt x="0" y="54025"/>
                </a:cubicBezTo>
                <a:cubicBezTo>
                  <a:pt x="0" y="70991"/>
                  <a:pt x="9599" y="80814"/>
                  <a:pt x="26231" y="80814"/>
                </a:cubicBezTo>
                <a:cubicBezTo>
                  <a:pt x="39514" y="80814"/>
                  <a:pt x="49337" y="75233"/>
                  <a:pt x="60052" y="61615"/>
                </a:cubicBezTo>
                <a:lnTo>
                  <a:pt x="57150" y="59941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554693-1591-45A6-9EAD-9A646240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4433" y="2625105"/>
            <a:ext cx="82042" cy="80814"/>
          </a:xfrm>
          <a:custGeom xmlns:a="http://schemas.openxmlformats.org/drawingml/2006/main">
            <a:pathLst>
              <a:path w="82042" h="80814">
                <a:moveTo>
                  <a:pt x="79921" y="59159"/>
                </a:moveTo>
                <a:cubicBezTo>
                  <a:pt x="77242" y="61838"/>
                  <a:pt x="76126" y="62731"/>
                  <a:pt x="74786" y="64182"/>
                </a:cubicBezTo>
                <a:cubicBezTo>
                  <a:pt x="69540" y="69763"/>
                  <a:pt x="67196" y="71549"/>
                  <a:pt x="65522" y="71549"/>
                </a:cubicBezTo>
                <a:cubicBezTo>
                  <a:pt x="64182" y="71549"/>
                  <a:pt x="63066" y="70433"/>
                  <a:pt x="63066" y="69205"/>
                </a:cubicBezTo>
                <a:cubicBezTo>
                  <a:pt x="63066" y="65633"/>
                  <a:pt x="70545" y="35049"/>
                  <a:pt x="79028" y="4353"/>
                </a:cubicBezTo>
                <a:cubicBezTo>
                  <a:pt x="79474" y="2567"/>
                  <a:pt x="79697" y="2232"/>
                  <a:pt x="80032" y="558"/>
                </a:cubicBezTo>
                <a:lnTo>
                  <a:pt x="78805" y="0"/>
                </a:lnTo>
                <a:lnTo>
                  <a:pt x="67866" y="1339"/>
                </a:lnTo>
                <a:lnTo>
                  <a:pt x="67419" y="1786"/>
                </a:lnTo>
                <a:lnTo>
                  <a:pt x="65410" y="10381"/>
                </a:lnTo>
                <a:cubicBezTo>
                  <a:pt x="63959" y="3795"/>
                  <a:pt x="58824" y="0"/>
                  <a:pt x="51122" y="0"/>
                </a:cubicBezTo>
                <a:cubicBezTo>
                  <a:pt x="27570" y="0"/>
                  <a:pt x="0" y="32705"/>
                  <a:pt x="0" y="60945"/>
                </a:cubicBezTo>
                <a:cubicBezTo>
                  <a:pt x="0" y="73447"/>
                  <a:pt x="6809" y="80814"/>
                  <a:pt x="18194" y="80814"/>
                </a:cubicBezTo>
                <a:cubicBezTo>
                  <a:pt x="30696" y="80814"/>
                  <a:pt x="38398" y="74898"/>
                  <a:pt x="54136" y="52797"/>
                </a:cubicBezTo>
                <a:cubicBezTo>
                  <a:pt x="50564" y="66749"/>
                  <a:pt x="50006" y="68982"/>
                  <a:pt x="50006" y="73223"/>
                </a:cubicBezTo>
                <a:cubicBezTo>
                  <a:pt x="50006" y="78470"/>
                  <a:pt x="52127" y="80590"/>
                  <a:pt x="57150" y="80590"/>
                </a:cubicBezTo>
                <a:cubicBezTo>
                  <a:pt x="64294" y="80590"/>
                  <a:pt x="68759" y="77242"/>
                  <a:pt x="82042" y="60945"/>
                </a:cubicBezTo>
                <a:lnTo>
                  <a:pt x="79921" y="59159"/>
                </a:lnTo>
                <a:close/>
                <a:moveTo>
                  <a:pt x="52127" y="4018"/>
                </a:moveTo>
                <a:cubicBezTo>
                  <a:pt x="58266" y="4353"/>
                  <a:pt x="62173" y="8595"/>
                  <a:pt x="62173" y="14846"/>
                </a:cubicBezTo>
                <a:cubicBezTo>
                  <a:pt x="62173" y="29803"/>
                  <a:pt x="53243" y="50899"/>
                  <a:pt x="40853" y="64182"/>
                </a:cubicBezTo>
                <a:cubicBezTo>
                  <a:pt x="36612" y="68982"/>
                  <a:pt x="30584" y="71996"/>
                  <a:pt x="25338" y="71996"/>
                </a:cubicBezTo>
                <a:cubicBezTo>
                  <a:pt x="19087" y="71996"/>
                  <a:pt x="15069" y="66861"/>
                  <a:pt x="15069" y="58601"/>
                </a:cubicBezTo>
                <a:cubicBezTo>
                  <a:pt x="15069" y="49002"/>
                  <a:pt x="21766" y="30584"/>
                  <a:pt x="29468" y="19534"/>
                </a:cubicBezTo>
                <a:cubicBezTo>
                  <a:pt x="36612" y="9153"/>
                  <a:pt x="45095" y="3460"/>
                  <a:pt x="52127" y="4018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2C3A73-89A8-47F4-959C-59ED7892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7860" y="2625105"/>
            <a:ext cx="70545" cy="80814"/>
          </a:xfrm>
          <a:custGeom xmlns:a="http://schemas.openxmlformats.org/drawingml/2006/main">
            <a:pathLst>
              <a:path w="70545" h="80814">
                <a:moveTo>
                  <a:pt x="57150" y="59941"/>
                </a:moveTo>
                <a:cubicBezTo>
                  <a:pt x="47327" y="70433"/>
                  <a:pt x="40407" y="74340"/>
                  <a:pt x="31589" y="74340"/>
                </a:cubicBezTo>
                <a:cubicBezTo>
                  <a:pt x="21431" y="74340"/>
                  <a:pt x="15404" y="66749"/>
                  <a:pt x="15404" y="54025"/>
                </a:cubicBezTo>
                <a:cubicBezTo>
                  <a:pt x="15404" y="38844"/>
                  <a:pt x="21654" y="22882"/>
                  <a:pt x="31589" y="12390"/>
                </a:cubicBezTo>
                <a:cubicBezTo>
                  <a:pt x="36835" y="7032"/>
                  <a:pt x="43979" y="3795"/>
                  <a:pt x="50899" y="3795"/>
                </a:cubicBezTo>
                <a:cubicBezTo>
                  <a:pt x="55029" y="3795"/>
                  <a:pt x="57708" y="5246"/>
                  <a:pt x="57708" y="7367"/>
                </a:cubicBezTo>
                <a:cubicBezTo>
                  <a:pt x="57708" y="8260"/>
                  <a:pt x="57373" y="9153"/>
                  <a:pt x="56704" y="10827"/>
                </a:cubicBezTo>
                <a:cubicBezTo>
                  <a:pt x="55364" y="13060"/>
                  <a:pt x="55029" y="14288"/>
                  <a:pt x="55029" y="15962"/>
                </a:cubicBezTo>
                <a:cubicBezTo>
                  <a:pt x="55029" y="20203"/>
                  <a:pt x="57708" y="22771"/>
                  <a:pt x="61950" y="22771"/>
                </a:cubicBezTo>
                <a:cubicBezTo>
                  <a:pt x="66861" y="22771"/>
                  <a:pt x="70545" y="19087"/>
                  <a:pt x="70545" y="14511"/>
                </a:cubicBezTo>
                <a:cubicBezTo>
                  <a:pt x="70545" y="6251"/>
                  <a:pt x="62508" y="0"/>
                  <a:pt x="51792" y="0"/>
                </a:cubicBezTo>
                <a:cubicBezTo>
                  <a:pt x="25003" y="0"/>
                  <a:pt x="0" y="26119"/>
                  <a:pt x="0" y="54025"/>
                </a:cubicBezTo>
                <a:cubicBezTo>
                  <a:pt x="0" y="70991"/>
                  <a:pt x="9599" y="80814"/>
                  <a:pt x="26231" y="80814"/>
                </a:cubicBezTo>
                <a:cubicBezTo>
                  <a:pt x="39514" y="80814"/>
                  <a:pt x="49337" y="75233"/>
                  <a:pt x="60052" y="61615"/>
                </a:cubicBezTo>
                <a:lnTo>
                  <a:pt x="57150" y="59941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5913A-E52F-44EE-A389-A483AEC7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2758" y="2581908"/>
            <a:ext cx="82041" cy="123676"/>
          </a:xfrm>
          <a:custGeom xmlns:a="http://schemas.openxmlformats.org/drawingml/2006/main">
            <a:pathLst>
              <a:path w="82041" h="123676">
                <a:moveTo>
                  <a:pt x="79697" y="101129"/>
                </a:moveTo>
                <a:cubicBezTo>
                  <a:pt x="70098" y="113295"/>
                  <a:pt x="67866" y="115193"/>
                  <a:pt x="65075" y="115193"/>
                </a:cubicBezTo>
                <a:cubicBezTo>
                  <a:pt x="63401" y="115193"/>
                  <a:pt x="62173" y="113630"/>
                  <a:pt x="62173" y="112068"/>
                </a:cubicBezTo>
                <a:cubicBezTo>
                  <a:pt x="62173" y="110282"/>
                  <a:pt x="65075" y="99008"/>
                  <a:pt x="68089" y="89743"/>
                </a:cubicBezTo>
                <a:cubicBezTo>
                  <a:pt x="73223" y="72665"/>
                  <a:pt x="76684" y="59494"/>
                  <a:pt x="76684" y="55252"/>
                </a:cubicBezTo>
                <a:cubicBezTo>
                  <a:pt x="76684" y="48109"/>
                  <a:pt x="71884" y="43197"/>
                  <a:pt x="64852" y="43197"/>
                </a:cubicBezTo>
                <a:cubicBezTo>
                  <a:pt x="53243" y="43197"/>
                  <a:pt x="40518" y="55029"/>
                  <a:pt x="23999" y="80925"/>
                </a:cubicBezTo>
                <a:lnTo>
                  <a:pt x="45430" y="893"/>
                </a:lnTo>
                <a:lnTo>
                  <a:pt x="44537" y="0"/>
                </a:lnTo>
                <a:cubicBezTo>
                  <a:pt x="34156" y="2344"/>
                  <a:pt x="27124" y="3572"/>
                  <a:pt x="16408" y="4800"/>
                </a:cubicBezTo>
                <a:lnTo>
                  <a:pt x="16408" y="7479"/>
                </a:lnTo>
                <a:lnTo>
                  <a:pt x="21096" y="7479"/>
                </a:lnTo>
                <a:cubicBezTo>
                  <a:pt x="21208" y="7479"/>
                  <a:pt x="21431" y="7479"/>
                  <a:pt x="21654" y="7255"/>
                </a:cubicBezTo>
                <a:cubicBezTo>
                  <a:pt x="24110" y="6251"/>
                  <a:pt x="28463" y="9265"/>
                  <a:pt x="28463" y="11832"/>
                </a:cubicBezTo>
                <a:cubicBezTo>
                  <a:pt x="28463" y="14288"/>
                  <a:pt x="27459" y="18752"/>
                  <a:pt x="25896" y="23887"/>
                </a:cubicBezTo>
                <a:cubicBezTo>
                  <a:pt x="25784" y="24110"/>
                  <a:pt x="25226" y="26566"/>
                  <a:pt x="24110" y="30473"/>
                </a:cubicBezTo>
                <a:lnTo>
                  <a:pt x="0" y="122002"/>
                </a:lnTo>
                <a:lnTo>
                  <a:pt x="13395" y="122002"/>
                </a:lnTo>
                <a:cubicBezTo>
                  <a:pt x="20538" y="94543"/>
                  <a:pt x="22882" y="88404"/>
                  <a:pt x="30026" y="77577"/>
                </a:cubicBezTo>
                <a:cubicBezTo>
                  <a:pt x="39291" y="63401"/>
                  <a:pt x="51457" y="52350"/>
                  <a:pt x="57708" y="52350"/>
                </a:cubicBezTo>
                <a:cubicBezTo>
                  <a:pt x="60387" y="52350"/>
                  <a:pt x="62731" y="54471"/>
                  <a:pt x="62731" y="56815"/>
                </a:cubicBezTo>
                <a:cubicBezTo>
                  <a:pt x="62731" y="57485"/>
                  <a:pt x="62173" y="59829"/>
                  <a:pt x="61503" y="62731"/>
                </a:cubicBezTo>
                <a:lnTo>
                  <a:pt x="51681" y="99678"/>
                </a:lnTo>
                <a:cubicBezTo>
                  <a:pt x="49337" y="108496"/>
                  <a:pt x="48109" y="113965"/>
                  <a:pt x="48109" y="116086"/>
                </a:cubicBezTo>
                <a:cubicBezTo>
                  <a:pt x="48109" y="120774"/>
                  <a:pt x="51122" y="123676"/>
                  <a:pt x="55922" y="123676"/>
                </a:cubicBezTo>
                <a:cubicBezTo>
                  <a:pt x="65075" y="123676"/>
                  <a:pt x="71326" y="118876"/>
                  <a:pt x="82041" y="103250"/>
                </a:cubicBezTo>
                <a:lnTo>
                  <a:pt x="79697" y="101129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24574-0E90-411B-9316-F238E9C4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3171" y="2625105"/>
            <a:ext cx="68089" cy="80814"/>
          </a:xfrm>
          <a:custGeom xmlns:a="http://schemas.openxmlformats.org/drawingml/2006/main">
            <a:pathLst>
              <a:path w="68089" h="80814">
                <a:moveTo>
                  <a:pt x="58378" y="59382"/>
                </a:moveTo>
                <a:cubicBezTo>
                  <a:pt x="45541" y="69875"/>
                  <a:pt x="39960" y="72777"/>
                  <a:pt x="32370" y="72777"/>
                </a:cubicBezTo>
                <a:cubicBezTo>
                  <a:pt x="22213" y="72777"/>
                  <a:pt x="15515" y="66303"/>
                  <a:pt x="15515" y="56703"/>
                </a:cubicBezTo>
                <a:cubicBezTo>
                  <a:pt x="15515" y="54025"/>
                  <a:pt x="15962" y="51346"/>
                  <a:pt x="17301" y="45653"/>
                </a:cubicBezTo>
                <a:lnTo>
                  <a:pt x="22324" y="44872"/>
                </a:lnTo>
                <a:cubicBezTo>
                  <a:pt x="49113" y="41077"/>
                  <a:pt x="68089" y="27570"/>
                  <a:pt x="68089" y="12167"/>
                </a:cubicBezTo>
                <a:cubicBezTo>
                  <a:pt x="68089" y="4688"/>
                  <a:pt x="62731" y="0"/>
                  <a:pt x="53801" y="0"/>
                </a:cubicBezTo>
                <a:cubicBezTo>
                  <a:pt x="28017" y="0"/>
                  <a:pt x="0" y="29468"/>
                  <a:pt x="0" y="56369"/>
                </a:cubicBezTo>
                <a:cubicBezTo>
                  <a:pt x="0" y="70768"/>
                  <a:pt x="9599" y="80814"/>
                  <a:pt x="23552" y="80814"/>
                </a:cubicBezTo>
                <a:cubicBezTo>
                  <a:pt x="36277" y="80814"/>
                  <a:pt x="50006" y="73447"/>
                  <a:pt x="60499" y="61503"/>
                </a:cubicBezTo>
                <a:lnTo>
                  <a:pt x="58378" y="59382"/>
                </a:lnTo>
                <a:close/>
                <a:moveTo>
                  <a:pt x="21654" y="33821"/>
                </a:moveTo>
                <a:cubicBezTo>
                  <a:pt x="27682" y="17859"/>
                  <a:pt x="40853" y="4130"/>
                  <a:pt x="50006" y="4130"/>
                </a:cubicBezTo>
                <a:cubicBezTo>
                  <a:pt x="53801" y="4130"/>
                  <a:pt x="56257" y="7032"/>
                  <a:pt x="56257" y="11162"/>
                </a:cubicBezTo>
                <a:cubicBezTo>
                  <a:pt x="56257" y="16632"/>
                  <a:pt x="52908" y="23106"/>
                  <a:pt x="47327" y="28463"/>
                </a:cubicBezTo>
                <a:cubicBezTo>
                  <a:pt x="40742" y="34714"/>
                  <a:pt x="33933" y="37951"/>
                  <a:pt x="18529" y="41635"/>
                </a:cubicBezTo>
                <a:lnTo>
                  <a:pt x="21654" y="33821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F36019-FC1B-4585-869B-D9C4DE1C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7303" y="2749897"/>
            <a:ext cx="42416" cy="122002"/>
          </a:xfrm>
          <a:custGeom xmlns:a="http://schemas.openxmlformats.org/drawingml/2006/main">
            <a:pathLst>
              <a:path w="42416" h="122002">
                <a:moveTo>
                  <a:pt x="28463" y="39849"/>
                </a:moveTo>
                <a:lnTo>
                  <a:pt x="781" y="49671"/>
                </a:lnTo>
                <a:lnTo>
                  <a:pt x="781" y="52350"/>
                </a:lnTo>
                <a:lnTo>
                  <a:pt x="2121" y="52127"/>
                </a:lnTo>
                <a:cubicBezTo>
                  <a:pt x="4353" y="51792"/>
                  <a:pt x="6697" y="51569"/>
                  <a:pt x="8260" y="51569"/>
                </a:cubicBezTo>
                <a:cubicBezTo>
                  <a:pt x="12613" y="51569"/>
                  <a:pt x="14176" y="54471"/>
                  <a:pt x="14176" y="62285"/>
                </a:cubicBezTo>
                <a:lnTo>
                  <a:pt x="14176" y="103808"/>
                </a:lnTo>
                <a:cubicBezTo>
                  <a:pt x="14176" y="116644"/>
                  <a:pt x="12390" y="118653"/>
                  <a:pt x="0" y="119323"/>
                </a:cubicBezTo>
                <a:lnTo>
                  <a:pt x="0" y="122002"/>
                </a:lnTo>
                <a:lnTo>
                  <a:pt x="42416" y="122002"/>
                </a:lnTo>
                <a:lnTo>
                  <a:pt x="42416" y="119323"/>
                </a:lnTo>
                <a:cubicBezTo>
                  <a:pt x="30584" y="118430"/>
                  <a:pt x="29245" y="116644"/>
                  <a:pt x="29245" y="103808"/>
                </a:cubicBezTo>
                <a:lnTo>
                  <a:pt x="29245" y="40295"/>
                </a:lnTo>
                <a:lnTo>
                  <a:pt x="28463" y="39849"/>
                </a:lnTo>
                <a:close/>
                <a:moveTo>
                  <a:pt x="20092" y="0"/>
                </a:moveTo>
                <a:cubicBezTo>
                  <a:pt x="15292" y="0"/>
                  <a:pt x="11162" y="4130"/>
                  <a:pt x="11162" y="9041"/>
                </a:cubicBezTo>
                <a:cubicBezTo>
                  <a:pt x="11162" y="14064"/>
                  <a:pt x="15069" y="18194"/>
                  <a:pt x="20092" y="18194"/>
                </a:cubicBezTo>
                <a:cubicBezTo>
                  <a:pt x="25226" y="18194"/>
                  <a:pt x="29356" y="14288"/>
                  <a:pt x="29356" y="9041"/>
                </a:cubicBezTo>
                <a:cubicBezTo>
                  <a:pt x="29356" y="4130"/>
                  <a:pt x="25226" y="0"/>
                  <a:pt x="20092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403D66-E8A7-485E-9F61-FC77EE57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8248" y="2679100"/>
            <a:ext cx="115193" cy="138857"/>
          </a:xfrm>
          <a:custGeom xmlns:a="http://schemas.openxmlformats.org/drawingml/2006/main">
            <a:pathLst>
              <a:path w="115193" h="138857">
                <a:moveTo>
                  <a:pt x="110282" y="103584"/>
                </a:moveTo>
                <a:cubicBezTo>
                  <a:pt x="103584" y="111621"/>
                  <a:pt x="95994" y="119658"/>
                  <a:pt x="79921" y="119658"/>
                </a:cubicBezTo>
                <a:cubicBezTo>
                  <a:pt x="57596" y="119658"/>
                  <a:pt x="40184" y="96887"/>
                  <a:pt x="40184" y="56704"/>
                </a:cubicBezTo>
                <a:cubicBezTo>
                  <a:pt x="40184" y="43755"/>
                  <a:pt x="41970" y="8930"/>
                  <a:pt x="64294" y="8930"/>
                </a:cubicBezTo>
                <a:cubicBezTo>
                  <a:pt x="68759" y="8930"/>
                  <a:pt x="75902" y="11609"/>
                  <a:pt x="75902" y="20092"/>
                </a:cubicBezTo>
                <a:cubicBezTo>
                  <a:pt x="75902" y="35272"/>
                  <a:pt x="75902" y="49560"/>
                  <a:pt x="91976" y="49560"/>
                </a:cubicBezTo>
                <a:cubicBezTo>
                  <a:pt x="94208" y="49560"/>
                  <a:pt x="111175" y="49560"/>
                  <a:pt x="111175" y="31254"/>
                </a:cubicBezTo>
                <a:cubicBezTo>
                  <a:pt x="111175" y="10716"/>
                  <a:pt x="87511" y="0"/>
                  <a:pt x="67419" y="0"/>
                </a:cubicBezTo>
                <a:cubicBezTo>
                  <a:pt x="40630" y="0"/>
                  <a:pt x="0" y="17413"/>
                  <a:pt x="0" y="73670"/>
                </a:cubicBezTo>
                <a:cubicBezTo>
                  <a:pt x="0" y="108496"/>
                  <a:pt x="24557" y="138857"/>
                  <a:pt x="60722" y="138857"/>
                </a:cubicBezTo>
                <a:cubicBezTo>
                  <a:pt x="83493" y="138857"/>
                  <a:pt x="102245" y="127248"/>
                  <a:pt x="115193" y="108942"/>
                </a:cubicBezTo>
                <a:lnTo>
                  <a:pt x="110282" y="103584"/>
                </a:lnTo>
                <a:close/>
                <a:moveTo>
                  <a:pt x="110282" y="1035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DAFF8-D634-4E9C-BD75-56AF99A1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71" y="3481574"/>
            <a:ext cx="130373" cy="117202"/>
          </a:xfrm>
          <a:custGeom xmlns:a="http://schemas.openxmlformats.org/drawingml/2006/main">
            <a:pathLst>
              <a:path w="130373" h="117202">
                <a:moveTo>
                  <a:pt x="130373" y="59941"/>
                </a:moveTo>
                <a:cubicBezTo>
                  <a:pt x="130373" y="25784"/>
                  <a:pt x="106821" y="0"/>
                  <a:pt x="65187" y="0"/>
                </a:cubicBezTo>
                <a:cubicBezTo>
                  <a:pt x="23217" y="0"/>
                  <a:pt x="0" y="26008"/>
                  <a:pt x="0" y="59941"/>
                </a:cubicBezTo>
                <a:cubicBezTo>
                  <a:pt x="0" y="91641"/>
                  <a:pt x="22547" y="117202"/>
                  <a:pt x="65187" y="117202"/>
                </a:cubicBezTo>
                <a:cubicBezTo>
                  <a:pt x="108049" y="117202"/>
                  <a:pt x="130373" y="91418"/>
                  <a:pt x="130373" y="59941"/>
                </a:cubicBezTo>
                <a:close/>
                <a:moveTo>
                  <a:pt x="65187" y="106933"/>
                </a:moveTo>
                <a:cubicBezTo>
                  <a:pt x="32705" y="106933"/>
                  <a:pt x="32705" y="79363"/>
                  <a:pt x="32705" y="57150"/>
                </a:cubicBezTo>
                <a:cubicBezTo>
                  <a:pt x="32705" y="45653"/>
                  <a:pt x="32705" y="32593"/>
                  <a:pt x="37058" y="23887"/>
                </a:cubicBezTo>
                <a:cubicBezTo>
                  <a:pt x="41970" y="14511"/>
                  <a:pt x="52685" y="9153"/>
                  <a:pt x="65187" y="9153"/>
                </a:cubicBezTo>
                <a:cubicBezTo>
                  <a:pt x="75902" y="9153"/>
                  <a:pt x="86618" y="13171"/>
                  <a:pt x="92311" y="22101"/>
                </a:cubicBezTo>
                <a:cubicBezTo>
                  <a:pt x="97557" y="30807"/>
                  <a:pt x="97557" y="44872"/>
                  <a:pt x="97557" y="57150"/>
                </a:cubicBezTo>
                <a:cubicBezTo>
                  <a:pt x="97557" y="79363"/>
                  <a:pt x="97557" y="106933"/>
                  <a:pt x="65187" y="1069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03D32-82D7-4635-8D59-97554B45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91" y="3223171"/>
            <a:ext cx="128141" cy="128141"/>
          </a:xfrm>
          <a:custGeom xmlns:a="http://schemas.openxmlformats.org/drawingml/2006/main">
            <a:pathLst>
              <a:path w="128141" h="128141">
                <a:moveTo>
                  <a:pt x="128141" y="0"/>
                </a:moveTo>
                <a:cubicBezTo>
                  <a:pt x="96106" y="32035"/>
                  <a:pt x="96106" y="96106"/>
                  <a:pt x="128141" y="128141"/>
                </a:cubicBezTo>
                <a:lnTo>
                  <a:pt x="0" y="64070"/>
                </a:lnTo>
                <a:lnTo>
                  <a:pt x="128141" y="0"/>
                </a:lnTo>
                <a:close/>
                <a:moveTo>
                  <a:pt x="128141" y="0"/>
                </a:move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19159A-8B16-4AA9-A4BD-4FA3CB29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59" y="3287241"/>
            <a:ext cx="6110474" cy="10"/>
          </a:xfrm>
          <a:custGeom xmlns:a="http://schemas.openxmlformats.org/drawingml/2006/main">
            <a:pathLst>
              <a:path w="6110474" h="1" fill="none">
                <a:moveTo>
                  <a:pt x="0" y="0"/>
                </a:moveTo>
                <a:lnTo>
                  <a:pt x="6110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472" cap="rnd">
            <a:solidFill>
              <a:srgbClr val="00A500"/>
            </a:solidFill>
            <a:round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D5E28-7A74-404A-9A81-A8C7B98B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91" y="3223171"/>
            <a:ext cx="128141" cy="128141"/>
          </a:xfrm>
          <a:custGeom xmlns:a="http://schemas.openxmlformats.org/drawingml/2006/main">
            <a:pathLst>
              <a:path w="128141" h="128141">
                <a:moveTo>
                  <a:pt x="128141" y="0"/>
                </a:moveTo>
                <a:cubicBezTo>
                  <a:pt x="96106" y="32035"/>
                  <a:pt x="96106" y="96106"/>
                  <a:pt x="128141" y="128141"/>
                </a:cubicBezTo>
                <a:lnTo>
                  <a:pt x="0" y="64070"/>
                </a:lnTo>
                <a:lnTo>
                  <a:pt x="128141" y="0"/>
                </a:lnTo>
                <a:close/>
                <a:moveTo>
                  <a:pt x="128141" y="0"/>
                </a:move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5BCC53-0252-4AC7-8E88-1B1BD01C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159" y="3287241"/>
            <a:ext cx="6110474" cy="10"/>
          </a:xfrm>
          <a:custGeom xmlns:a="http://schemas.openxmlformats.org/drawingml/2006/main">
            <a:pathLst>
              <a:path w="6110474" h="1" fill="none">
                <a:moveTo>
                  <a:pt x="0" y="0"/>
                </a:moveTo>
                <a:lnTo>
                  <a:pt x="61104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472" cap="rnd">
            <a:solidFill>
              <a:srgbClr val="00A500"/>
            </a:solidFill>
            <a:round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A41EB-C87A-45F5-9E0E-0971EFB4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5751" y="3212009"/>
            <a:ext cx="150465" cy="150465"/>
          </a:xfrm>
          <a:custGeom xmlns:a="http://schemas.openxmlformats.org/drawingml/2006/main">
            <a:pathLst>
              <a:path w="150465" h="150465">
                <a:moveTo>
                  <a:pt x="75233" y="0"/>
                </a:moveTo>
                <a:cubicBezTo>
                  <a:pt x="116756" y="0"/>
                  <a:pt x="150465" y="33710"/>
                  <a:pt x="150465" y="75233"/>
                </a:cubicBezTo>
                <a:cubicBezTo>
                  <a:pt x="150465" y="116756"/>
                  <a:pt x="116756" y="150465"/>
                  <a:pt x="75233" y="150465"/>
                </a:cubicBezTo>
                <a:cubicBezTo>
                  <a:pt x="33710" y="150465"/>
                  <a:pt x="0" y="116756"/>
                  <a:pt x="0" y="75233"/>
                </a:cubicBezTo>
                <a:cubicBezTo>
                  <a:pt x="0" y="33710"/>
                  <a:pt x="33710" y="0"/>
                  <a:pt x="75233" y="0"/>
                </a:cubicBezTo>
                <a:close/>
                <a:moveTo>
                  <a:pt x="75233" y="0"/>
                </a:move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6F0BD5-0334-490F-A6DC-B10DC286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7202" y="2066553"/>
            <a:ext cx="827782" cy="1734703"/>
          </a:xfrm>
          <a:custGeom xmlns:a="http://schemas.openxmlformats.org/drawingml/2006/main">
            <a:pathLst>
              <a:path w="827782" h="1734703" fill="none">
                <a:moveTo>
                  <a:pt x="827782" y="173470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472" cap="sq">
            <a:solidFill>
              <a:srgbClr val="000000"/>
            </a:solidFill>
            <a:custDash>
              <a:ds d="10" sp="200000"/>
              <a:ds d="10" sp="10"/>
            </a:custDash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1D428-133A-4000-BCCE-22822B496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529" y="3212009"/>
            <a:ext cx="150465" cy="150465"/>
          </a:xfrm>
          <a:custGeom xmlns:a="http://schemas.openxmlformats.org/drawingml/2006/main">
            <a:pathLst>
              <a:path w="150465" h="150465">
                <a:moveTo>
                  <a:pt x="75121" y="0"/>
                </a:moveTo>
                <a:cubicBezTo>
                  <a:pt x="116756" y="0"/>
                  <a:pt x="150465" y="33710"/>
                  <a:pt x="150465" y="75233"/>
                </a:cubicBezTo>
                <a:cubicBezTo>
                  <a:pt x="150465" y="116756"/>
                  <a:pt x="116756" y="150465"/>
                  <a:pt x="75121" y="150465"/>
                </a:cubicBezTo>
                <a:cubicBezTo>
                  <a:pt x="33710" y="150465"/>
                  <a:pt x="0" y="116756"/>
                  <a:pt x="0" y="75233"/>
                </a:cubicBezTo>
                <a:cubicBezTo>
                  <a:pt x="0" y="33710"/>
                  <a:pt x="33710" y="0"/>
                  <a:pt x="75121" y="0"/>
                </a:cubicBezTo>
                <a:close/>
                <a:moveTo>
                  <a:pt x="75121" y="0"/>
                </a:move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219ECB-8F05-43BF-9611-42BEB5797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194" y="3212009"/>
            <a:ext cx="150465" cy="150465"/>
          </a:xfrm>
          <a:custGeom xmlns:a="http://schemas.openxmlformats.org/drawingml/2006/main">
            <a:pathLst>
              <a:path w="150465" h="150465">
                <a:moveTo>
                  <a:pt x="75233" y="0"/>
                </a:moveTo>
                <a:cubicBezTo>
                  <a:pt x="116756" y="0"/>
                  <a:pt x="150465" y="33710"/>
                  <a:pt x="150465" y="75233"/>
                </a:cubicBezTo>
                <a:cubicBezTo>
                  <a:pt x="150465" y="116756"/>
                  <a:pt x="116756" y="150465"/>
                  <a:pt x="75233" y="150465"/>
                </a:cubicBezTo>
                <a:cubicBezTo>
                  <a:pt x="33710" y="150465"/>
                  <a:pt x="0" y="116756"/>
                  <a:pt x="0" y="75233"/>
                </a:cubicBezTo>
                <a:cubicBezTo>
                  <a:pt x="0" y="33710"/>
                  <a:pt x="33710" y="0"/>
                  <a:pt x="75233" y="0"/>
                </a:cubicBezTo>
                <a:close/>
                <a:moveTo>
                  <a:pt x="75233" y="0"/>
                </a:move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6D3D9-6C86-4DB0-8D6D-82D4DA0B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0374" y="3483136"/>
            <a:ext cx="1568611" cy="1016310"/>
          </a:xfrm>
          <a:custGeom xmlns:a="http://schemas.openxmlformats.org/drawingml/2006/main">
            <a:pathLst>
              <a:path w="1568611" h="1016310" fill="none">
                <a:moveTo>
                  <a:pt x="0" y="1016310"/>
                </a:moveTo>
                <a:lnTo>
                  <a:pt x="15686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472" cap="sq">
            <a:solidFill>
              <a:srgbClr val="000000"/>
            </a:solidFill>
            <a:custDash>
              <a:ds d="10" sp="200000"/>
              <a:ds d="10" sp="10"/>
            </a:custDash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B1D3AE-C75C-4448-8ECA-16DDA6B0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163" y="413779"/>
            <a:ext cx="6770043" cy="2076934"/>
          </a:xfrm>
          <a:custGeom xmlns:a="http://schemas.openxmlformats.org/drawingml/2006/main">
            <a:pathLst>
              <a:path w="6770043" h="2076934">
                <a:moveTo>
                  <a:pt x="0" y="2076934"/>
                </a:moveTo>
                <a:lnTo>
                  <a:pt x="0" y="0"/>
                </a:lnTo>
                <a:lnTo>
                  <a:pt x="6770043" y="0"/>
                </a:lnTo>
                <a:lnTo>
                  <a:pt x="6770043" y="2076934"/>
                </a:lnTo>
                <a:lnTo>
                  <a:pt x="0" y="2076934"/>
                </a:lnTo>
                <a:close/>
                <a:moveTo>
                  <a:pt x="0" y="2076934"/>
                </a:moveTo>
              </a:path>
            </a:pathLst>
          </a:custGeom>
          <a:solidFill xmlns:a="http://schemas.openxmlformats.org/drawingml/2006/main">
            <a:srgbClr val="F1F6FC"/>
          </a:solidFill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BA6BF-8B1F-48C5-9AAE-B1DDD047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164" y="1289224"/>
            <a:ext cx="3171825" cy="930473"/>
          </a:xfrm>
          <a:custGeom xmlns:a="http://schemas.openxmlformats.org/drawingml/2006/main">
            <a:pathLst>
              <a:path w="3171825" h="930473">
                <a:moveTo>
                  <a:pt x="0" y="930473"/>
                </a:moveTo>
                <a:lnTo>
                  <a:pt x="0" y="0"/>
                </a:lnTo>
                <a:lnTo>
                  <a:pt x="3171825" y="0"/>
                </a:lnTo>
                <a:lnTo>
                  <a:pt x="3171825" y="930473"/>
                </a:lnTo>
                <a:lnTo>
                  <a:pt x="0" y="930473"/>
                </a:lnTo>
                <a:close/>
                <a:moveTo>
                  <a:pt x="0" y="930473"/>
                </a:moveTo>
              </a:path>
            </a:pathLst>
          </a:custGeom>
          <a:solidFill xmlns:a="http://schemas.openxmlformats.org/drawingml/2006/main">
            <a:srgbClr val="FFFFFF">
              <a:alpha val="895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9D4802-F930-4976-99D0-D8F735C4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164" y="1863291"/>
            <a:ext cx="3171825" cy="356406"/>
          </a:xfrm>
          <a:custGeom xmlns:a="http://schemas.openxmlformats.org/drawingml/2006/main">
            <a:pathLst>
              <a:path w="3171825" h="356406">
                <a:moveTo>
                  <a:pt x="3166356" y="347476"/>
                </a:moveTo>
                <a:lnTo>
                  <a:pt x="3158319" y="347253"/>
                </a:lnTo>
                <a:lnTo>
                  <a:pt x="3085988" y="344239"/>
                </a:lnTo>
                <a:lnTo>
                  <a:pt x="3077952" y="343793"/>
                </a:lnTo>
                <a:lnTo>
                  <a:pt x="3069915" y="343458"/>
                </a:lnTo>
                <a:lnTo>
                  <a:pt x="3061878" y="343012"/>
                </a:lnTo>
                <a:lnTo>
                  <a:pt x="3053842" y="342677"/>
                </a:lnTo>
                <a:lnTo>
                  <a:pt x="3021695" y="340891"/>
                </a:lnTo>
                <a:lnTo>
                  <a:pt x="3013658" y="340556"/>
                </a:lnTo>
                <a:lnTo>
                  <a:pt x="3005621" y="339998"/>
                </a:lnTo>
                <a:lnTo>
                  <a:pt x="2997584" y="339551"/>
                </a:lnTo>
                <a:lnTo>
                  <a:pt x="2989659" y="339105"/>
                </a:lnTo>
                <a:lnTo>
                  <a:pt x="2981511" y="338547"/>
                </a:lnTo>
                <a:lnTo>
                  <a:pt x="2973474" y="338100"/>
                </a:lnTo>
                <a:lnTo>
                  <a:pt x="2965549" y="337542"/>
                </a:lnTo>
                <a:lnTo>
                  <a:pt x="2957512" y="336984"/>
                </a:lnTo>
                <a:lnTo>
                  <a:pt x="2949476" y="336538"/>
                </a:lnTo>
                <a:lnTo>
                  <a:pt x="2941327" y="335980"/>
                </a:lnTo>
                <a:lnTo>
                  <a:pt x="2933402" y="335421"/>
                </a:lnTo>
                <a:lnTo>
                  <a:pt x="2917329" y="334305"/>
                </a:lnTo>
                <a:lnTo>
                  <a:pt x="2909292" y="333635"/>
                </a:lnTo>
                <a:lnTo>
                  <a:pt x="2893219" y="332519"/>
                </a:lnTo>
                <a:lnTo>
                  <a:pt x="2869109" y="330510"/>
                </a:lnTo>
                <a:lnTo>
                  <a:pt x="2861072" y="329952"/>
                </a:lnTo>
                <a:lnTo>
                  <a:pt x="2836962" y="327943"/>
                </a:lnTo>
                <a:lnTo>
                  <a:pt x="2828925" y="327161"/>
                </a:lnTo>
                <a:lnTo>
                  <a:pt x="2820888" y="326492"/>
                </a:lnTo>
                <a:lnTo>
                  <a:pt x="2812852" y="325710"/>
                </a:lnTo>
                <a:lnTo>
                  <a:pt x="2804815" y="325041"/>
                </a:lnTo>
                <a:lnTo>
                  <a:pt x="2740521" y="318790"/>
                </a:lnTo>
                <a:lnTo>
                  <a:pt x="2732484" y="317897"/>
                </a:lnTo>
                <a:lnTo>
                  <a:pt x="2724448" y="317116"/>
                </a:lnTo>
                <a:lnTo>
                  <a:pt x="2692301" y="313544"/>
                </a:lnTo>
                <a:lnTo>
                  <a:pt x="2684264" y="312762"/>
                </a:lnTo>
                <a:lnTo>
                  <a:pt x="2676227" y="311758"/>
                </a:lnTo>
                <a:lnTo>
                  <a:pt x="2652117" y="309079"/>
                </a:lnTo>
                <a:lnTo>
                  <a:pt x="2644080" y="308074"/>
                </a:lnTo>
                <a:lnTo>
                  <a:pt x="2636044" y="307181"/>
                </a:lnTo>
                <a:lnTo>
                  <a:pt x="2619970" y="305172"/>
                </a:lnTo>
                <a:lnTo>
                  <a:pt x="2612045" y="304279"/>
                </a:lnTo>
                <a:lnTo>
                  <a:pt x="2603897" y="303275"/>
                </a:lnTo>
                <a:lnTo>
                  <a:pt x="2587823" y="301265"/>
                </a:lnTo>
                <a:lnTo>
                  <a:pt x="2579898" y="300261"/>
                </a:lnTo>
                <a:lnTo>
                  <a:pt x="2571862" y="299256"/>
                </a:lnTo>
                <a:lnTo>
                  <a:pt x="2563713" y="298252"/>
                </a:lnTo>
                <a:lnTo>
                  <a:pt x="2555677" y="297247"/>
                </a:lnTo>
                <a:lnTo>
                  <a:pt x="2547751" y="296131"/>
                </a:lnTo>
                <a:lnTo>
                  <a:pt x="2539715" y="295126"/>
                </a:lnTo>
                <a:lnTo>
                  <a:pt x="2531678" y="294010"/>
                </a:lnTo>
                <a:lnTo>
                  <a:pt x="2515605" y="292001"/>
                </a:lnTo>
                <a:lnTo>
                  <a:pt x="2507568" y="290885"/>
                </a:lnTo>
                <a:lnTo>
                  <a:pt x="2499531" y="289880"/>
                </a:lnTo>
                <a:lnTo>
                  <a:pt x="2491494" y="288764"/>
                </a:lnTo>
                <a:lnTo>
                  <a:pt x="2483458" y="287759"/>
                </a:lnTo>
                <a:lnTo>
                  <a:pt x="2467384" y="285527"/>
                </a:lnTo>
                <a:lnTo>
                  <a:pt x="2459348" y="284522"/>
                </a:lnTo>
                <a:lnTo>
                  <a:pt x="2435237" y="281174"/>
                </a:lnTo>
                <a:lnTo>
                  <a:pt x="2427201" y="280169"/>
                </a:lnTo>
                <a:lnTo>
                  <a:pt x="2411127" y="277937"/>
                </a:lnTo>
                <a:lnTo>
                  <a:pt x="2403091" y="276932"/>
                </a:lnTo>
                <a:lnTo>
                  <a:pt x="2387017" y="274700"/>
                </a:lnTo>
                <a:lnTo>
                  <a:pt x="2378980" y="273695"/>
                </a:lnTo>
                <a:lnTo>
                  <a:pt x="2362907" y="271462"/>
                </a:lnTo>
                <a:lnTo>
                  <a:pt x="2354870" y="270458"/>
                </a:lnTo>
                <a:lnTo>
                  <a:pt x="2346833" y="269342"/>
                </a:lnTo>
                <a:lnTo>
                  <a:pt x="2338797" y="268337"/>
                </a:lnTo>
                <a:lnTo>
                  <a:pt x="2330760" y="267221"/>
                </a:lnTo>
                <a:lnTo>
                  <a:pt x="2322723" y="266216"/>
                </a:lnTo>
                <a:lnTo>
                  <a:pt x="2314687" y="265100"/>
                </a:lnTo>
                <a:lnTo>
                  <a:pt x="2290576" y="262086"/>
                </a:lnTo>
                <a:lnTo>
                  <a:pt x="2282540" y="260970"/>
                </a:lnTo>
                <a:lnTo>
                  <a:pt x="2266466" y="258961"/>
                </a:lnTo>
                <a:lnTo>
                  <a:pt x="2258430" y="258068"/>
                </a:lnTo>
                <a:lnTo>
                  <a:pt x="2234319" y="255054"/>
                </a:lnTo>
                <a:lnTo>
                  <a:pt x="2226283" y="254161"/>
                </a:lnTo>
                <a:lnTo>
                  <a:pt x="2218246" y="253157"/>
                </a:lnTo>
                <a:lnTo>
                  <a:pt x="2202173" y="251371"/>
                </a:lnTo>
                <a:lnTo>
                  <a:pt x="2194247" y="250478"/>
                </a:lnTo>
                <a:lnTo>
                  <a:pt x="2186099" y="249585"/>
                </a:lnTo>
                <a:lnTo>
                  <a:pt x="2178062" y="248692"/>
                </a:lnTo>
                <a:lnTo>
                  <a:pt x="2170137" y="247799"/>
                </a:lnTo>
                <a:lnTo>
                  <a:pt x="2162101" y="246906"/>
                </a:lnTo>
                <a:lnTo>
                  <a:pt x="2154064" y="246125"/>
                </a:lnTo>
                <a:lnTo>
                  <a:pt x="2145916" y="245343"/>
                </a:lnTo>
                <a:lnTo>
                  <a:pt x="2137990" y="244450"/>
                </a:lnTo>
                <a:lnTo>
                  <a:pt x="2129954" y="243780"/>
                </a:lnTo>
                <a:lnTo>
                  <a:pt x="2105844" y="241436"/>
                </a:lnTo>
                <a:lnTo>
                  <a:pt x="2089770" y="240097"/>
                </a:lnTo>
                <a:lnTo>
                  <a:pt x="2081733" y="239316"/>
                </a:lnTo>
                <a:lnTo>
                  <a:pt x="2073697" y="238646"/>
                </a:lnTo>
                <a:lnTo>
                  <a:pt x="2065660" y="238088"/>
                </a:lnTo>
                <a:lnTo>
                  <a:pt x="2057623" y="237418"/>
                </a:lnTo>
                <a:lnTo>
                  <a:pt x="2049587" y="236860"/>
                </a:lnTo>
                <a:lnTo>
                  <a:pt x="2041550" y="236190"/>
                </a:lnTo>
                <a:lnTo>
                  <a:pt x="2025476" y="235074"/>
                </a:lnTo>
                <a:lnTo>
                  <a:pt x="2017440" y="234628"/>
                </a:lnTo>
                <a:lnTo>
                  <a:pt x="2009403" y="234069"/>
                </a:lnTo>
                <a:lnTo>
                  <a:pt x="1969219" y="231837"/>
                </a:lnTo>
                <a:lnTo>
                  <a:pt x="1920999" y="229828"/>
                </a:lnTo>
                <a:lnTo>
                  <a:pt x="1904926" y="229381"/>
                </a:lnTo>
                <a:lnTo>
                  <a:pt x="1896889" y="229046"/>
                </a:lnTo>
                <a:lnTo>
                  <a:pt x="1888852" y="228935"/>
                </a:lnTo>
                <a:lnTo>
                  <a:pt x="1864742" y="228265"/>
                </a:lnTo>
                <a:lnTo>
                  <a:pt x="1856705" y="228154"/>
                </a:lnTo>
                <a:lnTo>
                  <a:pt x="1848669" y="227930"/>
                </a:lnTo>
                <a:lnTo>
                  <a:pt x="1832595" y="227707"/>
                </a:lnTo>
                <a:lnTo>
                  <a:pt x="1824558" y="227484"/>
                </a:lnTo>
                <a:lnTo>
                  <a:pt x="1816633" y="227372"/>
                </a:lnTo>
                <a:lnTo>
                  <a:pt x="1808485" y="227261"/>
                </a:lnTo>
                <a:lnTo>
                  <a:pt x="1800448" y="227149"/>
                </a:lnTo>
                <a:lnTo>
                  <a:pt x="1792412" y="226926"/>
                </a:lnTo>
                <a:lnTo>
                  <a:pt x="1784486" y="226814"/>
                </a:lnTo>
                <a:lnTo>
                  <a:pt x="1776450" y="226591"/>
                </a:lnTo>
                <a:lnTo>
                  <a:pt x="1768301" y="226479"/>
                </a:lnTo>
                <a:lnTo>
                  <a:pt x="1760376" y="226256"/>
                </a:lnTo>
                <a:lnTo>
                  <a:pt x="1752340" y="226144"/>
                </a:lnTo>
                <a:lnTo>
                  <a:pt x="1736266" y="225698"/>
                </a:lnTo>
                <a:lnTo>
                  <a:pt x="1728229" y="225363"/>
                </a:lnTo>
                <a:lnTo>
                  <a:pt x="1720193" y="225140"/>
                </a:lnTo>
                <a:lnTo>
                  <a:pt x="1712156" y="224805"/>
                </a:lnTo>
                <a:lnTo>
                  <a:pt x="1704119" y="224358"/>
                </a:lnTo>
                <a:lnTo>
                  <a:pt x="1696083" y="224024"/>
                </a:lnTo>
                <a:lnTo>
                  <a:pt x="1688046" y="223577"/>
                </a:lnTo>
                <a:lnTo>
                  <a:pt x="1671972" y="222461"/>
                </a:lnTo>
                <a:lnTo>
                  <a:pt x="1647862" y="220452"/>
                </a:lnTo>
                <a:lnTo>
                  <a:pt x="1631789" y="218666"/>
                </a:lnTo>
                <a:lnTo>
                  <a:pt x="1623752" y="217661"/>
                </a:lnTo>
                <a:lnTo>
                  <a:pt x="1607679" y="215429"/>
                </a:lnTo>
                <a:lnTo>
                  <a:pt x="1599642" y="214201"/>
                </a:lnTo>
                <a:lnTo>
                  <a:pt x="1583568" y="211299"/>
                </a:lnTo>
                <a:lnTo>
                  <a:pt x="1567495" y="207950"/>
                </a:lnTo>
                <a:lnTo>
                  <a:pt x="1559458" y="206164"/>
                </a:lnTo>
                <a:lnTo>
                  <a:pt x="1551422" y="204155"/>
                </a:lnTo>
                <a:lnTo>
                  <a:pt x="1543385" y="202034"/>
                </a:lnTo>
                <a:lnTo>
                  <a:pt x="1535348" y="199802"/>
                </a:lnTo>
                <a:lnTo>
                  <a:pt x="1527311" y="197458"/>
                </a:lnTo>
                <a:lnTo>
                  <a:pt x="1519275" y="195002"/>
                </a:lnTo>
                <a:lnTo>
                  <a:pt x="1511238" y="192323"/>
                </a:lnTo>
                <a:lnTo>
                  <a:pt x="1503201" y="189533"/>
                </a:lnTo>
                <a:lnTo>
                  <a:pt x="1495165" y="186630"/>
                </a:lnTo>
                <a:lnTo>
                  <a:pt x="1487128" y="183505"/>
                </a:lnTo>
                <a:lnTo>
                  <a:pt x="1479091" y="180268"/>
                </a:lnTo>
                <a:lnTo>
                  <a:pt x="1471054" y="176919"/>
                </a:lnTo>
                <a:lnTo>
                  <a:pt x="1454981" y="169776"/>
                </a:lnTo>
                <a:lnTo>
                  <a:pt x="1438908" y="161962"/>
                </a:lnTo>
                <a:lnTo>
                  <a:pt x="1422834" y="153702"/>
                </a:lnTo>
                <a:lnTo>
                  <a:pt x="1414797" y="149349"/>
                </a:lnTo>
                <a:lnTo>
                  <a:pt x="1406872" y="144884"/>
                </a:lnTo>
                <a:lnTo>
                  <a:pt x="1398836" y="140308"/>
                </a:lnTo>
                <a:lnTo>
                  <a:pt x="1390687" y="135620"/>
                </a:lnTo>
                <a:lnTo>
                  <a:pt x="1382650" y="130708"/>
                </a:lnTo>
                <a:lnTo>
                  <a:pt x="1374725" y="125909"/>
                </a:lnTo>
                <a:lnTo>
                  <a:pt x="1358652" y="115863"/>
                </a:lnTo>
                <a:lnTo>
                  <a:pt x="1350504" y="110728"/>
                </a:lnTo>
                <a:lnTo>
                  <a:pt x="1342579" y="105594"/>
                </a:lnTo>
                <a:lnTo>
                  <a:pt x="1334542" y="100347"/>
                </a:lnTo>
                <a:lnTo>
                  <a:pt x="1326505" y="95213"/>
                </a:lnTo>
                <a:lnTo>
                  <a:pt x="1302395" y="79474"/>
                </a:lnTo>
                <a:lnTo>
                  <a:pt x="1278285" y="64071"/>
                </a:lnTo>
                <a:lnTo>
                  <a:pt x="1262211" y="54248"/>
                </a:lnTo>
                <a:lnTo>
                  <a:pt x="1254175" y="49448"/>
                </a:lnTo>
                <a:lnTo>
                  <a:pt x="1246138" y="44760"/>
                </a:lnTo>
                <a:lnTo>
                  <a:pt x="1238101" y="40295"/>
                </a:lnTo>
                <a:lnTo>
                  <a:pt x="1230064" y="35942"/>
                </a:lnTo>
                <a:lnTo>
                  <a:pt x="1222028" y="31812"/>
                </a:lnTo>
                <a:lnTo>
                  <a:pt x="1213991" y="27794"/>
                </a:lnTo>
                <a:lnTo>
                  <a:pt x="1205954" y="23999"/>
                </a:lnTo>
                <a:lnTo>
                  <a:pt x="1197918" y="20427"/>
                </a:lnTo>
                <a:lnTo>
                  <a:pt x="1189881" y="17190"/>
                </a:lnTo>
                <a:lnTo>
                  <a:pt x="1181844" y="14176"/>
                </a:lnTo>
                <a:lnTo>
                  <a:pt x="1173807" y="11385"/>
                </a:lnTo>
                <a:lnTo>
                  <a:pt x="1165771" y="8818"/>
                </a:lnTo>
                <a:lnTo>
                  <a:pt x="1157734" y="6697"/>
                </a:lnTo>
                <a:lnTo>
                  <a:pt x="1149697" y="4688"/>
                </a:lnTo>
                <a:lnTo>
                  <a:pt x="1141661" y="3125"/>
                </a:lnTo>
                <a:lnTo>
                  <a:pt x="1133624" y="1898"/>
                </a:lnTo>
                <a:lnTo>
                  <a:pt x="1125587" y="893"/>
                </a:lnTo>
                <a:lnTo>
                  <a:pt x="1117550" y="223"/>
                </a:lnTo>
                <a:lnTo>
                  <a:pt x="1109514" y="0"/>
                </a:lnTo>
                <a:lnTo>
                  <a:pt x="1101477" y="112"/>
                </a:lnTo>
                <a:lnTo>
                  <a:pt x="1093440" y="446"/>
                </a:lnTo>
                <a:lnTo>
                  <a:pt x="1085404" y="1228"/>
                </a:lnTo>
                <a:lnTo>
                  <a:pt x="1077367" y="2344"/>
                </a:lnTo>
                <a:lnTo>
                  <a:pt x="1069330" y="3795"/>
                </a:lnTo>
                <a:lnTo>
                  <a:pt x="1061293" y="5581"/>
                </a:lnTo>
                <a:lnTo>
                  <a:pt x="1053257" y="7702"/>
                </a:lnTo>
                <a:lnTo>
                  <a:pt x="1045220" y="10158"/>
                </a:lnTo>
                <a:lnTo>
                  <a:pt x="1037183" y="13060"/>
                </a:lnTo>
                <a:lnTo>
                  <a:pt x="1029146" y="16185"/>
                </a:lnTo>
                <a:lnTo>
                  <a:pt x="1021221" y="19645"/>
                </a:lnTo>
                <a:lnTo>
                  <a:pt x="1013073" y="23440"/>
                </a:lnTo>
                <a:lnTo>
                  <a:pt x="1005036" y="27459"/>
                </a:lnTo>
                <a:lnTo>
                  <a:pt x="997111" y="31812"/>
                </a:lnTo>
                <a:lnTo>
                  <a:pt x="989075" y="36388"/>
                </a:lnTo>
                <a:lnTo>
                  <a:pt x="981038" y="41300"/>
                </a:lnTo>
                <a:lnTo>
                  <a:pt x="972889" y="46434"/>
                </a:lnTo>
                <a:lnTo>
                  <a:pt x="964964" y="51904"/>
                </a:lnTo>
                <a:lnTo>
                  <a:pt x="956928" y="57485"/>
                </a:lnTo>
                <a:lnTo>
                  <a:pt x="948891" y="63289"/>
                </a:lnTo>
                <a:lnTo>
                  <a:pt x="940854" y="69317"/>
                </a:lnTo>
                <a:lnTo>
                  <a:pt x="932817" y="75456"/>
                </a:lnTo>
                <a:lnTo>
                  <a:pt x="924781" y="81818"/>
                </a:lnTo>
                <a:lnTo>
                  <a:pt x="916744" y="88292"/>
                </a:lnTo>
                <a:lnTo>
                  <a:pt x="908707" y="94878"/>
                </a:lnTo>
                <a:lnTo>
                  <a:pt x="892634" y="108272"/>
                </a:lnTo>
                <a:lnTo>
                  <a:pt x="868524" y="129034"/>
                </a:lnTo>
                <a:lnTo>
                  <a:pt x="852450" y="143098"/>
                </a:lnTo>
                <a:lnTo>
                  <a:pt x="844414" y="150019"/>
                </a:lnTo>
                <a:lnTo>
                  <a:pt x="836377" y="157051"/>
                </a:lnTo>
                <a:lnTo>
                  <a:pt x="828340" y="163971"/>
                </a:lnTo>
                <a:lnTo>
                  <a:pt x="804230" y="184398"/>
                </a:lnTo>
                <a:lnTo>
                  <a:pt x="788157" y="197569"/>
                </a:lnTo>
                <a:lnTo>
                  <a:pt x="780120" y="204043"/>
                </a:lnTo>
                <a:lnTo>
                  <a:pt x="772083" y="210406"/>
                </a:lnTo>
                <a:lnTo>
                  <a:pt x="756010" y="222684"/>
                </a:lnTo>
                <a:lnTo>
                  <a:pt x="747973" y="228600"/>
                </a:lnTo>
                <a:lnTo>
                  <a:pt x="739936" y="234404"/>
                </a:lnTo>
                <a:lnTo>
                  <a:pt x="731900" y="239985"/>
                </a:lnTo>
                <a:lnTo>
                  <a:pt x="723863" y="245455"/>
                </a:lnTo>
                <a:lnTo>
                  <a:pt x="715826" y="250813"/>
                </a:lnTo>
                <a:lnTo>
                  <a:pt x="707789" y="255947"/>
                </a:lnTo>
                <a:lnTo>
                  <a:pt x="699753" y="260970"/>
                </a:lnTo>
                <a:lnTo>
                  <a:pt x="691716" y="265770"/>
                </a:lnTo>
                <a:lnTo>
                  <a:pt x="683679" y="270458"/>
                </a:lnTo>
                <a:lnTo>
                  <a:pt x="675642" y="274923"/>
                </a:lnTo>
                <a:lnTo>
                  <a:pt x="667606" y="279276"/>
                </a:lnTo>
                <a:lnTo>
                  <a:pt x="659569" y="283406"/>
                </a:lnTo>
                <a:lnTo>
                  <a:pt x="651532" y="287424"/>
                </a:lnTo>
                <a:lnTo>
                  <a:pt x="643607" y="291219"/>
                </a:lnTo>
                <a:lnTo>
                  <a:pt x="635459" y="294903"/>
                </a:lnTo>
                <a:lnTo>
                  <a:pt x="627422" y="298363"/>
                </a:lnTo>
                <a:lnTo>
                  <a:pt x="619385" y="301712"/>
                </a:lnTo>
                <a:lnTo>
                  <a:pt x="611460" y="304837"/>
                </a:lnTo>
                <a:lnTo>
                  <a:pt x="603424" y="307963"/>
                </a:lnTo>
                <a:lnTo>
                  <a:pt x="595275" y="310753"/>
                </a:lnTo>
                <a:lnTo>
                  <a:pt x="587239" y="313544"/>
                </a:lnTo>
                <a:lnTo>
                  <a:pt x="579313" y="316111"/>
                </a:lnTo>
                <a:lnTo>
                  <a:pt x="571277" y="318567"/>
                </a:lnTo>
                <a:lnTo>
                  <a:pt x="563240" y="320911"/>
                </a:lnTo>
                <a:lnTo>
                  <a:pt x="555203" y="323143"/>
                </a:lnTo>
                <a:lnTo>
                  <a:pt x="547167" y="325264"/>
                </a:lnTo>
                <a:lnTo>
                  <a:pt x="531093" y="329059"/>
                </a:lnTo>
                <a:lnTo>
                  <a:pt x="515020" y="332408"/>
                </a:lnTo>
                <a:lnTo>
                  <a:pt x="506983" y="333970"/>
                </a:lnTo>
                <a:lnTo>
                  <a:pt x="498946" y="335421"/>
                </a:lnTo>
                <a:lnTo>
                  <a:pt x="490910" y="336761"/>
                </a:lnTo>
                <a:lnTo>
                  <a:pt x="474836" y="339217"/>
                </a:lnTo>
                <a:lnTo>
                  <a:pt x="466799" y="340333"/>
                </a:lnTo>
                <a:lnTo>
                  <a:pt x="450726" y="342342"/>
                </a:lnTo>
                <a:lnTo>
                  <a:pt x="434653" y="344128"/>
                </a:lnTo>
                <a:lnTo>
                  <a:pt x="426616" y="344909"/>
                </a:lnTo>
                <a:lnTo>
                  <a:pt x="418579" y="345579"/>
                </a:lnTo>
                <a:lnTo>
                  <a:pt x="410542" y="346360"/>
                </a:lnTo>
                <a:lnTo>
                  <a:pt x="402506" y="346918"/>
                </a:lnTo>
                <a:lnTo>
                  <a:pt x="394469" y="347588"/>
                </a:lnTo>
                <a:lnTo>
                  <a:pt x="386432" y="348146"/>
                </a:lnTo>
                <a:lnTo>
                  <a:pt x="378396" y="348593"/>
                </a:lnTo>
                <a:lnTo>
                  <a:pt x="370359" y="349151"/>
                </a:lnTo>
                <a:lnTo>
                  <a:pt x="362322" y="349597"/>
                </a:lnTo>
                <a:lnTo>
                  <a:pt x="354285" y="349932"/>
                </a:lnTo>
                <a:lnTo>
                  <a:pt x="346249" y="350379"/>
                </a:lnTo>
                <a:lnTo>
                  <a:pt x="314102" y="351718"/>
                </a:lnTo>
                <a:lnTo>
                  <a:pt x="257845" y="353281"/>
                </a:lnTo>
                <a:lnTo>
                  <a:pt x="249808" y="353392"/>
                </a:lnTo>
                <a:lnTo>
                  <a:pt x="241771" y="353616"/>
                </a:lnTo>
                <a:lnTo>
                  <a:pt x="233735" y="353727"/>
                </a:lnTo>
                <a:lnTo>
                  <a:pt x="225809" y="353839"/>
                </a:lnTo>
                <a:lnTo>
                  <a:pt x="217661" y="353950"/>
                </a:lnTo>
                <a:lnTo>
                  <a:pt x="209624" y="354062"/>
                </a:lnTo>
                <a:lnTo>
                  <a:pt x="201699" y="354174"/>
                </a:lnTo>
                <a:lnTo>
                  <a:pt x="185626" y="354397"/>
                </a:lnTo>
                <a:lnTo>
                  <a:pt x="177478" y="354509"/>
                </a:lnTo>
                <a:lnTo>
                  <a:pt x="169552" y="354620"/>
                </a:lnTo>
                <a:lnTo>
                  <a:pt x="153479" y="354843"/>
                </a:lnTo>
                <a:lnTo>
                  <a:pt x="145442" y="354843"/>
                </a:lnTo>
                <a:lnTo>
                  <a:pt x="137406" y="354955"/>
                </a:lnTo>
                <a:lnTo>
                  <a:pt x="129369" y="354955"/>
                </a:lnTo>
                <a:lnTo>
                  <a:pt x="113295" y="355178"/>
                </a:lnTo>
                <a:lnTo>
                  <a:pt x="105259" y="355178"/>
                </a:lnTo>
                <a:lnTo>
                  <a:pt x="97222" y="355290"/>
                </a:lnTo>
                <a:lnTo>
                  <a:pt x="81149" y="355290"/>
                </a:lnTo>
                <a:lnTo>
                  <a:pt x="73112" y="355402"/>
                </a:lnTo>
                <a:lnTo>
                  <a:pt x="65075" y="355402"/>
                </a:lnTo>
                <a:lnTo>
                  <a:pt x="57038" y="355513"/>
                </a:lnTo>
                <a:lnTo>
                  <a:pt x="40965" y="355513"/>
                </a:lnTo>
                <a:lnTo>
                  <a:pt x="32928" y="355625"/>
                </a:lnTo>
                <a:lnTo>
                  <a:pt x="16855" y="355625"/>
                </a:lnTo>
                <a:lnTo>
                  <a:pt x="8818" y="355736"/>
                </a:lnTo>
                <a:lnTo>
                  <a:pt x="0" y="355736"/>
                </a:lnTo>
                <a:lnTo>
                  <a:pt x="0" y="356406"/>
                </a:lnTo>
                <a:lnTo>
                  <a:pt x="3171825" y="356406"/>
                </a:lnTo>
                <a:lnTo>
                  <a:pt x="3171825" y="347704"/>
                </a:lnTo>
                <a:lnTo>
                  <a:pt x="3166356" y="347476"/>
                </a:lnTo>
                <a:close/>
              </a:path>
            </a:pathLst>
          </a:custGeom>
          <a:solidFill xmlns:a="http://schemas.openxmlformats.org/drawingml/2006/main">
            <a:srgbClr val="E3E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808C578-DFA6-47F5-A14C-4606B9E0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164" y="1849057"/>
            <a:ext cx="3171825" cy="370641"/>
          </a:xfrm>
          <a:custGeom xmlns:a="http://schemas.openxmlformats.org/drawingml/2006/main">
            <a:pathLst>
              <a:path w="3171825" h="370641">
                <a:moveTo>
                  <a:pt x="3166948" y="347487"/>
                </a:moveTo>
                <a:lnTo>
                  <a:pt x="3171825" y="347691"/>
                </a:lnTo>
                <a:lnTo>
                  <a:pt x="3171825" y="370641"/>
                </a:lnTo>
                <a:lnTo>
                  <a:pt x="0" y="370641"/>
                </a:lnTo>
                <a:lnTo>
                  <a:pt x="0" y="355735"/>
                </a:lnTo>
                <a:lnTo>
                  <a:pt x="8719" y="355735"/>
                </a:lnTo>
                <a:lnTo>
                  <a:pt x="16657" y="355625"/>
                </a:lnTo>
                <a:lnTo>
                  <a:pt x="16855" y="355623"/>
                </a:lnTo>
                <a:lnTo>
                  <a:pt x="32829" y="355623"/>
                </a:lnTo>
                <a:lnTo>
                  <a:pt x="40767" y="355513"/>
                </a:lnTo>
                <a:lnTo>
                  <a:pt x="40965" y="355512"/>
                </a:lnTo>
                <a:lnTo>
                  <a:pt x="56940" y="355512"/>
                </a:lnTo>
                <a:lnTo>
                  <a:pt x="64877" y="355402"/>
                </a:lnTo>
                <a:lnTo>
                  <a:pt x="65075" y="355400"/>
                </a:lnTo>
                <a:lnTo>
                  <a:pt x="73013" y="355400"/>
                </a:lnTo>
                <a:lnTo>
                  <a:pt x="80951" y="355290"/>
                </a:lnTo>
                <a:lnTo>
                  <a:pt x="81149" y="355289"/>
                </a:lnTo>
                <a:lnTo>
                  <a:pt x="97123" y="355289"/>
                </a:lnTo>
                <a:lnTo>
                  <a:pt x="105061" y="355178"/>
                </a:lnTo>
                <a:lnTo>
                  <a:pt x="105259" y="355177"/>
                </a:lnTo>
                <a:lnTo>
                  <a:pt x="113197" y="355177"/>
                </a:lnTo>
                <a:lnTo>
                  <a:pt x="129171" y="354955"/>
                </a:lnTo>
                <a:lnTo>
                  <a:pt x="129369" y="354954"/>
                </a:lnTo>
                <a:lnTo>
                  <a:pt x="137307" y="354954"/>
                </a:lnTo>
                <a:lnTo>
                  <a:pt x="145245" y="354843"/>
                </a:lnTo>
                <a:lnTo>
                  <a:pt x="145442" y="354842"/>
                </a:lnTo>
                <a:lnTo>
                  <a:pt x="153380" y="354842"/>
                </a:lnTo>
                <a:lnTo>
                  <a:pt x="169353" y="354620"/>
                </a:lnTo>
                <a:lnTo>
                  <a:pt x="177283" y="354509"/>
                </a:lnTo>
                <a:lnTo>
                  <a:pt x="185430" y="354397"/>
                </a:lnTo>
                <a:lnTo>
                  <a:pt x="201500" y="354174"/>
                </a:lnTo>
                <a:lnTo>
                  <a:pt x="209427" y="354062"/>
                </a:lnTo>
                <a:lnTo>
                  <a:pt x="217466" y="353950"/>
                </a:lnTo>
                <a:lnTo>
                  <a:pt x="225612" y="353839"/>
                </a:lnTo>
                <a:lnTo>
                  <a:pt x="233537" y="353727"/>
                </a:lnTo>
                <a:lnTo>
                  <a:pt x="241475" y="353617"/>
                </a:lnTo>
                <a:lnTo>
                  <a:pt x="249413" y="353397"/>
                </a:lnTo>
                <a:lnTo>
                  <a:pt x="249610" y="353392"/>
                </a:lnTo>
                <a:lnTo>
                  <a:pt x="257548" y="353282"/>
                </a:lnTo>
                <a:lnTo>
                  <a:pt x="313608" y="351725"/>
                </a:lnTo>
                <a:lnTo>
                  <a:pt x="345557" y="350394"/>
                </a:lnTo>
                <a:lnTo>
                  <a:pt x="353496" y="349953"/>
                </a:lnTo>
                <a:lnTo>
                  <a:pt x="353693" y="349943"/>
                </a:lnTo>
                <a:lnTo>
                  <a:pt x="361631" y="349612"/>
                </a:lnTo>
                <a:lnTo>
                  <a:pt x="369471" y="349177"/>
                </a:lnTo>
                <a:lnTo>
                  <a:pt x="377409" y="348626"/>
                </a:lnTo>
                <a:lnTo>
                  <a:pt x="377606" y="348613"/>
                </a:lnTo>
                <a:lnTo>
                  <a:pt x="385544" y="348172"/>
                </a:lnTo>
                <a:lnTo>
                  <a:pt x="393385" y="347628"/>
                </a:lnTo>
                <a:lnTo>
                  <a:pt x="401323" y="346966"/>
                </a:lnTo>
                <a:lnTo>
                  <a:pt x="401519" y="346951"/>
                </a:lnTo>
                <a:lnTo>
                  <a:pt x="409360" y="346407"/>
                </a:lnTo>
                <a:lnTo>
                  <a:pt x="417202" y="345644"/>
                </a:lnTo>
                <a:lnTo>
                  <a:pt x="417397" y="345627"/>
                </a:lnTo>
                <a:lnTo>
                  <a:pt x="425336" y="344965"/>
                </a:lnTo>
                <a:lnTo>
                  <a:pt x="433178" y="344203"/>
                </a:lnTo>
                <a:lnTo>
                  <a:pt x="449057" y="342438"/>
                </a:lnTo>
                <a:lnTo>
                  <a:pt x="464937" y="340453"/>
                </a:lnTo>
                <a:lnTo>
                  <a:pt x="472782" y="339364"/>
                </a:lnTo>
                <a:lnTo>
                  <a:pt x="488664" y="336937"/>
                </a:lnTo>
                <a:lnTo>
                  <a:pt x="496511" y="335630"/>
                </a:lnTo>
                <a:lnTo>
                  <a:pt x="504360" y="334212"/>
                </a:lnTo>
                <a:lnTo>
                  <a:pt x="512209" y="332686"/>
                </a:lnTo>
                <a:lnTo>
                  <a:pt x="528005" y="329395"/>
                </a:lnTo>
                <a:lnTo>
                  <a:pt x="543714" y="325686"/>
                </a:lnTo>
                <a:lnTo>
                  <a:pt x="551482" y="323636"/>
                </a:lnTo>
                <a:lnTo>
                  <a:pt x="559342" y="321453"/>
                </a:lnTo>
                <a:lnTo>
                  <a:pt x="567204" y="319160"/>
                </a:lnTo>
                <a:lnTo>
                  <a:pt x="575040" y="316766"/>
                </a:lnTo>
                <a:lnTo>
                  <a:pt x="582710" y="314281"/>
                </a:lnTo>
                <a:lnTo>
                  <a:pt x="590606" y="311539"/>
                </a:lnTo>
                <a:lnTo>
                  <a:pt x="590663" y="311520"/>
                </a:lnTo>
                <a:lnTo>
                  <a:pt x="598536" y="308824"/>
                </a:lnTo>
                <a:lnTo>
                  <a:pt x="606269" y="305816"/>
                </a:lnTo>
                <a:lnTo>
                  <a:pt x="614036" y="302753"/>
                </a:lnTo>
                <a:lnTo>
                  <a:pt x="621870" y="299489"/>
                </a:lnTo>
                <a:lnTo>
                  <a:pt x="629712" y="296113"/>
                </a:lnTo>
                <a:lnTo>
                  <a:pt x="637600" y="292547"/>
                </a:lnTo>
                <a:lnTo>
                  <a:pt x="645274" y="288872"/>
                </a:lnTo>
                <a:lnTo>
                  <a:pt x="653132" y="284943"/>
                </a:lnTo>
                <a:lnTo>
                  <a:pt x="660961" y="280919"/>
                </a:lnTo>
                <a:lnTo>
                  <a:pt x="668795" y="276676"/>
                </a:lnTo>
                <a:lnTo>
                  <a:pt x="676635" y="272321"/>
                </a:lnTo>
                <a:lnTo>
                  <a:pt x="684480" y="267745"/>
                </a:lnTo>
                <a:lnTo>
                  <a:pt x="692330" y="263056"/>
                </a:lnTo>
                <a:lnTo>
                  <a:pt x="700185" y="258147"/>
                </a:lnTo>
                <a:lnTo>
                  <a:pt x="708045" y="253125"/>
                </a:lnTo>
                <a:lnTo>
                  <a:pt x="715910" y="247882"/>
                </a:lnTo>
                <a:lnTo>
                  <a:pt x="723835" y="242489"/>
                </a:lnTo>
                <a:lnTo>
                  <a:pt x="731708" y="237021"/>
                </a:lnTo>
                <a:lnTo>
                  <a:pt x="739586" y="231332"/>
                </a:lnTo>
                <a:lnTo>
                  <a:pt x="747469" y="225529"/>
                </a:lnTo>
                <a:lnTo>
                  <a:pt x="763344" y="213402"/>
                </a:lnTo>
                <a:lnTo>
                  <a:pt x="771236" y="207154"/>
                </a:lnTo>
                <a:lnTo>
                  <a:pt x="779180" y="200755"/>
                </a:lnTo>
                <a:lnTo>
                  <a:pt x="795117" y="187695"/>
                </a:lnTo>
                <a:lnTo>
                  <a:pt x="819094" y="167381"/>
                </a:lnTo>
                <a:lnTo>
                  <a:pt x="827045" y="160535"/>
                </a:lnTo>
                <a:lnTo>
                  <a:pt x="835039" y="153540"/>
                </a:lnTo>
                <a:lnTo>
                  <a:pt x="835124" y="153466"/>
                </a:lnTo>
                <a:lnTo>
                  <a:pt x="843118" y="146582"/>
                </a:lnTo>
                <a:lnTo>
                  <a:pt x="859149" y="132555"/>
                </a:lnTo>
                <a:lnTo>
                  <a:pt x="859235" y="132481"/>
                </a:lnTo>
                <a:lnTo>
                  <a:pt x="883345" y="111719"/>
                </a:lnTo>
                <a:lnTo>
                  <a:pt x="883520" y="111571"/>
                </a:lnTo>
                <a:lnTo>
                  <a:pt x="899594" y="98176"/>
                </a:lnTo>
                <a:lnTo>
                  <a:pt x="899684" y="98101"/>
                </a:lnTo>
                <a:lnTo>
                  <a:pt x="907721" y="91516"/>
                </a:lnTo>
                <a:lnTo>
                  <a:pt x="907814" y="91441"/>
                </a:lnTo>
                <a:lnTo>
                  <a:pt x="915850" y="84967"/>
                </a:lnTo>
                <a:lnTo>
                  <a:pt x="915945" y="84891"/>
                </a:lnTo>
                <a:lnTo>
                  <a:pt x="923981" y="78529"/>
                </a:lnTo>
                <a:lnTo>
                  <a:pt x="924176" y="78378"/>
                </a:lnTo>
                <a:lnTo>
                  <a:pt x="932213" y="72238"/>
                </a:lnTo>
                <a:lnTo>
                  <a:pt x="932313" y="72162"/>
                </a:lnTo>
                <a:lnTo>
                  <a:pt x="940349" y="66135"/>
                </a:lnTo>
                <a:lnTo>
                  <a:pt x="940556" y="65983"/>
                </a:lnTo>
                <a:lnTo>
                  <a:pt x="948593" y="60179"/>
                </a:lnTo>
                <a:lnTo>
                  <a:pt x="948808" y="60026"/>
                </a:lnTo>
                <a:lnTo>
                  <a:pt x="956844" y="54445"/>
                </a:lnTo>
                <a:lnTo>
                  <a:pt x="956878" y="54422"/>
                </a:lnTo>
                <a:lnTo>
                  <a:pt x="964803" y="48952"/>
                </a:lnTo>
                <a:lnTo>
                  <a:pt x="965300" y="48625"/>
                </a:lnTo>
                <a:lnTo>
                  <a:pt x="973448" y="43490"/>
                </a:lnTo>
                <a:lnTo>
                  <a:pt x="973615" y="43387"/>
                </a:lnTo>
                <a:lnTo>
                  <a:pt x="981651" y="38476"/>
                </a:lnTo>
                <a:lnTo>
                  <a:pt x="982030" y="38252"/>
                </a:lnTo>
                <a:lnTo>
                  <a:pt x="990067" y="33676"/>
                </a:lnTo>
                <a:lnTo>
                  <a:pt x="990257" y="33569"/>
                </a:lnTo>
                <a:lnTo>
                  <a:pt x="998183" y="29216"/>
                </a:lnTo>
                <a:lnTo>
                  <a:pt x="998670" y="28960"/>
                </a:lnTo>
                <a:lnTo>
                  <a:pt x="1006707" y="24942"/>
                </a:lnTo>
                <a:lnTo>
                  <a:pt x="1007063" y="24770"/>
                </a:lnTo>
                <a:lnTo>
                  <a:pt x="1015211" y="20975"/>
                </a:lnTo>
                <a:lnTo>
                  <a:pt x="1015525" y="20833"/>
                </a:lnTo>
                <a:lnTo>
                  <a:pt x="1023450" y="17373"/>
                </a:lnTo>
                <a:lnTo>
                  <a:pt x="1023987" y="17152"/>
                </a:lnTo>
                <a:lnTo>
                  <a:pt x="1032023" y="14026"/>
                </a:lnTo>
                <a:lnTo>
                  <a:pt x="1032348" y="13905"/>
                </a:lnTo>
                <a:lnTo>
                  <a:pt x="1040385" y="11002"/>
                </a:lnTo>
                <a:lnTo>
                  <a:pt x="1041060" y="10778"/>
                </a:lnTo>
                <a:lnTo>
                  <a:pt x="1049097" y="8322"/>
                </a:lnTo>
                <a:lnTo>
                  <a:pt x="1049624" y="8172"/>
                </a:lnTo>
                <a:lnTo>
                  <a:pt x="1057661" y="6051"/>
                </a:lnTo>
                <a:lnTo>
                  <a:pt x="1058205" y="5919"/>
                </a:lnTo>
                <a:lnTo>
                  <a:pt x="1066242" y="4133"/>
                </a:lnTo>
                <a:lnTo>
                  <a:pt x="1066801" y="4020"/>
                </a:lnTo>
                <a:lnTo>
                  <a:pt x="1074837" y="2569"/>
                </a:lnTo>
                <a:lnTo>
                  <a:pt x="1075408" y="2478"/>
                </a:lnTo>
                <a:lnTo>
                  <a:pt x="1083445" y="1362"/>
                </a:lnTo>
                <a:lnTo>
                  <a:pt x="1084026" y="1293"/>
                </a:lnTo>
                <a:lnTo>
                  <a:pt x="1092063" y="512"/>
                </a:lnTo>
                <a:lnTo>
                  <a:pt x="1092848" y="457"/>
                </a:lnTo>
                <a:lnTo>
                  <a:pt x="1100884" y="123"/>
                </a:lnTo>
                <a:lnTo>
                  <a:pt x="1101279" y="112"/>
                </a:lnTo>
                <a:lnTo>
                  <a:pt x="1109316" y="0"/>
                </a:lnTo>
                <a:lnTo>
                  <a:pt x="1109909" y="4"/>
                </a:lnTo>
                <a:lnTo>
                  <a:pt x="1117946" y="227"/>
                </a:lnTo>
                <a:lnTo>
                  <a:pt x="1118733" y="271"/>
                </a:lnTo>
                <a:lnTo>
                  <a:pt x="1126769" y="941"/>
                </a:lnTo>
                <a:lnTo>
                  <a:pt x="1127353" y="1002"/>
                </a:lnTo>
                <a:lnTo>
                  <a:pt x="1135390" y="2006"/>
                </a:lnTo>
                <a:lnTo>
                  <a:pt x="1135774" y="2059"/>
                </a:lnTo>
                <a:lnTo>
                  <a:pt x="1143811" y="3287"/>
                </a:lnTo>
                <a:lnTo>
                  <a:pt x="1144378" y="3386"/>
                </a:lnTo>
                <a:lnTo>
                  <a:pt x="1152414" y="4948"/>
                </a:lnTo>
                <a:lnTo>
                  <a:pt x="1153150" y="5112"/>
                </a:lnTo>
                <a:lnTo>
                  <a:pt x="1161187" y="7121"/>
                </a:lnTo>
                <a:lnTo>
                  <a:pt x="1161366" y="7167"/>
                </a:lnTo>
                <a:lnTo>
                  <a:pt x="1169403" y="9288"/>
                </a:lnTo>
                <a:lnTo>
                  <a:pt x="1170103" y="9492"/>
                </a:lnTo>
                <a:lnTo>
                  <a:pt x="1178139" y="12059"/>
                </a:lnTo>
                <a:lnTo>
                  <a:pt x="1178477" y="12172"/>
                </a:lnTo>
                <a:lnTo>
                  <a:pt x="1186514" y="14962"/>
                </a:lnTo>
                <a:lnTo>
                  <a:pt x="1186843" y="15081"/>
                </a:lnTo>
                <a:lnTo>
                  <a:pt x="1194879" y="18095"/>
                </a:lnTo>
                <a:lnTo>
                  <a:pt x="1195200" y="18219"/>
                </a:lnTo>
                <a:lnTo>
                  <a:pt x="1203236" y="21456"/>
                </a:lnTo>
                <a:lnTo>
                  <a:pt x="1203699" y="21652"/>
                </a:lnTo>
                <a:lnTo>
                  <a:pt x="1211736" y="25224"/>
                </a:lnTo>
                <a:lnTo>
                  <a:pt x="1212033" y="25360"/>
                </a:lnTo>
                <a:lnTo>
                  <a:pt x="1220070" y="29155"/>
                </a:lnTo>
                <a:lnTo>
                  <a:pt x="1220357" y="29295"/>
                </a:lnTo>
                <a:lnTo>
                  <a:pt x="1228394" y="33314"/>
                </a:lnTo>
                <a:lnTo>
                  <a:pt x="1228534" y="33385"/>
                </a:lnTo>
                <a:lnTo>
                  <a:pt x="1236571" y="37515"/>
                </a:lnTo>
                <a:lnTo>
                  <a:pt x="1236845" y="37659"/>
                </a:lnTo>
                <a:lnTo>
                  <a:pt x="1244881" y="42012"/>
                </a:lnTo>
                <a:lnTo>
                  <a:pt x="1245015" y="42085"/>
                </a:lnTo>
                <a:lnTo>
                  <a:pt x="1253051" y="46550"/>
                </a:lnTo>
                <a:lnTo>
                  <a:pt x="1253311" y="46698"/>
                </a:lnTo>
                <a:lnTo>
                  <a:pt x="1261348" y="51386"/>
                </a:lnTo>
                <a:lnTo>
                  <a:pt x="1261474" y="51461"/>
                </a:lnTo>
                <a:lnTo>
                  <a:pt x="1269511" y="56260"/>
                </a:lnTo>
                <a:lnTo>
                  <a:pt x="1269635" y="56335"/>
                </a:lnTo>
                <a:lnTo>
                  <a:pt x="1285708" y="66158"/>
                </a:lnTo>
                <a:lnTo>
                  <a:pt x="1285949" y="66308"/>
                </a:lnTo>
                <a:lnTo>
                  <a:pt x="1310059" y="81712"/>
                </a:lnTo>
                <a:lnTo>
                  <a:pt x="1310177" y="81788"/>
                </a:lnTo>
                <a:lnTo>
                  <a:pt x="1334228" y="97488"/>
                </a:lnTo>
                <a:lnTo>
                  <a:pt x="1342206" y="102585"/>
                </a:lnTo>
                <a:lnTo>
                  <a:pt x="1342323" y="102661"/>
                </a:lnTo>
                <a:lnTo>
                  <a:pt x="1350340" y="107894"/>
                </a:lnTo>
                <a:lnTo>
                  <a:pt x="1358169" y="112966"/>
                </a:lnTo>
                <a:lnTo>
                  <a:pt x="1366219" y="118039"/>
                </a:lnTo>
                <a:lnTo>
                  <a:pt x="1382186" y="128018"/>
                </a:lnTo>
                <a:lnTo>
                  <a:pt x="1390025" y="132766"/>
                </a:lnTo>
                <a:lnTo>
                  <a:pt x="1390074" y="132796"/>
                </a:lnTo>
                <a:lnTo>
                  <a:pt x="1397950" y="137609"/>
                </a:lnTo>
                <a:lnTo>
                  <a:pt x="1405907" y="142187"/>
                </a:lnTo>
                <a:lnTo>
                  <a:pt x="1413888" y="146732"/>
                </a:lnTo>
                <a:lnTo>
                  <a:pt x="1421682" y="151122"/>
                </a:lnTo>
                <a:lnTo>
                  <a:pt x="1429478" y="155346"/>
                </a:lnTo>
                <a:lnTo>
                  <a:pt x="1445274" y="163463"/>
                </a:lnTo>
                <a:lnTo>
                  <a:pt x="1460985" y="171100"/>
                </a:lnTo>
                <a:lnTo>
                  <a:pt x="1476684" y="178077"/>
                </a:lnTo>
                <a:lnTo>
                  <a:pt x="1484488" y="181329"/>
                </a:lnTo>
                <a:lnTo>
                  <a:pt x="1492367" y="184503"/>
                </a:lnTo>
                <a:lnTo>
                  <a:pt x="1500163" y="187534"/>
                </a:lnTo>
                <a:lnTo>
                  <a:pt x="1507954" y="190348"/>
                </a:lnTo>
                <a:lnTo>
                  <a:pt x="1515824" y="193080"/>
                </a:lnTo>
                <a:lnTo>
                  <a:pt x="1523606" y="195674"/>
                </a:lnTo>
                <a:lnTo>
                  <a:pt x="1531385" y="198051"/>
                </a:lnTo>
                <a:lnTo>
                  <a:pt x="1539246" y="200344"/>
                </a:lnTo>
                <a:lnTo>
                  <a:pt x="1547106" y="202528"/>
                </a:lnTo>
                <a:lnTo>
                  <a:pt x="1554964" y="204601"/>
                </a:lnTo>
                <a:lnTo>
                  <a:pt x="1562729" y="206542"/>
                </a:lnTo>
                <a:lnTo>
                  <a:pt x="1570491" y="208267"/>
                </a:lnTo>
                <a:lnTo>
                  <a:pt x="1586285" y="211558"/>
                </a:lnTo>
                <a:lnTo>
                  <a:pt x="1601982" y="214392"/>
                </a:lnTo>
                <a:lnTo>
                  <a:pt x="1609733" y="215576"/>
                </a:lnTo>
                <a:lnTo>
                  <a:pt x="1625614" y="217782"/>
                </a:lnTo>
                <a:lnTo>
                  <a:pt x="1633458" y="218762"/>
                </a:lnTo>
                <a:lnTo>
                  <a:pt x="1649240" y="220516"/>
                </a:lnTo>
                <a:lnTo>
                  <a:pt x="1673057" y="222500"/>
                </a:lnTo>
                <a:lnTo>
                  <a:pt x="1688934" y="223603"/>
                </a:lnTo>
                <a:lnTo>
                  <a:pt x="1696774" y="224039"/>
                </a:lnTo>
                <a:lnTo>
                  <a:pt x="1704712" y="224369"/>
                </a:lnTo>
                <a:lnTo>
                  <a:pt x="1704909" y="224379"/>
                </a:lnTo>
                <a:lnTo>
                  <a:pt x="1712847" y="224820"/>
                </a:lnTo>
                <a:lnTo>
                  <a:pt x="1720687" y="225147"/>
                </a:lnTo>
                <a:lnTo>
                  <a:pt x="1728625" y="225367"/>
                </a:lnTo>
                <a:lnTo>
                  <a:pt x="1728822" y="225374"/>
                </a:lnTo>
                <a:lnTo>
                  <a:pt x="1736760" y="225705"/>
                </a:lnTo>
                <a:lnTo>
                  <a:pt x="1752636" y="226146"/>
                </a:lnTo>
                <a:lnTo>
                  <a:pt x="1760574" y="226256"/>
                </a:lnTo>
                <a:lnTo>
                  <a:pt x="1760777" y="226260"/>
                </a:lnTo>
                <a:lnTo>
                  <a:pt x="1768599" y="226481"/>
                </a:lnTo>
                <a:lnTo>
                  <a:pt x="1776645" y="226591"/>
                </a:lnTo>
                <a:lnTo>
                  <a:pt x="1776845" y="226595"/>
                </a:lnTo>
                <a:lnTo>
                  <a:pt x="1784784" y="226815"/>
                </a:lnTo>
                <a:lnTo>
                  <a:pt x="1792612" y="226926"/>
                </a:lnTo>
                <a:lnTo>
                  <a:pt x="1792807" y="226930"/>
                </a:lnTo>
                <a:lnTo>
                  <a:pt x="1800745" y="227150"/>
                </a:lnTo>
                <a:lnTo>
                  <a:pt x="1808681" y="227261"/>
                </a:lnTo>
                <a:lnTo>
                  <a:pt x="1816834" y="227372"/>
                </a:lnTo>
                <a:lnTo>
                  <a:pt x="1824759" y="227484"/>
                </a:lnTo>
                <a:lnTo>
                  <a:pt x="1824954" y="227488"/>
                </a:lnTo>
                <a:lnTo>
                  <a:pt x="1832892" y="227708"/>
                </a:lnTo>
                <a:lnTo>
                  <a:pt x="1848866" y="227930"/>
                </a:lnTo>
                <a:lnTo>
                  <a:pt x="1849064" y="227934"/>
                </a:lnTo>
                <a:lnTo>
                  <a:pt x="1857002" y="228155"/>
                </a:lnTo>
                <a:lnTo>
                  <a:pt x="1864940" y="228265"/>
                </a:lnTo>
                <a:lnTo>
                  <a:pt x="1865137" y="228269"/>
                </a:lnTo>
                <a:lnTo>
                  <a:pt x="1889149" y="228936"/>
                </a:lnTo>
                <a:lnTo>
                  <a:pt x="1897087" y="229046"/>
                </a:lnTo>
                <a:lnTo>
                  <a:pt x="1897482" y="229057"/>
                </a:lnTo>
                <a:lnTo>
                  <a:pt x="1905420" y="229388"/>
                </a:lnTo>
                <a:lnTo>
                  <a:pt x="1921394" y="229832"/>
                </a:lnTo>
                <a:lnTo>
                  <a:pt x="1921592" y="229839"/>
                </a:lnTo>
                <a:lnTo>
                  <a:pt x="1969812" y="231848"/>
                </a:lnTo>
                <a:lnTo>
                  <a:pt x="1970009" y="231858"/>
                </a:lnTo>
                <a:lnTo>
                  <a:pt x="2010193" y="234090"/>
                </a:lnTo>
                <a:lnTo>
                  <a:pt x="2010389" y="234102"/>
                </a:lnTo>
                <a:lnTo>
                  <a:pt x="2018328" y="234654"/>
                </a:lnTo>
                <a:lnTo>
                  <a:pt x="2026266" y="235095"/>
                </a:lnTo>
                <a:lnTo>
                  <a:pt x="2026463" y="235107"/>
                </a:lnTo>
                <a:lnTo>
                  <a:pt x="2042536" y="236223"/>
                </a:lnTo>
                <a:lnTo>
                  <a:pt x="2042732" y="236238"/>
                </a:lnTo>
                <a:lnTo>
                  <a:pt x="2050671" y="236900"/>
                </a:lnTo>
                <a:lnTo>
                  <a:pt x="2058609" y="237451"/>
                </a:lnTo>
                <a:lnTo>
                  <a:pt x="2058805" y="237466"/>
                </a:lnTo>
                <a:lnTo>
                  <a:pt x="2066744" y="238127"/>
                </a:lnTo>
                <a:lnTo>
                  <a:pt x="2074683" y="238679"/>
                </a:lnTo>
                <a:lnTo>
                  <a:pt x="2074879" y="238694"/>
                </a:lnTo>
                <a:lnTo>
                  <a:pt x="2082916" y="239363"/>
                </a:lnTo>
                <a:lnTo>
                  <a:pt x="2083111" y="239381"/>
                </a:lnTo>
                <a:lnTo>
                  <a:pt x="2091050" y="240153"/>
                </a:lnTo>
                <a:lnTo>
                  <a:pt x="2107026" y="241484"/>
                </a:lnTo>
                <a:lnTo>
                  <a:pt x="2107221" y="241502"/>
                </a:lnTo>
                <a:lnTo>
                  <a:pt x="2131234" y="243836"/>
                </a:lnTo>
                <a:lnTo>
                  <a:pt x="2139173" y="244498"/>
                </a:lnTo>
                <a:lnTo>
                  <a:pt x="2139584" y="244538"/>
                </a:lnTo>
                <a:lnTo>
                  <a:pt x="2147392" y="245418"/>
                </a:lnTo>
                <a:lnTo>
                  <a:pt x="2155423" y="246188"/>
                </a:lnTo>
                <a:lnTo>
                  <a:pt x="2155441" y="246190"/>
                </a:lnTo>
                <a:lnTo>
                  <a:pt x="2163478" y="246971"/>
                </a:lnTo>
                <a:lnTo>
                  <a:pt x="2163673" y="246992"/>
                </a:lnTo>
                <a:lnTo>
                  <a:pt x="2171709" y="247885"/>
                </a:lnTo>
                <a:lnTo>
                  <a:pt x="2171731" y="247887"/>
                </a:lnTo>
                <a:lnTo>
                  <a:pt x="2179645" y="248779"/>
                </a:lnTo>
                <a:lnTo>
                  <a:pt x="2187661" y="249669"/>
                </a:lnTo>
                <a:lnTo>
                  <a:pt x="2195798" y="250561"/>
                </a:lnTo>
                <a:lnTo>
                  <a:pt x="2195841" y="250566"/>
                </a:lnTo>
                <a:lnTo>
                  <a:pt x="2203756" y="251458"/>
                </a:lnTo>
                <a:lnTo>
                  <a:pt x="2219818" y="253242"/>
                </a:lnTo>
                <a:lnTo>
                  <a:pt x="2220012" y="253265"/>
                </a:lnTo>
                <a:lnTo>
                  <a:pt x="2227952" y="254258"/>
                </a:lnTo>
                <a:lnTo>
                  <a:pt x="2235891" y="255140"/>
                </a:lnTo>
                <a:lnTo>
                  <a:pt x="2236085" y="255163"/>
                </a:lnTo>
                <a:lnTo>
                  <a:pt x="2260099" y="258164"/>
                </a:lnTo>
                <a:lnTo>
                  <a:pt x="2268038" y="259047"/>
                </a:lnTo>
                <a:lnTo>
                  <a:pt x="2268232" y="259070"/>
                </a:lnTo>
                <a:lnTo>
                  <a:pt x="2284305" y="261079"/>
                </a:lnTo>
                <a:lnTo>
                  <a:pt x="2284498" y="261104"/>
                </a:lnTo>
                <a:lnTo>
                  <a:pt x="2292439" y="262207"/>
                </a:lnTo>
                <a:lnTo>
                  <a:pt x="2316452" y="265209"/>
                </a:lnTo>
                <a:lnTo>
                  <a:pt x="2316645" y="265234"/>
                </a:lnTo>
                <a:lnTo>
                  <a:pt x="2324585" y="266337"/>
                </a:lnTo>
                <a:lnTo>
                  <a:pt x="2332526" y="267329"/>
                </a:lnTo>
                <a:lnTo>
                  <a:pt x="2332718" y="267355"/>
                </a:lnTo>
                <a:lnTo>
                  <a:pt x="2340659" y="268458"/>
                </a:lnTo>
                <a:lnTo>
                  <a:pt x="2348599" y="269450"/>
                </a:lnTo>
                <a:lnTo>
                  <a:pt x="2348792" y="269476"/>
                </a:lnTo>
                <a:lnTo>
                  <a:pt x="2356732" y="270579"/>
                </a:lnTo>
                <a:lnTo>
                  <a:pt x="2364673" y="271571"/>
                </a:lnTo>
                <a:lnTo>
                  <a:pt x="2364865" y="271596"/>
                </a:lnTo>
                <a:lnTo>
                  <a:pt x="2380843" y="273816"/>
                </a:lnTo>
                <a:lnTo>
                  <a:pt x="2388783" y="274808"/>
                </a:lnTo>
                <a:lnTo>
                  <a:pt x="2388975" y="274833"/>
                </a:lnTo>
                <a:lnTo>
                  <a:pt x="2404953" y="277053"/>
                </a:lnTo>
                <a:lnTo>
                  <a:pt x="2412893" y="278045"/>
                </a:lnTo>
                <a:lnTo>
                  <a:pt x="2413086" y="278071"/>
                </a:lnTo>
                <a:lnTo>
                  <a:pt x="2429063" y="280290"/>
                </a:lnTo>
                <a:lnTo>
                  <a:pt x="2437003" y="281282"/>
                </a:lnTo>
                <a:lnTo>
                  <a:pt x="2437196" y="281308"/>
                </a:lnTo>
                <a:lnTo>
                  <a:pt x="2461210" y="284643"/>
                </a:lnTo>
                <a:lnTo>
                  <a:pt x="2469150" y="285635"/>
                </a:lnTo>
                <a:lnTo>
                  <a:pt x="2469343" y="285661"/>
                </a:lnTo>
                <a:lnTo>
                  <a:pt x="2485320" y="287880"/>
                </a:lnTo>
                <a:lnTo>
                  <a:pt x="2493260" y="288872"/>
                </a:lnTo>
                <a:lnTo>
                  <a:pt x="2493453" y="288898"/>
                </a:lnTo>
                <a:lnTo>
                  <a:pt x="2501393" y="290001"/>
                </a:lnTo>
                <a:lnTo>
                  <a:pt x="2509334" y="290993"/>
                </a:lnTo>
                <a:lnTo>
                  <a:pt x="2509526" y="291019"/>
                </a:lnTo>
                <a:lnTo>
                  <a:pt x="2517467" y="292121"/>
                </a:lnTo>
                <a:lnTo>
                  <a:pt x="2533444" y="294119"/>
                </a:lnTo>
                <a:lnTo>
                  <a:pt x="2533636" y="294144"/>
                </a:lnTo>
                <a:lnTo>
                  <a:pt x="2541577" y="295247"/>
                </a:lnTo>
                <a:lnTo>
                  <a:pt x="2549517" y="296239"/>
                </a:lnTo>
                <a:lnTo>
                  <a:pt x="2549737" y="296269"/>
                </a:lnTo>
                <a:lnTo>
                  <a:pt x="2557552" y="297369"/>
                </a:lnTo>
                <a:lnTo>
                  <a:pt x="2565467" y="298359"/>
                </a:lnTo>
                <a:lnTo>
                  <a:pt x="2573604" y="299362"/>
                </a:lnTo>
                <a:lnTo>
                  <a:pt x="2573627" y="299365"/>
                </a:lnTo>
                <a:lnTo>
                  <a:pt x="2581664" y="300369"/>
                </a:lnTo>
                <a:lnTo>
                  <a:pt x="2581689" y="300372"/>
                </a:lnTo>
                <a:lnTo>
                  <a:pt x="2589601" y="301375"/>
                </a:lnTo>
                <a:lnTo>
                  <a:pt x="2605651" y="303382"/>
                </a:lnTo>
                <a:lnTo>
                  <a:pt x="2613713" y="304376"/>
                </a:lnTo>
                <a:lnTo>
                  <a:pt x="2621564" y="305260"/>
                </a:lnTo>
                <a:lnTo>
                  <a:pt x="2621736" y="305281"/>
                </a:lnTo>
                <a:lnTo>
                  <a:pt x="2637713" y="307278"/>
                </a:lnTo>
                <a:lnTo>
                  <a:pt x="2645653" y="308160"/>
                </a:lnTo>
                <a:lnTo>
                  <a:pt x="2645846" y="308183"/>
                </a:lnTo>
                <a:lnTo>
                  <a:pt x="2653786" y="309175"/>
                </a:lnTo>
                <a:lnTo>
                  <a:pt x="2677799" y="311843"/>
                </a:lnTo>
                <a:lnTo>
                  <a:pt x="2677993" y="311866"/>
                </a:lnTo>
                <a:lnTo>
                  <a:pt x="2685836" y="312847"/>
                </a:lnTo>
                <a:lnTo>
                  <a:pt x="2693678" y="313609"/>
                </a:lnTo>
                <a:lnTo>
                  <a:pt x="2693873" y="313629"/>
                </a:lnTo>
                <a:lnTo>
                  <a:pt x="2725923" y="317190"/>
                </a:lnTo>
                <a:lnTo>
                  <a:pt x="2733862" y="317962"/>
                </a:lnTo>
                <a:lnTo>
                  <a:pt x="2734056" y="317983"/>
                </a:lnTo>
                <a:lnTo>
                  <a:pt x="2741996" y="318865"/>
                </a:lnTo>
                <a:lnTo>
                  <a:pt x="2806095" y="325097"/>
                </a:lnTo>
                <a:lnTo>
                  <a:pt x="2814034" y="325758"/>
                </a:lnTo>
                <a:lnTo>
                  <a:pt x="2814229" y="325776"/>
                </a:lnTo>
                <a:lnTo>
                  <a:pt x="2822168" y="326548"/>
                </a:lnTo>
                <a:lnTo>
                  <a:pt x="2830107" y="327209"/>
                </a:lnTo>
                <a:lnTo>
                  <a:pt x="2830303" y="327227"/>
                </a:lnTo>
                <a:lnTo>
                  <a:pt x="2838242" y="327999"/>
                </a:lnTo>
                <a:lnTo>
                  <a:pt x="2862156" y="329992"/>
                </a:lnTo>
                <a:lnTo>
                  <a:pt x="2870095" y="330543"/>
                </a:lnTo>
                <a:lnTo>
                  <a:pt x="2870291" y="330558"/>
                </a:lnTo>
                <a:lnTo>
                  <a:pt x="2894303" y="332559"/>
                </a:lnTo>
                <a:lnTo>
                  <a:pt x="2910278" y="333668"/>
                </a:lnTo>
                <a:lnTo>
                  <a:pt x="2910474" y="333683"/>
                </a:lnTo>
                <a:lnTo>
                  <a:pt x="2918413" y="334345"/>
                </a:lnTo>
                <a:lnTo>
                  <a:pt x="2934402" y="335455"/>
                </a:lnTo>
                <a:lnTo>
                  <a:pt x="2942314" y="336012"/>
                </a:lnTo>
                <a:lnTo>
                  <a:pt x="2950357" y="336563"/>
                </a:lnTo>
                <a:lnTo>
                  <a:pt x="2958302" y="337005"/>
                </a:lnTo>
                <a:lnTo>
                  <a:pt x="2958499" y="337017"/>
                </a:lnTo>
                <a:lnTo>
                  <a:pt x="2966549" y="337576"/>
                </a:lnTo>
                <a:lnTo>
                  <a:pt x="2974369" y="338127"/>
                </a:lnTo>
                <a:lnTo>
                  <a:pt x="2982301" y="338567"/>
                </a:lnTo>
                <a:lnTo>
                  <a:pt x="2982484" y="338579"/>
                </a:lnTo>
                <a:lnTo>
                  <a:pt x="2990546" y="339131"/>
                </a:lnTo>
                <a:lnTo>
                  <a:pt x="2998380" y="339572"/>
                </a:lnTo>
                <a:lnTo>
                  <a:pt x="3006411" y="340018"/>
                </a:lnTo>
                <a:lnTo>
                  <a:pt x="3006607" y="340031"/>
                </a:lnTo>
                <a:lnTo>
                  <a:pt x="3014447" y="340575"/>
                </a:lnTo>
                <a:lnTo>
                  <a:pt x="3022287" y="340902"/>
                </a:lnTo>
                <a:lnTo>
                  <a:pt x="3022484" y="340911"/>
                </a:lnTo>
                <a:lnTo>
                  <a:pt x="3054533" y="342692"/>
                </a:lnTo>
                <a:lnTo>
                  <a:pt x="3062471" y="343023"/>
                </a:lnTo>
                <a:lnTo>
                  <a:pt x="3062668" y="343032"/>
                </a:lnTo>
                <a:lnTo>
                  <a:pt x="3070606" y="343473"/>
                </a:lnTo>
                <a:lnTo>
                  <a:pt x="3078544" y="343804"/>
                </a:lnTo>
                <a:lnTo>
                  <a:pt x="3078741" y="343814"/>
                </a:lnTo>
                <a:lnTo>
                  <a:pt x="3086680" y="344255"/>
                </a:lnTo>
                <a:lnTo>
                  <a:pt x="3158813" y="347260"/>
                </a:lnTo>
                <a:lnTo>
                  <a:pt x="3166751" y="347481"/>
                </a:lnTo>
                <a:lnTo>
                  <a:pt x="3166948" y="347487"/>
                </a:lnTo>
                <a:close/>
                <a:moveTo>
                  <a:pt x="537513" y="356405"/>
                </a:moveTo>
                <a:lnTo>
                  <a:pt x="2836272" y="356405"/>
                </a:lnTo>
                <a:lnTo>
                  <a:pt x="2835779" y="356364"/>
                </a:lnTo>
                <a:lnTo>
                  <a:pt x="2835584" y="356346"/>
                </a:lnTo>
                <a:lnTo>
                  <a:pt x="2827645" y="355574"/>
                </a:lnTo>
                <a:lnTo>
                  <a:pt x="2819706" y="354913"/>
                </a:lnTo>
                <a:lnTo>
                  <a:pt x="2819511" y="354895"/>
                </a:lnTo>
                <a:lnTo>
                  <a:pt x="2811572" y="354123"/>
                </a:lnTo>
                <a:lnTo>
                  <a:pt x="2803633" y="353462"/>
                </a:lnTo>
                <a:lnTo>
                  <a:pt x="2803437" y="353444"/>
                </a:lnTo>
                <a:lnTo>
                  <a:pt x="2739144" y="347193"/>
                </a:lnTo>
                <a:lnTo>
                  <a:pt x="2738949" y="347173"/>
                </a:lnTo>
                <a:lnTo>
                  <a:pt x="2731009" y="346291"/>
                </a:lnTo>
                <a:lnTo>
                  <a:pt x="2723070" y="345519"/>
                </a:lnTo>
                <a:lnTo>
                  <a:pt x="2722876" y="345499"/>
                </a:lnTo>
                <a:lnTo>
                  <a:pt x="2690826" y="341938"/>
                </a:lnTo>
                <a:lnTo>
                  <a:pt x="2682887" y="341166"/>
                </a:lnTo>
                <a:lnTo>
                  <a:pt x="2682498" y="341123"/>
                </a:lnTo>
                <a:lnTo>
                  <a:pt x="2674558" y="340130"/>
                </a:lnTo>
                <a:lnTo>
                  <a:pt x="2650545" y="337462"/>
                </a:lnTo>
                <a:lnTo>
                  <a:pt x="2650351" y="337439"/>
                </a:lnTo>
                <a:lnTo>
                  <a:pt x="2642411" y="336447"/>
                </a:lnTo>
                <a:lnTo>
                  <a:pt x="2634472" y="335564"/>
                </a:lnTo>
                <a:lnTo>
                  <a:pt x="2634278" y="335542"/>
                </a:lnTo>
                <a:lnTo>
                  <a:pt x="2618290" y="333543"/>
                </a:lnTo>
                <a:lnTo>
                  <a:pt x="2610451" y="332660"/>
                </a:lnTo>
                <a:lnTo>
                  <a:pt x="2610303" y="332642"/>
                </a:lnTo>
                <a:lnTo>
                  <a:pt x="2602155" y="331638"/>
                </a:lnTo>
                <a:lnTo>
                  <a:pt x="2602131" y="331635"/>
                </a:lnTo>
                <a:lnTo>
                  <a:pt x="2586058" y="329626"/>
                </a:lnTo>
                <a:lnTo>
                  <a:pt x="2586033" y="329623"/>
                </a:lnTo>
                <a:lnTo>
                  <a:pt x="2578120" y="328619"/>
                </a:lnTo>
                <a:lnTo>
                  <a:pt x="2570108" y="327618"/>
                </a:lnTo>
                <a:lnTo>
                  <a:pt x="2561971" y="326615"/>
                </a:lnTo>
                <a:lnTo>
                  <a:pt x="2561948" y="326612"/>
                </a:lnTo>
                <a:lnTo>
                  <a:pt x="2553911" y="325607"/>
                </a:lnTo>
                <a:lnTo>
                  <a:pt x="2553691" y="325578"/>
                </a:lnTo>
                <a:lnTo>
                  <a:pt x="2545876" y="324477"/>
                </a:lnTo>
                <a:lnTo>
                  <a:pt x="2537949" y="323486"/>
                </a:lnTo>
                <a:lnTo>
                  <a:pt x="2537756" y="323461"/>
                </a:lnTo>
                <a:lnTo>
                  <a:pt x="2529816" y="322358"/>
                </a:lnTo>
                <a:lnTo>
                  <a:pt x="2513839" y="320361"/>
                </a:lnTo>
                <a:lnTo>
                  <a:pt x="2513646" y="320336"/>
                </a:lnTo>
                <a:lnTo>
                  <a:pt x="2505706" y="319233"/>
                </a:lnTo>
                <a:lnTo>
                  <a:pt x="2497765" y="318240"/>
                </a:lnTo>
                <a:lnTo>
                  <a:pt x="2497573" y="318215"/>
                </a:lnTo>
                <a:lnTo>
                  <a:pt x="2489632" y="317112"/>
                </a:lnTo>
                <a:lnTo>
                  <a:pt x="2481692" y="316119"/>
                </a:lnTo>
                <a:lnTo>
                  <a:pt x="2481499" y="316094"/>
                </a:lnTo>
                <a:lnTo>
                  <a:pt x="2465522" y="313875"/>
                </a:lnTo>
                <a:lnTo>
                  <a:pt x="2457582" y="312882"/>
                </a:lnTo>
                <a:lnTo>
                  <a:pt x="2457389" y="312857"/>
                </a:lnTo>
                <a:lnTo>
                  <a:pt x="2433375" y="309522"/>
                </a:lnTo>
                <a:lnTo>
                  <a:pt x="2425435" y="308529"/>
                </a:lnTo>
                <a:lnTo>
                  <a:pt x="2425242" y="308504"/>
                </a:lnTo>
                <a:lnTo>
                  <a:pt x="2409265" y="306285"/>
                </a:lnTo>
                <a:lnTo>
                  <a:pt x="2401325" y="305292"/>
                </a:lnTo>
                <a:lnTo>
                  <a:pt x="2401132" y="305267"/>
                </a:lnTo>
                <a:lnTo>
                  <a:pt x="2385155" y="303048"/>
                </a:lnTo>
                <a:lnTo>
                  <a:pt x="2377215" y="302055"/>
                </a:lnTo>
                <a:lnTo>
                  <a:pt x="2377022" y="302030"/>
                </a:lnTo>
                <a:lnTo>
                  <a:pt x="2361045" y="299811"/>
                </a:lnTo>
                <a:lnTo>
                  <a:pt x="2353104" y="298818"/>
                </a:lnTo>
                <a:lnTo>
                  <a:pt x="2352912" y="298793"/>
                </a:lnTo>
                <a:lnTo>
                  <a:pt x="2344971" y="297690"/>
                </a:lnTo>
                <a:lnTo>
                  <a:pt x="2337031" y="296697"/>
                </a:lnTo>
                <a:lnTo>
                  <a:pt x="2336838" y="296672"/>
                </a:lnTo>
                <a:lnTo>
                  <a:pt x="2328898" y="295569"/>
                </a:lnTo>
                <a:lnTo>
                  <a:pt x="2320958" y="294577"/>
                </a:lnTo>
                <a:lnTo>
                  <a:pt x="2320765" y="294551"/>
                </a:lnTo>
                <a:lnTo>
                  <a:pt x="2312824" y="293448"/>
                </a:lnTo>
                <a:lnTo>
                  <a:pt x="2288811" y="290447"/>
                </a:lnTo>
                <a:lnTo>
                  <a:pt x="2288618" y="290421"/>
                </a:lnTo>
                <a:lnTo>
                  <a:pt x="2280678" y="289318"/>
                </a:lnTo>
                <a:lnTo>
                  <a:pt x="2264797" y="287333"/>
                </a:lnTo>
                <a:lnTo>
                  <a:pt x="2256857" y="286451"/>
                </a:lnTo>
                <a:lnTo>
                  <a:pt x="2256664" y="286428"/>
                </a:lnTo>
                <a:lnTo>
                  <a:pt x="2232650" y="283427"/>
                </a:lnTo>
                <a:lnTo>
                  <a:pt x="2224711" y="282544"/>
                </a:lnTo>
                <a:lnTo>
                  <a:pt x="2224517" y="282522"/>
                </a:lnTo>
                <a:lnTo>
                  <a:pt x="2216577" y="281529"/>
                </a:lnTo>
                <a:lnTo>
                  <a:pt x="2200600" y="279754"/>
                </a:lnTo>
                <a:lnTo>
                  <a:pt x="2200579" y="279751"/>
                </a:lnTo>
                <a:lnTo>
                  <a:pt x="2192675" y="278861"/>
                </a:lnTo>
                <a:lnTo>
                  <a:pt x="2184548" y="277970"/>
                </a:lnTo>
                <a:lnTo>
                  <a:pt x="2184527" y="277968"/>
                </a:lnTo>
                <a:lnTo>
                  <a:pt x="2176490" y="277075"/>
                </a:lnTo>
                <a:lnTo>
                  <a:pt x="2176468" y="277072"/>
                </a:lnTo>
                <a:lnTo>
                  <a:pt x="2168554" y="276181"/>
                </a:lnTo>
                <a:lnTo>
                  <a:pt x="2160626" y="275300"/>
                </a:lnTo>
                <a:lnTo>
                  <a:pt x="2152696" y="274529"/>
                </a:lnTo>
                <a:lnTo>
                  <a:pt x="2144557" y="273748"/>
                </a:lnTo>
                <a:lnTo>
                  <a:pt x="2144322" y="273724"/>
                </a:lnTo>
                <a:lnTo>
                  <a:pt x="2136602" y="272854"/>
                </a:lnTo>
                <a:lnTo>
                  <a:pt x="2128772" y="272202"/>
                </a:lnTo>
                <a:lnTo>
                  <a:pt x="2128576" y="272184"/>
                </a:lnTo>
                <a:lnTo>
                  <a:pt x="2104564" y="269849"/>
                </a:lnTo>
                <a:lnTo>
                  <a:pt x="2088588" y="268518"/>
                </a:lnTo>
                <a:lnTo>
                  <a:pt x="2088393" y="268500"/>
                </a:lnTo>
                <a:lnTo>
                  <a:pt x="2080453" y="267729"/>
                </a:lnTo>
                <a:lnTo>
                  <a:pt x="2072612" y="267075"/>
                </a:lnTo>
                <a:lnTo>
                  <a:pt x="2064674" y="266524"/>
                </a:lnTo>
                <a:lnTo>
                  <a:pt x="2064478" y="266509"/>
                </a:lnTo>
                <a:lnTo>
                  <a:pt x="2056539" y="265847"/>
                </a:lnTo>
                <a:lnTo>
                  <a:pt x="2048600" y="265296"/>
                </a:lnTo>
                <a:lnTo>
                  <a:pt x="2048404" y="265281"/>
                </a:lnTo>
                <a:lnTo>
                  <a:pt x="2040466" y="264619"/>
                </a:lnTo>
                <a:lnTo>
                  <a:pt x="2024588" y="263517"/>
                </a:lnTo>
                <a:lnTo>
                  <a:pt x="2016650" y="263076"/>
                </a:lnTo>
                <a:lnTo>
                  <a:pt x="2016453" y="263064"/>
                </a:lnTo>
                <a:lnTo>
                  <a:pt x="2008515" y="262512"/>
                </a:lnTo>
                <a:lnTo>
                  <a:pt x="1968528" y="260291"/>
                </a:lnTo>
                <a:lnTo>
                  <a:pt x="1920505" y="258290"/>
                </a:lnTo>
                <a:lnTo>
                  <a:pt x="1904530" y="257846"/>
                </a:lnTo>
                <a:lnTo>
                  <a:pt x="1904333" y="257839"/>
                </a:lnTo>
                <a:lnTo>
                  <a:pt x="1896494" y="257513"/>
                </a:lnTo>
                <a:lnTo>
                  <a:pt x="1888654" y="257404"/>
                </a:lnTo>
                <a:lnTo>
                  <a:pt x="1888457" y="257400"/>
                </a:lnTo>
                <a:lnTo>
                  <a:pt x="1864445" y="256733"/>
                </a:lnTo>
                <a:lnTo>
                  <a:pt x="1856508" y="256622"/>
                </a:lnTo>
                <a:lnTo>
                  <a:pt x="1856310" y="256618"/>
                </a:lnTo>
                <a:lnTo>
                  <a:pt x="1848372" y="256398"/>
                </a:lnTo>
                <a:lnTo>
                  <a:pt x="1832397" y="256176"/>
                </a:lnTo>
                <a:lnTo>
                  <a:pt x="1832200" y="256172"/>
                </a:lnTo>
                <a:lnTo>
                  <a:pt x="1824261" y="255951"/>
                </a:lnTo>
                <a:lnTo>
                  <a:pt x="1816436" y="255841"/>
                </a:lnTo>
                <a:lnTo>
                  <a:pt x="1808287" y="255729"/>
                </a:lnTo>
                <a:lnTo>
                  <a:pt x="1800251" y="255618"/>
                </a:lnTo>
                <a:lnTo>
                  <a:pt x="1800053" y="255614"/>
                </a:lnTo>
                <a:lnTo>
                  <a:pt x="1792114" y="255393"/>
                </a:lnTo>
                <a:lnTo>
                  <a:pt x="1784286" y="255283"/>
                </a:lnTo>
                <a:lnTo>
                  <a:pt x="1784091" y="255279"/>
                </a:lnTo>
                <a:lnTo>
                  <a:pt x="1776155" y="255058"/>
                </a:lnTo>
                <a:lnTo>
                  <a:pt x="1768106" y="254948"/>
                </a:lnTo>
                <a:lnTo>
                  <a:pt x="1767900" y="254944"/>
                </a:lnTo>
                <a:lnTo>
                  <a:pt x="1760077" y="254723"/>
                </a:lnTo>
                <a:lnTo>
                  <a:pt x="1752142" y="254613"/>
                </a:lnTo>
                <a:lnTo>
                  <a:pt x="1751944" y="254609"/>
                </a:lnTo>
                <a:lnTo>
                  <a:pt x="1735871" y="254163"/>
                </a:lnTo>
                <a:lnTo>
                  <a:pt x="1735673" y="254156"/>
                </a:lnTo>
                <a:lnTo>
                  <a:pt x="1727735" y="253825"/>
                </a:lnTo>
                <a:lnTo>
                  <a:pt x="1719797" y="253604"/>
                </a:lnTo>
                <a:lnTo>
                  <a:pt x="1719600" y="253598"/>
                </a:lnTo>
                <a:lnTo>
                  <a:pt x="1711563" y="253263"/>
                </a:lnTo>
                <a:lnTo>
                  <a:pt x="1711366" y="253253"/>
                </a:lnTo>
                <a:lnTo>
                  <a:pt x="1703428" y="252812"/>
                </a:lnTo>
                <a:lnTo>
                  <a:pt x="1695490" y="252481"/>
                </a:lnTo>
                <a:lnTo>
                  <a:pt x="1695293" y="252472"/>
                </a:lnTo>
                <a:lnTo>
                  <a:pt x="1687256" y="252025"/>
                </a:lnTo>
                <a:lnTo>
                  <a:pt x="1687060" y="252013"/>
                </a:lnTo>
                <a:lnTo>
                  <a:pt x="1670986" y="250897"/>
                </a:lnTo>
                <a:lnTo>
                  <a:pt x="1670790" y="250882"/>
                </a:lnTo>
                <a:lnTo>
                  <a:pt x="1646680" y="248873"/>
                </a:lnTo>
                <a:lnTo>
                  <a:pt x="1646290" y="248835"/>
                </a:lnTo>
                <a:lnTo>
                  <a:pt x="1630217" y="247049"/>
                </a:lnTo>
                <a:lnTo>
                  <a:pt x="1630023" y="247026"/>
                </a:lnTo>
                <a:lnTo>
                  <a:pt x="1621986" y="246021"/>
                </a:lnTo>
                <a:lnTo>
                  <a:pt x="1621794" y="245996"/>
                </a:lnTo>
                <a:lnTo>
                  <a:pt x="1605720" y="243764"/>
                </a:lnTo>
                <a:lnTo>
                  <a:pt x="1605529" y="243736"/>
                </a:lnTo>
                <a:lnTo>
                  <a:pt x="1597492" y="242508"/>
                </a:lnTo>
                <a:lnTo>
                  <a:pt x="1597112" y="242445"/>
                </a:lnTo>
                <a:lnTo>
                  <a:pt x="1581039" y="239542"/>
                </a:lnTo>
                <a:lnTo>
                  <a:pt x="1580665" y="239470"/>
                </a:lnTo>
                <a:lnTo>
                  <a:pt x="1564592" y="236121"/>
                </a:lnTo>
                <a:lnTo>
                  <a:pt x="1564407" y="236081"/>
                </a:lnTo>
                <a:lnTo>
                  <a:pt x="1556370" y="234295"/>
                </a:lnTo>
                <a:lnTo>
                  <a:pt x="1556006" y="234209"/>
                </a:lnTo>
                <a:lnTo>
                  <a:pt x="1547969" y="232200"/>
                </a:lnTo>
                <a:lnTo>
                  <a:pt x="1547789" y="232154"/>
                </a:lnTo>
                <a:lnTo>
                  <a:pt x="1539753" y="230033"/>
                </a:lnTo>
                <a:lnTo>
                  <a:pt x="1539575" y="229985"/>
                </a:lnTo>
                <a:lnTo>
                  <a:pt x="1531538" y="227753"/>
                </a:lnTo>
                <a:lnTo>
                  <a:pt x="1531362" y="227703"/>
                </a:lnTo>
                <a:lnTo>
                  <a:pt x="1523325" y="225358"/>
                </a:lnTo>
                <a:lnTo>
                  <a:pt x="1523151" y="225307"/>
                </a:lnTo>
                <a:lnTo>
                  <a:pt x="1515115" y="222851"/>
                </a:lnTo>
                <a:lnTo>
                  <a:pt x="1514773" y="222742"/>
                </a:lnTo>
                <a:lnTo>
                  <a:pt x="1506736" y="220063"/>
                </a:lnTo>
                <a:lnTo>
                  <a:pt x="1506569" y="220006"/>
                </a:lnTo>
                <a:lnTo>
                  <a:pt x="1498532" y="217215"/>
                </a:lnTo>
                <a:lnTo>
                  <a:pt x="1498366" y="217157"/>
                </a:lnTo>
                <a:lnTo>
                  <a:pt x="1490329" y="214254"/>
                </a:lnTo>
                <a:lnTo>
                  <a:pt x="1490005" y="214133"/>
                </a:lnTo>
                <a:lnTo>
                  <a:pt x="1481968" y="211007"/>
                </a:lnTo>
                <a:lnTo>
                  <a:pt x="1481809" y="210944"/>
                </a:lnTo>
                <a:lnTo>
                  <a:pt x="1473772" y="207707"/>
                </a:lnTo>
                <a:lnTo>
                  <a:pt x="1473616" y="207643"/>
                </a:lnTo>
                <a:lnTo>
                  <a:pt x="1465579" y="204295"/>
                </a:lnTo>
                <a:lnTo>
                  <a:pt x="1465273" y="204163"/>
                </a:lnTo>
                <a:lnTo>
                  <a:pt x="1449199" y="197019"/>
                </a:lnTo>
                <a:lnTo>
                  <a:pt x="1448757" y="196813"/>
                </a:lnTo>
                <a:lnTo>
                  <a:pt x="1432684" y="189000"/>
                </a:lnTo>
                <a:lnTo>
                  <a:pt x="1432401" y="188858"/>
                </a:lnTo>
                <a:lnTo>
                  <a:pt x="1416327" y="180598"/>
                </a:lnTo>
                <a:lnTo>
                  <a:pt x="1416054" y="180454"/>
                </a:lnTo>
                <a:lnTo>
                  <a:pt x="1408017" y="176101"/>
                </a:lnTo>
                <a:lnTo>
                  <a:pt x="1407810" y="175986"/>
                </a:lnTo>
                <a:lnTo>
                  <a:pt x="1399885" y="171521"/>
                </a:lnTo>
                <a:lnTo>
                  <a:pt x="1399828" y="171489"/>
                </a:lnTo>
                <a:lnTo>
                  <a:pt x="1391791" y="166913"/>
                </a:lnTo>
                <a:lnTo>
                  <a:pt x="1391736" y="166881"/>
                </a:lnTo>
                <a:lnTo>
                  <a:pt x="1383588" y="162193"/>
                </a:lnTo>
                <a:lnTo>
                  <a:pt x="1383264" y="162001"/>
                </a:lnTo>
                <a:lnTo>
                  <a:pt x="1375252" y="157105"/>
                </a:lnTo>
                <a:lnTo>
                  <a:pt x="1367351" y="152320"/>
                </a:lnTo>
                <a:lnTo>
                  <a:pt x="1367180" y="152215"/>
                </a:lnTo>
                <a:lnTo>
                  <a:pt x="1351107" y="142169"/>
                </a:lnTo>
                <a:lnTo>
                  <a:pt x="1351063" y="142141"/>
                </a:lnTo>
                <a:lnTo>
                  <a:pt x="1342914" y="137007"/>
                </a:lnTo>
                <a:lnTo>
                  <a:pt x="1342763" y="136910"/>
                </a:lnTo>
                <a:lnTo>
                  <a:pt x="1334838" y="131775"/>
                </a:lnTo>
                <a:lnTo>
                  <a:pt x="1334797" y="131749"/>
                </a:lnTo>
                <a:lnTo>
                  <a:pt x="1326819" y="126541"/>
                </a:lnTo>
                <a:lnTo>
                  <a:pt x="1318841" y="121444"/>
                </a:lnTo>
                <a:lnTo>
                  <a:pt x="1318723" y="121368"/>
                </a:lnTo>
                <a:lnTo>
                  <a:pt x="1294672" y="105668"/>
                </a:lnTo>
                <a:lnTo>
                  <a:pt x="1270740" y="90378"/>
                </a:lnTo>
                <a:lnTo>
                  <a:pt x="1254850" y="80667"/>
                </a:lnTo>
                <a:lnTo>
                  <a:pt x="1246938" y="75942"/>
                </a:lnTo>
                <a:lnTo>
                  <a:pt x="1239094" y="71366"/>
                </a:lnTo>
                <a:lnTo>
                  <a:pt x="1231254" y="67011"/>
                </a:lnTo>
                <a:lnTo>
                  <a:pt x="1223420" y="62767"/>
                </a:lnTo>
                <a:lnTo>
                  <a:pt x="1215591" y="58744"/>
                </a:lnTo>
                <a:lnTo>
                  <a:pt x="1207768" y="54832"/>
                </a:lnTo>
                <a:lnTo>
                  <a:pt x="1200023" y="51175"/>
                </a:lnTo>
                <a:lnTo>
                  <a:pt x="1192366" y="47772"/>
                </a:lnTo>
                <a:lnTo>
                  <a:pt x="1184722" y="44693"/>
                </a:lnTo>
                <a:lnTo>
                  <a:pt x="1177009" y="41801"/>
                </a:lnTo>
                <a:lnTo>
                  <a:pt x="1169306" y="39126"/>
                </a:lnTo>
                <a:lnTo>
                  <a:pt x="1161786" y="36724"/>
                </a:lnTo>
                <a:lnTo>
                  <a:pt x="1154191" y="34720"/>
                </a:lnTo>
                <a:lnTo>
                  <a:pt x="1146610" y="32825"/>
                </a:lnTo>
                <a:lnTo>
                  <a:pt x="1139226" y="31389"/>
                </a:lnTo>
                <a:lnTo>
                  <a:pt x="1131666" y="30234"/>
                </a:lnTo>
                <a:lnTo>
                  <a:pt x="1124112" y="29290"/>
                </a:lnTo>
                <a:lnTo>
                  <a:pt x="1116761" y="28677"/>
                </a:lnTo>
                <a:lnTo>
                  <a:pt x="1109415" y="28473"/>
                </a:lnTo>
                <a:lnTo>
                  <a:pt x="1101872" y="28578"/>
                </a:lnTo>
                <a:lnTo>
                  <a:pt x="1094426" y="28888"/>
                </a:lnTo>
                <a:lnTo>
                  <a:pt x="1087072" y="29603"/>
                </a:lnTo>
                <a:lnTo>
                  <a:pt x="1079612" y="30639"/>
                </a:lnTo>
                <a:lnTo>
                  <a:pt x="1072140" y="31988"/>
                </a:lnTo>
                <a:lnTo>
                  <a:pt x="1064655" y="33651"/>
                </a:lnTo>
                <a:lnTo>
                  <a:pt x="1057154" y="35631"/>
                </a:lnTo>
                <a:lnTo>
                  <a:pt x="1049720" y="37902"/>
                </a:lnTo>
                <a:lnTo>
                  <a:pt x="1042181" y="40625"/>
                </a:lnTo>
                <a:lnTo>
                  <a:pt x="1034577" y="43582"/>
                </a:lnTo>
                <a:lnTo>
                  <a:pt x="1027076" y="46857"/>
                </a:lnTo>
                <a:lnTo>
                  <a:pt x="1019263" y="50496"/>
                </a:lnTo>
                <a:lnTo>
                  <a:pt x="1011649" y="54303"/>
                </a:lnTo>
                <a:lnTo>
                  <a:pt x="1004061" y="58471"/>
                </a:lnTo>
                <a:lnTo>
                  <a:pt x="996310" y="62885"/>
                </a:lnTo>
                <a:lnTo>
                  <a:pt x="988544" y="67630"/>
                </a:lnTo>
                <a:lnTo>
                  <a:pt x="980731" y="72554"/>
                </a:lnTo>
                <a:lnTo>
                  <a:pt x="973067" y="77843"/>
                </a:lnTo>
                <a:lnTo>
                  <a:pt x="965156" y="83337"/>
                </a:lnTo>
                <a:lnTo>
                  <a:pt x="957330" y="88989"/>
                </a:lnTo>
                <a:lnTo>
                  <a:pt x="949446" y="94902"/>
                </a:lnTo>
                <a:lnTo>
                  <a:pt x="941557" y="100928"/>
                </a:lnTo>
                <a:lnTo>
                  <a:pt x="933664" y="107177"/>
                </a:lnTo>
                <a:lnTo>
                  <a:pt x="925721" y="113576"/>
                </a:lnTo>
                <a:lnTo>
                  <a:pt x="917776" y="120086"/>
                </a:lnTo>
                <a:lnTo>
                  <a:pt x="901836" y="133369"/>
                </a:lnTo>
                <a:lnTo>
                  <a:pt x="877856" y="154019"/>
                </a:lnTo>
                <a:lnTo>
                  <a:pt x="861825" y="168046"/>
                </a:lnTo>
                <a:lnTo>
                  <a:pt x="861739" y="168120"/>
                </a:lnTo>
                <a:lnTo>
                  <a:pt x="853745" y="175004"/>
                </a:lnTo>
                <a:lnTo>
                  <a:pt x="845751" y="181999"/>
                </a:lnTo>
                <a:lnTo>
                  <a:pt x="845666" y="182073"/>
                </a:lnTo>
                <a:lnTo>
                  <a:pt x="837629" y="188993"/>
                </a:lnTo>
                <a:lnTo>
                  <a:pt x="837542" y="189067"/>
                </a:lnTo>
                <a:lnTo>
                  <a:pt x="813432" y="209494"/>
                </a:lnTo>
                <a:lnTo>
                  <a:pt x="813253" y="209644"/>
                </a:lnTo>
                <a:lnTo>
                  <a:pt x="797179" y="222815"/>
                </a:lnTo>
                <a:lnTo>
                  <a:pt x="797087" y="222890"/>
                </a:lnTo>
                <a:lnTo>
                  <a:pt x="789050" y="229364"/>
                </a:lnTo>
                <a:lnTo>
                  <a:pt x="788956" y="229439"/>
                </a:lnTo>
                <a:lnTo>
                  <a:pt x="780919" y="235802"/>
                </a:lnTo>
                <a:lnTo>
                  <a:pt x="780725" y="235953"/>
                </a:lnTo>
                <a:lnTo>
                  <a:pt x="764651" y="248231"/>
                </a:lnTo>
                <a:lnTo>
                  <a:pt x="764449" y="248383"/>
                </a:lnTo>
                <a:lnTo>
                  <a:pt x="756412" y="254299"/>
                </a:lnTo>
                <a:lnTo>
                  <a:pt x="756308" y="254375"/>
                </a:lnTo>
                <a:lnTo>
                  <a:pt x="748271" y="260179"/>
                </a:lnTo>
                <a:lnTo>
                  <a:pt x="748056" y="260332"/>
                </a:lnTo>
                <a:lnTo>
                  <a:pt x="740020" y="265913"/>
                </a:lnTo>
                <a:lnTo>
                  <a:pt x="739909" y="265989"/>
                </a:lnTo>
                <a:lnTo>
                  <a:pt x="731872" y="271458"/>
                </a:lnTo>
                <a:lnTo>
                  <a:pt x="731759" y="271534"/>
                </a:lnTo>
                <a:lnTo>
                  <a:pt x="723723" y="276892"/>
                </a:lnTo>
                <a:lnTo>
                  <a:pt x="723490" y="277043"/>
                </a:lnTo>
                <a:lnTo>
                  <a:pt x="715454" y="282178"/>
                </a:lnTo>
                <a:lnTo>
                  <a:pt x="715334" y="282254"/>
                </a:lnTo>
                <a:lnTo>
                  <a:pt x="707298" y="287276"/>
                </a:lnTo>
                <a:lnTo>
                  <a:pt x="707052" y="287427"/>
                </a:lnTo>
                <a:lnTo>
                  <a:pt x="699015" y="292226"/>
                </a:lnTo>
                <a:lnTo>
                  <a:pt x="698889" y="292301"/>
                </a:lnTo>
                <a:lnTo>
                  <a:pt x="690852" y="296989"/>
                </a:lnTo>
                <a:lnTo>
                  <a:pt x="690593" y="297137"/>
                </a:lnTo>
                <a:lnTo>
                  <a:pt x="682556" y="301601"/>
                </a:lnTo>
                <a:lnTo>
                  <a:pt x="682423" y="301675"/>
                </a:lnTo>
                <a:lnTo>
                  <a:pt x="674386" y="306028"/>
                </a:lnTo>
                <a:lnTo>
                  <a:pt x="674113" y="306172"/>
                </a:lnTo>
                <a:lnTo>
                  <a:pt x="666076" y="310302"/>
                </a:lnTo>
                <a:lnTo>
                  <a:pt x="665935" y="310373"/>
                </a:lnTo>
                <a:lnTo>
                  <a:pt x="657899" y="314392"/>
                </a:lnTo>
                <a:lnTo>
                  <a:pt x="657681" y="314498"/>
                </a:lnTo>
                <a:lnTo>
                  <a:pt x="649756" y="318293"/>
                </a:lnTo>
                <a:lnTo>
                  <a:pt x="649471" y="318426"/>
                </a:lnTo>
                <a:lnTo>
                  <a:pt x="641323" y="322109"/>
                </a:lnTo>
                <a:lnTo>
                  <a:pt x="641089" y="322213"/>
                </a:lnTo>
                <a:lnTo>
                  <a:pt x="633052" y="325673"/>
                </a:lnTo>
                <a:lnTo>
                  <a:pt x="632897" y="325738"/>
                </a:lnTo>
                <a:lnTo>
                  <a:pt x="624861" y="329087"/>
                </a:lnTo>
                <a:lnTo>
                  <a:pt x="624608" y="329189"/>
                </a:lnTo>
                <a:lnTo>
                  <a:pt x="616683" y="332315"/>
                </a:lnTo>
                <a:lnTo>
                  <a:pt x="616620" y="332339"/>
                </a:lnTo>
                <a:lnTo>
                  <a:pt x="608583" y="335465"/>
                </a:lnTo>
                <a:lnTo>
                  <a:pt x="608036" y="335665"/>
                </a:lnTo>
                <a:lnTo>
                  <a:pt x="599916" y="338446"/>
                </a:lnTo>
                <a:lnTo>
                  <a:pt x="591908" y="341226"/>
                </a:lnTo>
                <a:lnTo>
                  <a:pt x="591626" y="341321"/>
                </a:lnTo>
                <a:lnTo>
                  <a:pt x="583701" y="343888"/>
                </a:lnTo>
                <a:lnTo>
                  <a:pt x="583473" y="343960"/>
                </a:lnTo>
                <a:lnTo>
                  <a:pt x="575437" y="346415"/>
                </a:lnTo>
                <a:lnTo>
                  <a:pt x="575263" y="346467"/>
                </a:lnTo>
                <a:lnTo>
                  <a:pt x="567226" y="348811"/>
                </a:lnTo>
                <a:lnTo>
                  <a:pt x="567050" y="348861"/>
                </a:lnTo>
                <a:lnTo>
                  <a:pt x="559013" y="351094"/>
                </a:lnTo>
                <a:lnTo>
                  <a:pt x="558836" y="351142"/>
                </a:lnTo>
                <a:lnTo>
                  <a:pt x="550799" y="353263"/>
                </a:lnTo>
                <a:lnTo>
                  <a:pt x="550438" y="353353"/>
                </a:lnTo>
                <a:lnTo>
                  <a:pt x="537513" y="356405"/>
                </a:lnTo>
                <a:close/>
              </a:path>
            </a:pathLst>
          </a:custGeom>
          <a:solidFill xmlns:a="http://schemas.openxmlformats.org/drawingml/2006/main">
            <a:srgbClr val="E3E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5688F9ED-13F8-4282-8DE7-0D8DAD4C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164" y="1841939"/>
            <a:ext cx="3171825" cy="377758"/>
          </a:xfrm>
          <a:custGeom xmlns:a="http://schemas.openxmlformats.org/drawingml/2006/main">
            <a:pathLst>
              <a:path w="3171825" h="377758">
                <a:moveTo>
                  <a:pt x="510494" y="376385"/>
                </a:moveTo>
                <a:lnTo>
                  <a:pt x="502257" y="377758"/>
                </a:lnTo>
                <a:lnTo>
                  <a:pt x="0" y="377758"/>
                </a:lnTo>
                <a:lnTo>
                  <a:pt x="0" y="355670"/>
                </a:lnTo>
                <a:lnTo>
                  <a:pt x="40862" y="355511"/>
                </a:lnTo>
                <a:lnTo>
                  <a:pt x="137214" y="354954"/>
                </a:lnTo>
                <a:lnTo>
                  <a:pt x="201396" y="354174"/>
                </a:lnTo>
                <a:lnTo>
                  <a:pt x="249368" y="353395"/>
                </a:lnTo>
                <a:lnTo>
                  <a:pt x="289391" y="352394"/>
                </a:lnTo>
                <a:lnTo>
                  <a:pt x="321323" y="351396"/>
                </a:lnTo>
                <a:lnTo>
                  <a:pt x="353212" y="349957"/>
                </a:lnTo>
                <a:lnTo>
                  <a:pt x="385051" y="348188"/>
                </a:lnTo>
                <a:lnTo>
                  <a:pt x="408769" y="346431"/>
                </a:lnTo>
                <a:lnTo>
                  <a:pt x="432440" y="344239"/>
                </a:lnTo>
                <a:lnTo>
                  <a:pt x="456066" y="341505"/>
                </a:lnTo>
                <a:lnTo>
                  <a:pt x="479648" y="338230"/>
                </a:lnTo>
                <a:lnTo>
                  <a:pt x="503095" y="334322"/>
                </a:lnTo>
                <a:lnTo>
                  <a:pt x="526416" y="329571"/>
                </a:lnTo>
                <a:lnTo>
                  <a:pt x="549667" y="323866"/>
                </a:lnTo>
                <a:lnTo>
                  <a:pt x="572786" y="317123"/>
                </a:lnTo>
                <a:lnTo>
                  <a:pt x="603755" y="306262"/>
                </a:lnTo>
                <a:lnTo>
                  <a:pt x="634591" y="293200"/>
                </a:lnTo>
                <a:lnTo>
                  <a:pt x="665364" y="277545"/>
                </a:lnTo>
                <a:lnTo>
                  <a:pt x="696343" y="259259"/>
                </a:lnTo>
                <a:lnTo>
                  <a:pt x="735386" y="232688"/>
                </a:lnTo>
                <a:lnTo>
                  <a:pt x="782674" y="195799"/>
                </a:lnTo>
                <a:lnTo>
                  <a:pt x="854633" y="134167"/>
                </a:lnTo>
                <a:lnTo>
                  <a:pt x="854853" y="133981"/>
                </a:lnTo>
                <a:lnTo>
                  <a:pt x="919147" y="80403"/>
                </a:lnTo>
                <a:lnTo>
                  <a:pt x="920292" y="79513"/>
                </a:lnTo>
                <a:lnTo>
                  <a:pt x="960364" y="50492"/>
                </a:lnTo>
                <a:lnTo>
                  <a:pt x="962035" y="49397"/>
                </a:lnTo>
                <a:lnTo>
                  <a:pt x="994182" y="30421"/>
                </a:lnTo>
                <a:lnTo>
                  <a:pt x="995991" y="29467"/>
                </a:lnTo>
                <a:lnTo>
                  <a:pt x="1020102" y="18193"/>
                </a:lnTo>
                <a:lnTo>
                  <a:pt x="1021070" y="17769"/>
                </a:lnTo>
                <a:lnTo>
                  <a:pt x="1022059" y="17393"/>
                </a:lnTo>
                <a:lnTo>
                  <a:pt x="1046169" y="8910"/>
                </a:lnTo>
                <a:lnTo>
                  <a:pt x="1047184" y="8582"/>
                </a:lnTo>
                <a:lnTo>
                  <a:pt x="1048213" y="8304"/>
                </a:lnTo>
                <a:lnTo>
                  <a:pt x="1064287" y="4397"/>
                </a:lnTo>
                <a:lnTo>
                  <a:pt x="1065962" y="4060"/>
                </a:lnTo>
                <a:lnTo>
                  <a:pt x="1082036" y="1493"/>
                </a:lnTo>
                <a:lnTo>
                  <a:pt x="1083337" y="1326"/>
                </a:lnTo>
                <a:lnTo>
                  <a:pt x="1091374" y="545"/>
                </a:lnTo>
                <a:lnTo>
                  <a:pt x="1092551" y="463"/>
                </a:lnTo>
                <a:lnTo>
                  <a:pt x="1100588" y="128"/>
                </a:lnTo>
                <a:lnTo>
                  <a:pt x="1101180" y="112"/>
                </a:lnTo>
                <a:lnTo>
                  <a:pt x="1109217" y="0"/>
                </a:lnTo>
                <a:lnTo>
                  <a:pt x="1110107" y="6"/>
                </a:lnTo>
                <a:lnTo>
                  <a:pt x="1118143" y="229"/>
                </a:lnTo>
                <a:lnTo>
                  <a:pt x="1119324" y="295"/>
                </a:lnTo>
                <a:lnTo>
                  <a:pt x="1127360" y="965"/>
                </a:lnTo>
                <a:lnTo>
                  <a:pt x="1128525" y="1094"/>
                </a:lnTo>
                <a:lnTo>
                  <a:pt x="1144598" y="3326"/>
                </a:lnTo>
                <a:lnTo>
                  <a:pt x="1146293" y="3632"/>
                </a:lnTo>
                <a:lnTo>
                  <a:pt x="1162366" y="7204"/>
                </a:lnTo>
                <a:lnTo>
                  <a:pt x="1163713" y="7549"/>
                </a:lnTo>
                <a:lnTo>
                  <a:pt x="1179786" y="12237"/>
                </a:lnTo>
                <a:lnTo>
                  <a:pt x="1181305" y="12743"/>
                </a:lnTo>
                <a:lnTo>
                  <a:pt x="1205415" y="21784"/>
                </a:lnTo>
                <a:lnTo>
                  <a:pt x="1207036" y="22469"/>
                </a:lnTo>
                <a:lnTo>
                  <a:pt x="1231146" y="33855"/>
                </a:lnTo>
                <a:lnTo>
                  <a:pt x="1232298" y="34442"/>
                </a:lnTo>
                <a:lnTo>
                  <a:pt x="1264445" y="52078"/>
                </a:lnTo>
                <a:lnTo>
                  <a:pt x="1265462" y="52673"/>
                </a:lnTo>
                <a:lnTo>
                  <a:pt x="1313682" y="82699"/>
                </a:lnTo>
                <a:lnTo>
                  <a:pt x="1313853" y="82807"/>
                </a:lnTo>
                <a:lnTo>
                  <a:pt x="1401592" y="138600"/>
                </a:lnTo>
                <a:lnTo>
                  <a:pt x="1440626" y="160177"/>
                </a:lnTo>
                <a:lnTo>
                  <a:pt x="1479545" y="178664"/>
                </a:lnTo>
                <a:lnTo>
                  <a:pt x="1510357" y="190754"/>
                </a:lnTo>
                <a:lnTo>
                  <a:pt x="1541325" y="200646"/>
                </a:lnTo>
                <a:lnTo>
                  <a:pt x="1564409" y="206738"/>
                </a:lnTo>
                <a:lnTo>
                  <a:pt x="1587597" y="211676"/>
                </a:lnTo>
                <a:lnTo>
                  <a:pt x="1610903" y="215668"/>
                </a:lnTo>
                <a:lnTo>
                  <a:pt x="1634292" y="218808"/>
                </a:lnTo>
                <a:lnTo>
                  <a:pt x="1657819" y="221204"/>
                </a:lnTo>
                <a:lnTo>
                  <a:pt x="1681439" y="223063"/>
                </a:lnTo>
                <a:lnTo>
                  <a:pt x="1705156" y="224381"/>
                </a:lnTo>
                <a:lnTo>
                  <a:pt x="1728970" y="225373"/>
                </a:lnTo>
                <a:lnTo>
                  <a:pt x="1760896" y="226260"/>
                </a:lnTo>
                <a:lnTo>
                  <a:pt x="1808912" y="227263"/>
                </a:lnTo>
                <a:lnTo>
                  <a:pt x="1873186" y="228490"/>
                </a:lnTo>
                <a:lnTo>
                  <a:pt x="1873372" y="228495"/>
                </a:lnTo>
                <a:lnTo>
                  <a:pt x="1913555" y="229611"/>
                </a:lnTo>
                <a:lnTo>
                  <a:pt x="1913792" y="229619"/>
                </a:lnTo>
                <a:lnTo>
                  <a:pt x="1953976" y="231181"/>
                </a:lnTo>
                <a:lnTo>
                  <a:pt x="1954212" y="231192"/>
                </a:lnTo>
                <a:lnTo>
                  <a:pt x="1994396" y="233201"/>
                </a:lnTo>
                <a:lnTo>
                  <a:pt x="1994632" y="233214"/>
                </a:lnTo>
                <a:lnTo>
                  <a:pt x="2034816" y="235670"/>
                </a:lnTo>
                <a:lnTo>
                  <a:pt x="2035110" y="235690"/>
                </a:lnTo>
                <a:lnTo>
                  <a:pt x="2075294" y="238704"/>
                </a:lnTo>
                <a:lnTo>
                  <a:pt x="2075617" y="238730"/>
                </a:lnTo>
                <a:lnTo>
                  <a:pt x="2123837" y="243084"/>
                </a:lnTo>
                <a:lnTo>
                  <a:pt x="2124032" y="243102"/>
                </a:lnTo>
                <a:lnTo>
                  <a:pt x="2172252" y="247902"/>
                </a:lnTo>
                <a:lnTo>
                  <a:pt x="2172542" y="247933"/>
                </a:lnTo>
                <a:lnTo>
                  <a:pt x="2228687" y="254295"/>
                </a:lnTo>
                <a:lnTo>
                  <a:pt x="2228899" y="254320"/>
                </a:lnTo>
                <a:lnTo>
                  <a:pt x="2301230" y="263250"/>
                </a:lnTo>
                <a:lnTo>
                  <a:pt x="2301418" y="263274"/>
                </a:lnTo>
                <a:lnTo>
                  <a:pt x="2405900" y="277116"/>
                </a:lnTo>
                <a:lnTo>
                  <a:pt x="2566413" y="298421"/>
                </a:lnTo>
                <a:lnTo>
                  <a:pt x="2646571" y="308218"/>
                </a:lnTo>
                <a:lnTo>
                  <a:pt x="2718676" y="316341"/>
                </a:lnTo>
                <a:lnTo>
                  <a:pt x="2782766" y="322794"/>
                </a:lnTo>
                <a:lnTo>
                  <a:pt x="2838819" y="328021"/>
                </a:lnTo>
                <a:lnTo>
                  <a:pt x="2894845" y="332579"/>
                </a:lnTo>
                <a:lnTo>
                  <a:pt x="2950893" y="336582"/>
                </a:lnTo>
                <a:lnTo>
                  <a:pt x="3006849" y="340031"/>
                </a:lnTo>
                <a:lnTo>
                  <a:pt x="3062936" y="343036"/>
                </a:lnTo>
                <a:lnTo>
                  <a:pt x="3119045" y="345596"/>
                </a:lnTo>
                <a:lnTo>
                  <a:pt x="3171825" y="347691"/>
                </a:lnTo>
                <a:lnTo>
                  <a:pt x="3171825" y="377758"/>
                </a:lnTo>
                <a:lnTo>
                  <a:pt x="2927923" y="377758"/>
                </a:lnTo>
                <a:lnTo>
                  <a:pt x="2891697" y="375170"/>
                </a:lnTo>
                <a:lnTo>
                  <a:pt x="2891487" y="375154"/>
                </a:lnTo>
                <a:lnTo>
                  <a:pt x="2835230" y="370578"/>
                </a:lnTo>
                <a:lnTo>
                  <a:pt x="2834979" y="370556"/>
                </a:lnTo>
                <a:lnTo>
                  <a:pt x="2778722" y="365310"/>
                </a:lnTo>
                <a:lnTo>
                  <a:pt x="2778565" y="365294"/>
                </a:lnTo>
                <a:lnTo>
                  <a:pt x="2714272" y="358820"/>
                </a:lnTo>
                <a:lnTo>
                  <a:pt x="2714020" y="358794"/>
                </a:lnTo>
                <a:lnTo>
                  <a:pt x="2641690" y="350645"/>
                </a:lnTo>
                <a:lnTo>
                  <a:pt x="2641490" y="350622"/>
                </a:lnTo>
                <a:lnTo>
                  <a:pt x="2561123" y="340799"/>
                </a:lnTo>
                <a:lnTo>
                  <a:pt x="2560904" y="340771"/>
                </a:lnTo>
                <a:lnTo>
                  <a:pt x="2400283" y="319452"/>
                </a:lnTo>
                <a:lnTo>
                  <a:pt x="2295903" y="305624"/>
                </a:lnTo>
                <a:lnTo>
                  <a:pt x="2223772" y="296719"/>
                </a:lnTo>
                <a:lnTo>
                  <a:pt x="2167877" y="290385"/>
                </a:lnTo>
                <a:lnTo>
                  <a:pt x="2119899" y="285609"/>
                </a:lnTo>
                <a:lnTo>
                  <a:pt x="2071938" y="281279"/>
                </a:lnTo>
                <a:lnTo>
                  <a:pt x="2032063" y="278289"/>
                </a:lnTo>
                <a:lnTo>
                  <a:pt x="1992145" y="275849"/>
                </a:lnTo>
                <a:lnTo>
                  <a:pt x="1952198" y="273852"/>
                </a:lnTo>
                <a:lnTo>
                  <a:pt x="1912251" y="272298"/>
                </a:lnTo>
                <a:lnTo>
                  <a:pt x="1872278" y="271188"/>
                </a:lnTo>
                <a:lnTo>
                  <a:pt x="1808077" y="269962"/>
                </a:lnTo>
                <a:lnTo>
                  <a:pt x="1808039" y="269961"/>
                </a:lnTo>
                <a:lnTo>
                  <a:pt x="1759930" y="268957"/>
                </a:lnTo>
                <a:lnTo>
                  <a:pt x="1759783" y="268953"/>
                </a:lnTo>
                <a:lnTo>
                  <a:pt x="1727636" y="268060"/>
                </a:lnTo>
                <a:lnTo>
                  <a:pt x="1727340" y="268050"/>
                </a:lnTo>
                <a:lnTo>
                  <a:pt x="1703230" y="267045"/>
                </a:lnTo>
                <a:lnTo>
                  <a:pt x="1702935" y="267031"/>
                </a:lnTo>
                <a:lnTo>
                  <a:pt x="1678825" y="265691"/>
                </a:lnTo>
                <a:lnTo>
                  <a:pt x="1678334" y="265658"/>
                </a:lnTo>
                <a:lnTo>
                  <a:pt x="1654223" y="263761"/>
                </a:lnTo>
                <a:lnTo>
                  <a:pt x="1653735" y="263717"/>
                </a:lnTo>
                <a:lnTo>
                  <a:pt x="1629625" y="261261"/>
                </a:lnTo>
                <a:lnTo>
                  <a:pt x="1628947" y="261181"/>
                </a:lnTo>
                <a:lnTo>
                  <a:pt x="1604837" y="257944"/>
                </a:lnTo>
                <a:lnTo>
                  <a:pt x="1604073" y="257827"/>
                </a:lnTo>
                <a:lnTo>
                  <a:pt x="1579963" y="253697"/>
                </a:lnTo>
                <a:lnTo>
                  <a:pt x="1579121" y="253536"/>
                </a:lnTo>
                <a:lnTo>
                  <a:pt x="1555010" y="248401"/>
                </a:lnTo>
                <a:lnTo>
                  <a:pt x="1554010" y="248163"/>
                </a:lnTo>
                <a:lnTo>
                  <a:pt x="1529900" y="241800"/>
                </a:lnTo>
                <a:lnTo>
                  <a:pt x="1528850" y="241494"/>
                </a:lnTo>
                <a:lnTo>
                  <a:pt x="1496703" y="231225"/>
                </a:lnTo>
                <a:lnTo>
                  <a:pt x="1495402" y="230763"/>
                </a:lnTo>
                <a:lnTo>
                  <a:pt x="1463255" y="218149"/>
                </a:lnTo>
                <a:lnTo>
                  <a:pt x="1461892" y="217559"/>
                </a:lnTo>
                <a:lnTo>
                  <a:pt x="1421709" y="198472"/>
                </a:lnTo>
                <a:lnTo>
                  <a:pt x="1420540" y="197872"/>
                </a:lnTo>
                <a:lnTo>
                  <a:pt x="1380357" y="175660"/>
                </a:lnTo>
                <a:lnTo>
                  <a:pt x="1379229" y="174990"/>
                </a:lnTo>
                <a:lnTo>
                  <a:pt x="1291022" y="118899"/>
                </a:lnTo>
                <a:lnTo>
                  <a:pt x="1243387" y="89238"/>
                </a:lnTo>
                <a:lnTo>
                  <a:pt x="1212324" y="72196"/>
                </a:lnTo>
                <a:lnTo>
                  <a:pt x="1189595" y="61463"/>
                </a:lnTo>
                <a:lnTo>
                  <a:pt x="1167060" y="53012"/>
                </a:lnTo>
                <a:lnTo>
                  <a:pt x="1152423" y="48743"/>
                </a:lnTo>
                <a:lnTo>
                  <a:pt x="1137869" y="45509"/>
                </a:lnTo>
                <a:lnTo>
                  <a:pt x="1123230" y="43476"/>
                </a:lnTo>
                <a:lnTo>
                  <a:pt x="1116366" y="42904"/>
                </a:lnTo>
                <a:lnTo>
                  <a:pt x="1109365" y="42709"/>
                </a:lnTo>
                <a:lnTo>
                  <a:pt x="1102070" y="42811"/>
                </a:lnTo>
                <a:lnTo>
                  <a:pt x="1094919" y="43109"/>
                </a:lnTo>
                <a:lnTo>
                  <a:pt x="1088123" y="43769"/>
                </a:lnTo>
                <a:lnTo>
                  <a:pt x="1073542" y="46098"/>
                </a:lnTo>
                <a:lnTo>
                  <a:pt x="1059337" y="49551"/>
                </a:lnTo>
                <a:lnTo>
                  <a:pt x="1037232" y="57329"/>
                </a:lnTo>
                <a:lnTo>
                  <a:pt x="1015009" y="67720"/>
                </a:lnTo>
                <a:lnTo>
                  <a:pt x="984605" y="85667"/>
                </a:lnTo>
                <a:lnTo>
                  <a:pt x="945930" y="113676"/>
                </a:lnTo>
                <a:lnTo>
                  <a:pt x="882305" y="166698"/>
                </a:lnTo>
                <a:lnTo>
                  <a:pt x="810084" y="228554"/>
                </a:lnTo>
                <a:lnTo>
                  <a:pt x="809327" y="229172"/>
                </a:lnTo>
                <a:lnTo>
                  <a:pt x="761107" y="266788"/>
                </a:lnTo>
                <a:lnTo>
                  <a:pt x="759987" y="267605"/>
                </a:lnTo>
                <a:lnTo>
                  <a:pt x="719803" y="294952"/>
                </a:lnTo>
                <a:lnTo>
                  <a:pt x="718644" y="295688"/>
                </a:lnTo>
                <a:lnTo>
                  <a:pt x="686497" y="314663"/>
                </a:lnTo>
                <a:lnTo>
                  <a:pt x="685325" y="315307"/>
                </a:lnTo>
                <a:lnTo>
                  <a:pt x="653289" y="331604"/>
                </a:lnTo>
                <a:lnTo>
                  <a:pt x="651936" y="332233"/>
                </a:lnTo>
                <a:lnTo>
                  <a:pt x="619790" y="345851"/>
                </a:lnTo>
                <a:lnTo>
                  <a:pt x="618527" y="346339"/>
                </a:lnTo>
                <a:lnTo>
                  <a:pt x="586380" y="357613"/>
                </a:lnTo>
                <a:lnTo>
                  <a:pt x="585293" y="357962"/>
                </a:lnTo>
                <a:lnTo>
                  <a:pt x="561182" y="364994"/>
                </a:lnTo>
                <a:lnTo>
                  <a:pt x="560292" y="365233"/>
                </a:lnTo>
                <a:lnTo>
                  <a:pt x="536182" y="371149"/>
                </a:lnTo>
                <a:lnTo>
                  <a:pt x="535355" y="371335"/>
                </a:lnTo>
                <a:lnTo>
                  <a:pt x="511245" y="376246"/>
                </a:lnTo>
                <a:lnTo>
                  <a:pt x="510494" y="376385"/>
                </a:lnTo>
                <a:close/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7B546E-E861-4661-8DA1-1E6A44FB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229" y="1710593"/>
            <a:ext cx="691046" cy="509104"/>
          </a:xfrm>
          <a:custGeom xmlns:a="http://schemas.openxmlformats.org/drawingml/2006/main">
            <a:pathLst>
              <a:path w="691046" h="509104">
                <a:moveTo>
                  <a:pt x="666824" y="508881"/>
                </a:moveTo>
                <a:lnTo>
                  <a:pt x="658899" y="508881"/>
                </a:lnTo>
                <a:lnTo>
                  <a:pt x="634789" y="508211"/>
                </a:lnTo>
                <a:lnTo>
                  <a:pt x="626752" y="507876"/>
                </a:lnTo>
                <a:lnTo>
                  <a:pt x="618716" y="507430"/>
                </a:lnTo>
                <a:lnTo>
                  <a:pt x="610679" y="506648"/>
                </a:lnTo>
                <a:lnTo>
                  <a:pt x="602642" y="505755"/>
                </a:lnTo>
                <a:lnTo>
                  <a:pt x="594606" y="504527"/>
                </a:lnTo>
                <a:lnTo>
                  <a:pt x="586569" y="502965"/>
                </a:lnTo>
                <a:lnTo>
                  <a:pt x="578532" y="500955"/>
                </a:lnTo>
                <a:lnTo>
                  <a:pt x="570495" y="498277"/>
                </a:lnTo>
                <a:lnTo>
                  <a:pt x="562459" y="494928"/>
                </a:lnTo>
                <a:lnTo>
                  <a:pt x="554422" y="490686"/>
                </a:lnTo>
                <a:lnTo>
                  <a:pt x="546385" y="485440"/>
                </a:lnTo>
                <a:lnTo>
                  <a:pt x="538349" y="478966"/>
                </a:lnTo>
                <a:lnTo>
                  <a:pt x="530312" y="471264"/>
                </a:lnTo>
                <a:lnTo>
                  <a:pt x="522275" y="461888"/>
                </a:lnTo>
                <a:lnTo>
                  <a:pt x="514238" y="450726"/>
                </a:lnTo>
                <a:lnTo>
                  <a:pt x="506202" y="437666"/>
                </a:lnTo>
                <a:lnTo>
                  <a:pt x="498165" y="422597"/>
                </a:lnTo>
                <a:lnTo>
                  <a:pt x="490128" y="405408"/>
                </a:lnTo>
                <a:lnTo>
                  <a:pt x="482091" y="385986"/>
                </a:lnTo>
                <a:lnTo>
                  <a:pt x="474055" y="364331"/>
                </a:lnTo>
                <a:lnTo>
                  <a:pt x="466018" y="340444"/>
                </a:lnTo>
                <a:lnTo>
                  <a:pt x="457981" y="314660"/>
                </a:lnTo>
                <a:lnTo>
                  <a:pt x="449945" y="287089"/>
                </a:lnTo>
                <a:lnTo>
                  <a:pt x="441908" y="258068"/>
                </a:lnTo>
                <a:lnTo>
                  <a:pt x="433871" y="228154"/>
                </a:lnTo>
                <a:lnTo>
                  <a:pt x="425834" y="197569"/>
                </a:lnTo>
                <a:lnTo>
                  <a:pt x="417798" y="167097"/>
                </a:lnTo>
                <a:lnTo>
                  <a:pt x="409761" y="137294"/>
                </a:lnTo>
                <a:lnTo>
                  <a:pt x="401724" y="108942"/>
                </a:lnTo>
                <a:lnTo>
                  <a:pt x="393688" y="82488"/>
                </a:lnTo>
                <a:lnTo>
                  <a:pt x="385651" y="58824"/>
                </a:lnTo>
                <a:lnTo>
                  <a:pt x="377614" y="38509"/>
                </a:lnTo>
                <a:lnTo>
                  <a:pt x="369577" y="22101"/>
                </a:lnTo>
                <a:lnTo>
                  <a:pt x="361541" y="9934"/>
                </a:lnTo>
                <a:lnTo>
                  <a:pt x="353504" y="2567"/>
                </a:lnTo>
                <a:lnTo>
                  <a:pt x="345467" y="0"/>
                </a:lnTo>
                <a:lnTo>
                  <a:pt x="337542" y="2567"/>
                </a:lnTo>
                <a:lnTo>
                  <a:pt x="329394" y="9934"/>
                </a:lnTo>
                <a:lnTo>
                  <a:pt x="321357" y="22101"/>
                </a:lnTo>
                <a:lnTo>
                  <a:pt x="313320" y="38509"/>
                </a:lnTo>
                <a:lnTo>
                  <a:pt x="305395" y="58824"/>
                </a:lnTo>
                <a:lnTo>
                  <a:pt x="297359" y="82488"/>
                </a:lnTo>
                <a:lnTo>
                  <a:pt x="289210" y="108942"/>
                </a:lnTo>
                <a:lnTo>
                  <a:pt x="281174" y="137294"/>
                </a:lnTo>
                <a:lnTo>
                  <a:pt x="273248" y="167097"/>
                </a:lnTo>
                <a:lnTo>
                  <a:pt x="265212" y="197569"/>
                </a:lnTo>
                <a:lnTo>
                  <a:pt x="257175" y="228154"/>
                </a:lnTo>
                <a:lnTo>
                  <a:pt x="249138" y="258068"/>
                </a:lnTo>
                <a:lnTo>
                  <a:pt x="241102" y="287089"/>
                </a:lnTo>
                <a:lnTo>
                  <a:pt x="233065" y="314660"/>
                </a:lnTo>
                <a:lnTo>
                  <a:pt x="225028" y="340444"/>
                </a:lnTo>
                <a:lnTo>
                  <a:pt x="216991" y="364331"/>
                </a:lnTo>
                <a:lnTo>
                  <a:pt x="208955" y="385986"/>
                </a:lnTo>
                <a:lnTo>
                  <a:pt x="200918" y="405408"/>
                </a:lnTo>
                <a:lnTo>
                  <a:pt x="192881" y="422597"/>
                </a:lnTo>
                <a:lnTo>
                  <a:pt x="184845" y="437666"/>
                </a:lnTo>
                <a:lnTo>
                  <a:pt x="176808" y="450726"/>
                </a:lnTo>
                <a:lnTo>
                  <a:pt x="168771" y="461888"/>
                </a:lnTo>
                <a:lnTo>
                  <a:pt x="160734" y="471264"/>
                </a:lnTo>
                <a:lnTo>
                  <a:pt x="152698" y="478966"/>
                </a:lnTo>
                <a:lnTo>
                  <a:pt x="144661" y="485440"/>
                </a:lnTo>
                <a:lnTo>
                  <a:pt x="136624" y="490686"/>
                </a:lnTo>
                <a:lnTo>
                  <a:pt x="128588" y="494928"/>
                </a:lnTo>
                <a:lnTo>
                  <a:pt x="120551" y="498277"/>
                </a:lnTo>
                <a:lnTo>
                  <a:pt x="112514" y="500955"/>
                </a:lnTo>
                <a:lnTo>
                  <a:pt x="104477" y="502965"/>
                </a:lnTo>
                <a:lnTo>
                  <a:pt x="96441" y="504527"/>
                </a:lnTo>
                <a:lnTo>
                  <a:pt x="88404" y="505755"/>
                </a:lnTo>
                <a:lnTo>
                  <a:pt x="80367" y="506648"/>
                </a:lnTo>
                <a:lnTo>
                  <a:pt x="72330" y="507430"/>
                </a:lnTo>
                <a:lnTo>
                  <a:pt x="64294" y="507876"/>
                </a:lnTo>
                <a:lnTo>
                  <a:pt x="56257" y="508211"/>
                </a:lnTo>
                <a:lnTo>
                  <a:pt x="32147" y="508881"/>
                </a:lnTo>
                <a:lnTo>
                  <a:pt x="24110" y="508881"/>
                </a:lnTo>
                <a:lnTo>
                  <a:pt x="16073" y="508992"/>
                </a:lnTo>
                <a:lnTo>
                  <a:pt x="8037" y="508992"/>
                </a:lnTo>
                <a:lnTo>
                  <a:pt x="0" y="509104"/>
                </a:lnTo>
                <a:lnTo>
                  <a:pt x="691046" y="509104"/>
                </a:lnTo>
                <a:lnTo>
                  <a:pt x="683009" y="508992"/>
                </a:lnTo>
                <a:lnTo>
                  <a:pt x="674973" y="508992"/>
                </a:lnTo>
                <a:lnTo>
                  <a:pt x="666824" y="508881"/>
                </a:lnTo>
                <a:close/>
              </a:path>
            </a:pathLst>
          </a:custGeom>
          <a:solidFill xmlns:a="http://schemas.openxmlformats.org/drawingml/2006/main">
            <a:srgbClr val="FF5961">
              <a:alpha val="27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2618D26-615F-46DB-A286-4B3E6532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164" y="1689240"/>
            <a:ext cx="3171825" cy="530457"/>
          </a:xfrm>
          <a:custGeom xmlns:a="http://schemas.openxmlformats.org/drawingml/2006/main">
            <a:pathLst>
              <a:path w="3171825" h="530457">
                <a:moveTo>
                  <a:pt x="461581" y="525183"/>
                </a:moveTo>
                <a:lnTo>
                  <a:pt x="452645" y="530457"/>
                </a:lnTo>
                <a:lnTo>
                  <a:pt x="0" y="530457"/>
                </a:lnTo>
                <a:lnTo>
                  <a:pt x="0" y="508938"/>
                </a:lnTo>
                <a:lnTo>
                  <a:pt x="329976" y="508881"/>
                </a:lnTo>
                <a:lnTo>
                  <a:pt x="353717" y="508441"/>
                </a:lnTo>
                <a:lnTo>
                  <a:pt x="369175" y="507904"/>
                </a:lnTo>
                <a:lnTo>
                  <a:pt x="384221" y="506755"/>
                </a:lnTo>
                <a:lnTo>
                  <a:pt x="398786" y="504833"/>
                </a:lnTo>
                <a:lnTo>
                  <a:pt x="412484" y="501789"/>
                </a:lnTo>
                <a:lnTo>
                  <a:pt x="425406" y="496943"/>
                </a:lnTo>
                <a:lnTo>
                  <a:pt x="438124" y="489436"/>
                </a:lnTo>
                <a:lnTo>
                  <a:pt x="451197" y="477906"/>
                </a:lnTo>
                <a:lnTo>
                  <a:pt x="465102" y="460140"/>
                </a:lnTo>
                <a:lnTo>
                  <a:pt x="479847" y="434335"/>
                </a:lnTo>
                <a:lnTo>
                  <a:pt x="495091" y="399614"/>
                </a:lnTo>
                <a:lnTo>
                  <a:pt x="518702" y="329763"/>
                </a:lnTo>
                <a:lnTo>
                  <a:pt x="550685" y="213270"/>
                </a:lnTo>
                <a:lnTo>
                  <a:pt x="550710" y="213178"/>
                </a:lnTo>
                <a:lnTo>
                  <a:pt x="582857" y="98097"/>
                </a:lnTo>
                <a:lnTo>
                  <a:pt x="583351" y="96556"/>
                </a:lnTo>
                <a:lnTo>
                  <a:pt x="599313" y="52578"/>
                </a:lnTo>
                <a:lnTo>
                  <a:pt x="599742" y="51490"/>
                </a:lnTo>
                <a:lnTo>
                  <a:pt x="600229" y="50428"/>
                </a:lnTo>
                <a:lnTo>
                  <a:pt x="600774" y="49394"/>
                </a:lnTo>
                <a:lnTo>
                  <a:pt x="616848" y="20819"/>
                </a:lnTo>
                <a:lnTo>
                  <a:pt x="617563" y="19638"/>
                </a:lnTo>
                <a:lnTo>
                  <a:pt x="618353" y="18506"/>
                </a:lnTo>
                <a:lnTo>
                  <a:pt x="619215" y="17427"/>
                </a:lnTo>
                <a:lnTo>
                  <a:pt x="620144" y="16407"/>
                </a:lnTo>
                <a:lnTo>
                  <a:pt x="621138" y="15448"/>
                </a:lnTo>
                <a:lnTo>
                  <a:pt x="629286" y="8081"/>
                </a:lnTo>
                <a:lnTo>
                  <a:pt x="630434" y="7114"/>
                </a:lnTo>
                <a:lnTo>
                  <a:pt x="631648" y="6231"/>
                </a:lnTo>
                <a:lnTo>
                  <a:pt x="632920" y="5434"/>
                </a:lnTo>
                <a:lnTo>
                  <a:pt x="634245" y="4729"/>
                </a:lnTo>
                <a:lnTo>
                  <a:pt x="635616" y="4119"/>
                </a:lnTo>
                <a:lnTo>
                  <a:pt x="637027" y="3607"/>
                </a:lnTo>
                <a:lnTo>
                  <a:pt x="644952" y="1039"/>
                </a:lnTo>
                <a:lnTo>
                  <a:pt x="646228" y="669"/>
                </a:lnTo>
                <a:lnTo>
                  <a:pt x="647525" y="379"/>
                </a:lnTo>
                <a:lnTo>
                  <a:pt x="648838" y="171"/>
                </a:lnTo>
                <a:lnTo>
                  <a:pt x="650161" y="44"/>
                </a:lnTo>
                <a:lnTo>
                  <a:pt x="651489" y="0"/>
                </a:lnTo>
                <a:lnTo>
                  <a:pt x="652817" y="39"/>
                </a:lnTo>
                <a:lnTo>
                  <a:pt x="654141" y="160"/>
                </a:lnTo>
                <a:lnTo>
                  <a:pt x="655454" y="363"/>
                </a:lnTo>
                <a:lnTo>
                  <a:pt x="656752" y="648"/>
                </a:lnTo>
                <a:lnTo>
                  <a:pt x="658030" y="1013"/>
                </a:lnTo>
                <a:lnTo>
                  <a:pt x="666067" y="3580"/>
                </a:lnTo>
                <a:lnTo>
                  <a:pt x="667311" y="4020"/>
                </a:lnTo>
                <a:lnTo>
                  <a:pt x="668526" y="4537"/>
                </a:lnTo>
                <a:lnTo>
                  <a:pt x="669706" y="5127"/>
                </a:lnTo>
                <a:lnTo>
                  <a:pt x="670848" y="5789"/>
                </a:lnTo>
                <a:lnTo>
                  <a:pt x="671947" y="6521"/>
                </a:lnTo>
                <a:lnTo>
                  <a:pt x="672998" y="7319"/>
                </a:lnTo>
                <a:lnTo>
                  <a:pt x="673998" y="8180"/>
                </a:lnTo>
                <a:lnTo>
                  <a:pt x="682035" y="15547"/>
                </a:lnTo>
                <a:lnTo>
                  <a:pt x="682972" y="16460"/>
                </a:lnTo>
                <a:lnTo>
                  <a:pt x="683851" y="17429"/>
                </a:lnTo>
                <a:lnTo>
                  <a:pt x="684669" y="18450"/>
                </a:lnTo>
                <a:lnTo>
                  <a:pt x="685423" y="19519"/>
                </a:lnTo>
                <a:lnTo>
                  <a:pt x="693460" y="31685"/>
                </a:lnTo>
                <a:lnTo>
                  <a:pt x="694102" y="32721"/>
                </a:lnTo>
                <a:lnTo>
                  <a:pt x="694684" y="33791"/>
                </a:lnTo>
                <a:lnTo>
                  <a:pt x="695204" y="34893"/>
                </a:lnTo>
                <a:lnTo>
                  <a:pt x="711278" y="71616"/>
                </a:lnTo>
                <a:lnTo>
                  <a:pt x="711736" y="72749"/>
                </a:lnTo>
                <a:lnTo>
                  <a:pt x="712128" y="73906"/>
                </a:lnTo>
                <a:lnTo>
                  <a:pt x="736238" y="152376"/>
                </a:lnTo>
                <a:lnTo>
                  <a:pt x="736405" y="152949"/>
                </a:lnTo>
                <a:lnTo>
                  <a:pt x="792419" y="355222"/>
                </a:lnTo>
                <a:lnTo>
                  <a:pt x="815815" y="418261"/>
                </a:lnTo>
                <a:lnTo>
                  <a:pt x="830790" y="448314"/>
                </a:lnTo>
                <a:lnTo>
                  <a:pt x="845131" y="469926"/>
                </a:lnTo>
                <a:lnTo>
                  <a:pt x="858601" y="484237"/>
                </a:lnTo>
                <a:lnTo>
                  <a:pt x="871434" y="493594"/>
                </a:lnTo>
                <a:lnTo>
                  <a:pt x="884156" y="499602"/>
                </a:lnTo>
                <a:lnTo>
                  <a:pt x="897465" y="503484"/>
                </a:lnTo>
                <a:lnTo>
                  <a:pt x="911643" y="505945"/>
                </a:lnTo>
                <a:lnTo>
                  <a:pt x="926407" y="507483"/>
                </a:lnTo>
                <a:lnTo>
                  <a:pt x="941669" y="508225"/>
                </a:lnTo>
                <a:lnTo>
                  <a:pt x="965320" y="508882"/>
                </a:lnTo>
                <a:lnTo>
                  <a:pt x="1005096" y="509104"/>
                </a:lnTo>
                <a:lnTo>
                  <a:pt x="3171825" y="509104"/>
                </a:lnTo>
                <a:lnTo>
                  <a:pt x="3171825" y="530457"/>
                </a:lnTo>
                <a:lnTo>
                  <a:pt x="849701" y="530457"/>
                </a:lnTo>
                <a:lnTo>
                  <a:pt x="849016" y="530051"/>
                </a:lnTo>
                <a:lnTo>
                  <a:pt x="847906" y="529294"/>
                </a:lnTo>
                <a:lnTo>
                  <a:pt x="831833" y="517574"/>
                </a:lnTo>
                <a:lnTo>
                  <a:pt x="830790" y="516763"/>
                </a:lnTo>
                <a:lnTo>
                  <a:pt x="829799" y="515888"/>
                </a:lnTo>
                <a:lnTo>
                  <a:pt x="828864" y="514955"/>
                </a:lnTo>
                <a:lnTo>
                  <a:pt x="812790" y="497877"/>
                </a:lnTo>
                <a:lnTo>
                  <a:pt x="811990" y="496977"/>
                </a:lnTo>
                <a:lnTo>
                  <a:pt x="811242" y="496033"/>
                </a:lnTo>
                <a:lnTo>
                  <a:pt x="810548" y="495049"/>
                </a:lnTo>
                <a:lnTo>
                  <a:pt x="794474" y="470827"/>
                </a:lnTo>
                <a:lnTo>
                  <a:pt x="793779" y="469705"/>
                </a:lnTo>
                <a:lnTo>
                  <a:pt x="793154" y="468543"/>
                </a:lnTo>
                <a:lnTo>
                  <a:pt x="777081" y="436285"/>
                </a:lnTo>
                <a:lnTo>
                  <a:pt x="776599" y="435250"/>
                </a:lnTo>
                <a:lnTo>
                  <a:pt x="776174" y="434191"/>
                </a:lnTo>
                <a:lnTo>
                  <a:pt x="752064" y="369228"/>
                </a:lnTo>
                <a:lnTo>
                  <a:pt x="751504" y="367497"/>
                </a:lnTo>
                <a:lnTo>
                  <a:pt x="695327" y="164634"/>
                </a:lnTo>
                <a:lnTo>
                  <a:pt x="671663" y="87619"/>
                </a:lnTo>
                <a:lnTo>
                  <a:pt x="656815" y="53695"/>
                </a:lnTo>
                <a:lnTo>
                  <a:pt x="651706" y="45960"/>
                </a:lnTo>
                <a:lnTo>
                  <a:pt x="638858" y="68800"/>
                </a:lnTo>
                <a:lnTo>
                  <a:pt x="623772" y="110366"/>
                </a:lnTo>
                <a:lnTo>
                  <a:pt x="591856" y="224622"/>
                </a:lnTo>
                <a:lnTo>
                  <a:pt x="559722" y="341667"/>
                </a:lnTo>
                <a:lnTo>
                  <a:pt x="559359" y="342852"/>
                </a:lnTo>
                <a:lnTo>
                  <a:pt x="535249" y="414177"/>
                </a:lnTo>
                <a:lnTo>
                  <a:pt x="534572" y="415923"/>
                </a:lnTo>
                <a:lnTo>
                  <a:pt x="518499" y="452535"/>
                </a:lnTo>
                <a:lnTo>
                  <a:pt x="518019" y="453554"/>
                </a:lnTo>
                <a:lnTo>
                  <a:pt x="517486" y="454545"/>
                </a:lnTo>
                <a:lnTo>
                  <a:pt x="501413" y="482674"/>
                </a:lnTo>
                <a:lnTo>
                  <a:pt x="500597" y="483988"/>
                </a:lnTo>
                <a:lnTo>
                  <a:pt x="499689" y="485240"/>
                </a:lnTo>
                <a:lnTo>
                  <a:pt x="483616" y="505778"/>
                </a:lnTo>
                <a:lnTo>
                  <a:pt x="482777" y="506784"/>
                </a:lnTo>
                <a:lnTo>
                  <a:pt x="481879" y="507737"/>
                </a:lnTo>
                <a:lnTo>
                  <a:pt x="480924" y="508633"/>
                </a:lnTo>
                <a:lnTo>
                  <a:pt x="464850" y="522809"/>
                </a:lnTo>
                <a:lnTo>
                  <a:pt x="463811" y="523668"/>
                </a:lnTo>
                <a:lnTo>
                  <a:pt x="462720" y="524461"/>
                </a:lnTo>
                <a:lnTo>
                  <a:pt x="461581" y="525183"/>
                </a:lnTo>
                <a:close/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A86CE-AE85-4D5A-85C5-510B87D6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9164" y="1289224"/>
            <a:ext cx="3171825" cy="930473"/>
          </a:xfrm>
          <a:custGeom xmlns:a="http://schemas.openxmlformats.org/drawingml/2006/main">
            <a:pathLst>
              <a:path w="3171825" h="930473" fill="none">
                <a:moveTo>
                  <a:pt x="0" y="930473"/>
                </a:moveTo>
                <a:lnTo>
                  <a:pt x="3171825" y="930473"/>
                </a:lnTo>
                <a:lnTo>
                  <a:pt x="3171825" y="0"/>
                </a:lnTo>
                <a:lnTo>
                  <a:pt x="0" y="0"/>
                </a:lnTo>
                <a:lnTo>
                  <a:pt x="0" y="930473"/>
                </a:lnTo>
                <a:close/>
                <a:moveTo>
                  <a:pt x="0" y="930473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325DD-54E6-4456-8E0C-B9160E1B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558" y="1346150"/>
            <a:ext cx="3171825" cy="930473"/>
          </a:xfrm>
          <a:custGeom xmlns:a="http://schemas.openxmlformats.org/drawingml/2006/main">
            <a:pathLst>
              <a:path w="3171825" h="930473">
                <a:moveTo>
                  <a:pt x="0" y="930473"/>
                </a:moveTo>
                <a:lnTo>
                  <a:pt x="0" y="0"/>
                </a:lnTo>
                <a:lnTo>
                  <a:pt x="3171825" y="0"/>
                </a:lnTo>
                <a:lnTo>
                  <a:pt x="3171825" y="930473"/>
                </a:lnTo>
                <a:lnTo>
                  <a:pt x="0" y="930473"/>
                </a:lnTo>
                <a:close/>
                <a:moveTo>
                  <a:pt x="0" y="930473"/>
                </a:moveTo>
              </a:path>
            </a:pathLst>
          </a:custGeom>
          <a:solidFill xmlns:a="http://schemas.openxmlformats.org/drawingml/2006/main">
            <a:srgbClr val="FFFFFF">
              <a:alpha val="895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C38990-EBFB-4E80-BF17-F7EB0B6A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989" y="2044452"/>
            <a:ext cx="2367751" cy="232172"/>
          </a:xfrm>
          <a:custGeom xmlns:a="http://schemas.openxmlformats.org/drawingml/2006/main">
            <a:pathLst>
              <a:path w="2367751" h="232172">
                <a:moveTo>
                  <a:pt x="2351678" y="231279"/>
                </a:moveTo>
                <a:lnTo>
                  <a:pt x="2343641" y="230721"/>
                </a:lnTo>
                <a:lnTo>
                  <a:pt x="2319531" y="229381"/>
                </a:lnTo>
                <a:lnTo>
                  <a:pt x="2311494" y="228823"/>
                </a:lnTo>
                <a:lnTo>
                  <a:pt x="2303458" y="228377"/>
                </a:lnTo>
                <a:lnTo>
                  <a:pt x="2295421" y="227819"/>
                </a:lnTo>
                <a:lnTo>
                  <a:pt x="2287384" y="227372"/>
                </a:lnTo>
                <a:lnTo>
                  <a:pt x="2271311" y="226256"/>
                </a:lnTo>
                <a:lnTo>
                  <a:pt x="2263274" y="225809"/>
                </a:lnTo>
                <a:lnTo>
                  <a:pt x="2223090" y="223019"/>
                </a:lnTo>
                <a:lnTo>
                  <a:pt x="2215054" y="222349"/>
                </a:lnTo>
                <a:lnTo>
                  <a:pt x="2198980" y="221233"/>
                </a:lnTo>
                <a:lnTo>
                  <a:pt x="2190943" y="220563"/>
                </a:lnTo>
                <a:lnTo>
                  <a:pt x="2182907" y="220005"/>
                </a:lnTo>
                <a:lnTo>
                  <a:pt x="2174870" y="219335"/>
                </a:lnTo>
                <a:lnTo>
                  <a:pt x="2166833" y="218777"/>
                </a:lnTo>
                <a:lnTo>
                  <a:pt x="2150760" y="217438"/>
                </a:lnTo>
                <a:lnTo>
                  <a:pt x="2142723" y="216880"/>
                </a:lnTo>
                <a:lnTo>
                  <a:pt x="2118613" y="214871"/>
                </a:lnTo>
                <a:lnTo>
                  <a:pt x="2110688" y="214201"/>
                </a:lnTo>
                <a:lnTo>
                  <a:pt x="2102540" y="213531"/>
                </a:lnTo>
                <a:lnTo>
                  <a:pt x="2094503" y="212861"/>
                </a:lnTo>
                <a:lnTo>
                  <a:pt x="2086466" y="212080"/>
                </a:lnTo>
                <a:lnTo>
                  <a:pt x="2078541" y="211410"/>
                </a:lnTo>
                <a:lnTo>
                  <a:pt x="2070504" y="210741"/>
                </a:lnTo>
                <a:lnTo>
                  <a:pt x="2062356" y="210071"/>
                </a:lnTo>
                <a:lnTo>
                  <a:pt x="2054319" y="209290"/>
                </a:lnTo>
                <a:lnTo>
                  <a:pt x="2046394" y="208620"/>
                </a:lnTo>
                <a:lnTo>
                  <a:pt x="2038357" y="207838"/>
                </a:lnTo>
                <a:lnTo>
                  <a:pt x="2022284" y="206499"/>
                </a:lnTo>
                <a:lnTo>
                  <a:pt x="2006211" y="204936"/>
                </a:lnTo>
                <a:lnTo>
                  <a:pt x="1998174" y="204267"/>
                </a:lnTo>
                <a:lnTo>
                  <a:pt x="1990137" y="203485"/>
                </a:lnTo>
                <a:lnTo>
                  <a:pt x="1982100" y="202816"/>
                </a:lnTo>
                <a:lnTo>
                  <a:pt x="1957990" y="200471"/>
                </a:lnTo>
                <a:lnTo>
                  <a:pt x="1949954" y="199802"/>
                </a:lnTo>
                <a:lnTo>
                  <a:pt x="1917807" y="196676"/>
                </a:lnTo>
                <a:lnTo>
                  <a:pt x="1909770" y="196007"/>
                </a:lnTo>
                <a:lnTo>
                  <a:pt x="1885660" y="193663"/>
                </a:lnTo>
                <a:lnTo>
                  <a:pt x="1877623" y="192993"/>
                </a:lnTo>
                <a:lnTo>
                  <a:pt x="1845476" y="189867"/>
                </a:lnTo>
                <a:lnTo>
                  <a:pt x="1837439" y="189198"/>
                </a:lnTo>
                <a:lnTo>
                  <a:pt x="1829403" y="188416"/>
                </a:lnTo>
                <a:lnTo>
                  <a:pt x="1821366" y="187747"/>
                </a:lnTo>
                <a:lnTo>
                  <a:pt x="1805293" y="186184"/>
                </a:lnTo>
                <a:lnTo>
                  <a:pt x="1797256" y="185514"/>
                </a:lnTo>
                <a:lnTo>
                  <a:pt x="1789219" y="184733"/>
                </a:lnTo>
                <a:lnTo>
                  <a:pt x="1781182" y="184063"/>
                </a:lnTo>
                <a:lnTo>
                  <a:pt x="1773146" y="183282"/>
                </a:lnTo>
                <a:lnTo>
                  <a:pt x="1757072" y="181942"/>
                </a:lnTo>
                <a:lnTo>
                  <a:pt x="1749036" y="181161"/>
                </a:lnTo>
                <a:lnTo>
                  <a:pt x="1700815" y="177143"/>
                </a:lnTo>
                <a:lnTo>
                  <a:pt x="1692890" y="176473"/>
                </a:lnTo>
                <a:lnTo>
                  <a:pt x="1684742" y="175803"/>
                </a:lnTo>
                <a:lnTo>
                  <a:pt x="1676705" y="175245"/>
                </a:lnTo>
                <a:lnTo>
                  <a:pt x="1668780" y="174575"/>
                </a:lnTo>
                <a:lnTo>
                  <a:pt x="1660743" y="174017"/>
                </a:lnTo>
                <a:lnTo>
                  <a:pt x="1652707" y="173348"/>
                </a:lnTo>
                <a:lnTo>
                  <a:pt x="1636633" y="172231"/>
                </a:lnTo>
                <a:lnTo>
                  <a:pt x="1628596" y="171562"/>
                </a:lnTo>
                <a:lnTo>
                  <a:pt x="1620560" y="171004"/>
                </a:lnTo>
                <a:lnTo>
                  <a:pt x="1612523" y="170557"/>
                </a:lnTo>
                <a:lnTo>
                  <a:pt x="1588413" y="168883"/>
                </a:lnTo>
                <a:lnTo>
                  <a:pt x="1572339" y="167990"/>
                </a:lnTo>
                <a:lnTo>
                  <a:pt x="1564303" y="167432"/>
                </a:lnTo>
                <a:lnTo>
                  <a:pt x="1532156" y="165646"/>
                </a:lnTo>
                <a:lnTo>
                  <a:pt x="1524119" y="165311"/>
                </a:lnTo>
                <a:lnTo>
                  <a:pt x="1516082" y="164864"/>
                </a:lnTo>
                <a:lnTo>
                  <a:pt x="1508046" y="164529"/>
                </a:lnTo>
                <a:lnTo>
                  <a:pt x="1500009" y="164083"/>
                </a:lnTo>
                <a:lnTo>
                  <a:pt x="1475899" y="163078"/>
                </a:lnTo>
                <a:lnTo>
                  <a:pt x="1467862" y="162855"/>
                </a:lnTo>
                <a:lnTo>
                  <a:pt x="1451789" y="162185"/>
                </a:lnTo>
                <a:lnTo>
                  <a:pt x="1387495" y="160400"/>
                </a:lnTo>
                <a:lnTo>
                  <a:pt x="1371421" y="160176"/>
                </a:lnTo>
                <a:lnTo>
                  <a:pt x="1363385" y="159953"/>
                </a:lnTo>
                <a:lnTo>
                  <a:pt x="1323201" y="159395"/>
                </a:lnTo>
                <a:lnTo>
                  <a:pt x="1315276" y="159283"/>
                </a:lnTo>
                <a:lnTo>
                  <a:pt x="1307128" y="159172"/>
                </a:lnTo>
                <a:lnTo>
                  <a:pt x="1291054" y="158948"/>
                </a:lnTo>
                <a:lnTo>
                  <a:pt x="1283129" y="158837"/>
                </a:lnTo>
                <a:lnTo>
                  <a:pt x="1275092" y="158725"/>
                </a:lnTo>
                <a:lnTo>
                  <a:pt x="1267056" y="158725"/>
                </a:lnTo>
                <a:lnTo>
                  <a:pt x="1258907" y="158614"/>
                </a:lnTo>
                <a:lnTo>
                  <a:pt x="1250982" y="158502"/>
                </a:lnTo>
                <a:lnTo>
                  <a:pt x="1242946" y="158279"/>
                </a:lnTo>
                <a:lnTo>
                  <a:pt x="1226872" y="158055"/>
                </a:lnTo>
                <a:lnTo>
                  <a:pt x="1218835" y="157832"/>
                </a:lnTo>
                <a:lnTo>
                  <a:pt x="1210799" y="157721"/>
                </a:lnTo>
                <a:lnTo>
                  <a:pt x="1194725" y="157274"/>
                </a:lnTo>
                <a:lnTo>
                  <a:pt x="1186688" y="156939"/>
                </a:lnTo>
                <a:lnTo>
                  <a:pt x="1178652" y="156716"/>
                </a:lnTo>
                <a:lnTo>
                  <a:pt x="1162578" y="156046"/>
                </a:lnTo>
                <a:lnTo>
                  <a:pt x="1154542" y="155600"/>
                </a:lnTo>
                <a:lnTo>
                  <a:pt x="1146505" y="155265"/>
                </a:lnTo>
                <a:lnTo>
                  <a:pt x="1114358" y="153033"/>
                </a:lnTo>
                <a:lnTo>
                  <a:pt x="1106321" y="152251"/>
                </a:lnTo>
                <a:lnTo>
                  <a:pt x="1098285" y="151581"/>
                </a:lnTo>
                <a:lnTo>
                  <a:pt x="1074174" y="148903"/>
                </a:lnTo>
                <a:lnTo>
                  <a:pt x="1050064" y="145554"/>
                </a:lnTo>
                <a:lnTo>
                  <a:pt x="1033991" y="142875"/>
                </a:lnTo>
                <a:lnTo>
                  <a:pt x="1025954" y="141424"/>
                </a:lnTo>
                <a:lnTo>
                  <a:pt x="1017917" y="139861"/>
                </a:lnTo>
                <a:lnTo>
                  <a:pt x="1009881" y="138187"/>
                </a:lnTo>
                <a:lnTo>
                  <a:pt x="993807" y="134615"/>
                </a:lnTo>
                <a:lnTo>
                  <a:pt x="977734" y="130597"/>
                </a:lnTo>
                <a:lnTo>
                  <a:pt x="961660" y="126132"/>
                </a:lnTo>
                <a:lnTo>
                  <a:pt x="953624" y="123788"/>
                </a:lnTo>
                <a:lnTo>
                  <a:pt x="945587" y="121332"/>
                </a:lnTo>
                <a:lnTo>
                  <a:pt x="937550" y="118765"/>
                </a:lnTo>
                <a:lnTo>
                  <a:pt x="929513" y="116086"/>
                </a:lnTo>
                <a:lnTo>
                  <a:pt x="913440" y="110505"/>
                </a:lnTo>
                <a:lnTo>
                  <a:pt x="905515" y="107491"/>
                </a:lnTo>
                <a:lnTo>
                  <a:pt x="897478" y="104477"/>
                </a:lnTo>
                <a:lnTo>
                  <a:pt x="889442" y="101352"/>
                </a:lnTo>
                <a:lnTo>
                  <a:pt x="881293" y="98115"/>
                </a:lnTo>
                <a:lnTo>
                  <a:pt x="873368" y="94878"/>
                </a:lnTo>
                <a:lnTo>
                  <a:pt x="865331" y="91529"/>
                </a:lnTo>
                <a:lnTo>
                  <a:pt x="849258" y="84609"/>
                </a:lnTo>
                <a:lnTo>
                  <a:pt x="825148" y="73893"/>
                </a:lnTo>
                <a:lnTo>
                  <a:pt x="817111" y="70210"/>
                </a:lnTo>
                <a:lnTo>
                  <a:pt x="809074" y="66638"/>
                </a:lnTo>
                <a:lnTo>
                  <a:pt x="793001" y="59271"/>
                </a:lnTo>
                <a:lnTo>
                  <a:pt x="784964" y="55699"/>
                </a:lnTo>
                <a:lnTo>
                  <a:pt x="776927" y="52015"/>
                </a:lnTo>
                <a:lnTo>
                  <a:pt x="760854" y="44872"/>
                </a:lnTo>
                <a:lnTo>
                  <a:pt x="744781" y="37951"/>
                </a:lnTo>
                <a:lnTo>
                  <a:pt x="736744" y="34603"/>
                </a:lnTo>
                <a:lnTo>
                  <a:pt x="728707" y="31366"/>
                </a:lnTo>
                <a:lnTo>
                  <a:pt x="720670" y="28240"/>
                </a:lnTo>
                <a:lnTo>
                  <a:pt x="712634" y="25226"/>
                </a:lnTo>
                <a:lnTo>
                  <a:pt x="704597" y="22324"/>
                </a:lnTo>
                <a:lnTo>
                  <a:pt x="696560" y="19534"/>
                </a:lnTo>
                <a:lnTo>
                  <a:pt x="688524" y="16855"/>
                </a:lnTo>
                <a:lnTo>
                  <a:pt x="680487" y="14399"/>
                </a:lnTo>
                <a:lnTo>
                  <a:pt x="672450" y="12055"/>
                </a:lnTo>
                <a:lnTo>
                  <a:pt x="664413" y="9934"/>
                </a:lnTo>
                <a:lnTo>
                  <a:pt x="656377" y="8037"/>
                </a:lnTo>
                <a:lnTo>
                  <a:pt x="648340" y="6251"/>
                </a:lnTo>
                <a:lnTo>
                  <a:pt x="640303" y="4688"/>
                </a:lnTo>
                <a:lnTo>
                  <a:pt x="632267" y="3349"/>
                </a:lnTo>
                <a:lnTo>
                  <a:pt x="624230" y="2232"/>
                </a:lnTo>
                <a:lnTo>
                  <a:pt x="616193" y="1339"/>
                </a:lnTo>
                <a:lnTo>
                  <a:pt x="608156" y="670"/>
                </a:lnTo>
                <a:lnTo>
                  <a:pt x="600120" y="223"/>
                </a:lnTo>
                <a:lnTo>
                  <a:pt x="592083" y="0"/>
                </a:lnTo>
                <a:lnTo>
                  <a:pt x="584046" y="112"/>
                </a:lnTo>
                <a:lnTo>
                  <a:pt x="576009" y="335"/>
                </a:lnTo>
                <a:lnTo>
                  <a:pt x="567973" y="893"/>
                </a:lnTo>
                <a:lnTo>
                  <a:pt x="559936" y="1674"/>
                </a:lnTo>
                <a:lnTo>
                  <a:pt x="551899" y="2679"/>
                </a:lnTo>
                <a:lnTo>
                  <a:pt x="543863" y="4018"/>
                </a:lnTo>
                <a:lnTo>
                  <a:pt x="535826" y="5469"/>
                </a:lnTo>
                <a:lnTo>
                  <a:pt x="527789" y="7144"/>
                </a:lnTo>
                <a:lnTo>
                  <a:pt x="519864" y="9153"/>
                </a:lnTo>
                <a:lnTo>
                  <a:pt x="511827" y="11385"/>
                </a:lnTo>
                <a:lnTo>
                  <a:pt x="503679" y="13729"/>
                </a:lnTo>
                <a:lnTo>
                  <a:pt x="495642" y="16408"/>
                </a:lnTo>
                <a:lnTo>
                  <a:pt x="487717" y="19310"/>
                </a:lnTo>
                <a:lnTo>
                  <a:pt x="479680" y="22324"/>
                </a:lnTo>
                <a:lnTo>
                  <a:pt x="471644" y="25561"/>
                </a:lnTo>
                <a:lnTo>
                  <a:pt x="463607" y="29021"/>
                </a:lnTo>
                <a:lnTo>
                  <a:pt x="455570" y="32593"/>
                </a:lnTo>
                <a:lnTo>
                  <a:pt x="447534" y="36277"/>
                </a:lnTo>
                <a:lnTo>
                  <a:pt x="431460" y="44314"/>
                </a:lnTo>
                <a:lnTo>
                  <a:pt x="415387" y="52797"/>
                </a:lnTo>
                <a:lnTo>
                  <a:pt x="399313" y="61726"/>
                </a:lnTo>
                <a:lnTo>
                  <a:pt x="375203" y="75791"/>
                </a:lnTo>
                <a:lnTo>
                  <a:pt x="367166" y="80590"/>
                </a:lnTo>
                <a:lnTo>
                  <a:pt x="359130" y="85502"/>
                </a:lnTo>
                <a:lnTo>
                  <a:pt x="351093" y="90301"/>
                </a:lnTo>
                <a:lnTo>
                  <a:pt x="326983" y="105035"/>
                </a:lnTo>
                <a:lnTo>
                  <a:pt x="318946" y="109835"/>
                </a:lnTo>
                <a:lnTo>
                  <a:pt x="310909" y="114746"/>
                </a:lnTo>
                <a:lnTo>
                  <a:pt x="302873" y="119546"/>
                </a:lnTo>
                <a:lnTo>
                  <a:pt x="294836" y="124234"/>
                </a:lnTo>
                <a:lnTo>
                  <a:pt x="286799" y="129034"/>
                </a:lnTo>
                <a:lnTo>
                  <a:pt x="262689" y="142763"/>
                </a:lnTo>
                <a:lnTo>
                  <a:pt x="246616" y="151470"/>
                </a:lnTo>
                <a:lnTo>
                  <a:pt x="230542" y="159953"/>
                </a:lnTo>
                <a:lnTo>
                  <a:pt x="222505" y="163971"/>
                </a:lnTo>
                <a:lnTo>
                  <a:pt x="214469" y="167878"/>
                </a:lnTo>
                <a:lnTo>
                  <a:pt x="198395" y="175468"/>
                </a:lnTo>
                <a:lnTo>
                  <a:pt x="182322" y="182612"/>
                </a:lnTo>
                <a:lnTo>
                  <a:pt x="174285" y="185961"/>
                </a:lnTo>
                <a:lnTo>
                  <a:pt x="166248" y="189198"/>
                </a:lnTo>
                <a:lnTo>
                  <a:pt x="158212" y="192323"/>
                </a:lnTo>
                <a:lnTo>
                  <a:pt x="150175" y="195337"/>
                </a:lnTo>
                <a:lnTo>
                  <a:pt x="142250" y="198239"/>
                </a:lnTo>
                <a:lnTo>
                  <a:pt x="134102" y="201030"/>
                </a:lnTo>
                <a:lnTo>
                  <a:pt x="126065" y="203708"/>
                </a:lnTo>
                <a:lnTo>
                  <a:pt x="118028" y="206276"/>
                </a:lnTo>
                <a:lnTo>
                  <a:pt x="110103" y="208731"/>
                </a:lnTo>
                <a:lnTo>
                  <a:pt x="102066" y="211075"/>
                </a:lnTo>
                <a:lnTo>
                  <a:pt x="94030" y="213308"/>
                </a:lnTo>
                <a:lnTo>
                  <a:pt x="85881" y="215429"/>
                </a:lnTo>
                <a:lnTo>
                  <a:pt x="77956" y="217438"/>
                </a:lnTo>
                <a:lnTo>
                  <a:pt x="69919" y="219335"/>
                </a:lnTo>
                <a:lnTo>
                  <a:pt x="53846" y="222907"/>
                </a:lnTo>
                <a:lnTo>
                  <a:pt x="37773" y="226033"/>
                </a:lnTo>
                <a:lnTo>
                  <a:pt x="29736" y="227484"/>
                </a:lnTo>
                <a:lnTo>
                  <a:pt x="13662" y="230163"/>
                </a:lnTo>
                <a:lnTo>
                  <a:pt x="5626" y="231391"/>
                </a:lnTo>
                <a:lnTo>
                  <a:pt x="0" y="232172"/>
                </a:lnTo>
                <a:lnTo>
                  <a:pt x="2367751" y="232172"/>
                </a:lnTo>
                <a:lnTo>
                  <a:pt x="2351678" y="231279"/>
                </a:lnTo>
                <a:close/>
              </a:path>
            </a:pathLst>
          </a:custGeom>
          <a:solidFill xmlns:a="http://schemas.openxmlformats.org/drawingml/2006/main">
            <a:srgbClr val="E3EEF9"/>
          </a:solidFill>
          <a:ln xmlns:a="http://schemas.openxmlformats.org/drawingml/2006/main" w="28472" cap="flat">
            <a:solidFill>
              <a:srgbClr val="E3EEF9"/>
            </a:solidFill>
            <a:round/>
          </a:ln>
        </p:spPr>
      </p:sp>
      <p:sp>
        <p:nvSpPr>
          <p:cNvPr id="201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F5C1F10-8100-4457-AB5B-DF0E4E26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558" y="2023100"/>
            <a:ext cx="3171825" cy="253523"/>
          </a:xfrm>
          <a:custGeom xmlns:a="http://schemas.openxmlformats.org/drawingml/2006/main">
            <a:pathLst>
              <a:path w="3171825" h="253523">
                <a:moveTo>
                  <a:pt x="649625" y="245515"/>
                </a:moveTo>
                <a:lnTo>
                  <a:pt x="622900" y="253523"/>
                </a:lnTo>
                <a:lnTo>
                  <a:pt x="0" y="253523"/>
                </a:lnTo>
                <a:lnTo>
                  <a:pt x="0" y="248803"/>
                </a:lnTo>
                <a:lnTo>
                  <a:pt x="40886" y="248690"/>
                </a:lnTo>
                <a:lnTo>
                  <a:pt x="137282" y="248244"/>
                </a:lnTo>
                <a:lnTo>
                  <a:pt x="201501" y="247798"/>
                </a:lnTo>
                <a:lnTo>
                  <a:pt x="249506" y="247241"/>
                </a:lnTo>
                <a:lnTo>
                  <a:pt x="289554" y="246573"/>
                </a:lnTo>
                <a:lnTo>
                  <a:pt x="321546" y="245796"/>
                </a:lnTo>
                <a:lnTo>
                  <a:pt x="353544" y="244796"/>
                </a:lnTo>
                <a:lnTo>
                  <a:pt x="385432" y="243578"/>
                </a:lnTo>
                <a:lnTo>
                  <a:pt x="409309" y="242251"/>
                </a:lnTo>
                <a:lnTo>
                  <a:pt x="433124" y="240818"/>
                </a:lnTo>
                <a:lnTo>
                  <a:pt x="456843" y="238841"/>
                </a:lnTo>
                <a:lnTo>
                  <a:pt x="480612" y="236531"/>
                </a:lnTo>
                <a:lnTo>
                  <a:pt x="504238" y="233796"/>
                </a:lnTo>
                <a:lnTo>
                  <a:pt x="527773" y="230418"/>
                </a:lnTo>
                <a:lnTo>
                  <a:pt x="551269" y="226394"/>
                </a:lnTo>
                <a:lnTo>
                  <a:pt x="574659" y="221629"/>
                </a:lnTo>
                <a:lnTo>
                  <a:pt x="605870" y="214043"/>
                </a:lnTo>
                <a:lnTo>
                  <a:pt x="636862" y="204756"/>
                </a:lnTo>
                <a:lnTo>
                  <a:pt x="667996" y="193730"/>
                </a:lnTo>
                <a:lnTo>
                  <a:pt x="699125" y="180867"/>
                </a:lnTo>
                <a:lnTo>
                  <a:pt x="738266" y="162275"/>
                </a:lnTo>
                <a:lnTo>
                  <a:pt x="785586" y="136425"/>
                </a:lnTo>
                <a:lnTo>
                  <a:pt x="857554" y="93332"/>
                </a:lnTo>
                <a:lnTo>
                  <a:pt x="857764" y="93208"/>
                </a:lnTo>
                <a:lnTo>
                  <a:pt x="922058" y="55704"/>
                </a:lnTo>
                <a:lnTo>
                  <a:pt x="923225" y="55070"/>
                </a:lnTo>
                <a:lnTo>
                  <a:pt x="963409" y="34867"/>
                </a:lnTo>
                <a:lnTo>
                  <a:pt x="964847" y="34210"/>
                </a:lnTo>
                <a:lnTo>
                  <a:pt x="996993" y="20927"/>
                </a:lnTo>
                <a:lnTo>
                  <a:pt x="998480" y="20376"/>
                </a:lnTo>
                <a:lnTo>
                  <a:pt x="1022590" y="12451"/>
                </a:lnTo>
                <a:lnTo>
                  <a:pt x="1024147" y="12004"/>
                </a:lnTo>
                <a:lnTo>
                  <a:pt x="1048146" y="6088"/>
                </a:lnTo>
                <a:lnTo>
                  <a:pt x="1049604" y="5782"/>
                </a:lnTo>
                <a:lnTo>
                  <a:pt x="1065678" y="2992"/>
                </a:lnTo>
                <a:lnTo>
                  <a:pt x="1066972" y="2807"/>
                </a:lnTo>
                <a:lnTo>
                  <a:pt x="1083045" y="1021"/>
                </a:lnTo>
                <a:lnTo>
                  <a:pt x="1083924" y="942"/>
                </a:lnTo>
                <a:lnTo>
                  <a:pt x="1091961" y="384"/>
                </a:lnTo>
                <a:lnTo>
                  <a:pt x="1092847" y="341"/>
                </a:lnTo>
                <a:lnTo>
                  <a:pt x="1100884" y="118"/>
                </a:lnTo>
                <a:lnTo>
                  <a:pt x="1101180" y="112"/>
                </a:lnTo>
                <a:lnTo>
                  <a:pt x="1109217" y="0"/>
                </a:lnTo>
                <a:lnTo>
                  <a:pt x="1110107" y="6"/>
                </a:lnTo>
                <a:lnTo>
                  <a:pt x="1118143" y="229"/>
                </a:lnTo>
                <a:lnTo>
                  <a:pt x="1118735" y="254"/>
                </a:lnTo>
                <a:lnTo>
                  <a:pt x="1126772" y="701"/>
                </a:lnTo>
                <a:lnTo>
                  <a:pt x="1127653" y="768"/>
                </a:lnTo>
                <a:lnTo>
                  <a:pt x="1143727" y="2331"/>
                </a:lnTo>
                <a:lnTo>
                  <a:pt x="1144885" y="2475"/>
                </a:lnTo>
                <a:lnTo>
                  <a:pt x="1160959" y="4931"/>
                </a:lnTo>
                <a:lnTo>
                  <a:pt x="1162089" y="5135"/>
                </a:lnTo>
                <a:lnTo>
                  <a:pt x="1178163" y="8484"/>
                </a:lnTo>
                <a:lnTo>
                  <a:pt x="1179256" y="8741"/>
                </a:lnTo>
                <a:lnTo>
                  <a:pt x="1203366" y="15104"/>
                </a:lnTo>
                <a:lnTo>
                  <a:pt x="1204586" y="15465"/>
                </a:lnTo>
                <a:lnTo>
                  <a:pt x="1228696" y="23390"/>
                </a:lnTo>
                <a:lnTo>
                  <a:pt x="1229647" y="23728"/>
                </a:lnTo>
                <a:lnTo>
                  <a:pt x="1261794" y="36006"/>
                </a:lnTo>
                <a:lnTo>
                  <a:pt x="1262734" y="36391"/>
                </a:lnTo>
                <a:lnTo>
                  <a:pt x="1310954" y="57487"/>
                </a:lnTo>
                <a:lnTo>
                  <a:pt x="1311047" y="57528"/>
                </a:lnTo>
                <a:lnTo>
                  <a:pt x="1399008" y="96511"/>
                </a:lnTo>
                <a:lnTo>
                  <a:pt x="1438106" y="111758"/>
                </a:lnTo>
                <a:lnTo>
                  <a:pt x="1477234" y="124692"/>
                </a:lnTo>
                <a:lnTo>
                  <a:pt x="1508379" y="133235"/>
                </a:lnTo>
                <a:lnTo>
                  <a:pt x="1539598" y="140281"/>
                </a:lnTo>
                <a:lnTo>
                  <a:pt x="1562921" y="144492"/>
                </a:lnTo>
                <a:lnTo>
                  <a:pt x="1586410" y="147972"/>
                </a:lnTo>
                <a:lnTo>
                  <a:pt x="1609988" y="150810"/>
                </a:lnTo>
                <a:lnTo>
                  <a:pt x="1633562" y="153102"/>
                </a:lnTo>
                <a:lnTo>
                  <a:pt x="1657231" y="154746"/>
                </a:lnTo>
                <a:lnTo>
                  <a:pt x="1680997" y="156066"/>
                </a:lnTo>
                <a:lnTo>
                  <a:pt x="1704860" y="156950"/>
                </a:lnTo>
                <a:lnTo>
                  <a:pt x="1728761" y="157725"/>
                </a:lnTo>
                <a:lnTo>
                  <a:pt x="1760710" y="158279"/>
                </a:lnTo>
                <a:lnTo>
                  <a:pt x="1808782" y="158948"/>
                </a:lnTo>
                <a:lnTo>
                  <a:pt x="1873075" y="159841"/>
                </a:lnTo>
                <a:lnTo>
                  <a:pt x="1873194" y="159843"/>
                </a:lnTo>
                <a:lnTo>
                  <a:pt x="1913377" y="160625"/>
                </a:lnTo>
                <a:lnTo>
                  <a:pt x="1913555" y="160629"/>
                </a:lnTo>
                <a:lnTo>
                  <a:pt x="1953739" y="161745"/>
                </a:lnTo>
                <a:lnTo>
                  <a:pt x="1953857" y="161749"/>
                </a:lnTo>
                <a:lnTo>
                  <a:pt x="1994041" y="163088"/>
                </a:lnTo>
                <a:lnTo>
                  <a:pt x="1994278" y="163097"/>
                </a:lnTo>
                <a:lnTo>
                  <a:pt x="2034461" y="164883"/>
                </a:lnTo>
                <a:lnTo>
                  <a:pt x="2034639" y="164892"/>
                </a:lnTo>
                <a:lnTo>
                  <a:pt x="2074822" y="167013"/>
                </a:lnTo>
                <a:lnTo>
                  <a:pt x="2075029" y="167025"/>
                </a:lnTo>
                <a:lnTo>
                  <a:pt x="2123249" y="170038"/>
                </a:lnTo>
                <a:lnTo>
                  <a:pt x="2123396" y="170048"/>
                </a:lnTo>
                <a:lnTo>
                  <a:pt x="2171617" y="173397"/>
                </a:lnTo>
                <a:lnTo>
                  <a:pt x="2171830" y="173413"/>
                </a:lnTo>
                <a:lnTo>
                  <a:pt x="2227975" y="177878"/>
                </a:lnTo>
                <a:lnTo>
                  <a:pt x="2228121" y="177890"/>
                </a:lnTo>
                <a:lnTo>
                  <a:pt x="2300452" y="184140"/>
                </a:lnTo>
                <a:lnTo>
                  <a:pt x="2300567" y="184151"/>
                </a:lnTo>
                <a:lnTo>
                  <a:pt x="2405044" y="193750"/>
                </a:lnTo>
                <a:lnTo>
                  <a:pt x="2405069" y="193752"/>
                </a:lnTo>
                <a:lnTo>
                  <a:pt x="2565731" y="208703"/>
                </a:lnTo>
                <a:lnTo>
                  <a:pt x="2645835" y="215610"/>
                </a:lnTo>
                <a:lnTo>
                  <a:pt x="2718007" y="221291"/>
                </a:lnTo>
                <a:lnTo>
                  <a:pt x="2782139" y="225855"/>
                </a:lnTo>
                <a:lnTo>
                  <a:pt x="2838252" y="229418"/>
                </a:lnTo>
                <a:lnTo>
                  <a:pt x="2894361" y="232647"/>
                </a:lnTo>
                <a:lnTo>
                  <a:pt x="2950470" y="235430"/>
                </a:lnTo>
                <a:lnTo>
                  <a:pt x="3006601" y="237880"/>
                </a:lnTo>
                <a:lnTo>
                  <a:pt x="3062620" y="239996"/>
                </a:lnTo>
                <a:lnTo>
                  <a:pt x="3118749" y="241778"/>
                </a:lnTo>
                <a:lnTo>
                  <a:pt x="3171825" y="243147"/>
                </a:lnTo>
                <a:lnTo>
                  <a:pt x="3171825" y="253523"/>
                </a:lnTo>
                <a:lnTo>
                  <a:pt x="2588400" y="253523"/>
                </a:lnTo>
                <a:lnTo>
                  <a:pt x="2561990" y="251246"/>
                </a:lnTo>
                <a:lnTo>
                  <a:pt x="2561846" y="251233"/>
                </a:lnTo>
                <a:lnTo>
                  <a:pt x="2401124" y="236277"/>
                </a:lnTo>
                <a:lnTo>
                  <a:pt x="2296717" y="226684"/>
                </a:lnTo>
                <a:lnTo>
                  <a:pt x="2224517" y="220445"/>
                </a:lnTo>
                <a:lnTo>
                  <a:pt x="2168551" y="215994"/>
                </a:lnTo>
                <a:lnTo>
                  <a:pt x="2120511" y="212658"/>
                </a:lnTo>
                <a:lnTo>
                  <a:pt x="2072468" y="209655"/>
                </a:lnTo>
                <a:lnTo>
                  <a:pt x="2032476" y="207545"/>
                </a:lnTo>
                <a:lnTo>
                  <a:pt x="1992500" y="205768"/>
                </a:lnTo>
                <a:lnTo>
                  <a:pt x="1952494" y="204434"/>
                </a:lnTo>
                <a:lnTo>
                  <a:pt x="1912458" y="203322"/>
                </a:lnTo>
                <a:lnTo>
                  <a:pt x="1872423" y="202544"/>
                </a:lnTo>
                <a:lnTo>
                  <a:pt x="1808188" y="201652"/>
                </a:lnTo>
                <a:lnTo>
                  <a:pt x="1760079" y="200982"/>
                </a:lnTo>
                <a:lnTo>
                  <a:pt x="1760006" y="200981"/>
                </a:lnTo>
                <a:lnTo>
                  <a:pt x="1727859" y="200423"/>
                </a:lnTo>
                <a:lnTo>
                  <a:pt x="1727538" y="200415"/>
                </a:lnTo>
                <a:lnTo>
                  <a:pt x="1703428" y="199633"/>
                </a:lnTo>
                <a:lnTo>
                  <a:pt x="1703329" y="199630"/>
                </a:lnTo>
                <a:lnTo>
                  <a:pt x="1679219" y="198737"/>
                </a:lnTo>
                <a:lnTo>
                  <a:pt x="1678825" y="198719"/>
                </a:lnTo>
                <a:lnTo>
                  <a:pt x="1654714" y="197379"/>
                </a:lnTo>
                <a:lnTo>
                  <a:pt x="1654420" y="197361"/>
                </a:lnTo>
                <a:lnTo>
                  <a:pt x="1630309" y="195686"/>
                </a:lnTo>
                <a:lnTo>
                  <a:pt x="1629722" y="195638"/>
                </a:lnTo>
                <a:lnTo>
                  <a:pt x="1605612" y="193294"/>
                </a:lnTo>
                <a:lnTo>
                  <a:pt x="1605127" y="193241"/>
                </a:lnTo>
                <a:lnTo>
                  <a:pt x="1581017" y="190339"/>
                </a:lnTo>
                <a:lnTo>
                  <a:pt x="1580439" y="190261"/>
                </a:lnTo>
                <a:lnTo>
                  <a:pt x="1556329" y="186689"/>
                </a:lnTo>
                <a:lnTo>
                  <a:pt x="1555664" y="186580"/>
                </a:lnTo>
                <a:lnTo>
                  <a:pt x="1531554" y="182227"/>
                </a:lnTo>
                <a:lnTo>
                  <a:pt x="1530647" y="182043"/>
                </a:lnTo>
                <a:lnTo>
                  <a:pt x="1498500" y="174787"/>
                </a:lnTo>
                <a:lnTo>
                  <a:pt x="1497553" y="174550"/>
                </a:lnTo>
                <a:lnTo>
                  <a:pt x="1465406" y="165732"/>
                </a:lnTo>
                <a:lnTo>
                  <a:pt x="1464352" y="165414"/>
                </a:lnTo>
                <a:lnTo>
                  <a:pt x="1424169" y="152131"/>
                </a:lnTo>
                <a:lnTo>
                  <a:pt x="1423113" y="151751"/>
                </a:lnTo>
                <a:lnTo>
                  <a:pt x="1383041" y="136124"/>
                </a:lnTo>
                <a:lnTo>
                  <a:pt x="1382147" y="135752"/>
                </a:lnTo>
                <a:lnTo>
                  <a:pt x="1293789" y="96593"/>
                </a:lnTo>
                <a:lnTo>
                  <a:pt x="1246081" y="75721"/>
                </a:lnTo>
                <a:lnTo>
                  <a:pt x="1214880" y="63804"/>
                </a:lnTo>
                <a:lnTo>
                  <a:pt x="1191854" y="56235"/>
                </a:lnTo>
                <a:lnTo>
                  <a:pt x="1168902" y="50179"/>
                </a:lnTo>
                <a:lnTo>
                  <a:pt x="1153941" y="47062"/>
                </a:lnTo>
                <a:lnTo>
                  <a:pt x="1139013" y="44781"/>
                </a:lnTo>
                <a:lnTo>
                  <a:pt x="1123961" y="43318"/>
                </a:lnTo>
                <a:lnTo>
                  <a:pt x="1116662" y="42912"/>
                </a:lnTo>
                <a:lnTo>
                  <a:pt x="1109365" y="42709"/>
                </a:lnTo>
                <a:lnTo>
                  <a:pt x="1101922" y="42813"/>
                </a:lnTo>
                <a:lnTo>
                  <a:pt x="1094477" y="43020"/>
                </a:lnTo>
                <a:lnTo>
                  <a:pt x="1087323" y="43516"/>
                </a:lnTo>
                <a:lnTo>
                  <a:pt x="1072338" y="45181"/>
                </a:lnTo>
                <a:lnTo>
                  <a:pt x="1057644" y="47732"/>
                </a:lnTo>
                <a:lnTo>
                  <a:pt x="1035156" y="53276"/>
                </a:lnTo>
                <a:lnTo>
                  <a:pt x="1012569" y="60700"/>
                </a:lnTo>
                <a:lnTo>
                  <a:pt x="981887" y="73378"/>
                </a:lnTo>
                <a:lnTo>
                  <a:pt x="943003" y="92928"/>
                </a:lnTo>
                <a:lnTo>
                  <a:pt x="879389" y="130036"/>
                </a:lnTo>
                <a:lnTo>
                  <a:pt x="807163" y="173283"/>
                </a:lnTo>
                <a:lnTo>
                  <a:pt x="806431" y="173702"/>
                </a:lnTo>
                <a:lnTo>
                  <a:pt x="758210" y="200044"/>
                </a:lnTo>
                <a:lnTo>
                  <a:pt x="757135" y="200593"/>
                </a:lnTo>
                <a:lnTo>
                  <a:pt x="716951" y="219680"/>
                </a:lnTo>
                <a:lnTo>
                  <a:pt x="715944" y="220127"/>
                </a:lnTo>
                <a:lnTo>
                  <a:pt x="683797" y="233410"/>
                </a:lnTo>
                <a:lnTo>
                  <a:pt x="682771" y="233803"/>
                </a:lnTo>
                <a:lnTo>
                  <a:pt x="650624" y="245189"/>
                </a:lnTo>
                <a:lnTo>
                  <a:pt x="649625" y="245515"/>
                </a:lnTo>
                <a:close/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1C0B81-9BE0-4A2C-B52A-23677FE6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623" y="1767632"/>
            <a:ext cx="691046" cy="508992"/>
          </a:xfrm>
          <a:custGeom xmlns:a="http://schemas.openxmlformats.org/drawingml/2006/main">
            <a:pathLst>
              <a:path w="691046" h="508992">
                <a:moveTo>
                  <a:pt x="666936" y="508769"/>
                </a:moveTo>
                <a:lnTo>
                  <a:pt x="658899" y="508769"/>
                </a:lnTo>
                <a:lnTo>
                  <a:pt x="650863" y="508546"/>
                </a:lnTo>
                <a:lnTo>
                  <a:pt x="642826" y="508434"/>
                </a:lnTo>
                <a:lnTo>
                  <a:pt x="626752" y="507764"/>
                </a:lnTo>
                <a:lnTo>
                  <a:pt x="618716" y="507318"/>
                </a:lnTo>
                <a:lnTo>
                  <a:pt x="610679" y="506648"/>
                </a:lnTo>
                <a:lnTo>
                  <a:pt x="602642" y="505644"/>
                </a:lnTo>
                <a:lnTo>
                  <a:pt x="594606" y="504416"/>
                </a:lnTo>
                <a:lnTo>
                  <a:pt x="586569" y="502853"/>
                </a:lnTo>
                <a:lnTo>
                  <a:pt x="578532" y="500844"/>
                </a:lnTo>
                <a:lnTo>
                  <a:pt x="570495" y="498165"/>
                </a:lnTo>
                <a:lnTo>
                  <a:pt x="562459" y="494816"/>
                </a:lnTo>
                <a:lnTo>
                  <a:pt x="554422" y="490575"/>
                </a:lnTo>
                <a:lnTo>
                  <a:pt x="546385" y="485329"/>
                </a:lnTo>
                <a:lnTo>
                  <a:pt x="538349" y="478966"/>
                </a:lnTo>
                <a:lnTo>
                  <a:pt x="530312" y="471153"/>
                </a:lnTo>
                <a:lnTo>
                  <a:pt x="522275" y="461776"/>
                </a:lnTo>
                <a:lnTo>
                  <a:pt x="514238" y="450614"/>
                </a:lnTo>
                <a:lnTo>
                  <a:pt x="506202" y="437666"/>
                </a:lnTo>
                <a:lnTo>
                  <a:pt x="498165" y="422597"/>
                </a:lnTo>
                <a:lnTo>
                  <a:pt x="490128" y="405296"/>
                </a:lnTo>
                <a:lnTo>
                  <a:pt x="482092" y="385874"/>
                </a:lnTo>
                <a:lnTo>
                  <a:pt x="474055" y="364220"/>
                </a:lnTo>
                <a:lnTo>
                  <a:pt x="466018" y="340333"/>
                </a:lnTo>
                <a:lnTo>
                  <a:pt x="457981" y="314548"/>
                </a:lnTo>
                <a:lnTo>
                  <a:pt x="449945" y="286978"/>
                </a:lnTo>
                <a:lnTo>
                  <a:pt x="441908" y="258068"/>
                </a:lnTo>
                <a:lnTo>
                  <a:pt x="433871" y="228042"/>
                </a:lnTo>
                <a:lnTo>
                  <a:pt x="425834" y="197458"/>
                </a:lnTo>
                <a:lnTo>
                  <a:pt x="417798" y="166985"/>
                </a:lnTo>
                <a:lnTo>
                  <a:pt x="409761" y="137294"/>
                </a:lnTo>
                <a:lnTo>
                  <a:pt x="401724" y="108831"/>
                </a:lnTo>
                <a:lnTo>
                  <a:pt x="393688" y="82376"/>
                </a:lnTo>
                <a:lnTo>
                  <a:pt x="385651" y="58824"/>
                </a:lnTo>
                <a:lnTo>
                  <a:pt x="377614" y="38398"/>
                </a:lnTo>
                <a:lnTo>
                  <a:pt x="369577" y="21989"/>
                </a:lnTo>
                <a:lnTo>
                  <a:pt x="361541" y="9823"/>
                </a:lnTo>
                <a:lnTo>
                  <a:pt x="353616" y="2456"/>
                </a:lnTo>
                <a:lnTo>
                  <a:pt x="345467" y="0"/>
                </a:lnTo>
                <a:lnTo>
                  <a:pt x="337431" y="2456"/>
                </a:lnTo>
                <a:lnTo>
                  <a:pt x="329394" y="9823"/>
                </a:lnTo>
                <a:lnTo>
                  <a:pt x="321469" y="21989"/>
                </a:lnTo>
                <a:lnTo>
                  <a:pt x="313432" y="38398"/>
                </a:lnTo>
                <a:lnTo>
                  <a:pt x="305395" y="58824"/>
                </a:lnTo>
                <a:lnTo>
                  <a:pt x="297247" y="82376"/>
                </a:lnTo>
                <a:lnTo>
                  <a:pt x="289322" y="108831"/>
                </a:lnTo>
                <a:lnTo>
                  <a:pt x="281285" y="137294"/>
                </a:lnTo>
                <a:lnTo>
                  <a:pt x="273248" y="166985"/>
                </a:lnTo>
                <a:lnTo>
                  <a:pt x="265212" y="197458"/>
                </a:lnTo>
                <a:lnTo>
                  <a:pt x="257175" y="228042"/>
                </a:lnTo>
                <a:lnTo>
                  <a:pt x="249138" y="258068"/>
                </a:lnTo>
                <a:lnTo>
                  <a:pt x="241102" y="286978"/>
                </a:lnTo>
                <a:lnTo>
                  <a:pt x="233065" y="314548"/>
                </a:lnTo>
                <a:lnTo>
                  <a:pt x="225028" y="340333"/>
                </a:lnTo>
                <a:lnTo>
                  <a:pt x="216991" y="364220"/>
                </a:lnTo>
                <a:lnTo>
                  <a:pt x="208955" y="385874"/>
                </a:lnTo>
                <a:lnTo>
                  <a:pt x="200918" y="405296"/>
                </a:lnTo>
                <a:lnTo>
                  <a:pt x="192881" y="422597"/>
                </a:lnTo>
                <a:lnTo>
                  <a:pt x="184845" y="437666"/>
                </a:lnTo>
                <a:lnTo>
                  <a:pt x="176808" y="450614"/>
                </a:lnTo>
                <a:lnTo>
                  <a:pt x="168771" y="461776"/>
                </a:lnTo>
                <a:lnTo>
                  <a:pt x="160734" y="471153"/>
                </a:lnTo>
                <a:lnTo>
                  <a:pt x="152698" y="478966"/>
                </a:lnTo>
                <a:lnTo>
                  <a:pt x="144661" y="485329"/>
                </a:lnTo>
                <a:lnTo>
                  <a:pt x="136624" y="490575"/>
                </a:lnTo>
                <a:lnTo>
                  <a:pt x="128588" y="494816"/>
                </a:lnTo>
                <a:lnTo>
                  <a:pt x="120551" y="498165"/>
                </a:lnTo>
                <a:lnTo>
                  <a:pt x="112514" y="500844"/>
                </a:lnTo>
                <a:lnTo>
                  <a:pt x="104477" y="502853"/>
                </a:lnTo>
                <a:lnTo>
                  <a:pt x="96441" y="504416"/>
                </a:lnTo>
                <a:lnTo>
                  <a:pt x="88404" y="505644"/>
                </a:lnTo>
                <a:lnTo>
                  <a:pt x="80367" y="506648"/>
                </a:lnTo>
                <a:lnTo>
                  <a:pt x="72330" y="507318"/>
                </a:lnTo>
                <a:lnTo>
                  <a:pt x="64294" y="507764"/>
                </a:lnTo>
                <a:lnTo>
                  <a:pt x="48220" y="508434"/>
                </a:lnTo>
                <a:lnTo>
                  <a:pt x="40184" y="508546"/>
                </a:lnTo>
                <a:lnTo>
                  <a:pt x="32147" y="508769"/>
                </a:lnTo>
                <a:lnTo>
                  <a:pt x="24110" y="508769"/>
                </a:lnTo>
                <a:lnTo>
                  <a:pt x="16073" y="508881"/>
                </a:lnTo>
                <a:lnTo>
                  <a:pt x="8037" y="508881"/>
                </a:lnTo>
                <a:lnTo>
                  <a:pt x="0" y="508992"/>
                </a:lnTo>
                <a:lnTo>
                  <a:pt x="691046" y="508992"/>
                </a:lnTo>
                <a:lnTo>
                  <a:pt x="683009" y="508881"/>
                </a:lnTo>
                <a:lnTo>
                  <a:pt x="674973" y="508881"/>
                </a:lnTo>
                <a:lnTo>
                  <a:pt x="666936" y="508769"/>
                </a:lnTo>
                <a:close/>
              </a:path>
            </a:pathLst>
          </a:custGeom>
          <a:solidFill xmlns:a="http://schemas.openxmlformats.org/drawingml/2006/main">
            <a:srgbClr val="FF5961">
              <a:alpha val="27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2EEC46C-1BEA-4879-8FE2-841C1686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558" y="1746288"/>
            <a:ext cx="3171825" cy="530336"/>
          </a:xfrm>
          <a:custGeom xmlns:a="http://schemas.openxmlformats.org/drawingml/2006/main">
            <a:pathLst>
              <a:path w="3171825" h="530336">
                <a:moveTo>
                  <a:pt x="461581" y="525061"/>
                </a:moveTo>
                <a:lnTo>
                  <a:pt x="452645" y="530336"/>
                </a:lnTo>
                <a:lnTo>
                  <a:pt x="0" y="530336"/>
                </a:lnTo>
                <a:lnTo>
                  <a:pt x="0" y="508816"/>
                </a:lnTo>
                <a:lnTo>
                  <a:pt x="330025" y="508759"/>
                </a:lnTo>
                <a:lnTo>
                  <a:pt x="353692" y="508430"/>
                </a:lnTo>
                <a:lnTo>
                  <a:pt x="369174" y="507785"/>
                </a:lnTo>
                <a:lnTo>
                  <a:pt x="384221" y="506740"/>
                </a:lnTo>
                <a:lnTo>
                  <a:pt x="398715" y="504727"/>
                </a:lnTo>
                <a:lnTo>
                  <a:pt x="412484" y="501667"/>
                </a:lnTo>
                <a:lnTo>
                  <a:pt x="425406" y="496821"/>
                </a:lnTo>
                <a:lnTo>
                  <a:pt x="438124" y="489315"/>
                </a:lnTo>
                <a:lnTo>
                  <a:pt x="451198" y="477784"/>
                </a:lnTo>
                <a:lnTo>
                  <a:pt x="465113" y="460003"/>
                </a:lnTo>
                <a:lnTo>
                  <a:pt x="479848" y="434319"/>
                </a:lnTo>
                <a:lnTo>
                  <a:pt x="495087" y="399503"/>
                </a:lnTo>
                <a:lnTo>
                  <a:pt x="518702" y="329641"/>
                </a:lnTo>
                <a:lnTo>
                  <a:pt x="550685" y="213148"/>
                </a:lnTo>
                <a:lnTo>
                  <a:pt x="550705" y="213075"/>
                </a:lnTo>
                <a:lnTo>
                  <a:pt x="582741" y="97993"/>
                </a:lnTo>
                <a:lnTo>
                  <a:pt x="583272" y="96345"/>
                </a:lnTo>
                <a:lnTo>
                  <a:pt x="599457" y="52366"/>
                </a:lnTo>
                <a:lnTo>
                  <a:pt x="600096" y="50820"/>
                </a:lnTo>
                <a:lnTo>
                  <a:pt x="600855" y="49328"/>
                </a:lnTo>
                <a:lnTo>
                  <a:pt x="616817" y="20753"/>
                </a:lnTo>
                <a:lnTo>
                  <a:pt x="617519" y="19584"/>
                </a:lnTo>
                <a:lnTo>
                  <a:pt x="618295" y="18462"/>
                </a:lnTo>
                <a:lnTo>
                  <a:pt x="619142" y="17392"/>
                </a:lnTo>
                <a:lnTo>
                  <a:pt x="620054" y="16379"/>
                </a:lnTo>
                <a:lnTo>
                  <a:pt x="621030" y="15425"/>
                </a:lnTo>
                <a:lnTo>
                  <a:pt x="629066" y="8058"/>
                </a:lnTo>
                <a:lnTo>
                  <a:pt x="630096" y="7173"/>
                </a:lnTo>
                <a:lnTo>
                  <a:pt x="631181" y="6354"/>
                </a:lnTo>
                <a:lnTo>
                  <a:pt x="632315" y="5606"/>
                </a:lnTo>
                <a:lnTo>
                  <a:pt x="633494" y="4932"/>
                </a:lnTo>
                <a:lnTo>
                  <a:pt x="634714" y="4335"/>
                </a:lnTo>
                <a:lnTo>
                  <a:pt x="635970" y="3816"/>
                </a:lnTo>
                <a:lnTo>
                  <a:pt x="637256" y="3378"/>
                </a:lnTo>
                <a:lnTo>
                  <a:pt x="645292" y="922"/>
                </a:lnTo>
                <a:lnTo>
                  <a:pt x="646642" y="557"/>
                </a:lnTo>
                <a:lnTo>
                  <a:pt x="648012" y="282"/>
                </a:lnTo>
                <a:lnTo>
                  <a:pt x="649398" y="97"/>
                </a:lnTo>
                <a:lnTo>
                  <a:pt x="650793" y="3"/>
                </a:lnTo>
                <a:lnTo>
                  <a:pt x="652190" y="0"/>
                </a:lnTo>
                <a:lnTo>
                  <a:pt x="653585" y="89"/>
                </a:lnTo>
                <a:lnTo>
                  <a:pt x="654972" y="269"/>
                </a:lnTo>
                <a:lnTo>
                  <a:pt x="656343" y="539"/>
                </a:lnTo>
                <a:lnTo>
                  <a:pt x="657694" y="898"/>
                </a:lnTo>
                <a:lnTo>
                  <a:pt x="665842" y="3354"/>
                </a:lnTo>
                <a:lnTo>
                  <a:pt x="667161" y="3798"/>
                </a:lnTo>
                <a:lnTo>
                  <a:pt x="668447" y="4328"/>
                </a:lnTo>
                <a:lnTo>
                  <a:pt x="669697" y="4940"/>
                </a:lnTo>
                <a:lnTo>
                  <a:pt x="670904" y="5633"/>
                </a:lnTo>
                <a:lnTo>
                  <a:pt x="672063" y="6402"/>
                </a:lnTo>
                <a:lnTo>
                  <a:pt x="673170" y="7246"/>
                </a:lnTo>
                <a:lnTo>
                  <a:pt x="674219" y="8159"/>
                </a:lnTo>
                <a:lnTo>
                  <a:pt x="682144" y="15526"/>
                </a:lnTo>
                <a:lnTo>
                  <a:pt x="683049" y="16419"/>
                </a:lnTo>
                <a:lnTo>
                  <a:pt x="683899" y="17364"/>
                </a:lnTo>
                <a:lnTo>
                  <a:pt x="684691" y="18358"/>
                </a:lnTo>
                <a:lnTo>
                  <a:pt x="685423" y="19397"/>
                </a:lnTo>
                <a:lnTo>
                  <a:pt x="693460" y="31564"/>
                </a:lnTo>
                <a:lnTo>
                  <a:pt x="694106" y="32606"/>
                </a:lnTo>
                <a:lnTo>
                  <a:pt x="694691" y="33683"/>
                </a:lnTo>
                <a:lnTo>
                  <a:pt x="695214" y="34793"/>
                </a:lnTo>
                <a:lnTo>
                  <a:pt x="711287" y="71628"/>
                </a:lnTo>
                <a:lnTo>
                  <a:pt x="711740" y="72750"/>
                </a:lnTo>
                <a:lnTo>
                  <a:pt x="712128" y="73896"/>
                </a:lnTo>
                <a:lnTo>
                  <a:pt x="736238" y="152366"/>
                </a:lnTo>
                <a:lnTo>
                  <a:pt x="736404" y="152936"/>
                </a:lnTo>
                <a:lnTo>
                  <a:pt x="792419" y="355099"/>
                </a:lnTo>
                <a:lnTo>
                  <a:pt x="815820" y="418153"/>
                </a:lnTo>
                <a:lnTo>
                  <a:pt x="830788" y="448296"/>
                </a:lnTo>
                <a:lnTo>
                  <a:pt x="845135" y="469816"/>
                </a:lnTo>
                <a:lnTo>
                  <a:pt x="858596" y="484212"/>
                </a:lnTo>
                <a:lnTo>
                  <a:pt x="871390" y="493452"/>
                </a:lnTo>
                <a:lnTo>
                  <a:pt x="884156" y="499480"/>
                </a:lnTo>
                <a:lnTo>
                  <a:pt x="897465" y="503362"/>
                </a:lnTo>
                <a:lnTo>
                  <a:pt x="911643" y="505824"/>
                </a:lnTo>
                <a:lnTo>
                  <a:pt x="926407" y="507362"/>
                </a:lnTo>
                <a:lnTo>
                  <a:pt x="941669" y="508103"/>
                </a:lnTo>
                <a:lnTo>
                  <a:pt x="965320" y="508760"/>
                </a:lnTo>
                <a:lnTo>
                  <a:pt x="1005207" y="508982"/>
                </a:lnTo>
                <a:lnTo>
                  <a:pt x="3171825" y="508982"/>
                </a:lnTo>
                <a:lnTo>
                  <a:pt x="3171825" y="530336"/>
                </a:lnTo>
                <a:lnTo>
                  <a:pt x="849700" y="530336"/>
                </a:lnTo>
                <a:lnTo>
                  <a:pt x="849071" y="529964"/>
                </a:lnTo>
                <a:lnTo>
                  <a:pt x="847985" y="529229"/>
                </a:lnTo>
                <a:lnTo>
                  <a:pt x="831911" y="517621"/>
                </a:lnTo>
                <a:lnTo>
                  <a:pt x="830822" y="516779"/>
                </a:lnTo>
                <a:lnTo>
                  <a:pt x="829789" y="515869"/>
                </a:lnTo>
                <a:lnTo>
                  <a:pt x="828816" y="514894"/>
                </a:lnTo>
                <a:lnTo>
                  <a:pt x="812743" y="497704"/>
                </a:lnTo>
                <a:lnTo>
                  <a:pt x="811970" y="496831"/>
                </a:lnTo>
                <a:lnTo>
                  <a:pt x="811246" y="495917"/>
                </a:lnTo>
                <a:lnTo>
                  <a:pt x="810573" y="494965"/>
                </a:lnTo>
                <a:lnTo>
                  <a:pt x="794499" y="470855"/>
                </a:lnTo>
                <a:lnTo>
                  <a:pt x="793783" y="469702"/>
                </a:lnTo>
                <a:lnTo>
                  <a:pt x="793141" y="468507"/>
                </a:lnTo>
                <a:lnTo>
                  <a:pt x="777068" y="436137"/>
                </a:lnTo>
                <a:lnTo>
                  <a:pt x="776594" y="435115"/>
                </a:lnTo>
                <a:lnTo>
                  <a:pt x="776174" y="434070"/>
                </a:lnTo>
                <a:lnTo>
                  <a:pt x="752064" y="369106"/>
                </a:lnTo>
                <a:lnTo>
                  <a:pt x="751505" y="367378"/>
                </a:lnTo>
                <a:lnTo>
                  <a:pt x="695327" y="164625"/>
                </a:lnTo>
                <a:lnTo>
                  <a:pt x="671660" y="87598"/>
                </a:lnTo>
                <a:lnTo>
                  <a:pt x="656809" y="53563"/>
                </a:lnTo>
                <a:lnTo>
                  <a:pt x="651715" y="45852"/>
                </a:lnTo>
                <a:lnTo>
                  <a:pt x="638957" y="68690"/>
                </a:lnTo>
                <a:lnTo>
                  <a:pt x="623651" y="110281"/>
                </a:lnTo>
                <a:lnTo>
                  <a:pt x="591858" y="224491"/>
                </a:lnTo>
                <a:lnTo>
                  <a:pt x="559722" y="341545"/>
                </a:lnTo>
                <a:lnTo>
                  <a:pt x="559359" y="342730"/>
                </a:lnTo>
                <a:lnTo>
                  <a:pt x="535249" y="414056"/>
                </a:lnTo>
                <a:lnTo>
                  <a:pt x="534582" y="415780"/>
                </a:lnTo>
                <a:lnTo>
                  <a:pt x="518508" y="452503"/>
                </a:lnTo>
                <a:lnTo>
                  <a:pt x="518016" y="453549"/>
                </a:lnTo>
                <a:lnTo>
                  <a:pt x="517468" y="454567"/>
                </a:lnTo>
                <a:lnTo>
                  <a:pt x="501395" y="482584"/>
                </a:lnTo>
                <a:lnTo>
                  <a:pt x="500587" y="483882"/>
                </a:lnTo>
                <a:lnTo>
                  <a:pt x="499689" y="485118"/>
                </a:lnTo>
                <a:lnTo>
                  <a:pt x="483616" y="505657"/>
                </a:lnTo>
                <a:lnTo>
                  <a:pt x="482777" y="506663"/>
                </a:lnTo>
                <a:lnTo>
                  <a:pt x="481879" y="507615"/>
                </a:lnTo>
                <a:lnTo>
                  <a:pt x="480924" y="508511"/>
                </a:lnTo>
                <a:lnTo>
                  <a:pt x="464850" y="522687"/>
                </a:lnTo>
                <a:lnTo>
                  <a:pt x="463811" y="523547"/>
                </a:lnTo>
                <a:lnTo>
                  <a:pt x="462720" y="524339"/>
                </a:lnTo>
                <a:lnTo>
                  <a:pt x="461581" y="525061"/>
                </a:lnTo>
                <a:close/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861FB1-366B-442A-BEDD-DDCEC98D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558" y="1346150"/>
            <a:ext cx="3171825" cy="930473"/>
          </a:xfrm>
          <a:custGeom xmlns:a="http://schemas.openxmlformats.org/drawingml/2006/main">
            <a:pathLst>
              <a:path w="3171825" h="930473" fill="none">
                <a:moveTo>
                  <a:pt x="0" y="930473"/>
                </a:moveTo>
                <a:lnTo>
                  <a:pt x="3171825" y="930473"/>
                </a:lnTo>
                <a:lnTo>
                  <a:pt x="3171825" y="0"/>
                </a:lnTo>
                <a:lnTo>
                  <a:pt x="0" y="0"/>
                </a:lnTo>
                <a:lnTo>
                  <a:pt x="0" y="930473"/>
                </a:lnTo>
                <a:close/>
                <a:moveTo>
                  <a:pt x="0" y="930473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2535A-3F26-4DF4-B800-BA431C62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53" y="1403077"/>
            <a:ext cx="3171825" cy="930473"/>
          </a:xfrm>
          <a:custGeom xmlns:a="http://schemas.openxmlformats.org/drawingml/2006/main">
            <a:pathLst>
              <a:path w="3171825" h="930473">
                <a:moveTo>
                  <a:pt x="0" y="930473"/>
                </a:moveTo>
                <a:lnTo>
                  <a:pt x="0" y="0"/>
                </a:lnTo>
                <a:lnTo>
                  <a:pt x="3171825" y="0"/>
                </a:lnTo>
                <a:lnTo>
                  <a:pt x="3171825" y="930473"/>
                </a:lnTo>
                <a:lnTo>
                  <a:pt x="0" y="930473"/>
                </a:lnTo>
                <a:close/>
                <a:moveTo>
                  <a:pt x="0" y="930473"/>
                </a:moveTo>
              </a:path>
            </a:pathLst>
          </a:custGeom>
          <a:solidFill xmlns:a="http://schemas.openxmlformats.org/drawingml/2006/main">
            <a:srgbClr val="FFFFFF">
              <a:alpha val="895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2888C-B1EB-4884-BB54-6B5C0092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53" y="2084301"/>
            <a:ext cx="3171825" cy="249250"/>
          </a:xfrm>
          <a:custGeom xmlns:a="http://schemas.openxmlformats.org/drawingml/2006/main">
            <a:pathLst>
              <a:path w="3171825" h="249250">
                <a:moveTo>
                  <a:pt x="3166356" y="243111"/>
                </a:moveTo>
                <a:lnTo>
                  <a:pt x="3110099" y="241548"/>
                </a:lnTo>
                <a:lnTo>
                  <a:pt x="3102062" y="241213"/>
                </a:lnTo>
                <a:lnTo>
                  <a:pt x="3077952" y="240543"/>
                </a:lnTo>
                <a:lnTo>
                  <a:pt x="3069915" y="240209"/>
                </a:lnTo>
                <a:lnTo>
                  <a:pt x="3061878" y="239985"/>
                </a:lnTo>
                <a:lnTo>
                  <a:pt x="3053953" y="239650"/>
                </a:lnTo>
                <a:lnTo>
                  <a:pt x="3045805" y="239427"/>
                </a:lnTo>
                <a:lnTo>
                  <a:pt x="3029731" y="238758"/>
                </a:lnTo>
                <a:lnTo>
                  <a:pt x="3021806" y="238423"/>
                </a:lnTo>
                <a:lnTo>
                  <a:pt x="3013770" y="238199"/>
                </a:lnTo>
                <a:lnTo>
                  <a:pt x="3005621" y="237865"/>
                </a:lnTo>
                <a:lnTo>
                  <a:pt x="2997584" y="237530"/>
                </a:lnTo>
                <a:lnTo>
                  <a:pt x="2989659" y="237195"/>
                </a:lnTo>
                <a:lnTo>
                  <a:pt x="2981623" y="236860"/>
                </a:lnTo>
                <a:lnTo>
                  <a:pt x="2973586" y="236414"/>
                </a:lnTo>
                <a:lnTo>
                  <a:pt x="2949476" y="235409"/>
                </a:lnTo>
                <a:lnTo>
                  <a:pt x="2941439" y="234962"/>
                </a:lnTo>
                <a:lnTo>
                  <a:pt x="2933402" y="234628"/>
                </a:lnTo>
                <a:lnTo>
                  <a:pt x="2925366" y="234181"/>
                </a:lnTo>
                <a:lnTo>
                  <a:pt x="2917329" y="233846"/>
                </a:lnTo>
                <a:lnTo>
                  <a:pt x="2885182" y="232060"/>
                </a:lnTo>
                <a:lnTo>
                  <a:pt x="2877145" y="231725"/>
                </a:lnTo>
                <a:lnTo>
                  <a:pt x="2869109" y="231167"/>
                </a:lnTo>
                <a:lnTo>
                  <a:pt x="2836962" y="229381"/>
                </a:lnTo>
                <a:lnTo>
                  <a:pt x="2828925" y="228823"/>
                </a:lnTo>
                <a:lnTo>
                  <a:pt x="2820888" y="228377"/>
                </a:lnTo>
                <a:lnTo>
                  <a:pt x="2812852" y="227819"/>
                </a:lnTo>
                <a:lnTo>
                  <a:pt x="2804815" y="227372"/>
                </a:lnTo>
                <a:lnTo>
                  <a:pt x="2780705" y="225698"/>
                </a:lnTo>
                <a:lnTo>
                  <a:pt x="2772668" y="225251"/>
                </a:lnTo>
                <a:lnTo>
                  <a:pt x="2748558" y="223577"/>
                </a:lnTo>
                <a:lnTo>
                  <a:pt x="2740521" y="222907"/>
                </a:lnTo>
                <a:lnTo>
                  <a:pt x="2724448" y="221791"/>
                </a:lnTo>
                <a:lnTo>
                  <a:pt x="2716411" y="221121"/>
                </a:lnTo>
                <a:lnTo>
                  <a:pt x="2700337" y="220005"/>
                </a:lnTo>
                <a:lnTo>
                  <a:pt x="2684264" y="218666"/>
                </a:lnTo>
                <a:lnTo>
                  <a:pt x="2676227" y="218108"/>
                </a:lnTo>
                <a:lnTo>
                  <a:pt x="2652117" y="216098"/>
                </a:lnTo>
                <a:lnTo>
                  <a:pt x="2644080" y="215540"/>
                </a:lnTo>
                <a:lnTo>
                  <a:pt x="2636155" y="214871"/>
                </a:lnTo>
                <a:lnTo>
                  <a:pt x="2628007" y="214201"/>
                </a:lnTo>
                <a:lnTo>
                  <a:pt x="2619970" y="213531"/>
                </a:lnTo>
                <a:lnTo>
                  <a:pt x="2612045" y="212750"/>
                </a:lnTo>
                <a:lnTo>
                  <a:pt x="2595972" y="211410"/>
                </a:lnTo>
                <a:lnTo>
                  <a:pt x="2587823" y="210741"/>
                </a:lnTo>
                <a:lnTo>
                  <a:pt x="2579898" y="209959"/>
                </a:lnTo>
                <a:lnTo>
                  <a:pt x="2563825" y="208620"/>
                </a:lnTo>
                <a:lnTo>
                  <a:pt x="2555788" y="207838"/>
                </a:lnTo>
                <a:lnTo>
                  <a:pt x="2547751" y="207169"/>
                </a:lnTo>
                <a:lnTo>
                  <a:pt x="2539715" y="206387"/>
                </a:lnTo>
                <a:lnTo>
                  <a:pt x="2531678" y="205718"/>
                </a:lnTo>
                <a:lnTo>
                  <a:pt x="2523641" y="204936"/>
                </a:lnTo>
                <a:lnTo>
                  <a:pt x="2515605" y="204267"/>
                </a:lnTo>
                <a:lnTo>
                  <a:pt x="2499531" y="202704"/>
                </a:lnTo>
                <a:lnTo>
                  <a:pt x="2491494" y="202034"/>
                </a:lnTo>
                <a:lnTo>
                  <a:pt x="2467384" y="199690"/>
                </a:lnTo>
                <a:lnTo>
                  <a:pt x="2459348" y="199020"/>
                </a:lnTo>
                <a:lnTo>
                  <a:pt x="2435237" y="196676"/>
                </a:lnTo>
                <a:lnTo>
                  <a:pt x="2427201" y="196007"/>
                </a:lnTo>
                <a:lnTo>
                  <a:pt x="2387017" y="192100"/>
                </a:lnTo>
                <a:lnTo>
                  <a:pt x="2378980" y="191430"/>
                </a:lnTo>
                <a:lnTo>
                  <a:pt x="2362907" y="189867"/>
                </a:lnTo>
                <a:lnTo>
                  <a:pt x="2354870" y="189198"/>
                </a:lnTo>
                <a:lnTo>
                  <a:pt x="2338797" y="187635"/>
                </a:lnTo>
                <a:lnTo>
                  <a:pt x="2330760" y="186965"/>
                </a:lnTo>
                <a:lnTo>
                  <a:pt x="2322723" y="186184"/>
                </a:lnTo>
                <a:lnTo>
                  <a:pt x="2314687" y="185514"/>
                </a:lnTo>
                <a:lnTo>
                  <a:pt x="2306650" y="184733"/>
                </a:lnTo>
                <a:lnTo>
                  <a:pt x="2298613" y="184063"/>
                </a:lnTo>
                <a:lnTo>
                  <a:pt x="2290576" y="183282"/>
                </a:lnTo>
                <a:lnTo>
                  <a:pt x="2282540" y="182612"/>
                </a:lnTo>
                <a:lnTo>
                  <a:pt x="2274503" y="181831"/>
                </a:lnTo>
                <a:lnTo>
                  <a:pt x="2266466" y="181161"/>
                </a:lnTo>
                <a:lnTo>
                  <a:pt x="2258541" y="180491"/>
                </a:lnTo>
                <a:lnTo>
                  <a:pt x="2250393" y="179822"/>
                </a:lnTo>
                <a:lnTo>
                  <a:pt x="2234319" y="178482"/>
                </a:lnTo>
                <a:lnTo>
                  <a:pt x="2226394" y="177701"/>
                </a:lnTo>
                <a:lnTo>
                  <a:pt x="2218358" y="177143"/>
                </a:lnTo>
                <a:lnTo>
                  <a:pt x="2210209" y="176473"/>
                </a:lnTo>
                <a:lnTo>
                  <a:pt x="2202284" y="175803"/>
                </a:lnTo>
                <a:lnTo>
                  <a:pt x="2194247" y="175134"/>
                </a:lnTo>
                <a:lnTo>
                  <a:pt x="2186211" y="174575"/>
                </a:lnTo>
                <a:lnTo>
                  <a:pt x="2178174" y="173906"/>
                </a:lnTo>
                <a:lnTo>
                  <a:pt x="2162101" y="172789"/>
                </a:lnTo>
                <a:lnTo>
                  <a:pt x="2154064" y="172120"/>
                </a:lnTo>
                <a:lnTo>
                  <a:pt x="2129954" y="170445"/>
                </a:lnTo>
                <a:lnTo>
                  <a:pt x="2121917" y="169999"/>
                </a:lnTo>
                <a:lnTo>
                  <a:pt x="2105844" y="168883"/>
                </a:lnTo>
                <a:lnTo>
                  <a:pt x="2097807" y="168436"/>
                </a:lnTo>
                <a:lnTo>
                  <a:pt x="2089770" y="167878"/>
                </a:lnTo>
                <a:lnTo>
                  <a:pt x="2041550" y="165199"/>
                </a:lnTo>
                <a:lnTo>
                  <a:pt x="2025476" y="164530"/>
                </a:lnTo>
                <a:lnTo>
                  <a:pt x="2017440" y="164083"/>
                </a:lnTo>
                <a:lnTo>
                  <a:pt x="1985293" y="162744"/>
                </a:lnTo>
                <a:lnTo>
                  <a:pt x="1977256" y="162520"/>
                </a:lnTo>
                <a:lnTo>
                  <a:pt x="1969219" y="162185"/>
                </a:lnTo>
                <a:lnTo>
                  <a:pt x="1953146" y="161739"/>
                </a:lnTo>
                <a:lnTo>
                  <a:pt x="1945109" y="161404"/>
                </a:lnTo>
                <a:lnTo>
                  <a:pt x="1929036" y="160958"/>
                </a:lnTo>
                <a:lnTo>
                  <a:pt x="1920999" y="160846"/>
                </a:lnTo>
                <a:lnTo>
                  <a:pt x="1904926" y="160400"/>
                </a:lnTo>
                <a:lnTo>
                  <a:pt x="1896889" y="160288"/>
                </a:lnTo>
                <a:lnTo>
                  <a:pt x="1888852" y="160065"/>
                </a:lnTo>
                <a:lnTo>
                  <a:pt x="1856705" y="159618"/>
                </a:lnTo>
                <a:lnTo>
                  <a:pt x="1848780" y="159507"/>
                </a:lnTo>
                <a:lnTo>
                  <a:pt x="1840743" y="159395"/>
                </a:lnTo>
                <a:lnTo>
                  <a:pt x="1832595" y="159283"/>
                </a:lnTo>
                <a:lnTo>
                  <a:pt x="1824558" y="159172"/>
                </a:lnTo>
                <a:lnTo>
                  <a:pt x="1816633" y="159060"/>
                </a:lnTo>
                <a:lnTo>
                  <a:pt x="1800560" y="158837"/>
                </a:lnTo>
                <a:lnTo>
                  <a:pt x="1792412" y="158725"/>
                </a:lnTo>
                <a:lnTo>
                  <a:pt x="1784486" y="158614"/>
                </a:lnTo>
                <a:lnTo>
                  <a:pt x="1744303" y="158055"/>
                </a:lnTo>
                <a:lnTo>
                  <a:pt x="1736266" y="157832"/>
                </a:lnTo>
                <a:lnTo>
                  <a:pt x="1728229" y="157721"/>
                </a:lnTo>
                <a:lnTo>
                  <a:pt x="1720193" y="157497"/>
                </a:lnTo>
                <a:lnTo>
                  <a:pt x="1712156" y="157163"/>
                </a:lnTo>
                <a:lnTo>
                  <a:pt x="1696083" y="156716"/>
                </a:lnTo>
                <a:lnTo>
                  <a:pt x="1680009" y="156046"/>
                </a:lnTo>
                <a:lnTo>
                  <a:pt x="1655899" y="154707"/>
                </a:lnTo>
                <a:lnTo>
                  <a:pt x="1639825" y="153591"/>
                </a:lnTo>
                <a:lnTo>
                  <a:pt x="1623752" y="152251"/>
                </a:lnTo>
                <a:lnTo>
                  <a:pt x="1607679" y="150688"/>
                </a:lnTo>
                <a:lnTo>
                  <a:pt x="1599642" y="149796"/>
                </a:lnTo>
                <a:lnTo>
                  <a:pt x="1583568" y="147786"/>
                </a:lnTo>
                <a:lnTo>
                  <a:pt x="1575532" y="146670"/>
                </a:lnTo>
                <a:lnTo>
                  <a:pt x="1559458" y="144214"/>
                </a:lnTo>
                <a:lnTo>
                  <a:pt x="1543385" y="141312"/>
                </a:lnTo>
                <a:lnTo>
                  <a:pt x="1527311" y="138187"/>
                </a:lnTo>
                <a:lnTo>
                  <a:pt x="1519275" y="136401"/>
                </a:lnTo>
                <a:lnTo>
                  <a:pt x="1503201" y="132606"/>
                </a:lnTo>
                <a:lnTo>
                  <a:pt x="1487128" y="128364"/>
                </a:lnTo>
                <a:lnTo>
                  <a:pt x="1479091" y="126132"/>
                </a:lnTo>
                <a:lnTo>
                  <a:pt x="1471054" y="123788"/>
                </a:lnTo>
                <a:lnTo>
                  <a:pt x="1463129" y="121332"/>
                </a:lnTo>
                <a:lnTo>
                  <a:pt x="1454981" y="118765"/>
                </a:lnTo>
                <a:lnTo>
                  <a:pt x="1446944" y="116086"/>
                </a:lnTo>
                <a:lnTo>
                  <a:pt x="1439019" y="113295"/>
                </a:lnTo>
                <a:lnTo>
                  <a:pt x="1422946" y="107491"/>
                </a:lnTo>
                <a:lnTo>
                  <a:pt x="1414797" y="104477"/>
                </a:lnTo>
                <a:lnTo>
                  <a:pt x="1406872" y="101352"/>
                </a:lnTo>
                <a:lnTo>
                  <a:pt x="1390799" y="94878"/>
                </a:lnTo>
                <a:lnTo>
                  <a:pt x="1382762" y="91529"/>
                </a:lnTo>
                <a:lnTo>
                  <a:pt x="1366689" y="84609"/>
                </a:lnTo>
                <a:lnTo>
                  <a:pt x="1342579" y="73893"/>
                </a:lnTo>
                <a:lnTo>
                  <a:pt x="1334542" y="70210"/>
                </a:lnTo>
                <a:lnTo>
                  <a:pt x="1326505" y="66638"/>
                </a:lnTo>
                <a:lnTo>
                  <a:pt x="1302395" y="55587"/>
                </a:lnTo>
                <a:lnTo>
                  <a:pt x="1278285" y="44872"/>
                </a:lnTo>
                <a:lnTo>
                  <a:pt x="1262211" y="37951"/>
                </a:lnTo>
                <a:lnTo>
                  <a:pt x="1254175" y="34603"/>
                </a:lnTo>
                <a:lnTo>
                  <a:pt x="1238101" y="28129"/>
                </a:lnTo>
                <a:lnTo>
                  <a:pt x="1230064" y="25115"/>
                </a:lnTo>
                <a:lnTo>
                  <a:pt x="1222028" y="22213"/>
                </a:lnTo>
                <a:lnTo>
                  <a:pt x="1213991" y="19422"/>
                </a:lnTo>
                <a:lnTo>
                  <a:pt x="1205954" y="16855"/>
                </a:lnTo>
                <a:lnTo>
                  <a:pt x="1197918" y="14399"/>
                </a:lnTo>
                <a:lnTo>
                  <a:pt x="1189881" y="12055"/>
                </a:lnTo>
                <a:lnTo>
                  <a:pt x="1181844" y="9934"/>
                </a:lnTo>
                <a:lnTo>
                  <a:pt x="1173807" y="7925"/>
                </a:lnTo>
                <a:lnTo>
                  <a:pt x="1165771" y="6251"/>
                </a:lnTo>
                <a:lnTo>
                  <a:pt x="1157734" y="4688"/>
                </a:lnTo>
                <a:lnTo>
                  <a:pt x="1149697" y="3349"/>
                </a:lnTo>
                <a:lnTo>
                  <a:pt x="1141661" y="2232"/>
                </a:lnTo>
                <a:lnTo>
                  <a:pt x="1133624" y="1339"/>
                </a:lnTo>
                <a:lnTo>
                  <a:pt x="1125587" y="670"/>
                </a:lnTo>
                <a:lnTo>
                  <a:pt x="1117550" y="223"/>
                </a:lnTo>
                <a:lnTo>
                  <a:pt x="1109514" y="0"/>
                </a:lnTo>
                <a:lnTo>
                  <a:pt x="1101477" y="112"/>
                </a:lnTo>
                <a:lnTo>
                  <a:pt x="1093440" y="335"/>
                </a:lnTo>
                <a:lnTo>
                  <a:pt x="1085515" y="893"/>
                </a:lnTo>
                <a:lnTo>
                  <a:pt x="1077367" y="1674"/>
                </a:lnTo>
                <a:lnTo>
                  <a:pt x="1069330" y="2679"/>
                </a:lnTo>
                <a:lnTo>
                  <a:pt x="1061293" y="3907"/>
                </a:lnTo>
                <a:lnTo>
                  <a:pt x="1053368" y="5469"/>
                </a:lnTo>
                <a:lnTo>
                  <a:pt x="1045332" y="7144"/>
                </a:lnTo>
                <a:lnTo>
                  <a:pt x="1037183" y="9153"/>
                </a:lnTo>
                <a:lnTo>
                  <a:pt x="1029146" y="11274"/>
                </a:lnTo>
                <a:lnTo>
                  <a:pt x="1021221" y="13729"/>
                </a:lnTo>
                <a:lnTo>
                  <a:pt x="1013185" y="16408"/>
                </a:lnTo>
                <a:lnTo>
                  <a:pt x="1005148" y="19199"/>
                </a:lnTo>
                <a:lnTo>
                  <a:pt x="997111" y="22213"/>
                </a:lnTo>
                <a:lnTo>
                  <a:pt x="981038" y="28910"/>
                </a:lnTo>
                <a:lnTo>
                  <a:pt x="964964" y="36277"/>
                </a:lnTo>
                <a:lnTo>
                  <a:pt x="956928" y="40184"/>
                </a:lnTo>
                <a:lnTo>
                  <a:pt x="940854" y="48444"/>
                </a:lnTo>
                <a:lnTo>
                  <a:pt x="932817" y="52797"/>
                </a:lnTo>
                <a:lnTo>
                  <a:pt x="916744" y="61726"/>
                </a:lnTo>
                <a:lnTo>
                  <a:pt x="908707" y="66415"/>
                </a:lnTo>
                <a:lnTo>
                  <a:pt x="900671" y="70991"/>
                </a:lnTo>
                <a:lnTo>
                  <a:pt x="876560" y="85390"/>
                </a:lnTo>
                <a:lnTo>
                  <a:pt x="852450" y="100124"/>
                </a:lnTo>
                <a:lnTo>
                  <a:pt x="844414" y="104924"/>
                </a:lnTo>
                <a:lnTo>
                  <a:pt x="836377" y="109835"/>
                </a:lnTo>
                <a:lnTo>
                  <a:pt x="812267" y="124234"/>
                </a:lnTo>
                <a:lnTo>
                  <a:pt x="796193" y="133610"/>
                </a:lnTo>
                <a:lnTo>
                  <a:pt x="788157" y="138187"/>
                </a:lnTo>
                <a:lnTo>
                  <a:pt x="772083" y="147117"/>
                </a:lnTo>
                <a:lnTo>
                  <a:pt x="764046" y="151470"/>
                </a:lnTo>
                <a:lnTo>
                  <a:pt x="756010" y="155711"/>
                </a:lnTo>
                <a:lnTo>
                  <a:pt x="739936" y="163971"/>
                </a:lnTo>
                <a:lnTo>
                  <a:pt x="731899" y="167878"/>
                </a:lnTo>
                <a:lnTo>
                  <a:pt x="715826" y="175468"/>
                </a:lnTo>
                <a:lnTo>
                  <a:pt x="707789" y="179040"/>
                </a:lnTo>
                <a:lnTo>
                  <a:pt x="691716" y="185961"/>
                </a:lnTo>
                <a:lnTo>
                  <a:pt x="683679" y="189198"/>
                </a:lnTo>
                <a:lnTo>
                  <a:pt x="675642" y="192323"/>
                </a:lnTo>
                <a:lnTo>
                  <a:pt x="667717" y="195337"/>
                </a:lnTo>
                <a:lnTo>
                  <a:pt x="659569" y="198239"/>
                </a:lnTo>
                <a:lnTo>
                  <a:pt x="651532" y="201030"/>
                </a:lnTo>
                <a:lnTo>
                  <a:pt x="643607" y="203709"/>
                </a:lnTo>
                <a:lnTo>
                  <a:pt x="635571" y="206276"/>
                </a:lnTo>
                <a:lnTo>
                  <a:pt x="627534" y="208731"/>
                </a:lnTo>
                <a:lnTo>
                  <a:pt x="619385" y="211075"/>
                </a:lnTo>
                <a:lnTo>
                  <a:pt x="611460" y="213196"/>
                </a:lnTo>
                <a:lnTo>
                  <a:pt x="603424" y="215429"/>
                </a:lnTo>
                <a:lnTo>
                  <a:pt x="595387" y="217438"/>
                </a:lnTo>
                <a:lnTo>
                  <a:pt x="587350" y="219335"/>
                </a:lnTo>
                <a:lnTo>
                  <a:pt x="579313" y="221121"/>
                </a:lnTo>
                <a:lnTo>
                  <a:pt x="563240" y="224470"/>
                </a:lnTo>
                <a:lnTo>
                  <a:pt x="555203" y="226033"/>
                </a:lnTo>
                <a:lnTo>
                  <a:pt x="547167" y="227484"/>
                </a:lnTo>
                <a:lnTo>
                  <a:pt x="531093" y="230163"/>
                </a:lnTo>
                <a:lnTo>
                  <a:pt x="523056" y="231391"/>
                </a:lnTo>
                <a:lnTo>
                  <a:pt x="506983" y="233623"/>
                </a:lnTo>
                <a:lnTo>
                  <a:pt x="498946" y="234628"/>
                </a:lnTo>
                <a:lnTo>
                  <a:pt x="474836" y="237306"/>
                </a:lnTo>
                <a:lnTo>
                  <a:pt x="466799" y="238088"/>
                </a:lnTo>
                <a:lnTo>
                  <a:pt x="442689" y="240097"/>
                </a:lnTo>
                <a:lnTo>
                  <a:pt x="418579" y="241771"/>
                </a:lnTo>
                <a:lnTo>
                  <a:pt x="394469" y="243111"/>
                </a:lnTo>
                <a:lnTo>
                  <a:pt x="386432" y="243446"/>
                </a:lnTo>
                <a:lnTo>
                  <a:pt x="378396" y="243892"/>
                </a:lnTo>
                <a:lnTo>
                  <a:pt x="362322" y="244562"/>
                </a:lnTo>
                <a:lnTo>
                  <a:pt x="354285" y="244785"/>
                </a:lnTo>
                <a:lnTo>
                  <a:pt x="346249" y="245120"/>
                </a:lnTo>
                <a:lnTo>
                  <a:pt x="314102" y="246013"/>
                </a:lnTo>
                <a:lnTo>
                  <a:pt x="306065" y="246125"/>
                </a:lnTo>
                <a:lnTo>
                  <a:pt x="298028" y="246348"/>
                </a:lnTo>
                <a:lnTo>
                  <a:pt x="290103" y="246459"/>
                </a:lnTo>
                <a:lnTo>
                  <a:pt x="281955" y="246683"/>
                </a:lnTo>
                <a:lnTo>
                  <a:pt x="265881" y="246906"/>
                </a:lnTo>
                <a:lnTo>
                  <a:pt x="257956" y="247129"/>
                </a:lnTo>
                <a:lnTo>
                  <a:pt x="249920" y="247241"/>
                </a:lnTo>
                <a:lnTo>
                  <a:pt x="241771" y="247352"/>
                </a:lnTo>
                <a:lnTo>
                  <a:pt x="233846" y="247464"/>
                </a:lnTo>
                <a:lnTo>
                  <a:pt x="225809" y="247464"/>
                </a:lnTo>
                <a:lnTo>
                  <a:pt x="201699" y="247799"/>
                </a:lnTo>
                <a:lnTo>
                  <a:pt x="193663" y="247799"/>
                </a:lnTo>
                <a:lnTo>
                  <a:pt x="185626" y="247910"/>
                </a:lnTo>
                <a:lnTo>
                  <a:pt x="177589" y="247910"/>
                </a:lnTo>
                <a:lnTo>
                  <a:pt x="161516" y="248134"/>
                </a:lnTo>
                <a:lnTo>
                  <a:pt x="153479" y="248134"/>
                </a:lnTo>
                <a:lnTo>
                  <a:pt x="145442" y="248245"/>
                </a:lnTo>
                <a:lnTo>
                  <a:pt x="129369" y="248245"/>
                </a:lnTo>
                <a:lnTo>
                  <a:pt x="121332" y="248357"/>
                </a:lnTo>
                <a:lnTo>
                  <a:pt x="113295" y="248357"/>
                </a:lnTo>
                <a:lnTo>
                  <a:pt x="105259" y="248469"/>
                </a:lnTo>
                <a:lnTo>
                  <a:pt x="89185" y="248469"/>
                </a:lnTo>
                <a:lnTo>
                  <a:pt x="81149" y="248580"/>
                </a:lnTo>
                <a:lnTo>
                  <a:pt x="65075" y="248580"/>
                </a:lnTo>
                <a:lnTo>
                  <a:pt x="57038" y="248692"/>
                </a:lnTo>
                <a:lnTo>
                  <a:pt x="32928" y="248692"/>
                </a:lnTo>
                <a:lnTo>
                  <a:pt x="24892" y="248803"/>
                </a:lnTo>
                <a:lnTo>
                  <a:pt x="0" y="248803"/>
                </a:lnTo>
                <a:lnTo>
                  <a:pt x="0" y="249250"/>
                </a:lnTo>
                <a:lnTo>
                  <a:pt x="3171825" y="249250"/>
                </a:lnTo>
                <a:lnTo>
                  <a:pt x="3171825" y="243187"/>
                </a:lnTo>
                <a:lnTo>
                  <a:pt x="3166356" y="243111"/>
                </a:lnTo>
                <a:close/>
              </a:path>
            </a:pathLst>
          </a:custGeom>
          <a:solidFill xmlns:a="http://schemas.openxmlformats.org/drawingml/2006/main">
            <a:srgbClr val="E3EEF9"/>
          </a:solidFill>
          <a:ln xmlns:a="http://schemas.openxmlformats.org/drawingml/2006/main" w="28472" cap="flat">
            <a:solidFill>
              <a:srgbClr val="E3EEF9"/>
            </a:solidFill>
            <a:round/>
          </a:ln>
        </p:spPr>
      </p:sp>
      <p:sp>
        <p:nvSpPr>
          <p:cNvPr id="20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B4D2EAA-0FEA-4A4A-A6F8-1EF28FB3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53" y="2062949"/>
            <a:ext cx="3171825" cy="270602"/>
          </a:xfrm>
          <a:custGeom xmlns:a="http://schemas.openxmlformats.org/drawingml/2006/main">
            <a:pathLst>
              <a:path w="3171825" h="270602">
                <a:moveTo>
                  <a:pt x="558809" y="268431"/>
                </a:moveTo>
                <a:lnTo>
                  <a:pt x="546140" y="270602"/>
                </a:lnTo>
                <a:lnTo>
                  <a:pt x="0" y="270602"/>
                </a:lnTo>
                <a:lnTo>
                  <a:pt x="0" y="248781"/>
                </a:lnTo>
                <a:lnTo>
                  <a:pt x="40892" y="248690"/>
                </a:lnTo>
                <a:lnTo>
                  <a:pt x="137282" y="248244"/>
                </a:lnTo>
                <a:lnTo>
                  <a:pt x="201502" y="247798"/>
                </a:lnTo>
                <a:lnTo>
                  <a:pt x="249588" y="247241"/>
                </a:lnTo>
                <a:lnTo>
                  <a:pt x="289672" y="246462"/>
                </a:lnTo>
                <a:lnTo>
                  <a:pt x="321582" y="245795"/>
                </a:lnTo>
                <a:lnTo>
                  <a:pt x="353507" y="244797"/>
                </a:lnTo>
                <a:lnTo>
                  <a:pt x="385445" y="243466"/>
                </a:lnTo>
                <a:lnTo>
                  <a:pt x="409309" y="242251"/>
                </a:lnTo>
                <a:lnTo>
                  <a:pt x="433124" y="240707"/>
                </a:lnTo>
                <a:lnTo>
                  <a:pt x="456892" y="238837"/>
                </a:lnTo>
                <a:lnTo>
                  <a:pt x="480612" y="236531"/>
                </a:lnTo>
                <a:lnTo>
                  <a:pt x="504238" y="233796"/>
                </a:lnTo>
                <a:lnTo>
                  <a:pt x="527773" y="230418"/>
                </a:lnTo>
                <a:lnTo>
                  <a:pt x="551269" y="226394"/>
                </a:lnTo>
                <a:lnTo>
                  <a:pt x="574625" y="221636"/>
                </a:lnTo>
                <a:lnTo>
                  <a:pt x="605880" y="213931"/>
                </a:lnTo>
                <a:lnTo>
                  <a:pt x="637005" y="204745"/>
                </a:lnTo>
                <a:lnTo>
                  <a:pt x="667985" y="193734"/>
                </a:lnTo>
                <a:lnTo>
                  <a:pt x="699103" y="180876"/>
                </a:lnTo>
                <a:lnTo>
                  <a:pt x="738261" y="162167"/>
                </a:lnTo>
                <a:lnTo>
                  <a:pt x="785602" y="136415"/>
                </a:lnTo>
                <a:lnTo>
                  <a:pt x="857554" y="93332"/>
                </a:lnTo>
                <a:lnTo>
                  <a:pt x="857764" y="93208"/>
                </a:lnTo>
                <a:lnTo>
                  <a:pt x="922058" y="55704"/>
                </a:lnTo>
                <a:lnTo>
                  <a:pt x="923225" y="55070"/>
                </a:lnTo>
                <a:lnTo>
                  <a:pt x="963409" y="34867"/>
                </a:lnTo>
                <a:lnTo>
                  <a:pt x="964788" y="34234"/>
                </a:lnTo>
                <a:lnTo>
                  <a:pt x="996935" y="20839"/>
                </a:lnTo>
                <a:lnTo>
                  <a:pt x="998452" y="20274"/>
                </a:lnTo>
                <a:lnTo>
                  <a:pt x="1022450" y="12349"/>
                </a:lnTo>
                <a:lnTo>
                  <a:pt x="1024170" y="11860"/>
                </a:lnTo>
                <a:lnTo>
                  <a:pt x="1048392" y="6055"/>
                </a:lnTo>
                <a:lnTo>
                  <a:pt x="1049691" y="5786"/>
                </a:lnTo>
                <a:lnTo>
                  <a:pt x="1065653" y="2996"/>
                </a:lnTo>
                <a:lnTo>
                  <a:pt x="1066988" y="2806"/>
                </a:lnTo>
                <a:lnTo>
                  <a:pt x="1083173" y="1020"/>
                </a:lnTo>
                <a:lnTo>
                  <a:pt x="1084015" y="944"/>
                </a:lnTo>
                <a:lnTo>
                  <a:pt x="1091940" y="386"/>
                </a:lnTo>
                <a:lnTo>
                  <a:pt x="1092847" y="341"/>
                </a:lnTo>
                <a:lnTo>
                  <a:pt x="1100884" y="118"/>
                </a:lnTo>
                <a:lnTo>
                  <a:pt x="1101180" y="112"/>
                </a:lnTo>
                <a:lnTo>
                  <a:pt x="1109217" y="0"/>
                </a:lnTo>
                <a:lnTo>
                  <a:pt x="1110107" y="6"/>
                </a:lnTo>
                <a:lnTo>
                  <a:pt x="1118143" y="229"/>
                </a:lnTo>
                <a:lnTo>
                  <a:pt x="1118735" y="254"/>
                </a:lnTo>
                <a:lnTo>
                  <a:pt x="1126772" y="701"/>
                </a:lnTo>
                <a:lnTo>
                  <a:pt x="1127653" y="768"/>
                </a:lnTo>
                <a:lnTo>
                  <a:pt x="1143727" y="2331"/>
                </a:lnTo>
                <a:lnTo>
                  <a:pt x="1144886" y="2475"/>
                </a:lnTo>
                <a:lnTo>
                  <a:pt x="1160959" y="4931"/>
                </a:lnTo>
                <a:lnTo>
                  <a:pt x="1161950" y="5106"/>
                </a:lnTo>
                <a:lnTo>
                  <a:pt x="1178023" y="8343"/>
                </a:lnTo>
                <a:lnTo>
                  <a:pt x="1179345" y="8654"/>
                </a:lnTo>
                <a:lnTo>
                  <a:pt x="1203455" y="15128"/>
                </a:lnTo>
                <a:lnTo>
                  <a:pt x="1204501" y="15437"/>
                </a:lnTo>
                <a:lnTo>
                  <a:pt x="1228611" y="23251"/>
                </a:lnTo>
                <a:lnTo>
                  <a:pt x="1229707" y="23639"/>
                </a:lnTo>
                <a:lnTo>
                  <a:pt x="1261854" y="36029"/>
                </a:lnTo>
                <a:lnTo>
                  <a:pt x="1262696" y="36374"/>
                </a:lnTo>
                <a:lnTo>
                  <a:pt x="1310916" y="57359"/>
                </a:lnTo>
                <a:lnTo>
                  <a:pt x="1311067" y="57426"/>
                </a:lnTo>
                <a:lnTo>
                  <a:pt x="1398986" y="96501"/>
                </a:lnTo>
                <a:lnTo>
                  <a:pt x="1438217" y="111648"/>
                </a:lnTo>
                <a:lnTo>
                  <a:pt x="1477268" y="124701"/>
                </a:lnTo>
                <a:lnTo>
                  <a:pt x="1508345" y="133226"/>
                </a:lnTo>
                <a:lnTo>
                  <a:pt x="1539610" y="140174"/>
                </a:lnTo>
                <a:lnTo>
                  <a:pt x="1562968" y="144499"/>
                </a:lnTo>
                <a:lnTo>
                  <a:pt x="1586410" y="147972"/>
                </a:lnTo>
                <a:lnTo>
                  <a:pt x="1609939" y="150804"/>
                </a:lnTo>
                <a:lnTo>
                  <a:pt x="1633562" y="152992"/>
                </a:lnTo>
                <a:lnTo>
                  <a:pt x="1657280" y="154749"/>
                </a:lnTo>
                <a:lnTo>
                  <a:pt x="1680997" y="156066"/>
                </a:lnTo>
                <a:lnTo>
                  <a:pt x="1704860" y="156950"/>
                </a:lnTo>
                <a:lnTo>
                  <a:pt x="1728761" y="157725"/>
                </a:lnTo>
                <a:lnTo>
                  <a:pt x="1760710" y="158279"/>
                </a:lnTo>
                <a:lnTo>
                  <a:pt x="1808894" y="158948"/>
                </a:lnTo>
                <a:lnTo>
                  <a:pt x="1873076" y="159841"/>
                </a:lnTo>
                <a:lnTo>
                  <a:pt x="1873194" y="159843"/>
                </a:lnTo>
                <a:lnTo>
                  <a:pt x="1913377" y="160625"/>
                </a:lnTo>
                <a:lnTo>
                  <a:pt x="1913555" y="160629"/>
                </a:lnTo>
                <a:lnTo>
                  <a:pt x="1953739" y="161745"/>
                </a:lnTo>
                <a:lnTo>
                  <a:pt x="1953857" y="161749"/>
                </a:lnTo>
                <a:lnTo>
                  <a:pt x="1994041" y="163088"/>
                </a:lnTo>
                <a:lnTo>
                  <a:pt x="1994278" y="163097"/>
                </a:lnTo>
                <a:lnTo>
                  <a:pt x="2034461" y="164883"/>
                </a:lnTo>
                <a:lnTo>
                  <a:pt x="2034639" y="164892"/>
                </a:lnTo>
                <a:lnTo>
                  <a:pt x="2074822" y="167013"/>
                </a:lnTo>
                <a:lnTo>
                  <a:pt x="2075029" y="167025"/>
                </a:lnTo>
                <a:lnTo>
                  <a:pt x="2123249" y="170038"/>
                </a:lnTo>
                <a:lnTo>
                  <a:pt x="2123396" y="170048"/>
                </a:lnTo>
                <a:lnTo>
                  <a:pt x="2171617" y="173397"/>
                </a:lnTo>
                <a:lnTo>
                  <a:pt x="2171785" y="173409"/>
                </a:lnTo>
                <a:lnTo>
                  <a:pt x="2228042" y="177762"/>
                </a:lnTo>
                <a:lnTo>
                  <a:pt x="2228268" y="177781"/>
                </a:lnTo>
                <a:lnTo>
                  <a:pt x="2300487" y="184144"/>
                </a:lnTo>
                <a:lnTo>
                  <a:pt x="2300567" y="184151"/>
                </a:lnTo>
                <a:lnTo>
                  <a:pt x="2405044" y="193750"/>
                </a:lnTo>
                <a:lnTo>
                  <a:pt x="2405069" y="193752"/>
                </a:lnTo>
                <a:lnTo>
                  <a:pt x="2565731" y="208703"/>
                </a:lnTo>
                <a:lnTo>
                  <a:pt x="2645819" y="215609"/>
                </a:lnTo>
                <a:lnTo>
                  <a:pt x="2717990" y="221178"/>
                </a:lnTo>
                <a:lnTo>
                  <a:pt x="2782160" y="225745"/>
                </a:lnTo>
                <a:lnTo>
                  <a:pt x="2838252" y="229418"/>
                </a:lnTo>
                <a:lnTo>
                  <a:pt x="2894361" y="232535"/>
                </a:lnTo>
                <a:lnTo>
                  <a:pt x="2950492" y="235431"/>
                </a:lnTo>
                <a:lnTo>
                  <a:pt x="3006490" y="237880"/>
                </a:lnTo>
                <a:lnTo>
                  <a:pt x="3062619" y="239996"/>
                </a:lnTo>
                <a:lnTo>
                  <a:pt x="3118749" y="241778"/>
                </a:lnTo>
                <a:lnTo>
                  <a:pt x="3171825" y="243147"/>
                </a:lnTo>
                <a:lnTo>
                  <a:pt x="3171825" y="270602"/>
                </a:lnTo>
                <a:lnTo>
                  <a:pt x="2813581" y="270602"/>
                </a:lnTo>
                <a:lnTo>
                  <a:pt x="2779310" y="268358"/>
                </a:lnTo>
                <a:lnTo>
                  <a:pt x="2779189" y="268349"/>
                </a:lnTo>
                <a:lnTo>
                  <a:pt x="2714895" y="263773"/>
                </a:lnTo>
                <a:lnTo>
                  <a:pt x="2714768" y="263763"/>
                </a:lnTo>
                <a:lnTo>
                  <a:pt x="2642438" y="258182"/>
                </a:lnTo>
                <a:lnTo>
                  <a:pt x="2642246" y="258167"/>
                </a:lnTo>
                <a:lnTo>
                  <a:pt x="2561990" y="251246"/>
                </a:lnTo>
                <a:lnTo>
                  <a:pt x="2561846" y="251233"/>
                </a:lnTo>
                <a:lnTo>
                  <a:pt x="2401124" y="236277"/>
                </a:lnTo>
                <a:lnTo>
                  <a:pt x="2296699" y="226683"/>
                </a:lnTo>
                <a:lnTo>
                  <a:pt x="2224634" y="220334"/>
                </a:lnTo>
                <a:lnTo>
                  <a:pt x="2168574" y="215996"/>
                </a:lnTo>
                <a:lnTo>
                  <a:pt x="2120511" y="212658"/>
                </a:lnTo>
                <a:lnTo>
                  <a:pt x="2072468" y="209655"/>
                </a:lnTo>
                <a:lnTo>
                  <a:pt x="2032476" y="207545"/>
                </a:lnTo>
                <a:lnTo>
                  <a:pt x="1992500" y="205768"/>
                </a:lnTo>
                <a:lnTo>
                  <a:pt x="1952494" y="204434"/>
                </a:lnTo>
                <a:lnTo>
                  <a:pt x="1912458" y="203322"/>
                </a:lnTo>
                <a:lnTo>
                  <a:pt x="1872423" y="202544"/>
                </a:lnTo>
                <a:lnTo>
                  <a:pt x="1808300" y="201652"/>
                </a:lnTo>
                <a:lnTo>
                  <a:pt x="1760080" y="200982"/>
                </a:lnTo>
                <a:lnTo>
                  <a:pt x="1760006" y="200981"/>
                </a:lnTo>
                <a:lnTo>
                  <a:pt x="1727859" y="200423"/>
                </a:lnTo>
                <a:lnTo>
                  <a:pt x="1727538" y="200415"/>
                </a:lnTo>
                <a:lnTo>
                  <a:pt x="1703428" y="199633"/>
                </a:lnTo>
                <a:lnTo>
                  <a:pt x="1703329" y="199630"/>
                </a:lnTo>
                <a:lnTo>
                  <a:pt x="1679219" y="198737"/>
                </a:lnTo>
                <a:lnTo>
                  <a:pt x="1678825" y="198719"/>
                </a:lnTo>
                <a:lnTo>
                  <a:pt x="1654714" y="197379"/>
                </a:lnTo>
                <a:lnTo>
                  <a:pt x="1654321" y="197354"/>
                </a:lnTo>
                <a:lnTo>
                  <a:pt x="1630211" y="195568"/>
                </a:lnTo>
                <a:lnTo>
                  <a:pt x="1629820" y="195535"/>
                </a:lnTo>
                <a:lnTo>
                  <a:pt x="1605710" y="193303"/>
                </a:lnTo>
                <a:lnTo>
                  <a:pt x="1605127" y="193241"/>
                </a:lnTo>
                <a:lnTo>
                  <a:pt x="1581017" y="190339"/>
                </a:lnTo>
                <a:lnTo>
                  <a:pt x="1580439" y="190261"/>
                </a:lnTo>
                <a:lnTo>
                  <a:pt x="1556329" y="186689"/>
                </a:lnTo>
                <a:lnTo>
                  <a:pt x="1555570" y="186563"/>
                </a:lnTo>
                <a:lnTo>
                  <a:pt x="1531460" y="182098"/>
                </a:lnTo>
                <a:lnTo>
                  <a:pt x="1530716" y="181946"/>
                </a:lnTo>
                <a:lnTo>
                  <a:pt x="1498569" y="174803"/>
                </a:lnTo>
                <a:lnTo>
                  <a:pt x="1497553" y="174550"/>
                </a:lnTo>
                <a:lnTo>
                  <a:pt x="1465406" y="165732"/>
                </a:lnTo>
                <a:lnTo>
                  <a:pt x="1464285" y="165392"/>
                </a:lnTo>
                <a:lnTo>
                  <a:pt x="1424213" y="151997"/>
                </a:lnTo>
                <a:lnTo>
                  <a:pt x="1423291" y="151665"/>
                </a:lnTo>
                <a:lnTo>
                  <a:pt x="1383107" y="136150"/>
                </a:lnTo>
                <a:lnTo>
                  <a:pt x="1382126" y="135743"/>
                </a:lnTo>
                <a:lnTo>
                  <a:pt x="1293798" y="96486"/>
                </a:lnTo>
                <a:lnTo>
                  <a:pt x="1246071" y="75716"/>
                </a:lnTo>
                <a:lnTo>
                  <a:pt x="1214891" y="63698"/>
                </a:lnTo>
                <a:lnTo>
                  <a:pt x="1191853" y="56232"/>
                </a:lnTo>
                <a:lnTo>
                  <a:pt x="1168926" y="50076"/>
                </a:lnTo>
                <a:lnTo>
                  <a:pt x="1154012" y="47072"/>
                </a:lnTo>
                <a:lnTo>
                  <a:pt x="1139013" y="44781"/>
                </a:lnTo>
                <a:lnTo>
                  <a:pt x="1123961" y="43318"/>
                </a:lnTo>
                <a:lnTo>
                  <a:pt x="1116662" y="42912"/>
                </a:lnTo>
                <a:lnTo>
                  <a:pt x="1109365" y="42709"/>
                </a:lnTo>
                <a:lnTo>
                  <a:pt x="1101922" y="42813"/>
                </a:lnTo>
                <a:lnTo>
                  <a:pt x="1094487" y="43019"/>
                </a:lnTo>
                <a:lnTo>
                  <a:pt x="1087437" y="43516"/>
                </a:lnTo>
                <a:lnTo>
                  <a:pt x="1072343" y="45181"/>
                </a:lnTo>
                <a:lnTo>
                  <a:pt x="1057699" y="47741"/>
                </a:lnTo>
                <a:lnTo>
                  <a:pt x="1034993" y="53183"/>
                </a:lnTo>
                <a:lnTo>
                  <a:pt x="1012613" y="60573"/>
                </a:lnTo>
                <a:lnTo>
                  <a:pt x="981915" y="73364"/>
                </a:lnTo>
                <a:lnTo>
                  <a:pt x="943003" y="92928"/>
                </a:lnTo>
                <a:lnTo>
                  <a:pt x="879389" y="130036"/>
                </a:lnTo>
                <a:lnTo>
                  <a:pt x="807163" y="173283"/>
                </a:lnTo>
                <a:lnTo>
                  <a:pt x="806397" y="173720"/>
                </a:lnTo>
                <a:lnTo>
                  <a:pt x="758177" y="199951"/>
                </a:lnTo>
                <a:lnTo>
                  <a:pt x="757179" y="200461"/>
                </a:lnTo>
                <a:lnTo>
                  <a:pt x="716995" y="219659"/>
                </a:lnTo>
                <a:lnTo>
                  <a:pt x="715944" y="220127"/>
                </a:lnTo>
                <a:lnTo>
                  <a:pt x="683797" y="233410"/>
                </a:lnTo>
                <a:lnTo>
                  <a:pt x="682793" y="233795"/>
                </a:lnTo>
                <a:lnTo>
                  <a:pt x="650758" y="245181"/>
                </a:lnTo>
                <a:lnTo>
                  <a:pt x="649652" y="245540"/>
                </a:lnTo>
                <a:lnTo>
                  <a:pt x="617505" y="255028"/>
                </a:lnTo>
                <a:lnTo>
                  <a:pt x="616572" y="255281"/>
                </a:lnTo>
                <a:lnTo>
                  <a:pt x="584425" y="263206"/>
                </a:lnTo>
                <a:lnTo>
                  <a:pt x="583576" y="263397"/>
                </a:lnTo>
                <a:lnTo>
                  <a:pt x="559466" y="268308"/>
                </a:lnTo>
                <a:lnTo>
                  <a:pt x="558809" y="268431"/>
                </a:lnTo>
                <a:close/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341714-37C0-4DAF-B1DC-71BC08A1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054" y="1824558"/>
            <a:ext cx="674973" cy="508992"/>
          </a:xfrm>
          <a:custGeom xmlns:a="http://schemas.openxmlformats.org/drawingml/2006/main">
            <a:pathLst>
              <a:path w="674973" h="508992">
                <a:moveTo>
                  <a:pt x="642826" y="508657"/>
                </a:moveTo>
                <a:lnTo>
                  <a:pt x="634789" y="508434"/>
                </a:lnTo>
                <a:lnTo>
                  <a:pt x="618716" y="507764"/>
                </a:lnTo>
                <a:lnTo>
                  <a:pt x="610679" y="507318"/>
                </a:lnTo>
                <a:lnTo>
                  <a:pt x="602642" y="506648"/>
                </a:lnTo>
                <a:lnTo>
                  <a:pt x="594606" y="505755"/>
                </a:lnTo>
                <a:lnTo>
                  <a:pt x="586569" y="504527"/>
                </a:lnTo>
                <a:lnTo>
                  <a:pt x="578532" y="502965"/>
                </a:lnTo>
                <a:lnTo>
                  <a:pt x="570495" y="500844"/>
                </a:lnTo>
                <a:lnTo>
                  <a:pt x="562459" y="498165"/>
                </a:lnTo>
                <a:lnTo>
                  <a:pt x="554422" y="494816"/>
                </a:lnTo>
                <a:lnTo>
                  <a:pt x="546385" y="490575"/>
                </a:lnTo>
                <a:lnTo>
                  <a:pt x="538349" y="485329"/>
                </a:lnTo>
                <a:lnTo>
                  <a:pt x="530312" y="478966"/>
                </a:lnTo>
                <a:lnTo>
                  <a:pt x="522275" y="471153"/>
                </a:lnTo>
                <a:lnTo>
                  <a:pt x="514238" y="461776"/>
                </a:lnTo>
                <a:lnTo>
                  <a:pt x="506202" y="450614"/>
                </a:lnTo>
                <a:lnTo>
                  <a:pt x="498165" y="437666"/>
                </a:lnTo>
                <a:lnTo>
                  <a:pt x="490128" y="422597"/>
                </a:lnTo>
                <a:lnTo>
                  <a:pt x="482092" y="405296"/>
                </a:lnTo>
                <a:lnTo>
                  <a:pt x="474055" y="385874"/>
                </a:lnTo>
                <a:lnTo>
                  <a:pt x="466018" y="364220"/>
                </a:lnTo>
                <a:lnTo>
                  <a:pt x="457981" y="340444"/>
                </a:lnTo>
                <a:lnTo>
                  <a:pt x="449945" y="314660"/>
                </a:lnTo>
                <a:lnTo>
                  <a:pt x="441908" y="287089"/>
                </a:lnTo>
                <a:lnTo>
                  <a:pt x="433871" y="258068"/>
                </a:lnTo>
                <a:lnTo>
                  <a:pt x="425834" y="228042"/>
                </a:lnTo>
                <a:lnTo>
                  <a:pt x="417798" y="197458"/>
                </a:lnTo>
                <a:lnTo>
                  <a:pt x="409761" y="166985"/>
                </a:lnTo>
                <a:lnTo>
                  <a:pt x="401724" y="137294"/>
                </a:lnTo>
                <a:lnTo>
                  <a:pt x="393688" y="108831"/>
                </a:lnTo>
                <a:lnTo>
                  <a:pt x="385651" y="82488"/>
                </a:lnTo>
                <a:lnTo>
                  <a:pt x="377614" y="58824"/>
                </a:lnTo>
                <a:lnTo>
                  <a:pt x="369577" y="38398"/>
                </a:lnTo>
                <a:lnTo>
                  <a:pt x="361541" y="21989"/>
                </a:lnTo>
                <a:lnTo>
                  <a:pt x="353616" y="9823"/>
                </a:lnTo>
                <a:lnTo>
                  <a:pt x="345467" y="2456"/>
                </a:lnTo>
                <a:lnTo>
                  <a:pt x="337431" y="0"/>
                </a:lnTo>
                <a:lnTo>
                  <a:pt x="329505" y="2456"/>
                </a:lnTo>
                <a:lnTo>
                  <a:pt x="321469" y="9823"/>
                </a:lnTo>
                <a:lnTo>
                  <a:pt x="313432" y="21989"/>
                </a:lnTo>
                <a:lnTo>
                  <a:pt x="305284" y="38398"/>
                </a:lnTo>
                <a:lnTo>
                  <a:pt x="297359" y="58824"/>
                </a:lnTo>
                <a:lnTo>
                  <a:pt x="289322" y="82488"/>
                </a:lnTo>
                <a:lnTo>
                  <a:pt x="281285" y="108831"/>
                </a:lnTo>
                <a:lnTo>
                  <a:pt x="273248" y="137294"/>
                </a:lnTo>
                <a:lnTo>
                  <a:pt x="265212" y="166985"/>
                </a:lnTo>
                <a:lnTo>
                  <a:pt x="257175" y="197458"/>
                </a:lnTo>
                <a:lnTo>
                  <a:pt x="249138" y="228042"/>
                </a:lnTo>
                <a:lnTo>
                  <a:pt x="241102" y="258068"/>
                </a:lnTo>
                <a:lnTo>
                  <a:pt x="233065" y="287089"/>
                </a:lnTo>
                <a:lnTo>
                  <a:pt x="225028" y="314660"/>
                </a:lnTo>
                <a:lnTo>
                  <a:pt x="216991" y="340444"/>
                </a:lnTo>
                <a:lnTo>
                  <a:pt x="208955" y="364220"/>
                </a:lnTo>
                <a:lnTo>
                  <a:pt x="200918" y="385874"/>
                </a:lnTo>
                <a:lnTo>
                  <a:pt x="192881" y="405296"/>
                </a:lnTo>
                <a:lnTo>
                  <a:pt x="184845" y="422597"/>
                </a:lnTo>
                <a:lnTo>
                  <a:pt x="176808" y="437666"/>
                </a:lnTo>
                <a:lnTo>
                  <a:pt x="168771" y="450614"/>
                </a:lnTo>
                <a:lnTo>
                  <a:pt x="160734" y="461776"/>
                </a:lnTo>
                <a:lnTo>
                  <a:pt x="152698" y="471153"/>
                </a:lnTo>
                <a:lnTo>
                  <a:pt x="144661" y="478966"/>
                </a:lnTo>
                <a:lnTo>
                  <a:pt x="136624" y="485329"/>
                </a:lnTo>
                <a:lnTo>
                  <a:pt x="128588" y="490575"/>
                </a:lnTo>
                <a:lnTo>
                  <a:pt x="120551" y="494816"/>
                </a:lnTo>
                <a:lnTo>
                  <a:pt x="112514" y="498165"/>
                </a:lnTo>
                <a:lnTo>
                  <a:pt x="104477" y="500844"/>
                </a:lnTo>
                <a:lnTo>
                  <a:pt x="96441" y="502965"/>
                </a:lnTo>
                <a:lnTo>
                  <a:pt x="88404" y="504527"/>
                </a:lnTo>
                <a:lnTo>
                  <a:pt x="80367" y="505755"/>
                </a:lnTo>
                <a:lnTo>
                  <a:pt x="72330" y="506648"/>
                </a:lnTo>
                <a:lnTo>
                  <a:pt x="64294" y="507318"/>
                </a:lnTo>
                <a:lnTo>
                  <a:pt x="56257" y="507764"/>
                </a:lnTo>
                <a:lnTo>
                  <a:pt x="40184" y="508434"/>
                </a:lnTo>
                <a:lnTo>
                  <a:pt x="32147" y="508657"/>
                </a:lnTo>
                <a:lnTo>
                  <a:pt x="16073" y="508881"/>
                </a:lnTo>
                <a:lnTo>
                  <a:pt x="8037" y="508881"/>
                </a:lnTo>
                <a:lnTo>
                  <a:pt x="0" y="508992"/>
                </a:lnTo>
                <a:lnTo>
                  <a:pt x="674973" y="508992"/>
                </a:lnTo>
                <a:lnTo>
                  <a:pt x="666936" y="508881"/>
                </a:lnTo>
                <a:lnTo>
                  <a:pt x="658899" y="508881"/>
                </a:lnTo>
                <a:lnTo>
                  <a:pt x="642826" y="508657"/>
                </a:lnTo>
                <a:close/>
              </a:path>
            </a:pathLst>
          </a:custGeom>
          <a:solidFill xmlns:a="http://schemas.openxmlformats.org/drawingml/2006/main">
            <a:srgbClr val="FF5961">
              <a:alpha val="273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9A62437-5618-4336-BB90-0B6556FA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53" y="1803215"/>
            <a:ext cx="3171825" cy="530335"/>
          </a:xfrm>
          <a:custGeom xmlns:a="http://schemas.openxmlformats.org/drawingml/2006/main">
            <a:pathLst>
              <a:path w="3171825" h="530335">
                <a:moveTo>
                  <a:pt x="461581" y="525061"/>
                </a:moveTo>
                <a:lnTo>
                  <a:pt x="452645" y="530335"/>
                </a:lnTo>
                <a:lnTo>
                  <a:pt x="0" y="530335"/>
                </a:lnTo>
                <a:lnTo>
                  <a:pt x="0" y="508899"/>
                </a:lnTo>
                <a:lnTo>
                  <a:pt x="329977" y="508870"/>
                </a:lnTo>
                <a:lnTo>
                  <a:pt x="353643" y="508432"/>
                </a:lnTo>
                <a:lnTo>
                  <a:pt x="369174" y="507785"/>
                </a:lnTo>
                <a:lnTo>
                  <a:pt x="384294" y="506735"/>
                </a:lnTo>
                <a:lnTo>
                  <a:pt x="398716" y="504832"/>
                </a:lnTo>
                <a:lnTo>
                  <a:pt x="412418" y="501692"/>
                </a:lnTo>
                <a:lnTo>
                  <a:pt x="425406" y="496821"/>
                </a:lnTo>
                <a:lnTo>
                  <a:pt x="438124" y="489314"/>
                </a:lnTo>
                <a:lnTo>
                  <a:pt x="451197" y="477784"/>
                </a:lnTo>
                <a:lnTo>
                  <a:pt x="465113" y="460003"/>
                </a:lnTo>
                <a:lnTo>
                  <a:pt x="479848" y="434318"/>
                </a:lnTo>
                <a:lnTo>
                  <a:pt x="495089" y="399498"/>
                </a:lnTo>
                <a:lnTo>
                  <a:pt x="518703" y="329750"/>
                </a:lnTo>
                <a:lnTo>
                  <a:pt x="550684" y="213153"/>
                </a:lnTo>
                <a:lnTo>
                  <a:pt x="550712" y="213051"/>
                </a:lnTo>
                <a:lnTo>
                  <a:pt x="582859" y="98081"/>
                </a:lnTo>
                <a:lnTo>
                  <a:pt x="583345" y="96562"/>
                </a:lnTo>
                <a:lnTo>
                  <a:pt x="599307" y="52472"/>
                </a:lnTo>
                <a:lnTo>
                  <a:pt x="599745" y="51360"/>
                </a:lnTo>
                <a:lnTo>
                  <a:pt x="600245" y="50273"/>
                </a:lnTo>
                <a:lnTo>
                  <a:pt x="600805" y="49217"/>
                </a:lnTo>
                <a:lnTo>
                  <a:pt x="616990" y="20642"/>
                </a:lnTo>
                <a:lnTo>
                  <a:pt x="617686" y="19498"/>
                </a:lnTo>
                <a:lnTo>
                  <a:pt x="618452" y="18401"/>
                </a:lnTo>
                <a:lnTo>
                  <a:pt x="619286" y="17353"/>
                </a:lnTo>
                <a:lnTo>
                  <a:pt x="620183" y="16360"/>
                </a:lnTo>
                <a:lnTo>
                  <a:pt x="621141" y="15425"/>
                </a:lnTo>
                <a:lnTo>
                  <a:pt x="629178" y="8058"/>
                </a:lnTo>
                <a:lnTo>
                  <a:pt x="630199" y="7180"/>
                </a:lnTo>
                <a:lnTo>
                  <a:pt x="631273" y="6368"/>
                </a:lnTo>
                <a:lnTo>
                  <a:pt x="632396" y="5625"/>
                </a:lnTo>
                <a:lnTo>
                  <a:pt x="633564" y="4955"/>
                </a:lnTo>
                <a:lnTo>
                  <a:pt x="634771" y="4359"/>
                </a:lnTo>
                <a:lnTo>
                  <a:pt x="636014" y="3841"/>
                </a:lnTo>
                <a:lnTo>
                  <a:pt x="637287" y="3402"/>
                </a:lnTo>
                <a:lnTo>
                  <a:pt x="645212" y="946"/>
                </a:lnTo>
                <a:lnTo>
                  <a:pt x="646578" y="572"/>
                </a:lnTo>
                <a:lnTo>
                  <a:pt x="647966" y="290"/>
                </a:lnTo>
                <a:lnTo>
                  <a:pt x="649369" y="99"/>
                </a:lnTo>
                <a:lnTo>
                  <a:pt x="650782" y="3"/>
                </a:lnTo>
                <a:lnTo>
                  <a:pt x="652198" y="0"/>
                </a:lnTo>
                <a:lnTo>
                  <a:pt x="653612" y="91"/>
                </a:lnTo>
                <a:lnTo>
                  <a:pt x="655016" y="276"/>
                </a:lnTo>
                <a:lnTo>
                  <a:pt x="656405" y="553"/>
                </a:lnTo>
                <a:lnTo>
                  <a:pt x="657772" y="922"/>
                </a:lnTo>
                <a:lnTo>
                  <a:pt x="665809" y="3377"/>
                </a:lnTo>
                <a:lnTo>
                  <a:pt x="667075" y="3808"/>
                </a:lnTo>
                <a:lnTo>
                  <a:pt x="668312" y="4317"/>
                </a:lnTo>
                <a:lnTo>
                  <a:pt x="669515" y="4903"/>
                </a:lnTo>
                <a:lnTo>
                  <a:pt x="670678" y="5563"/>
                </a:lnTo>
                <a:lnTo>
                  <a:pt x="671798" y="6294"/>
                </a:lnTo>
                <a:lnTo>
                  <a:pt x="672870" y="7094"/>
                </a:lnTo>
                <a:lnTo>
                  <a:pt x="673890" y="7959"/>
                </a:lnTo>
                <a:lnTo>
                  <a:pt x="682038" y="15326"/>
                </a:lnTo>
                <a:lnTo>
                  <a:pt x="683031" y="16284"/>
                </a:lnTo>
                <a:lnTo>
                  <a:pt x="683959" y="17303"/>
                </a:lnTo>
                <a:lnTo>
                  <a:pt x="684820" y="18380"/>
                </a:lnTo>
                <a:lnTo>
                  <a:pt x="685610" y="19511"/>
                </a:lnTo>
                <a:lnTo>
                  <a:pt x="693535" y="31678"/>
                </a:lnTo>
                <a:lnTo>
                  <a:pt x="694152" y="32684"/>
                </a:lnTo>
                <a:lnTo>
                  <a:pt x="694712" y="33724"/>
                </a:lnTo>
                <a:lnTo>
                  <a:pt x="695214" y="34792"/>
                </a:lnTo>
                <a:lnTo>
                  <a:pt x="711287" y="71627"/>
                </a:lnTo>
                <a:lnTo>
                  <a:pt x="711740" y="72750"/>
                </a:lnTo>
                <a:lnTo>
                  <a:pt x="712128" y="73896"/>
                </a:lnTo>
                <a:lnTo>
                  <a:pt x="736238" y="152366"/>
                </a:lnTo>
                <a:lnTo>
                  <a:pt x="736405" y="152938"/>
                </a:lnTo>
                <a:lnTo>
                  <a:pt x="792418" y="355206"/>
                </a:lnTo>
                <a:lnTo>
                  <a:pt x="815818" y="418147"/>
                </a:lnTo>
                <a:lnTo>
                  <a:pt x="830788" y="448295"/>
                </a:lnTo>
                <a:lnTo>
                  <a:pt x="845135" y="469816"/>
                </a:lnTo>
                <a:lnTo>
                  <a:pt x="858596" y="484212"/>
                </a:lnTo>
                <a:lnTo>
                  <a:pt x="871390" y="493452"/>
                </a:lnTo>
                <a:lnTo>
                  <a:pt x="884218" y="499509"/>
                </a:lnTo>
                <a:lnTo>
                  <a:pt x="897532" y="503485"/>
                </a:lnTo>
                <a:lnTo>
                  <a:pt x="911571" y="505923"/>
                </a:lnTo>
                <a:lnTo>
                  <a:pt x="926333" y="507358"/>
                </a:lnTo>
                <a:lnTo>
                  <a:pt x="941669" y="508103"/>
                </a:lnTo>
                <a:lnTo>
                  <a:pt x="965320" y="508760"/>
                </a:lnTo>
                <a:lnTo>
                  <a:pt x="1005207" y="508982"/>
                </a:lnTo>
                <a:lnTo>
                  <a:pt x="3171825" y="508982"/>
                </a:lnTo>
                <a:lnTo>
                  <a:pt x="3171825" y="530335"/>
                </a:lnTo>
                <a:lnTo>
                  <a:pt x="849700" y="530335"/>
                </a:lnTo>
                <a:lnTo>
                  <a:pt x="849071" y="529964"/>
                </a:lnTo>
                <a:lnTo>
                  <a:pt x="847985" y="529229"/>
                </a:lnTo>
                <a:lnTo>
                  <a:pt x="831911" y="517620"/>
                </a:lnTo>
                <a:lnTo>
                  <a:pt x="830822" y="516779"/>
                </a:lnTo>
                <a:lnTo>
                  <a:pt x="829789" y="515869"/>
                </a:lnTo>
                <a:lnTo>
                  <a:pt x="828816" y="514894"/>
                </a:lnTo>
                <a:lnTo>
                  <a:pt x="812743" y="497704"/>
                </a:lnTo>
                <a:lnTo>
                  <a:pt x="811970" y="496831"/>
                </a:lnTo>
                <a:lnTo>
                  <a:pt x="811246" y="495917"/>
                </a:lnTo>
                <a:lnTo>
                  <a:pt x="810573" y="494965"/>
                </a:lnTo>
                <a:lnTo>
                  <a:pt x="794499" y="470854"/>
                </a:lnTo>
                <a:lnTo>
                  <a:pt x="793783" y="469702"/>
                </a:lnTo>
                <a:lnTo>
                  <a:pt x="793141" y="468506"/>
                </a:lnTo>
                <a:lnTo>
                  <a:pt x="777068" y="436136"/>
                </a:lnTo>
                <a:lnTo>
                  <a:pt x="776596" y="435120"/>
                </a:lnTo>
                <a:lnTo>
                  <a:pt x="776178" y="434081"/>
                </a:lnTo>
                <a:lnTo>
                  <a:pt x="752068" y="369229"/>
                </a:lnTo>
                <a:lnTo>
                  <a:pt x="751504" y="367486"/>
                </a:lnTo>
                <a:lnTo>
                  <a:pt x="695327" y="164624"/>
                </a:lnTo>
                <a:lnTo>
                  <a:pt x="671660" y="87597"/>
                </a:lnTo>
                <a:lnTo>
                  <a:pt x="656781" y="53500"/>
                </a:lnTo>
                <a:lnTo>
                  <a:pt x="651796" y="45847"/>
                </a:lnTo>
                <a:lnTo>
                  <a:pt x="638852" y="68700"/>
                </a:lnTo>
                <a:lnTo>
                  <a:pt x="623774" y="110350"/>
                </a:lnTo>
                <a:lnTo>
                  <a:pt x="591856" y="224500"/>
                </a:lnTo>
                <a:lnTo>
                  <a:pt x="559723" y="341652"/>
                </a:lnTo>
                <a:lnTo>
                  <a:pt x="559356" y="342851"/>
                </a:lnTo>
                <a:lnTo>
                  <a:pt x="535246" y="414065"/>
                </a:lnTo>
                <a:lnTo>
                  <a:pt x="534582" y="415779"/>
                </a:lnTo>
                <a:lnTo>
                  <a:pt x="518508" y="452503"/>
                </a:lnTo>
                <a:lnTo>
                  <a:pt x="518016" y="453549"/>
                </a:lnTo>
                <a:lnTo>
                  <a:pt x="517468" y="454567"/>
                </a:lnTo>
                <a:lnTo>
                  <a:pt x="501395" y="482584"/>
                </a:lnTo>
                <a:lnTo>
                  <a:pt x="500587" y="483881"/>
                </a:lnTo>
                <a:lnTo>
                  <a:pt x="499689" y="485118"/>
                </a:lnTo>
                <a:lnTo>
                  <a:pt x="483616" y="505656"/>
                </a:lnTo>
                <a:lnTo>
                  <a:pt x="482777" y="506662"/>
                </a:lnTo>
                <a:lnTo>
                  <a:pt x="481879" y="507615"/>
                </a:lnTo>
                <a:lnTo>
                  <a:pt x="480924" y="508511"/>
                </a:lnTo>
                <a:lnTo>
                  <a:pt x="464850" y="522687"/>
                </a:lnTo>
                <a:lnTo>
                  <a:pt x="463811" y="523547"/>
                </a:lnTo>
                <a:lnTo>
                  <a:pt x="462720" y="524339"/>
                </a:lnTo>
                <a:lnTo>
                  <a:pt x="461581" y="525061"/>
                </a:lnTo>
                <a:close/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365E0-EAD8-4839-A120-B193C1C2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948" y="2131963"/>
            <a:ext cx="497830" cy="201588"/>
          </a:xfrm>
          <a:custGeom xmlns:a="http://schemas.openxmlformats.org/drawingml/2006/main">
            <a:pathLst>
              <a:path w="497830" h="201588">
                <a:moveTo>
                  <a:pt x="0" y="201588"/>
                </a:moveTo>
                <a:lnTo>
                  <a:pt x="0" y="0"/>
                </a:lnTo>
                <a:lnTo>
                  <a:pt x="497830" y="0"/>
                </a:lnTo>
                <a:lnTo>
                  <a:pt x="497830" y="201588"/>
                </a:lnTo>
                <a:lnTo>
                  <a:pt x="0" y="201588"/>
                </a:lnTo>
                <a:close/>
                <a:moveTo>
                  <a:pt x="0" y="201588"/>
                </a:moveTo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6E29B6-5CBF-4F1A-892D-1A821049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039" y="2152390"/>
            <a:ext cx="132606" cy="121332"/>
          </a:xfrm>
          <a:custGeom xmlns:a="http://schemas.openxmlformats.org/drawingml/2006/main">
            <a:pathLst>
              <a:path w="132606" h="121332">
                <a:moveTo>
                  <a:pt x="73112" y="15850"/>
                </a:moveTo>
                <a:lnTo>
                  <a:pt x="119211" y="15850"/>
                </a:lnTo>
                <a:cubicBezTo>
                  <a:pt x="122783" y="15850"/>
                  <a:pt x="132606" y="15850"/>
                  <a:pt x="132606" y="6586"/>
                </a:cubicBezTo>
                <a:cubicBezTo>
                  <a:pt x="132606" y="0"/>
                  <a:pt x="126913" y="0"/>
                  <a:pt x="121667" y="0"/>
                </a:cubicBezTo>
                <a:lnTo>
                  <a:pt x="44983" y="0"/>
                </a:lnTo>
                <a:cubicBezTo>
                  <a:pt x="39514" y="0"/>
                  <a:pt x="28798" y="0"/>
                  <a:pt x="16743" y="12948"/>
                </a:cubicBezTo>
                <a:cubicBezTo>
                  <a:pt x="7702" y="22771"/>
                  <a:pt x="0" y="35942"/>
                  <a:pt x="0" y="37616"/>
                </a:cubicBezTo>
                <a:cubicBezTo>
                  <a:pt x="0" y="37840"/>
                  <a:pt x="0" y="40295"/>
                  <a:pt x="3349" y="40295"/>
                </a:cubicBezTo>
                <a:cubicBezTo>
                  <a:pt x="5469" y="40295"/>
                  <a:pt x="6028" y="39179"/>
                  <a:pt x="7702" y="36947"/>
                </a:cubicBezTo>
                <a:cubicBezTo>
                  <a:pt x="21096" y="15850"/>
                  <a:pt x="36723" y="15850"/>
                  <a:pt x="42416" y="15850"/>
                </a:cubicBezTo>
                <a:lnTo>
                  <a:pt x="65298" y="15850"/>
                </a:lnTo>
                <a:lnTo>
                  <a:pt x="38398" y="103808"/>
                </a:lnTo>
                <a:cubicBezTo>
                  <a:pt x="37281" y="107156"/>
                  <a:pt x="35719" y="112849"/>
                  <a:pt x="35719" y="113965"/>
                </a:cubicBezTo>
                <a:cubicBezTo>
                  <a:pt x="35719" y="116979"/>
                  <a:pt x="37616" y="121332"/>
                  <a:pt x="43532" y="121332"/>
                </a:cubicBezTo>
                <a:cubicBezTo>
                  <a:pt x="52685" y="121332"/>
                  <a:pt x="54025" y="113742"/>
                  <a:pt x="54806" y="109612"/>
                </a:cubicBezTo>
                <a:lnTo>
                  <a:pt x="73112" y="1585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4AF8D1-9CA1-473C-9C7A-B0F0737A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9290" y="2189448"/>
            <a:ext cx="63959" cy="64070"/>
          </a:xfrm>
          <a:custGeom xmlns:a="http://schemas.openxmlformats.org/drawingml/2006/main">
            <a:pathLst>
              <a:path w="63959" h="64070">
                <a:moveTo>
                  <a:pt x="0" y="0"/>
                </a:moveTo>
                <a:lnTo>
                  <a:pt x="63959" y="32035"/>
                </a:lnTo>
                <a:lnTo>
                  <a:pt x="0" y="64070"/>
                </a:lnTo>
                <a:cubicBezTo>
                  <a:pt x="15962" y="47997"/>
                  <a:pt x="15962" y="15962"/>
                  <a:pt x="0" y="0"/>
                </a:cubicBez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A3C921-BDAB-4E9F-A665-4370FE6D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4925" y="2221483"/>
            <a:ext cx="287089" cy="10"/>
          </a:xfrm>
          <a:custGeom xmlns:a="http://schemas.openxmlformats.org/drawingml/2006/main">
            <a:pathLst>
              <a:path w="287089" h="1" fill="none">
                <a:moveTo>
                  <a:pt x="0" y="0"/>
                </a:moveTo>
                <a:lnTo>
                  <a:pt x="2870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0F7330-F967-414F-9D19-E6AC8F58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53" y="1403077"/>
            <a:ext cx="3171825" cy="930473"/>
          </a:xfrm>
          <a:custGeom xmlns:a="http://schemas.openxmlformats.org/drawingml/2006/main">
            <a:pathLst>
              <a:path w="3171825" h="930473" fill="none">
                <a:moveTo>
                  <a:pt x="0" y="930473"/>
                </a:moveTo>
                <a:lnTo>
                  <a:pt x="3171825" y="930473"/>
                </a:lnTo>
                <a:lnTo>
                  <a:pt x="3171825" y="0"/>
                </a:lnTo>
                <a:lnTo>
                  <a:pt x="0" y="0"/>
                </a:lnTo>
                <a:lnTo>
                  <a:pt x="0" y="930473"/>
                </a:lnTo>
                <a:close/>
                <a:moveTo>
                  <a:pt x="0" y="930473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AE0501-8E32-4F2E-B06C-DD699D87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707" y="1403077"/>
            <a:ext cx="3171825" cy="930473"/>
          </a:xfrm>
          <a:custGeom xmlns:a="http://schemas.openxmlformats.org/drawingml/2006/main">
            <a:pathLst>
              <a:path w="3171825" h="930473">
                <a:moveTo>
                  <a:pt x="0" y="930473"/>
                </a:moveTo>
                <a:lnTo>
                  <a:pt x="0" y="0"/>
                </a:lnTo>
                <a:lnTo>
                  <a:pt x="3171825" y="0"/>
                </a:lnTo>
                <a:lnTo>
                  <a:pt x="3171825" y="930473"/>
                </a:lnTo>
                <a:lnTo>
                  <a:pt x="0" y="930473"/>
                </a:lnTo>
                <a:close/>
                <a:moveTo>
                  <a:pt x="0" y="930473"/>
                </a:moveTo>
              </a:path>
            </a:pathLst>
          </a:custGeom>
          <a:solidFill xmlns:a="http://schemas.openxmlformats.org/drawingml/2006/main">
            <a:srgbClr val="FFFFFF">
              <a:alpha val="7954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455C3-E2D9-4110-A3E1-F8096E35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3409" y="2007171"/>
            <a:ext cx="2872122" cy="326380"/>
          </a:xfrm>
          <a:custGeom xmlns:a="http://schemas.openxmlformats.org/drawingml/2006/main">
            <a:pathLst>
              <a:path w="2872122" h="326380">
                <a:moveTo>
                  <a:pt x="2868216" y="313320"/>
                </a:moveTo>
                <a:lnTo>
                  <a:pt x="2860179" y="312762"/>
                </a:lnTo>
                <a:lnTo>
                  <a:pt x="2844105" y="311869"/>
                </a:lnTo>
                <a:lnTo>
                  <a:pt x="2836069" y="311311"/>
                </a:lnTo>
                <a:lnTo>
                  <a:pt x="2819995" y="310418"/>
                </a:lnTo>
                <a:lnTo>
                  <a:pt x="2763738" y="306512"/>
                </a:lnTo>
                <a:lnTo>
                  <a:pt x="2755702" y="305842"/>
                </a:lnTo>
                <a:lnTo>
                  <a:pt x="2747665" y="305284"/>
                </a:lnTo>
                <a:lnTo>
                  <a:pt x="2739628" y="304614"/>
                </a:lnTo>
                <a:lnTo>
                  <a:pt x="2731591" y="304056"/>
                </a:lnTo>
                <a:lnTo>
                  <a:pt x="2715518" y="302716"/>
                </a:lnTo>
                <a:lnTo>
                  <a:pt x="2707593" y="302047"/>
                </a:lnTo>
                <a:lnTo>
                  <a:pt x="2699556" y="301377"/>
                </a:lnTo>
                <a:lnTo>
                  <a:pt x="2691408" y="300707"/>
                </a:lnTo>
                <a:lnTo>
                  <a:pt x="2683371" y="299926"/>
                </a:lnTo>
                <a:lnTo>
                  <a:pt x="2675446" y="299256"/>
                </a:lnTo>
                <a:lnTo>
                  <a:pt x="2667409" y="298475"/>
                </a:lnTo>
                <a:lnTo>
                  <a:pt x="2659373" y="297805"/>
                </a:lnTo>
                <a:lnTo>
                  <a:pt x="2619189" y="293898"/>
                </a:lnTo>
                <a:lnTo>
                  <a:pt x="2611152" y="293005"/>
                </a:lnTo>
                <a:lnTo>
                  <a:pt x="2603116" y="292224"/>
                </a:lnTo>
                <a:lnTo>
                  <a:pt x="2595079" y="291331"/>
                </a:lnTo>
                <a:lnTo>
                  <a:pt x="2587042" y="290550"/>
                </a:lnTo>
                <a:lnTo>
                  <a:pt x="2538822" y="285192"/>
                </a:lnTo>
                <a:lnTo>
                  <a:pt x="2530785" y="284187"/>
                </a:lnTo>
                <a:lnTo>
                  <a:pt x="2514712" y="282401"/>
                </a:lnTo>
                <a:lnTo>
                  <a:pt x="2450418" y="274365"/>
                </a:lnTo>
                <a:lnTo>
                  <a:pt x="2442381" y="273248"/>
                </a:lnTo>
                <a:lnTo>
                  <a:pt x="2426308" y="271239"/>
                </a:lnTo>
                <a:lnTo>
                  <a:pt x="2410234" y="269007"/>
                </a:lnTo>
                <a:lnTo>
                  <a:pt x="2402198" y="268002"/>
                </a:lnTo>
                <a:lnTo>
                  <a:pt x="2394161" y="266886"/>
                </a:lnTo>
                <a:lnTo>
                  <a:pt x="2386236" y="265770"/>
                </a:lnTo>
                <a:lnTo>
                  <a:pt x="2378087" y="264654"/>
                </a:lnTo>
                <a:lnTo>
                  <a:pt x="2362014" y="262421"/>
                </a:lnTo>
                <a:lnTo>
                  <a:pt x="2354089" y="261305"/>
                </a:lnTo>
                <a:lnTo>
                  <a:pt x="2338015" y="259073"/>
                </a:lnTo>
                <a:lnTo>
                  <a:pt x="2329867" y="257845"/>
                </a:lnTo>
                <a:lnTo>
                  <a:pt x="2321942" y="256728"/>
                </a:lnTo>
                <a:lnTo>
                  <a:pt x="2305869" y="254496"/>
                </a:lnTo>
                <a:lnTo>
                  <a:pt x="2297832" y="253268"/>
                </a:lnTo>
                <a:lnTo>
                  <a:pt x="2289795" y="252152"/>
                </a:lnTo>
                <a:lnTo>
                  <a:pt x="2281758" y="250924"/>
                </a:lnTo>
                <a:lnTo>
                  <a:pt x="2265685" y="248692"/>
                </a:lnTo>
                <a:lnTo>
                  <a:pt x="2257648" y="247464"/>
                </a:lnTo>
                <a:lnTo>
                  <a:pt x="2249612" y="246348"/>
                </a:lnTo>
                <a:lnTo>
                  <a:pt x="2233538" y="244004"/>
                </a:lnTo>
                <a:lnTo>
                  <a:pt x="2225501" y="242888"/>
                </a:lnTo>
                <a:lnTo>
                  <a:pt x="2217465" y="241660"/>
                </a:lnTo>
                <a:lnTo>
                  <a:pt x="2209428" y="240543"/>
                </a:lnTo>
                <a:lnTo>
                  <a:pt x="2201391" y="239316"/>
                </a:lnTo>
                <a:lnTo>
                  <a:pt x="2193355" y="238199"/>
                </a:lnTo>
                <a:lnTo>
                  <a:pt x="2185318" y="236972"/>
                </a:lnTo>
                <a:lnTo>
                  <a:pt x="2161208" y="233623"/>
                </a:lnTo>
                <a:lnTo>
                  <a:pt x="2153171" y="232395"/>
                </a:lnTo>
                <a:lnTo>
                  <a:pt x="2104951" y="225698"/>
                </a:lnTo>
                <a:lnTo>
                  <a:pt x="2096914" y="224693"/>
                </a:lnTo>
                <a:lnTo>
                  <a:pt x="2080840" y="222461"/>
                </a:lnTo>
                <a:lnTo>
                  <a:pt x="2064767" y="220452"/>
                </a:lnTo>
                <a:lnTo>
                  <a:pt x="2056730" y="219335"/>
                </a:lnTo>
                <a:lnTo>
                  <a:pt x="2040657" y="217326"/>
                </a:lnTo>
                <a:lnTo>
                  <a:pt x="2032732" y="216322"/>
                </a:lnTo>
                <a:lnTo>
                  <a:pt x="2024695" y="215317"/>
                </a:lnTo>
                <a:lnTo>
                  <a:pt x="2016547" y="214312"/>
                </a:lnTo>
                <a:lnTo>
                  <a:pt x="2008510" y="213420"/>
                </a:lnTo>
                <a:lnTo>
                  <a:pt x="2000585" y="212415"/>
                </a:lnTo>
                <a:lnTo>
                  <a:pt x="1984511" y="210629"/>
                </a:lnTo>
                <a:lnTo>
                  <a:pt x="1976363" y="209736"/>
                </a:lnTo>
                <a:lnTo>
                  <a:pt x="1968438" y="208843"/>
                </a:lnTo>
                <a:lnTo>
                  <a:pt x="1960401" y="207950"/>
                </a:lnTo>
                <a:lnTo>
                  <a:pt x="1952365" y="207169"/>
                </a:lnTo>
                <a:lnTo>
                  <a:pt x="1944328" y="206276"/>
                </a:lnTo>
                <a:lnTo>
                  <a:pt x="1920218" y="203932"/>
                </a:lnTo>
                <a:lnTo>
                  <a:pt x="1912181" y="203262"/>
                </a:lnTo>
                <a:lnTo>
                  <a:pt x="1904144" y="202481"/>
                </a:lnTo>
                <a:lnTo>
                  <a:pt x="1863961" y="199132"/>
                </a:lnTo>
                <a:lnTo>
                  <a:pt x="1823777" y="196341"/>
                </a:lnTo>
                <a:lnTo>
                  <a:pt x="1791630" y="194556"/>
                </a:lnTo>
                <a:lnTo>
                  <a:pt x="1775557" y="193886"/>
                </a:lnTo>
                <a:lnTo>
                  <a:pt x="1767520" y="193439"/>
                </a:lnTo>
                <a:lnTo>
                  <a:pt x="1759483" y="193216"/>
                </a:lnTo>
                <a:lnTo>
                  <a:pt x="1743410" y="192546"/>
                </a:lnTo>
                <a:lnTo>
                  <a:pt x="1719300" y="191877"/>
                </a:lnTo>
                <a:lnTo>
                  <a:pt x="1711375" y="191765"/>
                </a:lnTo>
                <a:lnTo>
                  <a:pt x="1703226" y="191542"/>
                </a:lnTo>
                <a:lnTo>
                  <a:pt x="1687153" y="191319"/>
                </a:lnTo>
                <a:lnTo>
                  <a:pt x="1679228" y="191207"/>
                </a:lnTo>
                <a:lnTo>
                  <a:pt x="1671191" y="191095"/>
                </a:lnTo>
                <a:lnTo>
                  <a:pt x="1663043" y="190984"/>
                </a:lnTo>
                <a:lnTo>
                  <a:pt x="1647081" y="190984"/>
                </a:lnTo>
                <a:lnTo>
                  <a:pt x="1639044" y="190872"/>
                </a:lnTo>
                <a:lnTo>
                  <a:pt x="1614934" y="190872"/>
                </a:lnTo>
                <a:lnTo>
                  <a:pt x="1606897" y="190984"/>
                </a:lnTo>
                <a:lnTo>
                  <a:pt x="1582787" y="190984"/>
                </a:lnTo>
                <a:lnTo>
                  <a:pt x="1574750" y="191095"/>
                </a:lnTo>
                <a:lnTo>
                  <a:pt x="1550640" y="191095"/>
                </a:lnTo>
                <a:lnTo>
                  <a:pt x="1542604" y="191207"/>
                </a:lnTo>
                <a:lnTo>
                  <a:pt x="1526530" y="191207"/>
                </a:lnTo>
                <a:lnTo>
                  <a:pt x="1518493" y="191095"/>
                </a:lnTo>
                <a:lnTo>
                  <a:pt x="1510457" y="191095"/>
                </a:lnTo>
                <a:lnTo>
                  <a:pt x="1478310" y="190649"/>
                </a:lnTo>
                <a:lnTo>
                  <a:pt x="1462236" y="190202"/>
                </a:lnTo>
                <a:lnTo>
                  <a:pt x="1446163" y="189533"/>
                </a:lnTo>
                <a:lnTo>
                  <a:pt x="1422053" y="188193"/>
                </a:lnTo>
                <a:lnTo>
                  <a:pt x="1405979" y="186854"/>
                </a:lnTo>
                <a:lnTo>
                  <a:pt x="1389906" y="185291"/>
                </a:lnTo>
                <a:lnTo>
                  <a:pt x="1381869" y="184398"/>
                </a:lnTo>
                <a:lnTo>
                  <a:pt x="1373832" y="183393"/>
                </a:lnTo>
                <a:lnTo>
                  <a:pt x="1365796" y="182277"/>
                </a:lnTo>
                <a:lnTo>
                  <a:pt x="1357871" y="181049"/>
                </a:lnTo>
                <a:lnTo>
                  <a:pt x="1349722" y="179822"/>
                </a:lnTo>
                <a:lnTo>
                  <a:pt x="1341686" y="178370"/>
                </a:lnTo>
                <a:lnTo>
                  <a:pt x="1333649" y="176808"/>
                </a:lnTo>
                <a:lnTo>
                  <a:pt x="1325724" y="175133"/>
                </a:lnTo>
                <a:lnTo>
                  <a:pt x="1309650" y="171562"/>
                </a:lnTo>
                <a:lnTo>
                  <a:pt x="1301502" y="169441"/>
                </a:lnTo>
                <a:lnTo>
                  <a:pt x="1293577" y="167320"/>
                </a:lnTo>
                <a:lnTo>
                  <a:pt x="1285540" y="165088"/>
                </a:lnTo>
                <a:lnTo>
                  <a:pt x="1269467" y="160176"/>
                </a:lnTo>
                <a:lnTo>
                  <a:pt x="1261430" y="157497"/>
                </a:lnTo>
                <a:lnTo>
                  <a:pt x="1253393" y="154707"/>
                </a:lnTo>
                <a:lnTo>
                  <a:pt x="1245357" y="151805"/>
                </a:lnTo>
                <a:lnTo>
                  <a:pt x="1237320" y="148679"/>
                </a:lnTo>
                <a:lnTo>
                  <a:pt x="1221246" y="142205"/>
                </a:lnTo>
                <a:lnTo>
                  <a:pt x="1213210" y="138633"/>
                </a:lnTo>
                <a:lnTo>
                  <a:pt x="1205173" y="135173"/>
                </a:lnTo>
                <a:lnTo>
                  <a:pt x="1189100" y="127583"/>
                </a:lnTo>
                <a:lnTo>
                  <a:pt x="1181063" y="123676"/>
                </a:lnTo>
                <a:lnTo>
                  <a:pt x="1173026" y="119658"/>
                </a:lnTo>
                <a:lnTo>
                  <a:pt x="1156953" y="111398"/>
                </a:lnTo>
                <a:lnTo>
                  <a:pt x="1140879" y="102691"/>
                </a:lnTo>
                <a:lnTo>
                  <a:pt x="1116769" y="89297"/>
                </a:lnTo>
                <a:lnTo>
                  <a:pt x="1084622" y="70991"/>
                </a:lnTo>
                <a:lnTo>
                  <a:pt x="1068549" y="62061"/>
                </a:lnTo>
                <a:lnTo>
                  <a:pt x="1060512" y="57485"/>
                </a:lnTo>
                <a:lnTo>
                  <a:pt x="1044439" y="48778"/>
                </a:lnTo>
                <a:lnTo>
                  <a:pt x="1028365" y="40518"/>
                </a:lnTo>
                <a:lnTo>
                  <a:pt x="1020328" y="36500"/>
                </a:lnTo>
                <a:lnTo>
                  <a:pt x="1012292" y="32593"/>
                </a:lnTo>
                <a:lnTo>
                  <a:pt x="1004367" y="28910"/>
                </a:lnTo>
                <a:lnTo>
                  <a:pt x="996330" y="25338"/>
                </a:lnTo>
                <a:lnTo>
                  <a:pt x="988182" y="21989"/>
                </a:lnTo>
                <a:lnTo>
                  <a:pt x="980145" y="18864"/>
                </a:lnTo>
                <a:lnTo>
                  <a:pt x="972220" y="15850"/>
                </a:lnTo>
                <a:lnTo>
                  <a:pt x="964183" y="13171"/>
                </a:lnTo>
                <a:lnTo>
                  <a:pt x="956146" y="10604"/>
                </a:lnTo>
                <a:lnTo>
                  <a:pt x="948110" y="8372"/>
                </a:lnTo>
                <a:lnTo>
                  <a:pt x="940073" y="6362"/>
                </a:lnTo>
                <a:lnTo>
                  <a:pt x="932036" y="4576"/>
                </a:lnTo>
                <a:lnTo>
                  <a:pt x="923999" y="3125"/>
                </a:lnTo>
                <a:lnTo>
                  <a:pt x="915963" y="1898"/>
                </a:lnTo>
                <a:lnTo>
                  <a:pt x="907926" y="1005"/>
                </a:lnTo>
                <a:lnTo>
                  <a:pt x="899889" y="335"/>
                </a:lnTo>
                <a:lnTo>
                  <a:pt x="891853" y="0"/>
                </a:lnTo>
                <a:lnTo>
                  <a:pt x="883816" y="0"/>
                </a:lnTo>
                <a:lnTo>
                  <a:pt x="875779" y="335"/>
                </a:lnTo>
                <a:lnTo>
                  <a:pt x="867742" y="893"/>
                </a:lnTo>
                <a:lnTo>
                  <a:pt x="859706" y="1898"/>
                </a:lnTo>
                <a:lnTo>
                  <a:pt x="851669" y="3125"/>
                </a:lnTo>
                <a:lnTo>
                  <a:pt x="843632" y="4688"/>
                </a:lnTo>
                <a:lnTo>
                  <a:pt x="835596" y="6474"/>
                </a:lnTo>
                <a:lnTo>
                  <a:pt x="827559" y="8706"/>
                </a:lnTo>
                <a:lnTo>
                  <a:pt x="819522" y="11162"/>
                </a:lnTo>
                <a:lnTo>
                  <a:pt x="811485" y="13841"/>
                </a:lnTo>
                <a:lnTo>
                  <a:pt x="803449" y="16966"/>
                </a:lnTo>
                <a:lnTo>
                  <a:pt x="795412" y="20315"/>
                </a:lnTo>
                <a:lnTo>
                  <a:pt x="787375" y="23887"/>
                </a:lnTo>
                <a:lnTo>
                  <a:pt x="779338" y="27794"/>
                </a:lnTo>
                <a:lnTo>
                  <a:pt x="771302" y="31812"/>
                </a:lnTo>
                <a:lnTo>
                  <a:pt x="763265" y="36277"/>
                </a:lnTo>
                <a:lnTo>
                  <a:pt x="755228" y="40853"/>
                </a:lnTo>
                <a:lnTo>
                  <a:pt x="747192" y="45653"/>
                </a:lnTo>
                <a:lnTo>
                  <a:pt x="739155" y="50676"/>
                </a:lnTo>
                <a:lnTo>
                  <a:pt x="731118" y="55922"/>
                </a:lnTo>
                <a:lnTo>
                  <a:pt x="723081" y="61280"/>
                </a:lnTo>
                <a:lnTo>
                  <a:pt x="715045" y="66861"/>
                </a:lnTo>
                <a:lnTo>
                  <a:pt x="707008" y="72554"/>
                </a:lnTo>
                <a:lnTo>
                  <a:pt x="690935" y="84386"/>
                </a:lnTo>
                <a:lnTo>
                  <a:pt x="683009" y="90525"/>
                </a:lnTo>
                <a:lnTo>
                  <a:pt x="674861" y="96664"/>
                </a:lnTo>
                <a:lnTo>
                  <a:pt x="658788" y="109165"/>
                </a:lnTo>
                <a:lnTo>
                  <a:pt x="650863" y="115528"/>
                </a:lnTo>
                <a:lnTo>
                  <a:pt x="642826" y="121890"/>
                </a:lnTo>
                <a:lnTo>
                  <a:pt x="634789" y="128364"/>
                </a:lnTo>
                <a:lnTo>
                  <a:pt x="626641" y="134727"/>
                </a:lnTo>
                <a:lnTo>
                  <a:pt x="618716" y="141089"/>
                </a:lnTo>
                <a:lnTo>
                  <a:pt x="602642" y="153814"/>
                </a:lnTo>
                <a:lnTo>
                  <a:pt x="586569" y="166315"/>
                </a:lnTo>
                <a:lnTo>
                  <a:pt x="578532" y="172455"/>
                </a:lnTo>
                <a:lnTo>
                  <a:pt x="570495" y="178482"/>
                </a:lnTo>
                <a:lnTo>
                  <a:pt x="554422" y="190314"/>
                </a:lnTo>
                <a:lnTo>
                  <a:pt x="546385" y="196118"/>
                </a:lnTo>
                <a:lnTo>
                  <a:pt x="530312" y="207280"/>
                </a:lnTo>
                <a:lnTo>
                  <a:pt x="522275" y="212638"/>
                </a:lnTo>
                <a:lnTo>
                  <a:pt x="514238" y="217884"/>
                </a:lnTo>
                <a:lnTo>
                  <a:pt x="506202" y="223019"/>
                </a:lnTo>
                <a:lnTo>
                  <a:pt x="498165" y="228042"/>
                </a:lnTo>
                <a:lnTo>
                  <a:pt x="490128" y="232842"/>
                </a:lnTo>
                <a:lnTo>
                  <a:pt x="482092" y="237530"/>
                </a:lnTo>
                <a:lnTo>
                  <a:pt x="474055" y="242106"/>
                </a:lnTo>
                <a:lnTo>
                  <a:pt x="466018" y="246459"/>
                </a:lnTo>
                <a:lnTo>
                  <a:pt x="457981" y="250701"/>
                </a:lnTo>
                <a:lnTo>
                  <a:pt x="441908" y="258738"/>
                </a:lnTo>
                <a:lnTo>
                  <a:pt x="425834" y="266105"/>
                </a:lnTo>
                <a:lnTo>
                  <a:pt x="417798" y="269565"/>
                </a:lnTo>
                <a:lnTo>
                  <a:pt x="409761" y="272914"/>
                </a:lnTo>
                <a:lnTo>
                  <a:pt x="401724" y="276039"/>
                </a:lnTo>
                <a:lnTo>
                  <a:pt x="393688" y="279053"/>
                </a:lnTo>
                <a:lnTo>
                  <a:pt x="385651" y="281955"/>
                </a:lnTo>
                <a:lnTo>
                  <a:pt x="369577" y="287313"/>
                </a:lnTo>
                <a:lnTo>
                  <a:pt x="361541" y="289768"/>
                </a:lnTo>
                <a:lnTo>
                  <a:pt x="353504" y="292112"/>
                </a:lnTo>
                <a:lnTo>
                  <a:pt x="345467" y="294345"/>
                </a:lnTo>
                <a:lnTo>
                  <a:pt x="337431" y="296466"/>
                </a:lnTo>
                <a:lnTo>
                  <a:pt x="329505" y="298475"/>
                </a:lnTo>
                <a:lnTo>
                  <a:pt x="321469" y="300372"/>
                </a:lnTo>
                <a:lnTo>
                  <a:pt x="313320" y="302158"/>
                </a:lnTo>
                <a:lnTo>
                  <a:pt x="305284" y="303833"/>
                </a:lnTo>
                <a:lnTo>
                  <a:pt x="297359" y="305395"/>
                </a:lnTo>
                <a:lnTo>
                  <a:pt x="289322" y="306958"/>
                </a:lnTo>
                <a:lnTo>
                  <a:pt x="281285" y="308297"/>
                </a:lnTo>
                <a:lnTo>
                  <a:pt x="273137" y="309637"/>
                </a:lnTo>
                <a:lnTo>
                  <a:pt x="265212" y="310865"/>
                </a:lnTo>
                <a:lnTo>
                  <a:pt x="257175" y="312093"/>
                </a:lnTo>
                <a:lnTo>
                  <a:pt x="233065" y="315106"/>
                </a:lnTo>
                <a:lnTo>
                  <a:pt x="225028" y="315999"/>
                </a:lnTo>
                <a:lnTo>
                  <a:pt x="200918" y="318343"/>
                </a:lnTo>
                <a:lnTo>
                  <a:pt x="192881" y="319013"/>
                </a:lnTo>
                <a:lnTo>
                  <a:pt x="184845" y="319571"/>
                </a:lnTo>
                <a:lnTo>
                  <a:pt x="176808" y="320241"/>
                </a:lnTo>
                <a:lnTo>
                  <a:pt x="168771" y="320687"/>
                </a:lnTo>
                <a:lnTo>
                  <a:pt x="160734" y="321245"/>
                </a:lnTo>
                <a:lnTo>
                  <a:pt x="136624" y="322585"/>
                </a:lnTo>
                <a:lnTo>
                  <a:pt x="96441" y="324259"/>
                </a:lnTo>
                <a:lnTo>
                  <a:pt x="56257" y="325375"/>
                </a:lnTo>
                <a:lnTo>
                  <a:pt x="48220" y="325487"/>
                </a:lnTo>
                <a:lnTo>
                  <a:pt x="40184" y="325710"/>
                </a:lnTo>
                <a:lnTo>
                  <a:pt x="32147" y="325822"/>
                </a:lnTo>
                <a:lnTo>
                  <a:pt x="24110" y="326045"/>
                </a:lnTo>
                <a:lnTo>
                  <a:pt x="16073" y="326157"/>
                </a:lnTo>
                <a:lnTo>
                  <a:pt x="8148" y="326268"/>
                </a:lnTo>
                <a:lnTo>
                  <a:pt x="0" y="326380"/>
                </a:lnTo>
                <a:lnTo>
                  <a:pt x="2872122" y="326380"/>
                </a:lnTo>
                <a:lnTo>
                  <a:pt x="2872122" y="313483"/>
                </a:lnTo>
                <a:lnTo>
                  <a:pt x="2868216" y="313320"/>
                </a:lnTo>
                <a:close/>
              </a:path>
            </a:pathLst>
          </a:custGeom>
          <a:solidFill xmlns:a="http://schemas.openxmlformats.org/drawingml/2006/main">
            <a:srgbClr val="E3E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0117B6C2-3057-4DFD-8EBC-DEA09BE3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707" y="1992935"/>
            <a:ext cx="3171825" cy="340616"/>
          </a:xfrm>
          <a:custGeom xmlns:a="http://schemas.openxmlformats.org/drawingml/2006/main">
            <a:pathLst>
              <a:path w="3171825" h="340616">
                <a:moveTo>
                  <a:pt x="3168708" y="313341"/>
                </a:moveTo>
                <a:lnTo>
                  <a:pt x="3171825" y="313471"/>
                </a:lnTo>
                <a:lnTo>
                  <a:pt x="3171825" y="340616"/>
                </a:lnTo>
                <a:lnTo>
                  <a:pt x="0" y="340616"/>
                </a:lnTo>
                <a:lnTo>
                  <a:pt x="0" y="328294"/>
                </a:lnTo>
                <a:lnTo>
                  <a:pt x="2357" y="328278"/>
                </a:lnTo>
                <a:lnTo>
                  <a:pt x="2390" y="328278"/>
                </a:lnTo>
                <a:lnTo>
                  <a:pt x="26500" y="328166"/>
                </a:lnTo>
                <a:lnTo>
                  <a:pt x="26566" y="328166"/>
                </a:lnTo>
                <a:lnTo>
                  <a:pt x="58614" y="328166"/>
                </a:lnTo>
                <a:lnTo>
                  <a:pt x="66552" y="328056"/>
                </a:lnTo>
                <a:lnTo>
                  <a:pt x="66749" y="328054"/>
                </a:lnTo>
                <a:lnTo>
                  <a:pt x="90761" y="328054"/>
                </a:lnTo>
                <a:lnTo>
                  <a:pt x="98699" y="327944"/>
                </a:lnTo>
                <a:lnTo>
                  <a:pt x="98896" y="327943"/>
                </a:lnTo>
                <a:lnTo>
                  <a:pt x="114871" y="327943"/>
                </a:lnTo>
                <a:lnTo>
                  <a:pt x="122809" y="327833"/>
                </a:lnTo>
                <a:lnTo>
                  <a:pt x="123006" y="327831"/>
                </a:lnTo>
                <a:lnTo>
                  <a:pt x="138981" y="327831"/>
                </a:lnTo>
                <a:lnTo>
                  <a:pt x="146919" y="327721"/>
                </a:lnTo>
                <a:lnTo>
                  <a:pt x="147117" y="327720"/>
                </a:lnTo>
                <a:lnTo>
                  <a:pt x="163091" y="327720"/>
                </a:lnTo>
                <a:lnTo>
                  <a:pt x="171029" y="327609"/>
                </a:lnTo>
                <a:lnTo>
                  <a:pt x="171227" y="327608"/>
                </a:lnTo>
                <a:lnTo>
                  <a:pt x="179165" y="327608"/>
                </a:lnTo>
                <a:lnTo>
                  <a:pt x="187103" y="327498"/>
                </a:lnTo>
                <a:lnTo>
                  <a:pt x="187300" y="327496"/>
                </a:lnTo>
                <a:lnTo>
                  <a:pt x="195238" y="327496"/>
                </a:lnTo>
                <a:lnTo>
                  <a:pt x="203176" y="327386"/>
                </a:lnTo>
                <a:lnTo>
                  <a:pt x="203374" y="327385"/>
                </a:lnTo>
                <a:lnTo>
                  <a:pt x="211312" y="327385"/>
                </a:lnTo>
                <a:lnTo>
                  <a:pt x="219249" y="327274"/>
                </a:lnTo>
                <a:lnTo>
                  <a:pt x="219447" y="327273"/>
                </a:lnTo>
                <a:lnTo>
                  <a:pt x="227385" y="327273"/>
                </a:lnTo>
                <a:lnTo>
                  <a:pt x="243360" y="327051"/>
                </a:lnTo>
                <a:lnTo>
                  <a:pt x="243557" y="327050"/>
                </a:lnTo>
                <a:lnTo>
                  <a:pt x="251384" y="327050"/>
                </a:lnTo>
                <a:lnTo>
                  <a:pt x="259324" y="326940"/>
                </a:lnTo>
                <a:lnTo>
                  <a:pt x="267471" y="326828"/>
                </a:lnTo>
                <a:lnTo>
                  <a:pt x="275505" y="326716"/>
                </a:lnTo>
                <a:lnTo>
                  <a:pt x="283432" y="326605"/>
                </a:lnTo>
                <a:lnTo>
                  <a:pt x="299508" y="326381"/>
                </a:lnTo>
                <a:lnTo>
                  <a:pt x="307653" y="326270"/>
                </a:lnTo>
                <a:lnTo>
                  <a:pt x="315578" y="326158"/>
                </a:lnTo>
                <a:lnTo>
                  <a:pt x="323516" y="326048"/>
                </a:lnTo>
                <a:lnTo>
                  <a:pt x="331454" y="325827"/>
                </a:lnTo>
                <a:lnTo>
                  <a:pt x="331652" y="325823"/>
                </a:lnTo>
                <a:lnTo>
                  <a:pt x="339590" y="325713"/>
                </a:lnTo>
                <a:lnTo>
                  <a:pt x="347528" y="325493"/>
                </a:lnTo>
                <a:lnTo>
                  <a:pt x="347725" y="325488"/>
                </a:lnTo>
                <a:lnTo>
                  <a:pt x="355663" y="325378"/>
                </a:lnTo>
                <a:lnTo>
                  <a:pt x="395649" y="324268"/>
                </a:lnTo>
                <a:lnTo>
                  <a:pt x="435636" y="322601"/>
                </a:lnTo>
                <a:lnTo>
                  <a:pt x="459549" y="321273"/>
                </a:lnTo>
                <a:lnTo>
                  <a:pt x="467488" y="320722"/>
                </a:lnTo>
                <a:lnTo>
                  <a:pt x="467684" y="320709"/>
                </a:lnTo>
                <a:lnTo>
                  <a:pt x="475524" y="320274"/>
                </a:lnTo>
                <a:lnTo>
                  <a:pt x="483365" y="319620"/>
                </a:lnTo>
                <a:lnTo>
                  <a:pt x="483561" y="319605"/>
                </a:lnTo>
                <a:lnTo>
                  <a:pt x="491500" y="319054"/>
                </a:lnTo>
                <a:lnTo>
                  <a:pt x="499341" y="318401"/>
                </a:lnTo>
                <a:lnTo>
                  <a:pt x="523256" y="316076"/>
                </a:lnTo>
                <a:lnTo>
                  <a:pt x="531099" y="315204"/>
                </a:lnTo>
                <a:lnTo>
                  <a:pt x="554919" y="312227"/>
                </a:lnTo>
                <a:lnTo>
                  <a:pt x="562750" y="311030"/>
                </a:lnTo>
                <a:lnTo>
                  <a:pt x="570595" y="309815"/>
                </a:lnTo>
                <a:lnTo>
                  <a:pt x="578663" y="308489"/>
                </a:lnTo>
                <a:lnTo>
                  <a:pt x="586495" y="307183"/>
                </a:lnTo>
                <a:lnTo>
                  <a:pt x="594326" y="305661"/>
                </a:lnTo>
                <a:lnTo>
                  <a:pt x="602158" y="304116"/>
                </a:lnTo>
                <a:lnTo>
                  <a:pt x="610047" y="302473"/>
                </a:lnTo>
                <a:lnTo>
                  <a:pt x="618012" y="300727"/>
                </a:lnTo>
                <a:lnTo>
                  <a:pt x="625823" y="298883"/>
                </a:lnTo>
                <a:lnTo>
                  <a:pt x="633568" y="296919"/>
                </a:lnTo>
                <a:lnTo>
                  <a:pt x="641449" y="294840"/>
                </a:lnTo>
                <a:lnTo>
                  <a:pt x="649308" y="292656"/>
                </a:lnTo>
                <a:lnTo>
                  <a:pt x="657170" y="290363"/>
                </a:lnTo>
                <a:lnTo>
                  <a:pt x="664949" y="287986"/>
                </a:lnTo>
                <a:lnTo>
                  <a:pt x="680684" y="282741"/>
                </a:lnTo>
                <a:lnTo>
                  <a:pt x="688473" y="279929"/>
                </a:lnTo>
                <a:lnTo>
                  <a:pt x="696348" y="276976"/>
                </a:lnTo>
                <a:lnTo>
                  <a:pt x="704145" y="273943"/>
                </a:lnTo>
                <a:lnTo>
                  <a:pt x="711948" y="270692"/>
                </a:lnTo>
                <a:lnTo>
                  <a:pt x="719756" y="267330"/>
                </a:lnTo>
                <a:lnTo>
                  <a:pt x="735460" y="260133"/>
                </a:lnTo>
                <a:lnTo>
                  <a:pt x="751178" y="252274"/>
                </a:lnTo>
                <a:lnTo>
                  <a:pt x="759008" y="248141"/>
                </a:lnTo>
                <a:lnTo>
                  <a:pt x="766844" y="243896"/>
                </a:lnTo>
                <a:lnTo>
                  <a:pt x="774685" y="239432"/>
                </a:lnTo>
                <a:lnTo>
                  <a:pt x="782595" y="234818"/>
                </a:lnTo>
                <a:lnTo>
                  <a:pt x="790445" y="230129"/>
                </a:lnTo>
                <a:lnTo>
                  <a:pt x="798299" y="225220"/>
                </a:lnTo>
                <a:lnTo>
                  <a:pt x="806218" y="220161"/>
                </a:lnTo>
                <a:lnTo>
                  <a:pt x="814138" y="214991"/>
                </a:lnTo>
                <a:lnTo>
                  <a:pt x="822005" y="209746"/>
                </a:lnTo>
                <a:lnTo>
                  <a:pt x="837860" y="198736"/>
                </a:lnTo>
                <a:lnTo>
                  <a:pt x="845737" y="193047"/>
                </a:lnTo>
                <a:lnTo>
                  <a:pt x="861708" y="181291"/>
                </a:lnTo>
                <a:lnTo>
                  <a:pt x="869643" y="175339"/>
                </a:lnTo>
                <a:lnTo>
                  <a:pt x="877581" y="169276"/>
                </a:lnTo>
                <a:lnTo>
                  <a:pt x="893557" y="156850"/>
                </a:lnTo>
                <a:lnTo>
                  <a:pt x="909544" y="144193"/>
                </a:lnTo>
                <a:lnTo>
                  <a:pt x="917431" y="137861"/>
                </a:lnTo>
                <a:lnTo>
                  <a:pt x="917582" y="137742"/>
                </a:lnTo>
                <a:lnTo>
                  <a:pt x="925645" y="131446"/>
                </a:lnTo>
                <a:lnTo>
                  <a:pt x="933598" y="125040"/>
                </a:lnTo>
                <a:lnTo>
                  <a:pt x="933692" y="124965"/>
                </a:lnTo>
                <a:lnTo>
                  <a:pt x="941691" y="118632"/>
                </a:lnTo>
                <a:lnTo>
                  <a:pt x="949578" y="112300"/>
                </a:lnTo>
                <a:lnTo>
                  <a:pt x="949750" y="112164"/>
                </a:lnTo>
                <a:lnTo>
                  <a:pt x="965824" y="99663"/>
                </a:lnTo>
                <a:lnTo>
                  <a:pt x="965997" y="99530"/>
                </a:lnTo>
                <a:lnTo>
                  <a:pt x="974070" y="93448"/>
                </a:lnTo>
                <a:lnTo>
                  <a:pt x="981919" y="87367"/>
                </a:lnTo>
                <a:lnTo>
                  <a:pt x="982198" y="87157"/>
                </a:lnTo>
                <a:lnTo>
                  <a:pt x="998271" y="75325"/>
                </a:lnTo>
                <a:lnTo>
                  <a:pt x="998482" y="75173"/>
                </a:lnTo>
                <a:lnTo>
                  <a:pt x="1006519" y="69480"/>
                </a:lnTo>
                <a:lnTo>
                  <a:pt x="1006627" y="69404"/>
                </a:lnTo>
                <a:lnTo>
                  <a:pt x="1014664" y="63823"/>
                </a:lnTo>
                <a:lnTo>
                  <a:pt x="1014888" y="63671"/>
                </a:lnTo>
                <a:lnTo>
                  <a:pt x="1022924" y="58313"/>
                </a:lnTo>
                <a:lnTo>
                  <a:pt x="1023039" y="58237"/>
                </a:lnTo>
                <a:lnTo>
                  <a:pt x="1031076" y="52991"/>
                </a:lnTo>
                <a:lnTo>
                  <a:pt x="1031313" y="52840"/>
                </a:lnTo>
                <a:lnTo>
                  <a:pt x="1039349" y="47817"/>
                </a:lnTo>
                <a:lnTo>
                  <a:pt x="1039595" y="47667"/>
                </a:lnTo>
                <a:lnTo>
                  <a:pt x="1047632" y="42867"/>
                </a:lnTo>
                <a:lnTo>
                  <a:pt x="1047887" y="42718"/>
                </a:lnTo>
                <a:lnTo>
                  <a:pt x="1055923" y="38142"/>
                </a:lnTo>
                <a:lnTo>
                  <a:pt x="1056054" y="38068"/>
                </a:lnTo>
                <a:lnTo>
                  <a:pt x="1064091" y="33603"/>
                </a:lnTo>
                <a:lnTo>
                  <a:pt x="1064638" y="33315"/>
                </a:lnTo>
                <a:lnTo>
                  <a:pt x="1072675" y="29297"/>
                </a:lnTo>
                <a:lnTo>
                  <a:pt x="1072817" y="29226"/>
                </a:lnTo>
                <a:lnTo>
                  <a:pt x="1080854" y="25320"/>
                </a:lnTo>
                <a:lnTo>
                  <a:pt x="1081296" y="25114"/>
                </a:lnTo>
                <a:lnTo>
                  <a:pt x="1089333" y="21542"/>
                </a:lnTo>
                <a:lnTo>
                  <a:pt x="1089639" y="21410"/>
                </a:lnTo>
                <a:lnTo>
                  <a:pt x="1097676" y="18061"/>
                </a:lnTo>
                <a:lnTo>
                  <a:pt x="1097992" y="17934"/>
                </a:lnTo>
                <a:lnTo>
                  <a:pt x="1106028" y="14809"/>
                </a:lnTo>
                <a:lnTo>
                  <a:pt x="1106686" y="14572"/>
                </a:lnTo>
                <a:lnTo>
                  <a:pt x="1114723" y="11893"/>
                </a:lnTo>
                <a:lnTo>
                  <a:pt x="1115065" y="11783"/>
                </a:lnTo>
                <a:lnTo>
                  <a:pt x="1123101" y="9328"/>
                </a:lnTo>
                <a:lnTo>
                  <a:pt x="1123451" y="9226"/>
                </a:lnTo>
                <a:lnTo>
                  <a:pt x="1131488" y="6993"/>
                </a:lnTo>
                <a:lnTo>
                  <a:pt x="1132210" y="6813"/>
                </a:lnTo>
                <a:lnTo>
                  <a:pt x="1140247" y="5027"/>
                </a:lnTo>
                <a:lnTo>
                  <a:pt x="1140618" y="4950"/>
                </a:lnTo>
                <a:lnTo>
                  <a:pt x="1148654" y="3387"/>
                </a:lnTo>
                <a:lnTo>
                  <a:pt x="1149222" y="3289"/>
                </a:lnTo>
                <a:lnTo>
                  <a:pt x="1157258" y="2061"/>
                </a:lnTo>
                <a:lnTo>
                  <a:pt x="1157643" y="2008"/>
                </a:lnTo>
                <a:lnTo>
                  <a:pt x="1165679" y="1003"/>
                </a:lnTo>
                <a:lnTo>
                  <a:pt x="1166459" y="927"/>
                </a:lnTo>
                <a:lnTo>
                  <a:pt x="1174495" y="369"/>
                </a:lnTo>
                <a:lnTo>
                  <a:pt x="1174889" y="347"/>
                </a:lnTo>
                <a:lnTo>
                  <a:pt x="1182926" y="12"/>
                </a:lnTo>
                <a:lnTo>
                  <a:pt x="1183518" y="0"/>
                </a:lnTo>
                <a:lnTo>
                  <a:pt x="1191555" y="0"/>
                </a:lnTo>
                <a:lnTo>
                  <a:pt x="1192148" y="12"/>
                </a:lnTo>
                <a:lnTo>
                  <a:pt x="1200185" y="347"/>
                </a:lnTo>
                <a:lnTo>
                  <a:pt x="1200774" y="384"/>
                </a:lnTo>
                <a:lnTo>
                  <a:pt x="1208811" y="1054"/>
                </a:lnTo>
                <a:lnTo>
                  <a:pt x="1209201" y="1092"/>
                </a:lnTo>
                <a:lnTo>
                  <a:pt x="1217237" y="1985"/>
                </a:lnTo>
                <a:lnTo>
                  <a:pt x="1217815" y="2061"/>
                </a:lnTo>
                <a:lnTo>
                  <a:pt x="1225852" y="3289"/>
                </a:lnTo>
                <a:lnTo>
                  <a:pt x="1226232" y="3352"/>
                </a:lnTo>
                <a:lnTo>
                  <a:pt x="1234268" y="4803"/>
                </a:lnTo>
                <a:lnTo>
                  <a:pt x="1234827" y="4915"/>
                </a:lnTo>
                <a:lnTo>
                  <a:pt x="1242864" y="6701"/>
                </a:lnTo>
                <a:lnTo>
                  <a:pt x="1243228" y="6787"/>
                </a:lnTo>
                <a:lnTo>
                  <a:pt x="1251265" y="8797"/>
                </a:lnTo>
                <a:lnTo>
                  <a:pt x="1251622" y="8891"/>
                </a:lnTo>
                <a:lnTo>
                  <a:pt x="1259659" y="11123"/>
                </a:lnTo>
                <a:lnTo>
                  <a:pt x="1260181" y="11279"/>
                </a:lnTo>
                <a:lnTo>
                  <a:pt x="1268218" y="13846"/>
                </a:lnTo>
                <a:lnTo>
                  <a:pt x="1268387" y="13902"/>
                </a:lnTo>
                <a:lnTo>
                  <a:pt x="1276424" y="16581"/>
                </a:lnTo>
                <a:lnTo>
                  <a:pt x="1276982" y="16780"/>
                </a:lnTo>
                <a:lnTo>
                  <a:pt x="1284908" y="19794"/>
                </a:lnTo>
                <a:lnTo>
                  <a:pt x="1285007" y="19832"/>
                </a:lnTo>
                <a:lnTo>
                  <a:pt x="1293044" y="22957"/>
                </a:lnTo>
                <a:lnTo>
                  <a:pt x="1293295" y="23058"/>
                </a:lnTo>
                <a:lnTo>
                  <a:pt x="1301444" y="26407"/>
                </a:lnTo>
                <a:lnTo>
                  <a:pt x="1301814" y="26565"/>
                </a:lnTo>
                <a:lnTo>
                  <a:pt x="1309851" y="30137"/>
                </a:lnTo>
                <a:lnTo>
                  <a:pt x="1310069" y="30236"/>
                </a:lnTo>
                <a:lnTo>
                  <a:pt x="1317995" y="33920"/>
                </a:lnTo>
                <a:lnTo>
                  <a:pt x="1318218" y="34026"/>
                </a:lnTo>
                <a:lnTo>
                  <a:pt x="1326255" y="37933"/>
                </a:lnTo>
                <a:lnTo>
                  <a:pt x="1326398" y="38003"/>
                </a:lnTo>
                <a:lnTo>
                  <a:pt x="1334434" y="42021"/>
                </a:lnTo>
                <a:lnTo>
                  <a:pt x="1334575" y="42093"/>
                </a:lnTo>
                <a:lnTo>
                  <a:pt x="1350648" y="50352"/>
                </a:lnTo>
                <a:lnTo>
                  <a:pt x="1350921" y="50497"/>
                </a:lnTo>
                <a:lnTo>
                  <a:pt x="1366995" y="59203"/>
                </a:lnTo>
                <a:lnTo>
                  <a:pt x="1367259" y="59350"/>
                </a:lnTo>
                <a:lnTo>
                  <a:pt x="1375231" y="63889"/>
                </a:lnTo>
                <a:lnTo>
                  <a:pt x="1391238" y="72782"/>
                </a:lnTo>
                <a:lnTo>
                  <a:pt x="1391369" y="72856"/>
                </a:lnTo>
                <a:lnTo>
                  <a:pt x="1423451" y="91125"/>
                </a:lnTo>
                <a:lnTo>
                  <a:pt x="1447429" y="104446"/>
                </a:lnTo>
                <a:lnTo>
                  <a:pt x="1463300" y="113043"/>
                </a:lnTo>
                <a:lnTo>
                  <a:pt x="1479165" y="121196"/>
                </a:lnTo>
                <a:lnTo>
                  <a:pt x="1487061" y="125144"/>
                </a:lnTo>
                <a:lnTo>
                  <a:pt x="1494954" y="128980"/>
                </a:lnTo>
                <a:lnTo>
                  <a:pt x="1510732" y="136431"/>
                </a:lnTo>
                <a:lnTo>
                  <a:pt x="1518542" y="139794"/>
                </a:lnTo>
                <a:lnTo>
                  <a:pt x="1518694" y="139860"/>
                </a:lnTo>
                <a:lnTo>
                  <a:pt x="1526501" y="143330"/>
                </a:lnTo>
                <a:lnTo>
                  <a:pt x="1542262" y="149678"/>
                </a:lnTo>
                <a:lnTo>
                  <a:pt x="1550057" y="152710"/>
                </a:lnTo>
                <a:lnTo>
                  <a:pt x="1557848" y="155523"/>
                </a:lnTo>
                <a:lnTo>
                  <a:pt x="1565718" y="158256"/>
                </a:lnTo>
                <a:lnTo>
                  <a:pt x="1573501" y="160850"/>
                </a:lnTo>
                <a:lnTo>
                  <a:pt x="1589228" y="165656"/>
                </a:lnTo>
                <a:lnTo>
                  <a:pt x="1597025" y="167821"/>
                </a:lnTo>
                <a:lnTo>
                  <a:pt x="1604838" y="169912"/>
                </a:lnTo>
                <a:lnTo>
                  <a:pt x="1612691" y="171956"/>
                </a:lnTo>
                <a:lnTo>
                  <a:pt x="1628442" y="175456"/>
                </a:lnTo>
                <a:lnTo>
                  <a:pt x="1636182" y="177091"/>
                </a:lnTo>
                <a:lnTo>
                  <a:pt x="1644012" y="178614"/>
                </a:lnTo>
                <a:lnTo>
                  <a:pt x="1651751" y="180011"/>
                </a:lnTo>
                <a:lnTo>
                  <a:pt x="1659694" y="181208"/>
                </a:lnTo>
                <a:lnTo>
                  <a:pt x="1659753" y="181217"/>
                </a:lnTo>
                <a:lnTo>
                  <a:pt x="1667567" y="182428"/>
                </a:lnTo>
                <a:lnTo>
                  <a:pt x="1675397" y="183515"/>
                </a:lnTo>
                <a:lnTo>
                  <a:pt x="1683241" y="184496"/>
                </a:lnTo>
                <a:lnTo>
                  <a:pt x="1691083" y="185367"/>
                </a:lnTo>
                <a:lnTo>
                  <a:pt x="1706962" y="186911"/>
                </a:lnTo>
                <a:lnTo>
                  <a:pt x="1722742" y="188226"/>
                </a:lnTo>
                <a:lnTo>
                  <a:pt x="1746557" y="189549"/>
                </a:lnTo>
                <a:lnTo>
                  <a:pt x="1762433" y="190211"/>
                </a:lnTo>
                <a:lnTo>
                  <a:pt x="1778309" y="190652"/>
                </a:lnTo>
                <a:lnTo>
                  <a:pt x="1810258" y="191095"/>
                </a:lnTo>
                <a:lnTo>
                  <a:pt x="1818196" y="191095"/>
                </a:lnTo>
                <a:lnTo>
                  <a:pt x="1818394" y="191097"/>
                </a:lnTo>
                <a:lnTo>
                  <a:pt x="1826332" y="191207"/>
                </a:lnTo>
                <a:lnTo>
                  <a:pt x="1842207" y="191207"/>
                </a:lnTo>
                <a:lnTo>
                  <a:pt x="1850145" y="191097"/>
                </a:lnTo>
                <a:lnTo>
                  <a:pt x="1850343" y="191095"/>
                </a:lnTo>
                <a:lnTo>
                  <a:pt x="1874354" y="191095"/>
                </a:lnTo>
                <a:lnTo>
                  <a:pt x="1882292" y="190985"/>
                </a:lnTo>
                <a:lnTo>
                  <a:pt x="1882490" y="190984"/>
                </a:lnTo>
                <a:lnTo>
                  <a:pt x="1906501" y="190984"/>
                </a:lnTo>
                <a:lnTo>
                  <a:pt x="1914439" y="190873"/>
                </a:lnTo>
                <a:lnTo>
                  <a:pt x="1914637" y="190872"/>
                </a:lnTo>
                <a:lnTo>
                  <a:pt x="1938747" y="190872"/>
                </a:lnTo>
                <a:lnTo>
                  <a:pt x="1938944" y="190873"/>
                </a:lnTo>
                <a:lnTo>
                  <a:pt x="1946882" y="190984"/>
                </a:lnTo>
                <a:lnTo>
                  <a:pt x="1962745" y="190984"/>
                </a:lnTo>
                <a:lnTo>
                  <a:pt x="1962940" y="190985"/>
                </a:lnTo>
                <a:lnTo>
                  <a:pt x="1971091" y="191097"/>
                </a:lnTo>
                <a:lnTo>
                  <a:pt x="1979131" y="191208"/>
                </a:lnTo>
                <a:lnTo>
                  <a:pt x="1987055" y="191320"/>
                </a:lnTo>
                <a:lnTo>
                  <a:pt x="2003127" y="191543"/>
                </a:lnTo>
                <a:lnTo>
                  <a:pt x="2003319" y="191547"/>
                </a:lnTo>
                <a:lnTo>
                  <a:pt x="2011372" y="191768"/>
                </a:lnTo>
                <a:lnTo>
                  <a:pt x="2019203" y="191878"/>
                </a:lnTo>
                <a:lnTo>
                  <a:pt x="2019398" y="191882"/>
                </a:lnTo>
                <a:lnTo>
                  <a:pt x="2043508" y="192552"/>
                </a:lnTo>
                <a:lnTo>
                  <a:pt x="2043705" y="192559"/>
                </a:lnTo>
                <a:lnTo>
                  <a:pt x="2059680" y="193224"/>
                </a:lnTo>
                <a:lnTo>
                  <a:pt x="2067618" y="193445"/>
                </a:lnTo>
                <a:lnTo>
                  <a:pt x="2068012" y="193461"/>
                </a:lnTo>
                <a:lnTo>
                  <a:pt x="2075951" y="193902"/>
                </a:lnTo>
                <a:lnTo>
                  <a:pt x="2091925" y="194568"/>
                </a:lnTo>
                <a:lnTo>
                  <a:pt x="2092122" y="194577"/>
                </a:lnTo>
                <a:lnTo>
                  <a:pt x="2124269" y="196363"/>
                </a:lnTo>
                <a:lnTo>
                  <a:pt x="2124466" y="196376"/>
                </a:lnTo>
                <a:lnTo>
                  <a:pt x="2164649" y="199166"/>
                </a:lnTo>
                <a:lnTo>
                  <a:pt x="2164845" y="199181"/>
                </a:lnTo>
                <a:lnTo>
                  <a:pt x="2205029" y="202530"/>
                </a:lnTo>
                <a:lnTo>
                  <a:pt x="2205224" y="202547"/>
                </a:lnTo>
                <a:lnTo>
                  <a:pt x="2213164" y="203319"/>
                </a:lnTo>
                <a:lnTo>
                  <a:pt x="2221103" y="203981"/>
                </a:lnTo>
                <a:lnTo>
                  <a:pt x="2221298" y="203999"/>
                </a:lnTo>
                <a:lnTo>
                  <a:pt x="2245408" y="206343"/>
                </a:lnTo>
                <a:lnTo>
                  <a:pt x="2245603" y="206363"/>
                </a:lnTo>
                <a:lnTo>
                  <a:pt x="2253542" y="207245"/>
                </a:lnTo>
                <a:lnTo>
                  <a:pt x="2261481" y="208017"/>
                </a:lnTo>
                <a:lnTo>
                  <a:pt x="2261676" y="208037"/>
                </a:lnTo>
                <a:lnTo>
                  <a:pt x="2269713" y="208930"/>
                </a:lnTo>
                <a:lnTo>
                  <a:pt x="2269735" y="208933"/>
                </a:lnTo>
                <a:lnTo>
                  <a:pt x="2277638" y="209823"/>
                </a:lnTo>
                <a:lnTo>
                  <a:pt x="2285765" y="210714"/>
                </a:lnTo>
                <a:lnTo>
                  <a:pt x="2285786" y="210716"/>
                </a:lnTo>
                <a:lnTo>
                  <a:pt x="2301860" y="212502"/>
                </a:lnTo>
                <a:lnTo>
                  <a:pt x="2302078" y="212528"/>
                </a:lnTo>
                <a:lnTo>
                  <a:pt x="2309894" y="213519"/>
                </a:lnTo>
                <a:lnTo>
                  <a:pt x="2317821" y="214400"/>
                </a:lnTo>
                <a:lnTo>
                  <a:pt x="2317991" y="214419"/>
                </a:lnTo>
                <a:lnTo>
                  <a:pt x="2326140" y="215424"/>
                </a:lnTo>
                <a:lnTo>
                  <a:pt x="2326163" y="215427"/>
                </a:lnTo>
                <a:lnTo>
                  <a:pt x="2334200" y="216432"/>
                </a:lnTo>
                <a:lnTo>
                  <a:pt x="2334225" y="216435"/>
                </a:lnTo>
                <a:lnTo>
                  <a:pt x="2342137" y="217438"/>
                </a:lnTo>
                <a:lnTo>
                  <a:pt x="2358199" y="219445"/>
                </a:lnTo>
                <a:lnTo>
                  <a:pt x="2358391" y="219471"/>
                </a:lnTo>
                <a:lnTo>
                  <a:pt x="2366332" y="220574"/>
                </a:lnTo>
                <a:lnTo>
                  <a:pt x="2382309" y="222571"/>
                </a:lnTo>
                <a:lnTo>
                  <a:pt x="2382501" y="222596"/>
                </a:lnTo>
                <a:lnTo>
                  <a:pt x="2398479" y="224815"/>
                </a:lnTo>
                <a:lnTo>
                  <a:pt x="2406419" y="225808"/>
                </a:lnTo>
                <a:lnTo>
                  <a:pt x="2406612" y="225833"/>
                </a:lnTo>
                <a:lnTo>
                  <a:pt x="2454832" y="232530"/>
                </a:lnTo>
                <a:lnTo>
                  <a:pt x="2455024" y="232558"/>
                </a:lnTo>
                <a:lnTo>
                  <a:pt x="2462965" y="233772"/>
                </a:lnTo>
                <a:lnTo>
                  <a:pt x="2486979" y="237107"/>
                </a:lnTo>
                <a:lnTo>
                  <a:pt x="2487170" y="237135"/>
                </a:lnTo>
                <a:lnTo>
                  <a:pt x="2495111" y="238348"/>
                </a:lnTo>
                <a:lnTo>
                  <a:pt x="2503052" y="239451"/>
                </a:lnTo>
                <a:lnTo>
                  <a:pt x="2503244" y="239479"/>
                </a:lnTo>
                <a:lnTo>
                  <a:pt x="2511185" y="240692"/>
                </a:lnTo>
                <a:lnTo>
                  <a:pt x="2519126" y="241795"/>
                </a:lnTo>
                <a:lnTo>
                  <a:pt x="2519317" y="241823"/>
                </a:lnTo>
                <a:lnTo>
                  <a:pt x="2527258" y="243036"/>
                </a:lnTo>
                <a:lnTo>
                  <a:pt x="2535199" y="244139"/>
                </a:lnTo>
                <a:lnTo>
                  <a:pt x="2535295" y="244153"/>
                </a:lnTo>
                <a:lnTo>
                  <a:pt x="2551321" y="246490"/>
                </a:lnTo>
                <a:lnTo>
                  <a:pt x="2559309" y="247599"/>
                </a:lnTo>
                <a:lnTo>
                  <a:pt x="2559501" y="247627"/>
                </a:lnTo>
                <a:lnTo>
                  <a:pt x="2567442" y="248840"/>
                </a:lnTo>
                <a:lnTo>
                  <a:pt x="2583419" y="251060"/>
                </a:lnTo>
                <a:lnTo>
                  <a:pt x="2583611" y="251088"/>
                </a:lnTo>
                <a:lnTo>
                  <a:pt x="2591552" y="252301"/>
                </a:lnTo>
                <a:lnTo>
                  <a:pt x="2599493" y="253404"/>
                </a:lnTo>
                <a:lnTo>
                  <a:pt x="2599684" y="253432"/>
                </a:lnTo>
                <a:lnTo>
                  <a:pt x="2607625" y="254645"/>
                </a:lnTo>
                <a:lnTo>
                  <a:pt x="2623603" y="256864"/>
                </a:lnTo>
                <a:lnTo>
                  <a:pt x="2623630" y="256868"/>
                </a:lnTo>
                <a:lnTo>
                  <a:pt x="2631555" y="257984"/>
                </a:lnTo>
                <a:lnTo>
                  <a:pt x="2631691" y="258004"/>
                </a:lnTo>
                <a:lnTo>
                  <a:pt x="2639758" y="259219"/>
                </a:lnTo>
                <a:lnTo>
                  <a:pt x="2655750" y="261440"/>
                </a:lnTo>
                <a:lnTo>
                  <a:pt x="2655777" y="261444"/>
                </a:lnTo>
                <a:lnTo>
                  <a:pt x="2663689" y="262558"/>
                </a:lnTo>
                <a:lnTo>
                  <a:pt x="2679735" y="264787"/>
                </a:lnTo>
                <a:lnTo>
                  <a:pt x="2687870" y="265902"/>
                </a:lnTo>
                <a:lnTo>
                  <a:pt x="2687924" y="265909"/>
                </a:lnTo>
                <a:lnTo>
                  <a:pt x="2695835" y="267023"/>
                </a:lnTo>
                <a:lnTo>
                  <a:pt x="2703762" y="268124"/>
                </a:lnTo>
                <a:lnTo>
                  <a:pt x="2711703" y="269117"/>
                </a:lnTo>
                <a:lnTo>
                  <a:pt x="2711895" y="269142"/>
                </a:lnTo>
                <a:lnTo>
                  <a:pt x="2727873" y="271361"/>
                </a:lnTo>
                <a:lnTo>
                  <a:pt x="2743850" y="273358"/>
                </a:lnTo>
                <a:lnTo>
                  <a:pt x="2744042" y="273384"/>
                </a:lnTo>
                <a:lnTo>
                  <a:pt x="2751983" y="274487"/>
                </a:lnTo>
                <a:lnTo>
                  <a:pt x="2816083" y="282499"/>
                </a:lnTo>
                <a:lnTo>
                  <a:pt x="2832060" y="284274"/>
                </a:lnTo>
                <a:lnTo>
                  <a:pt x="2832253" y="284297"/>
                </a:lnTo>
                <a:lnTo>
                  <a:pt x="2840193" y="285290"/>
                </a:lnTo>
                <a:lnTo>
                  <a:pt x="2888220" y="290626"/>
                </a:lnTo>
                <a:lnTo>
                  <a:pt x="2896159" y="291398"/>
                </a:lnTo>
                <a:lnTo>
                  <a:pt x="2896354" y="291418"/>
                </a:lnTo>
                <a:lnTo>
                  <a:pt x="2904293" y="292300"/>
                </a:lnTo>
                <a:lnTo>
                  <a:pt x="2912232" y="293072"/>
                </a:lnTo>
                <a:lnTo>
                  <a:pt x="2912427" y="293092"/>
                </a:lnTo>
                <a:lnTo>
                  <a:pt x="2920366" y="293975"/>
                </a:lnTo>
                <a:lnTo>
                  <a:pt x="2960355" y="297862"/>
                </a:lnTo>
                <a:lnTo>
                  <a:pt x="2968294" y="298524"/>
                </a:lnTo>
                <a:lnTo>
                  <a:pt x="2968489" y="298542"/>
                </a:lnTo>
                <a:lnTo>
                  <a:pt x="2976437" y="299314"/>
                </a:lnTo>
                <a:lnTo>
                  <a:pt x="2984273" y="299976"/>
                </a:lnTo>
                <a:lnTo>
                  <a:pt x="2984451" y="299993"/>
                </a:lnTo>
                <a:lnTo>
                  <a:pt x="2992382" y="300764"/>
                </a:lnTo>
                <a:lnTo>
                  <a:pt x="3000425" y="301425"/>
                </a:lnTo>
                <a:lnTo>
                  <a:pt x="3000441" y="301426"/>
                </a:lnTo>
                <a:lnTo>
                  <a:pt x="3008478" y="302096"/>
                </a:lnTo>
                <a:lnTo>
                  <a:pt x="3008494" y="302097"/>
                </a:lnTo>
                <a:lnTo>
                  <a:pt x="3016411" y="302766"/>
                </a:lnTo>
                <a:lnTo>
                  <a:pt x="3032378" y="304097"/>
                </a:lnTo>
                <a:lnTo>
                  <a:pt x="3040317" y="304648"/>
                </a:lnTo>
                <a:lnTo>
                  <a:pt x="3040513" y="304663"/>
                </a:lnTo>
                <a:lnTo>
                  <a:pt x="3048452" y="305325"/>
                </a:lnTo>
                <a:lnTo>
                  <a:pt x="3056390" y="305876"/>
                </a:lnTo>
                <a:lnTo>
                  <a:pt x="3056586" y="305891"/>
                </a:lnTo>
                <a:lnTo>
                  <a:pt x="3064525" y="306553"/>
                </a:lnTo>
                <a:lnTo>
                  <a:pt x="3120586" y="310446"/>
                </a:lnTo>
                <a:lnTo>
                  <a:pt x="3136561" y="311333"/>
                </a:lnTo>
                <a:lnTo>
                  <a:pt x="3136758" y="311345"/>
                </a:lnTo>
                <a:lnTo>
                  <a:pt x="3144696" y="311897"/>
                </a:lnTo>
                <a:lnTo>
                  <a:pt x="3160671" y="312784"/>
                </a:lnTo>
                <a:lnTo>
                  <a:pt x="3160868" y="312797"/>
                </a:lnTo>
                <a:lnTo>
                  <a:pt x="3168708" y="313341"/>
                </a:lnTo>
                <a:close/>
                <a:moveTo>
                  <a:pt x="623769" y="328612"/>
                </a:moveTo>
                <a:lnTo>
                  <a:pt x="2984595" y="328612"/>
                </a:lnTo>
                <a:lnTo>
                  <a:pt x="2981786" y="328339"/>
                </a:lnTo>
                <a:lnTo>
                  <a:pt x="2973950" y="327677"/>
                </a:lnTo>
                <a:lnTo>
                  <a:pt x="2973771" y="327661"/>
                </a:lnTo>
                <a:lnTo>
                  <a:pt x="2965832" y="326889"/>
                </a:lnTo>
                <a:lnTo>
                  <a:pt x="2957893" y="326227"/>
                </a:lnTo>
                <a:lnTo>
                  <a:pt x="2957698" y="326210"/>
                </a:lnTo>
                <a:lnTo>
                  <a:pt x="2917514" y="322303"/>
                </a:lnTo>
                <a:lnTo>
                  <a:pt x="2917320" y="322283"/>
                </a:lnTo>
                <a:lnTo>
                  <a:pt x="2909380" y="321401"/>
                </a:lnTo>
                <a:lnTo>
                  <a:pt x="2901441" y="320629"/>
                </a:lnTo>
                <a:lnTo>
                  <a:pt x="2901246" y="320609"/>
                </a:lnTo>
                <a:lnTo>
                  <a:pt x="2893307" y="319726"/>
                </a:lnTo>
                <a:lnTo>
                  <a:pt x="2885367" y="318954"/>
                </a:lnTo>
                <a:lnTo>
                  <a:pt x="2885173" y="318934"/>
                </a:lnTo>
                <a:lnTo>
                  <a:pt x="2836952" y="313576"/>
                </a:lnTo>
                <a:lnTo>
                  <a:pt x="2836759" y="313554"/>
                </a:lnTo>
                <a:lnTo>
                  <a:pt x="2828819" y="312561"/>
                </a:lnTo>
                <a:lnTo>
                  <a:pt x="2812842" y="310786"/>
                </a:lnTo>
                <a:lnTo>
                  <a:pt x="2812649" y="310763"/>
                </a:lnTo>
                <a:lnTo>
                  <a:pt x="2748355" y="302726"/>
                </a:lnTo>
                <a:lnTo>
                  <a:pt x="2748162" y="302701"/>
                </a:lnTo>
                <a:lnTo>
                  <a:pt x="2740222" y="301598"/>
                </a:lnTo>
                <a:lnTo>
                  <a:pt x="2724245" y="299601"/>
                </a:lnTo>
                <a:lnTo>
                  <a:pt x="2724052" y="299575"/>
                </a:lnTo>
                <a:lnTo>
                  <a:pt x="2708075" y="297356"/>
                </a:lnTo>
                <a:lnTo>
                  <a:pt x="2700134" y="296364"/>
                </a:lnTo>
                <a:lnTo>
                  <a:pt x="2699942" y="296338"/>
                </a:lnTo>
                <a:lnTo>
                  <a:pt x="2691905" y="295222"/>
                </a:lnTo>
                <a:lnTo>
                  <a:pt x="2691878" y="295218"/>
                </a:lnTo>
                <a:lnTo>
                  <a:pt x="2683980" y="294106"/>
                </a:lnTo>
                <a:lnTo>
                  <a:pt x="2675858" y="292993"/>
                </a:lnTo>
                <a:lnTo>
                  <a:pt x="2675832" y="292990"/>
                </a:lnTo>
                <a:lnTo>
                  <a:pt x="2659758" y="290757"/>
                </a:lnTo>
                <a:lnTo>
                  <a:pt x="2659731" y="290754"/>
                </a:lnTo>
                <a:lnTo>
                  <a:pt x="2651820" y="289639"/>
                </a:lnTo>
                <a:lnTo>
                  <a:pt x="2635760" y="287409"/>
                </a:lnTo>
                <a:lnTo>
                  <a:pt x="2635597" y="287385"/>
                </a:lnTo>
                <a:lnTo>
                  <a:pt x="2627516" y="286168"/>
                </a:lnTo>
                <a:lnTo>
                  <a:pt x="2619673" y="285063"/>
                </a:lnTo>
                <a:lnTo>
                  <a:pt x="2603613" y="282832"/>
                </a:lnTo>
                <a:lnTo>
                  <a:pt x="2603421" y="282804"/>
                </a:lnTo>
                <a:lnTo>
                  <a:pt x="2595480" y="281591"/>
                </a:lnTo>
                <a:lnTo>
                  <a:pt x="2587539" y="280488"/>
                </a:lnTo>
                <a:lnTo>
                  <a:pt x="2587348" y="280460"/>
                </a:lnTo>
                <a:lnTo>
                  <a:pt x="2579407" y="279247"/>
                </a:lnTo>
                <a:lnTo>
                  <a:pt x="2563429" y="277028"/>
                </a:lnTo>
                <a:lnTo>
                  <a:pt x="2563238" y="277000"/>
                </a:lnTo>
                <a:lnTo>
                  <a:pt x="2555297" y="275787"/>
                </a:lnTo>
                <a:lnTo>
                  <a:pt x="2547356" y="274684"/>
                </a:lnTo>
                <a:lnTo>
                  <a:pt x="2547260" y="274670"/>
                </a:lnTo>
                <a:lnTo>
                  <a:pt x="2531234" y="272333"/>
                </a:lnTo>
                <a:lnTo>
                  <a:pt x="2523246" y="271224"/>
                </a:lnTo>
                <a:lnTo>
                  <a:pt x="2523054" y="271196"/>
                </a:lnTo>
                <a:lnTo>
                  <a:pt x="2515113" y="269983"/>
                </a:lnTo>
                <a:lnTo>
                  <a:pt x="2507172" y="268880"/>
                </a:lnTo>
                <a:lnTo>
                  <a:pt x="2506981" y="268852"/>
                </a:lnTo>
                <a:lnTo>
                  <a:pt x="2499040" y="267639"/>
                </a:lnTo>
                <a:lnTo>
                  <a:pt x="2491099" y="266536"/>
                </a:lnTo>
                <a:lnTo>
                  <a:pt x="2490907" y="266508"/>
                </a:lnTo>
                <a:lnTo>
                  <a:pt x="2482966" y="265294"/>
                </a:lnTo>
                <a:lnTo>
                  <a:pt x="2458952" y="261959"/>
                </a:lnTo>
                <a:lnTo>
                  <a:pt x="2458760" y="261931"/>
                </a:lnTo>
                <a:lnTo>
                  <a:pt x="2450819" y="260718"/>
                </a:lnTo>
                <a:lnTo>
                  <a:pt x="2402791" y="254047"/>
                </a:lnTo>
                <a:lnTo>
                  <a:pt x="2394851" y="253055"/>
                </a:lnTo>
                <a:lnTo>
                  <a:pt x="2394658" y="253029"/>
                </a:lnTo>
                <a:lnTo>
                  <a:pt x="2378681" y="250810"/>
                </a:lnTo>
                <a:lnTo>
                  <a:pt x="2362704" y="248813"/>
                </a:lnTo>
                <a:lnTo>
                  <a:pt x="2362511" y="248788"/>
                </a:lnTo>
                <a:lnTo>
                  <a:pt x="2354571" y="247685"/>
                </a:lnTo>
                <a:lnTo>
                  <a:pt x="2338594" y="245688"/>
                </a:lnTo>
                <a:lnTo>
                  <a:pt x="2338569" y="245685"/>
                </a:lnTo>
                <a:lnTo>
                  <a:pt x="2330656" y="244682"/>
                </a:lnTo>
                <a:lnTo>
                  <a:pt x="2322644" y="243680"/>
                </a:lnTo>
                <a:lnTo>
                  <a:pt x="2314592" y="242688"/>
                </a:lnTo>
                <a:lnTo>
                  <a:pt x="2306641" y="241804"/>
                </a:lnTo>
                <a:lnTo>
                  <a:pt x="2306422" y="241778"/>
                </a:lnTo>
                <a:lnTo>
                  <a:pt x="2298606" y="240787"/>
                </a:lnTo>
                <a:lnTo>
                  <a:pt x="2282653" y="239015"/>
                </a:lnTo>
                <a:lnTo>
                  <a:pt x="2274515" y="238123"/>
                </a:lnTo>
                <a:lnTo>
                  <a:pt x="2274472" y="238118"/>
                </a:lnTo>
                <a:lnTo>
                  <a:pt x="2266558" y="237226"/>
                </a:lnTo>
                <a:lnTo>
                  <a:pt x="2258629" y="236345"/>
                </a:lnTo>
                <a:lnTo>
                  <a:pt x="2250690" y="235573"/>
                </a:lnTo>
                <a:lnTo>
                  <a:pt x="2250495" y="235553"/>
                </a:lnTo>
                <a:lnTo>
                  <a:pt x="2242556" y="234671"/>
                </a:lnTo>
                <a:lnTo>
                  <a:pt x="2218640" y="232346"/>
                </a:lnTo>
                <a:lnTo>
                  <a:pt x="2210701" y="231684"/>
                </a:lnTo>
                <a:lnTo>
                  <a:pt x="2210506" y="231667"/>
                </a:lnTo>
                <a:lnTo>
                  <a:pt x="2202567" y="230895"/>
                </a:lnTo>
                <a:lnTo>
                  <a:pt x="2162579" y="227563"/>
                </a:lnTo>
                <a:lnTo>
                  <a:pt x="2122592" y="224786"/>
                </a:lnTo>
                <a:lnTo>
                  <a:pt x="2090642" y="223011"/>
                </a:lnTo>
                <a:lnTo>
                  <a:pt x="2074667" y="222345"/>
                </a:lnTo>
                <a:lnTo>
                  <a:pt x="2074470" y="222335"/>
                </a:lnTo>
                <a:lnTo>
                  <a:pt x="2066630" y="221900"/>
                </a:lnTo>
                <a:lnTo>
                  <a:pt x="2058791" y="221682"/>
                </a:lnTo>
                <a:lnTo>
                  <a:pt x="2058593" y="221675"/>
                </a:lnTo>
                <a:lnTo>
                  <a:pt x="2042619" y="221010"/>
                </a:lnTo>
                <a:lnTo>
                  <a:pt x="2018704" y="220345"/>
                </a:lnTo>
                <a:lnTo>
                  <a:pt x="2010877" y="220235"/>
                </a:lnTo>
                <a:lnTo>
                  <a:pt x="2010687" y="220231"/>
                </a:lnTo>
                <a:lnTo>
                  <a:pt x="2002635" y="220011"/>
                </a:lnTo>
                <a:lnTo>
                  <a:pt x="1986655" y="219789"/>
                </a:lnTo>
                <a:lnTo>
                  <a:pt x="1978731" y="219677"/>
                </a:lnTo>
                <a:lnTo>
                  <a:pt x="1970697" y="219566"/>
                </a:lnTo>
                <a:lnTo>
                  <a:pt x="1962648" y="219455"/>
                </a:lnTo>
                <a:lnTo>
                  <a:pt x="1946784" y="219455"/>
                </a:lnTo>
                <a:lnTo>
                  <a:pt x="1946586" y="219454"/>
                </a:lnTo>
                <a:lnTo>
                  <a:pt x="1938648" y="219344"/>
                </a:lnTo>
                <a:lnTo>
                  <a:pt x="1914735" y="219344"/>
                </a:lnTo>
                <a:lnTo>
                  <a:pt x="1906798" y="219454"/>
                </a:lnTo>
                <a:lnTo>
                  <a:pt x="1906600" y="219455"/>
                </a:lnTo>
                <a:lnTo>
                  <a:pt x="1882589" y="219455"/>
                </a:lnTo>
                <a:lnTo>
                  <a:pt x="1874651" y="219566"/>
                </a:lnTo>
                <a:lnTo>
                  <a:pt x="1874453" y="219567"/>
                </a:lnTo>
                <a:lnTo>
                  <a:pt x="1850442" y="219567"/>
                </a:lnTo>
                <a:lnTo>
                  <a:pt x="1842504" y="219677"/>
                </a:lnTo>
                <a:lnTo>
                  <a:pt x="1842306" y="219678"/>
                </a:lnTo>
                <a:lnTo>
                  <a:pt x="1826233" y="219678"/>
                </a:lnTo>
                <a:lnTo>
                  <a:pt x="1826035" y="219677"/>
                </a:lnTo>
                <a:lnTo>
                  <a:pt x="1818097" y="219567"/>
                </a:lnTo>
                <a:lnTo>
                  <a:pt x="1810159" y="219567"/>
                </a:lnTo>
                <a:lnTo>
                  <a:pt x="1809962" y="219566"/>
                </a:lnTo>
                <a:lnTo>
                  <a:pt x="1777815" y="219119"/>
                </a:lnTo>
                <a:lnTo>
                  <a:pt x="1777617" y="219115"/>
                </a:lnTo>
                <a:lnTo>
                  <a:pt x="1761544" y="218668"/>
                </a:lnTo>
                <a:lnTo>
                  <a:pt x="1761346" y="218662"/>
                </a:lnTo>
                <a:lnTo>
                  <a:pt x="1745273" y="217992"/>
                </a:lnTo>
                <a:lnTo>
                  <a:pt x="1745076" y="217982"/>
                </a:lnTo>
                <a:lnTo>
                  <a:pt x="1720966" y="216643"/>
                </a:lnTo>
                <a:lnTo>
                  <a:pt x="1720573" y="216616"/>
                </a:lnTo>
                <a:lnTo>
                  <a:pt x="1704500" y="215276"/>
                </a:lnTo>
                <a:lnTo>
                  <a:pt x="1704304" y="215258"/>
                </a:lnTo>
                <a:lnTo>
                  <a:pt x="1688231" y="213696"/>
                </a:lnTo>
                <a:lnTo>
                  <a:pt x="1688036" y="213676"/>
                </a:lnTo>
                <a:lnTo>
                  <a:pt x="1680000" y="212783"/>
                </a:lnTo>
                <a:lnTo>
                  <a:pt x="1679806" y="212760"/>
                </a:lnTo>
                <a:lnTo>
                  <a:pt x="1671769" y="211755"/>
                </a:lnTo>
                <a:lnTo>
                  <a:pt x="1671577" y="211730"/>
                </a:lnTo>
                <a:lnTo>
                  <a:pt x="1663540" y="210613"/>
                </a:lnTo>
                <a:lnTo>
                  <a:pt x="1663319" y="210581"/>
                </a:lnTo>
                <a:lnTo>
                  <a:pt x="1655423" y="209358"/>
                </a:lnTo>
                <a:lnTo>
                  <a:pt x="1647304" y="208134"/>
                </a:lnTo>
                <a:lnTo>
                  <a:pt x="1646895" y="208067"/>
                </a:lnTo>
                <a:lnTo>
                  <a:pt x="1638859" y="206616"/>
                </a:lnTo>
                <a:lnTo>
                  <a:pt x="1638671" y="206580"/>
                </a:lnTo>
                <a:lnTo>
                  <a:pt x="1630634" y="205018"/>
                </a:lnTo>
                <a:lnTo>
                  <a:pt x="1630409" y="204972"/>
                </a:lnTo>
                <a:lnTo>
                  <a:pt x="1622484" y="203298"/>
                </a:lnTo>
                <a:lnTo>
                  <a:pt x="1622338" y="203266"/>
                </a:lnTo>
                <a:lnTo>
                  <a:pt x="1606265" y="199694"/>
                </a:lnTo>
                <a:lnTo>
                  <a:pt x="1605767" y="199574"/>
                </a:lnTo>
                <a:lnTo>
                  <a:pt x="1597619" y="197453"/>
                </a:lnTo>
                <a:lnTo>
                  <a:pt x="1597525" y="197428"/>
                </a:lnTo>
                <a:lnTo>
                  <a:pt x="1589599" y="195308"/>
                </a:lnTo>
                <a:lnTo>
                  <a:pt x="1589469" y="195272"/>
                </a:lnTo>
                <a:lnTo>
                  <a:pt x="1581433" y="193040"/>
                </a:lnTo>
                <a:lnTo>
                  <a:pt x="1581083" y="192938"/>
                </a:lnTo>
                <a:lnTo>
                  <a:pt x="1565009" y="188026"/>
                </a:lnTo>
                <a:lnTo>
                  <a:pt x="1564668" y="187917"/>
                </a:lnTo>
                <a:lnTo>
                  <a:pt x="1556631" y="185238"/>
                </a:lnTo>
                <a:lnTo>
                  <a:pt x="1556463" y="185181"/>
                </a:lnTo>
                <a:lnTo>
                  <a:pt x="1548426" y="182391"/>
                </a:lnTo>
                <a:lnTo>
                  <a:pt x="1548261" y="182332"/>
                </a:lnTo>
                <a:lnTo>
                  <a:pt x="1540224" y="179430"/>
                </a:lnTo>
                <a:lnTo>
                  <a:pt x="1539900" y="179308"/>
                </a:lnTo>
                <a:lnTo>
                  <a:pt x="1531863" y="176183"/>
                </a:lnTo>
                <a:lnTo>
                  <a:pt x="1531704" y="176120"/>
                </a:lnTo>
                <a:lnTo>
                  <a:pt x="1515630" y="169646"/>
                </a:lnTo>
                <a:lnTo>
                  <a:pt x="1515167" y="169450"/>
                </a:lnTo>
                <a:lnTo>
                  <a:pt x="1507206" y="165912"/>
                </a:lnTo>
                <a:lnTo>
                  <a:pt x="1499246" y="162484"/>
                </a:lnTo>
                <a:lnTo>
                  <a:pt x="1498797" y="162282"/>
                </a:lnTo>
                <a:lnTo>
                  <a:pt x="1482723" y="154691"/>
                </a:lnTo>
                <a:lnTo>
                  <a:pt x="1482578" y="154622"/>
                </a:lnTo>
                <a:lnTo>
                  <a:pt x="1474542" y="150715"/>
                </a:lnTo>
                <a:lnTo>
                  <a:pt x="1474399" y="150645"/>
                </a:lnTo>
                <a:lnTo>
                  <a:pt x="1466362" y="146626"/>
                </a:lnTo>
                <a:lnTo>
                  <a:pt x="1466222" y="146555"/>
                </a:lnTo>
                <a:lnTo>
                  <a:pt x="1450149" y="138295"/>
                </a:lnTo>
                <a:lnTo>
                  <a:pt x="1449875" y="138151"/>
                </a:lnTo>
                <a:lnTo>
                  <a:pt x="1433802" y="129445"/>
                </a:lnTo>
                <a:lnTo>
                  <a:pt x="1433668" y="129372"/>
                </a:lnTo>
                <a:lnTo>
                  <a:pt x="1409558" y="115977"/>
                </a:lnTo>
                <a:lnTo>
                  <a:pt x="1409427" y="115903"/>
                </a:lnTo>
                <a:lnTo>
                  <a:pt x="1377346" y="97635"/>
                </a:lnTo>
                <a:lnTo>
                  <a:pt x="1361338" y="88741"/>
                </a:lnTo>
                <a:lnTo>
                  <a:pt x="1361207" y="88668"/>
                </a:lnTo>
                <a:lnTo>
                  <a:pt x="1353302" y="84166"/>
                </a:lnTo>
                <a:lnTo>
                  <a:pt x="1337497" y="75605"/>
                </a:lnTo>
                <a:lnTo>
                  <a:pt x="1321631" y="67452"/>
                </a:lnTo>
                <a:lnTo>
                  <a:pt x="1313736" y="63504"/>
                </a:lnTo>
                <a:lnTo>
                  <a:pt x="1305882" y="59686"/>
                </a:lnTo>
                <a:lnTo>
                  <a:pt x="1298178" y="56106"/>
                </a:lnTo>
                <a:lnTo>
                  <a:pt x="1290435" y="52664"/>
                </a:lnTo>
                <a:lnTo>
                  <a:pt x="1282598" y="49444"/>
                </a:lnTo>
                <a:lnTo>
                  <a:pt x="1274738" y="46387"/>
                </a:lnTo>
                <a:lnTo>
                  <a:pt x="1267139" y="43497"/>
                </a:lnTo>
                <a:lnTo>
                  <a:pt x="1259469" y="40941"/>
                </a:lnTo>
                <a:lnTo>
                  <a:pt x="1251776" y="38483"/>
                </a:lnTo>
                <a:lnTo>
                  <a:pt x="1244180" y="36373"/>
                </a:lnTo>
                <a:lnTo>
                  <a:pt x="1236505" y="34454"/>
                </a:lnTo>
                <a:lnTo>
                  <a:pt x="1228929" y="32771"/>
                </a:lnTo>
                <a:lnTo>
                  <a:pt x="1221362" y="31405"/>
                </a:lnTo>
                <a:lnTo>
                  <a:pt x="1213804" y="30250"/>
                </a:lnTo>
                <a:lnTo>
                  <a:pt x="1206251" y="29411"/>
                </a:lnTo>
                <a:lnTo>
                  <a:pt x="1198704" y="28782"/>
                </a:lnTo>
                <a:lnTo>
                  <a:pt x="1191259" y="28472"/>
                </a:lnTo>
                <a:lnTo>
                  <a:pt x="1183815" y="28472"/>
                </a:lnTo>
                <a:lnTo>
                  <a:pt x="1176271" y="28786"/>
                </a:lnTo>
                <a:lnTo>
                  <a:pt x="1168822" y="29303"/>
                </a:lnTo>
                <a:lnTo>
                  <a:pt x="1161367" y="30235"/>
                </a:lnTo>
                <a:lnTo>
                  <a:pt x="1153806" y="31390"/>
                </a:lnTo>
                <a:lnTo>
                  <a:pt x="1146238" y="32862"/>
                </a:lnTo>
                <a:lnTo>
                  <a:pt x="1138750" y="34526"/>
                </a:lnTo>
                <a:lnTo>
                  <a:pt x="1131247" y="36610"/>
                </a:lnTo>
                <a:lnTo>
                  <a:pt x="1123556" y="38960"/>
                </a:lnTo>
                <a:lnTo>
                  <a:pt x="1116022" y="41471"/>
                </a:lnTo>
                <a:lnTo>
                  <a:pt x="1108470" y="44408"/>
                </a:lnTo>
                <a:lnTo>
                  <a:pt x="1100744" y="47627"/>
                </a:lnTo>
                <a:lnTo>
                  <a:pt x="1093082" y="51033"/>
                </a:lnTo>
                <a:lnTo>
                  <a:pt x="1085336" y="54798"/>
                </a:lnTo>
                <a:lnTo>
                  <a:pt x="1077648" y="58642"/>
                </a:lnTo>
                <a:lnTo>
                  <a:pt x="1069947" y="62920"/>
                </a:lnTo>
                <a:lnTo>
                  <a:pt x="1062104" y="67387"/>
                </a:lnTo>
                <a:lnTo>
                  <a:pt x="1054317" y="72037"/>
                </a:lnTo>
                <a:lnTo>
                  <a:pt x="1046522" y="76909"/>
                </a:lnTo>
                <a:lnTo>
                  <a:pt x="1038660" y="82041"/>
                </a:lnTo>
                <a:lnTo>
                  <a:pt x="1030793" y="87286"/>
                </a:lnTo>
                <a:lnTo>
                  <a:pt x="1022922" y="92752"/>
                </a:lnTo>
                <a:lnTo>
                  <a:pt x="1015045" y="98331"/>
                </a:lnTo>
                <a:lnTo>
                  <a:pt x="999217" y="109982"/>
                </a:lnTo>
                <a:lnTo>
                  <a:pt x="991430" y="116015"/>
                </a:lnTo>
                <a:lnTo>
                  <a:pt x="991278" y="116130"/>
                </a:lnTo>
                <a:lnTo>
                  <a:pt x="983217" y="122204"/>
                </a:lnTo>
                <a:lnTo>
                  <a:pt x="967317" y="134571"/>
                </a:lnTo>
                <a:lnTo>
                  <a:pt x="959477" y="140865"/>
                </a:lnTo>
                <a:lnTo>
                  <a:pt x="959401" y="140925"/>
                </a:lnTo>
                <a:lnTo>
                  <a:pt x="951412" y="147250"/>
                </a:lnTo>
                <a:lnTo>
                  <a:pt x="943422" y="153686"/>
                </a:lnTo>
                <a:lnTo>
                  <a:pt x="943253" y="153820"/>
                </a:lnTo>
                <a:lnTo>
                  <a:pt x="935181" y="160124"/>
                </a:lnTo>
                <a:lnTo>
                  <a:pt x="927330" y="166426"/>
                </a:lnTo>
                <a:lnTo>
                  <a:pt x="927255" y="166486"/>
                </a:lnTo>
                <a:lnTo>
                  <a:pt x="911181" y="179211"/>
                </a:lnTo>
                <a:lnTo>
                  <a:pt x="911085" y="179287"/>
                </a:lnTo>
                <a:lnTo>
                  <a:pt x="895011" y="191788"/>
                </a:lnTo>
                <a:lnTo>
                  <a:pt x="894913" y="191864"/>
                </a:lnTo>
                <a:lnTo>
                  <a:pt x="886876" y="198003"/>
                </a:lnTo>
                <a:lnTo>
                  <a:pt x="886776" y="198079"/>
                </a:lnTo>
                <a:lnTo>
                  <a:pt x="878740" y="204107"/>
                </a:lnTo>
                <a:lnTo>
                  <a:pt x="878637" y="204183"/>
                </a:lnTo>
                <a:lnTo>
                  <a:pt x="862564" y="216014"/>
                </a:lnTo>
                <a:lnTo>
                  <a:pt x="862460" y="216090"/>
                </a:lnTo>
                <a:lnTo>
                  <a:pt x="854423" y="221895"/>
                </a:lnTo>
                <a:lnTo>
                  <a:pt x="854208" y="222047"/>
                </a:lnTo>
                <a:lnTo>
                  <a:pt x="838134" y="233209"/>
                </a:lnTo>
                <a:lnTo>
                  <a:pt x="837911" y="233361"/>
                </a:lnTo>
                <a:lnTo>
                  <a:pt x="829874" y="238719"/>
                </a:lnTo>
                <a:lnTo>
                  <a:pt x="829759" y="238795"/>
                </a:lnTo>
                <a:lnTo>
                  <a:pt x="821723" y="244041"/>
                </a:lnTo>
                <a:lnTo>
                  <a:pt x="821605" y="244117"/>
                </a:lnTo>
                <a:lnTo>
                  <a:pt x="813569" y="249251"/>
                </a:lnTo>
                <a:lnTo>
                  <a:pt x="813449" y="249327"/>
                </a:lnTo>
                <a:lnTo>
                  <a:pt x="805413" y="254350"/>
                </a:lnTo>
                <a:lnTo>
                  <a:pt x="805167" y="254500"/>
                </a:lnTo>
                <a:lnTo>
                  <a:pt x="797130" y="259299"/>
                </a:lnTo>
                <a:lnTo>
                  <a:pt x="797004" y="259374"/>
                </a:lnTo>
                <a:lnTo>
                  <a:pt x="788967" y="264062"/>
                </a:lnTo>
                <a:lnTo>
                  <a:pt x="788839" y="264136"/>
                </a:lnTo>
                <a:lnTo>
                  <a:pt x="780802" y="268713"/>
                </a:lnTo>
                <a:lnTo>
                  <a:pt x="780538" y="268859"/>
                </a:lnTo>
                <a:lnTo>
                  <a:pt x="772501" y="273213"/>
                </a:lnTo>
                <a:lnTo>
                  <a:pt x="772365" y="273285"/>
                </a:lnTo>
                <a:lnTo>
                  <a:pt x="764329" y="277527"/>
                </a:lnTo>
                <a:lnTo>
                  <a:pt x="764050" y="277670"/>
                </a:lnTo>
                <a:lnTo>
                  <a:pt x="747977" y="285706"/>
                </a:lnTo>
                <a:lnTo>
                  <a:pt x="747542" y="285915"/>
                </a:lnTo>
                <a:lnTo>
                  <a:pt x="731469" y="293282"/>
                </a:lnTo>
                <a:lnTo>
                  <a:pt x="731167" y="293416"/>
                </a:lnTo>
                <a:lnTo>
                  <a:pt x="723130" y="296876"/>
                </a:lnTo>
                <a:lnTo>
                  <a:pt x="722976" y="296941"/>
                </a:lnTo>
                <a:lnTo>
                  <a:pt x="714939" y="300290"/>
                </a:lnTo>
                <a:lnTo>
                  <a:pt x="714623" y="300417"/>
                </a:lnTo>
                <a:lnTo>
                  <a:pt x="706587" y="303543"/>
                </a:lnTo>
                <a:lnTo>
                  <a:pt x="706425" y="303604"/>
                </a:lnTo>
                <a:lnTo>
                  <a:pt x="698389" y="306618"/>
                </a:lnTo>
                <a:lnTo>
                  <a:pt x="698225" y="306678"/>
                </a:lnTo>
                <a:lnTo>
                  <a:pt x="690189" y="309580"/>
                </a:lnTo>
                <a:lnTo>
                  <a:pt x="689855" y="309696"/>
                </a:lnTo>
                <a:lnTo>
                  <a:pt x="673782" y="315054"/>
                </a:lnTo>
                <a:lnTo>
                  <a:pt x="673440" y="315163"/>
                </a:lnTo>
                <a:lnTo>
                  <a:pt x="665403" y="317619"/>
                </a:lnTo>
                <a:lnTo>
                  <a:pt x="665229" y="317670"/>
                </a:lnTo>
                <a:lnTo>
                  <a:pt x="657193" y="320015"/>
                </a:lnTo>
                <a:lnTo>
                  <a:pt x="657017" y="320065"/>
                </a:lnTo>
                <a:lnTo>
                  <a:pt x="648980" y="322297"/>
                </a:lnTo>
                <a:lnTo>
                  <a:pt x="648802" y="322345"/>
                </a:lnTo>
                <a:lnTo>
                  <a:pt x="640766" y="324466"/>
                </a:lnTo>
                <a:lnTo>
                  <a:pt x="640632" y="324501"/>
                </a:lnTo>
                <a:lnTo>
                  <a:pt x="632706" y="326510"/>
                </a:lnTo>
                <a:lnTo>
                  <a:pt x="632479" y="326565"/>
                </a:lnTo>
                <a:lnTo>
                  <a:pt x="624443" y="328463"/>
                </a:lnTo>
                <a:lnTo>
                  <a:pt x="624219" y="328514"/>
                </a:lnTo>
                <a:lnTo>
                  <a:pt x="623769" y="328612"/>
                </a:lnTo>
                <a:close/>
              </a:path>
            </a:pathLst>
          </a:custGeom>
          <a:solidFill xmlns:a="http://schemas.openxmlformats.org/drawingml/2006/main">
            <a:srgbClr val="E3E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2133457B-91BE-4F84-8959-43D6B3F2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707" y="1985817"/>
            <a:ext cx="3171825" cy="347734"/>
          </a:xfrm>
          <a:custGeom xmlns:a="http://schemas.openxmlformats.org/drawingml/2006/main">
            <a:pathLst>
              <a:path w="3171825" h="347734">
                <a:moveTo>
                  <a:pt x="601416" y="347654"/>
                </a:moveTo>
                <a:lnTo>
                  <a:pt x="600999" y="347734"/>
                </a:lnTo>
                <a:lnTo>
                  <a:pt x="0" y="347734"/>
                </a:lnTo>
                <a:lnTo>
                  <a:pt x="0" y="328314"/>
                </a:lnTo>
                <a:lnTo>
                  <a:pt x="138975" y="327831"/>
                </a:lnTo>
                <a:lnTo>
                  <a:pt x="227286" y="327274"/>
                </a:lnTo>
                <a:lnTo>
                  <a:pt x="291363" y="326494"/>
                </a:lnTo>
                <a:lnTo>
                  <a:pt x="339446" y="325715"/>
                </a:lnTo>
                <a:lnTo>
                  <a:pt x="379432" y="324715"/>
                </a:lnTo>
                <a:lnTo>
                  <a:pt x="411365" y="323606"/>
                </a:lnTo>
                <a:lnTo>
                  <a:pt x="443253" y="322167"/>
                </a:lnTo>
                <a:lnTo>
                  <a:pt x="475043" y="320290"/>
                </a:lnTo>
                <a:lnTo>
                  <a:pt x="498750" y="318425"/>
                </a:lnTo>
                <a:lnTo>
                  <a:pt x="522421" y="316123"/>
                </a:lnTo>
                <a:lnTo>
                  <a:pt x="546041" y="313280"/>
                </a:lnTo>
                <a:lnTo>
                  <a:pt x="569473" y="309901"/>
                </a:lnTo>
                <a:lnTo>
                  <a:pt x="593041" y="305774"/>
                </a:lnTo>
                <a:lnTo>
                  <a:pt x="616391" y="300910"/>
                </a:lnTo>
                <a:lnTo>
                  <a:pt x="639478" y="295111"/>
                </a:lnTo>
                <a:lnTo>
                  <a:pt x="670567" y="285720"/>
                </a:lnTo>
                <a:lnTo>
                  <a:pt x="701490" y="274446"/>
                </a:lnTo>
                <a:lnTo>
                  <a:pt x="732388" y="260821"/>
                </a:lnTo>
                <a:lnTo>
                  <a:pt x="763328" y="244813"/>
                </a:lnTo>
                <a:lnTo>
                  <a:pt x="802379" y="221275"/>
                </a:lnTo>
                <a:lnTo>
                  <a:pt x="841606" y="194360"/>
                </a:lnTo>
                <a:lnTo>
                  <a:pt x="897385" y="151862"/>
                </a:lnTo>
                <a:lnTo>
                  <a:pt x="1001696" y="71314"/>
                </a:lnTo>
                <a:lnTo>
                  <a:pt x="1003145" y="70288"/>
                </a:lnTo>
                <a:lnTo>
                  <a:pt x="1043328" y="44280"/>
                </a:lnTo>
                <a:lnTo>
                  <a:pt x="1044964" y="43322"/>
                </a:lnTo>
                <a:lnTo>
                  <a:pt x="1077111" y="26356"/>
                </a:lnTo>
                <a:lnTo>
                  <a:pt x="1078865" y="25530"/>
                </a:lnTo>
                <a:lnTo>
                  <a:pt x="1102975" y="15484"/>
                </a:lnTo>
                <a:lnTo>
                  <a:pt x="1103953" y="15104"/>
                </a:lnTo>
                <a:lnTo>
                  <a:pt x="1104948" y="14773"/>
                </a:lnTo>
                <a:lnTo>
                  <a:pt x="1129058" y="7406"/>
                </a:lnTo>
                <a:lnTo>
                  <a:pt x="1130943" y="6923"/>
                </a:lnTo>
                <a:lnTo>
                  <a:pt x="1147016" y="3574"/>
                </a:lnTo>
                <a:lnTo>
                  <a:pt x="1148434" y="3328"/>
                </a:lnTo>
                <a:lnTo>
                  <a:pt x="1164507" y="1096"/>
                </a:lnTo>
                <a:lnTo>
                  <a:pt x="1165966" y="944"/>
                </a:lnTo>
                <a:lnTo>
                  <a:pt x="1174002" y="386"/>
                </a:lnTo>
                <a:lnTo>
                  <a:pt x="1174593" y="353"/>
                </a:lnTo>
                <a:lnTo>
                  <a:pt x="1182630" y="19"/>
                </a:lnTo>
                <a:lnTo>
                  <a:pt x="1183518" y="0"/>
                </a:lnTo>
                <a:lnTo>
                  <a:pt x="1191555" y="0"/>
                </a:lnTo>
                <a:lnTo>
                  <a:pt x="1192444" y="19"/>
                </a:lnTo>
                <a:lnTo>
                  <a:pt x="1200481" y="353"/>
                </a:lnTo>
                <a:lnTo>
                  <a:pt x="1201365" y="409"/>
                </a:lnTo>
                <a:lnTo>
                  <a:pt x="1209402" y="1078"/>
                </a:lnTo>
                <a:lnTo>
                  <a:pt x="1210422" y="1188"/>
                </a:lnTo>
                <a:lnTo>
                  <a:pt x="1226495" y="3309"/>
                </a:lnTo>
                <a:lnTo>
                  <a:pt x="1227918" y="3546"/>
                </a:lnTo>
                <a:lnTo>
                  <a:pt x="1243991" y="6783"/>
                </a:lnTo>
                <a:lnTo>
                  <a:pt x="1245224" y="7069"/>
                </a:lnTo>
                <a:lnTo>
                  <a:pt x="1261297" y="11311"/>
                </a:lnTo>
                <a:lnTo>
                  <a:pt x="1262798" y="11767"/>
                </a:lnTo>
                <a:lnTo>
                  <a:pt x="1286797" y="20026"/>
                </a:lnTo>
                <a:lnTo>
                  <a:pt x="1288028" y="20493"/>
                </a:lnTo>
                <a:lnTo>
                  <a:pt x="1312250" y="30539"/>
                </a:lnTo>
                <a:lnTo>
                  <a:pt x="1313485" y="31098"/>
                </a:lnTo>
                <a:lnTo>
                  <a:pt x="1345520" y="46836"/>
                </a:lnTo>
                <a:lnTo>
                  <a:pt x="1346390" y="47289"/>
                </a:lnTo>
                <a:lnTo>
                  <a:pt x="1402647" y="78208"/>
                </a:lnTo>
                <a:lnTo>
                  <a:pt x="1402688" y="78230"/>
                </a:lnTo>
                <a:lnTo>
                  <a:pt x="1474551" y="117932"/>
                </a:lnTo>
                <a:lnTo>
                  <a:pt x="1513708" y="137076"/>
                </a:lnTo>
                <a:lnTo>
                  <a:pt x="1544759" y="150122"/>
                </a:lnTo>
                <a:lnTo>
                  <a:pt x="1575737" y="161201"/>
                </a:lnTo>
                <a:lnTo>
                  <a:pt x="1606617" y="170131"/>
                </a:lnTo>
                <a:lnTo>
                  <a:pt x="1629918" y="175607"/>
                </a:lnTo>
                <a:lnTo>
                  <a:pt x="1653038" y="180124"/>
                </a:lnTo>
                <a:lnTo>
                  <a:pt x="1676280" y="183567"/>
                </a:lnTo>
                <a:lnTo>
                  <a:pt x="1699760" y="186176"/>
                </a:lnTo>
                <a:lnTo>
                  <a:pt x="1723284" y="188245"/>
                </a:lnTo>
                <a:lnTo>
                  <a:pt x="1746853" y="189555"/>
                </a:lnTo>
                <a:lnTo>
                  <a:pt x="1770569" y="190433"/>
                </a:lnTo>
                <a:lnTo>
                  <a:pt x="1794395" y="190874"/>
                </a:lnTo>
                <a:lnTo>
                  <a:pt x="1826314" y="191207"/>
                </a:lnTo>
                <a:lnTo>
                  <a:pt x="1866354" y="191095"/>
                </a:lnTo>
                <a:lnTo>
                  <a:pt x="1938681" y="190872"/>
                </a:lnTo>
                <a:lnTo>
                  <a:pt x="1938895" y="190873"/>
                </a:lnTo>
                <a:lnTo>
                  <a:pt x="1971042" y="191096"/>
                </a:lnTo>
                <a:lnTo>
                  <a:pt x="1971191" y="191097"/>
                </a:lnTo>
                <a:lnTo>
                  <a:pt x="2003227" y="191544"/>
                </a:lnTo>
                <a:lnTo>
                  <a:pt x="2003448" y="191548"/>
                </a:lnTo>
                <a:lnTo>
                  <a:pt x="2035595" y="192329"/>
                </a:lnTo>
                <a:lnTo>
                  <a:pt x="2035817" y="192336"/>
                </a:lnTo>
                <a:lnTo>
                  <a:pt x="2067964" y="193452"/>
                </a:lnTo>
                <a:lnTo>
                  <a:pt x="2068259" y="193465"/>
                </a:lnTo>
                <a:lnTo>
                  <a:pt x="2100406" y="195027"/>
                </a:lnTo>
                <a:lnTo>
                  <a:pt x="2100628" y="195039"/>
                </a:lnTo>
                <a:lnTo>
                  <a:pt x="2132775" y="196937"/>
                </a:lnTo>
                <a:lnTo>
                  <a:pt x="2133055" y="196955"/>
                </a:lnTo>
                <a:lnTo>
                  <a:pt x="2173238" y="199857"/>
                </a:lnTo>
                <a:lnTo>
                  <a:pt x="2173532" y="199880"/>
                </a:lnTo>
                <a:lnTo>
                  <a:pt x="2213716" y="203341"/>
                </a:lnTo>
                <a:lnTo>
                  <a:pt x="2213950" y="203362"/>
                </a:lnTo>
                <a:lnTo>
                  <a:pt x="2262170" y="208050"/>
                </a:lnTo>
                <a:lnTo>
                  <a:pt x="2262516" y="208087"/>
                </a:lnTo>
                <a:lnTo>
                  <a:pt x="2310625" y="213556"/>
                </a:lnTo>
                <a:lnTo>
                  <a:pt x="2310861" y="213584"/>
                </a:lnTo>
                <a:lnTo>
                  <a:pt x="2367118" y="220617"/>
                </a:lnTo>
                <a:lnTo>
                  <a:pt x="2367311" y="220642"/>
                </a:lnTo>
                <a:lnTo>
                  <a:pt x="2439642" y="230353"/>
                </a:lnTo>
                <a:lnTo>
                  <a:pt x="2439841" y="230380"/>
                </a:lnTo>
                <a:lnTo>
                  <a:pt x="2552337" y="246563"/>
                </a:lnTo>
                <a:lnTo>
                  <a:pt x="2688840" y="265968"/>
                </a:lnTo>
                <a:lnTo>
                  <a:pt x="2768885" y="276544"/>
                </a:lnTo>
                <a:lnTo>
                  <a:pt x="2840977" y="285333"/>
                </a:lnTo>
                <a:lnTo>
                  <a:pt x="2905033" y="292339"/>
                </a:lnTo>
                <a:lnTo>
                  <a:pt x="2961060" y="297897"/>
                </a:lnTo>
                <a:lnTo>
                  <a:pt x="3016975" y="302788"/>
                </a:lnTo>
                <a:lnTo>
                  <a:pt x="3073020" y="307125"/>
                </a:lnTo>
                <a:lnTo>
                  <a:pt x="3129067" y="310906"/>
                </a:lnTo>
                <a:lnTo>
                  <a:pt x="3171825" y="313366"/>
                </a:lnTo>
                <a:lnTo>
                  <a:pt x="3171825" y="347734"/>
                </a:lnTo>
                <a:lnTo>
                  <a:pt x="3044248" y="347734"/>
                </a:lnTo>
                <a:lnTo>
                  <a:pt x="3013573" y="345360"/>
                </a:lnTo>
                <a:lnTo>
                  <a:pt x="3013360" y="345343"/>
                </a:lnTo>
                <a:lnTo>
                  <a:pt x="2957214" y="340431"/>
                </a:lnTo>
                <a:lnTo>
                  <a:pt x="2956967" y="340408"/>
                </a:lnTo>
                <a:lnTo>
                  <a:pt x="2900710" y="334827"/>
                </a:lnTo>
                <a:lnTo>
                  <a:pt x="2900496" y="334805"/>
                </a:lnTo>
                <a:lnTo>
                  <a:pt x="2836203" y="327773"/>
                </a:lnTo>
                <a:lnTo>
                  <a:pt x="2835940" y="327742"/>
                </a:lnTo>
                <a:lnTo>
                  <a:pt x="2763610" y="318924"/>
                </a:lnTo>
                <a:lnTo>
                  <a:pt x="2763397" y="318897"/>
                </a:lnTo>
                <a:lnTo>
                  <a:pt x="2683141" y="308293"/>
                </a:lnTo>
                <a:lnTo>
                  <a:pt x="2682933" y="308265"/>
                </a:lnTo>
                <a:lnTo>
                  <a:pt x="2546309" y="288843"/>
                </a:lnTo>
                <a:lnTo>
                  <a:pt x="2546274" y="288838"/>
                </a:lnTo>
                <a:lnTo>
                  <a:pt x="2433859" y="272667"/>
                </a:lnTo>
                <a:lnTo>
                  <a:pt x="2361725" y="262982"/>
                </a:lnTo>
                <a:lnTo>
                  <a:pt x="2305682" y="255977"/>
                </a:lnTo>
                <a:lnTo>
                  <a:pt x="2257865" y="250540"/>
                </a:lnTo>
                <a:lnTo>
                  <a:pt x="2209934" y="245881"/>
                </a:lnTo>
                <a:lnTo>
                  <a:pt x="2170015" y="242443"/>
                </a:lnTo>
                <a:lnTo>
                  <a:pt x="2130118" y="239562"/>
                </a:lnTo>
                <a:lnTo>
                  <a:pt x="2098222" y="237679"/>
                </a:lnTo>
                <a:lnTo>
                  <a:pt x="2066334" y="236129"/>
                </a:lnTo>
                <a:lnTo>
                  <a:pt x="2034446" y="235021"/>
                </a:lnTo>
                <a:lnTo>
                  <a:pt x="2002521" y="234246"/>
                </a:lnTo>
                <a:lnTo>
                  <a:pt x="1970671" y="233802"/>
                </a:lnTo>
                <a:lnTo>
                  <a:pt x="1938706" y="233580"/>
                </a:lnTo>
                <a:lnTo>
                  <a:pt x="1866476" y="233803"/>
                </a:lnTo>
                <a:lnTo>
                  <a:pt x="1826292" y="233914"/>
                </a:lnTo>
                <a:lnTo>
                  <a:pt x="1826010" y="233913"/>
                </a:lnTo>
                <a:lnTo>
                  <a:pt x="1793863" y="233578"/>
                </a:lnTo>
                <a:lnTo>
                  <a:pt x="1793690" y="233576"/>
                </a:lnTo>
                <a:lnTo>
                  <a:pt x="1769580" y="233129"/>
                </a:lnTo>
                <a:lnTo>
                  <a:pt x="1769185" y="233118"/>
                </a:lnTo>
                <a:lnTo>
                  <a:pt x="1745075" y="232225"/>
                </a:lnTo>
                <a:lnTo>
                  <a:pt x="1744681" y="232207"/>
                </a:lnTo>
                <a:lnTo>
                  <a:pt x="1720571" y="230868"/>
                </a:lnTo>
                <a:lnTo>
                  <a:pt x="1719884" y="230818"/>
                </a:lnTo>
                <a:lnTo>
                  <a:pt x="1695774" y="228698"/>
                </a:lnTo>
                <a:lnTo>
                  <a:pt x="1695287" y="228649"/>
                </a:lnTo>
                <a:lnTo>
                  <a:pt x="1671177" y="225970"/>
                </a:lnTo>
                <a:lnTo>
                  <a:pt x="1670406" y="225870"/>
                </a:lnTo>
                <a:lnTo>
                  <a:pt x="1646296" y="222298"/>
                </a:lnTo>
                <a:lnTo>
                  <a:pt x="1645331" y="222133"/>
                </a:lnTo>
                <a:lnTo>
                  <a:pt x="1621332" y="217445"/>
                </a:lnTo>
                <a:lnTo>
                  <a:pt x="1620541" y="217274"/>
                </a:lnTo>
                <a:lnTo>
                  <a:pt x="1596319" y="211582"/>
                </a:lnTo>
                <a:lnTo>
                  <a:pt x="1595272" y="211308"/>
                </a:lnTo>
                <a:lnTo>
                  <a:pt x="1563237" y="202043"/>
                </a:lnTo>
                <a:lnTo>
                  <a:pt x="1561978" y="201636"/>
                </a:lnTo>
                <a:lnTo>
                  <a:pt x="1529832" y="190139"/>
                </a:lnTo>
                <a:lnTo>
                  <a:pt x="1528751" y="189720"/>
                </a:lnTo>
                <a:lnTo>
                  <a:pt x="1496604" y="176214"/>
                </a:lnTo>
                <a:lnTo>
                  <a:pt x="1495497" y="175711"/>
                </a:lnTo>
                <a:lnTo>
                  <a:pt x="1455313" y="156065"/>
                </a:lnTo>
                <a:lnTo>
                  <a:pt x="1454366" y="155572"/>
                </a:lnTo>
                <a:lnTo>
                  <a:pt x="1382056" y="115623"/>
                </a:lnTo>
                <a:lnTo>
                  <a:pt x="1326249" y="84952"/>
                </a:lnTo>
                <a:lnTo>
                  <a:pt x="1295262" y="69728"/>
                </a:lnTo>
                <a:lnTo>
                  <a:pt x="1272275" y="60194"/>
                </a:lnTo>
                <a:lnTo>
                  <a:pt x="1249642" y="52404"/>
                </a:lnTo>
                <a:lnTo>
                  <a:pt x="1234939" y="48524"/>
                </a:lnTo>
                <a:lnTo>
                  <a:pt x="1220194" y="45555"/>
                </a:lnTo>
                <a:lnTo>
                  <a:pt x="1205344" y="43596"/>
                </a:lnTo>
                <a:lnTo>
                  <a:pt x="1198260" y="43005"/>
                </a:lnTo>
                <a:lnTo>
                  <a:pt x="1191111" y="42707"/>
                </a:lnTo>
                <a:lnTo>
                  <a:pt x="1183963" y="42707"/>
                </a:lnTo>
                <a:lnTo>
                  <a:pt x="1176666" y="43011"/>
                </a:lnTo>
                <a:lnTo>
                  <a:pt x="1169656" y="43498"/>
                </a:lnTo>
                <a:lnTo>
                  <a:pt x="1155022" y="45531"/>
                </a:lnTo>
                <a:lnTo>
                  <a:pt x="1140607" y="48534"/>
                </a:lnTo>
                <a:lnTo>
                  <a:pt x="1118432" y="55310"/>
                </a:lnTo>
                <a:lnTo>
                  <a:pt x="1096187" y="64578"/>
                </a:lnTo>
                <a:lnTo>
                  <a:pt x="1065737" y="80649"/>
                </a:lnTo>
                <a:lnTo>
                  <a:pt x="1027095" y="105659"/>
                </a:lnTo>
                <a:lnTo>
                  <a:pt x="923433" y="185706"/>
                </a:lnTo>
                <a:lnTo>
                  <a:pt x="923323" y="185791"/>
                </a:lnTo>
                <a:lnTo>
                  <a:pt x="867066" y="228653"/>
                </a:lnTo>
                <a:lnTo>
                  <a:pt x="866205" y="229275"/>
                </a:lnTo>
                <a:lnTo>
                  <a:pt x="826022" y="256846"/>
                </a:lnTo>
                <a:lnTo>
                  <a:pt x="824965" y="257526"/>
                </a:lnTo>
                <a:lnTo>
                  <a:pt x="784781" y="281748"/>
                </a:lnTo>
                <a:lnTo>
                  <a:pt x="783570" y="282426"/>
                </a:lnTo>
                <a:lnTo>
                  <a:pt x="751423" y="299057"/>
                </a:lnTo>
                <a:lnTo>
                  <a:pt x="750226" y="299630"/>
                </a:lnTo>
                <a:lnTo>
                  <a:pt x="718080" y="313806"/>
                </a:lnTo>
                <a:lnTo>
                  <a:pt x="716778" y="314329"/>
                </a:lnTo>
                <a:lnTo>
                  <a:pt x="684631" y="326049"/>
                </a:lnTo>
                <a:lnTo>
                  <a:pt x="683492" y="326429"/>
                </a:lnTo>
                <a:lnTo>
                  <a:pt x="651345" y="336140"/>
                </a:lnTo>
                <a:lnTo>
                  <a:pt x="650372" y="336409"/>
                </a:lnTo>
                <a:lnTo>
                  <a:pt x="626373" y="342436"/>
                </a:lnTo>
                <a:lnTo>
                  <a:pt x="625527" y="342631"/>
                </a:lnTo>
                <a:lnTo>
                  <a:pt x="601416" y="347654"/>
                </a:lnTo>
                <a:close/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CAFBE-B82B-4646-8A25-8D7A5856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5039" y="1757251"/>
            <a:ext cx="552703" cy="576300"/>
          </a:xfrm>
          <a:custGeom xmlns:a="http://schemas.openxmlformats.org/drawingml/2006/main">
            <a:pathLst>
              <a:path w="552703" h="576300">
                <a:moveTo>
                  <a:pt x="549488" y="576076"/>
                </a:moveTo>
                <a:lnTo>
                  <a:pt x="541451" y="575295"/>
                </a:lnTo>
                <a:lnTo>
                  <a:pt x="533415" y="574291"/>
                </a:lnTo>
                <a:lnTo>
                  <a:pt x="525378" y="572951"/>
                </a:lnTo>
                <a:lnTo>
                  <a:pt x="517341" y="571054"/>
                </a:lnTo>
                <a:lnTo>
                  <a:pt x="509305" y="568821"/>
                </a:lnTo>
                <a:lnTo>
                  <a:pt x="501379" y="565807"/>
                </a:lnTo>
                <a:lnTo>
                  <a:pt x="493231" y="561901"/>
                </a:lnTo>
                <a:lnTo>
                  <a:pt x="485194" y="557101"/>
                </a:lnTo>
                <a:lnTo>
                  <a:pt x="477158" y="551185"/>
                </a:lnTo>
                <a:lnTo>
                  <a:pt x="469233" y="543930"/>
                </a:lnTo>
                <a:lnTo>
                  <a:pt x="461196" y="535000"/>
                </a:lnTo>
                <a:lnTo>
                  <a:pt x="453159" y="524396"/>
                </a:lnTo>
                <a:lnTo>
                  <a:pt x="445011" y="511783"/>
                </a:lnTo>
                <a:lnTo>
                  <a:pt x="437086" y="497049"/>
                </a:lnTo>
                <a:lnTo>
                  <a:pt x="429049" y="479859"/>
                </a:lnTo>
                <a:lnTo>
                  <a:pt x="421012" y="460325"/>
                </a:lnTo>
                <a:lnTo>
                  <a:pt x="412976" y="438224"/>
                </a:lnTo>
                <a:lnTo>
                  <a:pt x="404939" y="413668"/>
                </a:lnTo>
                <a:lnTo>
                  <a:pt x="396902" y="386544"/>
                </a:lnTo>
                <a:lnTo>
                  <a:pt x="388865" y="357299"/>
                </a:lnTo>
                <a:lnTo>
                  <a:pt x="380829" y="325934"/>
                </a:lnTo>
                <a:lnTo>
                  <a:pt x="372792" y="293005"/>
                </a:lnTo>
                <a:lnTo>
                  <a:pt x="364755" y="258961"/>
                </a:lnTo>
                <a:lnTo>
                  <a:pt x="356719" y="224247"/>
                </a:lnTo>
                <a:lnTo>
                  <a:pt x="348682" y="189756"/>
                </a:lnTo>
                <a:lnTo>
                  <a:pt x="340645" y="155823"/>
                </a:lnTo>
                <a:lnTo>
                  <a:pt x="332608" y="123565"/>
                </a:lnTo>
                <a:lnTo>
                  <a:pt x="324572" y="93650"/>
                </a:lnTo>
                <a:lnTo>
                  <a:pt x="316535" y="66749"/>
                </a:lnTo>
                <a:lnTo>
                  <a:pt x="308498" y="43644"/>
                </a:lnTo>
                <a:lnTo>
                  <a:pt x="300462" y="25003"/>
                </a:lnTo>
                <a:lnTo>
                  <a:pt x="292425" y="11162"/>
                </a:lnTo>
                <a:lnTo>
                  <a:pt x="284388" y="2791"/>
                </a:lnTo>
                <a:lnTo>
                  <a:pt x="276351" y="0"/>
                </a:lnTo>
                <a:lnTo>
                  <a:pt x="268315" y="2791"/>
                </a:lnTo>
                <a:lnTo>
                  <a:pt x="260278" y="11162"/>
                </a:lnTo>
                <a:lnTo>
                  <a:pt x="252241" y="25003"/>
                </a:lnTo>
                <a:lnTo>
                  <a:pt x="244204" y="43644"/>
                </a:lnTo>
                <a:lnTo>
                  <a:pt x="236168" y="66749"/>
                </a:lnTo>
                <a:lnTo>
                  <a:pt x="228131" y="93650"/>
                </a:lnTo>
                <a:lnTo>
                  <a:pt x="220094" y="123565"/>
                </a:lnTo>
                <a:lnTo>
                  <a:pt x="212058" y="155823"/>
                </a:lnTo>
                <a:lnTo>
                  <a:pt x="204021" y="189756"/>
                </a:lnTo>
                <a:lnTo>
                  <a:pt x="195984" y="224247"/>
                </a:lnTo>
                <a:lnTo>
                  <a:pt x="187947" y="258961"/>
                </a:lnTo>
                <a:lnTo>
                  <a:pt x="179911" y="293005"/>
                </a:lnTo>
                <a:lnTo>
                  <a:pt x="171874" y="325934"/>
                </a:lnTo>
                <a:lnTo>
                  <a:pt x="163837" y="357299"/>
                </a:lnTo>
                <a:lnTo>
                  <a:pt x="155801" y="386544"/>
                </a:lnTo>
                <a:lnTo>
                  <a:pt x="147875" y="413668"/>
                </a:lnTo>
                <a:lnTo>
                  <a:pt x="139839" y="438224"/>
                </a:lnTo>
                <a:lnTo>
                  <a:pt x="131690" y="460325"/>
                </a:lnTo>
                <a:lnTo>
                  <a:pt x="123654" y="479859"/>
                </a:lnTo>
                <a:lnTo>
                  <a:pt x="115729" y="497049"/>
                </a:lnTo>
                <a:lnTo>
                  <a:pt x="107692" y="511783"/>
                </a:lnTo>
                <a:lnTo>
                  <a:pt x="99655" y="524396"/>
                </a:lnTo>
                <a:lnTo>
                  <a:pt x="91507" y="535000"/>
                </a:lnTo>
                <a:lnTo>
                  <a:pt x="83582" y="543930"/>
                </a:lnTo>
                <a:lnTo>
                  <a:pt x="75545" y="551185"/>
                </a:lnTo>
                <a:lnTo>
                  <a:pt x="67508" y="557101"/>
                </a:lnTo>
                <a:lnTo>
                  <a:pt x="59472" y="561901"/>
                </a:lnTo>
                <a:lnTo>
                  <a:pt x="51435" y="565807"/>
                </a:lnTo>
                <a:lnTo>
                  <a:pt x="43398" y="568821"/>
                </a:lnTo>
                <a:lnTo>
                  <a:pt x="35361" y="571054"/>
                </a:lnTo>
                <a:lnTo>
                  <a:pt x="27325" y="572951"/>
                </a:lnTo>
                <a:lnTo>
                  <a:pt x="19288" y="574291"/>
                </a:lnTo>
                <a:lnTo>
                  <a:pt x="11251" y="575295"/>
                </a:lnTo>
                <a:lnTo>
                  <a:pt x="3215" y="576076"/>
                </a:lnTo>
                <a:lnTo>
                  <a:pt x="0" y="576300"/>
                </a:lnTo>
                <a:lnTo>
                  <a:pt x="552703" y="576300"/>
                </a:lnTo>
                <a:lnTo>
                  <a:pt x="549488" y="576076"/>
                </a:lnTo>
                <a:close/>
              </a:path>
            </a:pathLst>
          </a:custGeom>
          <a:solidFill xmlns:a="http://schemas.openxmlformats.org/drawingml/2006/main">
            <a:srgbClr val="FF5961">
              <a:alpha val="219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EBA80F3-5E04-4B92-84E3-E7EAE272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707" y="1735897"/>
            <a:ext cx="3171825" cy="597653"/>
          </a:xfrm>
          <a:custGeom xmlns:a="http://schemas.openxmlformats.org/drawingml/2006/main">
            <a:pathLst>
              <a:path w="3171825" h="597653">
                <a:moveTo>
                  <a:pt x="568723" y="590306"/>
                </a:moveTo>
                <a:lnTo>
                  <a:pt x="557701" y="597653"/>
                </a:lnTo>
                <a:lnTo>
                  <a:pt x="0" y="597653"/>
                </a:lnTo>
                <a:lnTo>
                  <a:pt x="0" y="577939"/>
                </a:lnTo>
                <a:lnTo>
                  <a:pt x="436127" y="577862"/>
                </a:lnTo>
                <a:lnTo>
                  <a:pt x="459721" y="577426"/>
                </a:lnTo>
                <a:lnTo>
                  <a:pt x="475105" y="576678"/>
                </a:lnTo>
                <a:lnTo>
                  <a:pt x="490154" y="575424"/>
                </a:lnTo>
                <a:lnTo>
                  <a:pt x="504448" y="573339"/>
                </a:lnTo>
                <a:lnTo>
                  <a:pt x="517810" y="569906"/>
                </a:lnTo>
                <a:lnTo>
                  <a:pt x="530576" y="564409"/>
                </a:lnTo>
                <a:lnTo>
                  <a:pt x="543211" y="555986"/>
                </a:lnTo>
                <a:lnTo>
                  <a:pt x="556361" y="542652"/>
                </a:lnTo>
                <a:lnTo>
                  <a:pt x="570619" y="522198"/>
                </a:lnTo>
                <a:lnTo>
                  <a:pt x="585443" y="492551"/>
                </a:lnTo>
                <a:lnTo>
                  <a:pt x="600949" y="452662"/>
                </a:lnTo>
                <a:lnTo>
                  <a:pt x="624542" y="373106"/>
                </a:lnTo>
                <a:lnTo>
                  <a:pt x="656560" y="240585"/>
                </a:lnTo>
                <a:lnTo>
                  <a:pt x="656582" y="240497"/>
                </a:lnTo>
                <a:lnTo>
                  <a:pt x="688729" y="109900"/>
                </a:lnTo>
                <a:lnTo>
                  <a:pt x="689134" y="108469"/>
                </a:lnTo>
                <a:lnTo>
                  <a:pt x="705208" y="58463"/>
                </a:lnTo>
                <a:lnTo>
                  <a:pt x="705749" y="56973"/>
                </a:lnTo>
                <a:lnTo>
                  <a:pt x="706399" y="55527"/>
                </a:lnTo>
                <a:lnTo>
                  <a:pt x="722472" y="23045"/>
                </a:lnTo>
                <a:lnTo>
                  <a:pt x="723086" y="21894"/>
                </a:lnTo>
                <a:lnTo>
                  <a:pt x="723769" y="20783"/>
                </a:lnTo>
                <a:lnTo>
                  <a:pt x="724519" y="19716"/>
                </a:lnTo>
                <a:lnTo>
                  <a:pt x="725332" y="18696"/>
                </a:lnTo>
                <a:lnTo>
                  <a:pt x="726206" y="17728"/>
                </a:lnTo>
                <a:lnTo>
                  <a:pt x="734243" y="9356"/>
                </a:lnTo>
                <a:lnTo>
                  <a:pt x="735273" y="8353"/>
                </a:lnTo>
                <a:lnTo>
                  <a:pt x="736369" y="7421"/>
                </a:lnTo>
                <a:lnTo>
                  <a:pt x="737525" y="6565"/>
                </a:lnTo>
                <a:lnTo>
                  <a:pt x="738736" y="5789"/>
                </a:lnTo>
                <a:lnTo>
                  <a:pt x="739997" y="5096"/>
                </a:lnTo>
                <a:lnTo>
                  <a:pt x="741301" y="4489"/>
                </a:lnTo>
                <a:lnTo>
                  <a:pt x="742643" y="3972"/>
                </a:lnTo>
                <a:lnTo>
                  <a:pt x="750680" y="1181"/>
                </a:lnTo>
                <a:lnTo>
                  <a:pt x="752043" y="759"/>
                </a:lnTo>
                <a:lnTo>
                  <a:pt x="753431" y="428"/>
                </a:lnTo>
                <a:lnTo>
                  <a:pt x="754838" y="191"/>
                </a:lnTo>
                <a:lnTo>
                  <a:pt x="756258" y="48"/>
                </a:lnTo>
                <a:lnTo>
                  <a:pt x="757684" y="0"/>
                </a:lnTo>
                <a:lnTo>
                  <a:pt x="759110" y="48"/>
                </a:lnTo>
                <a:lnTo>
                  <a:pt x="760530" y="191"/>
                </a:lnTo>
                <a:lnTo>
                  <a:pt x="761937" y="428"/>
                </a:lnTo>
                <a:lnTo>
                  <a:pt x="763325" y="759"/>
                </a:lnTo>
                <a:lnTo>
                  <a:pt x="764688" y="1181"/>
                </a:lnTo>
                <a:lnTo>
                  <a:pt x="772725" y="3972"/>
                </a:lnTo>
                <a:lnTo>
                  <a:pt x="774067" y="4489"/>
                </a:lnTo>
                <a:lnTo>
                  <a:pt x="775371" y="5096"/>
                </a:lnTo>
                <a:lnTo>
                  <a:pt x="776632" y="5789"/>
                </a:lnTo>
                <a:lnTo>
                  <a:pt x="777843" y="6565"/>
                </a:lnTo>
                <a:lnTo>
                  <a:pt x="778999" y="7421"/>
                </a:lnTo>
                <a:lnTo>
                  <a:pt x="780094" y="8353"/>
                </a:lnTo>
                <a:lnTo>
                  <a:pt x="781125" y="9356"/>
                </a:lnTo>
                <a:lnTo>
                  <a:pt x="789162" y="17728"/>
                </a:lnTo>
                <a:lnTo>
                  <a:pt x="790017" y="18674"/>
                </a:lnTo>
                <a:lnTo>
                  <a:pt x="790814" y="19669"/>
                </a:lnTo>
                <a:lnTo>
                  <a:pt x="791551" y="20710"/>
                </a:lnTo>
                <a:lnTo>
                  <a:pt x="792224" y="21793"/>
                </a:lnTo>
                <a:lnTo>
                  <a:pt x="800261" y="35634"/>
                </a:lnTo>
                <a:lnTo>
                  <a:pt x="801052" y="37130"/>
                </a:lnTo>
                <a:lnTo>
                  <a:pt x="801722" y="38684"/>
                </a:lnTo>
                <a:lnTo>
                  <a:pt x="817795" y="80430"/>
                </a:lnTo>
                <a:lnTo>
                  <a:pt x="818164" y="81468"/>
                </a:lnTo>
                <a:lnTo>
                  <a:pt x="818480" y="82524"/>
                </a:lnTo>
                <a:lnTo>
                  <a:pt x="842590" y="171598"/>
                </a:lnTo>
                <a:lnTo>
                  <a:pt x="842724" y="172118"/>
                </a:lnTo>
                <a:lnTo>
                  <a:pt x="898787" y="402043"/>
                </a:lnTo>
                <a:lnTo>
                  <a:pt x="922321" y="474064"/>
                </a:lnTo>
                <a:lnTo>
                  <a:pt x="937471" y="508677"/>
                </a:lnTo>
                <a:lnTo>
                  <a:pt x="952049" y="533480"/>
                </a:lnTo>
                <a:lnTo>
                  <a:pt x="965745" y="550124"/>
                </a:lnTo>
                <a:lnTo>
                  <a:pt x="978496" y="560646"/>
                </a:lnTo>
                <a:lnTo>
                  <a:pt x="991169" y="567463"/>
                </a:lnTo>
                <a:lnTo>
                  <a:pt x="1004135" y="571725"/>
                </a:lnTo>
                <a:lnTo>
                  <a:pt x="1018041" y="574525"/>
                </a:lnTo>
                <a:lnTo>
                  <a:pt x="1032667" y="576150"/>
                </a:lnTo>
                <a:lnTo>
                  <a:pt x="1047857" y="577100"/>
                </a:lnTo>
                <a:lnTo>
                  <a:pt x="1071360" y="577752"/>
                </a:lnTo>
                <a:lnTo>
                  <a:pt x="1111255" y="577974"/>
                </a:lnTo>
                <a:lnTo>
                  <a:pt x="1271930" y="578086"/>
                </a:lnTo>
                <a:lnTo>
                  <a:pt x="3171825" y="578086"/>
                </a:lnTo>
                <a:lnTo>
                  <a:pt x="3171825" y="597653"/>
                </a:lnTo>
                <a:lnTo>
                  <a:pt x="957142" y="597653"/>
                </a:lnTo>
                <a:lnTo>
                  <a:pt x="956411" y="597260"/>
                </a:lnTo>
                <a:lnTo>
                  <a:pt x="955203" y="596558"/>
                </a:lnTo>
                <a:lnTo>
                  <a:pt x="954043" y="595779"/>
                </a:lnTo>
                <a:lnTo>
                  <a:pt x="952936" y="594925"/>
                </a:lnTo>
                <a:lnTo>
                  <a:pt x="936974" y="581753"/>
                </a:lnTo>
                <a:lnTo>
                  <a:pt x="935947" y="580849"/>
                </a:lnTo>
                <a:lnTo>
                  <a:pt x="934980" y="579880"/>
                </a:lnTo>
                <a:lnTo>
                  <a:pt x="934076" y="578851"/>
                </a:lnTo>
                <a:lnTo>
                  <a:pt x="918003" y="559318"/>
                </a:lnTo>
                <a:lnTo>
                  <a:pt x="916989" y="557981"/>
                </a:lnTo>
                <a:lnTo>
                  <a:pt x="916082" y="556570"/>
                </a:lnTo>
                <a:lnTo>
                  <a:pt x="900009" y="529223"/>
                </a:lnTo>
                <a:lnTo>
                  <a:pt x="899399" y="528111"/>
                </a:lnTo>
                <a:lnTo>
                  <a:pt x="898856" y="526964"/>
                </a:lnTo>
                <a:lnTo>
                  <a:pt x="882783" y="490241"/>
                </a:lnTo>
                <a:lnTo>
                  <a:pt x="882048" y="488312"/>
                </a:lnTo>
                <a:lnTo>
                  <a:pt x="857937" y="414530"/>
                </a:lnTo>
                <a:lnTo>
                  <a:pt x="857489" y="412956"/>
                </a:lnTo>
                <a:lnTo>
                  <a:pt x="801296" y="182496"/>
                </a:lnTo>
                <a:lnTo>
                  <a:pt x="777544" y="94747"/>
                </a:lnTo>
                <a:lnTo>
                  <a:pt x="762476" y="55612"/>
                </a:lnTo>
                <a:lnTo>
                  <a:pt x="757903" y="47737"/>
                </a:lnTo>
                <a:lnTo>
                  <a:pt x="745380" y="73044"/>
                </a:lnTo>
                <a:lnTo>
                  <a:pt x="730021" y="120830"/>
                </a:lnTo>
                <a:lnTo>
                  <a:pt x="698062" y="250660"/>
                </a:lnTo>
                <a:lnTo>
                  <a:pt x="665926" y="383668"/>
                </a:lnTo>
                <a:lnTo>
                  <a:pt x="665642" y="384724"/>
                </a:lnTo>
                <a:lnTo>
                  <a:pt x="641644" y="465649"/>
                </a:lnTo>
                <a:lnTo>
                  <a:pt x="641074" y="467315"/>
                </a:lnTo>
                <a:lnTo>
                  <a:pt x="624889" y="508950"/>
                </a:lnTo>
                <a:lnTo>
                  <a:pt x="624086" y="510762"/>
                </a:lnTo>
                <a:lnTo>
                  <a:pt x="608124" y="542686"/>
                </a:lnTo>
                <a:lnTo>
                  <a:pt x="607381" y="544046"/>
                </a:lnTo>
                <a:lnTo>
                  <a:pt x="606542" y="545348"/>
                </a:lnTo>
                <a:lnTo>
                  <a:pt x="590357" y="568565"/>
                </a:lnTo>
                <a:lnTo>
                  <a:pt x="589639" y="569536"/>
                </a:lnTo>
                <a:lnTo>
                  <a:pt x="588867" y="570464"/>
                </a:lnTo>
                <a:lnTo>
                  <a:pt x="588043" y="571348"/>
                </a:lnTo>
                <a:lnTo>
                  <a:pt x="572081" y="587533"/>
                </a:lnTo>
                <a:lnTo>
                  <a:pt x="571026" y="588533"/>
                </a:lnTo>
                <a:lnTo>
                  <a:pt x="569904" y="589459"/>
                </a:lnTo>
                <a:lnTo>
                  <a:pt x="568723" y="590306"/>
                </a:lnTo>
                <a:close/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80E67-1517-45B2-988F-9A137668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707" y="1403077"/>
            <a:ext cx="3171825" cy="930473"/>
          </a:xfrm>
          <a:custGeom xmlns:a="http://schemas.openxmlformats.org/drawingml/2006/main">
            <a:pathLst>
              <a:path w="3171825" h="930473" fill="none">
                <a:moveTo>
                  <a:pt x="0" y="930473"/>
                </a:moveTo>
                <a:lnTo>
                  <a:pt x="3171825" y="930473"/>
                </a:lnTo>
                <a:lnTo>
                  <a:pt x="3171825" y="0"/>
                </a:lnTo>
                <a:lnTo>
                  <a:pt x="0" y="0"/>
                </a:lnTo>
                <a:lnTo>
                  <a:pt x="0" y="930473"/>
                </a:lnTo>
                <a:close/>
                <a:moveTo>
                  <a:pt x="0" y="930473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3695C8-83FF-43FB-9FDC-D334EFC0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865" y="1847217"/>
            <a:ext cx="154372" cy="174464"/>
          </a:xfrm>
          <a:custGeom xmlns:a="http://schemas.openxmlformats.org/drawingml/2006/main">
            <a:pathLst>
              <a:path w="154372" h="174464">
                <a:moveTo>
                  <a:pt x="85613" y="19980"/>
                </a:moveTo>
                <a:cubicBezTo>
                  <a:pt x="87846" y="10716"/>
                  <a:pt x="88627" y="7925"/>
                  <a:pt x="112626" y="7925"/>
                </a:cubicBezTo>
                <a:cubicBezTo>
                  <a:pt x="120328" y="7925"/>
                  <a:pt x="122337" y="7925"/>
                  <a:pt x="122337" y="3125"/>
                </a:cubicBezTo>
                <a:cubicBezTo>
                  <a:pt x="122337" y="0"/>
                  <a:pt x="119546" y="0"/>
                  <a:pt x="118318" y="0"/>
                </a:cubicBezTo>
                <a:cubicBezTo>
                  <a:pt x="109835" y="0"/>
                  <a:pt x="88962" y="781"/>
                  <a:pt x="80479" y="781"/>
                </a:cubicBezTo>
                <a:cubicBezTo>
                  <a:pt x="72889" y="781"/>
                  <a:pt x="54136" y="0"/>
                  <a:pt x="46546" y="0"/>
                </a:cubicBezTo>
                <a:cubicBezTo>
                  <a:pt x="44760" y="0"/>
                  <a:pt x="41635" y="0"/>
                  <a:pt x="41635" y="5135"/>
                </a:cubicBezTo>
                <a:cubicBezTo>
                  <a:pt x="41635" y="7925"/>
                  <a:pt x="43979" y="7925"/>
                  <a:pt x="48778" y="7925"/>
                </a:cubicBezTo>
                <a:cubicBezTo>
                  <a:pt x="49337" y="7925"/>
                  <a:pt x="54136" y="7925"/>
                  <a:pt x="58489" y="8372"/>
                </a:cubicBezTo>
                <a:cubicBezTo>
                  <a:pt x="63066" y="8930"/>
                  <a:pt x="65410" y="9153"/>
                  <a:pt x="65410" y="12502"/>
                </a:cubicBezTo>
                <a:cubicBezTo>
                  <a:pt x="65410" y="13506"/>
                  <a:pt x="65187" y="14288"/>
                  <a:pt x="64405" y="17301"/>
                </a:cubicBezTo>
                <a:lnTo>
                  <a:pt x="30138" y="154595"/>
                </a:lnTo>
                <a:cubicBezTo>
                  <a:pt x="27570" y="164530"/>
                  <a:pt x="27124" y="166539"/>
                  <a:pt x="6920" y="166539"/>
                </a:cubicBezTo>
                <a:cubicBezTo>
                  <a:pt x="2567" y="166539"/>
                  <a:pt x="0" y="166539"/>
                  <a:pt x="0" y="171673"/>
                </a:cubicBezTo>
                <a:cubicBezTo>
                  <a:pt x="0" y="174464"/>
                  <a:pt x="2344" y="174464"/>
                  <a:pt x="6920" y="174464"/>
                </a:cubicBezTo>
                <a:lnTo>
                  <a:pt x="125239" y="174464"/>
                </a:lnTo>
                <a:cubicBezTo>
                  <a:pt x="131378" y="174464"/>
                  <a:pt x="131601" y="174464"/>
                  <a:pt x="133164" y="170111"/>
                </a:cubicBezTo>
                <a:lnTo>
                  <a:pt x="153367" y="114970"/>
                </a:lnTo>
                <a:cubicBezTo>
                  <a:pt x="154372" y="112179"/>
                  <a:pt x="154372" y="111621"/>
                  <a:pt x="154372" y="111398"/>
                </a:cubicBezTo>
                <a:cubicBezTo>
                  <a:pt x="154372" y="110393"/>
                  <a:pt x="153591" y="108496"/>
                  <a:pt x="151247" y="108496"/>
                </a:cubicBezTo>
                <a:cubicBezTo>
                  <a:pt x="148903" y="108496"/>
                  <a:pt x="148679" y="109835"/>
                  <a:pt x="146893" y="113965"/>
                </a:cubicBezTo>
                <a:cubicBezTo>
                  <a:pt x="138299" y="137406"/>
                  <a:pt x="127025" y="166539"/>
                  <a:pt x="82823" y="166539"/>
                </a:cubicBezTo>
                <a:lnTo>
                  <a:pt x="58824" y="166539"/>
                </a:lnTo>
                <a:cubicBezTo>
                  <a:pt x="55141" y="166539"/>
                  <a:pt x="54694" y="166539"/>
                  <a:pt x="53132" y="166315"/>
                </a:cubicBezTo>
                <a:cubicBezTo>
                  <a:pt x="50564" y="165981"/>
                  <a:pt x="49895" y="165757"/>
                  <a:pt x="49895" y="163748"/>
                </a:cubicBezTo>
                <a:cubicBezTo>
                  <a:pt x="49895" y="162967"/>
                  <a:pt x="49895" y="162409"/>
                  <a:pt x="51122" y="157832"/>
                </a:cubicBezTo>
                <a:lnTo>
                  <a:pt x="85613" y="19980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552CB9-E7F1-404A-8B83-08D39F20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7873" y="1837618"/>
            <a:ext cx="70545" cy="80702"/>
          </a:xfrm>
          <a:custGeom xmlns:a="http://schemas.openxmlformats.org/drawingml/2006/main">
            <a:pathLst>
              <a:path w="70545" h="80702">
                <a:moveTo>
                  <a:pt x="57150" y="59717"/>
                </a:moveTo>
                <a:cubicBezTo>
                  <a:pt x="47327" y="70321"/>
                  <a:pt x="40295" y="74340"/>
                  <a:pt x="31477" y="74340"/>
                </a:cubicBezTo>
                <a:cubicBezTo>
                  <a:pt x="21431" y="74340"/>
                  <a:pt x="15292" y="66638"/>
                  <a:pt x="15292" y="53913"/>
                </a:cubicBezTo>
                <a:cubicBezTo>
                  <a:pt x="15292" y="38732"/>
                  <a:pt x="21543" y="22771"/>
                  <a:pt x="31477" y="12278"/>
                </a:cubicBezTo>
                <a:cubicBezTo>
                  <a:pt x="36723" y="6920"/>
                  <a:pt x="43867" y="3683"/>
                  <a:pt x="50788" y="3683"/>
                </a:cubicBezTo>
                <a:cubicBezTo>
                  <a:pt x="55029" y="3683"/>
                  <a:pt x="57708" y="5135"/>
                  <a:pt x="57708" y="7255"/>
                </a:cubicBezTo>
                <a:cubicBezTo>
                  <a:pt x="57708" y="8148"/>
                  <a:pt x="57262" y="9041"/>
                  <a:pt x="56592" y="10604"/>
                </a:cubicBezTo>
                <a:cubicBezTo>
                  <a:pt x="55364" y="12948"/>
                  <a:pt x="55029" y="14176"/>
                  <a:pt x="55029" y="15850"/>
                </a:cubicBezTo>
                <a:cubicBezTo>
                  <a:pt x="55029" y="20092"/>
                  <a:pt x="57708" y="22659"/>
                  <a:pt x="61950" y="22659"/>
                </a:cubicBezTo>
                <a:cubicBezTo>
                  <a:pt x="66749" y="22659"/>
                  <a:pt x="70545" y="18976"/>
                  <a:pt x="70545" y="14399"/>
                </a:cubicBezTo>
                <a:cubicBezTo>
                  <a:pt x="70545" y="6139"/>
                  <a:pt x="62396" y="0"/>
                  <a:pt x="51792" y="0"/>
                </a:cubicBezTo>
                <a:cubicBezTo>
                  <a:pt x="25003" y="0"/>
                  <a:pt x="0" y="26008"/>
                  <a:pt x="0" y="53913"/>
                </a:cubicBezTo>
                <a:cubicBezTo>
                  <a:pt x="0" y="70879"/>
                  <a:pt x="9599" y="80702"/>
                  <a:pt x="26231" y="80702"/>
                </a:cubicBezTo>
                <a:cubicBezTo>
                  <a:pt x="39402" y="80702"/>
                  <a:pt x="49225" y="75121"/>
                  <a:pt x="59941" y="61503"/>
                </a:cubicBezTo>
                <a:lnTo>
                  <a:pt x="57150" y="59717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9DBD49-4DE9-4672-B217-88272AC8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2325" y="1837618"/>
            <a:ext cx="82042" cy="80702"/>
          </a:xfrm>
          <a:custGeom xmlns:a="http://schemas.openxmlformats.org/drawingml/2006/main">
            <a:pathLst>
              <a:path w="82042" h="80702">
                <a:moveTo>
                  <a:pt x="79921" y="59048"/>
                </a:moveTo>
                <a:cubicBezTo>
                  <a:pt x="77242" y="61726"/>
                  <a:pt x="76126" y="62619"/>
                  <a:pt x="74898" y="64070"/>
                </a:cubicBezTo>
                <a:cubicBezTo>
                  <a:pt x="69540" y="69652"/>
                  <a:pt x="67196" y="71326"/>
                  <a:pt x="65633" y="71326"/>
                </a:cubicBezTo>
                <a:cubicBezTo>
                  <a:pt x="64182" y="71326"/>
                  <a:pt x="63066" y="70321"/>
                  <a:pt x="63066" y="69093"/>
                </a:cubicBezTo>
                <a:cubicBezTo>
                  <a:pt x="63066" y="65522"/>
                  <a:pt x="70656" y="34937"/>
                  <a:pt x="79028" y="4242"/>
                </a:cubicBezTo>
                <a:cubicBezTo>
                  <a:pt x="79586" y="2456"/>
                  <a:pt x="79697" y="2121"/>
                  <a:pt x="80144" y="446"/>
                </a:cubicBezTo>
                <a:lnTo>
                  <a:pt x="78805" y="0"/>
                </a:lnTo>
                <a:lnTo>
                  <a:pt x="67977" y="1228"/>
                </a:lnTo>
                <a:lnTo>
                  <a:pt x="67419" y="1674"/>
                </a:lnTo>
                <a:lnTo>
                  <a:pt x="65410" y="10269"/>
                </a:lnTo>
                <a:cubicBezTo>
                  <a:pt x="63959" y="3683"/>
                  <a:pt x="58824" y="0"/>
                  <a:pt x="51122" y="0"/>
                </a:cubicBezTo>
                <a:cubicBezTo>
                  <a:pt x="27570" y="0"/>
                  <a:pt x="0" y="32593"/>
                  <a:pt x="0" y="60833"/>
                </a:cubicBezTo>
                <a:cubicBezTo>
                  <a:pt x="0" y="73335"/>
                  <a:pt x="6809" y="80702"/>
                  <a:pt x="18306" y="80702"/>
                </a:cubicBezTo>
                <a:cubicBezTo>
                  <a:pt x="30807" y="80702"/>
                  <a:pt x="38398" y="74786"/>
                  <a:pt x="54136" y="52685"/>
                </a:cubicBezTo>
                <a:cubicBezTo>
                  <a:pt x="50564" y="66638"/>
                  <a:pt x="50118" y="68870"/>
                  <a:pt x="50118" y="73223"/>
                </a:cubicBezTo>
                <a:cubicBezTo>
                  <a:pt x="50118" y="78358"/>
                  <a:pt x="52239" y="80479"/>
                  <a:pt x="57262" y="80479"/>
                </a:cubicBezTo>
                <a:cubicBezTo>
                  <a:pt x="64294" y="80479"/>
                  <a:pt x="68870" y="77130"/>
                  <a:pt x="82042" y="60833"/>
                </a:cubicBezTo>
                <a:lnTo>
                  <a:pt x="79921" y="59048"/>
                </a:lnTo>
                <a:close/>
                <a:moveTo>
                  <a:pt x="52239" y="3795"/>
                </a:moveTo>
                <a:cubicBezTo>
                  <a:pt x="58266" y="4242"/>
                  <a:pt x="62173" y="8483"/>
                  <a:pt x="62173" y="14734"/>
                </a:cubicBezTo>
                <a:cubicBezTo>
                  <a:pt x="62173" y="29803"/>
                  <a:pt x="53243" y="50788"/>
                  <a:pt x="40965" y="64070"/>
                </a:cubicBezTo>
                <a:cubicBezTo>
                  <a:pt x="36723" y="68870"/>
                  <a:pt x="30584" y="71884"/>
                  <a:pt x="25450" y="71884"/>
                </a:cubicBezTo>
                <a:cubicBezTo>
                  <a:pt x="19199" y="71884"/>
                  <a:pt x="15069" y="66749"/>
                  <a:pt x="15069" y="58489"/>
                </a:cubicBezTo>
                <a:cubicBezTo>
                  <a:pt x="15069" y="48890"/>
                  <a:pt x="21766" y="30473"/>
                  <a:pt x="29468" y="19422"/>
                </a:cubicBezTo>
                <a:cubicBezTo>
                  <a:pt x="36723" y="9041"/>
                  <a:pt x="45095" y="3349"/>
                  <a:pt x="52239" y="3795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6FA442-09FB-496F-A998-1338730E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863" y="1837618"/>
            <a:ext cx="70545" cy="80702"/>
          </a:xfrm>
          <a:custGeom xmlns:a="http://schemas.openxmlformats.org/drawingml/2006/main">
            <a:pathLst>
              <a:path w="70545" h="80702">
                <a:moveTo>
                  <a:pt x="57150" y="59717"/>
                </a:moveTo>
                <a:cubicBezTo>
                  <a:pt x="47216" y="70321"/>
                  <a:pt x="40295" y="74340"/>
                  <a:pt x="31477" y="74340"/>
                </a:cubicBezTo>
                <a:cubicBezTo>
                  <a:pt x="21431" y="74340"/>
                  <a:pt x="15292" y="66638"/>
                  <a:pt x="15292" y="53913"/>
                </a:cubicBezTo>
                <a:cubicBezTo>
                  <a:pt x="15292" y="38732"/>
                  <a:pt x="21543" y="22771"/>
                  <a:pt x="31477" y="12278"/>
                </a:cubicBezTo>
                <a:cubicBezTo>
                  <a:pt x="36723" y="6920"/>
                  <a:pt x="43867" y="3683"/>
                  <a:pt x="50788" y="3683"/>
                </a:cubicBezTo>
                <a:cubicBezTo>
                  <a:pt x="55029" y="3683"/>
                  <a:pt x="57597" y="5135"/>
                  <a:pt x="57597" y="7255"/>
                </a:cubicBezTo>
                <a:cubicBezTo>
                  <a:pt x="57597" y="8148"/>
                  <a:pt x="57262" y="9041"/>
                  <a:pt x="56592" y="10604"/>
                </a:cubicBezTo>
                <a:cubicBezTo>
                  <a:pt x="55364" y="12948"/>
                  <a:pt x="55029" y="14176"/>
                  <a:pt x="55029" y="15850"/>
                </a:cubicBezTo>
                <a:cubicBezTo>
                  <a:pt x="55029" y="20092"/>
                  <a:pt x="57597" y="22659"/>
                  <a:pt x="61950" y="22659"/>
                </a:cubicBezTo>
                <a:cubicBezTo>
                  <a:pt x="66749" y="22659"/>
                  <a:pt x="70545" y="18976"/>
                  <a:pt x="70545" y="14399"/>
                </a:cubicBezTo>
                <a:cubicBezTo>
                  <a:pt x="70545" y="6139"/>
                  <a:pt x="62396" y="0"/>
                  <a:pt x="51681" y="0"/>
                </a:cubicBezTo>
                <a:cubicBezTo>
                  <a:pt x="24892" y="0"/>
                  <a:pt x="0" y="26008"/>
                  <a:pt x="0" y="53913"/>
                </a:cubicBezTo>
                <a:cubicBezTo>
                  <a:pt x="0" y="70879"/>
                  <a:pt x="9488" y="80702"/>
                  <a:pt x="26231" y="80702"/>
                </a:cubicBezTo>
                <a:cubicBezTo>
                  <a:pt x="39402" y="80702"/>
                  <a:pt x="49225" y="75121"/>
                  <a:pt x="59941" y="61503"/>
                </a:cubicBezTo>
                <a:lnTo>
                  <a:pt x="57150" y="59717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F3EDE-9A0B-4D83-B4E4-FB7F385F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0649" y="1794309"/>
            <a:ext cx="82042" cy="123676"/>
          </a:xfrm>
          <a:custGeom xmlns:a="http://schemas.openxmlformats.org/drawingml/2006/main">
            <a:pathLst>
              <a:path w="82042" h="123676">
                <a:moveTo>
                  <a:pt x="79809" y="101129"/>
                </a:moveTo>
                <a:cubicBezTo>
                  <a:pt x="70098" y="113295"/>
                  <a:pt x="67977" y="115193"/>
                  <a:pt x="65075" y="115193"/>
                </a:cubicBezTo>
                <a:cubicBezTo>
                  <a:pt x="63512" y="115193"/>
                  <a:pt x="62173" y="113630"/>
                  <a:pt x="62173" y="112068"/>
                </a:cubicBezTo>
                <a:cubicBezTo>
                  <a:pt x="62173" y="110282"/>
                  <a:pt x="65075" y="99008"/>
                  <a:pt x="68089" y="89743"/>
                </a:cubicBezTo>
                <a:cubicBezTo>
                  <a:pt x="73335" y="72665"/>
                  <a:pt x="76684" y="59494"/>
                  <a:pt x="76684" y="55252"/>
                </a:cubicBezTo>
                <a:cubicBezTo>
                  <a:pt x="76684" y="48109"/>
                  <a:pt x="71884" y="43309"/>
                  <a:pt x="64852" y="43309"/>
                </a:cubicBezTo>
                <a:cubicBezTo>
                  <a:pt x="53243" y="43309"/>
                  <a:pt x="40630" y="55029"/>
                  <a:pt x="23999" y="80925"/>
                </a:cubicBezTo>
                <a:lnTo>
                  <a:pt x="45430" y="893"/>
                </a:lnTo>
                <a:lnTo>
                  <a:pt x="44537" y="0"/>
                </a:lnTo>
                <a:cubicBezTo>
                  <a:pt x="34156" y="2344"/>
                  <a:pt x="27236" y="3572"/>
                  <a:pt x="16520" y="4800"/>
                </a:cubicBezTo>
                <a:lnTo>
                  <a:pt x="16520" y="7479"/>
                </a:lnTo>
                <a:lnTo>
                  <a:pt x="21096" y="7479"/>
                </a:lnTo>
                <a:cubicBezTo>
                  <a:pt x="21320" y="7479"/>
                  <a:pt x="21431" y="7479"/>
                  <a:pt x="21654" y="7255"/>
                </a:cubicBezTo>
                <a:cubicBezTo>
                  <a:pt x="24222" y="6251"/>
                  <a:pt x="28463" y="9265"/>
                  <a:pt x="28463" y="11832"/>
                </a:cubicBezTo>
                <a:cubicBezTo>
                  <a:pt x="28463" y="14288"/>
                  <a:pt x="27570" y="18752"/>
                  <a:pt x="26008" y="23999"/>
                </a:cubicBezTo>
                <a:cubicBezTo>
                  <a:pt x="25784" y="24110"/>
                  <a:pt x="25226" y="26566"/>
                  <a:pt x="24222" y="30473"/>
                </a:cubicBezTo>
                <a:lnTo>
                  <a:pt x="0" y="122002"/>
                </a:lnTo>
                <a:lnTo>
                  <a:pt x="13395" y="122002"/>
                </a:lnTo>
                <a:cubicBezTo>
                  <a:pt x="20538" y="94543"/>
                  <a:pt x="22882" y="88404"/>
                  <a:pt x="30026" y="77577"/>
                </a:cubicBezTo>
                <a:cubicBezTo>
                  <a:pt x="39402" y="63401"/>
                  <a:pt x="51457" y="52350"/>
                  <a:pt x="57820" y="52350"/>
                </a:cubicBezTo>
                <a:cubicBezTo>
                  <a:pt x="60387" y="52350"/>
                  <a:pt x="62731" y="54471"/>
                  <a:pt x="62731" y="56815"/>
                </a:cubicBezTo>
                <a:cubicBezTo>
                  <a:pt x="62731" y="57485"/>
                  <a:pt x="62173" y="59829"/>
                  <a:pt x="61503" y="62731"/>
                </a:cubicBezTo>
                <a:lnTo>
                  <a:pt x="51681" y="99678"/>
                </a:lnTo>
                <a:cubicBezTo>
                  <a:pt x="49337" y="108496"/>
                  <a:pt x="48109" y="113965"/>
                  <a:pt x="48109" y="116086"/>
                </a:cubicBezTo>
                <a:cubicBezTo>
                  <a:pt x="48109" y="120774"/>
                  <a:pt x="51122" y="123676"/>
                  <a:pt x="56034" y="123676"/>
                </a:cubicBezTo>
                <a:cubicBezTo>
                  <a:pt x="65075" y="123676"/>
                  <a:pt x="71326" y="118876"/>
                  <a:pt x="82042" y="103250"/>
                </a:cubicBezTo>
                <a:lnTo>
                  <a:pt x="79809" y="101129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2BCA74-98B2-4558-8997-0ADE5F5E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1062" y="1837618"/>
            <a:ext cx="68089" cy="80702"/>
          </a:xfrm>
          <a:custGeom xmlns:a="http://schemas.openxmlformats.org/drawingml/2006/main">
            <a:pathLst>
              <a:path w="68089" h="80702">
                <a:moveTo>
                  <a:pt x="58489" y="59271"/>
                </a:moveTo>
                <a:cubicBezTo>
                  <a:pt x="45653" y="69763"/>
                  <a:pt x="40072" y="72665"/>
                  <a:pt x="32370" y="72665"/>
                </a:cubicBezTo>
                <a:cubicBezTo>
                  <a:pt x="22213" y="72665"/>
                  <a:pt x="15515" y="66191"/>
                  <a:pt x="15515" y="56592"/>
                </a:cubicBezTo>
                <a:cubicBezTo>
                  <a:pt x="15515" y="53913"/>
                  <a:pt x="15962" y="51234"/>
                  <a:pt x="17413" y="45541"/>
                </a:cubicBezTo>
                <a:lnTo>
                  <a:pt x="22436" y="44760"/>
                </a:lnTo>
                <a:cubicBezTo>
                  <a:pt x="49113" y="40965"/>
                  <a:pt x="68089" y="27459"/>
                  <a:pt x="68089" y="12055"/>
                </a:cubicBezTo>
                <a:cubicBezTo>
                  <a:pt x="68089" y="4576"/>
                  <a:pt x="62731" y="0"/>
                  <a:pt x="53801" y="0"/>
                </a:cubicBezTo>
                <a:cubicBezTo>
                  <a:pt x="28129" y="0"/>
                  <a:pt x="0" y="29356"/>
                  <a:pt x="0" y="56257"/>
                </a:cubicBezTo>
                <a:cubicBezTo>
                  <a:pt x="0" y="70656"/>
                  <a:pt x="9711" y="80702"/>
                  <a:pt x="23664" y="80702"/>
                </a:cubicBezTo>
                <a:cubicBezTo>
                  <a:pt x="36277" y="80702"/>
                  <a:pt x="50006" y="73335"/>
                  <a:pt x="60610" y="61392"/>
                </a:cubicBezTo>
                <a:lnTo>
                  <a:pt x="58489" y="59271"/>
                </a:lnTo>
                <a:close/>
                <a:moveTo>
                  <a:pt x="21655" y="33710"/>
                </a:moveTo>
                <a:cubicBezTo>
                  <a:pt x="27682" y="17748"/>
                  <a:pt x="40965" y="4018"/>
                  <a:pt x="50006" y="4018"/>
                </a:cubicBezTo>
                <a:cubicBezTo>
                  <a:pt x="53801" y="4018"/>
                  <a:pt x="56369" y="6920"/>
                  <a:pt x="56369" y="11050"/>
                </a:cubicBezTo>
                <a:cubicBezTo>
                  <a:pt x="56369" y="16520"/>
                  <a:pt x="52908" y="22994"/>
                  <a:pt x="47439" y="28352"/>
                </a:cubicBezTo>
                <a:cubicBezTo>
                  <a:pt x="40742" y="34603"/>
                  <a:pt x="34044" y="37840"/>
                  <a:pt x="18641" y="41523"/>
                </a:cubicBezTo>
                <a:lnTo>
                  <a:pt x="21655" y="33710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6E9FA7-D4A9-422F-9066-533389DC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306" y="1962299"/>
            <a:ext cx="42304" cy="122002"/>
          </a:xfrm>
          <a:custGeom xmlns:a="http://schemas.openxmlformats.org/drawingml/2006/main">
            <a:pathLst>
              <a:path w="42304" h="122002">
                <a:moveTo>
                  <a:pt x="28352" y="39849"/>
                </a:moveTo>
                <a:lnTo>
                  <a:pt x="670" y="49671"/>
                </a:lnTo>
                <a:lnTo>
                  <a:pt x="670" y="52350"/>
                </a:lnTo>
                <a:lnTo>
                  <a:pt x="2121" y="52127"/>
                </a:lnTo>
                <a:cubicBezTo>
                  <a:pt x="4242" y="51792"/>
                  <a:pt x="6586" y="51569"/>
                  <a:pt x="8260" y="51569"/>
                </a:cubicBezTo>
                <a:cubicBezTo>
                  <a:pt x="12502" y="51569"/>
                  <a:pt x="14176" y="54471"/>
                  <a:pt x="14176" y="62285"/>
                </a:cubicBezTo>
                <a:lnTo>
                  <a:pt x="14176" y="103808"/>
                </a:lnTo>
                <a:cubicBezTo>
                  <a:pt x="14176" y="116644"/>
                  <a:pt x="12278" y="118653"/>
                  <a:pt x="0" y="119323"/>
                </a:cubicBezTo>
                <a:lnTo>
                  <a:pt x="0" y="122002"/>
                </a:lnTo>
                <a:lnTo>
                  <a:pt x="42304" y="122002"/>
                </a:lnTo>
                <a:lnTo>
                  <a:pt x="42304" y="119323"/>
                </a:lnTo>
                <a:cubicBezTo>
                  <a:pt x="30584" y="118430"/>
                  <a:pt x="29133" y="116644"/>
                  <a:pt x="29133" y="103808"/>
                </a:cubicBezTo>
                <a:lnTo>
                  <a:pt x="29133" y="40295"/>
                </a:lnTo>
                <a:lnTo>
                  <a:pt x="28352" y="39849"/>
                </a:lnTo>
                <a:close/>
                <a:moveTo>
                  <a:pt x="19980" y="0"/>
                </a:moveTo>
                <a:cubicBezTo>
                  <a:pt x="15180" y="0"/>
                  <a:pt x="11050" y="4130"/>
                  <a:pt x="11050" y="9041"/>
                </a:cubicBezTo>
                <a:cubicBezTo>
                  <a:pt x="11050" y="14064"/>
                  <a:pt x="15069" y="18194"/>
                  <a:pt x="19980" y="18194"/>
                </a:cubicBezTo>
                <a:cubicBezTo>
                  <a:pt x="25226" y="18194"/>
                  <a:pt x="29356" y="14288"/>
                  <a:pt x="29356" y="9041"/>
                </a:cubicBezTo>
                <a:cubicBezTo>
                  <a:pt x="29356" y="4130"/>
                  <a:pt x="25226" y="0"/>
                  <a:pt x="19980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4AC73-990F-4F92-A41C-80D36C4B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94" y="1743145"/>
            <a:ext cx="131266" cy="178147"/>
          </a:xfrm>
          <a:custGeom xmlns:a="http://schemas.openxmlformats.org/drawingml/2006/main">
            <a:pathLst>
              <a:path w="131266" h="178147">
                <a:moveTo>
                  <a:pt x="37951" y="165646"/>
                </a:moveTo>
                <a:cubicBezTo>
                  <a:pt x="22324" y="165646"/>
                  <a:pt x="22324" y="150912"/>
                  <a:pt x="22324" y="146447"/>
                </a:cubicBezTo>
                <a:cubicBezTo>
                  <a:pt x="22324" y="123230"/>
                  <a:pt x="46434" y="67866"/>
                  <a:pt x="75009" y="67866"/>
                </a:cubicBezTo>
                <a:cubicBezTo>
                  <a:pt x="87064" y="67866"/>
                  <a:pt x="87064" y="79028"/>
                  <a:pt x="87064" y="85279"/>
                </a:cubicBezTo>
                <a:cubicBezTo>
                  <a:pt x="87064" y="116979"/>
                  <a:pt x="62061" y="165646"/>
                  <a:pt x="37951" y="165646"/>
                </a:cubicBezTo>
                <a:close/>
                <a:moveTo>
                  <a:pt x="114746" y="146447"/>
                </a:moveTo>
                <a:cubicBezTo>
                  <a:pt x="104031" y="158948"/>
                  <a:pt x="98673" y="164753"/>
                  <a:pt x="93762" y="164753"/>
                </a:cubicBezTo>
                <a:cubicBezTo>
                  <a:pt x="91083" y="164753"/>
                  <a:pt x="88850" y="162967"/>
                  <a:pt x="88850" y="158948"/>
                </a:cubicBezTo>
                <a:cubicBezTo>
                  <a:pt x="88850" y="154930"/>
                  <a:pt x="120104" y="45988"/>
                  <a:pt x="131266" y="1339"/>
                </a:cubicBezTo>
                <a:lnTo>
                  <a:pt x="129927" y="0"/>
                </a:lnTo>
                <a:cubicBezTo>
                  <a:pt x="116532" y="2679"/>
                  <a:pt x="103584" y="4465"/>
                  <a:pt x="90636" y="5804"/>
                </a:cubicBezTo>
                <a:lnTo>
                  <a:pt x="90636" y="10269"/>
                </a:lnTo>
                <a:cubicBezTo>
                  <a:pt x="104477" y="10269"/>
                  <a:pt x="106263" y="11609"/>
                  <a:pt x="106263" y="17859"/>
                </a:cubicBezTo>
                <a:cubicBezTo>
                  <a:pt x="106263" y="21431"/>
                  <a:pt x="104477" y="27682"/>
                  <a:pt x="102691" y="34826"/>
                </a:cubicBezTo>
                <a:lnTo>
                  <a:pt x="91529" y="75456"/>
                </a:lnTo>
                <a:lnTo>
                  <a:pt x="91083" y="75902"/>
                </a:lnTo>
                <a:cubicBezTo>
                  <a:pt x="90190" y="70545"/>
                  <a:pt x="88404" y="62061"/>
                  <a:pt x="73670" y="62061"/>
                </a:cubicBezTo>
                <a:cubicBezTo>
                  <a:pt x="43309" y="62061"/>
                  <a:pt x="0" y="108942"/>
                  <a:pt x="0" y="147786"/>
                </a:cubicBezTo>
                <a:cubicBezTo>
                  <a:pt x="0" y="160734"/>
                  <a:pt x="5358" y="177701"/>
                  <a:pt x="26343" y="177701"/>
                </a:cubicBezTo>
                <a:cubicBezTo>
                  <a:pt x="39291" y="177701"/>
                  <a:pt x="53578" y="173682"/>
                  <a:pt x="71884" y="145107"/>
                </a:cubicBezTo>
                <a:lnTo>
                  <a:pt x="72777" y="146000"/>
                </a:lnTo>
                <a:cubicBezTo>
                  <a:pt x="70545" y="154930"/>
                  <a:pt x="69652" y="160734"/>
                  <a:pt x="69652" y="166539"/>
                </a:cubicBezTo>
                <a:cubicBezTo>
                  <a:pt x="69652" y="171896"/>
                  <a:pt x="71438" y="178147"/>
                  <a:pt x="81707" y="178147"/>
                </a:cubicBezTo>
                <a:cubicBezTo>
                  <a:pt x="90190" y="178147"/>
                  <a:pt x="106710" y="166092"/>
                  <a:pt x="117872" y="149126"/>
                </a:cubicBezTo>
                <a:lnTo>
                  <a:pt x="114746" y="146447"/>
                </a:lnTo>
                <a:close/>
                <a:moveTo>
                  <a:pt x="114746" y="146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0B10EB-946A-4A56-A669-AA9A2AE9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8100" y="1750735"/>
            <a:ext cx="55364" cy="170111"/>
          </a:xfrm>
          <a:custGeom xmlns:a="http://schemas.openxmlformats.org/drawingml/2006/main">
            <a:pathLst>
              <a:path w="55364" h="170111">
                <a:moveTo>
                  <a:pt x="44202" y="138410"/>
                </a:moveTo>
                <a:cubicBezTo>
                  <a:pt x="33933" y="153144"/>
                  <a:pt x="26343" y="158055"/>
                  <a:pt x="23217" y="158055"/>
                </a:cubicBezTo>
                <a:cubicBezTo>
                  <a:pt x="20985" y="158055"/>
                  <a:pt x="19199" y="156270"/>
                  <a:pt x="19199" y="154484"/>
                </a:cubicBezTo>
                <a:cubicBezTo>
                  <a:pt x="19199" y="151358"/>
                  <a:pt x="22324" y="141089"/>
                  <a:pt x="23217" y="137517"/>
                </a:cubicBezTo>
                <a:lnTo>
                  <a:pt x="45988" y="54918"/>
                </a:lnTo>
                <a:lnTo>
                  <a:pt x="45095" y="54471"/>
                </a:lnTo>
                <a:cubicBezTo>
                  <a:pt x="35272" y="56257"/>
                  <a:pt x="13841" y="60275"/>
                  <a:pt x="4018" y="60722"/>
                </a:cubicBezTo>
                <a:lnTo>
                  <a:pt x="4018" y="64740"/>
                </a:lnTo>
                <a:cubicBezTo>
                  <a:pt x="18306" y="64740"/>
                  <a:pt x="20092" y="66080"/>
                  <a:pt x="20092" y="71438"/>
                </a:cubicBezTo>
                <a:cubicBezTo>
                  <a:pt x="20092" y="78581"/>
                  <a:pt x="0" y="142429"/>
                  <a:pt x="0" y="154484"/>
                </a:cubicBezTo>
                <a:cubicBezTo>
                  <a:pt x="0" y="158948"/>
                  <a:pt x="0" y="170111"/>
                  <a:pt x="12055" y="170111"/>
                </a:cubicBezTo>
                <a:cubicBezTo>
                  <a:pt x="26343" y="170111"/>
                  <a:pt x="37951" y="156270"/>
                  <a:pt x="47774" y="141089"/>
                </a:cubicBezTo>
                <a:lnTo>
                  <a:pt x="44202" y="138410"/>
                </a:lnTo>
                <a:close/>
                <a:moveTo>
                  <a:pt x="55364" y="13841"/>
                </a:moveTo>
                <a:cubicBezTo>
                  <a:pt x="55364" y="8483"/>
                  <a:pt x="50899" y="0"/>
                  <a:pt x="42416" y="0"/>
                </a:cubicBezTo>
                <a:cubicBezTo>
                  <a:pt x="36165" y="0"/>
                  <a:pt x="30361" y="4911"/>
                  <a:pt x="30361" y="13841"/>
                </a:cubicBezTo>
                <a:cubicBezTo>
                  <a:pt x="30361" y="22771"/>
                  <a:pt x="36165" y="26789"/>
                  <a:pt x="42416" y="26789"/>
                </a:cubicBezTo>
                <a:cubicBezTo>
                  <a:pt x="50899" y="26789"/>
                  <a:pt x="55364" y="19199"/>
                  <a:pt x="55364" y="13841"/>
                </a:cubicBezTo>
                <a:close/>
                <a:moveTo>
                  <a:pt x="55364" y="13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ACE6E4-1D96-462A-8ADD-1F35C5C7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8443" y="1805206"/>
            <a:ext cx="93762" cy="112961"/>
          </a:xfrm>
          <a:custGeom xmlns:a="http://schemas.openxmlformats.org/drawingml/2006/main">
            <a:pathLst>
              <a:path w="93762" h="112961">
                <a:moveTo>
                  <a:pt x="19199" y="112961"/>
                </a:moveTo>
                <a:cubicBezTo>
                  <a:pt x="29914" y="79028"/>
                  <a:pt x="33486" y="67419"/>
                  <a:pt x="43309" y="48667"/>
                </a:cubicBezTo>
                <a:cubicBezTo>
                  <a:pt x="45095" y="45095"/>
                  <a:pt x="60722" y="16520"/>
                  <a:pt x="68759" y="16520"/>
                </a:cubicBezTo>
                <a:cubicBezTo>
                  <a:pt x="74563" y="16520"/>
                  <a:pt x="70991" y="25896"/>
                  <a:pt x="82153" y="25896"/>
                </a:cubicBezTo>
                <a:cubicBezTo>
                  <a:pt x="84832" y="25896"/>
                  <a:pt x="93762" y="25896"/>
                  <a:pt x="93762" y="12502"/>
                </a:cubicBezTo>
                <a:cubicBezTo>
                  <a:pt x="93762" y="3572"/>
                  <a:pt x="87511" y="0"/>
                  <a:pt x="81707" y="0"/>
                </a:cubicBezTo>
                <a:cubicBezTo>
                  <a:pt x="65633" y="0"/>
                  <a:pt x="45988" y="29914"/>
                  <a:pt x="37505" y="46881"/>
                </a:cubicBezTo>
                <a:lnTo>
                  <a:pt x="35719" y="51792"/>
                </a:lnTo>
                <a:lnTo>
                  <a:pt x="34826" y="51346"/>
                </a:lnTo>
                <a:lnTo>
                  <a:pt x="47774" y="446"/>
                </a:lnTo>
                <a:lnTo>
                  <a:pt x="46881" y="0"/>
                </a:lnTo>
                <a:cubicBezTo>
                  <a:pt x="35272" y="1786"/>
                  <a:pt x="20092" y="4911"/>
                  <a:pt x="7144" y="6697"/>
                </a:cubicBezTo>
                <a:lnTo>
                  <a:pt x="7144" y="11162"/>
                </a:lnTo>
                <a:cubicBezTo>
                  <a:pt x="9823" y="10716"/>
                  <a:pt x="12948" y="9823"/>
                  <a:pt x="15627" y="9823"/>
                </a:cubicBezTo>
                <a:cubicBezTo>
                  <a:pt x="23664" y="9823"/>
                  <a:pt x="25003" y="13841"/>
                  <a:pt x="25003" y="17413"/>
                </a:cubicBezTo>
                <a:cubicBezTo>
                  <a:pt x="25003" y="20092"/>
                  <a:pt x="23217" y="28575"/>
                  <a:pt x="20538" y="37951"/>
                </a:cubicBezTo>
                <a:lnTo>
                  <a:pt x="0" y="112961"/>
                </a:lnTo>
                <a:lnTo>
                  <a:pt x="19199" y="112961"/>
                </a:lnTo>
                <a:close/>
                <a:moveTo>
                  <a:pt x="19199" y="112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DB882-9CB1-4B14-B141-E00D850F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5069" y="1805206"/>
            <a:ext cx="97334" cy="115639"/>
          </a:xfrm>
          <a:custGeom xmlns:a="http://schemas.openxmlformats.org/drawingml/2006/main">
            <a:pathLst>
              <a:path w="97334" h="115639">
                <a:moveTo>
                  <a:pt x="30807" y="48220"/>
                </a:moveTo>
                <a:cubicBezTo>
                  <a:pt x="40184" y="25450"/>
                  <a:pt x="58043" y="5804"/>
                  <a:pt x="71884" y="5804"/>
                </a:cubicBezTo>
                <a:cubicBezTo>
                  <a:pt x="78135" y="5804"/>
                  <a:pt x="80814" y="10716"/>
                  <a:pt x="80814" y="16073"/>
                </a:cubicBezTo>
                <a:cubicBezTo>
                  <a:pt x="80814" y="18306"/>
                  <a:pt x="79474" y="48667"/>
                  <a:pt x="26343" y="59829"/>
                </a:cubicBezTo>
                <a:lnTo>
                  <a:pt x="30807" y="48220"/>
                </a:lnTo>
                <a:close/>
                <a:moveTo>
                  <a:pt x="83493" y="84832"/>
                </a:moveTo>
                <a:cubicBezTo>
                  <a:pt x="70991" y="95548"/>
                  <a:pt x="60275" y="104031"/>
                  <a:pt x="46434" y="104031"/>
                </a:cubicBezTo>
                <a:cubicBezTo>
                  <a:pt x="35719" y="104031"/>
                  <a:pt x="22324" y="98227"/>
                  <a:pt x="22324" y="80814"/>
                </a:cubicBezTo>
                <a:cubicBezTo>
                  <a:pt x="22324" y="75902"/>
                  <a:pt x="23664" y="70545"/>
                  <a:pt x="24557" y="65187"/>
                </a:cubicBezTo>
                <a:lnTo>
                  <a:pt x="32147" y="64294"/>
                </a:lnTo>
                <a:cubicBezTo>
                  <a:pt x="73670" y="58489"/>
                  <a:pt x="97334" y="37505"/>
                  <a:pt x="97334" y="17413"/>
                </a:cubicBezTo>
                <a:cubicBezTo>
                  <a:pt x="97334" y="6251"/>
                  <a:pt x="89743" y="0"/>
                  <a:pt x="76349" y="0"/>
                </a:cubicBezTo>
                <a:cubicBezTo>
                  <a:pt x="40184" y="0"/>
                  <a:pt x="0" y="42862"/>
                  <a:pt x="0" y="79474"/>
                </a:cubicBezTo>
                <a:cubicBezTo>
                  <a:pt x="0" y="95994"/>
                  <a:pt x="8037" y="115639"/>
                  <a:pt x="34826" y="115639"/>
                </a:cubicBezTo>
                <a:cubicBezTo>
                  <a:pt x="60722" y="115639"/>
                  <a:pt x="83939" y="92422"/>
                  <a:pt x="86618" y="87957"/>
                </a:cubicBezTo>
                <a:lnTo>
                  <a:pt x="83493" y="84832"/>
                </a:lnTo>
                <a:close/>
                <a:moveTo>
                  <a:pt x="83493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70B7C-3162-4E82-A345-E030A766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8394" y="1805206"/>
            <a:ext cx="101352" cy="115639"/>
          </a:xfrm>
          <a:custGeom xmlns:a="http://schemas.openxmlformats.org/drawingml/2006/main">
            <a:pathLst>
              <a:path w="101352" h="115639">
                <a:moveTo>
                  <a:pt x="82153" y="85725"/>
                </a:moveTo>
                <a:cubicBezTo>
                  <a:pt x="72777" y="95994"/>
                  <a:pt x="60722" y="106710"/>
                  <a:pt x="45541" y="106710"/>
                </a:cubicBezTo>
                <a:cubicBezTo>
                  <a:pt x="29914" y="106710"/>
                  <a:pt x="22324" y="95101"/>
                  <a:pt x="22324" y="75456"/>
                </a:cubicBezTo>
                <a:cubicBezTo>
                  <a:pt x="22324" y="50899"/>
                  <a:pt x="39737" y="5358"/>
                  <a:pt x="73223" y="5358"/>
                </a:cubicBezTo>
                <a:cubicBezTo>
                  <a:pt x="77688" y="5358"/>
                  <a:pt x="83046" y="6697"/>
                  <a:pt x="83046" y="10269"/>
                </a:cubicBezTo>
                <a:cubicBezTo>
                  <a:pt x="83046" y="14734"/>
                  <a:pt x="79028" y="16520"/>
                  <a:pt x="79028" y="23217"/>
                </a:cubicBezTo>
                <a:cubicBezTo>
                  <a:pt x="79028" y="29021"/>
                  <a:pt x="83046" y="32593"/>
                  <a:pt x="89297" y="32593"/>
                </a:cubicBezTo>
                <a:cubicBezTo>
                  <a:pt x="95548" y="32593"/>
                  <a:pt x="101352" y="27682"/>
                  <a:pt x="101352" y="20538"/>
                </a:cubicBezTo>
                <a:cubicBezTo>
                  <a:pt x="101352" y="12948"/>
                  <a:pt x="95101" y="0"/>
                  <a:pt x="73223" y="0"/>
                </a:cubicBezTo>
                <a:cubicBezTo>
                  <a:pt x="35272" y="0"/>
                  <a:pt x="0" y="39291"/>
                  <a:pt x="0" y="75456"/>
                </a:cubicBezTo>
                <a:cubicBezTo>
                  <a:pt x="0" y="109389"/>
                  <a:pt x="21431" y="115639"/>
                  <a:pt x="37951" y="115639"/>
                </a:cubicBezTo>
                <a:cubicBezTo>
                  <a:pt x="64740" y="115639"/>
                  <a:pt x="79921" y="96441"/>
                  <a:pt x="86171" y="88404"/>
                </a:cubicBezTo>
                <a:lnTo>
                  <a:pt x="82153" y="85725"/>
                </a:lnTo>
                <a:close/>
                <a:moveTo>
                  <a:pt x="82153" y="857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FB6113-A05D-4D62-A090-37DB0A012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3953" y="1778417"/>
            <a:ext cx="66526" cy="142429"/>
          </a:xfrm>
          <a:custGeom xmlns:a="http://schemas.openxmlformats.org/drawingml/2006/main">
            <a:pathLst>
              <a:path w="66526" h="142429">
                <a:moveTo>
                  <a:pt x="66526" y="29914"/>
                </a:moveTo>
                <a:lnTo>
                  <a:pt x="45988" y="29914"/>
                </a:lnTo>
                <a:lnTo>
                  <a:pt x="53132" y="3572"/>
                </a:lnTo>
                <a:cubicBezTo>
                  <a:pt x="53132" y="3125"/>
                  <a:pt x="53578" y="2679"/>
                  <a:pt x="53578" y="2232"/>
                </a:cubicBezTo>
                <a:cubicBezTo>
                  <a:pt x="53578" y="893"/>
                  <a:pt x="52685" y="0"/>
                  <a:pt x="51792" y="0"/>
                </a:cubicBezTo>
                <a:lnTo>
                  <a:pt x="50899" y="0"/>
                </a:lnTo>
                <a:cubicBezTo>
                  <a:pt x="48667" y="0"/>
                  <a:pt x="48220" y="1786"/>
                  <a:pt x="46881" y="2679"/>
                </a:cubicBezTo>
                <a:cubicBezTo>
                  <a:pt x="39737" y="12055"/>
                  <a:pt x="27682" y="23217"/>
                  <a:pt x="19199" y="27682"/>
                </a:cubicBezTo>
                <a:cubicBezTo>
                  <a:pt x="14734" y="29914"/>
                  <a:pt x="7590" y="31700"/>
                  <a:pt x="5804" y="34379"/>
                </a:cubicBezTo>
                <a:cubicBezTo>
                  <a:pt x="5358" y="34826"/>
                  <a:pt x="5358" y="35719"/>
                  <a:pt x="5358" y="36612"/>
                </a:cubicBezTo>
                <a:cubicBezTo>
                  <a:pt x="5358" y="37058"/>
                  <a:pt x="5358" y="37951"/>
                  <a:pt x="5358" y="38398"/>
                </a:cubicBezTo>
                <a:lnTo>
                  <a:pt x="24557" y="38398"/>
                </a:lnTo>
                <a:lnTo>
                  <a:pt x="5804" y="108942"/>
                </a:lnTo>
                <a:cubicBezTo>
                  <a:pt x="4911" y="112961"/>
                  <a:pt x="0" y="128588"/>
                  <a:pt x="0" y="132159"/>
                </a:cubicBezTo>
                <a:cubicBezTo>
                  <a:pt x="0" y="140196"/>
                  <a:pt x="7144" y="142429"/>
                  <a:pt x="12502" y="142429"/>
                </a:cubicBezTo>
                <a:cubicBezTo>
                  <a:pt x="25896" y="142429"/>
                  <a:pt x="35719" y="131266"/>
                  <a:pt x="48667" y="111621"/>
                </a:cubicBezTo>
                <a:lnTo>
                  <a:pt x="45541" y="109835"/>
                </a:lnTo>
                <a:cubicBezTo>
                  <a:pt x="38844" y="117872"/>
                  <a:pt x="29914" y="129927"/>
                  <a:pt x="25003" y="129927"/>
                </a:cubicBezTo>
                <a:cubicBezTo>
                  <a:pt x="22324" y="129927"/>
                  <a:pt x="20985" y="128141"/>
                  <a:pt x="20985" y="125462"/>
                </a:cubicBezTo>
                <a:cubicBezTo>
                  <a:pt x="20985" y="125016"/>
                  <a:pt x="20985" y="124569"/>
                  <a:pt x="20985" y="123676"/>
                </a:cubicBezTo>
                <a:lnTo>
                  <a:pt x="43755" y="38398"/>
                </a:lnTo>
                <a:lnTo>
                  <a:pt x="65187" y="38398"/>
                </a:lnTo>
                <a:lnTo>
                  <a:pt x="66526" y="29914"/>
                </a:lnTo>
                <a:close/>
                <a:moveTo>
                  <a:pt x="66526" y="299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66979-4C7C-4888-9D28-66C36C06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68972" y="1927088"/>
            <a:ext cx="55364" cy="170111"/>
          </a:xfrm>
          <a:custGeom xmlns:a="http://schemas.openxmlformats.org/drawingml/2006/main">
            <a:pathLst>
              <a:path w="55364" h="170111">
                <a:moveTo>
                  <a:pt x="44202" y="138410"/>
                </a:moveTo>
                <a:cubicBezTo>
                  <a:pt x="33933" y="153144"/>
                  <a:pt x="26343" y="158055"/>
                  <a:pt x="23217" y="158055"/>
                </a:cubicBezTo>
                <a:cubicBezTo>
                  <a:pt x="20985" y="158055"/>
                  <a:pt x="19199" y="156270"/>
                  <a:pt x="19199" y="154484"/>
                </a:cubicBezTo>
                <a:cubicBezTo>
                  <a:pt x="19199" y="151358"/>
                  <a:pt x="22324" y="141089"/>
                  <a:pt x="23217" y="137517"/>
                </a:cubicBezTo>
                <a:lnTo>
                  <a:pt x="45988" y="54918"/>
                </a:lnTo>
                <a:lnTo>
                  <a:pt x="45095" y="54471"/>
                </a:lnTo>
                <a:cubicBezTo>
                  <a:pt x="35272" y="56257"/>
                  <a:pt x="13841" y="60275"/>
                  <a:pt x="4018" y="60722"/>
                </a:cubicBezTo>
                <a:lnTo>
                  <a:pt x="4018" y="64740"/>
                </a:lnTo>
                <a:cubicBezTo>
                  <a:pt x="18306" y="64740"/>
                  <a:pt x="20092" y="66080"/>
                  <a:pt x="20092" y="71438"/>
                </a:cubicBezTo>
                <a:cubicBezTo>
                  <a:pt x="20092" y="78581"/>
                  <a:pt x="0" y="142429"/>
                  <a:pt x="0" y="154484"/>
                </a:cubicBezTo>
                <a:cubicBezTo>
                  <a:pt x="0" y="158948"/>
                  <a:pt x="0" y="170111"/>
                  <a:pt x="12055" y="170111"/>
                </a:cubicBezTo>
                <a:cubicBezTo>
                  <a:pt x="26343" y="170111"/>
                  <a:pt x="37951" y="156270"/>
                  <a:pt x="47774" y="141089"/>
                </a:cubicBezTo>
                <a:lnTo>
                  <a:pt x="44202" y="138410"/>
                </a:lnTo>
                <a:close/>
                <a:moveTo>
                  <a:pt x="55364" y="13841"/>
                </a:moveTo>
                <a:cubicBezTo>
                  <a:pt x="55364" y="8483"/>
                  <a:pt x="50899" y="0"/>
                  <a:pt x="42416" y="0"/>
                </a:cubicBezTo>
                <a:cubicBezTo>
                  <a:pt x="36165" y="0"/>
                  <a:pt x="30361" y="4911"/>
                  <a:pt x="30361" y="13841"/>
                </a:cubicBezTo>
                <a:cubicBezTo>
                  <a:pt x="30361" y="22771"/>
                  <a:pt x="36165" y="26789"/>
                  <a:pt x="42416" y="26789"/>
                </a:cubicBezTo>
                <a:cubicBezTo>
                  <a:pt x="50899" y="26789"/>
                  <a:pt x="55364" y="19199"/>
                  <a:pt x="55364" y="13841"/>
                </a:cubicBezTo>
                <a:close/>
                <a:moveTo>
                  <a:pt x="55364" y="13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42D85-4E5D-4D56-AAC6-2D3CD474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1279" y="1981559"/>
            <a:ext cx="117872" cy="115193"/>
          </a:xfrm>
          <a:custGeom xmlns:a="http://schemas.openxmlformats.org/drawingml/2006/main">
            <a:pathLst>
              <a:path w="117872" h="115193">
                <a:moveTo>
                  <a:pt x="114300" y="83046"/>
                </a:moveTo>
                <a:cubicBezTo>
                  <a:pt x="104924" y="95101"/>
                  <a:pt x="98227" y="103138"/>
                  <a:pt x="93315" y="103138"/>
                </a:cubicBezTo>
                <a:cubicBezTo>
                  <a:pt x="92869" y="103138"/>
                  <a:pt x="89297" y="102691"/>
                  <a:pt x="89297" y="98673"/>
                </a:cubicBezTo>
                <a:cubicBezTo>
                  <a:pt x="89297" y="91083"/>
                  <a:pt x="109835" y="27682"/>
                  <a:pt x="109835" y="16966"/>
                </a:cubicBezTo>
                <a:cubicBezTo>
                  <a:pt x="109835" y="6251"/>
                  <a:pt x="104031" y="0"/>
                  <a:pt x="91976" y="0"/>
                </a:cubicBezTo>
                <a:cubicBezTo>
                  <a:pt x="70545" y="0"/>
                  <a:pt x="47327" y="35719"/>
                  <a:pt x="35272" y="54471"/>
                </a:cubicBezTo>
                <a:lnTo>
                  <a:pt x="34826" y="54025"/>
                </a:lnTo>
                <a:lnTo>
                  <a:pt x="50899" y="446"/>
                </a:lnTo>
                <a:lnTo>
                  <a:pt x="50453" y="0"/>
                </a:lnTo>
                <a:cubicBezTo>
                  <a:pt x="36612" y="2679"/>
                  <a:pt x="22771" y="5358"/>
                  <a:pt x="8930" y="8037"/>
                </a:cubicBezTo>
                <a:lnTo>
                  <a:pt x="8930" y="12055"/>
                </a:lnTo>
                <a:cubicBezTo>
                  <a:pt x="22771" y="12055"/>
                  <a:pt x="25003" y="14734"/>
                  <a:pt x="25003" y="18752"/>
                </a:cubicBezTo>
                <a:cubicBezTo>
                  <a:pt x="25003" y="24110"/>
                  <a:pt x="8037" y="83939"/>
                  <a:pt x="0" y="112961"/>
                </a:cubicBezTo>
                <a:lnTo>
                  <a:pt x="19199" y="112961"/>
                </a:lnTo>
                <a:cubicBezTo>
                  <a:pt x="29914" y="78135"/>
                  <a:pt x="33040" y="66973"/>
                  <a:pt x="44648" y="49560"/>
                </a:cubicBezTo>
                <a:cubicBezTo>
                  <a:pt x="54025" y="35272"/>
                  <a:pt x="70098" y="12948"/>
                  <a:pt x="82600" y="12948"/>
                </a:cubicBezTo>
                <a:cubicBezTo>
                  <a:pt x="87511" y="12948"/>
                  <a:pt x="88850" y="16520"/>
                  <a:pt x="88850" y="21431"/>
                </a:cubicBezTo>
                <a:cubicBezTo>
                  <a:pt x="88850" y="31254"/>
                  <a:pt x="70098" y="94208"/>
                  <a:pt x="70098" y="100012"/>
                </a:cubicBezTo>
                <a:cubicBezTo>
                  <a:pt x="70098" y="107603"/>
                  <a:pt x="70545" y="115193"/>
                  <a:pt x="82153" y="115193"/>
                </a:cubicBezTo>
                <a:cubicBezTo>
                  <a:pt x="95994" y="115193"/>
                  <a:pt x="104924" y="103584"/>
                  <a:pt x="117872" y="86171"/>
                </a:cubicBezTo>
                <a:lnTo>
                  <a:pt x="114300" y="83046"/>
                </a:lnTo>
                <a:close/>
                <a:moveTo>
                  <a:pt x="114300" y="830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E2340F-1017-42E6-88F3-6158CB90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9847" y="1919497"/>
            <a:ext cx="131266" cy="178147"/>
          </a:xfrm>
          <a:custGeom xmlns:a="http://schemas.openxmlformats.org/drawingml/2006/main">
            <a:pathLst>
              <a:path w="131266" h="178147">
                <a:moveTo>
                  <a:pt x="37951" y="165646"/>
                </a:moveTo>
                <a:cubicBezTo>
                  <a:pt x="22324" y="165646"/>
                  <a:pt x="22324" y="150912"/>
                  <a:pt x="22324" y="146447"/>
                </a:cubicBezTo>
                <a:cubicBezTo>
                  <a:pt x="22324" y="123230"/>
                  <a:pt x="46434" y="67866"/>
                  <a:pt x="75009" y="67866"/>
                </a:cubicBezTo>
                <a:cubicBezTo>
                  <a:pt x="87064" y="67866"/>
                  <a:pt x="87064" y="79028"/>
                  <a:pt x="87064" y="85279"/>
                </a:cubicBezTo>
                <a:cubicBezTo>
                  <a:pt x="87064" y="116979"/>
                  <a:pt x="62061" y="165646"/>
                  <a:pt x="37951" y="165646"/>
                </a:cubicBezTo>
                <a:close/>
                <a:moveTo>
                  <a:pt x="114746" y="146447"/>
                </a:moveTo>
                <a:cubicBezTo>
                  <a:pt x="104031" y="158948"/>
                  <a:pt x="98673" y="164753"/>
                  <a:pt x="93762" y="164753"/>
                </a:cubicBezTo>
                <a:cubicBezTo>
                  <a:pt x="91083" y="164753"/>
                  <a:pt x="88850" y="162967"/>
                  <a:pt x="88850" y="158948"/>
                </a:cubicBezTo>
                <a:cubicBezTo>
                  <a:pt x="88850" y="154930"/>
                  <a:pt x="120104" y="45988"/>
                  <a:pt x="131266" y="1339"/>
                </a:cubicBezTo>
                <a:lnTo>
                  <a:pt x="129927" y="0"/>
                </a:lnTo>
                <a:cubicBezTo>
                  <a:pt x="116532" y="2679"/>
                  <a:pt x="103584" y="4465"/>
                  <a:pt x="90636" y="5804"/>
                </a:cubicBezTo>
                <a:lnTo>
                  <a:pt x="90636" y="10269"/>
                </a:lnTo>
                <a:cubicBezTo>
                  <a:pt x="104477" y="10269"/>
                  <a:pt x="106263" y="11609"/>
                  <a:pt x="106263" y="17859"/>
                </a:cubicBezTo>
                <a:cubicBezTo>
                  <a:pt x="106263" y="21431"/>
                  <a:pt x="104477" y="27682"/>
                  <a:pt x="102691" y="34826"/>
                </a:cubicBezTo>
                <a:lnTo>
                  <a:pt x="91529" y="75456"/>
                </a:lnTo>
                <a:lnTo>
                  <a:pt x="91083" y="75902"/>
                </a:lnTo>
                <a:cubicBezTo>
                  <a:pt x="90190" y="70545"/>
                  <a:pt x="88404" y="62061"/>
                  <a:pt x="73670" y="62061"/>
                </a:cubicBezTo>
                <a:cubicBezTo>
                  <a:pt x="43309" y="62061"/>
                  <a:pt x="0" y="108942"/>
                  <a:pt x="0" y="147786"/>
                </a:cubicBezTo>
                <a:cubicBezTo>
                  <a:pt x="0" y="160734"/>
                  <a:pt x="5358" y="177701"/>
                  <a:pt x="26343" y="177701"/>
                </a:cubicBezTo>
                <a:cubicBezTo>
                  <a:pt x="39291" y="177701"/>
                  <a:pt x="53578" y="173682"/>
                  <a:pt x="71884" y="145107"/>
                </a:cubicBezTo>
                <a:lnTo>
                  <a:pt x="72777" y="146000"/>
                </a:lnTo>
                <a:cubicBezTo>
                  <a:pt x="70545" y="154930"/>
                  <a:pt x="69652" y="160734"/>
                  <a:pt x="69652" y="166539"/>
                </a:cubicBezTo>
                <a:cubicBezTo>
                  <a:pt x="69652" y="171896"/>
                  <a:pt x="71438" y="178147"/>
                  <a:pt x="81707" y="178147"/>
                </a:cubicBezTo>
                <a:cubicBezTo>
                  <a:pt x="90190" y="178147"/>
                  <a:pt x="106710" y="166092"/>
                  <a:pt x="117872" y="149126"/>
                </a:cubicBezTo>
                <a:lnTo>
                  <a:pt x="114746" y="146447"/>
                </a:lnTo>
                <a:close/>
                <a:moveTo>
                  <a:pt x="114746" y="146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6BE9F1-F4D3-455D-9708-0AEB1EC2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452" y="1927088"/>
            <a:ext cx="55364" cy="170111"/>
          </a:xfrm>
          <a:custGeom xmlns:a="http://schemas.openxmlformats.org/drawingml/2006/main">
            <a:pathLst>
              <a:path w="55364" h="170111">
                <a:moveTo>
                  <a:pt x="44202" y="138410"/>
                </a:moveTo>
                <a:cubicBezTo>
                  <a:pt x="33933" y="153144"/>
                  <a:pt x="26343" y="158055"/>
                  <a:pt x="23217" y="158055"/>
                </a:cubicBezTo>
                <a:cubicBezTo>
                  <a:pt x="20985" y="158055"/>
                  <a:pt x="19199" y="156270"/>
                  <a:pt x="19199" y="154484"/>
                </a:cubicBezTo>
                <a:cubicBezTo>
                  <a:pt x="19199" y="151358"/>
                  <a:pt x="22324" y="141089"/>
                  <a:pt x="23217" y="137517"/>
                </a:cubicBezTo>
                <a:lnTo>
                  <a:pt x="45988" y="54918"/>
                </a:lnTo>
                <a:lnTo>
                  <a:pt x="45095" y="54471"/>
                </a:lnTo>
                <a:cubicBezTo>
                  <a:pt x="35272" y="56257"/>
                  <a:pt x="13841" y="60275"/>
                  <a:pt x="4018" y="60722"/>
                </a:cubicBezTo>
                <a:lnTo>
                  <a:pt x="4018" y="64740"/>
                </a:lnTo>
                <a:cubicBezTo>
                  <a:pt x="18306" y="64740"/>
                  <a:pt x="20092" y="66080"/>
                  <a:pt x="20092" y="71438"/>
                </a:cubicBezTo>
                <a:cubicBezTo>
                  <a:pt x="20092" y="78581"/>
                  <a:pt x="0" y="142429"/>
                  <a:pt x="0" y="154484"/>
                </a:cubicBezTo>
                <a:cubicBezTo>
                  <a:pt x="0" y="158948"/>
                  <a:pt x="0" y="170111"/>
                  <a:pt x="12055" y="170111"/>
                </a:cubicBezTo>
                <a:cubicBezTo>
                  <a:pt x="26343" y="170111"/>
                  <a:pt x="37951" y="156270"/>
                  <a:pt x="47774" y="141089"/>
                </a:cubicBezTo>
                <a:lnTo>
                  <a:pt x="44202" y="138410"/>
                </a:lnTo>
                <a:close/>
                <a:moveTo>
                  <a:pt x="55364" y="13841"/>
                </a:moveTo>
                <a:cubicBezTo>
                  <a:pt x="55364" y="8483"/>
                  <a:pt x="50899" y="0"/>
                  <a:pt x="42416" y="0"/>
                </a:cubicBezTo>
                <a:cubicBezTo>
                  <a:pt x="36165" y="0"/>
                  <a:pt x="30361" y="4911"/>
                  <a:pt x="30361" y="13841"/>
                </a:cubicBezTo>
                <a:cubicBezTo>
                  <a:pt x="30361" y="22771"/>
                  <a:pt x="36165" y="26789"/>
                  <a:pt x="42416" y="26789"/>
                </a:cubicBezTo>
                <a:cubicBezTo>
                  <a:pt x="50899" y="26789"/>
                  <a:pt x="55364" y="19199"/>
                  <a:pt x="55364" y="13841"/>
                </a:cubicBezTo>
                <a:close/>
                <a:moveTo>
                  <a:pt x="55364" y="13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4F1159-3E09-4555-90E1-504F9CA1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6795" y="1981559"/>
            <a:ext cx="93762" cy="112961"/>
          </a:xfrm>
          <a:custGeom xmlns:a="http://schemas.openxmlformats.org/drawingml/2006/main">
            <a:pathLst>
              <a:path w="93762" h="112961">
                <a:moveTo>
                  <a:pt x="19199" y="112961"/>
                </a:moveTo>
                <a:cubicBezTo>
                  <a:pt x="29914" y="79028"/>
                  <a:pt x="33486" y="67419"/>
                  <a:pt x="43309" y="48667"/>
                </a:cubicBezTo>
                <a:cubicBezTo>
                  <a:pt x="45095" y="45095"/>
                  <a:pt x="60722" y="16520"/>
                  <a:pt x="68759" y="16520"/>
                </a:cubicBezTo>
                <a:cubicBezTo>
                  <a:pt x="74563" y="16520"/>
                  <a:pt x="70991" y="25896"/>
                  <a:pt x="82153" y="25896"/>
                </a:cubicBezTo>
                <a:cubicBezTo>
                  <a:pt x="84832" y="25896"/>
                  <a:pt x="93762" y="25896"/>
                  <a:pt x="93762" y="12502"/>
                </a:cubicBezTo>
                <a:cubicBezTo>
                  <a:pt x="93762" y="3572"/>
                  <a:pt x="87511" y="0"/>
                  <a:pt x="81707" y="0"/>
                </a:cubicBezTo>
                <a:cubicBezTo>
                  <a:pt x="65633" y="0"/>
                  <a:pt x="45988" y="29914"/>
                  <a:pt x="37505" y="46881"/>
                </a:cubicBezTo>
                <a:lnTo>
                  <a:pt x="35719" y="51792"/>
                </a:lnTo>
                <a:lnTo>
                  <a:pt x="34826" y="51346"/>
                </a:lnTo>
                <a:lnTo>
                  <a:pt x="47774" y="446"/>
                </a:lnTo>
                <a:lnTo>
                  <a:pt x="46881" y="0"/>
                </a:lnTo>
                <a:cubicBezTo>
                  <a:pt x="35272" y="1786"/>
                  <a:pt x="20092" y="4911"/>
                  <a:pt x="7144" y="6697"/>
                </a:cubicBezTo>
                <a:lnTo>
                  <a:pt x="7144" y="11162"/>
                </a:lnTo>
                <a:cubicBezTo>
                  <a:pt x="9823" y="10716"/>
                  <a:pt x="12948" y="9823"/>
                  <a:pt x="15627" y="9823"/>
                </a:cubicBezTo>
                <a:cubicBezTo>
                  <a:pt x="23664" y="9823"/>
                  <a:pt x="25003" y="13841"/>
                  <a:pt x="25003" y="17413"/>
                </a:cubicBezTo>
                <a:cubicBezTo>
                  <a:pt x="25003" y="20092"/>
                  <a:pt x="23217" y="28575"/>
                  <a:pt x="20538" y="37951"/>
                </a:cubicBezTo>
                <a:lnTo>
                  <a:pt x="0" y="112961"/>
                </a:lnTo>
                <a:lnTo>
                  <a:pt x="19199" y="112961"/>
                </a:lnTo>
                <a:close/>
                <a:moveTo>
                  <a:pt x="19199" y="112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6E8F5D-7DFD-499D-8ACD-7B9E4FB9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3421" y="1981559"/>
            <a:ext cx="97334" cy="115639"/>
          </a:xfrm>
          <a:custGeom xmlns:a="http://schemas.openxmlformats.org/drawingml/2006/main">
            <a:pathLst>
              <a:path w="97334" h="115639">
                <a:moveTo>
                  <a:pt x="30807" y="48220"/>
                </a:moveTo>
                <a:cubicBezTo>
                  <a:pt x="40184" y="25450"/>
                  <a:pt x="58043" y="5804"/>
                  <a:pt x="71884" y="5804"/>
                </a:cubicBezTo>
                <a:cubicBezTo>
                  <a:pt x="78135" y="5804"/>
                  <a:pt x="80814" y="10716"/>
                  <a:pt x="80814" y="16073"/>
                </a:cubicBezTo>
                <a:cubicBezTo>
                  <a:pt x="80814" y="18306"/>
                  <a:pt x="79474" y="48667"/>
                  <a:pt x="26343" y="59829"/>
                </a:cubicBezTo>
                <a:lnTo>
                  <a:pt x="30807" y="48220"/>
                </a:lnTo>
                <a:close/>
                <a:moveTo>
                  <a:pt x="83493" y="84832"/>
                </a:moveTo>
                <a:cubicBezTo>
                  <a:pt x="70991" y="95548"/>
                  <a:pt x="60275" y="104031"/>
                  <a:pt x="46434" y="104031"/>
                </a:cubicBezTo>
                <a:cubicBezTo>
                  <a:pt x="35719" y="104031"/>
                  <a:pt x="22324" y="98227"/>
                  <a:pt x="22324" y="80814"/>
                </a:cubicBezTo>
                <a:cubicBezTo>
                  <a:pt x="22324" y="75902"/>
                  <a:pt x="23664" y="70545"/>
                  <a:pt x="24557" y="65187"/>
                </a:cubicBezTo>
                <a:lnTo>
                  <a:pt x="32147" y="64294"/>
                </a:lnTo>
                <a:cubicBezTo>
                  <a:pt x="73670" y="58489"/>
                  <a:pt x="97334" y="37505"/>
                  <a:pt x="97334" y="17413"/>
                </a:cubicBezTo>
                <a:cubicBezTo>
                  <a:pt x="97334" y="6251"/>
                  <a:pt x="89743" y="0"/>
                  <a:pt x="76349" y="0"/>
                </a:cubicBezTo>
                <a:cubicBezTo>
                  <a:pt x="40184" y="0"/>
                  <a:pt x="0" y="42862"/>
                  <a:pt x="0" y="79474"/>
                </a:cubicBezTo>
                <a:cubicBezTo>
                  <a:pt x="0" y="95994"/>
                  <a:pt x="8037" y="115639"/>
                  <a:pt x="34826" y="115639"/>
                </a:cubicBezTo>
                <a:cubicBezTo>
                  <a:pt x="60722" y="115639"/>
                  <a:pt x="83939" y="92422"/>
                  <a:pt x="86618" y="87957"/>
                </a:cubicBezTo>
                <a:lnTo>
                  <a:pt x="83493" y="84832"/>
                </a:lnTo>
                <a:close/>
                <a:moveTo>
                  <a:pt x="83493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94C2F-DD58-4E77-A45B-7DD89045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6747" y="1981559"/>
            <a:ext cx="101352" cy="115639"/>
          </a:xfrm>
          <a:custGeom xmlns:a="http://schemas.openxmlformats.org/drawingml/2006/main">
            <a:pathLst>
              <a:path w="101352" h="115639">
                <a:moveTo>
                  <a:pt x="82153" y="85725"/>
                </a:moveTo>
                <a:cubicBezTo>
                  <a:pt x="72777" y="95994"/>
                  <a:pt x="60722" y="106710"/>
                  <a:pt x="45541" y="106710"/>
                </a:cubicBezTo>
                <a:cubicBezTo>
                  <a:pt x="29914" y="106710"/>
                  <a:pt x="22324" y="95101"/>
                  <a:pt x="22324" y="75456"/>
                </a:cubicBezTo>
                <a:cubicBezTo>
                  <a:pt x="22324" y="50899"/>
                  <a:pt x="39737" y="5358"/>
                  <a:pt x="73223" y="5358"/>
                </a:cubicBezTo>
                <a:cubicBezTo>
                  <a:pt x="77688" y="5358"/>
                  <a:pt x="83046" y="6697"/>
                  <a:pt x="83046" y="10269"/>
                </a:cubicBezTo>
                <a:cubicBezTo>
                  <a:pt x="83046" y="14734"/>
                  <a:pt x="79028" y="16520"/>
                  <a:pt x="79028" y="23217"/>
                </a:cubicBezTo>
                <a:cubicBezTo>
                  <a:pt x="79028" y="29021"/>
                  <a:pt x="83046" y="32593"/>
                  <a:pt x="89297" y="32593"/>
                </a:cubicBezTo>
                <a:cubicBezTo>
                  <a:pt x="95548" y="32593"/>
                  <a:pt x="101352" y="27682"/>
                  <a:pt x="101352" y="20538"/>
                </a:cubicBezTo>
                <a:cubicBezTo>
                  <a:pt x="101352" y="12948"/>
                  <a:pt x="95101" y="0"/>
                  <a:pt x="73223" y="0"/>
                </a:cubicBezTo>
                <a:cubicBezTo>
                  <a:pt x="35272" y="0"/>
                  <a:pt x="0" y="39291"/>
                  <a:pt x="0" y="75456"/>
                </a:cubicBezTo>
                <a:cubicBezTo>
                  <a:pt x="0" y="109389"/>
                  <a:pt x="21431" y="115639"/>
                  <a:pt x="37951" y="115639"/>
                </a:cubicBezTo>
                <a:cubicBezTo>
                  <a:pt x="64740" y="115639"/>
                  <a:pt x="79921" y="96441"/>
                  <a:pt x="86171" y="88404"/>
                </a:cubicBezTo>
                <a:lnTo>
                  <a:pt x="82153" y="85725"/>
                </a:lnTo>
                <a:close/>
                <a:moveTo>
                  <a:pt x="82153" y="857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1E490-25A0-4917-A397-9BAC48144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2305" y="1954770"/>
            <a:ext cx="66526" cy="142429"/>
          </a:xfrm>
          <a:custGeom xmlns:a="http://schemas.openxmlformats.org/drawingml/2006/main">
            <a:pathLst>
              <a:path w="66526" h="142429">
                <a:moveTo>
                  <a:pt x="66526" y="29914"/>
                </a:moveTo>
                <a:lnTo>
                  <a:pt x="45988" y="29914"/>
                </a:lnTo>
                <a:lnTo>
                  <a:pt x="53132" y="3572"/>
                </a:lnTo>
                <a:cubicBezTo>
                  <a:pt x="53132" y="3125"/>
                  <a:pt x="53578" y="2679"/>
                  <a:pt x="53578" y="2232"/>
                </a:cubicBezTo>
                <a:cubicBezTo>
                  <a:pt x="53578" y="893"/>
                  <a:pt x="52685" y="0"/>
                  <a:pt x="51792" y="0"/>
                </a:cubicBezTo>
                <a:lnTo>
                  <a:pt x="50899" y="0"/>
                </a:lnTo>
                <a:cubicBezTo>
                  <a:pt x="48667" y="0"/>
                  <a:pt x="48220" y="1786"/>
                  <a:pt x="46881" y="2679"/>
                </a:cubicBezTo>
                <a:cubicBezTo>
                  <a:pt x="39737" y="12055"/>
                  <a:pt x="27682" y="23217"/>
                  <a:pt x="19199" y="27682"/>
                </a:cubicBezTo>
                <a:cubicBezTo>
                  <a:pt x="14734" y="29914"/>
                  <a:pt x="7590" y="31700"/>
                  <a:pt x="5804" y="34379"/>
                </a:cubicBezTo>
                <a:cubicBezTo>
                  <a:pt x="5358" y="34826"/>
                  <a:pt x="5358" y="35719"/>
                  <a:pt x="5358" y="36612"/>
                </a:cubicBezTo>
                <a:cubicBezTo>
                  <a:pt x="5358" y="37058"/>
                  <a:pt x="5358" y="37951"/>
                  <a:pt x="5358" y="38398"/>
                </a:cubicBezTo>
                <a:lnTo>
                  <a:pt x="24557" y="38398"/>
                </a:lnTo>
                <a:lnTo>
                  <a:pt x="5804" y="108942"/>
                </a:lnTo>
                <a:cubicBezTo>
                  <a:pt x="4911" y="112961"/>
                  <a:pt x="0" y="128588"/>
                  <a:pt x="0" y="132159"/>
                </a:cubicBezTo>
                <a:cubicBezTo>
                  <a:pt x="0" y="140196"/>
                  <a:pt x="7144" y="142429"/>
                  <a:pt x="12502" y="142429"/>
                </a:cubicBezTo>
                <a:cubicBezTo>
                  <a:pt x="25896" y="142429"/>
                  <a:pt x="35719" y="131266"/>
                  <a:pt x="48667" y="111621"/>
                </a:cubicBezTo>
                <a:lnTo>
                  <a:pt x="45541" y="109835"/>
                </a:lnTo>
                <a:cubicBezTo>
                  <a:pt x="38844" y="117872"/>
                  <a:pt x="29914" y="129927"/>
                  <a:pt x="25003" y="129927"/>
                </a:cubicBezTo>
                <a:cubicBezTo>
                  <a:pt x="22324" y="129927"/>
                  <a:pt x="20985" y="128141"/>
                  <a:pt x="20985" y="125462"/>
                </a:cubicBezTo>
                <a:cubicBezTo>
                  <a:pt x="20985" y="125016"/>
                  <a:pt x="20985" y="124569"/>
                  <a:pt x="20985" y="123676"/>
                </a:cubicBezTo>
                <a:lnTo>
                  <a:pt x="43755" y="38398"/>
                </a:lnTo>
                <a:lnTo>
                  <a:pt x="65187" y="38398"/>
                </a:lnTo>
                <a:lnTo>
                  <a:pt x="66526" y="29914"/>
                </a:lnTo>
                <a:close/>
                <a:moveTo>
                  <a:pt x="66526" y="299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671F0A-AECA-4971-9F48-6BC4BEBD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045" y="1772208"/>
            <a:ext cx="192100" cy="192212"/>
          </a:xfrm>
          <a:custGeom xmlns:a="http://schemas.openxmlformats.org/drawingml/2006/main">
            <a:pathLst>
              <a:path w="192100" h="192212">
                <a:moveTo>
                  <a:pt x="0" y="0"/>
                </a:moveTo>
                <a:lnTo>
                  <a:pt x="192100" y="96106"/>
                </a:lnTo>
                <a:lnTo>
                  <a:pt x="0" y="192212"/>
                </a:lnTo>
                <a:cubicBezTo>
                  <a:pt x="47997" y="144214"/>
                  <a:pt x="47997" y="48109"/>
                  <a:pt x="0" y="0"/>
                </a:cubicBez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D4F8EC-D9B5-4D9F-AAB1-855B96E8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9034" y="1868314"/>
            <a:ext cx="551408" cy="10"/>
          </a:xfrm>
          <a:custGeom xmlns:a="http://schemas.openxmlformats.org/drawingml/2006/main">
            <a:pathLst>
              <a:path w="551408" h="1" fill="none">
                <a:moveTo>
                  <a:pt x="0" y="0"/>
                </a:moveTo>
                <a:lnTo>
                  <a:pt x="5514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707" cap="rnd">
            <a:solidFill>
              <a:srgbClr val="000000"/>
            </a:solidFill>
            <a:round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AB2EF7-A18C-4309-9BCA-73BCA663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4988" y="550592"/>
            <a:ext cx="84386" cy="117872"/>
          </a:xfrm>
          <a:custGeom xmlns:a="http://schemas.openxmlformats.org/drawingml/2006/main">
            <a:pathLst>
              <a:path w="84386" h="117872">
                <a:moveTo>
                  <a:pt x="18306" y="96441"/>
                </a:moveTo>
                <a:cubicBezTo>
                  <a:pt x="18306" y="110728"/>
                  <a:pt x="13841" y="111621"/>
                  <a:pt x="0" y="113854"/>
                </a:cubicBezTo>
                <a:lnTo>
                  <a:pt x="0" y="117872"/>
                </a:lnTo>
                <a:lnTo>
                  <a:pt x="61615" y="117872"/>
                </a:lnTo>
                <a:lnTo>
                  <a:pt x="61615" y="113854"/>
                </a:lnTo>
                <a:cubicBezTo>
                  <a:pt x="48220" y="113407"/>
                  <a:pt x="39737" y="112514"/>
                  <a:pt x="39737" y="94655"/>
                </a:cubicBezTo>
                <a:lnTo>
                  <a:pt x="39737" y="37058"/>
                </a:lnTo>
                <a:cubicBezTo>
                  <a:pt x="39737" y="29021"/>
                  <a:pt x="50899" y="16073"/>
                  <a:pt x="57150" y="16073"/>
                </a:cubicBezTo>
                <a:cubicBezTo>
                  <a:pt x="63401" y="16073"/>
                  <a:pt x="65633" y="25003"/>
                  <a:pt x="74563" y="25003"/>
                </a:cubicBezTo>
                <a:cubicBezTo>
                  <a:pt x="80814" y="25003"/>
                  <a:pt x="84386" y="20092"/>
                  <a:pt x="84386" y="13841"/>
                </a:cubicBezTo>
                <a:cubicBezTo>
                  <a:pt x="84386" y="5358"/>
                  <a:pt x="79474" y="0"/>
                  <a:pt x="70545" y="0"/>
                </a:cubicBezTo>
                <a:cubicBezTo>
                  <a:pt x="60722" y="0"/>
                  <a:pt x="52239" y="4911"/>
                  <a:pt x="40184" y="23217"/>
                </a:cubicBezTo>
                <a:lnTo>
                  <a:pt x="39737" y="23217"/>
                </a:lnTo>
                <a:lnTo>
                  <a:pt x="39737" y="446"/>
                </a:lnTo>
                <a:lnTo>
                  <a:pt x="38398" y="0"/>
                </a:lnTo>
                <a:cubicBezTo>
                  <a:pt x="25896" y="4911"/>
                  <a:pt x="12948" y="9823"/>
                  <a:pt x="446" y="13841"/>
                </a:cubicBezTo>
                <a:lnTo>
                  <a:pt x="446" y="17859"/>
                </a:lnTo>
                <a:cubicBezTo>
                  <a:pt x="2679" y="17413"/>
                  <a:pt x="5358" y="16966"/>
                  <a:pt x="9376" y="16966"/>
                </a:cubicBezTo>
                <a:cubicBezTo>
                  <a:pt x="13395" y="16966"/>
                  <a:pt x="18306" y="16966"/>
                  <a:pt x="18306" y="32147"/>
                </a:cubicBezTo>
                <a:lnTo>
                  <a:pt x="18306" y="96441"/>
                </a:lnTo>
                <a:close/>
                <a:moveTo>
                  <a:pt x="18306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960E3-052A-4408-A6E8-C1C6A35A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229" y="550592"/>
            <a:ext cx="102245" cy="120551"/>
          </a:xfrm>
          <a:custGeom xmlns:a="http://schemas.openxmlformats.org/drawingml/2006/main">
            <a:pathLst>
              <a:path w="102245" h="120551">
                <a:moveTo>
                  <a:pt x="98227" y="75902"/>
                </a:moveTo>
                <a:cubicBezTo>
                  <a:pt x="92422" y="85279"/>
                  <a:pt x="81260" y="102691"/>
                  <a:pt x="58489" y="102691"/>
                </a:cubicBezTo>
                <a:cubicBezTo>
                  <a:pt x="41523" y="102691"/>
                  <a:pt x="20985" y="92422"/>
                  <a:pt x="17859" y="46881"/>
                </a:cubicBezTo>
                <a:lnTo>
                  <a:pt x="97334" y="46881"/>
                </a:lnTo>
                <a:cubicBezTo>
                  <a:pt x="94655" y="13395"/>
                  <a:pt x="76349" y="0"/>
                  <a:pt x="52239" y="0"/>
                </a:cubicBezTo>
                <a:cubicBezTo>
                  <a:pt x="32147" y="0"/>
                  <a:pt x="0" y="15627"/>
                  <a:pt x="0" y="62954"/>
                </a:cubicBezTo>
                <a:cubicBezTo>
                  <a:pt x="0" y="99566"/>
                  <a:pt x="19645" y="120551"/>
                  <a:pt x="48220" y="120551"/>
                </a:cubicBezTo>
                <a:cubicBezTo>
                  <a:pt x="84832" y="120551"/>
                  <a:pt x="100012" y="85725"/>
                  <a:pt x="102245" y="77688"/>
                </a:cubicBezTo>
                <a:lnTo>
                  <a:pt x="98227" y="75902"/>
                </a:lnTo>
                <a:close/>
                <a:moveTo>
                  <a:pt x="18752" y="38844"/>
                </a:moveTo>
                <a:cubicBezTo>
                  <a:pt x="22771" y="16073"/>
                  <a:pt x="32593" y="9376"/>
                  <a:pt x="46881" y="9376"/>
                </a:cubicBezTo>
                <a:cubicBezTo>
                  <a:pt x="66973" y="9376"/>
                  <a:pt x="69652" y="26343"/>
                  <a:pt x="71438" y="38844"/>
                </a:cubicBezTo>
                <a:lnTo>
                  <a:pt x="18752" y="38844"/>
                </a:lnTo>
                <a:close/>
                <a:moveTo>
                  <a:pt x="18752" y="388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D2DFD-1DBA-41C1-9E8C-70E06601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6769" y="550592"/>
            <a:ext cx="120104" cy="117872"/>
          </a:xfrm>
          <a:custGeom xmlns:a="http://schemas.openxmlformats.org/drawingml/2006/main">
            <a:pathLst>
              <a:path w="120104" h="117872">
                <a:moveTo>
                  <a:pt x="16520" y="94655"/>
                </a:moveTo>
                <a:cubicBezTo>
                  <a:pt x="16520" y="109835"/>
                  <a:pt x="12502" y="113407"/>
                  <a:pt x="446" y="113854"/>
                </a:cubicBezTo>
                <a:lnTo>
                  <a:pt x="446" y="117872"/>
                </a:lnTo>
                <a:lnTo>
                  <a:pt x="54918" y="117872"/>
                </a:lnTo>
                <a:lnTo>
                  <a:pt x="54918" y="113854"/>
                </a:lnTo>
                <a:cubicBezTo>
                  <a:pt x="41523" y="113407"/>
                  <a:pt x="37951" y="108942"/>
                  <a:pt x="37951" y="100905"/>
                </a:cubicBezTo>
                <a:lnTo>
                  <a:pt x="37951" y="28575"/>
                </a:lnTo>
                <a:cubicBezTo>
                  <a:pt x="47774" y="19199"/>
                  <a:pt x="55811" y="14288"/>
                  <a:pt x="63401" y="14288"/>
                </a:cubicBezTo>
                <a:cubicBezTo>
                  <a:pt x="78581" y="14288"/>
                  <a:pt x="83046" y="23217"/>
                  <a:pt x="83046" y="38844"/>
                </a:cubicBezTo>
                <a:lnTo>
                  <a:pt x="83046" y="92422"/>
                </a:lnTo>
                <a:cubicBezTo>
                  <a:pt x="83046" y="112068"/>
                  <a:pt x="76349" y="113407"/>
                  <a:pt x="66973" y="113854"/>
                </a:cubicBezTo>
                <a:lnTo>
                  <a:pt x="66973" y="117872"/>
                </a:lnTo>
                <a:lnTo>
                  <a:pt x="120104" y="117872"/>
                </a:lnTo>
                <a:lnTo>
                  <a:pt x="120104" y="113854"/>
                </a:lnTo>
                <a:cubicBezTo>
                  <a:pt x="107603" y="112961"/>
                  <a:pt x="104477" y="108942"/>
                  <a:pt x="104477" y="97334"/>
                </a:cubicBezTo>
                <a:lnTo>
                  <a:pt x="104477" y="38398"/>
                </a:lnTo>
                <a:cubicBezTo>
                  <a:pt x="104477" y="6697"/>
                  <a:pt x="86618" y="0"/>
                  <a:pt x="74563" y="0"/>
                </a:cubicBezTo>
                <a:cubicBezTo>
                  <a:pt x="59382" y="0"/>
                  <a:pt x="50006" y="8930"/>
                  <a:pt x="37058" y="20538"/>
                </a:cubicBezTo>
                <a:lnTo>
                  <a:pt x="37058" y="446"/>
                </a:lnTo>
                <a:lnTo>
                  <a:pt x="35272" y="0"/>
                </a:lnTo>
                <a:cubicBezTo>
                  <a:pt x="23664" y="4465"/>
                  <a:pt x="11609" y="8037"/>
                  <a:pt x="0" y="11609"/>
                </a:cubicBezTo>
                <a:lnTo>
                  <a:pt x="0" y="16073"/>
                </a:lnTo>
                <a:cubicBezTo>
                  <a:pt x="893" y="15180"/>
                  <a:pt x="4018" y="14734"/>
                  <a:pt x="7590" y="14734"/>
                </a:cubicBezTo>
                <a:cubicBezTo>
                  <a:pt x="11609" y="14734"/>
                  <a:pt x="16520" y="15180"/>
                  <a:pt x="16520" y="31254"/>
                </a:cubicBezTo>
                <a:lnTo>
                  <a:pt x="16520" y="94655"/>
                </a:lnTo>
                <a:close/>
                <a:moveTo>
                  <a:pt x="16520" y="946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C628A-568D-485A-941B-E8B57703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70" y="493442"/>
            <a:ext cx="119211" cy="177701"/>
          </a:xfrm>
          <a:custGeom xmlns:a="http://schemas.openxmlformats.org/drawingml/2006/main">
            <a:pathLst>
              <a:path w="119211" h="177701">
                <a:moveTo>
                  <a:pt x="80367" y="148679"/>
                </a:moveTo>
                <a:cubicBezTo>
                  <a:pt x="78581" y="158055"/>
                  <a:pt x="68312" y="164306"/>
                  <a:pt x="57596" y="164306"/>
                </a:cubicBezTo>
                <a:cubicBezTo>
                  <a:pt x="40630" y="164306"/>
                  <a:pt x="22324" y="150019"/>
                  <a:pt x="22324" y="111621"/>
                </a:cubicBezTo>
                <a:cubicBezTo>
                  <a:pt x="22324" y="76795"/>
                  <a:pt x="39737" y="64294"/>
                  <a:pt x="54025" y="64294"/>
                </a:cubicBezTo>
                <a:cubicBezTo>
                  <a:pt x="66080" y="64294"/>
                  <a:pt x="78581" y="72330"/>
                  <a:pt x="80367" y="89743"/>
                </a:cubicBezTo>
                <a:lnTo>
                  <a:pt x="80367" y="148679"/>
                </a:lnTo>
                <a:close/>
                <a:moveTo>
                  <a:pt x="119211" y="160288"/>
                </a:moveTo>
                <a:cubicBezTo>
                  <a:pt x="101798" y="161627"/>
                  <a:pt x="101798" y="156270"/>
                  <a:pt x="101798" y="146000"/>
                </a:cubicBezTo>
                <a:lnTo>
                  <a:pt x="101798" y="446"/>
                </a:lnTo>
                <a:lnTo>
                  <a:pt x="100905" y="0"/>
                </a:lnTo>
                <a:cubicBezTo>
                  <a:pt x="88404" y="4465"/>
                  <a:pt x="75902" y="8037"/>
                  <a:pt x="62954" y="11162"/>
                </a:cubicBezTo>
                <a:lnTo>
                  <a:pt x="62954" y="15180"/>
                </a:lnTo>
                <a:cubicBezTo>
                  <a:pt x="65187" y="15180"/>
                  <a:pt x="67419" y="15180"/>
                  <a:pt x="69205" y="15180"/>
                </a:cubicBezTo>
                <a:cubicBezTo>
                  <a:pt x="80367" y="15180"/>
                  <a:pt x="80367" y="20538"/>
                  <a:pt x="80367" y="28129"/>
                </a:cubicBezTo>
                <a:lnTo>
                  <a:pt x="80367" y="68312"/>
                </a:lnTo>
                <a:cubicBezTo>
                  <a:pt x="71884" y="60722"/>
                  <a:pt x="64294" y="57150"/>
                  <a:pt x="53132" y="57150"/>
                </a:cubicBezTo>
                <a:cubicBezTo>
                  <a:pt x="24557" y="57150"/>
                  <a:pt x="0" y="86618"/>
                  <a:pt x="0" y="120104"/>
                </a:cubicBezTo>
                <a:cubicBezTo>
                  <a:pt x="0" y="172343"/>
                  <a:pt x="37058" y="177701"/>
                  <a:pt x="46881" y="177701"/>
                </a:cubicBezTo>
                <a:cubicBezTo>
                  <a:pt x="65633" y="177701"/>
                  <a:pt x="75456" y="168325"/>
                  <a:pt x="79921" y="161181"/>
                </a:cubicBezTo>
                <a:lnTo>
                  <a:pt x="80367" y="161181"/>
                </a:lnTo>
                <a:lnTo>
                  <a:pt x="80367" y="176808"/>
                </a:lnTo>
                <a:lnTo>
                  <a:pt x="81260" y="177701"/>
                </a:lnTo>
                <a:cubicBezTo>
                  <a:pt x="95101" y="172789"/>
                  <a:pt x="106710" y="168771"/>
                  <a:pt x="119211" y="164306"/>
                </a:cubicBezTo>
                <a:lnTo>
                  <a:pt x="119211" y="160288"/>
                </a:lnTo>
                <a:close/>
                <a:moveTo>
                  <a:pt x="119211" y="1602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B7EF3-80DB-40A7-92AF-FA6C5BBAD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245" y="550592"/>
            <a:ext cx="102245" cy="120551"/>
          </a:xfrm>
          <a:custGeom xmlns:a="http://schemas.openxmlformats.org/drawingml/2006/main">
            <a:pathLst>
              <a:path w="102245" h="120551">
                <a:moveTo>
                  <a:pt x="98227" y="75902"/>
                </a:moveTo>
                <a:cubicBezTo>
                  <a:pt x="92422" y="85279"/>
                  <a:pt x="81260" y="102691"/>
                  <a:pt x="58489" y="102691"/>
                </a:cubicBezTo>
                <a:cubicBezTo>
                  <a:pt x="41523" y="102691"/>
                  <a:pt x="20985" y="92422"/>
                  <a:pt x="17859" y="46881"/>
                </a:cubicBezTo>
                <a:lnTo>
                  <a:pt x="97334" y="46881"/>
                </a:lnTo>
                <a:cubicBezTo>
                  <a:pt x="94655" y="13395"/>
                  <a:pt x="76349" y="0"/>
                  <a:pt x="52239" y="0"/>
                </a:cubicBezTo>
                <a:cubicBezTo>
                  <a:pt x="32147" y="0"/>
                  <a:pt x="0" y="15627"/>
                  <a:pt x="0" y="62954"/>
                </a:cubicBezTo>
                <a:cubicBezTo>
                  <a:pt x="0" y="99566"/>
                  <a:pt x="19645" y="120551"/>
                  <a:pt x="48220" y="120551"/>
                </a:cubicBezTo>
                <a:cubicBezTo>
                  <a:pt x="84832" y="120551"/>
                  <a:pt x="100012" y="85725"/>
                  <a:pt x="102245" y="77688"/>
                </a:cubicBezTo>
                <a:lnTo>
                  <a:pt x="98227" y="75902"/>
                </a:lnTo>
                <a:close/>
                <a:moveTo>
                  <a:pt x="18752" y="38844"/>
                </a:moveTo>
                <a:cubicBezTo>
                  <a:pt x="22771" y="16073"/>
                  <a:pt x="32593" y="9376"/>
                  <a:pt x="46881" y="9376"/>
                </a:cubicBezTo>
                <a:cubicBezTo>
                  <a:pt x="66973" y="9376"/>
                  <a:pt x="69652" y="26343"/>
                  <a:pt x="71438" y="38844"/>
                </a:cubicBezTo>
                <a:lnTo>
                  <a:pt x="18752" y="38844"/>
                </a:lnTo>
                <a:close/>
                <a:moveTo>
                  <a:pt x="18752" y="388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0EEA3-D5ED-4BA6-AA52-55BDD4C3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4106" y="550592"/>
            <a:ext cx="84386" cy="117872"/>
          </a:xfrm>
          <a:custGeom xmlns:a="http://schemas.openxmlformats.org/drawingml/2006/main">
            <a:pathLst>
              <a:path w="84386" h="117872">
                <a:moveTo>
                  <a:pt x="18306" y="96441"/>
                </a:moveTo>
                <a:cubicBezTo>
                  <a:pt x="18306" y="110728"/>
                  <a:pt x="13841" y="111621"/>
                  <a:pt x="0" y="113854"/>
                </a:cubicBezTo>
                <a:lnTo>
                  <a:pt x="0" y="117872"/>
                </a:lnTo>
                <a:lnTo>
                  <a:pt x="61615" y="117872"/>
                </a:lnTo>
                <a:lnTo>
                  <a:pt x="61615" y="113854"/>
                </a:lnTo>
                <a:cubicBezTo>
                  <a:pt x="48220" y="113407"/>
                  <a:pt x="39737" y="112514"/>
                  <a:pt x="39737" y="94655"/>
                </a:cubicBezTo>
                <a:lnTo>
                  <a:pt x="39737" y="37058"/>
                </a:lnTo>
                <a:cubicBezTo>
                  <a:pt x="39737" y="29021"/>
                  <a:pt x="50899" y="16073"/>
                  <a:pt x="57150" y="16073"/>
                </a:cubicBezTo>
                <a:cubicBezTo>
                  <a:pt x="63401" y="16073"/>
                  <a:pt x="65633" y="25003"/>
                  <a:pt x="74563" y="25003"/>
                </a:cubicBezTo>
                <a:cubicBezTo>
                  <a:pt x="80814" y="25003"/>
                  <a:pt x="84386" y="20092"/>
                  <a:pt x="84386" y="13841"/>
                </a:cubicBezTo>
                <a:cubicBezTo>
                  <a:pt x="84386" y="5358"/>
                  <a:pt x="79474" y="0"/>
                  <a:pt x="70545" y="0"/>
                </a:cubicBezTo>
                <a:cubicBezTo>
                  <a:pt x="60722" y="0"/>
                  <a:pt x="52239" y="4911"/>
                  <a:pt x="40184" y="23217"/>
                </a:cubicBezTo>
                <a:lnTo>
                  <a:pt x="39737" y="23217"/>
                </a:lnTo>
                <a:lnTo>
                  <a:pt x="39737" y="446"/>
                </a:lnTo>
                <a:lnTo>
                  <a:pt x="38398" y="0"/>
                </a:lnTo>
                <a:cubicBezTo>
                  <a:pt x="25896" y="4911"/>
                  <a:pt x="12948" y="9823"/>
                  <a:pt x="446" y="13841"/>
                </a:cubicBezTo>
                <a:lnTo>
                  <a:pt x="446" y="17859"/>
                </a:lnTo>
                <a:cubicBezTo>
                  <a:pt x="2679" y="17413"/>
                  <a:pt x="5358" y="16966"/>
                  <a:pt x="9376" y="16966"/>
                </a:cubicBezTo>
                <a:cubicBezTo>
                  <a:pt x="13395" y="16966"/>
                  <a:pt x="18306" y="16966"/>
                  <a:pt x="18306" y="32147"/>
                </a:cubicBezTo>
                <a:lnTo>
                  <a:pt x="18306" y="96441"/>
                </a:lnTo>
                <a:close/>
                <a:moveTo>
                  <a:pt x="18306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ABEA51-2AC2-409A-8AE2-76ACA5C4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114" y="493442"/>
            <a:ext cx="60722" cy="175022"/>
          </a:xfrm>
          <a:custGeom xmlns:a="http://schemas.openxmlformats.org/drawingml/2006/main">
            <a:pathLst>
              <a:path w="60722" h="175022">
                <a:moveTo>
                  <a:pt x="0" y="175022"/>
                </a:moveTo>
                <a:lnTo>
                  <a:pt x="60722" y="175022"/>
                </a:lnTo>
                <a:lnTo>
                  <a:pt x="60722" y="171004"/>
                </a:lnTo>
                <a:cubicBezTo>
                  <a:pt x="43309" y="170111"/>
                  <a:pt x="41970" y="165646"/>
                  <a:pt x="41970" y="148679"/>
                </a:cubicBezTo>
                <a:lnTo>
                  <a:pt x="41970" y="58043"/>
                </a:lnTo>
                <a:lnTo>
                  <a:pt x="40630" y="57150"/>
                </a:lnTo>
                <a:cubicBezTo>
                  <a:pt x="27682" y="62061"/>
                  <a:pt x="14288" y="66973"/>
                  <a:pt x="893" y="71438"/>
                </a:cubicBezTo>
                <a:lnTo>
                  <a:pt x="893" y="75009"/>
                </a:lnTo>
                <a:cubicBezTo>
                  <a:pt x="4465" y="74563"/>
                  <a:pt x="7590" y="74116"/>
                  <a:pt x="11162" y="74116"/>
                </a:cubicBezTo>
                <a:cubicBezTo>
                  <a:pt x="15627" y="74116"/>
                  <a:pt x="20538" y="74116"/>
                  <a:pt x="20538" y="89297"/>
                </a:cubicBezTo>
                <a:lnTo>
                  <a:pt x="20538" y="148679"/>
                </a:lnTo>
                <a:cubicBezTo>
                  <a:pt x="20538" y="168771"/>
                  <a:pt x="16073" y="170557"/>
                  <a:pt x="0" y="171004"/>
                </a:cubicBezTo>
                <a:lnTo>
                  <a:pt x="0" y="175022"/>
                </a:lnTo>
                <a:close/>
                <a:moveTo>
                  <a:pt x="16073" y="12948"/>
                </a:moveTo>
                <a:cubicBezTo>
                  <a:pt x="16073" y="17859"/>
                  <a:pt x="19645" y="26343"/>
                  <a:pt x="28575" y="26343"/>
                </a:cubicBezTo>
                <a:cubicBezTo>
                  <a:pt x="36612" y="26343"/>
                  <a:pt x="41970" y="20538"/>
                  <a:pt x="41970" y="12948"/>
                </a:cubicBezTo>
                <a:cubicBezTo>
                  <a:pt x="41970" y="5804"/>
                  <a:pt x="36612" y="0"/>
                  <a:pt x="28575" y="0"/>
                </a:cubicBezTo>
                <a:cubicBezTo>
                  <a:pt x="19645" y="0"/>
                  <a:pt x="16073" y="8037"/>
                  <a:pt x="16073" y="12948"/>
                </a:cubicBezTo>
                <a:close/>
                <a:moveTo>
                  <a:pt x="16073" y="129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17C2F7-0997-498D-B52D-8BC6CD0E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3350" y="550592"/>
            <a:ext cx="120104" cy="117872"/>
          </a:xfrm>
          <a:custGeom xmlns:a="http://schemas.openxmlformats.org/drawingml/2006/main">
            <a:pathLst>
              <a:path w="120104" h="117872">
                <a:moveTo>
                  <a:pt x="16520" y="94655"/>
                </a:moveTo>
                <a:cubicBezTo>
                  <a:pt x="16520" y="109835"/>
                  <a:pt x="12502" y="113407"/>
                  <a:pt x="446" y="113854"/>
                </a:cubicBezTo>
                <a:lnTo>
                  <a:pt x="446" y="117872"/>
                </a:lnTo>
                <a:lnTo>
                  <a:pt x="54918" y="117872"/>
                </a:lnTo>
                <a:lnTo>
                  <a:pt x="54918" y="113854"/>
                </a:lnTo>
                <a:cubicBezTo>
                  <a:pt x="41523" y="113407"/>
                  <a:pt x="37951" y="108942"/>
                  <a:pt x="37951" y="100905"/>
                </a:cubicBezTo>
                <a:lnTo>
                  <a:pt x="37951" y="28575"/>
                </a:lnTo>
                <a:cubicBezTo>
                  <a:pt x="47774" y="19199"/>
                  <a:pt x="55811" y="14288"/>
                  <a:pt x="63401" y="14288"/>
                </a:cubicBezTo>
                <a:cubicBezTo>
                  <a:pt x="78581" y="14288"/>
                  <a:pt x="83046" y="23217"/>
                  <a:pt x="83046" y="38844"/>
                </a:cubicBezTo>
                <a:lnTo>
                  <a:pt x="83046" y="92422"/>
                </a:lnTo>
                <a:cubicBezTo>
                  <a:pt x="83046" y="112068"/>
                  <a:pt x="76349" y="113407"/>
                  <a:pt x="66973" y="113854"/>
                </a:cubicBezTo>
                <a:lnTo>
                  <a:pt x="66973" y="117872"/>
                </a:lnTo>
                <a:lnTo>
                  <a:pt x="120104" y="117872"/>
                </a:lnTo>
                <a:lnTo>
                  <a:pt x="120104" y="113854"/>
                </a:lnTo>
                <a:cubicBezTo>
                  <a:pt x="107603" y="112961"/>
                  <a:pt x="104477" y="108942"/>
                  <a:pt x="104477" y="97334"/>
                </a:cubicBezTo>
                <a:lnTo>
                  <a:pt x="104477" y="38398"/>
                </a:lnTo>
                <a:cubicBezTo>
                  <a:pt x="104477" y="6697"/>
                  <a:pt x="86618" y="0"/>
                  <a:pt x="74563" y="0"/>
                </a:cubicBezTo>
                <a:cubicBezTo>
                  <a:pt x="59382" y="0"/>
                  <a:pt x="50006" y="8930"/>
                  <a:pt x="37058" y="20538"/>
                </a:cubicBezTo>
                <a:lnTo>
                  <a:pt x="37058" y="446"/>
                </a:lnTo>
                <a:lnTo>
                  <a:pt x="35272" y="0"/>
                </a:lnTo>
                <a:cubicBezTo>
                  <a:pt x="23664" y="4465"/>
                  <a:pt x="11609" y="8037"/>
                  <a:pt x="0" y="11609"/>
                </a:cubicBezTo>
                <a:lnTo>
                  <a:pt x="0" y="16073"/>
                </a:lnTo>
                <a:cubicBezTo>
                  <a:pt x="893" y="15180"/>
                  <a:pt x="4018" y="14734"/>
                  <a:pt x="7590" y="14734"/>
                </a:cubicBezTo>
                <a:cubicBezTo>
                  <a:pt x="11609" y="14734"/>
                  <a:pt x="16520" y="15180"/>
                  <a:pt x="16520" y="31254"/>
                </a:cubicBezTo>
                <a:lnTo>
                  <a:pt x="16520" y="94655"/>
                </a:lnTo>
                <a:close/>
                <a:moveTo>
                  <a:pt x="16520" y="946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736050-A545-4D8D-9350-9F0F26FC4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598" y="550592"/>
            <a:ext cx="113407" cy="173682"/>
          </a:xfrm>
          <a:custGeom xmlns:a="http://schemas.openxmlformats.org/drawingml/2006/main">
            <a:pathLst>
              <a:path w="113407" h="173682">
                <a:moveTo>
                  <a:pt x="17859" y="141089"/>
                </a:moveTo>
                <a:cubicBezTo>
                  <a:pt x="17859" y="133052"/>
                  <a:pt x="22771" y="127695"/>
                  <a:pt x="30361" y="118318"/>
                </a:cubicBezTo>
                <a:cubicBezTo>
                  <a:pt x="42416" y="120997"/>
                  <a:pt x="48220" y="120997"/>
                  <a:pt x="72330" y="121890"/>
                </a:cubicBezTo>
                <a:cubicBezTo>
                  <a:pt x="91083" y="122337"/>
                  <a:pt x="104031" y="122783"/>
                  <a:pt x="104031" y="134392"/>
                </a:cubicBezTo>
                <a:cubicBezTo>
                  <a:pt x="104031" y="147786"/>
                  <a:pt x="86618" y="158948"/>
                  <a:pt x="56257" y="158948"/>
                </a:cubicBezTo>
                <a:cubicBezTo>
                  <a:pt x="27236" y="158948"/>
                  <a:pt x="17859" y="148679"/>
                  <a:pt x="17859" y="141089"/>
                </a:cubicBezTo>
                <a:close/>
                <a:moveTo>
                  <a:pt x="31700" y="30361"/>
                </a:moveTo>
                <a:cubicBezTo>
                  <a:pt x="31700" y="12948"/>
                  <a:pt x="41970" y="7144"/>
                  <a:pt x="50899" y="7144"/>
                </a:cubicBezTo>
                <a:cubicBezTo>
                  <a:pt x="73223" y="7144"/>
                  <a:pt x="77242" y="41523"/>
                  <a:pt x="77242" y="48667"/>
                </a:cubicBezTo>
                <a:cubicBezTo>
                  <a:pt x="77242" y="54471"/>
                  <a:pt x="75902" y="73223"/>
                  <a:pt x="58489" y="73223"/>
                </a:cubicBezTo>
                <a:cubicBezTo>
                  <a:pt x="38398" y="73223"/>
                  <a:pt x="31700" y="50453"/>
                  <a:pt x="31700" y="30361"/>
                </a:cubicBezTo>
                <a:close/>
                <a:moveTo>
                  <a:pt x="113407" y="18306"/>
                </a:moveTo>
                <a:lnTo>
                  <a:pt x="113407" y="8483"/>
                </a:lnTo>
                <a:lnTo>
                  <a:pt x="93762" y="8483"/>
                </a:lnTo>
                <a:cubicBezTo>
                  <a:pt x="89297" y="8483"/>
                  <a:pt x="84832" y="8037"/>
                  <a:pt x="79474" y="5804"/>
                </a:cubicBezTo>
                <a:cubicBezTo>
                  <a:pt x="69205" y="2232"/>
                  <a:pt x="63401" y="0"/>
                  <a:pt x="54471" y="0"/>
                </a:cubicBezTo>
                <a:cubicBezTo>
                  <a:pt x="35272" y="0"/>
                  <a:pt x="10716" y="12502"/>
                  <a:pt x="10716" y="42862"/>
                </a:cubicBezTo>
                <a:cubicBezTo>
                  <a:pt x="10716" y="57596"/>
                  <a:pt x="19199" y="69652"/>
                  <a:pt x="34379" y="75902"/>
                </a:cubicBezTo>
                <a:cubicBezTo>
                  <a:pt x="11609" y="96441"/>
                  <a:pt x="11609" y="99566"/>
                  <a:pt x="11609" y="104031"/>
                </a:cubicBezTo>
                <a:cubicBezTo>
                  <a:pt x="11609" y="111175"/>
                  <a:pt x="18306" y="114300"/>
                  <a:pt x="25003" y="117425"/>
                </a:cubicBezTo>
                <a:cubicBezTo>
                  <a:pt x="12055" y="126802"/>
                  <a:pt x="0" y="137517"/>
                  <a:pt x="0" y="148679"/>
                </a:cubicBezTo>
                <a:cubicBezTo>
                  <a:pt x="0" y="162520"/>
                  <a:pt x="19199" y="173682"/>
                  <a:pt x="45541" y="173682"/>
                </a:cubicBezTo>
                <a:cubicBezTo>
                  <a:pt x="68312" y="173682"/>
                  <a:pt x="111175" y="159395"/>
                  <a:pt x="111175" y="130373"/>
                </a:cubicBezTo>
                <a:cubicBezTo>
                  <a:pt x="111175" y="123230"/>
                  <a:pt x="107603" y="104477"/>
                  <a:pt x="79921" y="103138"/>
                </a:cubicBezTo>
                <a:lnTo>
                  <a:pt x="46881" y="101352"/>
                </a:lnTo>
                <a:cubicBezTo>
                  <a:pt x="39291" y="101352"/>
                  <a:pt x="26789" y="100459"/>
                  <a:pt x="26789" y="94655"/>
                </a:cubicBezTo>
                <a:cubicBezTo>
                  <a:pt x="26789" y="89297"/>
                  <a:pt x="37058" y="79028"/>
                  <a:pt x="42416" y="78581"/>
                </a:cubicBezTo>
                <a:cubicBezTo>
                  <a:pt x="43755" y="78581"/>
                  <a:pt x="53132" y="79474"/>
                  <a:pt x="56257" y="79474"/>
                </a:cubicBezTo>
                <a:cubicBezTo>
                  <a:pt x="70545" y="79474"/>
                  <a:pt x="96887" y="69652"/>
                  <a:pt x="96887" y="41970"/>
                </a:cubicBezTo>
                <a:cubicBezTo>
                  <a:pt x="96887" y="29021"/>
                  <a:pt x="94655" y="24110"/>
                  <a:pt x="91976" y="18306"/>
                </a:cubicBezTo>
                <a:lnTo>
                  <a:pt x="113407" y="18306"/>
                </a:lnTo>
                <a:close/>
                <a:moveTo>
                  <a:pt x="113407" y="183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45FAEB-04AC-4706-8952-A3597A79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5888" y="550592"/>
            <a:ext cx="102245" cy="120551"/>
          </a:xfrm>
          <a:custGeom xmlns:a="http://schemas.openxmlformats.org/drawingml/2006/main">
            <a:pathLst>
              <a:path w="102245" h="120551">
                <a:moveTo>
                  <a:pt x="98227" y="75902"/>
                </a:moveTo>
                <a:cubicBezTo>
                  <a:pt x="92422" y="85279"/>
                  <a:pt x="81260" y="102691"/>
                  <a:pt x="58489" y="102691"/>
                </a:cubicBezTo>
                <a:cubicBezTo>
                  <a:pt x="41523" y="102691"/>
                  <a:pt x="20985" y="92422"/>
                  <a:pt x="17859" y="46881"/>
                </a:cubicBezTo>
                <a:lnTo>
                  <a:pt x="97334" y="46881"/>
                </a:lnTo>
                <a:cubicBezTo>
                  <a:pt x="94655" y="13395"/>
                  <a:pt x="76349" y="0"/>
                  <a:pt x="52239" y="0"/>
                </a:cubicBezTo>
                <a:cubicBezTo>
                  <a:pt x="32147" y="0"/>
                  <a:pt x="0" y="15627"/>
                  <a:pt x="0" y="62954"/>
                </a:cubicBezTo>
                <a:cubicBezTo>
                  <a:pt x="0" y="99566"/>
                  <a:pt x="19645" y="120551"/>
                  <a:pt x="48220" y="120551"/>
                </a:cubicBezTo>
                <a:cubicBezTo>
                  <a:pt x="84832" y="120551"/>
                  <a:pt x="100012" y="85725"/>
                  <a:pt x="102245" y="77688"/>
                </a:cubicBezTo>
                <a:lnTo>
                  <a:pt x="98227" y="75902"/>
                </a:lnTo>
                <a:close/>
                <a:moveTo>
                  <a:pt x="18752" y="38844"/>
                </a:moveTo>
                <a:cubicBezTo>
                  <a:pt x="22771" y="16073"/>
                  <a:pt x="32593" y="9376"/>
                  <a:pt x="46881" y="9376"/>
                </a:cubicBezTo>
                <a:cubicBezTo>
                  <a:pt x="66973" y="9376"/>
                  <a:pt x="69652" y="26343"/>
                  <a:pt x="71438" y="38844"/>
                </a:cubicBezTo>
                <a:lnTo>
                  <a:pt x="18752" y="38844"/>
                </a:lnTo>
                <a:close/>
                <a:moveTo>
                  <a:pt x="18752" y="388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255B40-4795-4482-991D-81D6FFEF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9660" y="550592"/>
            <a:ext cx="118765" cy="173682"/>
          </a:xfrm>
          <a:custGeom xmlns:a="http://schemas.openxmlformats.org/drawingml/2006/main">
            <a:pathLst>
              <a:path w="118765" h="173682">
                <a:moveTo>
                  <a:pt x="86171" y="8930"/>
                </a:moveTo>
                <a:cubicBezTo>
                  <a:pt x="75902" y="3125"/>
                  <a:pt x="70098" y="0"/>
                  <a:pt x="57150" y="0"/>
                </a:cubicBezTo>
                <a:cubicBezTo>
                  <a:pt x="25003" y="0"/>
                  <a:pt x="0" y="28129"/>
                  <a:pt x="0" y="63401"/>
                </a:cubicBezTo>
                <a:cubicBezTo>
                  <a:pt x="0" y="102245"/>
                  <a:pt x="19199" y="120551"/>
                  <a:pt x="41970" y="120551"/>
                </a:cubicBezTo>
                <a:cubicBezTo>
                  <a:pt x="57596" y="120551"/>
                  <a:pt x="75456" y="109835"/>
                  <a:pt x="79921" y="101798"/>
                </a:cubicBezTo>
                <a:lnTo>
                  <a:pt x="81260" y="101798"/>
                </a:lnTo>
                <a:lnTo>
                  <a:pt x="81260" y="149572"/>
                </a:lnTo>
                <a:cubicBezTo>
                  <a:pt x="81260" y="162520"/>
                  <a:pt x="77688" y="168325"/>
                  <a:pt x="58489" y="169218"/>
                </a:cubicBezTo>
                <a:lnTo>
                  <a:pt x="58489" y="173682"/>
                </a:lnTo>
                <a:lnTo>
                  <a:pt x="118765" y="173682"/>
                </a:lnTo>
                <a:lnTo>
                  <a:pt x="118765" y="170111"/>
                </a:lnTo>
                <a:cubicBezTo>
                  <a:pt x="107156" y="167432"/>
                  <a:pt x="102691" y="166092"/>
                  <a:pt x="102691" y="154037"/>
                </a:cubicBezTo>
                <a:lnTo>
                  <a:pt x="102691" y="893"/>
                </a:lnTo>
                <a:lnTo>
                  <a:pt x="101798" y="0"/>
                </a:lnTo>
                <a:lnTo>
                  <a:pt x="100012" y="893"/>
                </a:lnTo>
                <a:lnTo>
                  <a:pt x="86171" y="8930"/>
                </a:lnTo>
                <a:close/>
                <a:moveTo>
                  <a:pt x="81260" y="85279"/>
                </a:moveTo>
                <a:cubicBezTo>
                  <a:pt x="80814" y="93315"/>
                  <a:pt x="80814" y="97780"/>
                  <a:pt x="67419" y="102691"/>
                </a:cubicBezTo>
                <a:cubicBezTo>
                  <a:pt x="62954" y="104477"/>
                  <a:pt x="58489" y="104924"/>
                  <a:pt x="54918" y="104924"/>
                </a:cubicBezTo>
                <a:cubicBezTo>
                  <a:pt x="32147" y="104924"/>
                  <a:pt x="21878" y="80367"/>
                  <a:pt x="21878" y="56704"/>
                </a:cubicBezTo>
                <a:cubicBezTo>
                  <a:pt x="21878" y="25896"/>
                  <a:pt x="35719" y="7144"/>
                  <a:pt x="56704" y="7144"/>
                </a:cubicBezTo>
                <a:cubicBezTo>
                  <a:pt x="80814" y="7144"/>
                  <a:pt x="81260" y="25450"/>
                  <a:pt x="81260" y="32593"/>
                </a:cubicBezTo>
                <a:lnTo>
                  <a:pt x="81260" y="85279"/>
                </a:lnTo>
                <a:close/>
                <a:moveTo>
                  <a:pt x="81260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6B235-6708-400F-9491-0D4DF87A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3764" y="553271"/>
            <a:ext cx="120551" cy="117872"/>
          </a:xfrm>
          <a:custGeom xmlns:a="http://schemas.openxmlformats.org/drawingml/2006/main">
            <a:pathLst>
              <a:path w="120551" h="117872">
                <a:moveTo>
                  <a:pt x="120551" y="102245"/>
                </a:moveTo>
                <a:cubicBezTo>
                  <a:pt x="105370" y="102691"/>
                  <a:pt x="104477" y="96887"/>
                  <a:pt x="104477" y="87957"/>
                </a:cubicBezTo>
                <a:lnTo>
                  <a:pt x="104477" y="0"/>
                </a:lnTo>
                <a:lnTo>
                  <a:pt x="64294" y="0"/>
                </a:lnTo>
                <a:lnTo>
                  <a:pt x="64294" y="4018"/>
                </a:lnTo>
                <a:cubicBezTo>
                  <a:pt x="82153" y="4911"/>
                  <a:pt x="83046" y="10269"/>
                  <a:pt x="83046" y="20538"/>
                </a:cubicBezTo>
                <a:lnTo>
                  <a:pt x="83046" y="80814"/>
                </a:lnTo>
                <a:cubicBezTo>
                  <a:pt x="83046" y="88850"/>
                  <a:pt x="81260" y="91529"/>
                  <a:pt x="79028" y="93762"/>
                </a:cubicBezTo>
                <a:cubicBezTo>
                  <a:pt x="71884" y="99120"/>
                  <a:pt x="64294" y="102691"/>
                  <a:pt x="56704" y="102691"/>
                </a:cubicBezTo>
                <a:cubicBezTo>
                  <a:pt x="39737" y="102691"/>
                  <a:pt x="37505" y="87064"/>
                  <a:pt x="37505" y="83493"/>
                </a:cubicBezTo>
                <a:lnTo>
                  <a:pt x="37505" y="0"/>
                </a:lnTo>
                <a:lnTo>
                  <a:pt x="0" y="0"/>
                </a:lnTo>
                <a:lnTo>
                  <a:pt x="0" y="3572"/>
                </a:lnTo>
                <a:cubicBezTo>
                  <a:pt x="7590" y="4018"/>
                  <a:pt x="16073" y="4465"/>
                  <a:pt x="16073" y="19645"/>
                </a:cubicBezTo>
                <a:lnTo>
                  <a:pt x="16073" y="84386"/>
                </a:lnTo>
                <a:cubicBezTo>
                  <a:pt x="16073" y="111621"/>
                  <a:pt x="36165" y="117872"/>
                  <a:pt x="46434" y="117872"/>
                </a:cubicBezTo>
                <a:cubicBezTo>
                  <a:pt x="50899" y="117872"/>
                  <a:pt x="63401" y="116532"/>
                  <a:pt x="73223" y="106710"/>
                </a:cubicBezTo>
                <a:lnTo>
                  <a:pt x="84386" y="95548"/>
                </a:lnTo>
                <a:lnTo>
                  <a:pt x="84386" y="116979"/>
                </a:lnTo>
                <a:lnTo>
                  <a:pt x="84832" y="117425"/>
                </a:lnTo>
                <a:cubicBezTo>
                  <a:pt x="96887" y="112961"/>
                  <a:pt x="106710" y="109389"/>
                  <a:pt x="120551" y="105817"/>
                </a:cubicBezTo>
                <a:lnTo>
                  <a:pt x="120551" y="102245"/>
                </a:lnTo>
                <a:close/>
                <a:moveTo>
                  <a:pt x="120551" y="1022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10BB91-71C5-4408-8915-555398D2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029" y="550592"/>
            <a:ext cx="104031" cy="120551"/>
          </a:xfrm>
          <a:custGeom xmlns:a="http://schemas.openxmlformats.org/drawingml/2006/main">
            <a:pathLst>
              <a:path w="104031" h="120551">
                <a:moveTo>
                  <a:pt x="64294" y="86171"/>
                </a:moveTo>
                <a:cubicBezTo>
                  <a:pt x="64294" y="94208"/>
                  <a:pt x="63401" y="97334"/>
                  <a:pt x="55364" y="100905"/>
                </a:cubicBezTo>
                <a:cubicBezTo>
                  <a:pt x="53132" y="102245"/>
                  <a:pt x="45095" y="105370"/>
                  <a:pt x="39737" y="105370"/>
                </a:cubicBezTo>
                <a:cubicBezTo>
                  <a:pt x="29914" y="105370"/>
                  <a:pt x="22771" y="97780"/>
                  <a:pt x="22771" y="85725"/>
                </a:cubicBezTo>
                <a:lnTo>
                  <a:pt x="22771" y="85279"/>
                </a:lnTo>
                <a:cubicBezTo>
                  <a:pt x="22771" y="76349"/>
                  <a:pt x="25450" y="62061"/>
                  <a:pt x="64294" y="49113"/>
                </a:cubicBezTo>
                <a:lnTo>
                  <a:pt x="64294" y="86171"/>
                </a:lnTo>
                <a:close/>
                <a:moveTo>
                  <a:pt x="104031" y="100905"/>
                </a:moveTo>
                <a:cubicBezTo>
                  <a:pt x="100905" y="103138"/>
                  <a:pt x="97780" y="105817"/>
                  <a:pt x="92422" y="105817"/>
                </a:cubicBezTo>
                <a:cubicBezTo>
                  <a:pt x="84832" y="105817"/>
                  <a:pt x="84832" y="98227"/>
                  <a:pt x="84832" y="91083"/>
                </a:cubicBezTo>
                <a:lnTo>
                  <a:pt x="84832" y="41077"/>
                </a:lnTo>
                <a:cubicBezTo>
                  <a:pt x="84832" y="25450"/>
                  <a:pt x="84832" y="0"/>
                  <a:pt x="46881" y="0"/>
                </a:cubicBezTo>
                <a:cubicBezTo>
                  <a:pt x="16966" y="0"/>
                  <a:pt x="4911" y="18306"/>
                  <a:pt x="4911" y="28575"/>
                </a:cubicBezTo>
                <a:cubicBezTo>
                  <a:pt x="4911" y="32593"/>
                  <a:pt x="8037" y="39737"/>
                  <a:pt x="16073" y="39737"/>
                </a:cubicBezTo>
                <a:cubicBezTo>
                  <a:pt x="22771" y="39737"/>
                  <a:pt x="27682" y="33933"/>
                  <a:pt x="27682" y="28575"/>
                </a:cubicBezTo>
                <a:cubicBezTo>
                  <a:pt x="27682" y="26343"/>
                  <a:pt x="26343" y="22324"/>
                  <a:pt x="26343" y="18752"/>
                </a:cubicBezTo>
                <a:cubicBezTo>
                  <a:pt x="26343" y="10716"/>
                  <a:pt x="36165" y="6251"/>
                  <a:pt x="44648" y="6251"/>
                </a:cubicBezTo>
                <a:cubicBezTo>
                  <a:pt x="52239" y="6251"/>
                  <a:pt x="64294" y="8930"/>
                  <a:pt x="64294" y="27236"/>
                </a:cubicBezTo>
                <a:lnTo>
                  <a:pt x="64294" y="42862"/>
                </a:lnTo>
                <a:cubicBezTo>
                  <a:pt x="22324" y="59382"/>
                  <a:pt x="0" y="68312"/>
                  <a:pt x="0" y="93762"/>
                </a:cubicBezTo>
                <a:cubicBezTo>
                  <a:pt x="0" y="111175"/>
                  <a:pt x="13395" y="120551"/>
                  <a:pt x="27236" y="120551"/>
                </a:cubicBezTo>
                <a:cubicBezTo>
                  <a:pt x="41523" y="120551"/>
                  <a:pt x="54918" y="110282"/>
                  <a:pt x="64294" y="101798"/>
                </a:cubicBezTo>
                <a:cubicBezTo>
                  <a:pt x="65633" y="120104"/>
                  <a:pt x="76349" y="120551"/>
                  <a:pt x="81260" y="120551"/>
                </a:cubicBezTo>
                <a:cubicBezTo>
                  <a:pt x="85279" y="120551"/>
                  <a:pt x="93315" y="120104"/>
                  <a:pt x="104031" y="107603"/>
                </a:cubicBezTo>
                <a:lnTo>
                  <a:pt x="104031" y="100905"/>
                </a:lnTo>
                <a:close/>
                <a:moveTo>
                  <a:pt x="104031" y="1009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71AFA7-BB13-403B-A63B-A99C36EE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6551" y="520232"/>
            <a:ext cx="68312" cy="150912"/>
          </a:xfrm>
          <a:custGeom xmlns:a="http://schemas.openxmlformats.org/drawingml/2006/main">
            <a:pathLst>
              <a:path w="68312" h="150912">
                <a:moveTo>
                  <a:pt x="62061" y="33040"/>
                </a:moveTo>
                <a:lnTo>
                  <a:pt x="36165" y="33040"/>
                </a:lnTo>
                <a:lnTo>
                  <a:pt x="36165" y="3125"/>
                </a:lnTo>
                <a:cubicBezTo>
                  <a:pt x="36165" y="1339"/>
                  <a:pt x="36165" y="0"/>
                  <a:pt x="34379" y="0"/>
                </a:cubicBezTo>
                <a:cubicBezTo>
                  <a:pt x="25003" y="13395"/>
                  <a:pt x="21431" y="19199"/>
                  <a:pt x="11609" y="29021"/>
                </a:cubicBezTo>
                <a:cubicBezTo>
                  <a:pt x="5804" y="34826"/>
                  <a:pt x="0" y="36165"/>
                  <a:pt x="0" y="39291"/>
                </a:cubicBezTo>
                <a:cubicBezTo>
                  <a:pt x="0" y="40184"/>
                  <a:pt x="893" y="40630"/>
                  <a:pt x="1339" y="41077"/>
                </a:cubicBezTo>
                <a:lnTo>
                  <a:pt x="14734" y="41077"/>
                </a:lnTo>
                <a:lnTo>
                  <a:pt x="14734" y="118318"/>
                </a:lnTo>
                <a:cubicBezTo>
                  <a:pt x="14734" y="143768"/>
                  <a:pt x="25450" y="150912"/>
                  <a:pt x="38398" y="150912"/>
                </a:cubicBezTo>
                <a:cubicBezTo>
                  <a:pt x="50006" y="150912"/>
                  <a:pt x="62061" y="142429"/>
                  <a:pt x="68312" y="131266"/>
                </a:cubicBezTo>
                <a:lnTo>
                  <a:pt x="65187" y="128588"/>
                </a:lnTo>
                <a:cubicBezTo>
                  <a:pt x="62061" y="131713"/>
                  <a:pt x="57596" y="137517"/>
                  <a:pt x="49560" y="137517"/>
                </a:cubicBezTo>
                <a:cubicBezTo>
                  <a:pt x="36165" y="137517"/>
                  <a:pt x="36165" y="122337"/>
                  <a:pt x="36165" y="114300"/>
                </a:cubicBezTo>
                <a:lnTo>
                  <a:pt x="36165" y="41077"/>
                </a:lnTo>
                <a:lnTo>
                  <a:pt x="62061" y="41077"/>
                </a:lnTo>
                <a:lnTo>
                  <a:pt x="62061" y="33040"/>
                </a:lnTo>
                <a:close/>
                <a:moveTo>
                  <a:pt x="62061" y="330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E74B0B-40CD-4936-A129-DD62B124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8680" y="493442"/>
            <a:ext cx="60722" cy="175022"/>
          </a:xfrm>
          <a:custGeom xmlns:a="http://schemas.openxmlformats.org/drawingml/2006/main">
            <a:pathLst>
              <a:path w="60722" h="175022">
                <a:moveTo>
                  <a:pt x="0" y="175022"/>
                </a:moveTo>
                <a:lnTo>
                  <a:pt x="60722" y="175022"/>
                </a:lnTo>
                <a:lnTo>
                  <a:pt x="60722" y="171004"/>
                </a:lnTo>
                <a:cubicBezTo>
                  <a:pt x="43309" y="170111"/>
                  <a:pt x="41970" y="165646"/>
                  <a:pt x="41970" y="148679"/>
                </a:cubicBezTo>
                <a:lnTo>
                  <a:pt x="41970" y="58043"/>
                </a:lnTo>
                <a:lnTo>
                  <a:pt x="40630" y="57150"/>
                </a:lnTo>
                <a:cubicBezTo>
                  <a:pt x="27682" y="62061"/>
                  <a:pt x="14288" y="66973"/>
                  <a:pt x="893" y="71438"/>
                </a:cubicBezTo>
                <a:lnTo>
                  <a:pt x="893" y="75009"/>
                </a:lnTo>
                <a:cubicBezTo>
                  <a:pt x="4465" y="74563"/>
                  <a:pt x="7590" y="74116"/>
                  <a:pt x="11162" y="74116"/>
                </a:cubicBezTo>
                <a:cubicBezTo>
                  <a:pt x="15627" y="74116"/>
                  <a:pt x="20538" y="74116"/>
                  <a:pt x="20538" y="89297"/>
                </a:cubicBezTo>
                <a:lnTo>
                  <a:pt x="20538" y="148679"/>
                </a:lnTo>
                <a:cubicBezTo>
                  <a:pt x="20538" y="168771"/>
                  <a:pt x="16073" y="170557"/>
                  <a:pt x="0" y="171004"/>
                </a:cubicBezTo>
                <a:lnTo>
                  <a:pt x="0" y="175022"/>
                </a:lnTo>
                <a:close/>
                <a:moveTo>
                  <a:pt x="16073" y="12948"/>
                </a:moveTo>
                <a:cubicBezTo>
                  <a:pt x="16073" y="17859"/>
                  <a:pt x="19645" y="26343"/>
                  <a:pt x="28575" y="26343"/>
                </a:cubicBezTo>
                <a:cubicBezTo>
                  <a:pt x="36612" y="26343"/>
                  <a:pt x="41970" y="20538"/>
                  <a:pt x="41970" y="12948"/>
                </a:cubicBezTo>
                <a:cubicBezTo>
                  <a:pt x="41970" y="5804"/>
                  <a:pt x="36612" y="0"/>
                  <a:pt x="28575" y="0"/>
                </a:cubicBezTo>
                <a:cubicBezTo>
                  <a:pt x="19645" y="0"/>
                  <a:pt x="16073" y="8037"/>
                  <a:pt x="16073" y="12948"/>
                </a:cubicBezTo>
                <a:close/>
                <a:moveTo>
                  <a:pt x="16073" y="129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ABC90-6AB3-4F92-A44A-16296728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3488" y="550592"/>
            <a:ext cx="112961" cy="120551"/>
          </a:xfrm>
          <a:custGeom xmlns:a="http://schemas.openxmlformats.org/drawingml/2006/main">
            <a:pathLst>
              <a:path w="112961" h="120551">
                <a:moveTo>
                  <a:pt x="55364" y="0"/>
                </a:moveTo>
                <a:cubicBezTo>
                  <a:pt x="20985" y="0"/>
                  <a:pt x="0" y="28129"/>
                  <a:pt x="0" y="59382"/>
                </a:cubicBezTo>
                <a:cubicBezTo>
                  <a:pt x="0" y="94208"/>
                  <a:pt x="22771" y="120551"/>
                  <a:pt x="55811" y="120551"/>
                </a:cubicBezTo>
                <a:cubicBezTo>
                  <a:pt x="95101" y="120551"/>
                  <a:pt x="112961" y="84832"/>
                  <a:pt x="112961" y="59382"/>
                </a:cubicBezTo>
                <a:cubicBezTo>
                  <a:pt x="112961" y="22324"/>
                  <a:pt x="88850" y="0"/>
                  <a:pt x="55364" y="0"/>
                </a:cubicBezTo>
                <a:close/>
                <a:moveTo>
                  <a:pt x="59382" y="113407"/>
                </a:moveTo>
                <a:cubicBezTo>
                  <a:pt x="29021" y="113407"/>
                  <a:pt x="22771" y="66080"/>
                  <a:pt x="22771" y="47327"/>
                </a:cubicBezTo>
                <a:cubicBezTo>
                  <a:pt x="22771" y="20538"/>
                  <a:pt x="37058" y="7144"/>
                  <a:pt x="53132" y="7144"/>
                </a:cubicBezTo>
                <a:cubicBezTo>
                  <a:pt x="76795" y="7144"/>
                  <a:pt x="89743" y="35272"/>
                  <a:pt x="89743" y="66973"/>
                </a:cubicBezTo>
                <a:cubicBezTo>
                  <a:pt x="89743" y="103584"/>
                  <a:pt x="72777" y="113407"/>
                  <a:pt x="59382" y="113407"/>
                </a:cubicBezTo>
                <a:close/>
                <a:moveTo>
                  <a:pt x="59382" y="1134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020D1-245D-461F-A9DB-DD4AD608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8038" y="550592"/>
            <a:ext cx="120104" cy="117872"/>
          </a:xfrm>
          <a:custGeom xmlns:a="http://schemas.openxmlformats.org/drawingml/2006/main">
            <a:pathLst>
              <a:path w="120104" h="117872">
                <a:moveTo>
                  <a:pt x="16520" y="94655"/>
                </a:moveTo>
                <a:cubicBezTo>
                  <a:pt x="16520" y="109835"/>
                  <a:pt x="12502" y="113407"/>
                  <a:pt x="446" y="113854"/>
                </a:cubicBezTo>
                <a:lnTo>
                  <a:pt x="446" y="117872"/>
                </a:lnTo>
                <a:lnTo>
                  <a:pt x="54918" y="117872"/>
                </a:lnTo>
                <a:lnTo>
                  <a:pt x="54918" y="113854"/>
                </a:lnTo>
                <a:cubicBezTo>
                  <a:pt x="41523" y="113407"/>
                  <a:pt x="37951" y="108942"/>
                  <a:pt x="37951" y="100905"/>
                </a:cubicBezTo>
                <a:lnTo>
                  <a:pt x="37951" y="28575"/>
                </a:lnTo>
                <a:cubicBezTo>
                  <a:pt x="47774" y="19199"/>
                  <a:pt x="55811" y="14288"/>
                  <a:pt x="63401" y="14288"/>
                </a:cubicBezTo>
                <a:cubicBezTo>
                  <a:pt x="78581" y="14288"/>
                  <a:pt x="83046" y="23217"/>
                  <a:pt x="83046" y="38844"/>
                </a:cubicBezTo>
                <a:lnTo>
                  <a:pt x="83046" y="92422"/>
                </a:lnTo>
                <a:cubicBezTo>
                  <a:pt x="83046" y="112068"/>
                  <a:pt x="76349" y="113407"/>
                  <a:pt x="66973" y="113854"/>
                </a:cubicBezTo>
                <a:lnTo>
                  <a:pt x="66973" y="117872"/>
                </a:lnTo>
                <a:lnTo>
                  <a:pt x="120104" y="117872"/>
                </a:lnTo>
                <a:lnTo>
                  <a:pt x="120104" y="113854"/>
                </a:lnTo>
                <a:cubicBezTo>
                  <a:pt x="107603" y="112961"/>
                  <a:pt x="104477" y="108942"/>
                  <a:pt x="104477" y="97334"/>
                </a:cubicBezTo>
                <a:lnTo>
                  <a:pt x="104477" y="38398"/>
                </a:lnTo>
                <a:cubicBezTo>
                  <a:pt x="104477" y="6697"/>
                  <a:pt x="86618" y="0"/>
                  <a:pt x="74563" y="0"/>
                </a:cubicBezTo>
                <a:cubicBezTo>
                  <a:pt x="59382" y="0"/>
                  <a:pt x="50006" y="8930"/>
                  <a:pt x="37058" y="20538"/>
                </a:cubicBezTo>
                <a:lnTo>
                  <a:pt x="37058" y="446"/>
                </a:lnTo>
                <a:lnTo>
                  <a:pt x="35272" y="0"/>
                </a:lnTo>
                <a:cubicBezTo>
                  <a:pt x="23664" y="4465"/>
                  <a:pt x="11609" y="8037"/>
                  <a:pt x="0" y="11609"/>
                </a:cubicBezTo>
                <a:lnTo>
                  <a:pt x="0" y="16073"/>
                </a:lnTo>
                <a:cubicBezTo>
                  <a:pt x="893" y="15180"/>
                  <a:pt x="4018" y="14734"/>
                  <a:pt x="7590" y="14734"/>
                </a:cubicBezTo>
                <a:cubicBezTo>
                  <a:pt x="11609" y="14734"/>
                  <a:pt x="16520" y="15180"/>
                  <a:pt x="16520" y="31254"/>
                </a:cubicBezTo>
                <a:lnTo>
                  <a:pt x="16520" y="94655"/>
                </a:lnTo>
                <a:close/>
                <a:moveTo>
                  <a:pt x="16520" y="946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BCBF0-E1AC-455D-8AC2-890E356A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8704" y="495228"/>
            <a:ext cx="65187" cy="218777"/>
          </a:xfrm>
          <a:custGeom xmlns:a="http://schemas.openxmlformats.org/drawingml/2006/main">
            <a:pathLst>
              <a:path w="65187" h="218777">
                <a:moveTo>
                  <a:pt x="62954" y="0"/>
                </a:moveTo>
                <a:cubicBezTo>
                  <a:pt x="23217" y="23664"/>
                  <a:pt x="0" y="62061"/>
                  <a:pt x="0" y="106263"/>
                </a:cubicBezTo>
                <a:cubicBezTo>
                  <a:pt x="0" y="141536"/>
                  <a:pt x="8037" y="159841"/>
                  <a:pt x="20985" y="178147"/>
                </a:cubicBezTo>
                <a:cubicBezTo>
                  <a:pt x="30361" y="192881"/>
                  <a:pt x="47327" y="210741"/>
                  <a:pt x="62508" y="218777"/>
                </a:cubicBezTo>
                <a:lnTo>
                  <a:pt x="65187" y="214312"/>
                </a:lnTo>
                <a:cubicBezTo>
                  <a:pt x="21878" y="186630"/>
                  <a:pt x="21878" y="130373"/>
                  <a:pt x="21878" y="104477"/>
                </a:cubicBezTo>
                <a:cubicBezTo>
                  <a:pt x="21878" y="39291"/>
                  <a:pt x="46434" y="19199"/>
                  <a:pt x="65187" y="4018"/>
                </a:cubicBezTo>
                <a:lnTo>
                  <a:pt x="62954" y="0"/>
                </a:lnTo>
                <a:close/>
                <a:moveTo>
                  <a:pt x="6295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14B513-63A2-4F4F-A6F8-22926158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657" y="498800"/>
            <a:ext cx="150019" cy="169664"/>
          </a:xfrm>
          <a:custGeom xmlns:a="http://schemas.openxmlformats.org/drawingml/2006/main">
            <a:pathLst>
              <a:path w="150019" h="169664">
                <a:moveTo>
                  <a:pt x="150019" y="126355"/>
                </a:moveTo>
                <a:lnTo>
                  <a:pt x="142875" y="126355"/>
                </a:lnTo>
                <a:cubicBezTo>
                  <a:pt x="131266" y="152251"/>
                  <a:pt x="118765" y="159841"/>
                  <a:pt x="86618" y="159841"/>
                </a:cubicBezTo>
                <a:cubicBezTo>
                  <a:pt x="48220" y="159841"/>
                  <a:pt x="48220" y="159841"/>
                  <a:pt x="48220" y="149126"/>
                </a:cubicBezTo>
                <a:lnTo>
                  <a:pt x="48220" y="85725"/>
                </a:lnTo>
                <a:lnTo>
                  <a:pt x="87957" y="86171"/>
                </a:lnTo>
                <a:cubicBezTo>
                  <a:pt x="108942" y="86171"/>
                  <a:pt x="112961" y="89743"/>
                  <a:pt x="116086" y="110282"/>
                </a:cubicBezTo>
                <a:lnTo>
                  <a:pt x="121890" y="110282"/>
                </a:lnTo>
                <a:lnTo>
                  <a:pt x="121890" y="50899"/>
                </a:lnTo>
                <a:lnTo>
                  <a:pt x="116086" y="50899"/>
                </a:lnTo>
                <a:cubicBezTo>
                  <a:pt x="113407" y="69205"/>
                  <a:pt x="110728" y="75456"/>
                  <a:pt x="87957" y="75456"/>
                </a:cubicBezTo>
                <a:lnTo>
                  <a:pt x="48220" y="75456"/>
                </a:lnTo>
                <a:lnTo>
                  <a:pt x="48220" y="18306"/>
                </a:lnTo>
                <a:cubicBezTo>
                  <a:pt x="48220" y="9823"/>
                  <a:pt x="51346" y="9823"/>
                  <a:pt x="56704" y="9823"/>
                </a:cubicBezTo>
                <a:lnTo>
                  <a:pt x="91529" y="9823"/>
                </a:lnTo>
                <a:cubicBezTo>
                  <a:pt x="120104" y="9823"/>
                  <a:pt x="126355" y="13841"/>
                  <a:pt x="130373" y="36612"/>
                </a:cubicBezTo>
                <a:lnTo>
                  <a:pt x="136624" y="36612"/>
                </a:lnTo>
                <a:lnTo>
                  <a:pt x="136178" y="0"/>
                </a:lnTo>
                <a:lnTo>
                  <a:pt x="0" y="0"/>
                </a:lnTo>
                <a:lnTo>
                  <a:pt x="0" y="4911"/>
                </a:lnTo>
                <a:cubicBezTo>
                  <a:pt x="16073" y="6251"/>
                  <a:pt x="22324" y="7590"/>
                  <a:pt x="22324" y="28129"/>
                </a:cubicBezTo>
                <a:lnTo>
                  <a:pt x="22324" y="141536"/>
                </a:lnTo>
                <a:cubicBezTo>
                  <a:pt x="22324" y="161627"/>
                  <a:pt x="16520" y="163860"/>
                  <a:pt x="0" y="164753"/>
                </a:cubicBezTo>
                <a:lnTo>
                  <a:pt x="0" y="169664"/>
                </a:lnTo>
                <a:lnTo>
                  <a:pt x="138410" y="169664"/>
                </a:lnTo>
                <a:lnTo>
                  <a:pt x="150019" y="126355"/>
                </a:lnTo>
                <a:close/>
                <a:moveTo>
                  <a:pt x="150019" y="1263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3AA8A-F76B-428E-89C0-9D4CA414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348" y="550592"/>
            <a:ext cx="118765" cy="173682"/>
          </a:xfrm>
          <a:custGeom xmlns:a="http://schemas.openxmlformats.org/drawingml/2006/main">
            <a:pathLst>
              <a:path w="118765" h="173682">
                <a:moveTo>
                  <a:pt x="86171" y="8930"/>
                </a:moveTo>
                <a:cubicBezTo>
                  <a:pt x="75902" y="3125"/>
                  <a:pt x="70098" y="0"/>
                  <a:pt x="57150" y="0"/>
                </a:cubicBezTo>
                <a:cubicBezTo>
                  <a:pt x="25003" y="0"/>
                  <a:pt x="0" y="28129"/>
                  <a:pt x="0" y="63401"/>
                </a:cubicBezTo>
                <a:cubicBezTo>
                  <a:pt x="0" y="102245"/>
                  <a:pt x="19199" y="120551"/>
                  <a:pt x="41970" y="120551"/>
                </a:cubicBezTo>
                <a:cubicBezTo>
                  <a:pt x="57596" y="120551"/>
                  <a:pt x="75456" y="109835"/>
                  <a:pt x="79921" y="101798"/>
                </a:cubicBezTo>
                <a:lnTo>
                  <a:pt x="81260" y="101798"/>
                </a:lnTo>
                <a:lnTo>
                  <a:pt x="81260" y="149572"/>
                </a:lnTo>
                <a:cubicBezTo>
                  <a:pt x="81260" y="162520"/>
                  <a:pt x="77688" y="168325"/>
                  <a:pt x="58489" y="169218"/>
                </a:cubicBezTo>
                <a:lnTo>
                  <a:pt x="58489" y="173682"/>
                </a:lnTo>
                <a:lnTo>
                  <a:pt x="118765" y="173682"/>
                </a:lnTo>
                <a:lnTo>
                  <a:pt x="118765" y="170111"/>
                </a:lnTo>
                <a:cubicBezTo>
                  <a:pt x="107156" y="167432"/>
                  <a:pt x="102691" y="166092"/>
                  <a:pt x="102691" y="154037"/>
                </a:cubicBezTo>
                <a:lnTo>
                  <a:pt x="102691" y="893"/>
                </a:lnTo>
                <a:lnTo>
                  <a:pt x="101798" y="0"/>
                </a:lnTo>
                <a:lnTo>
                  <a:pt x="100012" y="893"/>
                </a:lnTo>
                <a:lnTo>
                  <a:pt x="86171" y="8930"/>
                </a:lnTo>
                <a:close/>
                <a:moveTo>
                  <a:pt x="81260" y="85279"/>
                </a:moveTo>
                <a:cubicBezTo>
                  <a:pt x="80814" y="93315"/>
                  <a:pt x="80814" y="97780"/>
                  <a:pt x="67419" y="102691"/>
                </a:cubicBezTo>
                <a:cubicBezTo>
                  <a:pt x="62954" y="104477"/>
                  <a:pt x="58489" y="104924"/>
                  <a:pt x="54918" y="104924"/>
                </a:cubicBezTo>
                <a:cubicBezTo>
                  <a:pt x="32147" y="104924"/>
                  <a:pt x="21878" y="80367"/>
                  <a:pt x="21878" y="56704"/>
                </a:cubicBezTo>
                <a:cubicBezTo>
                  <a:pt x="21878" y="25896"/>
                  <a:pt x="35719" y="7144"/>
                  <a:pt x="56704" y="7144"/>
                </a:cubicBezTo>
                <a:cubicBezTo>
                  <a:pt x="80814" y="7144"/>
                  <a:pt x="81260" y="25450"/>
                  <a:pt x="81260" y="32593"/>
                </a:cubicBezTo>
                <a:lnTo>
                  <a:pt x="81260" y="85279"/>
                </a:lnTo>
                <a:close/>
                <a:moveTo>
                  <a:pt x="81260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2FFA5-4E2C-4A5D-9C35-84A241F6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4078" y="643015"/>
            <a:ext cx="28575" cy="28129"/>
          </a:xfrm>
          <a:custGeom xmlns:a="http://schemas.openxmlformats.org/drawingml/2006/main">
            <a:pathLst>
              <a:path w="28575" h="28129">
                <a:moveTo>
                  <a:pt x="14288" y="28129"/>
                </a:moveTo>
                <a:cubicBezTo>
                  <a:pt x="19645" y="28129"/>
                  <a:pt x="28575" y="24110"/>
                  <a:pt x="28575" y="14288"/>
                </a:cubicBezTo>
                <a:cubicBezTo>
                  <a:pt x="28575" y="6697"/>
                  <a:pt x="21878" y="0"/>
                  <a:pt x="14288" y="0"/>
                </a:cubicBezTo>
                <a:cubicBezTo>
                  <a:pt x="6697" y="0"/>
                  <a:pt x="0" y="6251"/>
                  <a:pt x="0" y="14288"/>
                </a:cubicBezTo>
                <a:cubicBezTo>
                  <a:pt x="0" y="24110"/>
                  <a:pt x="8930" y="28129"/>
                  <a:pt x="14288" y="28129"/>
                </a:cubicBezTo>
                <a:close/>
                <a:moveTo>
                  <a:pt x="14288" y="281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7AEC76-1EB8-4B6D-87D9-175DFA3B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378" y="492103"/>
            <a:ext cx="104031" cy="179933"/>
          </a:xfrm>
          <a:custGeom xmlns:a="http://schemas.openxmlformats.org/drawingml/2006/main">
            <a:pathLst>
              <a:path w="104031" h="179933">
                <a:moveTo>
                  <a:pt x="38398" y="26789"/>
                </a:moveTo>
                <a:lnTo>
                  <a:pt x="88404" y="26789"/>
                </a:lnTo>
                <a:cubicBezTo>
                  <a:pt x="91529" y="26789"/>
                  <a:pt x="93762" y="26789"/>
                  <a:pt x="94655" y="24557"/>
                </a:cubicBezTo>
                <a:lnTo>
                  <a:pt x="104031" y="1786"/>
                </a:lnTo>
                <a:lnTo>
                  <a:pt x="101798" y="0"/>
                </a:lnTo>
                <a:cubicBezTo>
                  <a:pt x="99120" y="4018"/>
                  <a:pt x="96887" y="6697"/>
                  <a:pt x="90190" y="6697"/>
                </a:cubicBezTo>
                <a:lnTo>
                  <a:pt x="36612" y="6697"/>
                </a:lnTo>
                <a:lnTo>
                  <a:pt x="8483" y="67419"/>
                </a:lnTo>
                <a:cubicBezTo>
                  <a:pt x="8037" y="69205"/>
                  <a:pt x="8483" y="70991"/>
                  <a:pt x="10269" y="70991"/>
                </a:cubicBezTo>
                <a:cubicBezTo>
                  <a:pt x="37951" y="71884"/>
                  <a:pt x="83046" y="83939"/>
                  <a:pt x="83046" y="125016"/>
                </a:cubicBezTo>
                <a:cubicBezTo>
                  <a:pt x="83046" y="156270"/>
                  <a:pt x="64294" y="170557"/>
                  <a:pt x="47774" y="170557"/>
                </a:cubicBezTo>
                <a:cubicBezTo>
                  <a:pt x="33933" y="170557"/>
                  <a:pt x="26789" y="154484"/>
                  <a:pt x="10269" y="154484"/>
                </a:cubicBezTo>
                <a:cubicBezTo>
                  <a:pt x="0" y="154484"/>
                  <a:pt x="0" y="162074"/>
                  <a:pt x="0" y="164753"/>
                </a:cubicBezTo>
                <a:cubicBezTo>
                  <a:pt x="0" y="173682"/>
                  <a:pt x="12055" y="179933"/>
                  <a:pt x="32593" y="179933"/>
                </a:cubicBezTo>
                <a:cubicBezTo>
                  <a:pt x="72777" y="179933"/>
                  <a:pt x="101352" y="152698"/>
                  <a:pt x="101352" y="118765"/>
                </a:cubicBezTo>
                <a:cubicBezTo>
                  <a:pt x="101352" y="95994"/>
                  <a:pt x="98227" y="88404"/>
                  <a:pt x="87511" y="75009"/>
                </a:cubicBezTo>
                <a:cubicBezTo>
                  <a:pt x="72330" y="56704"/>
                  <a:pt x="48220" y="52239"/>
                  <a:pt x="27682" y="48667"/>
                </a:cubicBezTo>
                <a:lnTo>
                  <a:pt x="38398" y="26789"/>
                </a:lnTo>
                <a:close/>
                <a:moveTo>
                  <a:pt x="38398" y="2678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A44EE7-C61A-45F3-9BED-5269436AF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053" y="495228"/>
            <a:ext cx="65633" cy="218777"/>
          </a:xfrm>
          <a:custGeom xmlns:a="http://schemas.openxmlformats.org/drawingml/2006/main">
            <a:pathLst>
              <a:path w="65633" h="218777">
                <a:moveTo>
                  <a:pt x="2232" y="218777"/>
                </a:moveTo>
                <a:cubicBezTo>
                  <a:pt x="41970" y="195114"/>
                  <a:pt x="65633" y="156716"/>
                  <a:pt x="65633" y="112514"/>
                </a:cubicBezTo>
                <a:cubicBezTo>
                  <a:pt x="65633" y="77242"/>
                  <a:pt x="57150" y="58489"/>
                  <a:pt x="44648" y="40184"/>
                </a:cubicBezTo>
                <a:cubicBezTo>
                  <a:pt x="34826" y="25896"/>
                  <a:pt x="17859" y="8037"/>
                  <a:pt x="3125" y="0"/>
                </a:cubicBezTo>
                <a:lnTo>
                  <a:pt x="0" y="4018"/>
                </a:lnTo>
                <a:cubicBezTo>
                  <a:pt x="43309" y="32147"/>
                  <a:pt x="43309" y="87957"/>
                  <a:pt x="43309" y="114300"/>
                </a:cubicBezTo>
                <a:cubicBezTo>
                  <a:pt x="43309" y="179487"/>
                  <a:pt x="18752" y="199579"/>
                  <a:pt x="0" y="214312"/>
                </a:cubicBezTo>
                <a:lnTo>
                  <a:pt x="2232" y="218777"/>
                </a:lnTo>
                <a:close/>
                <a:moveTo>
                  <a:pt x="2232" y="2187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0F2AC-0401-4535-8437-4446AC79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9938" y="553271"/>
            <a:ext cx="117425" cy="118765"/>
          </a:xfrm>
          <a:custGeom xmlns:a="http://schemas.openxmlformats.org/drawingml/2006/main">
            <a:pathLst>
              <a:path w="117425" h="118765">
                <a:moveTo>
                  <a:pt x="117425" y="0"/>
                </a:moveTo>
                <a:lnTo>
                  <a:pt x="81707" y="0"/>
                </a:lnTo>
                <a:lnTo>
                  <a:pt x="81707" y="3572"/>
                </a:lnTo>
                <a:cubicBezTo>
                  <a:pt x="87957" y="4018"/>
                  <a:pt x="93762" y="6251"/>
                  <a:pt x="93762" y="12055"/>
                </a:cubicBezTo>
                <a:cubicBezTo>
                  <a:pt x="93762" y="21431"/>
                  <a:pt x="75456" y="61168"/>
                  <a:pt x="66973" y="86171"/>
                </a:cubicBezTo>
                <a:lnTo>
                  <a:pt x="40630" y="20538"/>
                </a:lnTo>
                <a:cubicBezTo>
                  <a:pt x="39737" y="18306"/>
                  <a:pt x="38398" y="14288"/>
                  <a:pt x="38398" y="11609"/>
                </a:cubicBezTo>
                <a:cubicBezTo>
                  <a:pt x="38398" y="4911"/>
                  <a:pt x="44202" y="4018"/>
                  <a:pt x="50006" y="3572"/>
                </a:cubicBezTo>
                <a:lnTo>
                  <a:pt x="50006" y="0"/>
                </a:lnTo>
                <a:lnTo>
                  <a:pt x="0" y="0"/>
                </a:lnTo>
                <a:lnTo>
                  <a:pt x="0" y="3572"/>
                </a:lnTo>
                <a:cubicBezTo>
                  <a:pt x="4911" y="4018"/>
                  <a:pt x="10269" y="5358"/>
                  <a:pt x="13841" y="13395"/>
                </a:cubicBezTo>
                <a:cubicBezTo>
                  <a:pt x="23217" y="31254"/>
                  <a:pt x="47774" y="90636"/>
                  <a:pt x="54025" y="106710"/>
                </a:cubicBezTo>
                <a:cubicBezTo>
                  <a:pt x="58043" y="117872"/>
                  <a:pt x="58489" y="118765"/>
                  <a:pt x="61168" y="118765"/>
                </a:cubicBezTo>
                <a:cubicBezTo>
                  <a:pt x="62954" y="118765"/>
                  <a:pt x="65187" y="112961"/>
                  <a:pt x="67866" y="105817"/>
                </a:cubicBezTo>
                <a:lnTo>
                  <a:pt x="100459" y="23664"/>
                </a:lnTo>
                <a:cubicBezTo>
                  <a:pt x="106710" y="8483"/>
                  <a:pt x="108496" y="4465"/>
                  <a:pt x="117425" y="3572"/>
                </a:cubicBezTo>
                <a:lnTo>
                  <a:pt x="117425" y="0"/>
                </a:lnTo>
                <a:close/>
                <a:moveTo>
                  <a:pt x="11742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5BA0F-7B12-4D1C-833F-5CF3F41B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5614" y="550592"/>
            <a:ext cx="112961" cy="120551"/>
          </a:xfrm>
          <a:custGeom xmlns:a="http://schemas.openxmlformats.org/drawingml/2006/main">
            <a:pathLst>
              <a:path w="112961" h="120551">
                <a:moveTo>
                  <a:pt x="55364" y="0"/>
                </a:moveTo>
                <a:cubicBezTo>
                  <a:pt x="20985" y="0"/>
                  <a:pt x="0" y="28129"/>
                  <a:pt x="0" y="59382"/>
                </a:cubicBezTo>
                <a:cubicBezTo>
                  <a:pt x="0" y="94208"/>
                  <a:pt x="22771" y="120551"/>
                  <a:pt x="55811" y="120551"/>
                </a:cubicBezTo>
                <a:cubicBezTo>
                  <a:pt x="95101" y="120551"/>
                  <a:pt x="112961" y="84832"/>
                  <a:pt x="112961" y="59382"/>
                </a:cubicBezTo>
                <a:cubicBezTo>
                  <a:pt x="112961" y="22324"/>
                  <a:pt x="88850" y="0"/>
                  <a:pt x="55364" y="0"/>
                </a:cubicBezTo>
                <a:close/>
                <a:moveTo>
                  <a:pt x="59382" y="113407"/>
                </a:moveTo>
                <a:cubicBezTo>
                  <a:pt x="29021" y="113407"/>
                  <a:pt x="22771" y="66080"/>
                  <a:pt x="22771" y="47327"/>
                </a:cubicBezTo>
                <a:cubicBezTo>
                  <a:pt x="22771" y="20538"/>
                  <a:pt x="37058" y="7144"/>
                  <a:pt x="53132" y="7144"/>
                </a:cubicBezTo>
                <a:cubicBezTo>
                  <a:pt x="76795" y="7144"/>
                  <a:pt x="89743" y="35272"/>
                  <a:pt x="89743" y="66973"/>
                </a:cubicBezTo>
                <a:cubicBezTo>
                  <a:pt x="89743" y="103584"/>
                  <a:pt x="72777" y="113407"/>
                  <a:pt x="59382" y="113407"/>
                </a:cubicBezTo>
                <a:close/>
                <a:moveTo>
                  <a:pt x="59382" y="1134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622FB-4ECA-43D2-B4CB-F7CD78EA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1057" y="493442"/>
            <a:ext cx="61168" cy="175022"/>
          </a:xfrm>
          <a:custGeom xmlns:a="http://schemas.openxmlformats.org/drawingml/2006/main">
            <a:pathLst>
              <a:path w="61168" h="175022">
                <a:moveTo>
                  <a:pt x="446" y="175022"/>
                </a:moveTo>
                <a:lnTo>
                  <a:pt x="61168" y="175022"/>
                </a:lnTo>
                <a:lnTo>
                  <a:pt x="61168" y="171004"/>
                </a:lnTo>
                <a:cubicBezTo>
                  <a:pt x="45988" y="170557"/>
                  <a:pt x="41523" y="168325"/>
                  <a:pt x="41523" y="153591"/>
                </a:cubicBezTo>
                <a:lnTo>
                  <a:pt x="41523" y="446"/>
                </a:lnTo>
                <a:lnTo>
                  <a:pt x="40630" y="0"/>
                </a:lnTo>
                <a:cubicBezTo>
                  <a:pt x="27236" y="4465"/>
                  <a:pt x="13395" y="8037"/>
                  <a:pt x="0" y="11162"/>
                </a:cubicBezTo>
                <a:lnTo>
                  <a:pt x="0" y="15180"/>
                </a:lnTo>
                <a:cubicBezTo>
                  <a:pt x="3125" y="15180"/>
                  <a:pt x="5358" y="14734"/>
                  <a:pt x="8483" y="14734"/>
                </a:cubicBezTo>
                <a:cubicBezTo>
                  <a:pt x="18752" y="14734"/>
                  <a:pt x="20092" y="18752"/>
                  <a:pt x="20092" y="30361"/>
                </a:cubicBezTo>
                <a:lnTo>
                  <a:pt x="20092" y="152698"/>
                </a:lnTo>
                <a:cubicBezTo>
                  <a:pt x="20092" y="166985"/>
                  <a:pt x="15627" y="170111"/>
                  <a:pt x="446" y="171004"/>
                </a:cubicBezTo>
                <a:lnTo>
                  <a:pt x="446" y="175022"/>
                </a:lnTo>
                <a:close/>
                <a:moveTo>
                  <a:pt x="446" y="1750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387CF-D155-4A54-9798-E6D63942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9614" y="553271"/>
            <a:ext cx="120551" cy="117872"/>
          </a:xfrm>
          <a:custGeom xmlns:a="http://schemas.openxmlformats.org/drawingml/2006/main">
            <a:pathLst>
              <a:path w="120551" h="117872">
                <a:moveTo>
                  <a:pt x="120551" y="102245"/>
                </a:moveTo>
                <a:cubicBezTo>
                  <a:pt x="105370" y="102691"/>
                  <a:pt x="104477" y="96887"/>
                  <a:pt x="104477" y="87957"/>
                </a:cubicBezTo>
                <a:lnTo>
                  <a:pt x="104477" y="0"/>
                </a:lnTo>
                <a:lnTo>
                  <a:pt x="64294" y="0"/>
                </a:lnTo>
                <a:lnTo>
                  <a:pt x="64294" y="4018"/>
                </a:lnTo>
                <a:cubicBezTo>
                  <a:pt x="82153" y="4911"/>
                  <a:pt x="83046" y="10269"/>
                  <a:pt x="83046" y="20538"/>
                </a:cubicBezTo>
                <a:lnTo>
                  <a:pt x="83046" y="80814"/>
                </a:lnTo>
                <a:cubicBezTo>
                  <a:pt x="83046" y="88850"/>
                  <a:pt x="81260" y="91529"/>
                  <a:pt x="79028" y="93762"/>
                </a:cubicBezTo>
                <a:cubicBezTo>
                  <a:pt x="71884" y="99120"/>
                  <a:pt x="64294" y="102691"/>
                  <a:pt x="56704" y="102691"/>
                </a:cubicBezTo>
                <a:cubicBezTo>
                  <a:pt x="39737" y="102691"/>
                  <a:pt x="37505" y="87064"/>
                  <a:pt x="37505" y="83493"/>
                </a:cubicBezTo>
                <a:lnTo>
                  <a:pt x="37505" y="0"/>
                </a:lnTo>
                <a:lnTo>
                  <a:pt x="0" y="0"/>
                </a:lnTo>
                <a:lnTo>
                  <a:pt x="0" y="3572"/>
                </a:lnTo>
                <a:cubicBezTo>
                  <a:pt x="7590" y="4018"/>
                  <a:pt x="16073" y="4465"/>
                  <a:pt x="16073" y="19645"/>
                </a:cubicBezTo>
                <a:lnTo>
                  <a:pt x="16073" y="84386"/>
                </a:lnTo>
                <a:cubicBezTo>
                  <a:pt x="16073" y="111621"/>
                  <a:pt x="36165" y="117872"/>
                  <a:pt x="46434" y="117872"/>
                </a:cubicBezTo>
                <a:cubicBezTo>
                  <a:pt x="50899" y="117872"/>
                  <a:pt x="63401" y="116532"/>
                  <a:pt x="73223" y="106710"/>
                </a:cubicBezTo>
                <a:lnTo>
                  <a:pt x="84386" y="95548"/>
                </a:lnTo>
                <a:lnTo>
                  <a:pt x="84386" y="116979"/>
                </a:lnTo>
                <a:lnTo>
                  <a:pt x="84832" y="117425"/>
                </a:lnTo>
                <a:cubicBezTo>
                  <a:pt x="96887" y="112961"/>
                  <a:pt x="106710" y="109389"/>
                  <a:pt x="120551" y="105817"/>
                </a:cubicBezTo>
                <a:lnTo>
                  <a:pt x="120551" y="102245"/>
                </a:lnTo>
                <a:close/>
                <a:moveTo>
                  <a:pt x="120551" y="1022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65462-24CF-4997-8A23-67FBBDC6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9522" y="550592"/>
            <a:ext cx="194667" cy="117872"/>
          </a:xfrm>
          <a:custGeom xmlns:a="http://schemas.openxmlformats.org/drawingml/2006/main">
            <a:pathLst>
              <a:path w="194667" h="117872">
                <a:moveTo>
                  <a:pt x="17859" y="95994"/>
                </a:moveTo>
                <a:cubicBezTo>
                  <a:pt x="17859" y="113407"/>
                  <a:pt x="10269" y="113854"/>
                  <a:pt x="0" y="113854"/>
                </a:cubicBezTo>
                <a:lnTo>
                  <a:pt x="0" y="117872"/>
                </a:lnTo>
                <a:lnTo>
                  <a:pt x="57150" y="117872"/>
                </a:lnTo>
                <a:lnTo>
                  <a:pt x="57150" y="113854"/>
                </a:lnTo>
                <a:cubicBezTo>
                  <a:pt x="48220" y="113854"/>
                  <a:pt x="39737" y="113407"/>
                  <a:pt x="39737" y="100905"/>
                </a:cubicBezTo>
                <a:lnTo>
                  <a:pt x="39737" y="28575"/>
                </a:lnTo>
                <a:cubicBezTo>
                  <a:pt x="39737" y="27236"/>
                  <a:pt x="51346" y="13395"/>
                  <a:pt x="69205" y="13395"/>
                </a:cubicBezTo>
                <a:cubicBezTo>
                  <a:pt x="82153" y="13395"/>
                  <a:pt x="86618" y="23217"/>
                  <a:pt x="86618" y="40184"/>
                </a:cubicBezTo>
                <a:lnTo>
                  <a:pt x="86618" y="95994"/>
                </a:lnTo>
                <a:cubicBezTo>
                  <a:pt x="86618" y="112514"/>
                  <a:pt x="80814" y="113407"/>
                  <a:pt x="69205" y="113854"/>
                </a:cubicBezTo>
                <a:lnTo>
                  <a:pt x="69205" y="117872"/>
                </a:lnTo>
                <a:lnTo>
                  <a:pt x="126802" y="117872"/>
                </a:lnTo>
                <a:lnTo>
                  <a:pt x="126802" y="113854"/>
                </a:lnTo>
                <a:cubicBezTo>
                  <a:pt x="116086" y="113854"/>
                  <a:pt x="108049" y="112961"/>
                  <a:pt x="108049" y="93315"/>
                </a:cubicBezTo>
                <a:lnTo>
                  <a:pt x="108049" y="29021"/>
                </a:lnTo>
                <a:cubicBezTo>
                  <a:pt x="113854" y="20092"/>
                  <a:pt x="122783" y="13395"/>
                  <a:pt x="136624" y="13395"/>
                </a:cubicBezTo>
                <a:cubicBezTo>
                  <a:pt x="154930" y="13395"/>
                  <a:pt x="155377" y="28575"/>
                  <a:pt x="155377" y="41523"/>
                </a:cubicBezTo>
                <a:lnTo>
                  <a:pt x="155377" y="95548"/>
                </a:lnTo>
                <a:cubicBezTo>
                  <a:pt x="155377" y="112068"/>
                  <a:pt x="151358" y="112514"/>
                  <a:pt x="138410" y="113854"/>
                </a:cubicBezTo>
                <a:lnTo>
                  <a:pt x="138410" y="117872"/>
                </a:lnTo>
                <a:lnTo>
                  <a:pt x="194667" y="117872"/>
                </a:lnTo>
                <a:lnTo>
                  <a:pt x="194667" y="113854"/>
                </a:lnTo>
                <a:lnTo>
                  <a:pt x="187970" y="113407"/>
                </a:lnTo>
                <a:cubicBezTo>
                  <a:pt x="176808" y="111621"/>
                  <a:pt x="176808" y="104031"/>
                  <a:pt x="176808" y="98227"/>
                </a:cubicBezTo>
                <a:lnTo>
                  <a:pt x="176808" y="45541"/>
                </a:lnTo>
                <a:cubicBezTo>
                  <a:pt x="176808" y="26789"/>
                  <a:pt x="173236" y="0"/>
                  <a:pt x="146893" y="0"/>
                </a:cubicBezTo>
                <a:cubicBezTo>
                  <a:pt x="126355" y="0"/>
                  <a:pt x="110728" y="15180"/>
                  <a:pt x="105370" y="21431"/>
                </a:cubicBezTo>
                <a:cubicBezTo>
                  <a:pt x="102691" y="10716"/>
                  <a:pt x="94655" y="0"/>
                  <a:pt x="78135" y="0"/>
                </a:cubicBezTo>
                <a:cubicBezTo>
                  <a:pt x="64294" y="0"/>
                  <a:pt x="53578" y="8037"/>
                  <a:pt x="38398" y="19645"/>
                </a:cubicBezTo>
                <a:lnTo>
                  <a:pt x="38398" y="446"/>
                </a:lnTo>
                <a:lnTo>
                  <a:pt x="36612" y="0"/>
                </a:lnTo>
                <a:cubicBezTo>
                  <a:pt x="25003" y="4465"/>
                  <a:pt x="12948" y="8037"/>
                  <a:pt x="893" y="11609"/>
                </a:cubicBezTo>
                <a:lnTo>
                  <a:pt x="893" y="16073"/>
                </a:lnTo>
                <a:cubicBezTo>
                  <a:pt x="2679" y="15180"/>
                  <a:pt x="5358" y="14734"/>
                  <a:pt x="8930" y="14734"/>
                </a:cubicBezTo>
                <a:cubicBezTo>
                  <a:pt x="12948" y="14734"/>
                  <a:pt x="17859" y="15180"/>
                  <a:pt x="17859" y="31254"/>
                </a:cubicBezTo>
                <a:lnTo>
                  <a:pt x="17859" y="95994"/>
                </a:lnTo>
                <a:close/>
                <a:moveTo>
                  <a:pt x="17859" y="959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DC00AA-5599-4857-B596-8A258BC0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113" y="550592"/>
            <a:ext cx="102245" cy="120551"/>
          </a:xfrm>
          <a:custGeom xmlns:a="http://schemas.openxmlformats.org/drawingml/2006/main">
            <a:pathLst>
              <a:path w="102245" h="120551">
                <a:moveTo>
                  <a:pt x="98227" y="75902"/>
                </a:moveTo>
                <a:cubicBezTo>
                  <a:pt x="92422" y="85279"/>
                  <a:pt x="81260" y="102691"/>
                  <a:pt x="58489" y="102691"/>
                </a:cubicBezTo>
                <a:cubicBezTo>
                  <a:pt x="41523" y="102691"/>
                  <a:pt x="20985" y="92422"/>
                  <a:pt x="17859" y="46881"/>
                </a:cubicBezTo>
                <a:lnTo>
                  <a:pt x="97334" y="46881"/>
                </a:lnTo>
                <a:cubicBezTo>
                  <a:pt x="94655" y="13395"/>
                  <a:pt x="76349" y="0"/>
                  <a:pt x="52239" y="0"/>
                </a:cubicBezTo>
                <a:cubicBezTo>
                  <a:pt x="32147" y="0"/>
                  <a:pt x="0" y="15627"/>
                  <a:pt x="0" y="62954"/>
                </a:cubicBezTo>
                <a:cubicBezTo>
                  <a:pt x="0" y="99566"/>
                  <a:pt x="19645" y="120551"/>
                  <a:pt x="48220" y="120551"/>
                </a:cubicBezTo>
                <a:cubicBezTo>
                  <a:pt x="84832" y="120551"/>
                  <a:pt x="100012" y="85725"/>
                  <a:pt x="102245" y="77688"/>
                </a:cubicBezTo>
                <a:lnTo>
                  <a:pt x="98227" y="75902"/>
                </a:lnTo>
                <a:close/>
                <a:moveTo>
                  <a:pt x="18752" y="38844"/>
                </a:moveTo>
                <a:cubicBezTo>
                  <a:pt x="22771" y="16073"/>
                  <a:pt x="32593" y="9376"/>
                  <a:pt x="46881" y="9376"/>
                </a:cubicBezTo>
                <a:cubicBezTo>
                  <a:pt x="66973" y="9376"/>
                  <a:pt x="69652" y="26343"/>
                  <a:pt x="71438" y="38844"/>
                </a:cubicBezTo>
                <a:lnTo>
                  <a:pt x="18752" y="38844"/>
                </a:lnTo>
                <a:close/>
                <a:moveTo>
                  <a:pt x="18752" y="388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B03DF-4DAE-453A-ADFF-CBD385EA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4035" y="550592"/>
            <a:ext cx="84386" cy="117872"/>
          </a:xfrm>
          <a:custGeom xmlns:a="http://schemas.openxmlformats.org/drawingml/2006/main">
            <a:pathLst>
              <a:path w="84386" h="117872">
                <a:moveTo>
                  <a:pt x="18306" y="96441"/>
                </a:moveTo>
                <a:cubicBezTo>
                  <a:pt x="18306" y="110728"/>
                  <a:pt x="13841" y="111621"/>
                  <a:pt x="0" y="113854"/>
                </a:cubicBezTo>
                <a:lnTo>
                  <a:pt x="0" y="117872"/>
                </a:lnTo>
                <a:lnTo>
                  <a:pt x="61615" y="117872"/>
                </a:lnTo>
                <a:lnTo>
                  <a:pt x="61615" y="113854"/>
                </a:lnTo>
                <a:cubicBezTo>
                  <a:pt x="48220" y="113407"/>
                  <a:pt x="39737" y="112514"/>
                  <a:pt x="39737" y="94655"/>
                </a:cubicBezTo>
                <a:lnTo>
                  <a:pt x="39737" y="37058"/>
                </a:lnTo>
                <a:cubicBezTo>
                  <a:pt x="39737" y="29021"/>
                  <a:pt x="50899" y="16073"/>
                  <a:pt x="57150" y="16073"/>
                </a:cubicBezTo>
                <a:cubicBezTo>
                  <a:pt x="63401" y="16073"/>
                  <a:pt x="65633" y="25003"/>
                  <a:pt x="74563" y="25003"/>
                </a:cubicBezTo>
                <a:cubicBezTo>
                  <a:pt x="80814" y="25003"/>
                  <a:pt x="84386" y="20092"/>
                  <a:pt x="84386" y="13841"/>
                </a:cubicBezTo>
                <a:cubicBezTo>
                  <a:pt x="84386" y="5358"/>
                  <a:pt x="79474" y="0"/>
                  <a:pt x="70545" y="0"/>
                </a:cubicBezTo>
                <a:cubicBezTo>
                  <a:pt x="60722" y="0"/>
                  <a:pt x="52239" y="4911"/>
                  <a:pt x="40184" y="23217"/>
                </a:cubicBezTo>
                <a:lnTo>
                  <a:pt x="39737" y="23217"/>
                </a:lnTo>
                <a:lnTo>
                  <a:pt x="39737" y="446"/>
                </a:lnTo>
                <a:lnTo>
                  <a:pt x="38398" y="0"/>
                </a:lnTo>
                <a:cubicBezTo>
                  <a:pt x="25896" y="4911"/>
                  <a:pt x="12948" y="9823"/>
                  <a:pt x="446" y="13841"/>
                </a:cubicBezTo>
                <a:lnTo>
                  <a:pt x="446" y="17859"/>
                </a:lnTo>
                <a:cubicBezTo>
                  <a:pt x="2679" y="17413"/>
                  <a:pt x="5358" y="16966"/>
                  <a:pt x="9376" y="16966"/>
                </a:cubicBezTo>
                <a:cubicBezTo>
                  <a:pt x="13395" y="16966"/>
                  <a:pt x="18306" y="16966"/>
                  <a:pt x="18306" y="32147"/>
                </a:cubicBezTo>
                <a:lnTo>
                  <a:pt x="18306" y="96441"/>
                </a:lnTo>
                <a:close/>
                <a:moveTo>
                  <a:pt x="18306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E1E6E-B00B-4E24-AE9D-1B5566F5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275" y="550592"/>
            <a:ext cx="102245" cy="120551"/>
          </a:xfrm>
          <a:custGeom xmlns:a="http://schemas.openxmlformats.org/drawingml/2006/main">
            <a:pathLst>
              <a:path w="102245" h="120551">
                <a:moveTo>
                  <a:pt x="98227" y="75902"/>
                </a:moveTo>
                <a:cubicBezTo>
                  <a:pt x="92422" y="85279"/>
                  <a:pt x="81260" y="102691"/>
                  <a:pt x="58489" y="102691"/>
                </a:cubicBezTo>
                <a:cubicBezTo>
                  <a:pt x="41523" y="102691"/>
                  <a:pt x="20985" y="92422"/>
                  <a:pt x="17859" y="46881"/>
                </a:cubicBezTo>
                <a:lnTo>
                  <a:pt x="97334" y="46881"/>
                </a:lnTo>
                <a:cubicBezTo>
                  <a:pt x="94655" y="13395"/>
                  <a:pt x="76349" y="0"/>
                  <a:pt x="52239" y="0"/>
                </a:cubicBezTo>
                <a:cubicBezTo>
                  <a:pt x="32147" y="0"/>
                  <a:pt x="0" y="15627"/>
                  <a:pt x="0" y="62954"/>
                </a:cubicBezTo>
                <a:cubicBezTo>
                  <a:pt x="0" y="99566"/>
                  <a:pt x="19645" y="120551"/>
                  <a:pt x="48220" y="120551"/>
                </a:cubicBezTo>
                <a:cubicBezTo>
                  <a:pt x="84832" y="120551"/>
                  <a:pt x="100012" y="85725"/>
                  <a:pt x="102245" y="77688"/>
                </a:cubicBezTo>
                <a:lnTo>
                  <a:pt x="98227" y="75902"/>
                </a:lnTo>
                <a:close/>
                <a:moveTo>
                  <a:pt x="18752" y="38844"/>
                </a:moveTo>
                <a:cubicBezTo>
                  <a:pt x="22771" y="16073"/>
                  <a:pt x="32593" y="9376"/>
                  <a:pt x="46881" y="9376"/>
                </a:cubicBezTo>
                <a:cubicBezTo>
                  <a:pt x="66973" y="9376"/>
                  <a:pt x="69652" y="26343"/>
                  <a:pt x="71438" y="38844"/>
                </a:cubicBezTo>
                <a:lnTo>
                  <a:pt x="18752" y="38844"/>
                </a:lnTo>
                <a:close/>
                <a:moveTo>
                  <a:pt x="18752" y="388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D319DE-3EAD-4BC2-86D2-13FDB9E3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815" y="550592"/>
            <a:ext cx="120104" cy="117872"/>
          </a:xfrm>
          <a:custGeom xmlns:a="http://schemas.openxmlformats.org/drawingml/2006/main">
            <a:pathLst>
              <a:path w="120104" h="117872">
                <a:moveTo>
                  <a:pt x="16520" y="94655"/>
                </a:moveTo>
                <a:cubicBezTo>
                  <a:pt x="16520" y="109835"/>
                  <a:pt x="12502" y="113407"/>
                  <a:pt x="446" y="113854"/>
                </a:cubicBezTo>
                <a:lnTo>
                  <a:pt x="446" y="117872"/>
                </a:lnTo>
                <a:lnTo>
                  <a:pt x="54918" y="117872"/>
                </a:lnTo>
                <a:lnTo>
                  <a:pt x="54918" y="113854"/>
                </a:lnTo>
                <a:cubicBezTo>
                  <a:pt x="41523" y="113407"/>
                  <a:pt x="37951" y="108942"/>
                  <a:pt x="37951" y="100905"/>
                </a:cubicBezTo>
                <a:lnTo>
                  <a:pt x="37951" y="28575"/>
                </a:lnTo>
                <a:cubicBezTo>
                  <a:pt x="47774" y="19199"/>
                  <a:pt x="55811" y="14288"/>
                  <a:pt x="63401" y="14288"/>
                </a:cubicBezTo>
                <a:cubicBezTo>
                  <a:pt x="78581" y="14288"/>
                  <a:pt x="83046" y="23217"/>
                  <a:pt x="83046" y="38844"/>
                </a:cubicBezTo>
                <a:lnTo>
                  <a:pt x="83046" y="92422"/>
                </a:lnTo>
                <a:cubicBezTo>
                  <a:pt x="83046" y="112068"/>
                  <a:pt x="76349" y="113407"/>
                  <a:pt x="66973" y="113854"/>
                </a:cubicBezTo>
                <a:lnTo>
                  <a:pt x="66973" y="117872"/>
                </a:lnTo>
                <a:lnTo>
                  <a:pt x="120104" y="117872"/>
                </a:lnTo>
                <a:lnTo>
                  <a:pt x="120104" y="113854"/>
                </a:lnTo>
                <a:cubicBezTo>
                  <a:pt x="107603" y="112961"/>
                  <a:pt x="104477" y="108942"/>
                  <a:pt x="104477" y="97334"/>
                </a:cubicBezTo>
                <a:lnTo>
                  <a:pt x="104477" y="38398"/>
                </a:lnTo>
                <a:cubicBezTo>
                  <a:pt x="104477" y="6697"/>
                  <a:pt x="86618" y="0"/>
                  <a:pt x="74563" y="0"/>
                </a:cubicBezTo>
                <a:cubicBezTo>
                  <a:pt x="59382" y="0"/>
                  <a:pt x="50006" y="8930"/>
                  <a:pt x="37058" y="20538"/>
                </a:cubicBezTo>
                <a:lnTo>
                  <a:pt x="37058" y="446"/>
                </a:lnTo>
                <a:lnTo>
                  <a:pt x="35272" y="0"/>
                </a:lnTo>
                <a:cubicBezTo>
                  <a:pt x="23664" y="4465"/>
                  <a:pt x="11609" y="8037"/>
                  <a:pt x="0" y="11609"/>
                </a:cubicBezTo>
                <a:lnTo>
                  <a:pt x="0" y="16073"/>
                </a:lnTo>
                <a:cubicBezTo>
                  <a:pt x="893" y="15180"/>
                  <a:pt x="4018" y="14734"/>
                  <a:pt x="7590" y="14734"/>
                </a:cubicBezTo>
                <a:cubicBezTo>
                  <a:pt x="11609" y="14734"/>
                  <a:pt x="16520" y="15180"/>
                  <a:pt x="16520" y="31254"/>
                </a:cubicBezTo>
                <a:lnTo>
                  <a:pt x="16520" y="94655"/>
                </a:lnTo>
                <a:close/>
                <a:moveTo>
                  <a:pt x="16520" y="946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BA583-C739-4912-A3E7-24D9428B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616" y="493442"/>
            <a:ext cx="119211" cy="177701"/>
          </a:xfrm>
          <a:custGeom xmlns:a="http://schemas.openxmlformats.org/drawingml/2006/main">
            <a:pathLst>
              <a:path w="119211" h="177701">
                <a:moveTo>
                  <a:pt x="80367" y="148679"/>
                </a:moveTo>
                <a:cubicBezTo>
                  <a:pt x="78581" y="158055"/>
                  <a:pt x="68312" y="164306"/>
                  <a:pt x="57596" y="164306"/>
                </a:cubicBezTo>
                <a:cubicBezTo>
                  <a:pt x="40630" y="164306"/>
                  <a:pt x="22324" y="150019"/>
                  <a:pt x="22324" y="111621"/>
                </a:cubicBezTo>
                <a:cubicBezTo>
                  <a:pt x="22324" y="76795"/>
                  <a:pt x="39737" y="64294"/>
                  <a:pt x="54025" y="64294"/>
                </a:cubicBezTo>
                <a:cubicBezTo>
                  <a:pt x="66080" y="64294"/>
                  <a:pt x="78581" y="72330"/>
                  <a:pt x="80367" y="89743"/>
                </a:cubicBezTo>
                <a:lnTo>
                  <a:pt x="80367" y="148679"/>
                </a:lnTo>
                <a:close/>
                <a:moveTo>
                  <a:pt x="119211" y="160288"/>
                </a:moveTo>
                <a:cubicBezTo>
                  <a:pt x="101798" y="161627"/>
                  <a:pt x="101798" y="156270"/>
                  <a:pt x="101798" y="146000"/>
                </a:cubicBezTo>
                <a:lnTo>
                  <a:pt x="101798" y="446"/>
                </a:lnTo>
                <a:lnTo>
                  <a:pt x="100905" y="0"/>
                </a:lnTo>
                <a:cubicBezTo>
                  <a:pt x="88404" y="4465"/>
                  <a:pt x="75902" y="8037"/>
                  <a:pt x="62954" y="11162"/>
                </a:cubicBezTo>
                <a:lnTo>
                  <a:pt x="62954" y="15180"/>
                </a:lnTo>
                <a:cubicBezTo>
                  <a:pt x="65187" y="15180"/>
                  <a:pt x="67419" y="15180"/>
                  <a:pt x="69205" y="15180"/>
                </a:cubicBezTo>
                <a:cubicBezTo>
                  <a:pt x="80367" y="15180"/>
                  <a:pt x="80367" y="20538"/>
                  <a:pt x="80367" y="28129"/>
                </a:cubicBezTo>
                <a:lnTo>
                  <a:pt x="80367" y="68312"/>
                </a:lnTo>
                <a:cubicBezTo>
                  <a:pt x="71884" y="60722"/>
                  <a:pt x="64294" y="57150"/>
                  <a:pt x="53132" y="57150"/>
                </a:cubicBezTo>
                <a:cubicBezTo>
                  <a:pt x="24557" y="57150"/>
                  <a:pt x="0" y="86618"/>
                  <a:pt x="0" y="120104"/>
                </a:cubicBezTo>
                <a:cubicBezTo>
                  <a:pt x="0" y="172343"/>
                  <a:pt x="37058" y="177701"/>
                  <a:pt x="46881" y="177701"/>
                </a:cubicBezTo>
                <a:cubicBezTo>
                  <a:pt x="65633" y="177701"/>
                  <a:pt x="75456" y="168325"/>
                  <a:pt x="79921" y="161181"/>
                </a:cubicBezTo>
                <a:lnTo>
                  <a:pt x="80367" y="161181"/>
                </a:lnTo>
                <a:lnTo>
                  <a:pt x="80367" y="176808"/>
                </a:lnTo>
                <a:lnTo>
                  <a:pt x="81260" y="177701"/>
                </a:lnTo>
                <a:cubicBezTo>
                  <a:pt x="95101" y="172789"/>
                  <a:pt x="106710" y="168771"/>
                  <a:pt x="119211" y="164306"/>
                </a:cubicBezTo>
                <a:lnTo>
                  <a:pt x="119211" y="160288"/>
                </a:lnTo>
                <a:close/>
                <a:moveTo>
                  <a:pt x="119211" y="1602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8CD088-0D79-4C08-ACB4-53BDEAAD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4292" y="550592"/>
            <a:ext cx="102245" cy="120551"/>
          </a:xfrm>
          <a:custGeom xmlns:a="http://schemas.openxmlformats.org/drawingml/2006/main">
            <a:pathLst>
              <a:path w="102245" h="120551">
                <a:moveTo>
                  <a:pt x="98227" y="75902"/>
                </a:moveTo>
                <a:cubicBezTo>
                  <a:pt x="92422" y="85279"/>
                  <a:pt x="81260" y="102691"/>
                  <a:pt x="58489" y="102691"/>
                </a:cubicBezTo>
                <a:cubicBezTo>
                  <a:pt x="41523" y="102691"/>
                  <a:pt x="20985" y="92422"/>
                  <a:pt x="17859" y="46881"/>
                </a:cubicBezTo>
                <a:lnTo>
                  <a:pt x="97334" y="46881"/>
                </a:lnTo>
                <a:cubicBezTo>
                  <a:pt x="94655" y="13395"/>
                  <a:pt x="76349" y="0"/>
                  <a:pt x="52239" y="0"/>
                </a:cubicBezTo>
                <a:cubicBezTo>
                  <a:pt x="32147" y="0"/>
                  <a:pt x="0" y="15627"/>
                  <a:pt x="0" y="62954"/>
                </a:cubicBezTo>
                <a:cubicBezTo>
                  <a:pt x="0" y="99566"/>
                  <a:pt x="19645" y="120551"/>
                  <a:pt x="48220" y="120551"/>
                </a:cubicBezTo>
                <a:cubicBezTo>
                  <a:pt x="84832" y="120551"/>
                  <a:pt x="100012" y="85725"/>
                  <a:pt x="102245" y="77688"/>
                </a:cubicBezTo>
                <a:lnTo>
                  <a:pt x="98227" y="75902"/>
                </a:lnTo>
                <a:close/>
                <a:moveTo>
                  <a:pt x="18752" y="38844"/>
                </a:moveTo>
                <a:cubicBezTo>
                  <a:pt x="22771" y="16073"/>
                  <a:pt x="32593" y="9376"/>
                  <a:pt x="46881" y="9376"/>
                </a:cubicBezTo>
                <a:cubicBezTo>
                  <a:pt x="66973" y="9376"/>
                  <a:pt x="69652" y="26343"/>
                  <a:pt x="71438" y="38844"/>
                </a:cubicBezTo>
                <a:lnTo>
                  <a:pt x="18752" y="38844"/>
                </a:lnTo>
                <a:close/>
                <a:moveTo>
                  <a:pt x="18752" y="388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76CD6-2EDC-45E5-861F-38407D94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3153" y="550592"/>
            <a:ext cx="84386" cy="117872"/>
          </a:xfrm>
          <a:custGeom xmlns:a="http://schemas.openxmlformats.org/drawingml/2006/main">
            <a:pathLst>
              <a:path w="84386" h="117872">
                <a:moveTo>
                  <a:pt x="18306" y="96441"/>
                </a:moveTo>
                <a:cubicBezTo>
                  <a:pt x="18306" y="110728"/>
                  <a:pt x="13841" y="111621"/>
                  <a:pt x="0" y="113854"/>
                </a:cubicBezTo>
                <a:lnTo>
                  <a:pt x="0" y="117872"/>
                </a:lnTo>
                <a:lnTo>
                  <a:pt x="61615" y="117872"/>
                </a:lnTo>
                <a:lnTo>
                  <a:pt x="61615" y="113854"/>
                </a:lnTo>
                <a:cubicBezTo>
                  <a:pt x="48220" y="113407"/>
                  <a:pt x="39737" y="112514"/>
                  <a:pt x="39737" y="94655"/>
                </a:cubicBezTo>
                <a:lnTo>
                  <a:pt x="39737" y="37058"/>
                </a:lnTo>
                <a:cubicBezTo>
                  <a:pt x="39737" y="29021"/>
                  <a:pt x="50899" y="16073"/>
                  <a:pt x="57150" y="16073"/>
                </a:cubicBezTo>
                <a:cubicBezTo>
                  <a:pt x="63401" y="16073"/>
                  <a:pt x="65633" y="25003"/>
                  <a:pt x="74563" y="25003"/>
                </a:cubicBezTo>
                <a:cubicBezTo>
                  <a:pt x="80814" y="25003"/>
                  <a:pt x="84386" y="20092"/>
                  <a:pt x="84386" y="13841"/>
                </a:cubicBezTo>
                <a:cubicBezTo>
                  <a:pt x="84386" y="5358"/>
                  <a:pt x="79474" y="0"/>
                  <a:pt x="70545" y="0"/>
                </a:cubicBezTo>
                <a:cubicBezTo>
                  <a:pt x="60722" y="0"/>
                  <a:pt x="52239" y="4911"/>
                  <a:pt x="40184" y="23217"/>
                </a:cubicBezTo>
                <a:lnTo>
                  <a:pt x="39737" y="23217"/>
                </a:lnTo>
                <a:lnTo>
                  <a:pt x="39737" y="446"/>
                </a:lnTo>
                <a:lnTo>
                  <a:pt x="38398" y="0"/>
                </a:lnTo>
                <a:cubicBezTo>
                  <a:pt x="25896" y="4911"/>
                  <a:pt x="12948" y="9823"/>
                  <a:pt x="446" y="13841"/>
                </a:cubicBezTo>
                <a:lnTo>
                  <a:pt x="446" y="17859"/>
                </a:lnTo>
                <a:cubicBezTo>
                  <a:pt x="2679" y="17413"/>
                  <a:pt x="5358" y="16966"/>
                  <a:pt x="9376" y="16966"/>
                </a:cubicBezTo>
                <a:cubicBezTo>
                  <a:pt x="13395" y="16966"/>
                  <a:pt x="18306" y="16966"/>
                  <a:pt x="18306" y="32147"/>
                </a:cubicBezTo>
                <a:lnTo>
                  <a:pt x="18306" y="96441"/>
                </a:lnTo>
                <a:close/>
                <a:moveTo>
                  <a:pt x="18306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ED55E-4002-4C8C-8B50-2CB21ACA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1161" y="493442"/>
            <a:ext cx="60722" cy="175022"/>
          </a:xfrm>
          <a:custGeom xmlns:a="http://schemas.openxmlformats.org/drawingml/2006/main">
            <a:pathLst>
              <a:path w="60722" h="175022">
                <a:moveTo>
                  <a:pt x="0" y="175022"/>
                </a:moveTo>
                <a:lnTo>
                  <a:pt x="60722" y="175022"/>
                </a:lnTo>
                <a:lnTo>
                  <a:pt x="60722" y="171004"/>
                </a:lnTo>
                <a:cubicBezTo>
                  <a:pt x="43309" y="170111"/>
                  <a:pt x="41970" y="165646"/>
                  <a:pt x="41970" y="148679"/>
                </a:cubicBezTo>
                <a:lnTo>
                  <a:pt x="41970" y="58043"/>
                </a:lnTo>
                <a:lnTo>
                  <a:pt x="40630" y="57150"/>
                </a:lnTo>
                <a:cubicBezTo>
                  <a:pt x="27682" y="62061"/>
                  <a:pt x="14288" y="66973"/>
                  <a:pt x="893" y="71438"/>
                </a:cubicBezTo>
                <a:lnTo>
                  <a:pt x="893" y="75009"/>
                </a:lnTo>
                <a:cubicBezTo>
                  <a:pt x="4465" y="74563"/>
                  <a:pt x="7590" y="74116"/>
                  <a:pt x="11162" y="74116"/>
                </a:cubicBezTo>
                <a:cubicBezTo>
                  <a:pt x="15627" y="74116"/>
                  <a:pt x="20538" y="74116"/>
                  <a:pt x="20538" y="89297"/>
                </a:cubicBezTo>
                <a:lnTo>
                  <a:pt x="20538" y="148679"/>
                </a:lnTo>
                <a:cubicBezTo>
                  <a:pt x="20538" y="168771"/>
                  <a:pt x="16073" y="170557"/>
                  <a:pt x="0" y="171004"/>
                </a:cubicBezTo>
                <a:lnTo>
                  <a:pt x="0" y="175022"/>
                </a:lnTo>
                <a:close/>
                <a:moveTo>
                  <a:pt x="16073" y="12948"/>
                </a:moveTo>
                <a:cubicBezTo>
                  <a:pt x="16073" y="17859"/>
                  <a:pt x="19645" y="26343"/>
                  <a:pt x="28575" y="26343"/>
                </a:cubicBezTo>
                <a:cubicBezTo>
                  <a:pt x="36612" y="26343"/>
                  <a:pt x="41970" y="20538"/>
                  <a:pt x="41970" y="12948"/>
                </a:cubicBezTo>
                <a:cubicBezTo>
                  <a:pt x="41970" y="5804"/>
                  <a:pt x="36612" y="0"/>
                  <a:pt x="28575" y="0"/>
                </a:cubicBezTo>
                <a:cubicBezTo>
                  <a:pt x="19645" y="0"/>
                  <a:pt x="16073" y="8037"/>
                  <a:pt x="16073" y="12948"/>
                </a:cubicBezTo>
                <a:close/>
                <a:moveTo>
                  <a:pt x="16073" y="129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3EA7A-99A4-454A-85CA-BA45B1B8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397" y="550592"/>
            <a:ext cx="120104" cy="117872"/>
          </a:xfrm>
          <a:custGeom xmlns:a="http://schemas.openxmlformats.org/drawingml/2006/main">
            <a:pathLst>
              <a:path w="120104" h="117872">
                <a:moveTo>
                  <a:pt x="16520" y="94655"/>
                </a:moveTo>
                <a:cubicBezTo>
                  <a:pt x="16520" y="109835"/>
                  <a:pt x="12502" y="113407"/>
                  <a:pt x="446" y="113854"/>
                </a:cubicBezTo>
                <a:lnTo>
                  <a:pt x="446" y="117872"/>
                </a:lnTo>
                <a:lnTo>
                  <a:pt x="54918" y="117872"/>
                </a:lnTo>
                <a:lnTo>
                  <a:pt x="54918" y="113854"/>
                </a:lnTo>
                <a:cubicBezTo>
                  <a:pt x="41523" y="113407"/>
                  <a:pt x="37951" y="108942"/>
                  <a:pt x="37951" y="100905"/>
                </a:cubicBezTo>
                <a:lnTo>
                  <a:pt x="37951" y="28575"/>
                </a:lnTo>
                <a:cubicBezTo>
                  <a:pt x="47774" y="19199"/>
                  <a:pt x="55811" y="14288"/>
                  <a:pt x="63401" y="14288"/>
                </a:cubicBezTo>
                <a:cubicBezTo>
                  <a:pt x="78581" y="14288"/>
                  <a:pt x="83046" y="23217"/>
                  <a:pt x="83046" y="38844"/>
                </a:cubicBezTo>
                <a:lnTo>
                  <a:pt x="83046" y="92422"/>
                </a:lnTo>
                <a:cubicBezTo>
                  <a:pt x="83046" y="112068"/>
                  <a:pt x="76349" y="113407"/>
                  <a:pt x="66973" y="113854"/>
                </a:cubicBezTo>
                <a:lnTo>
                  <a:pt x="66973" y="117872"/>
                </a:lnTo>
                <a:lnTo>
                  <a:pt x="120104" y="117872"/>
                </a:lnTo>
                <a:lnTo>
                  <a:pt x="120104" y="113854"/>
                </a:lnTo>
                <a:cubicBezTo>
                  <a:pt x="107603" y="112961"/>
                  <a:pt x="104477" y="108942"/>
                  <a:pt x="104477" y="97334"/>
                </a:cubicBezTo>
                <a:lnTo>
                  <a:pt x="104477" y="38398"/>
                </a:lnTo>
                <a:cubicBezTo>
                  <a:pt x="104477" y="6697"/>
                  <a:pt x="86618" y="0"/>
                  <a:pt x="74563" y="0"/>
                </a:cubicBezTo>
                <a:cubicBezTo>
                  <a:pt x="59382" y="0"/>
                  <a:pt x="50006" y="8930"/>
                  <a:pt x="37058" y="20538"/>
                </a:cubicBezTo>
                <a:lnTo>
                  <a:pt x="37058" y="446"/>
                </a:lnTo>
                <a:lnTo>
                  <a:pt x="35272" y="0"/>
                </a:lnTo>
                <a:cubicBezTo>
                  <a:pt x="23664" y="4465"/>
                  <a:pt x="11609" y="8037"/>
                  <a:pt x="0" y="11609"/>
                </a:cubicBezTo>
                <a:lnTo>
                  <a:pt x="0" y="16073"/>
                </a:lnTo>
                <a:cubicBezTo>
                  <a:pt x="893" y="15180"/>
                  <a:pt x="4018" y="14734"/>
                  <a:pt x="7590" y="14734"/>
                </a:cubicBezTo>
                <a:cubicBezTo>
                  <a:pt x="11609" y="14734"/>
                  <a:pt x="16520" y="15180"/>
                  <a:pt x="16520" y="31254"/>
                </a:cubicBezTo>
                <a:lnTo>
                  <a:pt x="16520" y="94655"/>
                </a:lnTo>
                <a:close/>
                <a:moveTo>
                  <a:pt x="16520" y="946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6C2A6-B8DD-492F-B04E-BED2E3FC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3644" y="550592"/>
            <a:ext cx="113407" cy="173682"/>
          </a:xfrm>
          <a:custGeom xmlns:a="http://schemas.openxmlformats.org/drawingml/2006/main">
            <a:pathLst>
              <a:path w="113407" h="173682">
                <a:moveTo>
                  <a:pt x="17859" y="141089"/>
                </a:moveTo>
                <a:cubicBezTo>
                  <a:pt x="17859" y="133052"/>
                  <a:pt x="22771" y="127695"/>
                  <a:pt x="30361" y="118318"/>
                </a:cubicBezTo>
                <a:cubicBezTo>
                  <a:pt x="42416" y="120997"/>
                  <a:pt x="48220" y="120997"/>
                  <a:pt x="72330" y="121890"/>
                </a:cubicBezTo>
                <a:cubicBezTo>
                  <a:pt x="91083" y="122337"/>
                  <a:pt x="104031" y="122783"/>
                  <a:pt x="104031" y="134392"/>
                </a:cubicBezTo>
                <a:cubicBezTo>
                  <a:pt x="104031" y="147786"/>
                  <a:pt x="86618" y="158948"/>
                  <a:pt x="56257" y="158948"/>
                </a:cubicBezTo>
                <a:cubicBezTo>
                  <a:pt x="27236" y="158948"/>
                  <a:pt x="17859" y="148679"/>
                  <a:pt x="17859" y="141089"/>
                </a:cubicBezTo>
                <a:close/>
                <a:moveTo>
                  <a:pt x="31700" y="30361"/>
                </a:moveTo>
                <a:cubicBezTo>
                  <a:pt x="31700" y="12948"/>
                  <a:pt x="41970" y="7144"/>
                  <a:pt x="50899" y="7144"/>
                </a:cubicBezTo>
                <a:cubicBezTo>
                  <a:pt x="73223" y="7144"/>
                  <a:pt x="77242" y="41523"/>
                  <a:pt x="77242" y="48667"/>
                </a:cubicBezTo>
                <a:cubicBezTo>
                  <a:pt x="77242" y="54471"/>
                  <a:pt x="75902" y="73223"/>
                  <a:pt x="58489" y="73223"/>
                </a:cubicBezTo>
                <a:cubicBezTo>
                  <a:pt x="38398" y="73223"/>
                  <a:pt x="31700" y="50453"/>
                  <a:pt x="31700" y="30361"/>
                </a:cubicBezTo>
                <a:close/>
                <a:moveTo>
                  <a:pt x="113407" y="18306"/>
                </a:moveTo>
                <a:lnTo>
                  <a:pt x="113407" y="8483"/>
                </a:lnTo>
                <a:lnTo>
                  <a:pt x="93762" y="8483"/>
                </a:lnTo>
                <a:cubicBezTo>
                  <a:pt x="89297" y="8483"/>
                  <a:pt x="84832" y="8037"/>
                  <a:pt x="79474" y="5804"/>
                </a:cubicBezTo>
                <a:cubicBezTo>
                  <a:pt x="69205" y="2232"/>
                  <a:pt x="63401" y="0"/>
                  <a:pt x="54471" y="0"/>
                </a:cubicBezTo>
                <a:cubicBezTo>
                  <a:pt x="35272" y="0"/>
                  <a:pt x="10716" y="12502"/>
                  <a:pt x="10716" y="42862"/>
                </a:cubicBezTo>
                <a:cubicBezTo>
                  <a:pt x="10716" y="57596"/>
                  <a:pt x="19199" y="69652"/>
                  <a:pt x="34379" y="75902"/>
                </a:cubicBezTo>
                <a:cubicBezTo>
                  <a:pt x="11609" y="96441"/>
                  <a:pt x="11609" y="99566"/>
                  <a:pt x="11609" y="104031"/>
                </a:cubicBezTo>
                <a:cubicBezTo>
                  <a:pt x="11609" y="111175"/>
                  <a:pt x="18306" y="114300"/>
                  <a:pt x="25003" y="117425"/>
                </a:cubicBezTo>
                <a:cubicBezTo>
                  <a:pt x="12055" y="126802"/>
                  <a:pt x="0" y="137517"/>
                  <a:pt x="0" y="148679"/>
                </a:cubicBezTo>
                <a:cubicBezTo>
                  <a:pt x="0" y="162520"/>
                  <a:pt x="19199" y="173682"/>
                  <a:pt x="45541" y="173682"/>
                </a:cubicBezTo>
                <a:cubicBezTo>
                  <a:pt x="68312" y="173682"/>
                  <a:pt x="111175" y="159395"/>
                  <a:pt x="111175" y="130373"/>
                </a:cubicBezTo>
                <a:cubicBezTo>
                  <a:pt x="111175" y="123230"/>
                  <a:pt x="107603" y="104477"/>
                  <a:pt x="79921" y="103138"/>
                </a:cubicBezTo>
                <a:lnTo>
                  <a:pt x="46881" y="101352"/>
                </a:lnTo>
                <a:cubicBezTo>
                  <a:pt x="39291" y="101352"/>
                  <a:pt x="26789" y="100459"/>
                  <a:pt x="26789" y="94655"/>
                </a:cubicBezTo>
                <a:cubicBezTo>
                  <a:pt x="26789" y="89297"/>
                  <a:pt x="37058" y="79028"/>
                  <a:pt x="42416" y="78581"/>
                </a:cubicBezTo>
                <a:cubicBezTo>
                  <a:pt x="43755" y="78581"/>
                  <a:pt x="53132" y="79474"/>
                  <a:pt x="56257" y="79474"/>
                </a:cubicBezTo>
                <a:cubicBezTo>
                  <a:pt x="70545" y="79474"/>
                  <a:pt x="96887" y="69652"/>
                  <a:pt x="96887" y="41970"/>
                </a:cubicBezTo>
                <a:cubicBezTo>
                  <a:pt x="96887" y="29021"/>
                  <a:pt x="94655" y="24110"/>
                  <a:pt x="91976" y="18306"/>
                </a:cubicBezTo>
                <a:lnTo>
                  <a:pt x="113407" y="18306"/>
                </a:lnTo>
                <a:close/>
                <a:moveTo>
                  <a:pt x="113407" y="183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BD7B7-F542-4FC2-8DED-B23B96933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1185" y="495228"/>
            <a:ext cx="65187" cy="218777"/>
          </a:xfrm>
          <a:custGeom xmlns:a="http://schemas.openxmlformats.org/drawingml/2006/main">
            <a:pathLst>
              <a:path w="65187" h="218777">
                <a:moveTo>
                  <a:pt x="62954" y="0"/>
                </a:moveTo>
                <a:cubicBezTo>
                  <a:pt x="23217" y="23664"/>
                  <a:pt x="0" y="62061"/>
                  <a:pt x="0" y="106263"/>
                </a:cubicBezTo>
                <a:cubicBezTo>
                  <a:pt x="0" y="141536"/>
                  <a:pt x="8037" y="159841"/>
                  <a:pt x="20985" y="178147"/>
                </a:cubicBezTo>
                <a:cubicBezTo>
                  <a:pt x="30361" y="192881"/>
                  <a:pt x="47327" y="210741"/>
                  <a:pt x="62508" y="218777"/>
                </a:cubicBezTo>
                <a:lnTo>
                  <a:pt x="65187" y="214312"/>
                </a:lnTo>
                <a:cubicBezTo>
                  <a:pt x="21878" y="186630"/>
                  <a:pt x="21878" y="130373"/>
                  <a:pt x="21878" y="104477"/>
                </a:cubicBezTo>
                <a:cubicBezTo>
                  <a:pt x="21878" y="39291"/>
                  <a:pt x="46434" y="19199"/>
                  <a:pt x="65187" y="4018"/>
                </a:cubicBezTo>
                <a:lnTo>
                  <a:pt x="62954" y="0"/>
                </a:lnTo>
                <a:close/>
                <a:moveTo>
                  <a:pt x="6295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EC3B8-8690-4013-B771-4F5AE403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7138" y="498800"/>
            <a:ext cx="150019" cy="169664"/>
          </a:xfrm>
          <a:custGeom xmlns:a="http://schemas.openxmlformats.org/drawingml/2006/main">
            <a:pathLst>
              <a:path w="150019" h="169664">
                <a:moveTo>
                  <a:pt x="150019" y="126355"/>
                </a:moveTo>
                <a:lnTo>
                  <a:pt x="142875" y="126355"/>
                </a:lnTo>
                <a:cubicBezTo>
                  <a:pt x="131266" y="152251"/>
                  <a:pt x="118765" y="159841"/>
                  <a:pt x="86618" y="159841"/>
                </a:cubicBezTo>
                <a:cubicBezTo>
                  <a:pt x="48220" y="159841"/>
                  <a:pt x="48220" y="159841"/>
                  <a:pt x="48220" y="149126"/>
                </a:cubicBezTo>
                <a:lnTo>
                  <a:pt x="48220" y="85725"/>
                </a:lnTo>
                <a:lnTo>
                  <a:pt x="87957" y="86171"/>
                </a:lnTo>
                <a:cubicBezTo>
                  <a:pt x="108942" y="86171"/>
                  <a:pt x="112961" y="89743"/>
                  <a:pt x="116086" y="110282"/>
                </a:cubicBezTo>
                <a:lnTo>
                  <a:pt x="121890" y="110282"/>
                </a:lnTo>
                <a:lnTo>
                  <a:pt x="121890" y="50899"/>
                </a:lnTo>
                <a:lnTo>
                  <a:pt x="116086" y="50899"/>
                </a:lnTo>
                <a:cubicBezTo>
                  <a:pt x="113407" y="69205"/>
                  <a:pt x="110728" y="75456"/>
                  <a:pt x="87957" y="75456"/>
                </a:cubicBezTo>
                <a:lnTo>
                  <a:pt x="48220" y="75456"/>
                </a:lnTo>
                <a:lnTo>
                  <a:pt x="48220" y="18306"/>
                </a:lnTo>
                <a:cubicBezTo>
                  <a:pt x="48220" y="9823"/>
                  <a:pt x="51346" y="9823"/>
                  <a:pt x="56704" y="9823"/>
                </a:cubicBezTo>
                <a:lnTo>
                  <a:pt x="91529" y="9823"/>
                </a:lnTo>
                <a:cubicBezTo>
                  <a:pt x="120104" y="9823"/>
                  <a:pt x="126355" y="13841"/>
                  <a:pt x="130373" y="36612"/>
                </a:cubicBezTo>
                <a:lnTo>
                  <a:pt x="136624" y="36612"/>
                </a:lnTo>
                <a:lnTo>
                  <a:pt x="136178" y="0"/>
                </a:lnTo>
                <a:lnTo>
                  <a:pt x="0" y="0"/>
                </a:lnTo>
                <a:lnTo>
                  <a:pt x="0" y="4911"/>
                </a:lnTo>
                <a:cubicBezTo>
                  <a:pt x="16073" y="6251"/>
                  <a:pt x="22324" y="7590"/>
                  <a:pt x="22324" y="28129"/>
                </a:cubicBezTo>
                <a:lnTo>
                  <a:pt x="22324" y="141536"/>
                </a:lnTo>
                <a:cubicBezTo>
                  <a:pt x="22324" y="161627"/>
                  <a:pt x="16520" y="163860"/>
                  <a:pt x="0" y="164753"/>
                </a:cubicBezTo>
                <a:lnTo>
                  <a:pt x="0" y="169664"/>
                </a:lnTo>
                <a:lnTo>
                  <a:pt x="138410" y="169664"/>
                </a:lnTo>
                <a:lnTo>
                  <a:pt x="150019" y="126355"/>
                </a:lnTo>
                <a:close/>
                <a:moveTo>
                  <a:pt x="150019" y="1263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2586F5-FECA-4CD0-8D20-5DDE3839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6828" y="550592"/>
            <a:ext cx="118765" cy="173682"/>
          </a:xfrm>
          <a:custGeom xmlns:a="http://schemas.openxmlformats.org/drawingml/2006/main">
            <a:pathLst>
              <a:path w="118765" h="173682">
                <a:moveTo>
                  <a:pt x="86171" y="8930"/>
                </a:moveTo>
                <a:cubicBezTo>
                  <a:pt x="75902" y="3125"/>
                  <a:pt x="70098" y="0"/>
                  <a:pt x="57150" y="0"/>
                </a:cubicBezTo>
                <a:cubicBezTo>
                  <a:pt x="25003" y="0"/>
                  <a:pt x="0" y="28129"/>
                  <a:pt x="0" y="63401"/>
                </a:cubicBezTo>
                <a:cubicBezTo>
                  <a:pt x="0" y="102245"/>
                  <a:pt x="19199" y="120551"/>
                  <a:pt x="41970" y="120551"/>
                </a:cubicBezTo>
                <a:cubicBezTo>
                  <a:pt x="57596" y="120551"/>
                  <a:pt x="75456" y="109835"/>
                  <a:pt x="79921" y="101798"/>
                </a:cubicBezTo>
                <a:lnTo>
                  <a:pt x="81260" y="101798"/>
                </a:lnTo>
                <a:lnTo>
                  <a:pt x="81260" y="149572"/>
                </a:lnTo>
                <a:cubicBezTo>
                  <a:pt x="81260" y="162520"/>
                  <a:pt x="77688" y="168325"/>
                  <a:pt x="58489" y="169218"/>
                </a:cubicBezTo>
                <a:lnTo>
                  <a:pt x="58489" y="173682"/>
                </a:lnTo>
                <a:lnTo>
                  <a:pt x="118765" y="173682"/>
                </a:lnTo>
                <a:lnTo>
                  <a:pt x="118765" y="170111"/>
                </a:lnTo>
                <a:cubicBezTo>
                  <a:pt x="107156" y="167432"/>
                  <a:pt x="102691" y="166092"/>
                  <a:pt x="102691" y="154037"/>
                </a:cubicBezTo>
                <a:lnTo>
                  <a:pt x="102691" y="893"/>
                </a:lnTo>
                <a:lnTo>
                  <a:pt x="101798" y="0"/>
                </a:lnTo>
                <a:lnTo>
                  <a:pt x="100012" y="893"/>
                </a:lnTo>
                <a:lnTo>
                  <a:pt x="86171" y="8930"/>
                </a:lnTo>
                <a:close/>
                <a:moveTo>
                  <a:pt x="81260" y="85279"/>
                </a:moveTo>
                <a:cubicBezTo>
                  <a:pt x="80814" y="93315"/>
                  <a:pt x="80814" y="97780"/>
                  <a:pt x="67419" y="102691"/>
                </a:cubicBezTo>
                <a:cubicBezTo>
                  <a:pt x="62954" y="104477"/>
                  <a:pt x="58489" y="104924"/>
                  <a:pt x="54918" y="104924"/>
                </a:cubicBezTo>
                <a:cubicBezTo>
                  <a:pt x="32147" y="104924"/>
                  <a:pt x="21878" y="80367"/>
                  <a:pt x="21878" y="56704"/>
                </a:cubicBezTo>
                <a:cubicBezTo>
                  <a:pt x="21878" y="25896"/>
                  <a:pt x="35719" y="7144"/>
                  <a:pt x="56704" y="7144"/>
                </a:cubicBezTo>
                <a:cubicBezTo>
                  <a:pt x="80814" y="7144"/>
                  <a:pt x="81260" y="25450"/>
                  <a:pt x="81260" y="32593"/>
                </a:cubicBezTo>
                <a:lnTo>
                  <a:pt x="81260" y="85279"/>
                </a:lnTo>
                <a:close/>
                <a:moveTo>
                  <a:pt x="81260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B178E-043E-4DBC-990D-1EDCCD37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6559" y="643015"/>
            <a:ext cx="28575" cy="28129"/>
          </a:xfrm>
          <a:custGeom xmlns:a="http://schemas.openxmlformats.org/drawingml/2006/main">
            <a:pathLst>
              <a:path w="28575" h="28129">
                <a:moveTo>
                  <a:pt x="14288" y="28129"/>
                </a:moveTo>
                <a:cubicBezTo>
                  <a:pt x="19645" y="28129"/>
                  <a:pt x="28575" y="24110"/>
                  <a:pt x="28575" y="14288"/>
                </a:cubicBezTo>
                <a:cubicBezTo>
                  <a:pt x="28575" y="6697"/>
                  <a:pt x="21878" y="0"/>
                  <a:pt x="14288" y="0"/>
                </a:cubicBezTo>
                <a:cubicBezTo>
                  <a:pt x="6697" y="0"/>
                  <a:pt x="0" y="6251"/>
                  <a:pt x="0" y="14288"/>
                </a:cubicBezTo>
                <a:cubicBezTo>
                  <a:pt x="0" y="24110"/>
                  <a:pt x="8930" y="28129"/>
                  <a:pt x="14288" y="28129"/>
                </a:cubicBezTo>
                <a:close/>
                <a:moveTo>
                  <a:pt x="14288" y="281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75329C-5B1F-4951-AE40-6EAA829D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1109" y="495228"/>
            <a:ext cx="99566" cy="176808"/>
          </a:xfrm>
          <a:custGeom xmlns:a="http://schemas.openxmlformats.org/drawingml/2006/main">
            <a:pathLst>
              <a:path w="99566" h="176808">
                <a:moveTo>
                  <a:pt x="40184" y="93315"/>
                </a:moveTo>
                <a:cubicBezTo>
                  <a:pt x="69652" y="114300"/>
                  <a:pt x="80367" y="121890"/>
                  <a:pt x="80367" y="141089"/>
                </a:cubicBezTo>
                <a:cubicBezTo>
                  <a:pt x="80367" y="158948"/>
                  <a:pt x="68312" y="169664"/>
                  <a:pt x="52239" y="169664"/>
                </a:cubicBezTo>
                <a:cubicBezTo>
                  <a:pt x="31254" y="169664"/>
                  <a:pt x="19645" y="153144"/>
                  <a:pt x="19645" y="133052"/>
                </a:cubicBezTo>
                <a:cubicBezTo>
                  <a:pt x="19645" y="109835"/>
                  <a:pt x="31700" y="100012"/>
                  <a:pt x="40184" y="93315"/>
                </a:cubicBezTo>
                <a:close/>
                <a:moveTo>
                  <a:pt x="0" y="135731"/>
                </a:moveTo>
                <a:cubicBezTo>
                  <a:pt x="0" y="155823"/>
                  <a:pt x="16966" y="176808"/>
                  <a:pt x="48667" y="176808"/>
                </a:cubicBezTo>
                <a:cubicBezTo>
                  <a:pt x="91083" y="176808"/>
                  <a:pt x="99566" y="148233"/>
                  <a:pt x="99566" y="134838"/>
                </a:cubicBezTo>
                <a:cubicBezTo>
                  <a:pt x="99566" y="117425"/>
                  <a:pt x="94208" y="102691"/>
                  <a:pt x="59829" y="78135"/>
                </a:cubicBezTo>
                <a:cubicBezTo>
                  <a:pt x="73670" y="70545"/>
                  <a:pt x="94208" y="59829"/>
                  <a:pt x="94208" y="36165"/>
                </a:cubicBezTo>
                <a:cubicBezTo>
                  <a:pt x="94208" y="16966"/>
                  <a:pt x="78581" y="0"/>
                  <a:pt x="49560" y="0"/>
                </a:cubicBezTo>
                <a:cubicBezTo>
                  <a:pt x="27682" y="0"/>
                  <a:pt x="1786" y="13841"/>
                  <a:pt x="1786" y="39737"/>
                </a:cubicBezTo>
                <a:cubicBezTo>
                  <a:pt x="1786" y="60275"/>
                  <a:pt x="12055" y="69205"/>
                  <a:pt x="33486" y="87957"/>
                </a:cubicBezTo>
                <a:cubicBezTo>
                  <a:pt x="10716" y="105370"/>
                  <a:pt x="0" y="113407"/>
                  <a:pt x="0" y="135731"/>
                </a:cubicBezTo>
                <a:close/>
                <a:moveTo>
                  <a:pt x="20538" y="33040"/>
                </a:moveTo>
                <a:cubicBezTo>
                  <a:pt x="20538" y="20538"/>
                  <a:pt x="28575" y="7144"/>
                  <a:pt x="47774" y="7144"/>
                </a:cubicBezTo>
                <a:cubicBezTo>
                  <a:pt x="67866" y="7144"/>
                  <a:pt x="76795" y="20985"/>
                  <a:pt x="76795" y="35272"/>
                </a:cubicBezTo>
                <a:cubicBezTo>
                  <a:pt x="76795" y="57596"/>
                  <a:pt x="62508" y="66973"/>
                  <a:pt x="52685" y="73670"/>
                </a:cubicBezTo>
                <a:cubicBezTo>
                  <a:pt x="43309" y="67866"/>
                  <a:pt x="20538" y="53132"/>
                  <a:pt x="20538" y="33040"/>
                </a:cubicBezTo>
                <a:close/>
                <a:moveTo>
                  <a:pt x="20538" y="3304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B6C2D-527A-4933-8685-174A796E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2534" y="495228"/>
            <a:ext cx="65633" cy="218777"/>
          </a:xfrm>
          <a:custGeom xmlns:a="http://schemas.openxmlformats.org/drawingml/2006/main">
            <a:pathLst>
              <a:path w="65633" h="218777">
                <a:moveTo>
                  <a:pt x="2232" y="218777"/>
                </a:moveTo>
                <a:cubicBezTo>
                  <a:pt x="41970" y="195114"/>
                  <a:pt x="65633" y="156716"/>
                  <a:pt x="65633" y="112514"/>
                </a:cubicBezTo>
                <a:cubicBezTo>
                  <a:pt x="65633" y="77242"/>
                  <a:pt x="57150" y="58489"/>
                  <a:pt x="44648" y="40184"/>
                </a:cubicBezTo>
                <a:cubicBezTo>
                  <a:pt x="34826" y="25896"/>
                  <a:pt x="17859" y="8037"/>
                  <a:pt x="3125" y="0"/>
                </a:cubicBezTo>
                <a:lnTo>
                  <a:pt x="0" y="4018"/>
                </a:lnTo>
                <a:cubicBezTo>
                  <a:pt x="43309" y="32147"/>
                  <a:pt x="43309" y="87957"/>
                  <a:pt x="43309" y="114300"/>
                </a:cubicBezTo>
                <a:cubicBezTo>
                  <a:pt x="43309" y="179487"/>
                  <a:pt x="18752" y="199579"/>
                  <a:pt x="0" y="214312"/>
                </a:cubicBezTo>
                <a:lnTo>
                  <a:pt x="2232" y="218777"/>
                </a:lnTo>
                <a:close/>
                <a:moveTo>
                  <a:pt x="2232" y="2187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36CFC1-F1BC-45B1-AA24-50874163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0381" y="986172"/>
            <a:ext cx="150800" cy="53132"/>
          </a:xfrm>
          <a:custGeom xmlns:a="http://schemas.openxmlformats.org/drawingml/2006/main">
            <a:pathLst>
              <a:path w="150800" h="53132">
                <a:moveTo>
                  <a:pt x="143098" y="9153"/>
                </a:moveTo>
                <a:cubicBezTo>
                  <a:pt x="146558" y="9153"/>
                  <a:pt x="150800" y="9153"/>
                  <a:pt x="150800" y="4576"/>
                </a:cubicBezTo>
                <a:cubicBezTo>
                  <a:pt x="150800" y="0"/>
                  <a:pt x="146558" y="0"/>
                  <a:pt x="143321" y="0"/>
                </a:cubicBezTo>
                <a:lnTo>
                  <a:pt x="7479" y="0"/>
                </a:lnTo>
                <a:cubicBezTo>
                  <a:pt x="4242" y="0"/>
                  <a:pt x="0" y="0"/>
                  <a:pt x="0" y="4576"/>
                </a:cubicBezTo>
                <a:cubicBezTo>
                  <a:pt x="0" y="9153"/>
                  <a:pt x="4242" y="9153"/>
                  <a:pt x="7702" y="9153"/>
                </a:cubicBezTo>
                <a:lnTo>
                  <a:pt x="143098" y="9153"/>
                </a:lnTo>
                <a:close/>
                <a:moveTo>
                  <a:pt x="143321" y="53132"/>
                </a:moveTo>
                <a:cubicBezTo>
                  <a:pt x="146558" y="53132"/>
                  <a:pt x="150800" y="53132"/>
                  <a:pt x="150800" y="48555"/>
                </a:cubicBezTo>
                <a:cubicBezTo>
                  <a:pt x="150800" y="44090"/>
                  <a:pt x="146558" y="44090"/>
                  <a:pt x="143098" y="44090"/>
                </a:cubicBezTo>
                <a:lnTo>
                  <a:pt x="7702" y="44090"/>
                </a:lnTo>
                <a:cubicBezTo>
                  <a:pt x="4242" y="44090"/>
                  <a:pt x="0" y="44090"/>
                  <a:pt x="0" y="48555"/>
                </a:cubicBezTo>
                <a:cubicBezTo>
                  <a:pt x="0" y="53132"/>
                  <a:pt x="4242" y="53132"/>
                  <a:pt x="7479" y="53132"/>
                </a:cubicBezTo>
                <a:lnTo>
                  <a:pt x="143321" y="5313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4045C7-AD15-4BC9-99EC-B6350299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9473" y="898661"/>
            <a:ext cx="213978" cy="226702"/>
          </a:xfrm>
          <a:custGeom xmlns:a="http://schemas.openxmlformats.org/drawingml/2006/main">
            <a:pathLst>
              <a:path w="213978" h="226702">
                <a:moveTo>
                  <a:pt x="82823" y="121109"/>
                </a:moveTo>
                <a:lnTo>
                  <a:pt x="2344" y="220675"/>
                </a:lnTo>
                <a:cubicBezTo>
                  <a:pt x="558" y="222907"/>
                  <a:pt x="335" y="223354"/>
                  <a:pt x="335" y="224247"/>
                </a:cubicBezTo>
                <a:cubicBezTo>
                  <a:pt x="335" y="226702"/>
                  <a:pt x="2344" y="226702"/>
                  <a:pt x="6362" y="226702"/>
                </a:cubicBezTo>
                <a:lnTo>
                  <a:pt x="194444" y="226702"/>
                </a:lnTo>
                <a:lnTo>
                  <a:pt x="213978" y="170334"/>
                </a:lnTo>
                <a:lnTo>
                  <a:pt x="208285" y="170334"/>
                </a:lnTo>
                <a:cubicBezTo>
                  <a:pt x="202592" y="187300"/>
                  <a:pt x="187412" y="201141"/>
                  <a:pt x="168101" y="207727"/>
                </a:cubicBezTo>
                <a:cubicBezTo>
                  <a:pt x="164530" y="208843"/>
                  <a:pt x="148903" y="214312"/>
                  <a:pt x="115528" y="214312"/>
                </a:cubicBezTo>
                <a:lnTo>
                  <a:pt x="19087" y="214312"/>
                </a:lnTo>
                <a:lnTo>
                  <a:pt x="97780" y="116979"/>
                </a:lnTo>
                <a:cubicBezTo>
                  <a:pt x="99343" y="114970"/>
                  <a:pt x="99901" y="114300"/>
                  <a:pt x="99901" y="113407"/>
                </a:cubicBezTo>
                <a:cubicBezTo>
                  <a:pt x="99901" y="112402"/>
                  <a:pt x="99566" y="112179"/>
                  <a:pt x="98227" y="110170"/>
                </a:cubicBezTo>
                <a:lnTo>
                  <a:pt x="24557" y="9041"/>
                </a:lnTo>
                <a:lnTo>
                  <a:pt x="114412" y="9041"/>
                </a:lnTo>
                <a:cubicBezTo>
                  <a:pt x="140196" y="9041"/>
                  <a:pt x="192435" y="10604"/>
                  <a:pt x="208285" y="53020"/>
                </a:cubicBezTo>
                <a:lnTo>
                  <a:pt x="213978" y="53020"/>
                </a:lnTo>
                <a:lnTo>
                  <a:pt x="194444" y="0"/>
                </a:lnTo>
                <a:lnTo>
                  <a:pt x="6362" y="0"/>
                </a:lnTo>
                <a:cubicBezTo>
                  <a:pt x="335" y="0"/>
                  <a:pt x="0" y="223"/>
                  <a:pt x="0" y="7144"/>
                </a:cubicBezTo>
                <a:lnTo>
                  <a:pt x="82823" y="1211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1B04EC-FE6A-4AD6-8DF4-1706A02A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0798" y="1027584"/>
            <a:ext cx="78135" cy="111844"/>
          </a:xfrm>
          <a:custGeom xmlns:a="http://schemas.openxmlformats.org/drawingml/2006/main">
            <a:pathLst>
              <a:path w="78135" h="111844">
                <a:moveTo>
                  <a:pt x="37840" y="4688"/>
                </a:moveTo>
                <a:cubicBezTo>
                  <a:pt x="37951" y="4353"/>
                  <a:pt x="38398" y="2344"/>
                  <a:pt x="38398" y="2232"/>
                </a:cubicBezTo>
                <a:cubicBezTo>
                  <a:pt x="38398" y="1339"/>
                  <a:pt x="37840" y="0"/>
                  <a:pt x="35830" y="0"/>
                </a:cubicBezTo>
                <a:cubicBezTo>
                  <a:pt x="32705" y="0"/>
                  <a:pt x="19534" y="1228"/>
                  <a:pt x="15515" y="1563"/>
                </a:cubicBezTo>
                <a:cubicBezTo>
                  <a:pt x="14288" y="1674"/>
                  <a:pt x="12055" y="1898"/>
                  <a:pt x="12055" y="5246"/>
                </a:cubicBezTo>
                <a:cubicBezTo>
                  <a:pt x="12055" y="7479"/>
                  <a:pt x="14288" y="7479"/>
                  <a:pt x="16185" y="7479"/>
                </a:cubicBezTo>
                <a:cubicBezTo>
                  <a:pt x="23775" y="7479"/>
                  <a:pt x="23775" y="8483"/>
                  <a:pt x="23775" y="9823"/>
                </a:cubicBezTo>
                <a:cubicBezTo>
                  <a:pt x="23775" y="10939"/>
                  <a:pt x="23440" y="11943"/>
                  <a:pt x="23106" y="13283"/>
                </a:cubicBezTo>
                <a:lnTo>
                  <a:pt x="781" y="103250"/>
                </a:lnTo>
                <a:cubicBezTo>
                  <a:pt x="0" y="106040"/>
                  <a:pt x="0" y="106375"/>
                  <a:pt x="0" y="106710"/>
                </a:cubicBezTo>
                <a:cubicBezTo>
                  <a:pt x="0" y="109054"/>
                  <a:pt x="1898" y="111844"/>
                  <a:pt x="5358" y="111844"/>
                </a:cubicBezTo>
                <a:cubicBezTo>
                  <a:pt x="9711" y="111844"/>
                  <a:pt x="11720" y="108607"/>
                  <a:pt x="12613" y="105147"/>
                </a:cubicBezTo>
                <a:cubicBezTo>
                  <a:pt x="13060" y="104477"/>
                  <a:pt x="19869" y="76572"/>
                  <a:pt x="20427" y="74340"/>
                </a:cubicBezTo>
                <a:cubicBezTo>
                  <a:pt x="31700" y="75456"/>
                  <a:pt x="40742" y="79028"/>
                  <a:pt x="40742" y="87288"/>
                </a:cubicBezTo>
                <a:cubicBezTo>
                  <a:pt x="40742" y="88181"/>
                  <a:pt x="40742" y="88962"/>
                  <a:pt x="40518" y="90525"/>
                </a:cubicBezTo>
                <a:cubicBezTo>
                  <a:pt x="39849" y="92869"/>
                  <a:pt x="39849" y="93650"/>
                  <a:pt x="39849" y="95436"/>
                </a:cubicBezTo>
                <a:cubicBezTo>
                  <a:pt x="39849" y="106710"/>
                  <a:pt x="49002" y="111844"/>
                  <a:pt x="56592" y="111844"/>
                </a:cubicBezTo>
                <a:cubicBezTo>
                  <a:pt x="72107" y="111844"/>
                  <a:pt x="76907" y="87623"/>
                  <a:pt x="76907" y="87511"/>
                </a:cubicBezTo>
                <a:cubicBezTo>
                  <a:pt x="76907" y="85390"/>
                  <a:pt x="74786" y="85390"/>
                  <a:pt x="74340" y="85390"/>
                </a:cubicBezTo>
                <a:cubicBezTo>
                  <a:pt x="72107" y="85390"/>
                  <a:pt x="71884" y="86283"/>
                  <a:pt x="71103" y="89297"/>
                </a:cubicBezTo>
                <a:cubicBezTo>
                  <a:pt x="69205" y="96106"/>
                  <a:pt x="64963" y="107379"/>
                  <a:pt x="57150" y="107379"/>
                </a:cubicBezTo>
                <a:cubicBezTo>
                  <a:pt x="52908" y="107379"/>
                  <a:pt x="51569" y="103361"/>
                  <a:pt x="51569" y="99120"/>
                </a:cubicBezTo>
                <a:cubicBezTo>
                  <a:pt x="51569" y="96329"/>
                  <a:pt x="51569" y="96106"/>
                  <a:pt x="52574" y="91976"/>
                </a:cubicBezTo>
                <a:cubicBezTo>
                  <a:pt x="52685" y="91418"/>
                  <a:pt x="53355" y="88739"/>
                  <a:pt x="53355" y="87064"/>
                </a:cubicBezTo>
                <a:cubicBezTo>
                  <a:pt x="53355" y="72889"/>
                  <a:pt x="34268" y="70656"/>
                  <a:pt x="27570" y="70210"/>
                </a:cubicBezTo>
                <a:cubicBezTo>
                  <a:pt x="32258" y="67307"/>
                  <a:pt x="38063" y="62061"/>
                  <a:pt x="40742" y="59717"/>
                </a:cubicBezTo>
                <a:cubicBezTo>
                  <a:pt x="48890" y="52015"/>
                  <a:pt x="56815" y="44537"/>
                  <a:pt x="65745" y="44537"/>
                </a:cubicBezTo>
                <a:cubicBezTo>
                  <a:pt x="67642" y="44537"/>
                  <a:pt x="69652" y="45095"/>
                  <a:pt x="70991" y="46658"/>
                </a:cubicBezTo>
                <a:cubicBezTo>
                  <a:pt x="64070" y="47774"/>
                  <a:pt x="62731" y="53132"/>
                  <a:pt x="62731" y="55587"/>
                </a:cubicBezTo>
                <a:cubicBezTo>
                  <a:pt x="62731" y="59048"/>
                  <a:pt x="65410" y="61392"/>
                  <a:pt x="69093" y="61392"/>
                </a:cubicBezTo>
                <a:cubicBezTo>
                  <a:pt x="73335" y="61392"/>
                  <a:pt x="78135" y="57931"/>
                  <a:pt x="78135" y="51234"/>
                </a:cubicBezTo>
                <a:cubicBezTo>
                  <a:pt x="78135" y="45988"/>
                  <a:pt x="74340" y="40184"/>
                  <a:pt x="65856" y="40184"/>
                </a:cubicBezTo>
                <a:cubicBezTo>
                  <a:pt x="56815" y="40184"/>
                  <a:pt x="48555" y="46658"/>
                  <a:pt x="40518" y="54136"/>
                </a:cubicBezTo>
                <a:cubicBezTo>
                  <a:pt x="33821" y="60499"/>
                  <a:pt x="28575" y="65410"/>
                  <a:pt x="21989" y="68089"/>
                </a:cubicBezTo>
                <a:lnTo>
                  <a:pt x="37840" y="46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A5779-54B1-4228-A931-B2CF0D905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3450" y="969206"/>
            <a:ext cx="150130" cy="102691"/>
          </a:xfrm>
          <a:custGeom xmlns:a="http://schemas.openxmlformats.org/drawingml/2006/main">
            <a:pathLst>
              <a:path w="150130" h="102691">
                <a:moveTo>
                  <a:pt x="98227" y="23329"/>
                </a:moveTo>
                <a:cubicBezTo>
                  <a:pt x="99343" y="18417"/>
                  <a:pt x="101687" y="9934"/>
                  <a:pt x="101687" y="8595"/>
                </a:cubicBezTo>
                <a:cubicBezTo>
                  <a:pt x="101687" y="4576"/>
                  <a:pt x="98450" y="2456"/>
                  <a:pt x="95101" y="2456"/>
                </a:cubicBezTo>
                <a:cubicBezTo>
                  <a:pt x="92311" y="2456"/>
                  <a:pt x="88292" y="4353"/>
                  <a:pt x="86618" y="8818"/>
                </a:cubicBezTo>
                <a:cubicBezTo>
                  <a:pt x="85948" y="10381"/>
                  <a:pt x="75344" y="53801"/>
                  <a:pt x="73782" y="59606"/>
                </a:cubicBezTo>
                <a:cubicBezTo>
                  <a:pt x="72107" y="66415"/>
                  <a:pt x="71661" y="70545"/>
                  <a:pt x="71661" y="74675"/>
                </a:cubicBezTo>
                <a:cubicBezTo>
                  <a:pt x="71661" y="77130"/>
                  <a:pt x="71661" y="77577"/>
                  <a:pt x="71884" y="78693"/>
                </a:cubicBezTo>
                <a:cubicBezTo>
                  <a:pt x="66749" y="90748"/>
                  <a:pt x="59941" y="97780"/>
                  <a:pt x="51011" y="97780"/>
                </a:cubicBezTo>
                <a:cubicBezTo>
                  <a:pt x="32928" y="97780"/>
                  <a:pt x="32928" y="80925"/>
                  <a:pt x="32928" y="77130"/>
                </a:cubicBezTo>
                <a:cubicBezTo>
                  <a:pt x="32928" y="69875"/>
                  <a:pt x="34044" y="61057"/>
                  <a:pt x="44648" y="33151"/>
                </a:cubicBezTo>
                <a:cubicBezTo>
                  <a:pt x="47216" y="26343"/>
                  <a:pt x="48555" y="23106"/>
                  <a:pt x="48555" y="18641"/>
                </a:cubicBezTo>
                <a:cubicBezTo>
                  <a:pt x="48555" y="8372"/>
                  <a:pt x="41077" y="0"/>
                  <a:pt x="30026" y="0"/>
                </a:cubicBezTo>
                <a:cubicBezTo>
                  <a:pt x="8372" y="0"/>
                  <a:pt x="0" y="32928"/>
                  <a:pt x="0" y="34937"/>
                </a:cubicBezTo>
                <a:cubicBezTo>
                  <a:pt x="0" y="37170"/>
                  <a:pt x="2344" y="37170"/>
                  <a:pt x="2791" y="37170"/>
                </a:cubicBezTo>
                <a:cubicBezTo>
                  <a:pt x="5023" y="37170"/>
                  <a:pt x="5246" y="36723"/>
                  <a:pt x="6362" y="33151"/>
                </a:cubicBezTo>
                <a:cubicBezTo>
                  <a:pt x="12502" y="12055"/>
                  <a:pt x="21320" y="5023"/>
                  <a:pt x="29245" y="5023"/>
                </a:cubicBezTo>
                <a:cubicBezTo>
                  <a:pt x="31366" y="5023"/>
                  <a:pt x="34937" y="5246"/>
                  <a:pt x="34937" y="12502"/>
                </a:cubicBezTo>
                <a:cubicBezTo>
                  <a:pt x="34937" y="18194"/>
                  <a:pt x="32482" y="24445"/>
                  <a:pt x="30807" y="28352"/>
                </a:cubicBezTo>
                <a:cubicBezTo>
                  <a:pt x="20873" y="55141"/>
                  <a:pt x="18194" y="65522"/>
                  <a:pt x="18194" y="74116"/>
                </a:cubicBezTo>
                <a:cubicBezTo>
                  <a:pt x="18194" y="94766"/>
                  <a:pt x="33375" y="102691"/>
                  <a:pt x="50341" y="102691"/>
                </a:cubicBezTo>
                <a:cubicBezTo>
                  <a:pt x="54248" y="102691"/>
                  <a:pt x="64852" y="102691"/>
                  <a:pt x="74005" y="86841"/>
                </a:cubicBezTo>
                <a:cubicBezTo>
                  <a:pt x="79809" y="101352"/>
                  <a:pt x="95436" y="102691"/>
                  <a:pt x="102245" y="102691"/>
                </a:cubicBezTo>
                <a:cubicBezTo>
                  <a:pt x="119323" y="102691"/>
                  <a:pt x="129369" y="88516"/>
                  <a:pt x="135173" y="74898"/>
                </a:cubicBezTo>
                <a:cubicBezTo>
                  <a:pt x="142875" y="57150"/>
                  <a:pt x="150130" y="26789"/>
                  <a:pt x="150130" y="15850"/>
                </a:cubicBezTo>
                <a:cubicBezTo>
                  <a:pt x="150130" y="3349"/>
                  <a:pt x="143991" y="0"/>
                  <a:pt x="140196" y="0"/>
                </a:cubicBezTo>
                <a:cubicBezTo>
                  <a:pt x="134503" y="0"/>
                  <a:pt x="128811" y="5916"/>
                  <a:pt x="128811" y="10827"/>
                </a:cubicBezTo>
                <a:cubicBezTo>
                  <a:pt x="128811" y="13841"/>
                  <a:pt x="130150" y="15180"/>
                  <a:pt x="132271" y="16966"/>
                </a:cubicBezTo>
                <a:cubicBezTo>
                  <a:pt x="134727" y="19534"/>
                  <a:pt x="140419" y="25450"/>
                  <a:pt x="140419" y="36277"/>
                </a:cubicBezTo>
                <a:cubicBezTo>
                  <a:pt x="140419" y="43979"/>
                  <a:pt x="133834" y="66191"/>
                  <a:pt x="127918" y="77800"/>
                </a:cubicBezTo>
                <a:cubicBezTo>
                  <a:pt x="122002" y="89855"/>
                  <a:pt x="114077" y="97780"/>
                  <a:pt x="103026" y="97780"/>
                </a:cubicBezTo>
                <a:cubicBezTo>
                  <a:pt x="92311" y="97780"/>
                  <a:pt x="86171" y="90971"/>
                  <a:pt x="86171" y="78023"/>
                </a:cubicBezTo>
                <a:cubicBezTo>
                  <a:pt x="86171" y="71661"/>
                  <a:pt x="87846" y="64629"/>
                  <a:pt x="88739" y="61392"/>
                </a:cubicBezTo>
                <a:lnTo>
                  <a:pt x="98227" y="233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436A7A-6077-4995-955E-56BC1201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1104" y="993428"/>
            <a:ext cx="78135" cy="111844"/>
          </a:xfrm>
          <a:custGeom xmlns:a="http://schemas.openxmlformats.org/drawingml/2006/main">
            <a:pathLst>
              <a:path w="78135" h="111844">
                <a:moveTo>
                  <a:pt x="37840" y="4688"/>
                </a:moveTo>
                <a:cubicBezTo>
                  <a:pt x="37951" y="4353"/>
                  <a:pt x="38398" y="2344"/>
                  <a:pt x="38398" y="2121"/>
                </a:cubicBezTo>
                <a:cubicBezTo>
                  <a:pt x="38398" y="1339"/>
                  <a:pt x="37840" y="0"/>
                  <a:pt x="35942" y="0"/>
                </a:cubicBezTo>
                <a:cubicBezTo>
                  <a:pt x="32705" y="0"/>
                  <a:pt x="19534" y="1228"/>
                  <a:pt x="15627" y="1563"/>
                </a:cubicBezTo>
                <a:cubicBezTo>
                  <a:pt x="14288" y="1674"/>
                  <a:pt x="12055" y="1898"/>
                  <a:pt x="12055" y="5246"/>
                </a:cubicBezTo>
                <a:cubicBezTo>
                  <a:pt x="12055" y="7367"/>
                  <a:pt x="14288" y="7367"/>
                  <a:pt x="16185" y="7367"/>
                </a:cubicBezTo>
                <a:cubicBezTo>
                  <a:pt x="23775" y="7367"/>
                  <a:pt x="23775" y="8483"/>
                  <a:pt x="23775" y="9823"/>
                </a:cubicBezTo>
                <a:cubicBezTo>
                  <a:pt x="23775" y="10939"/>
                  <a:pt x="23552" y="11832"/>
                  <a:pt x="23217" y="13283"/>
                </a:cubicBezTo>
                <a:lnTo>
                  <a:pt x="781" y="103138"/>
                </a:lnTo>
                <a:cubicBezTo>
                  <a:pt x="0" y="106040"/>
                  <a:pt x="0" y="106375"/>
                  <a:pt x="0" y="106710"/>
                </a:cubicBezTo>
                <a:cubicBezTo>
                  <a:pt x="0" y="109054"/>
                  <a:pt x="1898" y="111844"/>
                  <a:pt x="5358" y="111844"/>
                </a:cubicBezTo>
                <a:cubicBezTo>
                  <a:pt x="9711" y="111844"/>
                  <a:pt x="11720" y="108607"/>
                  <a:pt x="12725" y="105147"/>
                </a:cubicBezTo>
                <a:cubicBezTo>
                  <a:pt x="13060" y="104477"/>
                  <a:pt x="19869" y="76460"/>
                  <a:pt x="20427" y="74340"/>
                </a:cubicBezTo>
                <a:cubicBezTo>
                  <a:pt x="31812" y="75456"/>
                  <a:pt x="40853" y="79028"/>
                  <a:pt x="40853" y="87288"/>
                </a:cubicBezTo>
                <a:cubicBezTo>
                  <a:pt x="40853" y="88181"/>
                  <a:pt x="40853" y="88962"/>
                  <a:pt x="40518" y="90525"/>
                </a:cubicBezTo>
                <a:cubicBezTo>
                  <a:pt x="39849" y="92869"/>
                  <a:pt x="39849" y="93650"/>
                  <a:pt x="39849" y="95436"/>
                </a:cubicBezTo>
                <a:cubicBezTo>
                  <a:pt x="39849" y="106710"/>
                  <a:pt x="49113" y="111844"/>
                  <a:pt x="56704" y="111844"/>
                </a:cubicBezTo>
                <a:cubicBezTo>
                  <a:pt x="72107" y="111844"/>
                  <a:pt x="76907" y="87623"/>
                  <a:pt x="76907" y="87399"/>
                </a:cubicBezTo>
                <a:cubicBezTo>
                  <a:pt x="76907" y="85390"/>
                  <a:pt x="74786" y="85390"/>
                  <a:pt x="74340" y="85390"/>
                </a:cubicBezTo>
                <a:cubicBezTo>
                  <a:pt x="72107" y="85390"/>
                  <a:pt x="71884" y="86171"/>
                  <a:pt x="71103" y="89185"/>
                </a:cubicBezTo>
                <a:cubicBezTo>
                  <a:pt x="69317" y="95994"/>
                  <a:pt x="64963" y="107380"/>
                  <a:pt x="57150" y="107380"/>
                </a:cubicBezTo>
                <a:cubicBezTo>
                  <a:pt x="52908" y="107380"/>
                  <a:pt x="51569" y="103361"/>
                  <a:pt x="51569" y="99008"/>
                </a:cubicBezTo>
                <a:cubicBezTo>
                  <a:pt x="51569" y="96329"/>
                  <a:pt x="51569" y="95994"/>
                  <a:pt x="52574" y="91864"/>
                </a:cubicBezTo>
                <a:cubicBezTo>
                  <a:pt x="52685" y="91418"/>
                  <a:pt x="53355" y="88739"/>
                  <a:pt x="53355" y="87064"/>
                </a:cubicBezTo>
                <a:cubicBezTo>
                  <a:pt x="53355" y="72889"/>
                  <a:pt x="34268" y="70656"/>
                  <a:pt x="27682" y="70210"/>
                </a:cubicBezTo>
                <a:cubicBezTo>
                  <a:pt x="32258" y="67308"/>
                  <a:pt x="38174" y="62061"/>
                  <a:pt x="40853" y="59717"/>
                </a:cubicBezTo>
                <a:cubicBezTo>
                  <a:pt x="48890" y="52015"/>
                  <a:pt x="56815" y="44537"/>
                  <a:pt x="65745" y="44537"/>
                </a:cubicBezTo>
                <a:cubicBezTo>
                  <a:pt x="67642" y="44537"/>
                  <a:pt x="69763" y="45095"/>
                  <a:pt x="70991" y="46658"/>
                </a:cubicBezTo>
                <a:cubicBezTo>
                  <a:pt x="64182" y="47774"/>
                  <a:pt x="62731" y="53132"/>
                  <a:pt x="62731" y="55587"/>
                </a:cubicBezTo>
                <a:cubicBezTo>
                  <a:pt x="62731" y="59048"/>
                  <a:pt x="65410" y="61392"/>
                  <a:pt x="69093" y="61392"/>
                </a:cubicBezTo>
                <a:cubicBezTo>
                  <a:pt x="73335" y="61392"/>
                  <a:pt x="78135" y="57931"/>
                  <a:pt x="78135" y="51234"/>
                </a:cubicBezTo>
                <a:cubicBezTo>
                  <a:pt x="78135" y="45988"/>
                  <a:pt x="74340" y="40072"/>
                  <a:pt x="65968" y="40072"/>
                </a:cubicBezTo>
                <a:cubicBezTo>
                  <a:pt x="56815" y="40072"/>
                  <a:pt x="48555" y="46658"/>
                  <a:pt x="40518" y="54136"/>
                </a:cubicBezTo>
                <a:cubicBezTo>
                  <a:pt x="33821" y="60499"/>
                  <a:pt x="28575" y="65410"/>
                  <a:pt x="22101" y="68089"/>
                </a:cubicBezTo>
                <a:lnTo>
                  <a:pt x="37840" y="468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32735-0B5B-4963-94E2-A85F7EDF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09042" y="914512"/>
            <a:ext cx="137071" cy="154930"/>
          </a:xfrm>
          <a:custGeom xmlns:a="http://schemas.openxmlformats.org/drawingml/2006/main">
            <a:pathLst>
              <a:path w="137071" h="154930">
                <a:moveTo>
                  <a:pt x="76014" y="17748"/>
                </a:moveTo>
                <a:cubicBezTo>
                  <a:pt x="78023" y="9599"/>
                  <a:pt x="78693" y="7032"/>
                  <a:pt x="100012" y="7032"/>
                </a:cubicBezTo>
                <a:cubicBezTo>
                  <a:pt x="106821" y="7032"/>
                  <a:pt x="108719" y="7032"/>
                  <a:pt x="108719" y="2791"/>
                </a:cubicBezTo>
                <a:cubicBezTo>
                  <a:pt x="108719" y="0"/>
                  <a:pt x="106152" y="0"/>
                  <a:pt x="105035" y="0"/>
                </a:cubicBezTo>
                <a:cubicBezTo>
                  <a:pt x="97557" y="0"/>
                  <a:pt x="78916" y="670"/>
                  <a:pt x="71438" y="670"/>
                </a:cubicBezTo>
                <a:cubicBezTo>
                  <a:pt x="64629" y="670"/>
                  <a:pt x="48109" y="0"/>
                  <a:pt x="41300" y="0"/>
                </a:cubicBezTo>
                <a:cubicBezTo>
                  <a:pt x="39737" y="0"/>
                  <a:pt x="36947" y="0"/>
                  <a:pt x="36947" y="4576"/>
                </a:cubicBezTo>
                <a:cubicBezTo>
                  <a:pt x="36947" y="7032"/>
                  <a:pt x="39067" y="7032"/>
                  <a:pt x="43421" y="7032"/>
                </a:cubicBezTo>
                <a:cubicBezTo>
                  <a:pt x="43755" y="7032"/>
                  <a:pt x="48109" y="7032"/>
                  <a:pt x="51904" y="7479"/>
                </a:cubicBezTo>
                <a:cubicBezTo>
                  <a:pt x="56034" y="8037"/>
                  <a:pt x="58043" y="8260"/>
                  <a:pt x="58043" y="11162"/>
                </a:cubicBezTo>
                <a:cubicBezTo>
                  <a:pt x="58043" y="12055"/>
                  <a:pt x="57820" y="12725"/>
                  <a:pt x="57262" y="15515"/>
                </a:cubicBezTo>
                <a:lnTo>
                  <a:pt x="26789" y="137182"/>
                </a:lnTo>
                <a:cubicBezTo>
                  <a:pt x="24445" y="146112"/>
                  <a:pt x="24110" y="147898"/>
                  <a:pt x="6139" y="147898"/>
                </a:cubicBezTo>
                <a:cubicBezTo>
                  <a:pt x="2344" y="147898"/>
                  <a:pt x="0" y="147898"/>
                  <a:pt x="0" y="152474"/>
                </a:cubicBezTo>
                <a:cubicBezTo>
                  <a:pt x="0" y="154930"/>
                  <a:pt x="2121" y="154930"/>
                  <a:pt x="6139" y="154930"/>
                </a:cubicBezTo>
                <a:lnTo>
                  <a:pt x="111175" y="154930"/>
                </a:lnTo>
                <a:cubicBezTo>
                  <a:pt x="116644" y="154930"/>
                  <a:pt x="116756" y="154930"/>
                  <a:pt x="118207" y="151023"/>
                </a:cubicBezTo>
                <a:lnTo>
                  <a:pt x="136178" y="102133"/>
                </a:lnTo>
                <a:cubicBezTo>
                  <a:pt x="137071" y="99566"/>
                  <a:pt x="137071" y="99120"/>
                  <a:pt x="137071" y="98896"/>
                </a:cubicBezTo>
                <a:cubicBezTo>
                  <a:pt x="137071" y="98003"/>
                  <a:pt x="136289" y="96441"/>
                  <a:pt x="134280" y="96441"/>
                </a:cubicBezTo>
                <a:cubicBezTo>
                  <a:pt x="132271" y="96441"/>
                  <a:pt x="132048" y="97557"/>
                  <a:pt x="130485" y="101240"/>
                </a:cubicBezTo>
                <a:cubicBezTo>
                  <a:pt x="122672" y="122113"/>
                  <a:pt x="112737" y="147898"/>
                  <a:pt x="73558" y="147898"/>
                </a:cubicBezTo>
                <a:lnTo>
                  <a:pt x="52127" y="147898"/>
                </a:lnTo>
                <a:cubicBezTo>
                  <a:pt x="49002" y="147898"/>
                  <a:pt x="48555" y="147898"/>
                  <a:pt x="47216" y="147675"/>
                </a:cubicBezTo>
                <a:cubicBezTo>
                  <a:pt x="44872" y="147451"/>
                  <a:pt x="44202" y="147228"/>
                  <a:pt x="44202" y="145442"/>
                </a:cubicBezTo>
                <a:cubicBezTo>
                  <a:pt x="44202" y="144773"/>
                  <a:pt x="44202" y="144214"/>
                  <a:pt x="45318" y="140196"/>
                </a:cubicBezTo>
                <a:lnTo>
                  <a:pt x="76014" y="17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47EBE1-3B71-401A-BF08-EFB9EB7E2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1405" y="1030598"/>
            <a:ext cx="70098" cy="74675"/>
          </a:xfrm>
          <a:custGeom xmlns:a="http://schemas.openxmlformats.org/drawingml/2006/main">
            <a:pathLst>
              <a:path w="70098" h="74675">
                <a:moveTo>
                  <a:pt x="35161" y="0"/>
                </a:moveTo>
                <a:cubicBezTo>
                  <a:pt x="14511" y="0"/>
                  <a:pt x="0" y="15180"/>
                  <a:pt x="0" y="37170"/>
                </a:cubicBezTo>
                <a:cubicBezTo>
                  <a:pt x="0" y="58601"/>
                  <a:pt x="14846" y="74675"/>
                  <a:pt x="34826" y="74675"/>
                </a:cubicBezTo>
                <a:cubicBezTo>
                  <a:pt x="54806" y="74675"/>
                  <a:pt x="70098" y="57820"/>
                  <a:pt x="70098" y="35830"/>
                </a:cubicBezTo>
                <a:cubicBezTo>
                  <a:pt x="70098" y="15069"/>
                  <a:pt x="55476" y="0"/>
                  <a:pt x="35161" y="0"/>
                </a:cubicBezTo>
                <a:close/>
                <a:moveTo>
                  <a:pt x="33040" y="4465"/>
                </a:moveTo>
                <a:cubicBezTo>
                  <a:pt x="46434" y="4465"/>
                  <a:pt x="55811" y="19645"/>
                  <a:pt x="55811" y="41411"/>
                </a:cubicBezTo>
                <a:cubicBezTo>
                  <a:pt x="55811" y="59382"/>
                  <a:pt x="48667" y="70210"/>
                  <a:pt x="36723" y="70210"/>
                </a:cubicBezTo>
                <a:cubicBezTo>
                  <a:pt x="30473" y="70210"/>
                  <a:pt x="24668" y="66303"/>
                  <a:pt x="21320" y="59941"/>
                </a:cubicBezTo>
                <a:cubicBezTo>
                  <a:pt x="16855" y="51792"/>
                  <a:pt x="14288" y="40630"/>
                  <a:pt x="14288" y="29356"/>
                </a:cubicBezTo>
                <a:cubicBezTo>
                  <a:pt x="14288" y="14288"/>
                  <a:pt x="21766" y="4465"/>
                  <a:pt x="33040" y="44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191F53-E48B-4A14-8C0A-78DB61AB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6578" y="914400"/>
            <a:ext cx="136959" cy="154930"/>
          </a:xfrm>
          <a:custGeom xmlns:a="http://schemas.openxmlformats.org/drawingml/2006/main">
            <a:pathLst>
              <a:path w="136959" h="154930">
                <a:moveTo>
                  <a:pt x="75902" y="17636"/>
                </a:moveTo>
                <a:cubicBezTo>
                  <a:pt x="78023" y="9488"/>
                  <a:pt x="78693" y="7032"/>
                  <a:pt x="100012" y="7032"/>
                </a:cubicBezTo>
                <a:cubicBezTo>
                  <a:pt x="106821" y="7032"/>
                  <a:pt x="108607" y="7032"/>
                  <a:pt x="108607" y="2679"/>
                </a:cubicBezTo>
                <a:cubicBezTo>
                  <a:pt x="108607" y="0"/>
                  <a:pt x="106152" y="0"/>
                  <a:pt x="104924" y="0"/>
                </a:cubicBezTo>
                <a:cubicBezTo>
                  <a:pt x="97557" y="0"/>
                  <a:pt x="78916" y="670"/>
                  <a:pt x="71438" y="670"/>
                </a:cubicBezTo>
                <a:cubicBezTo>
                  <a:pt x="64629" y="670"/>
                  <a:pt x="48109" y="0"/>
                  <a:pt x="41300" y="0"/>
                </a:cubicBezTo>
                <a:cubicBezTo>
                  <a:pt x="39625" y="0"/>
                  <a:pt x="36947" y="0"/>
                  <a:pt x="36947" y="4465"/>
                </a:cubicBezTo>
                <a:cubicBezTo>
                  <a:pt x="36947" y="7032"/>
                  <a:pt x="38956" y="7032"/>
                  <a:pt x="43309" y="7032"/>
                </a:cubicBezTo>
                <a:cubicBezTo>
                  <a:pt x="43755" y="7032"/>
                  <a:pt x="48109" y="7032"/>
                  <a:pt x="51904" y="7479"/>
                </a:cubicBezTo>
                <a:cubicBezTo>
                  <a:pt x="56034" y="7925"/>
                  <a:pt x="58043" y="8148"/>
                  <a:pt x="58043" y="11050"/>
                </a:cubicBezTo>
                <a:cubicBezTo>
                  <a:pt x="58043" y="11943"/>
                  <a:pt x="57820" y="12725"/>
                  <a:pt x="57150" y="15404"/>
                </a:cubicBezTo>
                <a:lnTo>
                  <a:pt x="26677" y="137182"/>
                </a:lnTo>
                <a:cubicBezTo>
                  <a:pt x="24445" y="146000"/>
                  <a:pt x="23999" y="147898"/>
                  <a:pt x="6028" y="147898"/>
                </a:cubicBezTo>
                <a:cubicBezTo>
                  <a:pt x="2232" y="147898"/>
                  <a:pt x="0" y="147898"/>
                  <a:pt x="0" y="152363"/>
                </a:cubicBezTo>
                <a:cubicBezTo>
                  <a:pt x="0" y="154930"/>
                  <a:pt x="2009" y="154930"/>
                  <a:pt x="6028" y="154930"/>
                </a:cubicBezTo>
                <a:lnTo>
                  <a:pt x="111063" y="154930"/>
                </a:lnTo>
                <a:cubicBezTo>
                  <a:pt x="116532" y="154930"/>
                  <a:pt x="116756" y="154930"/>
                  <a:pt x="118095" y="151023"/>
                </a:cubicBezTo>
                <a:lnTo>
                  <a:pt x="136066" y="102022"/>
                </a:lnTo>
                <a:cubicBezTo>
                  <a:pt x="136959" y="99566"/>
                  <a:pt x="136959" y="99120"/>
                  <a:pt x="136959" y="98896"/>
                </a:cubicBezTo>
                <a:cubicBezTo>
                  <a:pt x="136959" y="97892"/>
                  <a:pt x="136289" y="96329"/>
                  <a:pt x="134280" y="96329"/>
                </a:cubicBezTo>
                <a:cubicBezTo>
                  <a:pt x="132159" y="96329"/>
                  <a:pt x="131936" y="97445"/>
                  <a:pt x="130373" y="101129"/>
                </a:cubicBezTo>
                <a:cubicBezTo>
                  <a:pt x="122672" y="122002"/>
                  <a:pt x="112737" y="147898"/>
                  <a:pt x="73447" y="147898"/>
                </a:cubicBezTo>
                <a:lnTo>
                  <a:pt x="52127" y="147898"/>
                </a:lnTo>
                <a:cubicBezTo>
                  <a:pt x="49002" y="147898"/>
                  <a:pt x="48555" y="147898"/>
                  <a:pt x="47104" y="147675"/>
                </a:cubicBezTo>
                <a:cubicBezTo>
                  <a:pt x="44872" y="147451"/>
                  <a:pt x="44202" y="147117"/>
                  <a:pt x="44202" y="145331"/>
                </a:cubicBezTo>
                <a:cubicBezTo>
                  <a:pt x="44202" y="144661"/>
                  <a:pt x="44202" y="144214"/>
                  <a:pt x="45318" y="140196"/>
                </a:cubicBezTo>
                <a:lnTo>
                  <a:pt x="75902" y="176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BB7CAE-B5BA-45BB-AE25-D39F7F18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941" y="1030374"/>
            <a:ext cx="69986" cy="74675"/>
          </a:xfrm>
          <a:custGeom xmlns:a="http://schemas.openxmlformats.org/drawingml/2006/main">
            <a:pathLst>
              <a:path w="69986" h="74675">
                <a:moveTo>
                  <a:pt x="35049" y="0"/>
                </a:moveTo>
                <a:cubicBezTo>
                  <a:pt x="14399" y="0"/>
                  <a:pt x="0" y="15180"/>
                  <a:pt x="0" y="37170"/>
                </a:cubicBezTo>
                <a:cubicBezTo>
                  <a:pt x="0" y="58601"/>
                  <a:pt x="14734" y="74675"/>
                  <a:pt x="34714" y="74675"/>
                </a:cubicBezTo>
                <a:cubicBezTo>
                  <a:pt x="54806" y="74675"/>
                  <a:pt x="69986" y="57820"/>
                  <a:pt x="69986" y="35830"/>
                </a:cubicBezTo>
                <a:cubicBezTo>
                  <a:pt x="69986" y="15069"/>
                  <a:pt x="55364" y="0"/>
                  <a:pt x="35049" y="0"/>
                </a:cubicBezTo>
                <a:close/>
                <a:moveTo>
                  <a:pt x="32928" y="4465"/>
                </a:moveTo>
                <a:cubicBezTo>
                  <a:pt x="46323" y="4465"/>
                  <a:pt x="55699" y="19645"/>
                  <a:pt x="55699" y="41411"/>
                </a:cubicBezTo>
                <a:cubicBezTo>
                  <a:pt x="55699" y="59382"/>
                  <a:pt x="48555" y="70210"/>
                  <a:pt x="36612" y="70210"/>
                </a:cubicBezTo>
                <a:cubicBezTo>
                  <a:pt x="30473" y="70210"/>
                  <a:pt x="24557" y="66415"/>
                  <a:pt x="21208" y="60052"/>
                </a:cubicBezTo>
                <a:cubicBezTo>
                  <a:pt x="16855" y="51792"/>
                  <a:pt x="14288" y="40630"/>
                  <a:pt x="14288" y="29356"/>
                </a:cubicBezTo>
                <a:cubicBezTo>
                  <a:pt x="14288" y="14288"/>
                  <a:pt x="21766" y="4465"/>
                  <a:pt x="32928" y="44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D53166-592A-4094-99AA-ABAFED6E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0680" y="986061"/>
            <a:ext cx="150912" cy="53020"/>
          </a:xfrm>
          <a:custGeom xmlns:a="http://schemas.openxmlformats.org/drawingml/2006/main">
            <a:pathLst>
              <a:path w="150912" h="53020">
                <a:moveTo>
                  <a:pt x="143210" y="9041"/>
                </a:moveTo>
                <a:cubicBezTo>
                  <a:pt x="146558" y="9041"/>
                  <a:pt x="150912" y="9041"/>
                  <a:pt x="150912" y="4576"/>
                </a:cubicBezTo>
                <a:cubicBezTo>
                  <a:pt x="150912" y="0"/>
                  <a:pt x="146558" y="0"/>
                  <a:pt x="143321" y="0"/>
                </a:cubicBezTo>
                <a:lnTo>
                  <a:pt x="7590" y="0"/>
                </a:lnTo>
                <a:cubicBezTo>
                  <a:pt x="4353" y="0"/>
                  <a:pt x="0" y="0"/>
                  <a:pt x="0" y="4576"/>
                </a:cubicBezTo>
                <a:cubicBezTo>
                  <a:pt x="0" y="9041"/>
                  <a:pt x="4353" y="9041"/>
                  <a:pt x="7813" y="9041"/>
                </a:cubicBezTo>
                <a:lnTo>
                  <a:pt x="143210" y="9041"/>
                </a:lnTo>
                <a:close/>
                <a:moveTo>
                  <a:pt x="143321" y="53020"/>
                </a:moveTo>
                <a:cubicBezTo>
                  <a:pt x="146558" y="53020"/>
                  <a:pt x="150912" y="53020"/>
                  <a:pt x="150912" y="48555"/>
                </a:cubicBezTo>
                <a:cubicBezTo>
                  <a:pt x="150912" y="43979"/>
                  <a:pt x="146558" y="43979"/>
                  <a:pt x="143210" y="43979"/>
                </a:cubicBezTo>
                <a:lnTo>
                  <a:pt x="7813" y="43979"/>
                </a:lnTo>
                <a:cubicBezTo>
                  <a:pt x="4353" y="43979"/>
                  <a:pt x="0" y="43979"/>
                  <a:pt x="0" y="48555"/>
                </a:cubicBezTo>
                <a:cubicBezTo>
                  <a:pt x="0" y="53020"/>
                  <a:pt x="4353" y="53020"/>
                  <a:pt x="7590" y="53020"/>
                </a:cubicBezTo>
                <a:lnTo>
                  <a:pt x="143321" y="530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621178-2392-457F-9ABC-405D73E2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9884" y="887053"/>
            <a:ext cx="125462" cy="252040"/>
          </a:xfrm>
          <a:custGeom xmlns:a="http://schemas.openxmlformats.org/drawingml/2006/main">
            <a:pathLst>
              <a:path w="125462" h="252040">
                <a:moveTo>
                  <a:pt x="49002" y="199579"/>
                </a:moveTo>
                <a:cubicBezTo>
                  <a:pt x="45988" y="236748"/>
                  <a:pt x="37840" y="247017"/>
                  <a:pt x="25003" y="247017"/>
                </a:cubicBezTo>
                <a:cubicBezTo>
                  <a:pt x="21989" y="247017"/>
                  <a:pt x="15180" y="246348"/>
                  <a:pt x="10492" y="242218"/>
                </a:cubicBezTo>
                <a:cubicBezTo>
                  <a:pt x="17078" y="241325"/>
                  <a:pt x="18864" y="236079"/>
                  <a:pt x="18864" y="232953"/>
                </a:cubicBezTo>
                <a:cubicBezTo>
                  <a:pt x="18864" y="226368"/>
                  <a:pt x="13841" y="223354"/>
                  <a:pt x="9599" y="223354"/>
                </a:cubicBezTo>
                <a:cubicBezTo>
                  <a:pt x="5023" y="223354"/>
                  <a:pt x="0" y="226368"/>
                  <a:pt x="0" y="233176"/>
                </a:cubicBezTo>
                <a:cubicBezTo>
                  <a:pt x="0" y="244004"/>
                  <a:pt x="11385" y="252040"/>
                  <a:pt x="25003" y="252040"/>
                </a:cubicBezTo>
                <a:cubicBezTo>
                  <a:pt x="46546" y="252040"/>
                  <a:pt x="57373" y="232283"/>
                  <a:pt x="62396" y="211857"/>
                </a:cubicBezTo>
                <a:cubicBezTo>
                  <a:pt x="65298" y="200025"/>
                  <a:pt x="73447" y="134057"/>
                  <a:pt x="75344" y="108831"/>
                </a:cubicBezTo>
                <a:lnTo>
                  <a:pt x="79586" y="52350"/>
                </a:lnTo>
                <a:cubicBezTo>
                  <a:pt x="82823" y="10716"/>
                  <a:pt x="90525" y="5023"/>
                  <a:pt x="100682" y="5023"/>
                </a:cubicBezTo>
                <a:cubicBezTo>
                  <a:pt x="103026" y="5023"/>
                  <a:pt x="110058" y="5469"/>
                  <a:pt x="114970" y="9711"/>
                </a:cubicBezTo>
                <a:cubicBezTo>
                  <a:pt x="108384" y="10716"/>
                  <a:pt x="106598" y="15850"/>
                  <a:pt x="106598" y="19087"/>
                </a:cubicBezTo>
                <a:cubicBezTo>
                  <a:pt x="106598" y="25673"/>
                  <a:pt x="111621" y="28575"/>
                  <a:pt x="115974" y="28575"/>
                </a:cubicBezTo>
                <a:cubicBezTo>
                  <a:pt x="120439" y="28575"/>
                  <a:pt x="125462" y="25673"/>
                  <a:pt x="125462" y="18864"/>
                </a:cubicBezTo>
                <a:cubicBezTo>
                  <a:pt x="125462" y="7925"/>
                  <a:pt x="114077" y="0"/>
                  <a:pt x="100459" y="0"/>
                </a:cubicBezTo>
                <a:cubicBezTo>
                  <a:pt x="78916" y="0"/>
                  <a:pt x="70098" y="21989"/>
                  <a:pt x="66303" y="39291"/>
                </a:cubicBezTo>
                <a:cubicBezTo>
                  <a:pt x="63512" y="51681"/>
                  <a:pt x="55364" y="115639"/>
                  <a:pt x="53355" y="143098"/>
                </a:cubicBezTo>
                <a:lnTo>
                  <a:pt x="49002" y="19957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3778D3-AFFC-4692-AADA-AC4A1504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4473" y="1037295"/>
            <a:ext cx="111175" cy="111733"/>
          </a:xfrm>
          <a:custGeom xmlns:a="http://schemas.openxmlformats.org/drawingml/2006/main">
            <a:pathLst>
              <a:path w="111175" h="111733">
                <a:moveTo>
                  <a:pt x="111175" y="85055"/>
                </a:moveTo>
                <a:lnTo>
                  <a:pt x="105817" y="85055"/>
                </a:lnTo>
                <a:cubicBezTo>
                  <a:pt x="105594" y="85502"/>
                  <a:pt x="104142" y="92980"/>
                  <a:pt x="102915" y="96664"/>
                </a:cubicBezTo>
                <a:cubicBezTo>
                  <a:pt x="102022" y="99120"/>
                  <a:pt x="101464" y="100459"/>
                  <a:pt x="91641" y="100459"/>
                </a:cubicBezTo>
                <a:lnTo>
                  <a:pt x="78135" y="100459"/>
                </a:lnTo>
                <a:cubicBezTo>
                  <a:pt x="80814" y="91529"/>
                  <a:pt x="85390" y="85279"/>
                  <a:pt x="94320" y="73335"/>
                </a:cubicBezTo>
                <a:cubicBezTo>
                  <a:pt x="102133" y="62954"/>
                  <a:pt x="109054" y="52462"/>
                  <a:pt x="109054" y="39625"/>
                </a:cubicBezTo>
                <a:cubicBezTo>
                  <a:pt x="109054" y="18194"/>
                  <a:pt x="86060" y="0"/>
                  <a:pt x="55587" y="0"/>
                </a:cubicBezTo>
                <a:cubicBezTo>
                  <a:pt x="25115" y="0"/>
                  <a:pt x="2009" y="18194"/>
                  <a:pt x="2009" y="39625"/>
                </a:cubicBezTo>
                <a:cubicBezTo>
                  <a:pt x="2009" y="53578"/>
                  <a:pt x="9599" y="63847"/>
                  <a:pt x="20762" y="78805"/>
                </a:cubicBezTo>
                <a:cubicBezTo>
                  <a:pt x="25450" y="84944"/>
                  <a:pt x="30473" y="91976"/>
                  <a:pt x="33040" y="100459"/>
                </a:cubicBezTo>
                <a:lnTo>
                  <a:pt x="19534" y="100459"/>
                </a:lnTo>
                <a:cubicBezTo>
                  <a:pt x="9934" y="100459"/>
                  <a:pt x="9376" y="99120"/>
                  <a:pt x="8483" y="97445"/>
                </a:cubicBezTo>
                <a:cubicBezTo>
                  <a:pt x="7255" y="94431"/>
                  <a:pt x="5358" y="85279"/>
                  <a:pt x="5358" y="85055"/>
                </a:cubicBezTo>
                <a:lnTo>
                  <a:pt x="0" y="85055"/>
                </a:lnTo>
                <a:lnTo>
                  <a:pt x="5693" y="111733"/>
                </a:lnTo>
                <a:lnTo>
                  <a:pt x="34268" y="111733"/>
                </a:lnTo>
                <a:cubicBezTo>
                  <a:pt x="37616" y="111733"/>
                  <a:pt x="38732" y="111733"/>
                  <a:pt x="38732" y="108161"/>
                </a:cubicBezTo>
                <a:cubicBezTo>
                  <a:pt x="38732" y="96775"/>
                  <a:pt x="32817" y="83269"/>
                  <a:pt x="29580" y="75456"/>
                </a:cubicBezTo>
                <a:cubicBezTo>
                  <a:pt x="23440" y="61503"/>
                  <a:pt x="19087" y="51234"/>
                  <a:pt x="19087" y="39402"/>
                </a:cubicBezTo>
                <a:cubicBezTo>
                  <a:pt x="19087" y="16855"/>
                  <a:pt x="36947" y="4465"/>
                  <a:pt x="55587" y="4465"/>
                </a:cubicBezTo>
                <a:cubicBezTo>
                  <a:pt x="74340" y="4465"/>
                  <a:pt x="92087" y="17078"/>
                  <a:pt x="92087" y="39402"/>
                </a:cubicBezTo>
                <a:cubicBezTo>
                  <a:pt x="92087" y="51346"/>
                  <a:pt x="87288" y="62285"/>
                  <a:pt x="81930" y="74675"/>
                </a:cubicBezTo>
                <a:cubicBezTo>
                  <a:pt x="78470" y="82600"/>
                  <a:pt x="72442" y="96664"/>
                  <a:pt x="72442" y="108049"/>
                </a:cubicBezTo>
                <a:cubicBezTo>
                  <a:pt x="72442" y="111733"/>
                  <a:pt x="73335" y="111733"/>
                  <a:pt x="77019" y="111733"/>
                </a:cubicBezTo>
                <a:lnTo>
                  <a:pt x="105482" y="111733"/>
                </a:lnTo>
                <a:lnTo>
                  <a:pt x="111175" y="850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153DD2-80A7-478D-B8B4-4544C2E3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959" y="909377"/>
            <a:ext cx="113184" cy="206387"/>
          </a:xfrm>
          <a:custGeom xmlns:a="http://schemas.openxmlformats.org/drawingml/2006/main">
            <a:pathLst>
              <a:path w="113184" h="206387">
                <a:moveTo>
                  <a:pt x="71214" y="69205"/>
                </a:moveTo>
                <a:lnTo>
                  <a:pt x="90636" y="69205"/>
                </a:lnTo>
                <a:cubicBezTo>
                  <a:pt x="95213" y="69205"/>
                  <a:pt x="97445" y="69205"/>
                  <a:pt x="97445" y="64629"/>
                </a:cubicBezTo>
                <a:cubicBezTo>
                  <a:pt x="97445" y="62173"/>
                  <a:pt x="95213" y="62173"/>
                  <a:pt x="91418" y="62173"/>
                </a:cubicBezTo>
                <a:lnTo>
                  <a:pt x="72554" y="62173"/>
                </a:lnTo>
                <a:lnTo>
                  <a:pt x="77353" y="36277"/>
                </a:lnTo>
                <a:cubicBezTo>
                  <a:pt x="78246" y="31589"/>
                  <a:pt x="81372" y="15404"/>
                  <a:pt x="82711" y="12725"/>
                </a:cubicBezTo>
                <a:cubicBezTo>
                  <a:pt x="84832" y="8372"/>
                  <a:pt x="88627" y="5023"/>
                  <a:pt x="93427" y="5023"/>
                </a:cubicBezTo>
                <a:cubicBezTo>
                  <a:pt x="94320" y="5023"/>
                  <a:pt x="100236" y="5023"/>
                  <a:pt x="104477" y="9041"/>
                </a:cubicBezTo>
                <a:cubicBezTo>
                  <a:pt x="94543" y="9934"/>
                  <a:pt x="92311" y="17971"/>
                  <a:pt x="92311" y="21320"/>
                </a:cubicBezTo>
                <a:cubicBezTo>
                  <a:pt x="92311" y="26566"/>
                  <a:pt x="96329" y="29245"/>
                  <a:pt x="100682" y="29245"/>
                </a:cubicBezTo>
                <a:cubicBezTo>
                  <a:pt x="106598" y="29245"/>
                  <a:pt x="113184" y="24222"/>
                  <a:pt x="113184" y="15627"/>
                </a:cubicBezTo>
                <a:cubicBezTo>
                  <a:pt x="113184" y="5246"/>
                  <a:pt x="102691" y="0"/>
                  <a:pt x="93427" y="0"/>
                </a:cubicBezTo>
                <a:cubicBezTo>
                  <a:pt x="85725" y="0"/>
                  <a:pt x="71438" y="4130"/>
                  <a:pt x="64629" y="26566"/>
                </a:cubicBezTo>
                <a:cubicBezTo>
                  <a:pt x="63289" y="31254"/>
                  <a:pt x="62619" y="33598"/>
                  <a:pt x="57150" y="62173"/>
                </a:cubicBezTo>
                <a:lnTo>
                  <a:pt x="41411" y="62173"/>
                </a:lnTo>
                <a:cubicBezTo>
                  <a:pt x="37170" y="62173"/>
                  <a:pt x="34714" y="62173"/>
                  <a:pt x="34714" y="66415"/>
                </a:cubicBezTo>
                <a:cubicBezTo>
                  <a:pt x="34714" y="69205"/>
                  <a:pt x="36723" y="69205"/>
                  <a:pt x="41077" y="69205"/>
                </a:cubicBezTo>
                <a:lnTo>
                  <a:pt x="56034" y="69205"/>
                </a:lnTo>
                <a:lnTo>
                  <a:pt x="38956" y="158837"/>
                </a:lnTo>
                <a:cubicBezTo>
                  <a:pt x="34937" y="180826"/>
                  <a:pt x="31031" y="201476"/>
                  <a:pt x="19310" y="201476"/>
                </a:cubicBezTo>
                <a:cubicBezTo>
                  <a:pt x="18306" y="201476"/>
                  <a:pt x="12725" y="201476"/>
                  <a:pt x="8372" y="197346"/>
                </a:cubicBezTo>
                <a:cubicBezTo>
                  <a:pt x="18752" y="196676"/>
                  <a:pt x="20873" y="188416"/>
                  <a:pt x="20873" y="185068"/>
                </a:cubicBezTo>
                <a:cubicBezTo>
                  <a:pt x="20873" y="179822"/>
                  <a:pt x="16743" y="177143"/>
                  <a:pt x="12502" y="177143"/>
                </a:cubicBezTo>
                <a:cubicBezTo>
                  <a:pt x="6586" y="177143"/>
                  <a:pt x="0" y="182166"/>
                  <a:pt x="0" y="190760"/>
                </a:cubicBezTo>
                <a:cubicBezTo>
                  <a:pt x="0" y="200918"/>
                  <a:pt x="9934" y="206387"/>
                  <a:pt x="19310" y="206387"/>
                </a:cubicBezTo>
                <a:cubicBezTo>
                  <a:pt x="31700" y="206387"/>
                  <a:pt x="40853" y="192993"/>
                  <a:pt x="44872" y="184398"/>
                </a:cubicBezTo>
                <a:cubicBezTo>
                  <a:pt x="52127" y="170111"/>
                  <a:pt x="57373" y="142652"/>
                  <a:pt x="57596" y="141089"/>
                </a:cubicBezTo>
                <a:lnTo>
                  <a:pt x="71214" y="6920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57147C-8DBE-4BD5-B541-EED5C885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9296" y="1000571"/>
            <a:ext cx="24110" cy="23999"/>
          </a:xfrm>
          <a:custGeom xmlns:a="http://schemas.openxmlformats.org/drawingml/2006/main">
            <a:pathLst>
              <a:path w="24110" h="23999">
                <a:moveTo>
                  <a:pt x="24110" y="12055"/>
                </a:moveTo>
                <a:cubicBezTo>
                  <a:pt x="24110" y="5469"/>
                  <a:pt x="18641" y="0"/>
                  <a:pt x="12055" y="0"/>
                </a:cubicBezTo>
                <a:cubicBezTo>
                  <a:pt x="5469" y="0"/>
                  <a:pt x="0" y="5469"/>
                  <a:pt x="0" y="12055"/>
                </a:cubicBezTo>
                <a:cubicBezTo>
                  <a:pt x="0" y="18529"/>
                  <a:pt x="5469" y="23999"/>
                  <a:pt x="12055" y="23999"/>
                </a:cubicBezTo>
                <a:cubicBezTo>
                  <a:pt x="18641" y="23999"/>
                  <a:pt x="24110" y="18529"/>
                  <a:pt x="24110" y="120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44691-DA8F-48B0-8C84-4273DFB1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373" y="899220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224470"/>
                </a:moveTo>
                <a:cubicBezTo>
                  <a:pt x="52574" y="223800"/>
                  <a:pt x="52574" y="223354"/>
                  <a:pt x="48667" y="219447"/>
                </a:cubicBezTo>
                <a:cubicBezTo>
                  <a:pt x="20427" y="190984"/>
                  <a:pt x="13060" y="148010"/>
                  <a:pt x="13060" y="113407"/>
                </a:cubicBezTo>
                <a:cubicBezTo>
                  <a:pt x="13060" y="73893"/>
                  <a:pt x="21766" y="34379"/>
                  <a:pt x="49560" y="6028"/>
                </a:cubicBezTo>
                <a:cubicBezTo>
                  <a:pt x="52574" y="3349"/>
                  <a:pt x="52574" y="2902"/>
                  <a:pt x="52574" y="2232"/>
                </a:cubicBezTo>
                <a:cubicBezTo>
                  <a:pt x="52574" y="670"/>
                  <a:pt x="51681" y="0"/>
                  <a:pt x="50229" y="0"/>
                </a:cubicBezTo>
                <a:cubicBezTo>
                  <a:pt x="47997" y="0"/>
                  <a:pt x="27682" y="15404"/>
                  <a:pt x="14288" y="44202"/>
                </a:cubicBezTo>
                <a:cubicBezTo>
                  <a:pt x="2679" y="69093"/>
                  <a:pt x="0" y="94320"/>
                  <a:pt x="0" y="113407"/>
                </a:cubicBezTo>
                <a:cubicBezTo>
                  <a:pt x="0" y="131043"/>
                  <a:pt x="2456" y="158502"/>
                  <a:pt x="14957" y="184063"/>
                </a:cubicBezTo>
                <a:cubicBezTo>
                  <a:pt x="28575" y="211968"/>
                  <a:pt x="47997" y="226702"/>
                  <a:pt x="50229" y="226702"/>
                </a:cubicBezTo>
                <a:cubicBezTo>
                  <a:pt x="51681" y="226702"/>
                  <a:pt x="52574" y="226033"/>
                  <a:pt x="52574" y="2244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0A284F-97F0-4069-B5DB-7EC63A88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048" y="914400"/>
            <a:ext cx="136959" cy="154930"/>
          </a:xfrm>
          <a:custGeom xmlns:a="http://schemas.openxmlformats.org/drawingml/2006/main">
            <a:pathLst>
              <a:path w="136959" h="154930">
                <a:moveTo>
                  <a:pt x="75902" y="17636"/>
                </a:moveTo>
                <a:cubicBezTo>
                  <a:pt x="77912" y="9488"/>
                  <a:pt x="78693" y="7032"/>
                  <a:pt x="99901" y="7032"/>
                </a:cubicBezTo>
                <a:cubicBezTo>
                  <a:pt x="106710" y="7032"/>
                  <a:pt x="108607" y="7032"/>
                  <a:pt x="108607" y="2679"/>
                </a:cubicBezTo>
                <a:cubicBezTo>
                  <a:pt x="108607" y="0"/>
                  <a:pt x="106040" y="0"/>
                  <a:pt x="104924" y="0"/>
                </a:cubicBezTo>
                <a:cubicBezTo>
                  <a:pt x="97445" y="0"/>
                  <a:pt x="78804" y="670"/>
                  <a:pt x="71438" y="670"/>
                </a:cubicBezTo>
                <a:cubicBezTo>
                  <a:pt x="64629" y="670"/>
                  <a:pt x="47997" y="0"/>
                  <a:pt x="41188" y="0"/>
                </a:cubicBezTo>
                <a:cubicBezTo>
                  <a:pt x="39625" y="0"/>
                  <a:pt x="36947" y="0"/>
                  <a:pt x="36947" y="4465"/>
                </a:cubicBezTo>
                <a:cubicBezTo>
                  <a:pt x="36947" y="7032"/>
                  <a:pt x="38956" y="7032"/>
                  <a:pt x="43309" y="7032"/>
                </a:cubicBezTo>
                <a:cubicBezTo>
                  <a:pt x="43755" y="7032"/>
                  <a:pt x="47997" y="7032"/>
                  <a:pt x="51904" y="7479"/>
                </a:cubicBezTo>
                <a:cubicBezTo>
                  <a:pt x="55922" y="7925"/>
                  <a:pt x="58043" y="8148"/>
                  <a:pt x="58043" y="11050"/>
                </a:cubicBezTo>
                <a:cubicBezTo>
                  <a:pt x="58043" y="11943"/>
                  <a:pt x="57820" y="12725"/>
                  <a:pt x="57038" y="15404"/>
                </a:cubicBezTo>
                <a:lnTo>
                  <a:pt x="26677" y="137182"/>
                </a:lnTo>
                <a:cubicBezTo>
                  <a:pt x="24445" y="146000"/>
                  <a:pt x="23999" y="147898"/>
                  <a:pt x="6028" y="147898"/>
                </a:cubicBezTo>
                <a:cubicBezTo>
                  <a:pt x="2232" y="147898"/>
                  <a:pt x="0" y="147898"/>
                  <a:pt x="0" y="152363"/>
                </a:cubicBezTo>
                <a:cubicBezTo>
                  <a:pt x="0" y="154930"/>
                  <a:pt x="2009" y="154930"/>
                  <a:pt x="6028" y="154930"/>
                </a:cubicBezTo>
                <a:lnTo>
                  <a:pt x="111063" y="154930"/>
                </a:lnTo>
                <a:cubicBezTo>
                  <a:pt x="116532" y="154930"/>
                  <a:pt x="116756" y="154930"/>
                  <a:pt x="118095" y="151023"/>
                </a:cubicBezTo>
                <a:lnTo>
                  <a:pt x="136066" y="102022"/>
                </a:lnTo>
                <a:cubicBezTo>
                  <a:pt x="136959" y="99566"/>
                  <a:pt x="136959" y="99120"/>
                  <a:pt x="136959" y="98896"/>
                </a:cubicBezTo>
                <a:cubicBezTo>
                  <a:pt x="136959" y="97892"/>
                  <a:pt x="136289" y="96329"/>
                  <a:pt x="134169" y="96329"/>
                </a:cubicBezTo>
                <a:cubicBezTo>
                  <a:pt x="132159" y="96329"/>
                  <a:pt x="131936" y="97445"/>
                  <a:pt x="130373" y="101129"/>
                </a:cubicBezTo>
                <a:cubicBezTo>
                  <a:pt x="122672" y="122002"/>
                  <a:pt x="112626" y="147898"/>
                  <a:pt x="73447" y="147898"/>
                </a:cubicBezTo>
                <a:lnTo>
                  <a:pt x="52127" y="147898"/>
                </a:lnTo>
                <a:cubicBezTo>
                  <a:pt x="48890" y="147898"/>
                  <a:pt x="48444" y="147898"/>
                  <a:pt x="47104" y="147675"/>
                </a:cubicBezTo>
                <a:cubicBezTo>
                  <a:pt x="44872" y="147451"/>
                  <a:pt x="44202" y="147117"/>
                  <a:pt x="44202" y="145331"/>
                </a:cubicBezTo>
                <a:cubicBezTo>
                  <a:pt x="44202" y="144661"/>
                  <a:pt x="44202" y="144214"/>
                  <a:pt x="45318" y="140196"/>
                </a:cubicBezTo>
                <a:lnTo>
                  <a:pt x="75902" y="17636"/>
                </a:ln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1EB04-3C05-4863-A07A-9D9A6EE82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8178" y="878235"/>
            <a:ext cx="81260" cy="110505"/>
          </a:xfrm>
          <a:custGeom xmlns:a="http://schemas.openxmlformats.org/drawingml/2006/main">
            <a:pathLst>
              <a:path w="81260" h="110505">
                <a:moveTo>
                  <a:pt x="71103" y="90860"/>
                </a:moveTo>
                <a:cubicBezTo>
                  <a:pt x="62508" y="100682"/>
                  <a:pt x="60722" y="102133"/>
                  <a:pt x="58043" y="102133"/>
                </a:cubicBezTo>
                <a:cubicBezTo>
                  <a:pt x="56480" y="102133"/>
                  <a:pt x="55252" y="100682"/>
                  <a:pt x="55252" y="98896"/>
                </a:cubicBezTo>
                <a:cubicBezTo>
                  <a:pt x="55252" y="96775"/>
                  <a:pt x="60275" y="77353"/>
                  <a:pt x="65522" y="59829"/>
                </a:cubicBezTo>
                <a:cubicBezTo>
                  <a:pt x="69875" y="45207"/>
                  <a:pt x="73223" y="32593"/>
                  <a:pt x="81260" y="781"/>
                </a:cubicBezTo>
                <a:lnTo>
                  <a:pt x="80479" y="0"/>
                </a:lnTo>
                <a:cubicBezTo>
                  <a:pt x="72107" y="1786"/>
                  <a:pt x="66303" y="2679"/>
                  <a:pt x="56145" y="3572"/>
                </a:cubicBezTo>
                <a:lnTo>
                  <a:pt x="56145" y="6362"/>
                </a:lnTo>
                <a:cubicBezTo>
                  <a:pt x="64852" y="6697"/>
                  <a:pt x="65968" y="7144"/>
                  <a:pt x="65968" y="10492"/>
                </a:cubicBezTo>
                <a:cubicBezTo>
                  <a:pt x="65968" y="12502"/>
                  <a:pt x="65856" y="13506"/>
                  <a:pt x="63624" y="21543"/>
                </a:cubicBezTo>
                <a:lnTo>
                  <a:pt x="56592" y="47662"/>
                </a:lnTo>
                <a:cubicBezTo>
                  <a:pt x="55364" y="40965"/>
                  <a:pt x="52462" y="38398"/>
                  <a:pt x="46323" y="38398"/>
                </a:cubicBezTo>
                <a:cubicBezTo>
                  <a:pt x="25673" y="38398"/>
                  <a:pt x="0" y="68312"/>
                  <a:pt x="0" y="92087"/>
                </a:cubicBezTo>
                <a:cubicBezTo>
                  <a:pt x="0" y="103361"/>
                  <a:pt x="6251" y="110170"/>
                  <a:pt x="16632" y="110170"/>
                </a:cubicBezTo>
                <a:cubicBezTo>
                  <a:pt x="27347" y="110170"/>
                  <a:pt x="34379" y="105147"/>
                  <a:pt x="45207" y="89297"/>
                </a:cubicBezTo>
                <a:cubicBezTo>
                  <a:pt x="43421" y="97334"/>
                  <a:pt x="43086" y="99789"/>
                  <a:pt x="43086" y="103361"/>
                </a:cubicBezTo>
                <a:cubicBezTo>
                  <a:pt x="43086" y="107714"/>
                  <a:pt x="45765" y="110505"/>
                  <a:pt x="49783" y="110505"/>
                </a:cubicBezTo>
                <a:cubicBezTo>
                  <a:pt x="56480" y="110505"/>
                  <a:pt x="64740" y="104031"/>
                  <a:pt x="73000" y="92422"/>
                </a:cubicBezTo>
                <a:lnTo>
                  <a:pt x="71103" y="90860"/>
                </a:lnTo>
                <a:close/>
                <a:moveTo>
                  <a:pt x="46881" y="42081"/>
                </a:moveTo>
                <a:cubicBezTo>
                  <a:pt x="51792" y="42416"/>
                  <a:pt x="54136" y="45430"/>
                  <a:pt x="54136" y="51122"/>
                </a:cubicBezTo>
                <a:cubicBezTo>
                  <a:pt x="54136" y="75233"/>
                  <a:pt x="37616" y="102580"/>
                  <a:pt x="22994" y="102580"/>
                </a:cubicBezTo>
                <a:cubicBezTo>
                  <a:pt x="17525" y="102580"/>
                  <a:pt x="13729" y="98338"/>
                  <a:pt x="13729" y="92087"/>
                </a:cubicBezTo>
                <a:cubicBezTo>
                  <a:pt x="13729" y="78916"/>
                  <a:pt x="21655" y="60499"/>
                  <a:pt x="32147" y="49448"/>
                </a:cubicBezTo>
                <a:cubicBezTo>
                  <a:pt x="36612" y="44760"/>
                  <a:pt x="42528" y="41746"/>
                  <a:pt x="46881" y="42081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7D3816-B0A5-4261-84F6-DDD9269E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233" y="882811"/>
            <a:ext cx="34156" cy="105594"/>
          </a:xfrm>
          <a:custGeom xmlns:a="http://schemas.openxmlformats.org/drawingml/2006/main">
            <a:pathLst>
              <a:path w="34156" h="105594">
                <a:moveTo>
                  <a:pt x="27459" y="85837"/>
                </a:moveTo>
                <a:cubicBezTo>
                  <a:pt x="23664" y="90860"/>
                  <a:pt x="22547" y="92199"/>
                  <a:pt x="20985" y="93873"/>
                </a:cubicBezTo>
                <a:cubicBezTo>
                  <a:pt x="18306" y="96552"/>
                  <a:pt x="15850" y="98115"/>
                  <a:pt x="14511" y="98115"/>
                </a:cubicBezTo>
                <a:cubicBezTo>
                  <a:pt x="13171" y="98115"/>
                  <a:pt x="11943" y="96887"/>
                  <a:pt x="11943" y="95771"/>
                </a:cubicBezTo>
                <a:cubicBezTo>
                  <a:pt x="11943" y="94208"/>
                  <a:pt x="12390" y="91864"/>
                  <a:pt x="13506" y="88850"/>
                </a:cubicBezTo>
                <a:cubicBezTo>
                  <a:pt x="13506" y="88292"/>
                  <a:pt x="13953" y="87176"/>
                  <a:pt x="14288" y="85948"/>
                </a:cubicBezTo>
                <a:lnTo>
                  <a:pt x="14288" y="85613"/>
                </a:lnTo>
                <a:lnTo>
                  <a:pt x="14511" y="85279"/>
                </a:lnTo>
                <a:lnTo>
                  <a:pt x="28463" y="34156"/>
                </a:lnTo>
                <a:lnTo>
                  <a:pt x="27905" y="33821"/>
                </a:lnTo>
                <a:cubicBezTo>
                  <a:pt x="11943" y="36835"/>
                  <a:pt x="8706" y="37393"/>
                  <a:pt x="2567" y="37840"/>
                </a:cubicBezTo>
                <a:lnTo>
                  <a:pt x="2567" y="40407"/>
                </a:lnTo>
                <a:cubicBezTo>
                  <a:pt x="10939" y="40518"/>
                  <a:pt x="12502" y="40965"/>
                  <a:pt x="12502" y="44202"/>
                </a:cubicBezTo>
                <a:cubicBezTo>
                  <a:pt x="12502" y="45430"/>
                  <a:pt x="12055" y="47997"/>
                  <a:pt x="11162" y="51234"/>
                </a:cubicBezTo>
                <a:lnTo>
                  <a:pt x="3572" y="79363"/>
                </a:lnTo>
                <a:cubicBezTo>
                  <a:pt x="893" y="88516"/>
                  <a:pt x="0" y="93427"/>
                  <a:pt x="0" y="96552"/>
                </a:cubicBezTo>
                <a:cubicBezTo>
                  <a:pt x="0" y="102468"/>
                  <a:pt x="2567" y="105594"/>
                  <a:pt x="7255" y="105594"/>
                </a:cubicBezTo>
                <a:cubicBezTo>
                  <a:pt x="14622" y="105594"/>
                  <a:pt x="20538" y="100905"/>
                  <a:pt x="29580" y="87511"/>
                </a:cubicBezTo>
                <a:lnTo>
                  <a:pt x="27459" y="85837"/>
                </a:lnTo>
                <a:close/>
                <a:moveTo>
                  <a:pt x="26231" y="0"/>
                </a:moveTo>
                <a:cubicBezTo>
                  <a:pt x="21878" y="0"/>
                  <a:pt x="18752" y="3684"/>
                  <a:pt x="18752" y="8483"/>
                </a:cubicBezTo>
                <a:cubicBezTo>
                  <a:pt x="18752" y="13506"/>
                  <a:pt x="21766" y="16855"/>
                  <a:pt x="26343" y="16855"/>
                </a:cubicBezTo>
                <a:cubicBezTo>
                  <a:pt x="30473" y="16855"/>
                  <a:pt x="34156" y="13171"/>
                  <a:pt x="34156" y="8706"/>
                </a:cubicBezTo>
                <a:cubicBezTo>
                  <a:pt x="34156" y="4130"/>
                  <a:pt x="30473" y="0"/>
                  <a:pt x="26231" y="0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A044E3-1C7B-48EE-88E0-DAF35D87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314" y="916632"/>
            <a:ext cx="58266" cy="70098"/>
          </a:xfrm>
          <a:custGeom xmlns:a="http://schemas.openxmlformats.org/drawingml/2006/main">
            <a:pathLst>
              <a:path w="58266" h="70098">
                <a:moveTo>
                  <a:pt x="12055" y="70098"/>
                </a:moveTo>
                <a:cubicBezTo>
                  <a:pt x="20315" y="43086"/>
                  <a:pt x="22994" y="36277"/>
                  <a:pt x="30361" y="24110"/>
                </a:cubicBezTo>
                <a:cubicBezTo>
                  <a:pt x="35607" y="15292"/>
                  <a:pt x="39960" y="10381"/>
                  <a:pt x="42751" y="10381"/>
                </a:cubicBezTo>
                <a:cubicBezTo>
                  <a:pt x="43644" y="10381"/>
                  <a:pt x="44425" y="11050"/>
                  <a:pt x="45207" y="12502"/>
                </a:cubicBezTo>
                <a:cubicBezTo>
                  <a:pt x="46546" y="15292"/>
                  <a:pt x="47774" y="16073"/>
                  <a:pt x="51011" y="16073"/>
                </a:cubicBezTo>
                <a:cubicBezTo>
                  <a:pt x="55587" y="16073"/>
                  <a:pt x="58266" y="13283"/>
                  <a:pt x="58266" y="8260"/>
                </a:cubicBezTo>
                <a:cubicBezTo>
                  <a:pt x="58266" y="3349"/>
                  <a:pt x="55252" y="0"/>
                  <a:pt x="50788" y="0"/>
                </a:cubicBezTo>
                <a:cubicBezTo>
                  <a:pt x="47104" y="0"/>
                  <a:pt x="42862" y="2456"/>
                  <a:pt x="38733" y="6697"/>
                </a:cubicBezTo>
                <a:cubicBezTo>
                  <a:pt x="32147" y="13395"/>
                  <a:pt x="25896" y="22771"/>
                  <a:pt x="23329" y="29133"/>
                </a:cubicBezTo>
                <a:lnTo>
                  <a:pt x="21096" y="34826"/>
                </a:lnTo>
                <a:lnTo>
                  <a:pt x="29580" y="335"/>
                </a:lnTo>
                <a:lnTo>
                  <a:pt x="29021" y="0"/>
                </a:lnTo>
                <a:cubicBezTo>
                  <a:pt x="17413" y="2121"/>
                  <a:pt x="16073" y="2456"/>
                  <a:pt x="4465" y="4353"/>
                </a:cubicBezTo>
                <a:lnTo>
                  <a:pt x="4465" y="7032"/>
                </a:lnTo>
                <a:cubicBezTo>
                  <a:pt x="8260" y="6251"/>
                  <a:pt x="8706" y="6251"/>
                  <a:pt x="9823" y="6251"/>
                </a:cubicBezTo>
                <a:cubicBezTo>
                  <a:pt x="13395" y="6251"/>
                  <a:pt x="15404" y="7813"/>
                  <a:pt x="15404" y="10716"/>
                </a:cubicBezTo>
                <a:cubicBezTo>
                  <a:pt x="15404" y="12948"/>
                  <a:pt x="15404" y="12948"/>
                  <a:pt x="12836" y="23664"/>
                </a:cubicBezTo>
                <a:lnTo>
                  <a:pt x="0" y="70098"/>
                </a:lnTo>
                <a:lnTo>
                  <a:pt x="12055" y="70098"/>
                </a:ln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7EB28F-5345-4FCD-85BE-6A4358FC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8290" y="1023454"/>
            <a:ext cx="37616" cy="108496"/>
          </a:xfrm>
          <a:custGeom xmlns:a="http://schemas.openxmlformats.org/drawingml/2006/main">
            <a:pathLst>
              <a:path w="37616" h="108496">
                <a:moveTo>
                  <a:pt x="25226" y="35384"/>
                </a:moveTo>
                <a:lnTo>
                  <a:pt x="558" y="44090"/>
                </a:lnTo>
                <a:lnTo>
                  <a:pt x="558" y="46434"/>
                </a:lnTo>
                <a:lnTo>
                  <a:pt x="1898" y="46323"/>
                </a:lnTo>
                <a:cubicBezTo>
                  <a:pt x="3795" y="46100"/>
                  <a:pt x="5804" y="45876"/>
                  <a:pt x="7255" y="45876"/>
                </a:cubicBezTo>
                <a:cubicBezTo>
                  <a:pt x="11050" y="45876"/>
                  <a:pt x="12502" y="48444"/>
                  <a:pt x="12502" y="55364"/>
                </a:cubicBezTo>
                <a:lnTo>
                  <a:pt x="12502" y="92311"/>
                </a:lnTo>
                <a:cubicBezTo>
                  <a:pt x="12502" y="103696"/>
                  <a:pt x="10939" y="105370"/>
                  <a:pt x="0" y="106040"/>
                </a:cubicBezTo>
                <a:lnTo>
                  <a:pt x="0" y="108496"/>
                </a:lnTo>
                <a:lnTo>
                  <a:pt x="37616" y="108496"/>
                </a:lnTo>
                <a:lnTo>
                  <a:pt x="37616" y="106040"/>
                </a:lnTo>
                <a:cubicBezTo>
                  <a:pt x="27124" y="105259"/>
                  <a:pt x="25896" y="103696"/>
                  <a:pt x="25896" y="92311"/>
                </a:cubicBezTo>
                <a:lnTo>
                  <a:pt x="25896" y="35830"/>
                </a:lnTo>
                <a:lnTo>
                  <a:pt x="25226" y="35384"/>
                </a:lnTo>
                <a:close/>
                <a:moveTo>
                  <a:pt x="17748" y="0"/>
                </a:moveTo>
                <a:cubicBezTo>
                  <a:pt x="13506" y="0"/>
                  <a:pt x="9823" y="3572"/>
                  <a:pt x="9823" y="8037"/>
                </a:cubicBezTo>
                <a:cubicBezTo>
                  <a:pt x="9823" y="12502"/>
                  <a:pt x="13283" y="16185"/>
                  <a:pt x="17748" y="16185"/>
                </a:cubicBezTo>
                <a:cubicBezTo>
                  <a:pt x="22436" y="16185"/>
                  <a:pt x="26008" y="12725"/>
                  <a:pt x="26008" y="8037"/>
                </a:cubicBezTo>
                <a:cubicBezTo>
                  <a:pt x="26008" y="3572"/>
                  <a:pt x="22436" y="0"/>
                  <a:pt x="17748" y="0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B7A675-CA6C-4267-9FB2-AC15A9C5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00" y="937059"/>
            <a:ext cx="150800" cy="151023"/>
          </a:xfrm>
          <a:custGeom xmlns:a="http://schemas.openxmlformats.org/drawingml/2006/main">
            <a:pathLst>
              <a:path w="150800" h="151023">
                <a:moveTo>
                  <a:pt x="80032" y="80032"/>
                </a:moveTo>
                <a:lnTo>
                  <a:pt x="143321" y="80032"/>
                </a:lnTo>
                <a:cubicBezTo>
                  <a:pt x="146447" y="80032"/>
                  <a:pt x="150800" y="80032"/>
                  <a:pt x="150800" y="75567"/>
                </a:cubicBezTo>
                <a:cubicBezTo>
                  <a:pt x="150800" y="70991"/>
                  <a:pt x="146447" y="70991"/>
                  <a:pt x="143321" y="70991"/>
                </a:cubicBezTo>
                <a:lnTo>
                  <a:pt x="80032" y="70991"/>
                </a:lnTo>
                <a:lnTo>
                  <a:pt x="80032" y="7479"/>
                </a:lnTo>
                <a:cubicBezTo>
                  <a:pt x="80032" y="4353"/>
                  <a:pt x="80032" y="0"/>
                  <a:pt x="75456" y="0"/>
                </a:cubicBezTo>
                <a:cubicBezTo>
                  <a:pt x="70991" y="0"/>
                  <a:pt x="70991" y="4353"/>
                  <a:pt x="70991" y="7479"/>
                </a:cubicBezTo>
                <a:lnTo>
                  <a:pt x="70991" y="70991"/>
                </a:lnTo>
                <a:lnTo>
                  <a:pt x="7479" y="70991"/>
                </a:lnTo>
                <a:cubicBezTo>
                  <a:pt x="4242" y="70991"/>
                  <a:pt x="0" y="70991"/>
                  <a:pt x="0" y="75567"/>
                </a:cubicBezTo>
                <a:cubicBezTo>
                  <a:pt x="0" y="80032"/>
                  <a:pt x="4242" y="80032"/>
                  <a:pt x="7479" y="80032"/>
                </a:cubicBezTo>
                <a:lnTo>
                  <a:pt x="70991" y="80032"/>
                </a:lnTo>
                <a:lnTo>
                  <a:pt x="70991" y="143545"/>
                </a:lnTo>
                <a:cubicBezTo>
                  <a:pt x="70991" y="146670"/>
                  <a:pt x="70991" y="151023"/>
                  <a:pt x="75456" y="151023"/>
                </a:cubicBezTo>
                <a:cubicBezTo>
                  <a:pt x="80032" y="151023"/>
                  <a:pt x="80032" y="146670"/>
                  <a:pt x="80032" y="143545"/>
                </a:cubicBezTo>
                <a:lnTo>
                  <a:pt x="80032" y="8003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2BB96-23C4-4DBC-9941-2C295D24A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812" y="914400"/>
            <a:ext cx="136959" cy="154930"/>
          </a:xfrm>
          <a:custGeom xmlns:a="http://schemas.openxmlformats.org/drawingml/2006/main">
            <a:pathLst>
              <a:path w="136959" h="154930">
                <a:moveTo>
                  <a:pt x="76014" y="17636"/>
                </a:moveTo>
                <a:cubicBezTo>
                  <a:pt x="78023" y="9488"/>
                  <a:pt x="78693" y="7032"/>
                  <a:pt x="100012" y="7032"/>
                </a:cubicBezTo>
                <a:cubicBezTo>
                  <a:pt x="106821" y="7032"/>
                  <a:pt x="108607" y="7032"/>
                  <a:pt x="108607" y="2679"/>
                </a:cubicBezTo>
                <a:cubicBezTo>
                  <a:pt x="108607" y="0"/>
                  <a:pt x="106152" y="0"/>
                  <a:pt x="104924" y="0"/>
                </a:cubicBezTo>
                <a:cubicBezTo>
                  <a:pt x="97557" y="0"/>
                  <a:pt x="78916" y="670"/>
                  <a:pt x="71438" y="670"/>
                </a:cubicBezTo>
                <a:cubicBezTo>
                  <a:pt x="64629" y="670"/>
                  <a:pt x="48109" y="0"/>
                  <a:pt x="41300" y="0"/>
                </a:cubicBezTo>
                <a:cubicBezTo>
                  <a:pt x="39625" y="0"/>
                  <a:pt x="36947" y="0"/>
                  <a:pt x="36947" y="4465"/>
                </a:cubicBezTo>
                <a:cubicBezTo>
                  <a:pt x="36947" y="7032"/>
                  <a:pt x="38956" y="7032"/>
                  <a:pt x="43309" y="7032"/>
                </a:cubicBezTo>
                <a:cubicBezTo>
                  <a:pt x="43755" y="7032"/>
                  <a:pt x="48109" y="7032"/>
                  <a:pt x="51904" y="7479"/>
                </a:cubicBezTo>
                <a:cubicBezTo>
                  <a:pt x="56034" y="7925"/>
                  <a:pt x="58043" y="8148"/>
                  <a:pt x="58043" y="11050"/>
                </a:cubicBezTo>
                <a:cubicBezTo>
                  <a:pt x="58043" y="11943"/>
                  <a:pt x="57820" y="12725"/>
                  <a:pt x="57150" y="15404"/>
                </a:cubicBezTo>
                <a:lnTo>
                  <a:pt x="26789" y="137182"/>
                </a:lnTo>
                <a:cubicBezTo>
                  <a:pt x="24445" y="146000"/>
                  <a:pt x="23999" y="147898"/>
                  <a:pt x="6139" y="147898"/>
                </a:cubicBezTo>
                <a:cubicBezTo>
                  <a:pt x="2232" y="147898"/>
                  <a:pt x="0" y="147898"/>
                  <a:pt x="0" y="152363"/>
                </a:cubicBezTo>
                <a:cubicBezTo>
                  <a:pt x="0" y="154930"/>
                  <a:pt x="2009" y="154930"/>
                  <a:pt x="6139" y="154930"/>
                </a:cubicBezTo>
                <a:lnTo>
                  <a:pt x="111175" y="154930"/>
                </a:lnTo>
                <a:cubicBezTo>
                  <a:pt x="116532" y="154930"/>
                  <a:pt x="116756" y="154930"/>
                  <a:pt x="118207" y="151023"/>
                </a:cubicBezTo>
                <a:lnTo>
                  <a:pt x="136066" y="102022"/>
                </a:lnTo>
                <a:cubicBezTo>
                  <a:pt x="136959" y="99566"/>
                  <a:pt x="136959" y="99120"/>
                  <a:pt x="136959" y="98896"/>
                </a:cubicBezTo>
                <a:cubicBezTo>
                  <a:pt x="136959" y="97892"/>
                  <a:pt x="136289" y="96329"/>
                  <a:pt x="134280" y="96329"/>
                </a:cubicBezTo>
                <a:cubicBezTo>
                  <a:pt x="132159" y="96329"/>
                  <a:pt x="132048" y="97445"/>
                  <a:pt x="130373" y="101129"/>
                </a:cubicBezTo>
                <a:cubicBezTo>
                  <a:pt x="122672" y="122002"/>
                  <a:pt x="112737" y="147898"/>
                  <a:pt x="73447" y="147898"/>
                </a:cubicBezTo>
                <a:lnTo>
                  <a:pt x="52127" y="147898"/>
                </a:lnTo>
                <a:cubicBezTo>
                  <a:pt x="49002" y="147898"/>
                  <a:pt x="48555" y="147898"/>
                  <a:pt x="47104" y="147675"/>
                </a:cubicBezTo>
                <a:cubicBezTo>
                  <a:pt x="44872" y="147451"/>
                  <a:pt x="44202" y="147117"/>
                  <a:pt x="44202" y="145331"/>
                </a:cubicBezTo>
                <a:cubicBezTo>
                  <a:pt x="44202" y="144661"/>
                  <a:pt x="44202" y="144214"/>
                  <a:pt x="45318" y="140196"/>
                </a:cubicBezTo>
                <a:lnTo>
                  <a:pt x="76014" y="17636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679385-1830-41EC-A5D5-8E9B0BA8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496" y="916632"/>
            <a:ext cx="62731" cy="71772"/>
          </a:xfrm>
          <a:custGeom xmlns:a="http://schemas.openxmlformats.org/drawingml/2006/main">
            <a:pathLst>
              <a:path w="62731" h="71772">
                <a:moveTo>
                  <a:pt x="50788" y="53243"/>
                </a:moveTo>
                <a:cubicBezTo>
                  <a:pt x="42081" y="62619"/>
                  <a:pt x="35830" y="66080"/>
                  <a:pt x="28017" y="66080"/>
                </a:cubicBezTo>
                <a:cubicBezTo>
                  <a:pt x="19087" y="66080"/>
                  <a:pt x="13618" y="59271"/>
                  <a:pt x="13618" y="47997"/>
                </a:cubicBezTo>
                <a:cubicBezTo>
                  <a:pt x="13618" y="34491"/>
                  <a:pt x="19199" y="20315"/>
                  <a:pt x="28017" y="11050"/>
                </a:cubicBezTo>
                <a:cubicBezTo>
                  <a:pt x="32705" y="6251"/>
                  <a:pt x="39067" y="3349"/>
                  <a:pt x="45207" y="3349"/>
                </a:cubicBezTo>
                <a:cubicBezTo>
                  <a:pt x="48890" y="3349"/>
                  <a:pt x="51234" y="4576"/>
                  <a:pt x="51234" y="6586"/>
                </a:cubicBezTo>
                <a:cubicBezTo>
                  <a:pt x="51234" y="7367"/>
                  <a:pt x="50899" y="8148"/>
                  <a:pt x="50341" y="9599"/>
                </a:cubicBezTo>
                <a:cubicBezTo>
                  <a:pt x="49225" y="11609"/>
                  <a:pt x="48890" y="12725"/>
                  <a:pt x="48890" y="14176"/>
                </a:cubicBezTo>
                <a:cubicBezTo>
                  <a:pt x="48890" y="17971"/>
                  <a:pt x="51234" y="20203"/>
                  <a:pt x="55141" y="20203"/>
                </a:cubicBezTo>
                <a:cubicBezTo>
                  <a:pt x="59382" y="20203"/>
                  <a:pt x="62731" y="16966"/>
                  <a:pt x="62731" y="12948"/>
                </a:cubicBezTo>
                <a:cubicBezTo>
                  <a:pt x="62731" y="5581"/>
                  <a:pt x="55587" y="0"/>
                  <a:pt x="46100" y="0"/>
                </a:cubicBezTo>
                <a:cubicBezTo>
                  <a:pt x="22213" y="0"/>
                  <a:pt x="0" y="23217"/>
                  <a:pt x="0" y="47997"/>
                </a:cubicBezTo>
                <a:cubicBezTo>
                  <a:pt x="0" y="63066"/>
                  <a:pt x="8483" y="71772"/>
                  <a:pt x="23329" y="71772"/>
                </a:cubicBezTo>
                <a:cubicBezTo>
                  <a:pt x="35049" y="71772"/>
                  <a:pt x="43867" y="66973"/>
                  <a:pt x="53355" y="54806"/>
                </a:cubicBezTo>
                <a:lnTo>
                  <a:pt x="50788" y="53243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5D67B3-2619-45C1-A2CC-32FE08FA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590" y="916632"/>
            <a:ext cx="72889" cy="71772"/>
          </a:xfrm>
          <a:custGeom xmlns:a="http://schemas.openxmlformats.org/drawingml/2006/main">
            <a:pathLst>
              <a:path w="72889" h="71772">
                <a:moveTo>
                  <a:pt x="70991" y="52574"/>
                </a:moveTo>
                <a:cubicBezTo>
                  <a:pt x="68535" y="55029"/>
                  <a:pt x="67642" y="55811"/>
                  <a:pt x="66526" y="57038"/>
                </a:cubicBezTo>
                <a:cubicBezTo>
                  <a:pt x="61838" y="61950"/>
                  <a:pt x="59717" y="63624"/>
                  <a:pt x="58266" y="63624"/>
                </a:cubicBezTo>
                <a:cubicBezTo>
                  <a:pt x="57038" y="63624"/>
                  <a:pt x="56034" y="62619"/>
                  <a:pt x="56034" y="61503"/>
                </a:cubicBezTo>
                <a:cubicBezTo>
                  <a:pt x="56034" y="58378"/>
                  <a:pt x="62731" y="31142"/>
                  <a:pt x="70210" y="3795"/>
                </a:cubicBezTo>
                <a:cubicBezTo>
                  <a:pt x="70656" y="2232"/>
                  <a:pt x="70768" y="1898"/>
                  <a:pt x="71103" y="558"/>
                </a:cubicBezTo>
                <a:lnTo>
                  <a:pt x="69986" y="0"/>
                </a:lnTo>
                <a:lnTo>
                  <a:pt x="60387" y="1116"/>
                </a:lnTo>
                <a:lnTo>
                  <a:pt x="59829" y="1563"/>
                </a:lnTo>
                <a:lnTo>
                  <a:pt x="58155" y="9265"/>
                </a:lnTo>
                <a:cubicBezTo>
                  <a:pt x="56815" y="3349"/>
                  <a:pt x="52239" y="0"/>
                  <a:pt x="45430" y="0"/>
                </a:cubicBezTo>
                <a:cubicBezTo>
                  <a:pt x="24445" y="0"/>
                  <a:pt x="0" y="29133"/>
                  <a:pt x="0" y="54248"/>
                </a:cubicBezTo>
                <a:cubicBezTo>
                  <a:pt x="0" y="65298"/>
                  <a:pt x="6028" y="71772"/>
                  <a:pt x="16185" y="71772"/>
                </a:cubicBezTo>
                <a:cubicBezTo>
                  <a:pt x="27347" y="71772"/>
                  <a:pt x="34156" y="66526"/>
                  <a:pt x="48109" y="46881"/>
                </a:cubicBezTo>
                <a:cubicBezTo>
                  <a:pt x="44983" y="59271"/>
                  <a:pt x="44425" y="61392"/>
                  <a:pt x="44425" y="65187"/>
                </a:cubicBezTo>
                <a:cubicBezTo>
                  <a:pt x="44425" y="69763"/>
                  <a:pt x="46323" y="71661"/>
                  <a:pt x="50788" y="71661"/>
                </a:cubicBezTo>
                <a:cubicBezTo>
                  <a:pt x="57150" y="71661"/>
                  <a:pt x="61168" y="68647"/>
                  <a:pt x="72889" y="54248"/>
                </a:cubicBezTo>
                <a:lnTo>
                  <a:pt x="70991" y="52574"/>
                </a:lnTo>
                <a:close/>
                <a:moveTo>
                  <a:pt x="46323" y="3572"/>
                </a:moveTo>
                <a:cubicBezTo>
                  <a:pt x="51792" y="3795"/>
                  <a:pt x="55252" y="7702"/>
                  <a:pt x="55252" y="13283"/>
                </a:cubicBezTo>
                <a:cubicBezTo>
                  <a:pt x="55252" y="26566"/>
                  <a:pt x="47327" y="45318"/>
                  <a:pt x="36388" y="57038"/>
                </a:cubicBezTo>
                <a:cubicBezTo>
                  <a:pt x="32593" y="61392"/>
                  <a:pt x="27124" y="64070"/>
                  <a:pt x="22547" y="64070"/>
                </a:cubicBezTo>
                <a:cubicBezTo>
                  <a:pt x="16966" y="64070"/>
                  <a:pt x="13395" y="59494"/>
                  <a:pt x="13395" y="52127"/>
                </a:cubicBezTo>
                <a:cubicBezTo>
                  <a:pt x="13395" y="43532"/>
                  <a:pt x="19310" y="27236"/>
                  <a:pt x="26231" y="17413"/>
                </a:cubicBezTo>
                <a:cubicBezTo>
                  <a:pt x="32593" y="8148"/>
                  <a:pt x="39960" y="3014"/>
                  <a:pt x="46323" y="3572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79527-D5FD-46E5-A9B2-3533D7F1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408" y="916632"/>
            <a:ext cx="62731" cy="71772"/>
          </a:xfrm>
          <a:custGeom xmlns:a="http://schemas.openxmlformats.org/drawingml/2006/main">
            <a:pathLst>
              <a:path w="62731" h="71772">
                <a:moveTo>
                  <a:pt x="50788" y="53243"/>
                </a:moveTo>
                <a:cubicBezTo>
                  <a:pt x="42081" y="62619"/>
                  <a:pt x="35830" y="66080"/>
                  <a:pt x="28017" y="66080"/>
                </a:cubicBezTo>
                <a:cubicBezTo>
                  <a:pt x="18976" y="66080"/>
                  <a:pt x="13618" y="59271"/>
                  <a:pt x="13618" y="47997"/>
                </a:cubicBezTo>
                <a:cubicBezTo>
                  <a:pt x="13618" y="34491"/>
                  <a:pt x="19199" y="20315"/>
                  <a:pt x="28017" y="11050"/>
                </a:cubicBezTo>
                <a:cubicBezTo>
                  <a:pt x="32705" y="6251"/>
                  <a:pt x="39067" y="3349"/>
                  <a:pt x="45207" y="3349"/>
                </a:cubicBezTo>
                <a:cubicBezTo>
                  <a:pt x="48890" y="3349"/>
                  <a:pt x="51234" y="4576"/>
                  <a:pt x="51234" y="6586"/>
                </a:cubicBezTo>
                <a:cubicBezTo>
                  <a:pt x="51234" y="7367"/>
                  <a:pt x="50899" y="8148"/>
                  <a:pt x="50341" y="9599"/>
                </a:cubicBezTo>
                <a:cubicBezTo>
                  <a:pt x="49225" y="11609"/>
                  <a:pt x="48890" y="12725"/>
                  <a:pt x="48890" y="14176"/>
                </a:cubicBezTo>
                <a:cubicBezTo>
                  <a:pt x="48890" y="17971"/>
                  <a:pt x="51234" y="20203"/>
                  <a:pt x="55029" y="20203"/>
                </a:cubicBezTo>
                <a:cubicBezTo>
                  <a:pt x="59382" y="20203"/>
                  <a:pt x="62731" y="16966"/>
                  <a:pt x="62731" y="12948"/>
                </a:cubicBezTo>
                <a:cubicBezTo>
                  <a:pt x="62731" y="5581"/>
                  <a:pt x="55587" y="0"/>
                  <a:pt x="46100" y="0"/>
                </a:cubicBezTo>
                <a:cubicBezTo>
                  <a:pt x="22213" y="0"/>
                  <a:pt x="0" y="23217"/>
                  <a:pt x="0" y="47997"/>
                </a:cubicBezTo>
                <a:cubicBezTo>
                  <a:pt x="0" y="63066"/>
                  <a:pt x="8483" y="71772"/>
                  <a:pt x="23329" y="71772"/>
                </a:cubicBezTo>
                <a:cubicBezTo>
                  <a:pt x="35049" y="71772"/>
                  <a:pt x="43755" y="66973"/>
                  <a:pt x="53355" y="54806"/>
                </a:cubicBezTo>
                <a:lnTo>
                  <a:pt x="50788" y="53243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EE7C22-66B8-4911-9C29-F1743340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934" y="878235"/>
            <a:ext cx="72889" cy="109947"/>
          </a:xfrm>
          <a:custGeom xmlns:a="http://schemas.openxmlformats.org/drawingml/2006/main">
            <a:pathLst>
              <a:path w="72889" h="109947">
                <a:moveTo>
                  <a:pt x="70879" y="89855"/>
                </a:moveTo>
                <a:cubicBezTo>
                  <a:pt x="62285" y="100682"/>
                  <a:pt x="60387" y="102468"/>
                  <a:pt x="57820" y="102468"/>
                </a:cubicBezTo>
                <a:cubicBezTo>
                  <a:pt x="56369" y="102468"/>
                  <a:pt x="55252" y="101017"/>
                  <a:pt x="55252" y="99566"/>
                </a:cubicBezTo>
                <a:cubicBezTo>
                  <a:pt x="55252" y="98003"/>
                  <a:pt x="57820" y="87957"/>
                  <a:pt x="60499" y="79697"/>
                </a:cubicBezTo>
                <a:cubicBezTo>
                  <a:pt x="65187" y="64629"/>
                  <a:pt x="68200" y="52908"/>
                  <a:pt x="68200" y="49113"/>
                </a:cubicBezTo>
                <a:cubicBezTo>
                  <a:pt x="68200" y="42751"/>
                  <a:pt x="63847" y="38398"/>
                  <a:pt x="57708" y="38398"/>
                </a:cubicBezTo>
                <a:cubicBezTo>
                  <a:pt x="47327" y="38398"/>
                  <a:pt x="36054" y="48890"/>
                  <a:pt x="21320" y="71996"/>
                </a:cubicBezTo>
                <a:lnTo>
                  <a:pt x="40407" y="781"/>
                </a:lnTo>
                <a:lnTo>
                  <a:pt x="39625" y="0"/>
                </a:lnTo>
                <a:cubicBezTo>
                  <a:pt x="30361" y="2009"/>
                  <a:pt x="24222" y="3125"/>
                  <a:pt x="14622" y="4242"/>
                </a:cubicBezTo>
                <a:lnTo>
                  <a:pt x="14622" y="6697"/>
                </a:lnTo>
                <a:lnTo>
                  <a:pt x="18752" y="6697"/>
                </a:lnTo>
                <a:cubicBezTo>
                  <a:pt x="18976" y="6697"/>
                  <a:pt x="19087" y="6697"/>
                  <a:pt x="19199" y="6474"/>
                </a:cubicBezTo>
                <a:cubicBezTo>
                  <a:pt x="21431" y="5581"/>
                  <a:pt x="25226" y="8260"/>
                  <a:pt x="25226" y="10492"/>
                </a:cubicBezTo>
                <a:cubicBezTo>
                  <a:pt x="25226" y="12725"/>
                  <a:pt x="24445" y="16632"/>
                  <a:pt x="23106" y="21320"/>
                </a:cubicBezTo>
                <a:cubicBezTo>
                  <a:pt x="22882" y="21431"/>
                  <a:pt x="22436" y="23664"/>
                  <a:pt x="21431" y="27124"/>
                </a:cubicBezTo>
                <a:lnTo>
                  <a:pt x="0" y="108496"/>
                </a:lnTo>
                <a:lnTo>
                  <a:pt x="11943" y="108496"/>
                </a:lnTo>
                <a:cubicBezTo>
                  <a:pt x="18306" y="84051"/>
                  <a:pt x="20315" y="78581"/>
                  <a:pt x="26677" y="68982"/>
                </a:cubicBezTo>
                <a:cubicBezTo>
                  <a:pt x="34937" y="56369"/>
                  <a:pt x="45765" y="46546"/>
                  <a:pt x="51346" y="46546"/>
                </a:cubicBezTo>
                <a:cubicBezTo>
                  <a:pt x="53690" y="46546"/>
                  <a:pt x="55811" y="48444"/>
                  <a:pt x="55811" y="50564"/>
                </a:cubicBezTo>
                <a:cubicBezTo>
                  <a:pt x="55811" y="51122"/>
                  <a:pt x="55252" y="53243"/>
                  <a:pt x="54694" y="55811"/>
                </a:cubicBezTo>
                <a:lnTo>
                  <a:pt x="45876" y="88627"/>
                </a:lnTo>
                <a:cubicBezTo>
                  <a:pt x="43867" y="96441"/>
                  <a:pt x="42751" y="101352"/>
                  <a:pt x="42751" y="103250"/>
                </a:cubicBezTo>
                <a:cubicBezTo>
                  <a:pt x="42751" y="107380"/>
                  <a:pt x="45430" y="109947"/>
                  <a:pt x="49671" y="109947"/>
                </a:cubicBezTo>
                <a:cubicBezTo>
                  <a:pt x="57820" y="109947"/>
                  <a:pt x="63401" y="105594"/>
                  <a:pt x="72889" y="91753"/>
                </a:cubicBezTo>
                <a:lnTo>
                  <a:pt x="70879" y="89855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48109-AA9E-44E4-9B08-7AEE41B2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7529" y="916632"/>
            <a:ext cx="60610" cy="71772"/>
          </a:xfrm>
          <a:custGeom xmlns:a="http://schemas.openxmlformats.org/drawingml/2006/main">
            <a:pathLst>
              <a:path w="60610" h="71772">
                <a:moveTo>
                  <a:pt x="52015" y="52797"/>
                </a:moveTo>
                <a:cubicBezTo>
                  <a:pt x="40518" y="62061"/>
                  <a:pt x="35607" y="64740"/>
                  <a:pt x="28798" y="64740"/>
                </a:cubicBezTo>
                <a:cubicBezTo>
                  <a:pt x="19757" y="64740"/>
                  <a:pt x="13841" y="58936"/>
                  <a:pt x="13841" y="50341"/>
                </a:cubicBezTo>
                <a:cubicBezTo>
                  <a:pt x="13841" y="47997"/>
                  <a:pt x="14176" y="45653"/>
                  <a:pt x="15404" y="40518"/>
                </a:cubicBezTo>
                <a:lnTo>
                  <a:pt x="19869" y="39960"/>
                </a:lnTo>
                <a:cubicBezTo>
                  <a:pt x="43755" y="36612"/>
                  <a:pt x="60610" y="24445"/>
                  <a:pt x="60610" y="10827"/>
                </a:cubicBezTo>
                <a:cubicBezTo>
                  <a:pt x="60610" y="4130"/>
                  <a:pt x="55811" y="0"/>
                  <a:pt x="47885" y="0"/>
                </a:cubicBezTo>
                <a:cubicBezTo>
                  <a:pt x="25003" y="0"/>
                  <a:pt x="0" y="26231"/>
                  <a:pt x="0" y="50118"/>
                </a:cubicBezTo>
                <a:cubicBezTo>
                  <a:pt x="0" y="62954"/>
                  <a:pt x="8595" y="71772"/>
                  <a:pt x="20985" y="71772"/>
                </a:cubicBezTo>
                <a:cubicBezTo>
                  <a:pt x="32258" y="71772"/>
                  <a:pt x="44537" y="65298"/>
                  <a:pt x="53913" y="54694"/>
                </a:cubicBezTo>
                <a:lnTo>
                  <a:pt x="52015" y="52797"/>
                </a:lnTo>
                <a:close/>
                <a:moveTo>
                  <a:pt x="19310" y="30026"/>
                </a:moveTo>
                <a:cubicBezTo>
                  <a:pt x="24668" y="15850"/>
                  <a:pt x="36388" y="3683"/>
                  <a:pt x="44537" y="3683"/>
                </a:cubicBezTo>
                <a:cubicBezTo>
                  <a:pt x="47885" y="3683"/>
                  <a:pt x="50006" y="6251"/>
                  <a:pt x="50006" y="9934"/>
                </a:cubicBezTo>
                <a:cubicBezTo>
                  <a:pt x="50006" y="14846"/>
                  <a:pt x="47104" y="20538"/>
                  <a:pt x="42081" y="25226"/>
                </a:cubicBezTo>
                <a:cubicBezTo>
                  <a:pt x="36277" y="30807"/>
                  <a:pt x="30249" y="33710"/>
                  <a:pt x="16520" y="37058"/>
                </a:cubicBezTo>
                <a:lnTo>
                  <a:pt x="19310" y="30026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0D3B63-61B6-4AFD-B658-8ECB79F0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264" y="1023454"/>
            <a:ext cx="37616" cy="108496"/>
          </a:xfrm>
          <a:custGeom xmlns:a="http://schemas.openxmlformats.org/drawingml/2006/main">
            <a:pathLst>
              <a:path w="37616" h="108496">
                <a:moveTo>
                  <a:pt x="25226" y="35384"/>
                </a:moveTo>
                <a:lnTo>
                  <a:pt x="558" y="44090"/>
                </a:lnTo>
                <a:lnTo>
                  <a:pt x="558" y="46434"/>
                </a:lnTo>
                <a:lnTo>
                  <a:pt x="1898" y="46323"/>
                </a:lnTo>
                <a:cubicBezTo>
                  <a:pt x="3795" y="46100"/>
                  <a:pt x="5804" y="45876"/>
                  <a:pt x="7255" y="45876"/>
                </a:cubicBezTo>
                <a:cubicBezTo>
                  <a:pt x="11050" y="45876"/>
                  <a:pt x="12502" y="48444"/>
                  <a:pt x="12502" y="55364"/>
                </a:cubicBezTo>
                <a:lnTo>
                  <a:pt x="12502" y="92311"/>
                </a:lnTo>
                <a:cubicBezTo>
                  <a:pt x="12502" y="103696"/>
                  <a:pt x="10939" y="105370"/>
                  <a:pt x="0" y="106040"/>
                </a:cubicBezTo>
                <a:lnTo>
                  <a:pt x="0" y="108496"/>
                </a:lnTo>
                <a:lnTo>
                  <a:pt x="37616" y="108496"/>
                </a:lnTo>
                <a:lnTo>
                  <a:pt x="37616" y="106040"/>
                </a:lnTo>
                <a:cubicBezTo>
                  <a:pt x="27124" y="105259"/>
                  <a:pt x="25896" y="103696"/>
                  <a:pt x="25896" y="92311"/>
                </a:cubicBezTo>
                <a:lnTo>
                  <a:pt x="25896" y="35830"/>
                </a:lnTo>
                <a:lnTo>
                  <a:pt x="25226" y="35384"/>
                </a:lnTo>
                <a:close/>
                <a:moveTo>
                  <a:pt x="17748" y="0"/>
                </a:moveTo>
                <a:cubicBezTo>
                  <a:pt x="13506" y="0"/>
                  <a:pt x="9823" y="3572"/>
                  <a:pt x="9823" y="8037"/>
                </a:cubicBezTo>
                <a:cubicBezTo>
                  <a:pt x="9823" y="12502"/>
                  <a:pt x="13283" y="16185"/>
                  <a:pt x="17748" y="16185"/>
                </a:cubicBezTo>
                <a:cubicBezTo>
                  <a:pt x="22436" y="16185"/>
                  <a:pt x="26008" y="12725"/>
                  <a:pt x="26008" y="8037"/>
                </a:cubicBezTo>
                <a:cubicBezTo>
                  <a:pt x="26008" y="3572"/>
                  <a:pt x="22436" y="0"/>
                  <a:pt x="17748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D153D-C809-4932-A70A-940EAD12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8165" y="899220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113407"/>
                </a:moveTo>
                <a:cubicBezTo>
                  <a:pt x="52574" y="95659"/>
                  <a:pt x="50118" y="68200"/>
                  <a:pt x="37616" y="42639"/>
                </a:cubicBezTo>
                <a:cubicBezTo>
                  <a:pt x="23999" y="14734"/>
                  <a:pt x="4576" y="0"/>
                  <a:pt x="2232" y="0"/>
                </a:cubicBezTo>
                <a:cubicBezTo>
                  <a:pt x="893" y="0"/>
                  <a:pt x="0" y="893"/>
                  <a:pt x="0" y="2232"/>
                </a:cubicBezTo>
                <a:cubicBezTo>
                  <a:pt x="0" y="2902"/>
                  <a:pt x="0" y="3349"/>
                  <a:pt x="4242" y="7479"/>
                </a:cubicBezTo>
                <a:cubicBezTo>
                  <a:pt x="26566" y="29914"/>
                  <a:pt x="39402" y="65968"/>
                  <a:pt x="39402" y="113407"/>
                </a:cubicBezTo>
                <a:cubicBezTo>
                  <a:pt x="39402" y="152140"/>
                  <a:pt x="31031" y="192100"/>
                  <a:pt x="2902" y="220675"/>
                </a:cubicBezTo>
                <a:cubicBezTo>
                  <a:pt x="0" y="223354"/>
                  <a:pt x="0" y="223800"/>
                  <a:pt x="0" y="224470"/>
                </a:cubicBezTo>
                <a:cubicBezTo>
                  <a:pt x="0" y="225809"/>
                  <a:pt x="893" y="226702"/>
                  <a:pt x="2232" y="226702"/>
                </a:cubicBezTo>
                <a:cubicBezTo>
                  <a:pt x="4576" y="226702"/>
                  <a:pt x="24891" y="211299"/>
                  <a:pt x="38286" y="182500"/>
                </a:cubicBezTo>
                <a:cubicBezTo>
                  <a:pt x="49895" y="157609"/>
                  <a:pt x="52574" y="132383"/>
                  <a:pt x="52574" y="1134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E3C7C-4330-4644-910C-F4B2D66A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5945" y="899220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224470"/>
                </a:moveTo>
                <a:cubicBezTo>
                  <a:pt x="52574" y="223800"/>
                  <a:pt x="52574" y="223354"/>
                  <a:pt x="48778" y="219447"/>
                </a:cubicBezTo>
                <a:cubicBezTo>
                  <a:pt x="20427" y="190984"/>
                  <a:pt x="13171" y="148010"/>
                  <a:pt x="13171" y="113407"/>
                </a:cubicBezTo>
                <a:cubicBezTo>
                  <a:pt x="13171" y="73893"/>
                  <a:pt x="21766" y="34379"/>
                  <a:pt x="49671" y="6028"/>
                </a:cubicBezTo>
                <a:cubicBezTo>
                  <a:pt x="52574" y="3349"/>
                  <a:pt x="52574" y="2902"/>
                  <a:pt x="52574" y="2232"/>
                </a:cubicBezTo>
                <a:cubicBezTo>
                  <a:pt x="52574" y="670"/>
                  <a:pt x="51681" y="0"/>
                  <a:pt x="50341" y="0"/>
                </a:cubicBezTo>
                <a:cubicBezTo>
                  <a:pt x="47997" y="0"/>
                  <a:pt x="27682" y="15404"/>
                  <a:pt x="14288" y="44202"/>
                </a:cubicBezTo>
                <a:cubicBezTo>
                  <a:pt x="2679" y="69093"/>
                  <a:pt x="0" y="94320"/>
                  <a:pt x="0" y="113407"/>
                </a:cubicBezTo>
                <a:cubicBezTo>
                  <a:pt x="0" y="131043"/>
                  <a:pt x="2456" y="158502"/>
                  <a:pt x="14957" y="184063"/>
                </a:cubicBezTo>
                <a:cubicBezTo>
                  <a:pt x="28575" y="211968"/>
                  <a:pt x="47997" y="226702"/>
                  <a:pt x="50341" y="226702"/>
                </a:cubicBezTo>
                <a:cubicBezTo>
                  <a:pt x="51681" y="226702"/>
                  <a:pt x="52574" y="226033"/>
                  <a:pt x="52574" y="2244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4404E-2F59-40F2-BF57-D4172449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959" y="967197"/>
            <a:ext cx="129257" cy="102133"/>
          </a:xfrm>
          <a:custGeom xmlns:a="http://schemas.openxmlformats.org/drawingml/2006/main">
            <a:pathLst>
              <a:path w="129257" h="102133">
                <a:moveTo>
                  <a:pt x="15627" y="21320"/>
                </a:moveTo>
                <a:lnTo>
                  <a:pt x="15627" y="91418"/>
                </a:lnTo>
                <a:lnTo>
                  <a:pt x="0" y="91418"/>
                </a:lnTo>
                <a:lnTo>
                  <a:pt x="0" y="102133"/>
                </a:lnTo>
                <a:cubicBezTo>
                  <a:pt x="6362" y="101910"/>
                  <a:pt x="19980" y="101352"/>
                  <a:pt x="28575" y="101352"/>
                </a:cubicBezTo>
                <a:cubicBezTo>
                  <a:pt x="37393" y="101352"/>
                  <a:pt x="50788" y="101910"/>
                  <a:pt x="57150" y="102133"/>
                </a:cubicBezTo>
                <a:lnTo>
                  <a:pt x="57150" y="91418"/>
                </a:lnTo>
                <a:lnTo>
                  <a:pt x="41411" y="91418"/>
                </a:lnTo>
                <a:lnTo>
                  <a:pt x="41411" y="44090"/>
                </a:lnTo>
                <a:cubicBezTo>
                  <a:pt x="41411" y="19310"/>
                  <a:pt x="60945" y="8148"/>
                  <a:pt x="75344" y="8148"/>
                </a:cubicBezTo>
                <a:cubicBezTo>
                  <a:pt x="82934" y="8148"/>
                  <a:pt x="87734" y="12948"/>
                  <a:pt x="87734" y="30249"/>
                </a:cubicBezTo>
                <a:lnTo>
                  <a:pt x="87734" y="91418"/>
                </a:lnTo>
                <a:lnTo>
                  <a:pt x="72107" y="91418"/>
                </a:lnTo>
                <a:lnTo>
                  <a:pt x="72107" y="102133"/>
                </a:lnTo>
                <a:cubicBezTo>
                  <a:pt x="78470" y="101910"/>
                  <a:pt x="92087" y="101352"/>
                  <a:pt x="100682" y="101352"/>
                </a:cubicBezTo>
                <a:cubicBezTo>
                  <a:pt x="109500" y="101352"/>
                  <a:pt x="123006" y="101910"/>
                  <a:pt x="129257" y="102133"/>
                </a:cubicBezTo>
                <a:lnTo>
                  <a:pt x="129257" y="91418"/>
                </a:lnTo>
                <a:lnTo>
                  <a:pt x="113630" y="91418"/>
                </a:lnTo>
                <a:lnTo>
                  <a:pt x="113630" y="32705"/>
                </a:lnTo>
                <a:cubicBezTo>
                  <a:pt x="113630" y="8930"/>
                  <a:pt x="101352" y="0"/>
                  <a:pt x="78693" y="0"/>
                </a:cubicBezTo>
                <a:cubicBezTo>
                  <a:pt x="56927" y="0"/>
                  <a:pt x="44872" y="12948"/>
                  <a:pt x="38956" y="24557"/>
                </a:cubicBezTo>
                <a:lnTo>
                  <a:pt x="38956" y="0"/>
                </a:lnTo>
                <a:lnTo>
                  <a:pt x="0" y="1898"/>
                </a:lnTo>
                <a:lnTo>
                  <a:pt x="0" y="12502"/>
                </a:lnTo>
                <a:cubicBezTo>
                  <a:pt x="14064" y="12502"/>
                  <a:pt x="15627" y="12502"/>
                  <a:pt x="15627" y="2132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81D17C-2256-4AD2-8B4D-7108B9DAB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887" y="1000571"/>
            <a:ext cx="23999" cy="23999"/>
          </a:xfrm>
          <a:custGeom xmlns:a="http://schemas.openxmlformats.org/drawingml/2006/main">
            <a:pathLst>
              <a:path w="23999" h="23999">
                <a:moveTo>
                  <a:pt x="23999" y="12055"/>
                </a:moveTo>
                <a:cubicBezTo>
                  <a:pt x="23999" y="5469"/>
                  <a:pt x="18529" y="0"/>
                  <a:pt x="12055" y="0"/>
                </a:cubicBezTo>
                <a:cubicBezTo>
                  <a:pt x="5469" y="0"/>
                  <a:pt x="0" y="5469"/>
                  <a:pt x="0" y="12055"/>
                </a:cubicBezTo>
                <a:cubicBezTo>
                  <a:pt x="0" y="18529"/>
                  <a:pt x="5469" y="23999"/>
                  <a:pt x="12055" y="23999"/>
                </a:cubicBezTo>
                <a:cubicBezTo>
                  <a:pt x="18529" y="23999"/>
                  <a:pt x="23999" y="18529"/>
                  <a:pt x="23999" y="1205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5FCC9-4823-4109-AEFD-6BB050F9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229" y="966527"/>
            <a:ext cx="152028" cy="104589"/>
          </a:xfrm>
          <a:custGeom xmlns:a="http://schemas.openxmlformats.org/drawingml/2006/main">
            <a:pathLst>
              <a:path w="152028" h="104589">
                <a:moveTo>
                  <a:pt x="77130" y="70991"/>
                </a:moveTo>
                <a:cubicBezTo>
                  <a:pt x="82823" y="60610"/>
                  <a:pt x="85948" y="49448"/>
                  <a:pt x="85948" y="45541"/>
                </a:cubicBezTo>
                <a:cubicBezTo>
                  <a:pt x="85948" y="40630"/>
                  <a:pt x="83269" y="35607"/>
                  <a:pt x="77353" y="35607"/>
                </a:cubicBezTo>
                <a:cubicBezTo>
                  <a:pt x="63289" y="35607"/>
                  <a:pt x="61726" y="59606"/>
                  <a:pt x="61503" y="65745"/>
                </a:cubicBezTo>
                <a:cubicBezTo>
                  <a:pt x="61280" y="69205"/>
                  <a:pt x="61057" y="69428"/>
                  <a:pt x="60722" y="69652"/>
                </a:cubicBezTo>
                <a:cubicBezTo>
                  <a:pt x="57373" y="73000"/>
                  <a:pt x="47662" y="79586"/>
                  <a:pt x="35607" y="79586"/>
                </a:cubicBezTo>
                <a:cubicBezTo>
                  <a:pt x="20650" y="79586"/>
                  <a:pt x="12055" y="69875"/>
                  <a:pt x="12055" y="57150"/>
                </a:cubicBezTo>
                <a:cubicBezTo>
                  <a:pt x="12055" y="50118"/>
                  <a:pt x="16073" y="33151"/>
                  <a:pt x="31812" y="11832"/>
                </a:cubicBezTo>
                <a:cubicBezTo>
                  <a:pt x="33821" y="9265"/>
                  <a:pt x="34268" y="8595"/>
                  <a:pt x="34268" y="6809"/>
                </a:cubicBezTo>
                <a:cubicBezTo>
                  <a:pt x="34268" y="4130"/>
                  <a:pt x="31924" y="2121"/>
                  <a:pt x="29468" y="2121"/>
                </a:cubicBezTo>
                <a:cubicBezTo>
                  <a:pt x="27236" y="2121"/>
                  <a:pt x="25896" y="3460"/>
                  <a:pt x="25673" y="3460"/>
                </a:cubicBezTo>
                <a:cubicBezTo>
                  <a:pt x="24557" y="4576"/>
                  <a:pt x="0" y="34268"/>
                  <a:pt x="0" y="66638"/>
                </a:cubicBezTo>
                <a:cubicBezTo>
                  <a:pt x="0" y="89632"/>
                  <a:pt x="11609" y="104589"/>
                  <a:pt x="30807" y="104589"/>
                </a:cubicBezTo>
                <a:cubicBezTo>
                  <a:pt x="46881" y="104589"/>
                  <a:pt x="59606" y="93650"/>
                  <a:pt x="64629" y="88292"/>
                </a:cubicBezTo>
                <a:cubicBezTo>
                  <a:pt x="67531" y="94990"/>
                  <a:pt x="74116" y="104589"/>
                  <a:pt x="89185" y="104589"/>
                </a:cubicBezTo>
                <a:cubicBezTo>
                  <a:pt x="108607" y="104589"/>
                  <a:pt x="126132" y="90301"/>
                  <a:pt x="136066" y="74898"/>
                </a:cubicBezTo>
                <a:cubicBezTo>
                  <a:pt x="149907" y="53355"/>
                  <a:pt x="152028" y="24222"/>
                  <a:pt x="152028" y="21096"/>
                </a:cubicBezTo>
                <a:cubicBezTo>
                  <a:pt x="152028" y="3572"/>
                  <a:pt x="141536" y="0"/>
                  <a:pt x="136736" y="0"/>
                </a:cubicBezTo>
                <a:cubicBezTo>
                  <a:pt x="128141" y="0"/>
                  <a:pt x="119546" y="9153"/>
                  <a:pt x="119546" y="17301"/>
                </a:cubicBezTo>
                <a:cubicBezTo>
                  <a:pt x="119546" y="23106"/>
                  <a:pt x="123899" y="25896"/>
                  <a:pt x="126132" y="27682"/>
                </a:cubicBezTo>
                <a:cubicBezTo>
                  <a:pt x="131936" y="31477"/>
                  <a:pt x="136959" y="36947"/>
                  <a:pt x="136959" y="44202"/>
                </a:cubicBezTo>
                <a:cubicBezTo>
                  <a:pt x="136959" y="59159"/>
                  <a:pt x="117537" y="79586"/>
                  <a:pt x="93873" y="79586"/>
                </a:cubicBezTo>
                <a:cubicBezTo>
                  <a:pt x="87288" y="79586"/>
                  <a:pt x="81149" y="77800"/>
                  <a:pt x="77130" y="7099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DEEA43-7B48-4A44-8FB3-4C206180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2554" y="994990"/>
            <a:ext cx="37728" cy="108496"/>
          </a:xfrm>
          <a:custGeom xmlns:a="http://schemas.openxmlformats.org/drawingml/2006/main">
            <a:pathLst>
              <a:path w="37728" h="108496">
                <a:moveTo>
                  <a:pt x="25338" y="35384"/>
                </a:moveTo>
                <a:lnTo>
                  <a:pt x="670" y="44090"/>
                </a:lnTo>
                <a:lnTo>
                  <a:pt x="670" y="46434"/>
                </a:lnTo>
                <a:lnTo>
                  <a:pt x="2009" y="46323"/>
                </a:lnTo>
                <a:cubicBezTo>
                  <a:pt x="3907" y="46100"/>
                  <a:pt x="5916" y="45876"/>
                  <a:pt x="7367" y="45876"/>
                </a:cubicBezTo>
                <a:cubicBezTo>
                  <a:pt x="11162" y="45876"/>
                  <a:pt x="12613" y="48332"/>
                  <a:pt x="12613" y="55364"/>
                </a:cubicBezTo>
                <a:lnTo>
                  <a:pt x="12613" y="92311"/>
                </a:lnTo>
                <a:cubicBezTo>
                  <a:pt x="12613" y="103696"/>
                  <a:pt x="10939" y="105370"/>
                  <a:pt x="0" y="106040"/>
                </a:cubicBezTo>
                <a:lnTo>
                  <a:pt x="0" y="108496"/>
                </a:lnTo>
                <a:lnTo>
                  <a:pt x="37728" y="108496"/>
                </a:lnTo>
                <a:lnTo>
                  <a:pt x="37728" y="106040"/>
                </a:lnTo>
                <a:cubicBezTo>
                  <a:pt x="27236" y="105259"/>
                  <a:pt x="25896" y="103696"/>
                  <a:pt x="25896" y="92311"/>
                </a:cubicBezTo>
                <a:lnTo>
                  <a:pt x="25896" y="35830"/>
                </a:lnTo>
                <a:lnTo>
                  <a:pt x="25338" y="35384"/>
                </a:lnTo>
                <a:close/>
                <a:moveTo>
                  <a:pt x="17859" y="0"/>
                </a:moveTo>
                <a:cubicBezTo>
                  <a:pt x="13618" y="0"/>
                  <a:pt x="9934" y="3572"/>
                  <a:pt x="9934" y="8037"/>
                </a:cubicBezTo>
                <a:cubicBezTo>
                  <a:pt x="9934" y="12502"/>
                  <a:pt x="13395" y="16185"/>
                  <a:pt x="17859" y="16185"/>
                </a:cubicBezTo>
                <a:cubicBezTo>
                  <a:pt x="22436" y="16185"/>
                  <a:pt x="26119" y="12725"/>
                  <a:pt x="26119" y="8037"/>
                </a:cubicBezTo>
                <a:cubicBezTo>
                  <a:pt x="26119" y="3572"/>
                  <a:pt x="22436" y="0"/>
                  <a:pt x="17859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DF66C2-D10B-4455-8081-FB4860B3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9973" y="899220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113407"/>
                </a:moveTo>
                <a:cubicBezTo>
                  <a:pt x="52574" y="95659"/>
                  <a:pt x="50118" y="68200"/>
                  <a:pt x="37616" y="42639"/>
                </a:cubicBezTo>
                <a:cubicBezTo>
                  <a:pt x="23999" y="14734"/>
                  <a:pt x="4576" y="0"/>
                  <a:pt x="2232" y="0"/>
                </a:cubicBezTo>
                <a:cubicBezTo>
                  <a:pt x="893" y="0"/>
                  <a:pt x="0" y="893"/>
                  <a:pt x="0" y="2232"/>
                </a:cubicBezTo>
                <a:cubicBezTo>
                  <a:pt x="0" y="2902"/>
                  <a:pt x="0" y="3349"/>
                  <a:pt x="4242" y="7479"/>
                </a:cubicBezTo>
                <a:cubicBezTo>
                  <a:pt x="26454" y="29914"/>
                  <a:pt x="39514" y="65968"/>
                  <a:pt x="39514" y="113407"/>
                </a:cubicBezTo>
                <a:cubicBezTo>
                  <a:pt x="39514" y="152140"/>
                  <a:pt x="31031" y="192100"/>
                  <a:pt x="2902" y="220675"/>
                </a:cubicBezTo>
                <a:cubicBezTo>
                  <a:pt x="0" y="223354"/>
                  <a:pt x="0" y="223800"/>
                  <a:pt x="0" y="224470"/>
                </a:cubicBezTo>
                <a:cubicBezTo>
                  <a:pt x="0" y="225809"/>
                  <a:pt x="893" y="226702"/>
                  <a:pt x="2232" y="226702"/>
                </a:cubicBezTo>
                <a:cubicBezTo>
                  <a:pt x="4576" y="226702"/>
                  <a:pt x="24892" y="211299"/>
                  <a:pt x="38286" y="182500"/>
                </a:cubicBezTo>
                <a:cubicBezTo>
                  <a:pt x="49895" y="157609"/>
                  <a:pt x="52574" y="132383"/>
                  <a:pt x="52574" y="1134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1BEA2-9A84-4ED7-AF18-30BCC5E0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1417" y="911944"/>
            <a:ext cx="107938" cy="159841"/>
          </a:xfrm>
          <a:custGeom xmlns:a="http://schemas.openxmlformats.org/drawingml/2006/main">
            <a:pathLst>
              <a:path w="107938" h="159841">
                <a:moveTo>
                  <a:pt x="107938" y="2456"/>
                </a:moveTo>
                <a:cubicBezTo>
                  <a:pt x="107938" y="2232"/>
                  <a:pt x="107938" y="0"/>
                  <a:pt x="104924" y="0"/>
                </a:cubicBezTo>
                <a:cubicBezTo>
                  <a:pt x="101575" y="0"/>
                  <a:pt x="80032" y="2009"/>
                  <a:pt x="76126" y="2456"/>
                </a:cubicBezTo>
                <a:cubicBezTo>
                  <a:pt x="74340" y="2679"/>
                  <a:pt x="73000" y="3795"/>
                  <a:pt x="73000" y="6809"/>
                </a:cubicBezTo>
                <a:cubicBezTo>
                  <a:pt x="73000" y="9488"/>
                  <a:pt x="75009" y="9488"/>
                  <a:pt x="78470" y="9488"/>
                </a:cubicBezTo>
                <a:cubicBezTo>
                  <a:pt x="89297" y="9488"/>
                  <a:pt x="89743" y="11050"/>
                  <a:pt x="89743" y="13283"/>
                </a:cubicBezTo>
                <a:lnTo>
                  <a:pt x="89074" y="17859"/>
                </a:lnTo>
                <a:lnTo>
                  <a:pt x="75456" y="71661"/>
                </a:lnTo>
                <a:cubicBezTo>
                  <a:pt x="71438" y="63178"/>
                  <a:pt x="64852" y="57150"/>
                  <a:pt x="54583" y="57150"/>
                </a:cubicBezTo>
                <a:cubicBezTo>
                  <a:pt x="28017" y="57150"/>
                  <a:pt x="0" y="90413"/>
                  <a:pt x="0" y="123565"/>
                </a:cubicBezTo>
                <a:cubicBezTo>
                  <a:pt x="0" y="144884"/>
                  <a:pt x="12390" y="159841"/>
                  <a:pt x="30138" y="159841"/>
                </a:cubicBezTo>
                <a:cubicBezTo>
                  <a:pt x="34714" y="159841"/>
                  <a:pt x="45988" y="158948"/>
                  <a:pt x="59606" y="142875"/>
                </a:cubicBezTo>
                <a:cubicBezTo>
                  <a:pt x="61392" y="152363"/>
                  <a:pt x="69317" y="159841"/>
                  <a:pt x="80256" y="159841"/>
                </a:cubicBezTo>
                <a:cubicBezTo>
                  <a:pt x="88181" y="159841"/>
                  <a:pt x="93427" y="154595"/>
                  <a:pt x="96999" y="147340"/>
                </a:cubicBezTo>
                <a:cubicBezTo>
                  <a:pt x="100905" y="139192"/>
                  <a:pt x="103808" y="125350"/>
                  <a:pt x="103808" y="124904"/>
                </a:cubicBezTo>
                <a:cubicBezTo>
                  <a:pt x="103808" y="122672"/>
                  <a:pt x="101798" y="122672"/>
                  <a:pt x="101129" y="122672"/>
                </a:cubicBezTo>
                <a:cubicBezTo>
                  <a:pt x="98785" y="122672"/>
                  <a:pt x="98561" y="123565"/>
                  <a:pt x="97892" y="126690"/>
                </a:cubicBezTo>
                <a:cubicBezTo>
                  <a:pt x="94097" y="141424"/>
                  <a:pt x="89967" y="154818"/>
                  <a:pt x="80702" y="154818"/>
                </a:cubicBezTo>
                <a:cubicBezTo>
                  <a:pt x="74563" y="154818"/>
                  <a:pt x="73893" y="148903"/>
                  <a:pt x="73893" y="144438"/>
                </a:cubicBezTo>
                <a:cubicBezTo>
                  <a:pt x="73893" y="138968"/>
                  <a:pt x="74340" y="137406"/>
                  <a:pt x="75233" y="133499"/>
                </a:cubicBezTo>
                <a:lnTo>
                  <a:pt x="107938" y="2456"/>
                </a:lnTo>
                <a:close/>
                <a:moveTo>
                  <a:pt x="60722" y="130373"/>
                </a:moveTo>
                <a:cubicBezTo>
                  <a:pt x="59606" y="134392"/>
                  <a:pt x="59606" y="134838"/>
                  <a:pt x="56145" y="138745"/>
                </a:cubicBezTo>
                <a:cubicBezTo>
                  <a:pt x="46211" y="151247"/>
                  <a:pt x="36947" y="154818"/>
                  <a:pt x="30584" y="154818"/>
                </a:cubicBezTo>
                <a:cubicBezTo>
                  <a:pt x="19199" y="154818"/>
                  <a:pt x="16073" y="142429"/>
                  <a:pt x="16073" y="133499"/>
                </a:cubicBezTo>
                <a:cubicBezTo>
                  <a:pt x="16073" y="122225"/>
                  <a:pt x="23329" y="94320"/>
                  <a:pt x="28463" y="83827"/>
                </a:cubicBezTo>
                <a:cubicBezTo>
                  <a:pt x="35495" y="70433"/>
                  <a:pt x="45765" y="62061"/>
                  <a:pt x="54806" y="62061"/>
                </a:cubicBezTo>
                <a:cubicBezTo>
                  <a:pt x="69540" y="62061"/>
                  <a:pt x="72777" y="80702"/>
                  <a:pt x="72777" y="82042"/>
                </a:cubicBezTo>
                <a:cubicBezTo>
                  <a:pt x="72777" y="83381"/>
                  <a:pt x="72219" y="84720"/>
                  <a:pt x="72107" y="85837"/>
                </a:cubicBezTo>
                <a:lnTo>
                  <a:pt x="60722" y="13037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C88E28-5538-498F-B06A-8F44E6D3A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6833" y="966527"/>
            <a:ext cx="152028" cy="104589"/>
          </a:xfrm>
          <a:custGeom xmlns:a="http://schemas.openxmlformats.org/drawingml/2006/main">
            <a:pathLst>
              <a:path w="152028" h="104589">
                <a:moveTo>
                  <a:pt x="77130" y="70991"/>
                </a:moveTo>
                <a:cubicBezTo>
                  <a:pt x="82823" y="60610"/>
                  <a:pt x="85948" y="49448"/>
                  <a:pt x="85948" y="45541"/>
                </a:cubicBezTo>
                <a:cubicBezTo>
                  <a:pt x="85948" y="40630"/>
                  <a:pt x="83269" y="35607"/>
                  <a:pt x="77353" y="35607"/>
                </a:cubicBezTo>
                <a:cubicBezTo>
                  <a:pt x="63289" y="35607"/>
                  <a:pt x="61726" y="59606"/>
                  <a:pt x="61503" y="65745"/>
                </a:cubicBezTo>
                <a:cubicBezTo>
                  <a:pt x="61280" y="69205"/>
                  <a:pt x="61057" y="69428"/>
                  <a:pt x="60833" y="69652"/>
                </a:cubicBezTo>
                <a:cubicBezTo>
                  <a:pt x="57373" y="73000"/>
                  <a:pt x="47662" y="79586"/>
                  <a:pt x="35719" y="79586"/>
                </a:cubicBezTo>
                <a:cubicBezTo>
                  <a:pt x="20650" y="79586"/>
                  <a:pt x="12055" y="69875"/>
                  <a:pt x="12055" y="57150"/>
                </a:cubicBezTo>
                <a:cubicBezTo>
                  <a:pt x="12055" y="50118"/>
                  <a:pt x="16185" y="33151"/>
                  <a:pt x="31812" y="11832"/>
                </a:cubicBezTo>
                <a:cubicBezTo>
                  <a:pt x="33821" y="9265"/>
                  <a:pt x="34268" y="8595"/>
                  <a:pt x="34268" y="6809"/>
                </a:cubicBezTo>
                <a:cubicBezTo>
                  <a:pt x="34268" y="4130"/>
                  <a:pt x="32035" y="2121"/>
                  <a:pt x="29468" y="2121"/>
                </a:cubicBezTo>
                <a:cubicBezTo>
                  <a:pt x="27236" y="2121"/>
                  <a:pt x="25896" y="3460"/>
                  <a:pt x="25673" y="3460"/>
                </a:cubicBezTo>
                <a:cubicBezTo>
                  <a:pt x="24557" y="4576"/>
                  <a:pt x="0" y="34268"/>
                  <a:pt x="0" y="66638"/>
                </a:cubicBezTo>
                <a:cubicBezTo>
                  <a:pt x="0" y="89632"/>
                  <a:pt x="11609" y="104589"/>
                  <a:pt x="30807" y="104589"/>
                </a:cubicBezTo>
                <a:cubicBezTo>
                  <a:pt x="46992" y="104589"/>
                  <a:pt x="59717" y="93650"/>
                  <a:pt x="64629" y="88292"/>
                </a:cubicBezTo>
                <a:cubicBezTo>
                  <a:pt x="67531" y="94990"/>
                  <a:pt x="74228" y="104589"/>
                  <a:pt x="89185" y="104589"/>
                </a:cubicBezTo>
                <a:cubicBezTo>
                  <a:pt x="108719" y="104589"/>
                  <a:pt x="126132" y="90301"/>
                  <a:pt x="136066" y="74898"/>
                </a:cubicBezTo>
                <a:cubicBezTo>
                  <a:pt x="149907" y="53355"/>
                  <a:pt x="152028" y="24222"/>
                  <a:pt x="152028" y="21096"/>
                </a:cubicBezTo>
                <a:cubicBezTo>
                  <a:pt x="152028" y="3572"/>
                  <a:pt x="141536" y="0"/>
                  <a:pt x="136736" y="0"/>
                </a:cubicBezTo>
                <a:cubicBezTo>
                  <a:pt x="128253" y="0"/>
                  <a:pt x="119546" y="9153"/>
                  <a:pt x="119546" y="17301"/>
                </a:cubicBezTo>
                <a:cubicBezTo>
                  <a:pt x="119546" y="23106"/>
                  <a:pt x="123899" y="25896"/>
                  <a:pt x="126132" y="27682"/>
                </a:cubicBezTo>
                <a:cubicBezTo>
                  <a:pt x="132048" y="31477"/>
                  <a:pt x="136959" y="36947"/>
                  <a:pt x="136959" y="44202"/>
                </a:cubicBezTo>
                <a:cubicBezTo>
                  <a:pt x="136959" y="59159"/>
                  <a:pt x="117537" y="79586"/>
                  <a:pt x="93873" y="79586"/>
                </a:cubicBezTo>
                <a:cubicBezTo>
                  <a:pt x="87288" y="79586"/>
                  <a:pt x="81260" y="77800"/>
                  <a:pt x="77130" y="7099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40582-8CC6-4049-82A7-A7903954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5269" y="994990"/>
            <a:ext cx="37616" cy="108496"/>
          </a:xfrm>
          <a:custGeom xmlns:a="http://schemas.openxmlformats.org/drawingml/2006/main">
            <a:pathLst>
              <a:path w="37616" h="108496">
                <a:moveTo>
                  <a:pt x="25226" y="35384"/>
                </a:moveTo>
                <a:lnTo>
                  <a:pt x="558" y="44090"/>
                </a:lnTo>
                <a:lnTo>
                  <a:pt x="558" y="46434"/>
                </a:lnTo>
                <a:lnTo>
                  <a:pt x="1898" y="46323"/>
                </a:lnTo>
                <a:cubicBezTo>
                  <a:pt x="3795" y="46100"/>
                  <a:pt x="5804" y="45876"/>
                  <a:pt x="7255" y="45876"/>
                </a:cubicBezTo>
                <a:cubicBezTo>
                  <a:pt x="11050" y="45876"/>
                  <a:pt x="12502" y="48332"/>
                  <a:pt x="12502" y="55364"/>
                </a:cubicBezTo>
                <a:lnTo>
                  <a:pt x="12502" y="92311"/>
                </a:lnTo>
                <a:cubicBezTo>
                  <a:pt x="12502" y="103696"/>
                  <a:pt x="10939" y="105370"/>
                  <a:pt x="0" y="106040"/>
                </a:cubicBezTo>
                <a:lnTo>
                  <a:pt x="0" y="108496"/>
                </a:lnTo>
                <a:lnTo>
                  <a:pt x="37616" y="108496"/>
                </a:lnTo>
                <a:lnTo>
                  <a:pt x="37616" y="106040"/>
                </a:lnTo>
                <a:cubicBezTo>
                  <a:pt x="27124" y="105259"/>
                  <a:pt x="25896" y="103696"/>
                  <a:pt x="25896" y="92311"/>
                </a:cubicBezTo>
                <a:lnTo>
                  <a:pt x="25896" y="35830"/>
                </a:lnTo>
                <a:lnTo>
                  <a:pt x="25226" y="35384"/>
                </a:lnTo>
                <a:close/>
                <a:moveTo>
                  <a:pt x="17748" y="0"/>
                </a:moveTo>
                <a:cubicBezTo>
                  <a:pt x="13506" y="0"/>
                  <a:pt x="9823" y="3572"/>
                  <a:pt x="9823" y="8037"/>
                </a:cubicBezTo>
                <a:cubicBezTo>
                  <a:pt x="9823" y="12502"/>
                  <a:pt x="13283" y="16185"/>
                  <a:pt x="17748" y="16185"/>
                </a:cubicBezTo>
                <a:cubicBezTo>
                  <a:pt x="22436" y="16185"/>
                  <a:pt x="26008" y="12725"/>
                  <a:pt x="26008" y="8037"/>
                </a:cubicBezTo>
                <a:cubicBezTo>
                  <a:pt x="26008" y="3572"/>
                  <a:pt x="22436" y="0"/>
                  <a:pt x="17748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9EE4B-244C-4133-BAA5-8B23BFC6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302" y="1807369"/>
            <a:ext cx="154260" cy="174464"/>
          </a:xfrm>
          <a:custGeom xmlns:a="http://schemas.openxmlformats.org/drawingml/2006/main">
            <a:pathLst>
              <a:path w="154260" h="174464">
                <a:moveTo>
                  <a:pt x="85613" y="19980"/>
                </a:moveTo>
                <a:cubicBezTo>
                  <a:pt x="87846" y="10716"/>
                  <a:pt x="88627" y="7925"/>
                  <a:pt x="112626" y="7925"/>
                </a:cubicBezTo>
                <a:cubicBezTo>
                  <a:pt x="120328" y="7925"/>
                  <a:pt x="122337" y="7925"/>
                  <a:pt x="122337" y="3125"/>
                </a:cubicBezTo>
                <a:cubicBezTo>
                  <a:pt x="122337" y="0"/>
                  <a:pt x="119546" y="0"/>
                  <a:pt x="118207" y="0"/>
                </a:cubicBezTo>
                <a:cubicBezTo>
                  <a:pt x="109835" y="0"/>
                  <a:pt x="88850" y="781"/>
                  <a:pt x="80479" y="781"/>
                </a:cubicBezTo>
                <a:cubicBezTo>
                  <a:pt x="72777" y="781"/>
                  <a:pt x="54136" y="0"/>
                  <a:pt x="46434" y="0"/>
                </a:cubicBezTo>
                <a:cubicBezTo>
                  <a:pt x="44648" y="0"/>
                  <a:pt x="41635" y="0"/>
                  <a:pt x="41635" y="5135"/>
                </a:cubicBezTo>
                <a:cubicBezTo>
                  <a:pt x="41635" y="7925"/>
                  <a:pt x="43867" y="7925"/>
                  <a:pt x="48778" y="7925"/>
                </a:cubicBezTo>
                <a:cubicBezTo>
                  <a:pt x="49225" y="7925"/>
                  <a:pt x="54136" y="7925"/>
                  <a:pt x="58489" y="8483"/>
                </a:cubicBezTo>
                <a:cubicBezTo>
                  <a:pt x="63066" y="8930"/>
                  <a:pt x="65298" y="9265"/>
                  <a:pt x="65298" y="12502"/>
                </a:cubicBezTo>
                <a:cubicBezTo>
                  <a:pt x="65298" y="13506"/>
                  <a:pt x="65075" y="14288"/>
                  <a:pt x="64294" y="17413"/>
                </a:cubicBezTo>
                <a:lnTo>
                  <a:pt x="30138" y="154595"/>
                </a:lnTo>
                <a:cubicBezTo>
                  <a:pt x="27570" y="164529"/>
                  <a:pt x="27012" y="166539"/>
                  <a:pt x="6920" y="166539"/>
                </a:cubicBezTo>
                <a:cubicBezTo>
                  <a:pt x="2567" y="166539"/>
                  <a:pt x="0" y="166539"/>
                  <a:pt x="0" y="171673"/>
                </a:cubicBezTo>
                <a:cubicBezTo>
                  <a:pt x="0" y="174464"/>
                  <a:pt x="2232" y="174464"/>
                  <a:pt x="6920" y="174464"/>
                </a:cubicBezTo>
                <a:lnTo>
                  <a:pt x="125127" y="174464"/>
                </a:lnTo>
                <a:cubicBezTo>
                  <a:pt x="131266" y="174464"/>
                  <a:pt x="131490" y="174464"/>
                  <a:pt x="133052" y="170111"/>
                </a:cubicBezTo>
                <a:lnTo>
                  <a:pt x="153256" y="114970"/>
                </a:lnTo>
                <a:cubicBezTo>
                  <a:pt x="154260" y="112179"/>
                  <a:pt x="154260" y="111621"/>
                  <a:pt x="154260" y="111398"/>
                </a:cubicBezTo>
                <a:cubicBezTo>
                  <a:pt x="154260" y="110393"/>
                  <a:pt x="153479" y="108607"/>
                  <a:pt x="151247" y="108607"/>
                </a:cubicBezTo>
                <a:cubicBezTo>
                  <a:pt x="148903" y="108607"/>
                  <a:pt x="148679" y="109835"/>
                  <a:pt x="146893" y="113965"/>
                </a:cubicBezTo>
                <a:cubicBezTo>
                  <a:pt x="138187" y="137406"/>
                  <a:pt x="126913" y="166539"/>
                  <a:pt x="82711" y="166539"/>
                </a:cubicBezTo>
                <a:lnTo>
                  <a:pt x="58713" y="166539"/>
                </a:lnTo>
                <a:cubicBezTo>
                  <a:pt x="55141" y="166539"/>
                  <a:pt x="54694" y="166539"/>
                  <a:pt x="53132" y="166315"/>
                </a:cubicBezTo>
                <a:cubicBezTo>
                  <a:pt x="50564" y="165981"/>
                  <a:pt x="49783" y="165869"/>
                  <a:pt x="49783" y="163748"/>
                </a:cubicBezTo>
                <a:cubicBezTo>
                  <a:pt x="49783" y="162967"/>
                  <a:pt x="49783" y="162520"/>
                  <a:pt x="51011" y="157944"/>
                </a:cubicBezTo>
                <a:lnTo>
                  <a:pt x="85613" y="19980"/>
                </a:ln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E17961-4231-404E-A420-35DC1561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617" y="1754460"/>
            <a:ext cx="91529" cy="124346"/>
          </a:xfrm>
          <a:custGeom xmlns:a="http://schemas.openxmlformats.org/drawingml/2006/main">
            <a:pathLst>
              <a:path w="91529" h="124346">
                <a:moveTo>
                  <a:pt x="80144" y="102245"/>
                </a:moveTo>
                <a:cubicBezTo>
                  <a:pt x="70433" y="113295"/>
                  <a:pt x="68535" y="114858"/>
                  <a:pt x="65410" y="114858"/>
                </a:cubicBezTo>
                <a:cubicBezTo>
                  <a:pt x="63624" y="114858"/>
                  <a:pt x="62285" y="113295"/>
                  <a:pt x="62285" y="111398"/>
                </a:cubicBezTo>
                <a:cubicBezTo>
                  <a:pt x="62285" y="108831"/>
                  <a:pt x="67977" y="87064"/>
                  <a:pt x="73782" y="67419"/>
                </a:cubicBezTo>
                <a:cubicBezTo>
                  <a:pt x="78693" y="50899"/>
                  <a:pt x="82376" y="36612"/>
                  <a:pt x="91529" y="893"/>
                </a:cubicBezTo>
                <a:lnTo>
                  <a:pt x="90636" y="0"/>
                </a:lnTo>
                <a:cubicBezTo>
                  <a:pt x="81149" y="2009"/>
                  <a:pt x="74786" y="3125"/>
                  <a:pt x="63289" y="4130"/>
                </a:cubicBezTo>
                <a:lnTo>
                  <a:pt x="63289" y="7144"/>
                </a:lnTo>
                <a:cubicBezTo>
                  <a:pt x="73112" y="7479"/>
                  <a:pt x="74340" y="8037"/>
                  <a:pt x="74340" y="11832"/>
                </a:cubicBezTo>
                <a:cubicBezTo>
                  <a:pt x="74340" y="14176"/>
                  <a:pt x="74228" y="15180"/>
                  <a:pt x="71661" y="24333"/>
                </a:cubicBezTo>
                <a:lnTo>
                  <a:pt x="63847" y="53690"/>
                </a:lnTo>
                <a:cubicBezTo>
                  <a:pt x="62396" y="46100"/>
                  <a:pt x="59159" y="43309"/>
                  <a:pt x="52239" y="43309"/>
                </a:cubicBezTo>
                <a:cubicBezTo>
                  <a:pt x="29021" y="43309"/>
                  <a:pt x="0" y="76907"/>
                  <a:pt x="0" y="103584"/>
                </a:cubicBezTo>
                <a:cubicBezTo>
                  <a:pt x="0" y="116309"/>
                  <a:pt x="7144" y="124011"/>
                  <a:pt x="18864" y="124011"/>
                </a:cubicBezTo>
                <a:cubicBezTo>
                  <a:pt x="30919" y="124011"/>
                  <a:pt x="38844" y="118318"/>
                  <a:pt x="51011" y="100459"/>
                </a:cubicBezTo>
                <a:cubicBezTo>
                  <a:pt x="49002" y="109500"/>
                  <a:pt x="48667" y="112179"/>
                  <a:pt x="48667" y="116309"/>
                </a:cubicBezTo>
                <a:cubicBezTo>
                  <a:pt x="48667" y="121220"/>
                  <a:pt x="51681" y="124346"/>
                  <a:pt x="56145" y="124346"/>
                </a:cubicBezTo>
                <a:cubicBezTo>
                  <a:pt x="63624" y="124346"/>
                  <a:pt x="72889" y="117091"/>
                  <a:pt x="82265" y="104031"/>
                </a:cubicBezTo>
                <a:lnTo>
                  <a:pt x="80144" y="102245"/>
                </a:lnTo>
                <a:close/>
                <a:moveTo>
                  <a:pt x="52908" y="47327"/>
                </a:moveTo>
                <a:cubicBezTo>
                  <a:pt x="58266" y="47662"/>
                  <a:pt x="60945" y="51122"/>
                  <a:pt x="60945" y="57596"/>
                </a:cubicBezTo>
                <a:cubicBezTo>
                  <a:pt x="60945" y="84720"/>
                  <a:pt x="42416" y="115416"/>
                  <a:pt x="26008" y="115416"/>
                </a:cubicBezTo>
                <a:cubicBezTo>
                  <a:pt x="19869" y="115416"/>
                  <a:pt x="15627" y="110616"/>
                  <a:pt x="15627" y="103584"/>
                </a:cubicBezTo>
                <a:cubicBezTo>
                  <a:pt x="15627" y="88850"/>
                  <a:pt x="24557" y="68089"/>
                  <a:pt x="36277" y="55587"/>
                </a:cubicBezTo>
                <a:cubicBezTo>
                  <a:pt x="41300" y="50341"/>
                  <a:pt x="47885" y="46992"/>
                  <a:pt x="52908" y="47327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2940F7-DAEA-4E89-A04F-FD1C400C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3839" y="1759707"/>
            <a:ext cx="38398" cy="118765"/>
          </a:xfrm>
          <a:custGeom xmlns:a="http://schemas.openxmlformats.org/drawingml/2006/main">
            <a:pathLst>
              <a:path w="38398" h="118765">
                <a:moveTo>
                  <a:pt x="30919" y="96441"/>
                </a:moveTo>
                <a:cubicBezTo>
                  <a:pt x="26677" y="102133"/>
                  <a:pt x="25338" y="103584"/>
                  <a:pt x="23552" y="105594"/>
                </a:cubicBezTo>
                <a:cubicBezTo>
                  <a:pt x="20538" y="108607"/>
                  <a:pt x="17859" y="110393"/>
                  <a:pt x="16297" y="110393"/>
                </a:cubicBezTo>
                <a:cubicBezTo>
                  <a:pt x="14846" y="110393"/>
                  <a:pt x="13395" y="108942"/>
                  <a:pt x="13395" y="107714"/>
                </a:cubicBezTo>
                <a:cubicBezTo>
                  <a:pt x="13395" y="105928"/>
                  <a:pt x="13953" y="103250"/>
                  <a:pt x="15180" y="99789"/>
                </a:cubicBezTo>
                <a:cubicBezTo>
                  <a:pt x="15180" y="99343"/>
                  <a:pt x="15739" y="98003"/>
                  <a:pt x="16073" y="96664"/>
                </a:cubicBezTo>
                <a:lnTo>
                  <a:pt x="16073" y="96217"/>
                </a:lnTo>
                <a:lnTo>
                  <a:pt x="16297" y="95883"/>
                </a:lnTo>
                <a:lnTo>
                  <a:pt x="32035" y="38398"/>
                </a:lnTo>
                <a:lnTo>
                  <a:pt x="31477" y="38063"/>
                </a:lnTo>
                <a:cubicBezTo>
                  <a:pt x="13395" y="41411"/>
                  <a:pt x="9823" y="41970"/>
                  <a:pt x="2902" y="42416"/>
                </a:cubicBezTo>
                <a:lnTo>
                  <a:pt x="2902" y="45318"/>
                </a:lnTo>
                <a:cubicBezTo>
                  <a:pt x="12278" y="45541"/>
                  <a:pt x="14176" y="45988"/>
                  <a:pt x="14176" y="49671"/>
                </a:cubicBezTo>
                <a:cubicBezTo>
                  <a:pt x="14176" y="51011"/>
                  <a:pt x="13618" y="53913"/>
                  <a:pt x="12502" y="57485"/>
                </a:cubicBezTo>
                <a:lnTo>
                  <a:pt x="3907" y="89074"/>
                </a:lnTo>
                <a:cubicBezTo>
                  <a:pt x="1116" y="99454"/>
                  <a:pt x="0" y="105035"/>
                  <a:pt x="0" y="108607"/>
                </a:cubicBezTo>
                <a:cubicBezTo>
                  <a:pt x="0" y="115193"/>
                  <a:pt x="2902" y="118765"/>
                  <a:pt x="8260" y="118765"/>
                </a:cubicBezTo>
                <a:cubicBezTo>
                  <a:pt x="16408" y="118765"/>
                  <a:pt x="23106" y="113407"/>
                  <a:pt x="33263" y="98338"/>
                </a:cubicBezTo>
                <a:lnTo>
                  <a:pt x="30919" y="96441"/>
                </a:lnTo>
                <a:close/>
                <a:moveTo>
                  <a:pt x="29468" y="0"/>
                </a:moveTo>
                <a:cubicBezTo>
                  <a:pt x="24668" y="0"/>
                  <a:pt x="21096" y="4018"/>
                  <a:pt x="21096" y="9376"/>
                </a:cubicBezTo>
                <a:cubicBezTo>
                  <a:pt x="21096" y="15069"/>
                  <a:pt x="24445" y="18864"/>
                  <a:pt x="29691" y="18864"/>
                </a:cubicBezTo>
                <a:cubicBezTo>
                  <a:pt x="34268" y="18864"/>
                  <a:pt x="38398" y="14734"/>
                  <a:pt x="38398" y="9823"/>
                </a:cubicBezTo>
                <a:cubicBezTo>
                  <a:pt x="38398" y="4576"/>
                  <a:pt x="34268" y="0"/>
                  <a:pt x="29468" y="0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81ED9-DDA1-4371-A29B-76DF1A00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1502" y="1797769"/>
            <a:ext cx="65633" cy="78693"/>
          </a:xfrm>
          <a:custGeom xmlns:a="http://schemas.openxmlformats.org/drawingml/2006/main">
            <a:pathLst>
              <a:path w="65633" h="78693">
                <a:moveTo>
                  <a:pt x="13618" y="78693"/>
                </a:moveTo>
                <a:cubicBezTo>
                  <a:pt x="22882" y="48332"/>
                  <a:pt x="25896" y="40630"/>
                  <a:pt x="34156" y="27124"/>
                </a:cubicBezTo>
                <a:cubicBezTo>
                  <a:pt x="40072" y="17078"/>
                  <a:pt x="45095" y="11609"/>
                  <a:pt x="48109" y="11609"/>
                </a:cubicBezTo>
                <a:cubicBezTo>
                  <a:pt x="49113" y="11609"/>
                  <a:pt x="50006" y="12278"/>
                  <a:pt x="51011" y="14064"/>
                </a:cubicBezTo>
                <a:cubicBezTo>
                  <a:pt x="52350" y="17078"/>
                  <a:pt x="53801" y="17971"/>
                  <a:pt x="57373" y="17971"/>
                </a:cubicBezTo>
                <a:cubicBezTo>
                  <a:pt x="62619" y="17971"/>
                  <a:pt x="65633" y="14734"/>
                  <a:pt x="65633" y="9265"/>
                </a:cubicBezTo>
                <a:cubicBezTo>
                  <a:pt x="65633" y="3684"/>
                  <a:pt x="62285" y="0"/>
                  <a:pt x="57150" y="0"/>
                </a:cubicBezTo>
                <a:cubicBezTo>
                  <a:pt x="53132" y="0"/>
                  <a:pt x="48220" y="2679"/>
                  <a:pt x="43644" y="7479"/>
                </a:cubicBezTo>
                <a:cubicBezTo>
                  <a:pt x="36277" y="14957"/>
                  <a:pt x="29133" y="25450"/>
                  <a:pt x="26231" y="32705"/>
                </a:cubicBezTo>
                <a:lnTo>
                  <a:pt x="23775" y="39067"/>
                </a:lnTo>
                <a:lnTo>
                  <a:pt x="33263" y="335"/>
                </a:lnTo>
                <a:lnTo>
                  <a:pt x="32705" y="0"/>
                </a:lnTo>
                <a:cubicBezTo>
                  <a:pt x="19757" y="2232"/>
                  <a:pt x="18083" y="2679"/>
                  <a:pt x="5023" y="4800"/>
                </a:cubicBezTo>
                <a:lnTo>
                  <a:pt x="5023" y="7813"/>
                </a:lnTo>
                <a:cubicBezTo>
                  <a:pt x="9376" y="6921"/>
                  <a:pt x="9934" y="6921"/>
                  <a:pt x="11050" y="6921"/>
                </a:cubicBezTo>
                <a:cubicBezTo>
                  <a:pt x="15069" y="6921"/>
                  <a:pt x="17301" y="8706"/>
                  <a:pt x="17301" y="11943"/>
                </a:cubicBezTo>
                <a:cubicBezTo>
                  <a:pt x="17301" y="14399"/>
                  <a:pt x="17301" y="14399"/>
                  <a:pt x="14511" y="26566"/>
                </a:cubicBezTo>
                <a:lnTo>
                  <a:pt x="0" y="78693"/>
                </a:lnTo>
                <a:lnTo>
                  <a:pt x="13618" y="78693"/>
                </a:ln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782FC-4ED0-4BF6-8AFE-223F41F4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6841" y="1922450"/>
            <a:ext cx="42304" cy="122002"/>
          </a:xfrm>
          <a:custGeom xmlns:a="http://schemas.openxmlformats.org/drawingml/2006/main">
            <a:pathLst>
              <a:path w="42304" h="122002">
                <a:moveTo>
                  <a:pt x="28463" y="39849"/>
                </a:moveTo>
                <a:lnTo>
                  <a:pt x="670" y="49671"/>
                </a:lnTo>
                <a:lnTo>
                  <a:pt x="670" y="52350"/>
                </a:lnTo>
                <a:lnTo>
                  <a:pt x="2121" y="52127"/>
                </a:lnTo>
                <a:cubicBezTo>
                  <a:pt x="4242" y="51792"/>
                  <a:pt x="6586" y="51681"/>
                  <a:pt x="8260" y="51681"/>
                </a:cubicBezTo>
                <a:cubicBezTo>
                  <a:pt x="12502" y="51681"/>
                  <a:pt x="14064" y="54471"/>
                  <a:pt x="14064" y="62285"/>
                </a:cubicBezTo>
                <a:lnTo>
                  <a:pt x="14064" y="103808"/>
                </a:lnTo>
                <a:cubicBezTo>
                  <a:pt x="14064" y="116644"/>
                  <a:pt x="12278" y="118653"/>
                  <a:pt x="0" y="119435"/>
                </a:cubicBezTo>
                <a:lnTo>
                  <a:pt x="0" y="122002"/>
                </a:lnTo>
                <a:lnTo>
                  <a:pt x="42304" y="122002"/>
                </a:lnTo>
                <a:lnTo>
                  <a:pt x="42304" y="119435"/>
                </a:lnTo>
                <a:cubicBezTo>
                  <a:pt x="30584" y="118430"/>
                  <a:pt x="29133" y="116644"/>
                  <a:pt x="29133" y="103808"/>
                </a:cubicBezTo>
                <a:lnTo>
                  <a:pt x="29133" y="40407"/>
                </a:lnTo>
                <a:lnTo>
                  <a:pt x="28463" y="39849"/>
                </a:lnTo>
                <a:close/>
                <a:moveTo>
                  <a:pt x="19980" y="0"/>
                </a:moveTo>
                <a:cubicBezTo>
                  <a:pt x="15180" y="0"/>
                  <a:pt x="11050" y="4130"/>
                  <a:pt x="11050" y="9153"/>
                </a:cubicBezTo>
                <a:cubicBezTo>
                  <a:pt x="11050" y="14176"/>
                  <a:pt x="15069" y="18194"/>
                  <a:pt x="19980" y="18194"/>
                </a:cubicBezTo>
                <a:cubicBezTo>
                  <a:pt x="25226" y="18194"/>
                  <a:pt x="29245" y="14288"/>
                  <a:pt x="29245" y="9153"/>
                </a:cubicBezTo>
                <a:cubicBezTo>
                  <a:pt x="29245" y="4130"/>
                  <a:pt x="25226" y="0"/>
                  <a:pt x="19980" y="0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F63A4-B65D-46AA-9493-662CA2070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09" y="3801256"/>
            <a:ext cx="2815865" cy="1396380"/>
          </a:xfrm>
          <a:custGeom xmlns:a="http://schemas.openxmlformats.org/drawingml/2006/main">
            <a:pathLst>
              <a:path w="2815865" h="1396380">
                <a:moveTo>
                  <a:pt x="0" y="1396380"/>
                </a:moveTo>
                <a:lnTo>
                  <a:pt x="0" y="0"/>
                </a:lnTo>
                <a:lnTo>
                  <a:pt x="2815865" y="0"/>
                </a:lnTo>
                <a:lnTo>
                  <a:pt x="2815865" y="1396380"/>
                </a:lnTo>
                <a:lnTo>
                  <a:pt x="0" y="1396380"/>
                </a:lnTo>
                <a:close/>
                <a:moveTo>
                  <a:pt x="0" y="1396380"/>
                </a:moveTo>
              </a:path>
            </a:pathLst>
          </a:custGeom>
          <a:solidFill xmlns:a="http://schemas.openxmlformats.org/drawingml/2006/main">
            <a:srgbClr val="EFF6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1FEB7-DD34-4E67-8730-9168C25C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09" y="4863443"/>
            <a:ext cx="2815865" cy="330064"/>
          </a:xfrm>
          <a:custGeom xmlns:a="http://schemas.openxmlformats.org/drawingml/2006/main">
            <a:pathLst>
              <a:path w="2815865" h="330064">
                <a:moveTo>
                  <a:pt x="0" y="330064"/>
                </a:moveTo>
                <a:lnTo>
                  <a:pt x="0" y="0"/>
                </a:lnTo>
                <a:lnTo>
                  <a:pt x="2815865" y="0"/>
                </a:lnTo>
                <a:lnTo>
                  <a:pt x="2815865" y="330064"/>
                </a:lnTo>
                <a:lnTo>
                  <a:pt x="0" y="330064"/>
                </a:lnTo>
                <a:close/>
                <a:moveTo>
                  <a:pt x="0" y="3300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5ACC9-2CDA-4D75-8FF5-7E0F0BEE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5202" y="4489735"/>
            <a:ext cx="134727" cy="137071"/>
          </a:xfrm>
          <a:custGeom xmlns:a="http://schemas.openxmlformats.org/drawingml/2006/main">
            <a:pathLst>
              <a:path w="134727" h="137071">
                <a:moveTo>
                  <a:pt x="92869" y="0"/>
                </a:moveTo>
                <a:lnTo>
                  <a:pt x="134727" y="137071"/>
                </a:lnTo>
                <a:lnTo>
                  <a:pt x="0" y="88292"/>
                </a:lnTo>
                <a:cubicBezTo>
                  <a:pt x="45318" y="89520"/>
                  <a:pt x="91753" y="45318"/>
                  <a:pt x="92869" y="0"/>
                </a:cubicBezTo>
                <a:close/>
                <a:moveTo>
                  <a:pt x="92869" y="0"/>
                </a:move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1642FF8-988E-43A9-8408-59AF7BC7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640" y="3801256"/>
            <a:ext cx="747864" cy="765441"/>
          </a:xfrm>
          <a:custGeom xmlns:a="http://schemas.openxmlformats.org/drawingml/2006/main">
            <a:pathLst>
              <a:path w="747864" h="765441">
                <a:moveTo>
                  <a:pt x="35854" y="37726"/>
                </a:moveTo>
                <a:lnTo>
                  <a:pt x="0" y="0"/>
                </a:lnTo>
                <a:lnTo>
                  <a:pt x="39279" y="0"/>
                </a:lnTo>
                <a:lnTo>
                  <a:pt x="56492" y="18112"/>
                </a:lnTo>
                <a:lnTo>
                  <a:pt x="108279" y="72602"/>
                </a:lnTo>
                <a:lnTo>
                  <a:pt x="161847" y="128966"/>
                </a:lnTo>
                <a:lnTo>
                  <a:pt x="216648" y="186626"/>
                </a:lnTo>
                <a:lnTo>
                  <a:pt x="272133" y="245005"/>
                </a:lnTo>
                <a:lnTo>
                  <a:pt x="327753" y="303527"/>
                </a:lnTo>
                <a:lnTo>
                  <a:pt x="382960" y="361614"/>
                </a:lnTo>
                <a:lnTo>
                  <a:pt x="437207" y="418689"/>
                </a:lnTo>
                <a:lnTo>
                  <a:pt x="489943" y="474175"/>
                </a:lnTo>
                <a:lnTo>
                  <a:pt x="540622" y="527494"/>
                </a:lnTo>
                <a:lnTo>
                  <a:pt x="588694" y="578071"/>
                </a:lnTo>
                <a:lnTo>
                  <a:pt x="633612" y="625327"/>
                </a:lnTo>
                <a:lnTo>
                  <a:pt x="674826" y="668685"/>
                </a:lnTo>
                <a:lnTo>
                  <a:pt x="711788" y="707569"/>
                </a:lnTo>
                <a:lnTo>
                  <a:pt x="743950" y="741402"/>
                </a:lnTo>
                <a:lnTo>
                  <a:pt x="744570" y="742097"/>
                </a:lnTo>
                <a:lnTo>
                  <a:pt x="745142" y="742832"/>
                </a:lnTo>
                <a:lnTo>
                  <a:pt x="745666" y="743603"/>
                </a:lnTo>
                <a:lnTo>
                  <a:pt x="746137" y="744406"/>
                </a:lnTo>
                <a:lnTo>
                  <a:pt x="746556" y="745239"/>
                </a:lnTo>
                <a:lnTo>
                  <a:pt x="746918" y="746097"/>
                </a:lnTo>
                <a:lnTo>
                  <a:pt x="747224" y="746977"/>
                </a:lnTo>
                <a:lnTo>
                  <a:pt x="747472" y="747875"/>
                </a:lnTo>
                <a:lnTo>
                  <a:pt x="747661" y="748787"/>
                </a:lnTo>
                <a:lnTo>
                  <a:pt x="747789" y="749709"/>
                </a:lnTo>
                <a:lnTo>
                  <a:pt x="747857" y="750639"/>
                </a:lnTo>
                <a:lnTo>
                  <a:pt x="747864" y="751570"/>
                </a:lnTo>
                <a:lnTo>
                  <a:pt x="747810" y="752500"/>
                </a:lnTo>
                <a:lnTo>
                  <a:pt x="747695" y="753425"/>
                </a:lnTo>
                <a:lnTo>
                  <a:pt x="747520" y="754340"/>
                </a:lnTo>
                <a:lnTo>
                  <a:pt x="747286" y="755241"/>
                </a:lnTo>
                <a:lnTo>
                  <a:pt x="746993" y="756125"/>
                </a:lnTo>
                <a:lnTo>
                  <a:pt x="746643" y="756989"/>
                </a:lnTo>
                <a:lnTo>
                  <a:pt x="746237" y="757827"/>
                </a:lnTo>
                <a:lnTo>
                  <a:pt x="745777" y="758637"/>
                </a:lnTo>
                <a:lnTo>
                  <a:pt x="745265" y="759416"/>
                </a:lnTo>
                <a:lnTo>
                  <a:pt x="744704" y="760159"/>
                </a:lnTo>
                <a:lnTo>
                  <a:pt x="744095" y="760864"/>
                </a:lnTo>
                <a:lnTo>
                  <a:pt x="743441" y="761528"/>
                </a:lnTo>
                <a:lnTo>
                  <a:pt x="742745" y="762147"/>
                </a:lnTo>
                <a:lnTo>
                  <a:pt x="742010" y="762720"/>
                </a:lnTo>
                <a:lnTo>
                  <a:pt x="741240" y="763243"/>
                </a:lnTo>
                <a:lnTo>
                  <a:pt x="740436" y="763715"/>
                </a:lnTo>
                <a:lnTo>
                  <a:pt x="739604" y="764133"/>
                </a:lnTo>
                <a:lnTo>
                  <a:pt x="738746" y="764496"/>
                </a:lnTo>
                <a:lnTo>
                  <a:pt x="737866" y="764802"/>
                </a:lnTo>
                <a:lnTo>
                  <a:pt x="736968" y="765049"/>
                </a:lnTo>
                <a:lnTo>
                  <a:pt x="736056" y="765238"/>
                </a:lnTo>
                <a:lnTo>
                  <a:pt x="735133" y="765366"/>
                </a:lnTo>
                <a:lnTo>
                  <a:pt x="734204" y="765434"/>
                </a:lnTo>
                <a:lnTo>
                  <a:pt x="733272" y="765441"/>
                </a:lnTo>
                <a:lnTo>
                  <a:pt x="732342" y="765387"/>
                </a:lnTo>
                <a:lnTo>
                  <a:pt x="731418" y="765272"/>
                </a:lnTo>
                <a:lnTo>
                  <a:pt x="730503" y="765097"/>
                </a:lnTo>
                <a:lnTo>
                  <a:pt x="729601" y="764863"/>
                </a:lnTo>
                <a:lnTo>
                  <a:pt x="728717" y="764570"/>
                </a:lnTo>
                <a:lnTo>
                  <a:pt x="727854" y="764220"/>
                </a:lnTo>
                <a:lnTo>
                  <a:pt x="727015" y="763814"/>
                </a:lnTo>
                <a:lnTo>
                  <a:pt x="726205" y="763354"/>
                </a:lnTo>
                <a:lnTo>
                  <a:pt x="725427" y="762843"/>
                </a:lnTo>
                <a:lnTo>
                  <a:pt x="724683" y="762281"/>
                </a:lnTo>
                <a:lnTo>
                  <a:pt x="723979" y="761672"/>
                </a:lnTo>
                <a:lnTo>
                  <a:pt x="723315" y="761018"/>
                </a:lnTo>
                <a:lnTo>
                  <a:pt x="691152" y="727185"/>
                </a:lnTo>
                <a:lnTo>
                  <a:pt x="654189" y="688301"/>
                </a:lnTo>
                <a:lnTo>
                  <a:pt x="612975" y="644942"/>
                </a:lnTo>
                <a:lnTo>
                  <a:pt x="568058" y="597686"/>
                </a:lnTo>
                <a:lnTo>
                  <a:pt x="519985" y="547109"/>
                </a:lnTo>
                <a:lnTo>
                  <a:pt x="469306" y="493789"/>
                </a:lnTo>
                <a:lnTo>
                  <a:pt x="416569" y="438303"/>
                </a:lnTo>
                <a:lnTo>
                  <a:pt x="362323" y="381228"/>
                </a:lnTo>
                <a:lnTo>
                  <a:pt x="307115" y="323142"/>
                </a:lnTo>
                <a:lnTo>
                  <a:pt x="251495" y="264620"/>
                </a:lnTo>
                <a:lnTo>
                  <a:pt x="196010" y="206240"/>
                </a:lnTo>
                <a:lnTo>
                  <a:pt x="141210" y="148580"/>
                </a:lnTo>
                <a:lnTo>
                  <a:pt x="87642" y="92216"/>
                </a:lnTo>
                <a:lnTo>
                  <a:pt x="35854" y="37726"/>
                </a:lnTo>
                <a:close/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0C20AD-DD27-47EC-BB83-EF6EB65F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468" y="4616983"/>
            <a:ext cx="108384" cy="108272"/>
          </a:xfrm>
          <a:custGeom xmlns:a="http://schemas.openxmlformats.org/drawingml/2006/main">
            <a:pathLst>
              <a:path w="108384" h="108272">
                <a:moveTo>
                  <a:pt x="54136" y="0"/>
                </a:moveTo>
                <a:cubicBezTo>
                  <a:pt x="84051" y="0"/>
                  <a:pt x="108384" y="24222"/>
                  <a:pt x="108384" y="54136"/>
                </a:cubicBezTo>
                <a:cubicBezTo>
                  <a:pt x="108384" y="84051"/>
                  <a:pt x="84051" y="108272"/>
                  <a:pt x="54136" y="108272"/>
                </a:cubicBezTo>
                <a:cubicBezTo>
                  <a:pt x="24222" y="108272"/>
                  <a:pt x="0" y="84051"/>
                  <a:pt x="0" y="54136"/>
                </a:cubicBezTo>
                <a:cubicBezTo>
                  <a:pt x="0" y="24222"/>
                  <a:pt x="24222" y="0"/>
                  <a:pt x="54136" y="0"/>
                </a:cubicBezTo>
                <a:close/>
                <a:moveTo>
                  <a:pt x="54136" y="0"/>
                </a:move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FAD4F-8398-4D93-916A-47ED1F82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911" y="4473885"/>
            <a:ext cx="117314" cy="143098"/>
          </a:xfrm>
          <a:custGeom xmlns:a="http://schemas.openxmlformats.org/drawingml/2006/main">
            <a:pathLst>
              <a:path w="117314" h="143098">
                <a:moveTo>
                  <a:pt x="117314" y="51346"/>
                </a:moveTo>
                <a:lnTo>
                  <a:pt x="7367" y="143098"/>
                </a:lnTo>
                <a:lnTo>
                  <a:pt x="0" y="0"/>
                </a:lnTo>
                <a:cubicBezTo>
                  <a:pt x="16520" y="42193"/>
                  <a:pt x="75233" y="67866"/>
                  <a:pt x="117314" y="51346"/>
                </a:cubicBezTo>
                <a:close/>
                <a:moveTo>
                  <a:pt x="117314" y="51346"/>
                </a:move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CA95D09E-7274-4B50-AF70-C7728027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121" y="3801256"/>
            <a:ext cx="345270" cy="735975"/>
          </a:xfrm>
          <a:custGeom xmlns:a="http://schemas.openxmlformats.org/drawingml/2006/main">
            <a:pathLst>
              <a:path w="345270" h="735975">
                <a:moveTo>
                  <a:pt x="294658" y="44689"/>
                </a:moveTo>
                <a:lnTo>
                  <a:pt x="314196" y="0"/>
                </a:lnTo>
                <a:lnTo>
                  <a:pt x="345270" y="0"/>
                </a:lnTo>
                <a:lnTo>
                  <a:pt x="341086" y="9571"/>
                </a:lnTo>
                <a:lnTo>
                  <a:pt x="320746" y="56094"/>
                </a:lnTo>
                <a:lnTo>
                  <a:pt x="299392" y="104938"/>
                </a:lnTo>
                <a:lnTo>
                  <a:pt x="277238" y="155610"/>
                </a:lnTo>
                <a:lnTo>
                  <a:pt x="254501" y="207619"/>
                </a:lnTo>
                <a:lnTo>
                  <a:pt x="231394" y="260474"/>
                </a:lnTo>
                <a:lnTo>
                  <a:pt x="208133" y="313683"/>
                </a:lnTo>
                <a:lnTo>
                  <a:pt x="184931" y="366755"/>
                </a:lnTo>
                <a:lnTo>
                  <a:pt x="162006" y="419199"/>
                </a:lnTo>
                <a:lnTo>
                  <a:pt x="139570" y="470524"/>
                </a:lnTo>
                <a:lnTo>
                  <a:pt x="117839" y="520237"/>
                </a:lnTo>
                <a:lnTo>
                  <a:pt x="97028" y="567848"/>
                </a:lnTo>
                <a:lnTo>
                  <a:pt x="77351" y="612866"/>
                </a:lnTo>
                <a:lnTo>
                  <a:pt x="59024" y="654798"/>
                </a:lnTo>
                <a:lnTo>
                  <a:pt x="42261" y="693154"/>
                </a:lnTo>
                <a:lnTo>
                  <a:pt x="27278" y="727442"/>
                </a:lnTo>
                <a:lnTo>
                  <a:pt x="26877" y="728283"/>
                </a:lnTo>
                <a:lnTo>
                  <a:pt x="26422" y="729096"/>
                </a:lnTo>
                <a:lnTo>
                  <a:pt x="25915" y="729878"/>
                </a:lnTo>
                <a:lnTo>
                  <a:pt x="25358" y="730624"/>
                </a:lnTo>
                <a:lnTo>
                  <a:pt x="24753" y="731333"/>
                </a:lnTo>
                <a:lnTo>
                  <a:pt x="24103" y="732000"/>
                </a:lnTo>
                <a:lnTo>
                  <a:pt x="23411" y="732624"/>
                </a:lnTo>
                <a:lnTo>
                  <a:pt x="22680" y="733201"/>
                </a:lnTo>
                <a:lnTo>
                  <a:pt x="21912" y="733729"/>
                </a:lnTo>
                <a:lnTo>
                  <a:pt x="21112" y="734205"/>
                </a:lnTo>
                <a:lnTo>
                  <a:pt x="20282" y="734629"/>
                </a:lnTo>
                <a:lnTo>
                  <a:pt x="19426" y="734997"/>
                </a:lnTo>
                <a:lnTo>
                  <a:pt x="18548" y="735308"/>
                </a:lnTo>
                <a:lnTo>
                  <a:pt x="17652" y="735561"/>
                </a:lnTo>
                <a:lnTo>
                  <a:pt x="16741" y="735755"/>
                </a:lnTo>
                <a:lnTo>
                  <a:pt x="15819" y="735889"/>
                </a:lnTo>
                <a:lnTo>
                  <a:pt x="14890" y="735963"/>
                </a:lnTo>
                <a:lnTo>
                  <a:pt x="13959" y="735975"/>
                </a:lnTo>
                <a:lnTo>
                  <a:pt x="13028" y="735927"/>
                </a:lnTo>
                <a:lnTo>
                  <a:pt x="12103" y="735818"/>
                </a:lnTo>
                <a:lnTo>
                  <a:pt x="11187" y="735648"/>
                </a:lnTo>
                <a:lnTo>
                  <a:pt x="10284" y="735419"/>
                </a:lnTo>
                <a:lnTo>
                  <a:pt x="9398" y="735132"/>
                </a:lnTo>
                <a:lnTo>
                  <a:pt x="8533" y="734787"/>
                </a:lnTo>
                <a:lnTo>
                  <a:pt x="7692" y="734386"/>
                </a:lnTo>
                <a:lnTo>
                  <a:pt x="6879" y="733931"/>
                </a:lnTo>
                <a:lnTo>
                  <a:pt x="6097" y="733424"/>
                </a:lnTo>
                <a:lnTo>
                  <a:pt x="5351" y="732867"/>
                </a:lnTo>
                <a:lnTo>
                  <a:pt x="4642" y="732262"/>
                </a:lnTo>
                <a:lnTo>
                  <a:pt x="3975" y="731612"/>
                </a:lnTo>
                <a:lnTo>
                  <a:pt x="3351" y="730920"/>
                </a:lnTo>
                <a:lnTo>
                  <a:pt x="2774" y="730189"/>
                </a:lnTo>
                <a:lnTo>
                  <a:pt x="2246" y="729421"/>
                </a:lnTo>
                <a:lnTo>
                  <a:pt x="1770" y="728621"/>
                </a:lnTo>
                <a:lnTo>
                  <a:pt x="1346" y="727791"/>
                </a:lnTo>
                <a:lnTo>
                  <a:pt x="978" y="726935"/>
                </a:lnTo>
                <a:lnTo>
                  <a:pt x="667" y="726057"/>
                </a:lnTo>
                <a:lnTo>
                  <a:pt x="414" y="725161"/>
                </a:lnTo>
                <a:lnTo>
                  <a:pt x="220" y="724250"/>
                </a:lnTo>
                <a:lnTo>
                  <a:pt x="86" y="723328"/>
                </a:lnTo>
                <a:lnTo>
                  <a:pt x="13" y="722399"/>
                </a:lnTo>
                <a:lnTo>
                  <a:pt x="0" y="721468"/>
                </a:lnTo>
                <a:lnTo>
                  <a:pt x="48" y="720537"/>
                </a:lnTo>
                <a:lnTo>
                  <a:pt x="158" y="719612"/>
                </a:lnTo>
                <a:lnTo>
                  <a:pt x="327" y="718696"/>
                </a:lnTo>
                <a:lnTo>
                  <a:pt x="556" y="717793"/>
                </a:lnTo>
                <a:lnTo>
                  <a:pt x="844" y="716907"/>
                </a:lnTo>
                <a:lnTo>
                  <a:pt x="1188" y="716042"/>
                </a:lnTo>
                <a:lnTo>
                  <a:pt x="16172" y="681752"/>
                </a:lnTo>
                <a:lnTo>
                  <a:pt x="32935" y="643396"/>
                </a:lnTo>
                <a:lnTo>
                  <a:pt x="51263" y="601463"/>
                </a:lnTo>
                <a:lnTo>
                  <a:pt x="70939" y="556445"/>
                </a:lnTo>
                <a:lnTo>
                  <a:pt x="91751" y="508833"/>
                </a:lnTo>
                <a:lnTo>
                  <a:pt x="113482" y="459120"/>
                </a:lnTo>
                <a:lnTo>
                  <a:pt x="135918" y="407795"/>
                </a:lnTo>
                <a:lnTo>
                  <a:pt x="158844" y="355351"/>
                </a:lnTo>
                <a:lnTo>
                  <a:pt x="182045" y="302278"/>
                </a:lnTo>
                <a:lnTo>
                  <a:pt x="205306" y="249069"/>
                </a:lnTo>
                <a:lnTo>
                  <a:pt x="228413" y="196214"/>
                </a:lnTo>
                <a:lnTo>
                  <a:pt x="251151" y="144205"/>
                </a:lnTo>
                <a:lnTo>
                  <a:pt x="273304" y="93533"/>
                </a:lnTo>
                <a:lnTo>
                  <a:pt x="294658" y="44689"/>
                </a:lnTo>
                <a:close/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51C89-4FE4-48A5-A552-0D5FE12F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809" y="4460379"/>
            <a:ext cx="171227" cy="117760"/>
          </a:xfrm>
          <a:custGeom xmlns:a="http://schemas.openxmlformats.org/drawingml/2006/main">
            <a:pathLst>
              <a:path w="171227" h="117760">
                <a:moveTo>
                  <a:pt x="86953" y="80032"/>
                </a:moveTo>
                <a:cubicBezTo>
                  <a:pt x="93315" y="68200"/>
                  <a:pt x="96887" y="55699"/>
                  <a:pt x="96887" y="51346"/>
                </a:cubicBezTo>
                <a:cubicBezTo>
                  <a:pt x="96887" y="45765"/>
                  <a:pt x="93762" y="40072"/>
                  <a:pt x="87176" y="40072"/>
                </a:cubicBezTo>
                <a:cubicBezTo>
                  <a:pt x="71326" y="40072"/>
                  <a:pt x="69540" y="67196"/>
                  <a:pt x="69317" y="74116"/>
                </a:cubicBezTo>
                <a:cubicBezTo>
                  <a:pt x="68982" y="77912"/>
                  <a:pt x="68759" y="78246"/>
                  <a:pt x="68535" y="78470"/>
                </a:cubicBezTo>
                <a:cubicBezTo>
                  <a:pt x="64629" y="82265"/>
                  <a:pt x="53690" y="89632"/>
                  <a:pt x="40184" y="89632"/>
                </a:cubicBezTo>
                <a:cubicBezTo>
                  <a:pt x="23329" y="89632"/>
                  <a:pt x="13618" y="78693"/>
                  <a:pt x="13618" y="64405"/>
                </a:cubicBezTo>
                <a:cubicBezTo>
                  <a:pt x="13618" y="56480"/>
                  <a:pt x="18194" y="37281"/>
                  <a:pt x="35830" y="13283"/>
                </a:cubicBezTo>
                <a:cubicBezTo>
                  <a:pt x="38063" y="10492"/>
                  <a:pt x="38621" y="9711"/>
                  <a:pt x="38621" y="7702"/>
                </a:cubicBezTo>
                <a:cubicBezTo>
                  <a:pt x="38621" y="4576"/>
                  <a:pt x="36054" y="2344"/>
                  <a:pt x="33263" y="2344"/>
                </a:cubicBezTo>
                <a:cubicBezTo>
                  <a:pt x="30696" y="2344"/>
                  <a:pt x="29133" y="3907"/>
                  <a:pt x="28910" y="3907"/>
                </a:cubicBezTo>
                <a:cubicBezTo>
                  <a:pt x="27682" y="5135"/>
                  <a:pt x="0" y="38621"/>
                  <a:pt x="0" y="75121"/>
                </a:cubicBezTo>
                <a:cubicBezTo>
                  <a:pt x="0" y="100905"/>
                  <a:pt x="13060" y="117760"/>
                  <a:pt x="34714" y="117760"/>
                </a:cubicBezTo>
                <a:cubicBezTo>
                  <a:pt x="52908" y="117760"/>
                  <a:pt x="67196" y="105482"/>
                  <a:pt x="72889" y="99343"/>
                </a:cubicBezTo>
                <a:cubicBezTo>
                  <a:pt x="76237" y="107045"/>
                  <a:pt x="83604" y="117760"/>
                  <a:pt x="100459" y="117760"/>
                </a:cubicBezTo>
                <a:cubicBezTo>
                  <a:pt x="122448" y="117760"/>
                  <a:pt x="142094" y="101687"/>
                  <a:pt x="153367" y="84386"/>
                </a:cubicBezTo>
                <a:cubicBezTo>
                  <a:pt x="168883" y="60052"/>
                  <a:pt x="171227" y="27347"/>
                  <a:pt x="171227" y="23775"/>
                </a:cubicBezTo>
                <a:cubicBezTo>
                  <a:pt x="171227" y="4130"/>
                  <a:pt x="159507" y="0"/>
                  <a:pt x="154037" y="0"/>
                </a:cubicBezTo>
                <a:cubicBezTo>
                  <a:pt x="144326" y="0"/>
                  <a:pt x="134727" y="10269"/>
                  <a:pt x="134727" y="19422"/>
                </a:cubicBezTo>
                <a:cubicBezTo>
                  <a:pt x="134727" y="26008"/>
                  <a:pt x="139526" y="29133"/>
                  <a:pt x="142094" y="31142"/>
                </a:cubicBezTo>
                <a:cubicBezTo>
                  <a:pt x="148791" y="35496"/>
                  <a:pt x="154372" y="41635"/>
                  <a:pt x="154372" y="49783"/>
                </a:cubicBezTo>
                <a:cubicBezTo>
                  <a:pt x="154372" y="66638"/>
                  <a:pt x="132383" y="89632"/>
                  <a:pt x="105817" y="89632"/>
                </a:cubicBezTo>
                <a:cubicBezTo>
                  <a:pt x="98338" y="89632"/>
                  <a:pt x="91529" y="87623"/>
                  <a:pt x="86953" y="8003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033D6C-F1E7-4831-BAAF-461213C5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026" y="4530923"/>
            <a:ext cx="78805" cy="84051"/>
          </a:xfrm>
          <a:custGeom xmlns:a="http://schemas.openxmlformats.org/drawingml/2006/main">
            <a:pathLst>
              <a:path w="78805" h="84051">
                <a:moveTo>
                  <a:pt x="39514" y="0"/>
                </a:moveTo>
                <a:cubicBezTo>
                  <a:pt x="16297" y="0"/>
                  <a:pt x="0" y="17190"/>
                  <a:pt x="0" y="41858"/>
                </a:cubicBezTo>
                <a:cubicBezTo>
                  <a:pt x="0" y="65968"/>
                  <a:pt x="16632" y="84051"/>
                  <a:pt x="39067" y="84051"/>
                </a:cubicBezTo>
                <a:cubicBezTo>
                  <a:pt x="61615" y="84051"/>
                  <a:pt x="78805" y="65075"/>
                  <a:pt x="78805" y="40407"/>
                </a:cubicBezTo>
                <a:cubicBezTo>
                  <a:pt x="78805" y="16966"/>
                  <a:pt x="62285" y="0"/>
                  <a:pt x="39514" y="0"/>
                </a:cubicBezTo>
                <a:close/>
                <a:moveTo>
                  <a:pt x="37170" y="5023"/>
                </a:moveTo>
                <a:cubicBezTo>
                  <a:pt x="52127" y="5023"/>
                  <a:pt x="62731" y="22213"/>
                  <a:pt x="62731" y="46658"/>
                </a:cubicBezTo>
                <a:cubicBezTo>
                  <a:pt x="62731" y="66861"/>
                  <a:pt x="54694" y="79028"/>
                  <a:pt x="41300" y="79028"/>
                </a:cubicBezTo>
                <a:cubicBezTo>
                  <a:pt x="34268" y="79028"/>
                  <a:pt x="27682" y="74675"/>
                  <a:pt x="23999" y="67531"/>
                </a:cubicBezTo>
                <a:cubicBezTo>
                  <a:pt x="18864" y="58266"/>
                  <a:pt x="16073" y="45765"/>
                  <a:pt x="16073" y="33040"/>
                </a:cubicBezTo>
                <a:cubicBezTo>
                  <a:pt x="16073" y="16073"/>
                  <a:pt x="24445" y="5023"/>
                  <a:pt x="37170" y="50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9368B-26F9-474C-9C4B-608E2DBD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89" y="4217603"/>
            <a:ext cx="171115" cy="117760"/>
          </a:xfrm>
          <a:custGeom xmlns:a="http://schemas.openxmlformats.org/drawingml/2006/main">
            <a:pathLst>
              <a:path w="171115" h="117760">
                <a:moveTo>
                  <a:pt x="86841" y="79921"/>
                </a:moveTo>
                <a:cubicBezTo>
                  <a:pt x="93204" y="68200"/>
                  <a:pt x="96775" y="55587"/>
                  <a:pt x="96775" y="51346"/>
                </a:cubicBezTo>
                <a:cubicBezTo>
                  <a:pt x="96775" y="45653"/>
                  <a:pt x="93762" y="40072"/>
                  <a:pt x="87064" y="40072"/>
                </a:cubicBezTo>
                <a:cubicBezTo>
                  <a:pt x="71326" y="40072"/>
                  <a:pt x="69428" y="67196"/>
                  <a:pt x="69205" y="74005"/>
                </a:cubicBezTo>
                <a:cubicBezTo>
                  <a:pt x="68982" y="77912"/>
                  <a:pt x="68647" y="78135"/>
                  <a:pt x="68424" y="78358"/>
                </a:cubicBezTo>
                <a:cubicBezTo>
                  <a:pt x="64629" y="82265"/>
                  <a:pt x="53578" y="89632"/>
                  <a:pt x="40072" y="89632"/>
                </a:cubicBezTo>
                <a:cubicBezTo>
                  <a:pt x="23217" y="89632"/>
                  <a:pt x="13506" y="78581"/>
                  <a:pt x="13506" y="64294"/>
                </a:cubicBezTo>
                <a:cubicBezTo>
                  <a:pt x="13506" y="56480"/>
                  <a:pt x="18083" y="37281"/>
                  <a:pt x="35719" y="13283"/>
                </a:cubicBezTo>
                <a:cubicBezTo>
                  <a:pt x="38063" y="10381"/>
                  <a:pt x="38509" y="9711"/>
                  <a:pt x="38509" y="7590"/>
                </a:cubicBezTo>
                <a:cubicBezTo>
                  <a:pt x="38509" y="4576"/>
                  <a:pt x="36054" y="2232"/>
                  <a:pt x="33151" y="2232"/>
                </a:cubicBezTo>
                <a:cubicBezTo>
                  <a:pt x="30584" y="2232"/>
                  <a:pt x="29133" y="3795"/>
                  <a:pt x="28798" y="3795"/>
                </a:cubicBezTo>
                <a:cubicBezTo>
                  <a:pt x="27570" y="5023"/>
                  <a:pt x="0" y="38509"/>
                  <a:pt x="0" y="75009"/>
                </a:cubicBezTo>
                <a:cubicBezTo>
                  <a:pt x="0" y="100905"/>
                  <a:pt x="12948" y="117760"/>
                  <a:pt x="34714" y="117760"/>
                </a:cubicBezTo>
                <a:cubicBezTo>
                  <a:pt x="52908" y="117760"/>
                  <a:pt x="67196" y="105482"/>
                  <a:pt x="72777" y="99343"/>
                </a:cubicBezTo>
                <a:cubicBezTo>
                  <a:pt x="76126" y="107045"/>
                  <a:pt x="83493" y="117760"/>
                  <a:pt x="100347" y="117760"/>
                </a:cubicBezTo>
                <a:cubicBezTo>
                  <a:pt x="122337" y="117760"/>
                  <a:pt x="141982" y="101575"/>
                  <a:pt x="153256" y="84274"/>
                </a:cubicBezTo>
                <a:cubicBezTo>
                  <a:pt x="168883" y="59941"/>
                  <a:pt x="171115" y="27236"/>
                  <a:pt x="171115" y="23775"/>
                </a:cubicBezTo>
                <a:cubicBezTo>
                  <a:pt x="171115" y="4018"/>
                  <a:pt x="159395" y="0"/>
                  <a:pt x="154037" y="0"/>
                </a:cubicBezTo>
                <a:cubicBezTo>
                  <a:pt x="144326" y="0"/>
                  <a:pt x="134615" y="10158"/>
                  <a:pt x="134615" y="19422"/>
                </a:cubicBezTo>
                <a:cubicBezTo>
                  <a:pt x="134615" y="26008"/>
                  <a:pt x="139526" y="29021"/>
                  <a:pt x="141982" y="31142"/>
                </a:cubicBezTo>
                <a:cubicBezTo>
                  <a:pt x="148679" y="35496"/>
                  <a:pt x="154260" y="41635"/>
                  <a:pt x="154260" y="49783"/>
                </a:cubicBezTo>
                <a:cubicBezTo>
                  <a:pt x="154260" y="66638"/>
                  <a:pt x="132271" y="89632"/>
                  <a:pt x="105705" y="89632"/>
                </a:cubicBezTo>
                <a:cubicBezTo>
                  <a:pt x="98338" y="89632"/>
                  <a:pt x="91418" y="87511"/>
                  <a:pt x="86841" y="79921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F627FD-78F3-4FCB-B6D4-07E31D0E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138" y="4105870"/>
            <a:ext cx="91529" cy="124346"/>
          </a:xfrm>
          <a:custGeom xmlns:a="http://schemas.openxmlformats.org/drawingml/2006/main">
            <a:pathLst>
              <a:path w="91529" h="124346">
                <a:moveTo>
                  <a:pt x="80032" y="102245"/>
                </a:moveTo>
                <a:cubicBezTo>
                  <a:pt x="70433" y="113295"/>
                  <a:pt x="68424" y="114858"/>
                  <a:pt x="65410" y="114858"/>
                </a:cubicBezTo>
                <a:cubicBezTo>
                  <a:pt x="63624" y="114858"/>
                  <a:pt x="62173" y="113295"/>
                  <a:pt x="62173" y="111398"/>
                </a:cubicBezTo>
                <a:cubicBezTo>
                  <a:pt x="62173" y="108831"/>
                  <a:pt x="67977" y="87064"/>
                  <a:pt x="73782" y="67419"/>
                </a:cubicBezTo>
                <a:cubicBezTo>
                  <a:pt x="78693" y="50899"/>
                  <a:pt x="82376" y="36612"/>
                  <a:pt x="91529" y="893"/>
                </a:cubicBezTo>
                <a:lnTo>
                  <a:pt x="90636" y="0"/>
                </a:lnTo>
                <a:cubicBezTo>
                  <a:pt x="81149" y="2009"/>
                  <a:pt x="74675" y="3014"/>
                  <a:pt x="63289" y="4130"/>
                </a:cubicBezTo>
                <a:lnTo>
                  <a:pt x="63289" y="7144"/>
                </a:lnTo>
                <a:cubicBezTo>
                  <a:pt x="73112" y="7479"/>
                  <a:pt x="74340" y="8037"/>
                  <a:pt x="74340" y="11832"/>
                </a:cubicBezTo>
                <a:cubicBezTo>
                  <a:pt x="74340" y="14176"/>
                  <a:pt x="74116" y="15180"/>
                  <a:pt x="71661" y="24333"/>
                </a:cubicBezTo>
                <a:lnTo>
                  <a:pt x="63736" y="53690"/>
                </a:lnTo>
                <a:cubicBezTo>
                  <a:pt x="62396" y="46100"/>
                  <a:pt x="59159" y="43309"/>
                  <a:pt x="52127" y="43309"/>
                </a:cubicBezTo>
                <a:cubicBezTo>
                  <a:pt x="28910" y="43309"/>
                  <a:pt x="0" y="76907"/>
                  <a:pt x="0" y="103696"/>
                </a:cubicBezTo>
                <a:cubicBezTo>
                  <a:pt x="0" y="116309"/>
                  <a:pt x="7144" y="124011"/>
                  <a:pt x="18752" y="124011"/>
                </a:cubicBezTo>
                <a:cubicBezTo>
                  <a:pt x="30919" y="124011"/>
                  <a:pt x="38732" y="118318"/>
                  <a:pt x="50899" y="100459"/>
                </a:cubicBezTo>
                <a:cubicBezTo>
                  <a:pt x="49002" y="109612"/>
                  <a:pt x="48667" y="112291"/>
                  <a:pt x="48667" y="116309"/>
                </a:cubicBezTo>
                <a:cubicBezTo>
                  <a:pt x="48667" y="121221"/>
                  <a:pt x="51681" y="124346"/>
                  <a:pt x="56145" y="124346"/>
                </a:cubicBezTo>
                <a:cubicBezTo>
                  <a:pt x="63624" y="124346"/>
                  <a:pt x="72889" y="117091"/>
                  <a:pt x="82153" y="104031"/>
                </a:cubicBezTo>
                <a:lnTo>
                  <a:pt x="80032" y="102245"/>
                </a:lnTo>
                <a:close/>
                <a:moveTo>
                  <a:pt x="52908" y="47327"/>
                </a:moveTo>
                <a:cubicBezTo>
                  <a:pt x="58266" y="47774"/>
                  <a:pt x="60945" y="51122"/>
                  <a:pt x="60945" y="57596"/>
                </a:cubicBezTo>
                <a:cubicBezTo>
                  <a:pt x="60945" y="84720"/>
                  <a:pt x="42304" y="115416"/>
                  <a:pt x="25896" y="115416"/>
                </a:cubicBezTo>
                <a:cubicBezTo>
                  <a:pt x="19869" y="115416"/>
                  <a:pt x="15515" y="110617"/>
                  <a:pt x="15515" y="103696"/>
                </a:cubicBezTo>
                <a:cubicBezTo>
                  <a:pt x="15515" y="88850"/>
                  <a:pt x="24557" y="68089"/>
                  <a:pt x="36277" y="55587"/>
                </a:cubicBezTo>
                <a:cubicBezTo>
                  <a:pt x="41300" y="50453"/>
                  <a:pt x="47885" y="46992"/>
                  <a:pt x="52908" y="47327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C9F25E-A2B7-4931-A1CE-2E825CA2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458" y="4111117"/>
            <a:ext cx="38398" cy="118765"/>
          </a:xfrm>
          <a:custGeom xmlns:a="http://schemas.openxmlformats.org/drawingml/2006/main">
            <a:pathLst>
              <a:path w="38398" h="118765">
                <a:moveTo>
                  <a:pt x="30919" y="96441"/>
                </a:moveTo>
                <a:cubicBezTo>
                  <a:pt x="26677" y="102133"/>
                  <a:pt x="25338" y="103584"/>
                  <a:pt x="23552" y="105594"/>
                </a:cubicBezTo>
                <a:cubicBezTo>
                  <a:pt x="20538" y="108607"/>
                  <a:pt x="17859" y="110393"/>
                  <a:pt x="16297" y="110393"/>
                </a:cubicBezTo>
                <a:cubicBezTo>
                  <a:pt x="14846" y="110393"/>
                  <a:pt x="13395" y="108942"/>
                  <a:pt x="13395" y="107714"/>
                </a:cubicBezTo>
                <a:cubicBezTo>
                  <a:pt x="13395" y="105928"/>
                  <a:pt x="13953" y="103250"/>
                  <a:pt x="15180" y="99789"/>
                </a:cubicBezTo>
                <a:cubicBezTo>
                  <a:pt x="15180" y="99343"/>
                  <a:pt x="15739" y="98003"/>
                  <a:pt x="16073" y="96664"/>
                </a:cubicBezTo>
                <a:lnTo>
                  <a:pt x="16073" y="96217"/>
                </a:lnTo>
                <a:lnTo>
                  <a:pt x="16297" y="95882"/>
                </a:lnTo>
                <a:lnTo>
                  <a:pt x="32035" y="38398"/>
                </a:lnTo>
                <a:lnTo>
                  <a:pt x="31477" y="38063"/>
                </a:lnTo>
                <a:cubicBezTo>
                  <a:pt x="13395" y="41411"/>
                  <a:pt x="9823" y="41970"/>
                  <a:pt x="2902" y="42528"/>
                </a:cubicBezTo>
                <a:lnTo>
                  <a:pt x="2902" y="45318"/>
                </a:lnTo>
                <a:cubicBezTo>
                  <a:pt x="12390" y="45541"/>
                  <a:pt x="14176" y="46100"/>
                  <a:pt x="14176" y="49671"/>
                </a:cubicBezTo>
                <a:cubicBezTo>
                  <a:pt x="14176" y="51122"/>
                  <a:pt x="13618" y="53913"/>
                  <a:pt x="12502" y="57485"/>
                </a:cubicBezTo>
                <a:lnTo>
                  <a:pt x="3907" y="89074"/>
                </a:lnTo>
                <a:cubicBezTo>
                  <a:pt x="1116" y="99454"/>
                  <a:pt x="0" y="105035"/>
                  <a:pt x="0" y="108607"/>
                </a:cubicBezTo>
                <a:cubicBezTo>
                  <a:pt x="0" y="115193"/>
                  <a:pt x="2902" y="118765"/>
                  <a:pt x="8260" y="118765"/>
                </a:cubicBezTo>
                <a:cubicBezTo>
                  <a:pt x="16408" y="118765"/>
                  <a:pt x="23106" y="113407"/>
                  <a:pt x="33263" y="98450"/>
                </a:cubicBezTo>
                <a:lnTo>
                  <a:pt x="30919" y="96441"/>
                </a:lnTo>
                <a:close/>
                <a:moveTo>
                  <a:pt x="29468" y="0"/>
                </a:moveTo>
                <a:cubicBezTo>
                  <a:pt x="24668" y="0"/>
                  <a:pt x="21096" y="4018"/>
                  <a:pt x="21096" y="9376"/>
                </a:cubicBezTo>
                <a:cubicBezTo>
                  <a:pt x="21096" y="15180"/>
                  <a:pt x="24445" y="18864"/>
                  <a:pt x="29691" y="18864"/>
                </a:cubicBezTo>
                <a:cubicBezTo>
                  <a:pt x="34379" y="18864"/>
                  <a:pt x="38398" y="14734"/>
                  <a:pt x="38398" y="9823"/>
                </a:cubicBezTo>
                <a:cubicBezTo>
                  <a:pt x="38398" y="4576"/>
                  <a:pt x="34379" y="0"/>
                  <a:pt x="29468" y="0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E0902-9FAC-424C-82BB-5F4450D7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120" y="4149179"/>
            <a:ext cx="65633" cy="78805"/>
          </a:xfrm>
          <a:custGeom xmlns:a="http://schemas.openxmlformats.org/drawingml/2006/main">
            <a:pathLst>
              <a:path w="65633" h="78805">
                <a:moveTo>
                  <a:pt x="13618" y="78805"/>
                </a:moveTo>
                <a:cubicBezTo>
                  <a:pt x="22882" y="48332"/>
                  <a:pt x="25896" y="40630"/>
                  <a:pt x="34156" y="27124"/>
                </a:cubicBezTo>
                <a:cubicBezTo>
                  <a:pt x="40072" y="17078"/>
                  <a:pt x="45095" y="11609"/>
                  <a:pt x="48109" y="11609"/>
                </a:cubicBezTo>
                <a:cubicBezTo>
                  <a:pt x="49113" y="11609"/>
                  <a:pt x="50006" y="12278"/>
                  <a:pt x="51011" y="14064"/>
                </a:cubicBezTo>
                <a:cubicBezTo>
                  <a:pt x="52462" y="17078"/>
                  <a:pt x="53801" y="17971"/>
                  <a:pt x="57373" y="17971"/>
                </a:cubicBezTo>
                <a:cubicBezTo>
                  <a:pt x="62619" y="17971"/>
                  <a:pt x="65633" y="14734"/>
                  <a:pt x="65633" y="9265"/>
                </a:cubicBezTo>
                <a:cubicBezTo>
                  <a:pt x="65633" y="3683"/>
                  <a:pt x="62285" y="0"/>
                  <a:pt x="57262" y="0"/>
                </a:cubicBezTo>
                <a:cubicBezTo>
                  <a:pt x="53132" y="0"/>
                  <a:pt x="48332" y="2679"/>
                  <a:pt x="43644" y="7479"/>
                </a:cubicBezTo>
                <a:cubicBezTo>
                  <a:pt x="36277" y="14957"/>
                  <a:pt x="29245" y="25561"/>
                  <a:pt x="26343" y="32705"/>
                </a:cubicBezTo>
                <a:lnTo>
                  <a:pt x="23775" y="39067"/>
                </a:lnTo>
                <a:lnTo>
                  <a:pt x="33263" y="335"/>
                </a:lnTo>
                <a:lnTo>
                  <a:pt x="32705" y="0"/>
                </a:lnTo>
                <a:cubicBezTo>
                  <a:pt x="19757" y="2232"/>
                  <a:pt x="18083" y="2679"/>
                  <a:pt x="5023" y="4800"/>
                </a:cubicBezTo>
                <a:lnTo>
                  <a:pt x="5023" y="7813"/>
                </a:lnTo>
                <a:cubicBezTo>
                  <a:pt x="9376" y="6920"/>
                  <a:pt x="9934" y="6920"/>
                  <a:pt x="11162" y="6920"/>
                </a:cubicBezTo>
                <a:cubicBezTo>
                  <a:pt x="15069" y="6920"/>
                  <a:pt x="17413" y="8706"/>
                  <a:pt x="17413" y="11943"/>
                </a:cubicBezTo>
                <a:cubicBezTo>
                  <a:pt x="17413" y="14399"/>
                  <a:pt x="17413" y="14399"/>
                  <a:pt x="14511" y="26566"/>
                </a:cubicBezTo>
                <a:lnTo>
                  <a:pt x="0" y="78805"/>
                </a:lnTo>
                <a:lnTo>
                  <a:pt x="13618" y="78805"/>
                </a:ln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E1E231-30B3-46E2-BF32-6F19D236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361" y="4273860"/>
            <a:ext cx="42304" cy="122113"/>
          </a:xfrm>
          <a:custGeom xmlns:a="http://schemas.openxmlformats.org/drawingml/2006/main">
            <a:pathLst>
              <a:path w="42304" h="122113">
                <a:moveTo>
                  <a:pt x="28352" y="39849"/>
                </a:moveTo>
                <a:lnTo>
                  <a:pt x="670" y="49671"/>
                </a:lnTo>
                <a:lnTo>
                  <a:pt x="670" y="52350"/>
                </a:lnTo>
                <a:lnTo>
                  <a:pt x="2121" y="52127"/>
                </a:lnTo>
                <a:cubicBezTo>
                  <a:pt x="4242" y="51792"/>
                  <a:pt x="6586" y="51681"/>
                  <a:pt x="8148" y="51681"/>
                </a:cubicBezTo>
                <a:cubicBezTo>
                  <a:pt x="12502" y="51681"/>
                  <a:pt x="14064" y="54583"/>
                  <a:pt x="14064" y="62396"/>
                </a:cubicBezTo>
                <a:lnTo>
                  <a:pt x="14064" y="103808"/>
                </a:lnTo>
                <a:cubicBezTo>
                  <a:pt x="14064" y="116644"/>
                  <a:pt x="12278" y="118653"/>
                  <a:pt x="0" y="119435"/>
                </a:cubicBezTo>
                <a:lnTo>
                  <a:pt x="0" y="122113"/>
                </a:lnTo>
                <a:lnTo>
                  <a:pt x="42304" y="122113"/>
                </a:lnTo>
                <a:lnTo>
                  <a:pt x="42304" y="119435"/>
                </a:lnTo>
                <a:cubicBezTo>
                  <a:pt x="30473" y="118542"/>
                  <a:pt x="29133" y="116644"/>
                  <a:pt x="29133" y="103808"/>
                </a:cubicBezTo>
                <a:lnTo>
                  <a:pt x="29133" y="40407"/>
                </a:lnTo>
                <a:lnTo>
                  <a:pt x="28352" y="39849"/>
                </a:lnTo>
                <a:close/>
                <a:moveTo>
                  <a:pt x="19980" y="0"/>
                </a:moveTo>
                <a:cubicBezTo>
                  <a:pt x="15180" y="0"/>
                  <a:pt x="11050" y="4130"/>
                  <a:pt x="11050" y="9153"/>
                </a:cubicBezTo>
                <a:cubicBezTo>
                  <a:pt x="11050" y="14176"/>
                  <a:pt x="14957" y="18194"/>
                  <a:pt x="19980" y="18194"/>
                </a:cubicBezTo>
                <a:cubicBezTo>
                  <a:pt x="25115" y="18194"/>
                  <a:pt x="29245" y="14288"/>
                  <a:pt x="29245" y="9153"/>
                </a:cubicBezTo>
                <a:cubicBezTo>
                  <a:pt x="29245" y="4130"/>
                  <a:pt x="25115" y="0"/>
                  <a:pt x="19980" y="0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19B80-DFEC-4AF9-B5B9-14B63409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721" y="4284687"/>
            <a:ext cx="171227" cy="117760"/>
          </a:xfrm>
          <a:custGeom xmlns:a="http://schemas.openxmlformats.org/drawingml/2006/main">
            <a:pathLst>
              <a:path w="171227" h="117760">
                <a:moveTo>
                  <a:pt x="86841" y="79921"/>
                </a:moveTo>
                <a:cubicBezTo>
                  <a:pt x="93204" y="68200"/>
                  <a:pt x="96887" y="55587"/>
                  <a:pt x="96887" y="51346"/>
                </a:cubicBezTo>
                <a:cubicBezTo>
                  <a:pt x="96887" y="45765"/>
                  <a:pt x="93762" y="40072"/>
                  <a:pt x="87176" y="40072"/>
                </a:cubicBezTo>
                <a:cubicBezTo>
                  <a:pt x="71326" y="40072"/>
                  <a:pt x="69428" y="67196"/>
                  <a:pt x="69205" y="74116"/>
                </a:cubicBezTo>
                <a:cubicBezTo>
                  <a:pt x="68982" y="77912"/>
                  <a:pt x="68759" y="78135"/>
                  <a:pt x="68424" y="78470"/>
                </a:cubicBezTo>
                <a:cubicBezTo>
                  <a:pt x="64629" y="82265"/>
                  <a:pt x="53690" y="89632"/>
                  <a:pt x="40072" y="89632"/>
                </a:cubicBezTo>
                <a:cubicBezTo>
                  <a:pt x="23217" y="89632"/>
                  <a:pt x="13506" y="78693"/>
                  <a:pt x="13506" y="64405"/>
                </a:cubicBezTo>
                <a:cubicBezTo>
                  <a:pt x="13506" y="56480"/>
                  <a:pt x="18194" y="37281"/>
                  <a:pt x="35719" y="13283"/>
                </a:cubicBezTo>
                <a:cubicBezTo>
                  <a:pt x="38063" y="10492"/>
                  <a:pt x="38509" y="9711"/>
                  <a:pt x="38509" y="7590"/>
                </a:cubicBezTo>
                <a:cubicBezTo>
                  <a:pt x="38509" y="4576"/>
                  <a:pt x="36054" y="2232"/>
                  <a:pt x="33263" y="2232"/>
                </a:cubicBezTo>
                <a:cubicBezTo>
                  <a:pt x="30696" y="2232"/>
                  <a:pt x="29133" y="3795"/>
                  <a:pt x="28910" y="3795"/>
                </a:cubicBezTo>
                <a:cubicBezTo>
                  <a:pt x="27570" y="5023"/>
                  <a:pt x="0" y="38509"/>
                  <a:pt x="0" y="75121"/>
                </a:cubicBezTo>
                <a:cubicBezTo>
                  <a:pt x="0" y="100905"/>
                  <a:pt x="13060" y="117760"/>
                  <a:pt x="34714" y="117760"/>
                </a:cubicBezTo>
                <a:cubicBezTo>
                  <a:pt x="52908" y="117760"/>
                  <a:pt x="67196" y="105482"/>
                  <a:pt x="72777" y="99343"/>
                </a:cubicBezTo>
                <a:cubicBezTo>
                  <a:pt x="76126" y="107045"/>
                  <a:pt x="83493" y="117760"/>
                  <a:pt x="100347" y="117760"/>
                </a:cubicBezTo>
                <a:cubicBezTo>
                  <a:pt x="122337" y="117760"/>
                  <a:pt x="142094" y="101687"/>
                  <a:pt x="153256" y="84274"/>
                </a:cubicBezTo>
                <a:cubicBezTo>
                  <a:pt x="168883" y="60052"/>
                  <a:pt x="171227" y="27347"/>
                  <a:pt x="171227" y="23775"/>
                </a:cubicBezTo>
                <a:cubicBezTo>
                  <a:pt x="171227" y="4018"/>
                  <a:pt x="159395" y="0"/>
                  <a:pt x="154037" y="0"/>
                </a:cubicBezTo>
                <a:cubicBezTo>
                  <a:pt x="144326" y="0"/>
                  <a:pt x="134615" y="10158"/>
                  <a:pt x="134615" y="19422"/>
                </a:cubicBezTo>
                <a:cubicBezTo>
                  <a:pt x="134615" y="26008"/>
                  <a:pt x="139526" y="29133"/>
                  <a:pt x="142094" y="31142"/>
                </a:cubicBezTo>
                <a:cubicBezTo>
                  <a:pt x="148679" y="35496"/>
                  <a:pt x="154260" y="41635"/>
                  <a:pt x="154260" y="49783"/>
                </a:cubicBezTo>
                <a:cubicBezTo>
                  <a:pt x="154260" y="66638"/>
                  <a:pt x="132383" y="89632"/>
                  <a:pt x="105817" y="89632"/>
                </a:cubicBezTo>
                <a:cubicBezTo>
                  <a:pt x="98338" y="89632"/>
                  <a:pt x="91418" y="87623"/>
                  <a:pt x="86841" y="79921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BFF301-9584-44FD-B680-5469C631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7509" y="4178201"/>
            <a:ext cx="38398" cy="118765"/>
          </a:xfrm>
          <a:custGeom xmlns:a="http://schemas.openxmlformats.org/drawingml/2006/main">
            <a:pathLst>
              <a:path w="38398" h="118765">
                <a:moveTo>
                  <a:pt x="30919" y="96441"/>
                </a:moveTo>
                <a:cubicBezTo>
                  <a:pt x="26566" y="102245"/>
                  <a:pt x="25338" y="103584"/>
                  <a:pt x="23552" y="105594"/>
                </a:cubicBezTo>
                <a:cubicBezTo>
                  <a:pt x="20538" y="108607"/>
                  <a:pt x="17859" y="110393"/>
                  <a:pt x="16185" y="110393"/>
                </a:cubicBezTo>
                <a:cubicBezTo>
                  <a:pt x="14734" y="110393"/>
                  <a:pt x="13395" y="108942"/>
                  <a:pt x="13395" y="107714"/>
                </a:cubicBezTo>
                <a:cubicBezTo>
                  <a:pt x="13395" y="105928"/>
                  <a:pt x="13841" y="103250"/>
                  <a:pt x="15180" y="99901"/>
                </a:cubicBezTo>
                <a:cubicBezTo>
                  <a:pt x="15180" y="99343"/>
                  <a:pt x="15627" y="98115"/>
                  <a:pt x="16073" y="96664"/>
                </a:cubicBezTo>
                <a:lnTo>
                  <a:pt x="16073" y="96329"/>
                </a:lnTo>
                <a:lnTo>
                  <a:pt x="16185" y="95883"/>
                </a:lnTo>
                <a:lnTo>
                  <a:pt x="31924" y="38398"/>
                </a:lnTo>
                <a:lnTo>
                  <a:pt x="31366" y="38063"/>
                </a:lnTo>
                <a:cubicBezTo>
                  <a:pt x="13395" y="41411"/>
                  <a:pt x="9823" y="41970"/>
                  <a:pt x="2791" y="42528"/>
                </a:cubicBezTo>
                <a:lnTo>
                  <a:pt x="2791" y="45318"/>
                </a:lnTo>
                <a:cubicBezTo>
                  <a:pt x="12278" y="45541"/>
                  <a:pt x="14064" y="46100"/>
                  <a:pt x="14064" y="49671"/>
                </a:cubicBezTo>
                <a:cubicBezTo>
                  <a:pt x="14064" y="51122"/>
                  <a:pt x="13506" y="53913"/>
                  <a:pt x="12502" y="57485"/>
                </a:cubicBezTo>
                <a:lnTo>
                  <a:pt x="3907" y="89074"/>
                </a:lnTo>
                <a:cubicBezTo>
                  <a:pt x="1005" y="99454"/>
                  <a:pt x="0" y="105035"/>
                  <a:pt x="0" y="108607"/>
                </a:cubicBezTo>
                <a:cubicBezTo>
                  <a:pt x="0" y="115193"/>
                  <a:pt x="2791" y="118765"/>
                  <a:pt x="8148" y="118765"/>
                </a:cubicBezTo>
                <a:cubicBezTo>
                  <a:pt x="16408" y="118765"/>
                  <a:pt x="22994" y="113407"/>
                  <a:pt x="33151" y="98450"/>
                </a:cubicBezTo>
                <a:lnTo>
                  <a:pt x="30919" y="96441"/>
                </a:lnTo>
                <a:close/>
                <a:moveTo>
                  <a:pt x="29468" y="0"/>
                </a:moveTo>
                <a:cubicBezTo>
                  <a:pt x="24668" y="0"/>
                  <a:pt x="21096" y="4018"/>
                  <a:pt x="21096" y="9488"/>
                </a:cubicBezTo>
                <a:cubicBezTo>
                  <a:pt x="21096" y="15180"/>
                  <a:pt x="24445" y="18976"/>
                  <a:pt x="29691" y="18976"/>
                </a:cubicBezTo>
                <a:cubicBezTo>
                  <a:pt x="34268" y="18976"/>
                  <a:pt x="38398" y="14734"/>
                  <a:pt x="38398" y="9823"/>
                </a:cubicBezTo>
                <a:cubicBezTo>
                  <a:pt x="38398" y="4576"/>
                  <a:pt x="34268" y="0"/>
                  <a:pt x="29468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F81CE7-D159-4E01-A2D5-453581C6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2493" y="4216264"/>
            <a:ext cx="82153" cy="80367"/>
          </a:xfrm>
          <a:custGeom xmlns:a="http://schemas.openxmlformats.org/drawingml/2006/main">
            <a:pathLst>
              <a:path w="82153" h="80367">
                <a:moveTo>
                  <a:pt x="79697" y="57820"/>
                </a:moveTo>
                <a:lnTo>
                  <a:pt x="75902" y="62508"/>
                </a:lnTo>
                <a:cubicBezTo>
                  <a:pt x="70768" y="69093"/>
                  <a:pt x="67531" y="71996"/>
                  <a:pt x="64963" y="71996"/>
                </a:cubicBezTo>
                <a:cubicBezTo>
                  <a:pt x="63624" y="71996"/>
                  <a:pt x="62173" y="70545"/>
                  <a:pt x="62173" y="69093"/>
                </a:cubicBezTo>
                <a:cubicBezTo>
                  <a:pt x="62173" y="67866"/>
                  <a:pt x="62173" y="67866"/>
                  <a:pt x="64629" y="57820"/>
                </a:cubicBezTo>
                <a:lnTo>
                  <a:pt x="74786" y="21096"/>
                </a:lnTo>
                <a:cubicBezTo>
                  <a:pt x="75679" y="17301"/>
                  <a:pt x="76460" y="13395"/>
                  <a:pt x="76460" y="10939"/>
                </a:cubicBezTo>
                <a:cubicBezTo>
                  <a:pt x="76460" y="4465"/>
                  <a:pt x="71661" y="0"/>
                  <a:pt x="64629" y="0"/>
                </a:cubicBezTo>
                <a:cubicBezTo>
                  <a:pt x="53243" y="0"/>
                  <a:pt x="41970" y="10716"/>
                  <a:pt x="23552" y="39291"/>
                </a:cubicBezTo>
                <a:lnTo>
                  <a:pt x="35496" y="335"/>
                </a:lnTo>
                <a:lnTo>
                  <a:pt x="35049" y="0"/>
                </a:lnTo>
                <a:cubicBezTo>
                  <a:pt x="25338" y="1898"/>
                  <a:pt x="21543" y="2679"/>
                  <a:pt x="6028" y="5469"/>
                </a:cubicBezTo>
                <a:lnTo>
                  <a:pt x="6028" y="8372"/>
                </a:lnTo>
                <a:cubicBezTo>
                  <a:pt x="15180" y="8483"/>
                  <a:pt x="17525" y="9599"/>
                  <a:pt x="17525" y="13171"/>
                </a:cubicBezTo>
                <a:cubicBezTo>
                  <a:pt x="17525" y="14288"/>
                  <a:pt x="17301" y="15292"/>
                  <a:pt x="17190" y="16185"/>
                </a:cubicBezTo>
                <a:lnTo>
                  <a:pt x="0" y="78805"/>
                </a:lnTo>
                <a:lnTo>
                  <a:pt x="13395" y="78805"/>
                </a:lnTo>
                <a:cubicBezTo>
                  <a:pt x="21766" y="50564"/>
                  <a:pt x="23329" y="46658"/>
                  <a:pt x="31254" y="34491"/>
                </a:cubicBezTo>
                <a:cubicBezTo>
                  <a:pt x="41970" y="17971"/>
                  <a:pt x="51122" y="9041"/>
                  <a:pt x="57708" y="9041"/>
                </a:cubicBezTo>
                <a:cubicBezTo>
                  <a:pt x="60387" y="9041"/>
                  <a:pt x="61950" y="11050"/>
                  <a:pt x="61950" y="14288"/>
                </a:cubicBezTo>
                <a:cubicBezTo>
                  <a:pt x="61950" y="16408"/>
                  <a:pt x="60945" y="22324"/>
                  <a:pt x="59494" y="27794"/>
                </a:cubicBezTo>
                <a:lnTo>
                  <a:pt x="51569" y="57373"/>
                </a:lnTo>
                <a:cubicBezTo>
                  <a:pt x="49337" y="66415"/>
                  <a:pt x="48778" y="68982"/>
                  <a:pt x="48778" y="70768"/>
                </a:cubicBezTo>
                <a:cubicBezTo>
                  <a:pt x="48778" y="77577"/>
                  <a:pt x="51234" y="80367"/>
                  <a:pt x="57150" y="80367"/>
                </a:cubicBezTo>
                <a:cubicBezTo>
                  <a:pt x="65187" y="80367"/>
                  <a:pt x="69875" y="76684"/>
                  <a:pt x="82153" y="60164"/>
                </a:cubicBezTo>
                <a:lnTo>
                  <a:pt x="79697" y="57820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F584A-60FF-47C9-A88A-DDB4DFF2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897" y="4172955"/>
            <a:ext cx="91529" cy="124346"/>
          </a:xfrm>
          <a:custGeom xmlns:a="http://schemas.openxmlformats.org/drawingml/2006/main">
            <a:pathLst>
              <a:path w="91529" h="124346">
                <a:moveTo>
                  <a:pt x="80032" y="102245"/>
                </a:moveTo>
                <a:cubicBezTo>
                  <a:pt x="70433" y="113295"/>
                  <a:pt x="68424" y="114970"/>
                  <a:pt x="65410" y="114970"/>
                </a:cubicBezTo>
                <a:cubicBezTo>
                  <a:pt x="63624" y="114970"/>
                  <a:pt x="62173" y="113295"/>
                  <a:pt x="62173" y="111398"/>
                </a:cubicBezTo>
                <a:cubicBezTo>
                  <a:pt x="62173" y="108831"/>
                  <a:pt x="67977" y="87064"/>
                  <a:pt x="73782" y="67419"/>
                </a:cubicBezTo>
                <a:cubicBezTo>
                  <a:pt x="78693" y="50899"/>
                  <a:pt x="82376" y="36723"/>
                  <a:pt x="91529" y="1005"/>
                </a:cubicBezTo>
                <a:lnTo>
                  <a:pt x="90636" y="0"/>
                </a:lnTo>
                <a:cubicBezTo>
                  <a:pt x="81149" y="2009"/>
                  <a:pt x="74675" y="3125"/>
                  <a:pt x="63289" y="4130"/>
                </a:cubicBezTo>
                <a:lnTo>
                  <a:pt x="63289" y="7144"/>
                </a:lnTo>
                <a:cubicBezTo>
                  <a:pt x="73112" y="7590"/>
                  <a:pt x="74340" y="8037"/>
                  <a:pt x="74340" y="11832"/>
                </a:cubicBezTo>
                <a:cubicBezTo>
                  <a:pt x="74340" y="14176"/>
                  <a:pt x="74116" y="15180"/>
                  <a:pt x="71661" y="24333"/>
                </a:cubicBezTo>
                <a:lnTo>
                  <a:pt x="63847" y="53690"/>
                </a:lnTo>
                <a:cubicBezTo>
                  <a:pt x="62396" y="46100"/>
                  <a:pt x="59159" y="43309"/>
                  <a:pt x="52127" y="43309"/>
                </a:cubicBezTo>
                <a:cubicBezTo>
                  <a:pt x="28910" y="43309"/>
                  <a:pt x="0" y="76907"/>
                  <a:pt x="0" y="103696"/>
                </a:cubicBezTo>
                <a:cubicBezTo>
                  <a:pt x="0" y="116309"/>
                  <a:pt x="7144" y="124011"/>
                  <a:pt x="18752" y="124011"/>
                </a:cubicBezTo>
                <a:cubicBezTo>
                  <a:pt x="30919" y="124011"/>
                  <a:pt x="38844" y="118318"/>
                  <a:pt x="50899" y="100459"/>
                </a:cubicBezTo>
                <a:cubicBezTo>
                  <a:pt x="49002" y="109612"/>
                  <a:pt x="48667" y="112291"/>
                  <a:pt x="48667" y="116309"/>
                </a:cubicBezTo>
                <a:cubicBezTo>
                  <a:pt x="48667" y="121221"/>
                  <a:pt x="51681" y="124346"/>
                  <a:pt x="56145" y="124346"/>
                </a:cubicBezTo>
                <a:cubicBezTo>
                  <a:pt x="63624" y="124346"/>
                  <a:pt x="72889" y="117091"/>
                  <a:pt x="82265" y="104031"/>
                </a:cubicBezTo>
                <a:lnTo>
                  <a:pt x="80032" y="102245"/>
                </a:lnTo>
                <a:close/>
                <a:moveTo>
                  <a:pt x="52908" y="47439"/>
                </a:moveTo>
                <a:cubicBezTo>
                  <a:pt x="58266" y="47774"/>
                  <a:pt x="60945" y="51122"/>
                  <a:pt x="60945" y="57596"/>
                </a:cubicBezTo>
                <a:cubicBezTo>
                  <a:pt x="60945" y="84720"/>
                  <a:pt x="42304" y="115416"/>
                  <a:pt x="25896" y="115416"/>
                </a:cubicBezTo>
                <a:cubicBezTo>
                  <a:pt x="19869" y="115416"/>
                  <a:pt x="15515" y="110617"/>
                  <a:pt x="15515" y="103696"/>
                </a:cubicBezTo>
                <a:cubicBezTo>
                  <a:pt x="15515" y="88850"/>
                  <a:pt x="24557" y="68089"/>
                  <a:pt x="36277" y="55587"/>
                </a:cubicBezTo>
                <a:cubicBezTo>
                  <a:pt x="41300" y="50453"/>
                  <a:pt x="47885" y="46993"/>
                  <a:pt x="52908" y="47439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B48AA4-829F-483A-9B9E-D087688B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5217" y="4178201"/>
            <a:ext cx="38398" cy="118765"/>
          </a:xfrm>
          <a:custGeom xmlns:a="http://schemas.openxmlformats.org/drawingml/2006/main">
            <a:pathLst>
              <a:path w="38398" h="118765">
                <a:moveTo>
                  <a:pt x="30919" y="96441"/>
                </a:moveTo>
                <a:cubicBezTo>
                  <a:pt x="26677" y="102245"/>
                  <a:pt x="25338" y="103584"/>
                  <a:pt x="23664" y="105594"/>
                </a:cubicBezTo>
                <a:cubicBezTo>
                  <a:pt x="20538" y="108607"/>
                  <a:pt x="17971" y="110393"/>
                  <a:pt x="16297" y="110393"/>
                </a:cubicBezTo>
                <a:cubicBezTo>
                  <a:pt x="14846" y="110393"/>
                  <a:pt x="13395" y="108942"/>
                  <a:pt x="13395" y="107714"/>
                </a:cubicBezTo>
                <a:cubicBezTo>
                  <a:pt x="13395" y="105928"/>
                  <a:pt x="13953" y="103250"/>
                  <a:pt x="15180" y="99901"/>
                </a:cubicBezTo>
                <a:cubicBezTo>
                  <a:pt x="15180" y="99343"/>
                  <a:pt x="15739" y="98115"/>
                  <a:pt x="16073" y="96664"/>
                </a:cubicBezTo>
                <a:lnTo>
                  <a:pt x="16073" y="96329"/>
                </a:lnTo>
                <a:lnTo>
                  <a:pt x="16297" y="95883"/>
                </a:lnTo>
                <a:lnTo>
                  <a:pt x="32035" y="38398"/>
                </a:lnTo>
                <a:lnTo>
                  <a:pt x="31477" y="38063"/>
                </a:lnTo>
                <a:cubicBezTo>
                  <a:pt x="13395" y="41411"/>
                  <a:pt x="9823" y="41970"/>
                  <a:pt x="2902" y="42528"/>
                </a:cubicBezTo>
                <a:lnTo>
                  <a:pt x="2902" y="45318"/>
                </a:lnTo>
                <a:cubicBezTo>
                  <a:pt x="12390" y="45541"/>
                  <a:pt x="14176" y="46100"/>
                  <a:pt x="14176" y="49671"/>
                </a:cubicBezTo>
                <a:cubicBezTo>
                  <a:pt x="14176" y="51122"/>
                  <a:pt x="13618" y="53913"/>
                  <a:pt x="12502" y="57485"/>
                </a:cubicBezTo>
                <a:lnTo>
                  <a:pt x="3907" y="89074"/>
                </a:lnTo>
                <a:cubicBezTo>
                  <a:pt x="1116" y="99454"/>
                  <a:pt x="0" y="105035"/>
                  <a:pt x="0" y="108607"/>
                </a:cubicBezTo>
                <a:cubicBezTo>
                  <a:pt x="0" y="115193"/>
                  <a:pt x="2902" y="118765"/>
                  <a:pt x="8260" y="118765"/>
                </a:cubicBezTo>
                <a:cubicBezTo>
                  <a:pt x="16408" y="118765"/>
                  <a:pt x="23106" y="113407"/>
                  <a:pt x="33263" y="98450"/>
                </a:cubicBezTo>
                <a:lnTo>
                  <a:pt x="30919" y="96441"/>
                </a:lnTo>
                <a:close/>
                <a:moveTo>
                  <a:pt x="29580" y="0"/>
                </a:moveTo>
                <a:cubicBezTo>
                  <a:pt x="24668" y="0"/>
                  <a:pt x="21096" y="4018"/>
                  <a:pt x="21096" y="9488"/>
                </a:cubicBezTo>
                <a:cubicBezTo>
                  <a:pt x="21096" y="15180"/>
                  <a:pt x="24557" y="18976"/>
                  <a:pt x="29691" y="18976"/>
                </a:cubicBezTo>
                <a:cubicBezTo>
                  <a:pt x="34379" y="18976"/>
                  <a:pt x="38398" y="14734"/>
                  <a:pt x="38398" y="9823"/>
                </a:cubicBezTo>
                <a:cubicBezTo>
                  <a:pt x="38398" y="4576"/>
                  <a:pt x="34379" y="0"/>
                  <a:pt x="29580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F59EC8-7A35-48B5-9214-8F817378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5781" y="4216264"/>
            <a:ext cx="65633" cy="78805"/>
          </a:xfrm>
          <a:custGeom xmlns:a="http://schemas.openxmlformats.org/drawingml/2006/main">
            <a:pathLst>
              <a:path w="65633" h="78805">
                <a:moveTo>
                  <a:pt x="13618" y="78805"/>
                </a:moveTo>
                <a:cubicBezTo>
                  <a:pt x="22882" y="48444"/>
                  <a:pt x="25896" y="40742"/>
                  <a:pt x="34156" y="27124"/>
                </a:cubicBezTo>
                <a:cubicBezTo>
                  <a:pt x="40072" y="17078"/>
                  <a:pt x="44983" y="11609"/>
                  <a:pt x="47997" y="11609"/>
                </a:cubicBezTo>
                <a:cubicBezTo>
                  <a:pt x="49113" y="11609"/>
                  <a:pt x="50006" y="12278"/>
                  <a:pt x="50899" y="14064"/>
                </a:cubicBezTo>
                <a:cubicBezTo>
                  <a:pt x="52350" y="17078"/>
                  <a:pt x="53801" y="17971"/>
                  <a:pt x="57373" y="17971"/>
                </a:cubicBezTo>
                <a:cubicBezTo>
                  <a:pt x="62508" y="17971"/>
                  <a:pt x="65633" y="14846"/>
                  <a:pt x="65633" y="9265"/>
                </a:cubicBezTo>
                <a:cubicBezTo>
                  <a:pt x="65633" y="3684"/>
                  <a:pt x="62173" y="0"/>
                  <a:pt x="57150" y="0"/>
                </a:cubicBezTo>
                <a:cubicBezTo>
                  <a:pt x="53132" y="0"/>
                  <a:pt x="48220" y="2679"/>
                  <a:pt x="43644" y="7479"/>
                </a:cubicBezTo>
                <a:cubicBezTo>
                  <a:pt x="36277" y="14957"/>
                  <a:pt x="29133" y="25561"/>
                  <a:pt x="26231" y="32705"/>
                </a:cubicBezTo>
                <a:lnTo>
                  <a:pt x="23775" y="39067"/>
                </a:lnTo>
                <a:lnTo>
                  <a:pt x="33263" y="335"/>
                </a:lnTo>
                <a:lnTo>
                  <a:pt x="32705" y="0"/>
                </a:lnTo>
                <a:cubicBezTo>
                  <a:pt x="19645" y="2344"/>
                  <a:pt x="17971" y="2679"/>
                  <a:pt x="5023" y="4800"/>
                </a:cubicBezTo>
                <a:lnTo>
                  <a:pt x="5023" y="7813"/>
                </a:lnTo>
                <a:cubicBezTo>
                  <a:pt x="9265" y="6921"/>
                  <a:pt x="9823" y="6921"/>
                  <a:pt x="11050" y="6921"/>
                </a:cubicBezTo>
                <a:cubicBezTo>
                  <a:pt x="14957" y="6921"/>
                  <a:pt x="17301" y="8706"/>
                  <a:pt x="17301" y="11943"/>
                </a:cubicBezTo>
                <a:cubicBezTo>
                  <a:pt x="17301" y="14399"/>
                  <a:pt x="17301" y="14399"/>
                  <a:pt x="14511" y="26566"/>
                </a:cubicBezTo>
                <a:lnTo>
                  <a:pt x="0" y="78805"/>
                </a:lnTo>
                <a:lnTo>
                  <a:pt x="13618" y="78805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9D7C8-8128-47F5-886D-B43AB83E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594" y="4340944"/>
            <a:ext cx="42304" cy="122113"/>
          </a:xfrm>
          <a:custGeom xmlns:a="http://schemas.openxmlformats.org/drawingml/2006/main">
            <a:pathLst>
              <a:path w="42304" h="122113">
                <a:moveTo>
                  <a:pt x="28352" y="39849"/>
                </a:moveTo>
                <a:lnTo>
                  <a:pt x="670" y="49671"/>
                </a:lnTo>
                <a:lnTo>
                  <a:pt x="670" y="52350"/>
                </a:lnTo>
                <a:lnTo>
                  <a:pt x="2121" y="52239"/>
                </a:lnTo>
                <a:cubicBezTo>
                  <a:pt x="4242" y="51792"/>
                  <a:pt x="6586" y="51681"/>
                  <a:pt x="8148" y="51681"/>
                </a:cubicBezTo>
                <a:cubicBezTo>
                  <a:pt x="12502" y="51681"/>
                  <a:pt x="14064" y="54583"/>
                  <a:pt x="14064" y="62396"/>
                </a:cubicBezTo>
                <a:lnTo>
                  <a:pt x="14064" y="103808"/>
                </a:lnTo>
                <a:cubicBezTo>
                  <a:pt x="14064" y="116644"/>
                  <a:pt x="12278" y="118653"/>
                  <a:pt x="0" y="119435"/>
                </a:cubicBezTo>
                <a:lnTo>
                  <a:pt x="0" y="122113"/>
                </a:lnTo>
                <a:lnTo>
                  <a:pt x="42304" y="122113"/>
                </a:lnTo>
                <a:lnTo>
                  <a:pt x="42304" y="119435"/>
                </a:lnTo>
                <a:cubicBezTo>
                  <a:pt x="30584" y="118542"/>
                  <a:pt x="29133" y="116644"/>
                  <a:pt x="29133" y="103808"/>
                </a:cubicBezTo>
                <a:lnTo>
                  <a:pt x="29133" y="40407"/>
                </a:lnTo>
                <a:lnTo>
                  <a:pt x="28352" y="39849"/>
                </a:lnTo>
                <a:close/>
                <a:moveTo>
                  <a:pt x="19980" y="0"/>
                </a:moveTo>
                <a:cubicBezTo>
                  <a:pt x="15180" y="0"/>
                  <a:pt x="11050" y="4130"/>
                  <a:pt x="11050" y="9153"/>
                </a:cubicBezTo>
                <a:cubicBezTo>
                  <a:pt x="11050" y="14176"/>
                  <a:pt x="14957" y="18194"/>
                  <a:pt x="19980" y="18194"/>
                </a:cubicBezTo>
                <a:cubicBezTo>
                  <a:pt x="25226" y="18194"/>
                  <a:pt x="29245" y="14288"/>
                  <a:pt x="29245" y="9153"/>
                </a:cubicBezTo>
                <a:cubicBezTo>
                  <a:pt x="29245" y="4130"/>
                  <a:pt x="25226" y="0"/>
                  <a:pt x="19980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F9E0A3-D95E-462F-A4FC-17ACDF0CD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68" y="4607049"/>
            <a:ext cx="128029" cy="128141"/>
          </a:xfrm>
          <a:custGeom xmlns:a="http://schemas.openxmlformats.org/drawingml/2006/main">
            <a:pathLst>
              <a:path w="128029" h="128141">
                <a:moveTo>
                  <a:pt x="128029" y="128141"/>
                </a:moveTo>
                <a:lnTo>
                  <a:pt x="0" y="64071"/>
                </a:lnTo>
                <a:lnTo>
                  <a:pt x="128029" y="0"/>
                </a:lnTo>
                <a:cubicBezTo>
                  <a:pt x="95994" y="32035"/>
                  <a:pt x="95994" y="96106"/>
                  <a:pt x="128029" y="128141"/>
                </a:cubicBezTo>
                <a:close/>
                <a:moveTo>
                  <a:pt x="128029" y="128141"/>
                </a:move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51B867-728C-4DCA-8EE7-65978C0C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336" y="4671120"/>
            <a:ext cx="472269" cy="10"/>
          </a:xfrm>
          <a:custGeom xmlns:a="http://schemas.openxmlformats.org/drawingml/2006/main">
            <a:pathLst>
              <a:path w="472269" h="1" fill="none">
                <a:moveTo>
                  <a:pt x="47226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472" cap="rnd">
            <a:solidFill>
              <a:srgbClr val="00A500"/>
            </a:solidFill>
            <a:round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9F3658-1BA9-4CC7-82AD-40F0E245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217" y="3890107"/>
            <a:ext cx="154372" cy="174464"/>
          </a:xfrm>
          <a:custGeom xmlns:a="http://schemas.openxmlformats.org/drawingml/2006/main">
            <a:pathLst>
              <a:path w="154372" h="174464">
                <a:moveTo>
                  <a:pt x="85613" y="19980"/>
                </a:moveTo>
                <a:cubicBezTo>
                  <a:pt x="87846" y="10716"/>
                  <a:pt x="88627" y="7925"/>
                  <a:pt x="112626" y="7925"/>
                </a:cubicBezTo>
                <a:cubicBezTo>
                  <a:pt x="120328" y="7925"/>
                  <a:pt x="122337" y="7925"/>
                  <a:pt x="122337" y="3125"/>
                </a:cubicBezTo>
                <a:cubicBezTo>
                  <a:pt x="122337" y="0"/>
                  <a:pt x="119546" y="0"/>
                  <a:pt x="118318" y="0"/>
                </a:cubicBezTo>
                <a:cubicBezTo>
                  <a:pt x="109835" y="0"/>
                  <a:pt x="88850" y="781"/>
                  <a:pt x="80479" y="781"/>
                </a:cubicBezTo>
                <a:cubicBezTo>
                  <a:pt x="72777" y="781"/>
                  <a:pt x="54136" y="0"/>
                  <a:pt x="46434" y="0"/>
                </a:cubicBezTo>
                <a:cubicBezTo>
                  <a:pt x="44648" y="0"/>
                  <a:pt x="41635" y="0"/>
                  <a:pt x="41635" y="5135"/>
                </a:cubicBezTo>
                <a:cubicBezTo>
                  <a:pt x="41635" y="7925"/>
                  <a:pt x="43979" y="7925"/>
                  <a:pt x="48778" y="7925"/>
                </a:cubicBezTo>
                <a:cubicBezTo>
                  <a:pt x="49337" y="7925"/>
                  <a:pt x="54136" y="7925"/>
                  <a:pt x="58489" y="8483"/>
                </a:cubicBezTo>
                <a:cubicBezTo>
                  <a:pt x="63066" y="8930"/>
                  <a:pt x="65410" y="9265"/>
                  <a:pt x="65410" y="12502"/>
                </a:cubicBezTo>
                <a:cubicBezTo>
                  <a:pt x="65410" y="13506"/>
                  <a:pt x="65075" y="14288"/>
                  <a:pt x="64405" y="17413"/>
                </a:cubicBezTo>
                <a:lnTo>
                  <a:pt x="30138" y="154595"/>
                </a:lnTo>
                <a:cubicBezTo>
                  <a:pt x="27570" y="164529"/>
                  <a:pt x="27124" y="166650"/>
                  <a:pt x="6921" y="166650"/>
                </a:cubicBezTo>
                <a:cubicBezTo>
                  <a:pt x="2567" y="166650"/>
                  <a:pt x="0" y="166650"/>
                  <a:pt x="0" y="171673"/>
                </a:cubicBezTo>
                <a:cubicBezTo>
                  <a:pt x="0" y="174464"/>
                  <a:pt x="2344" y="174464"/>
                  <a:pt x="6921" y="174464"/>
                </a:cubicBezTo>
                <a:lnTo>
                  <a:pt x="125127" y="174464"/>
                </a:lnTo>
                <a:cubicBezTo>
                  <a:pt x="131266" y="174464"/>
                  <a:pt x="131490" y="174464"/>
                  <a:pt x="133052" y="170111"/>
                </a:cubicBezTo>
                <a:lnTo>
                  <a:pt x="153256" y="114970"/>
                </a:lnTo>
                <a:cubicBezTo>
                  <a:pt x="154372" y="112179"/>
                  <a:pt x="154372" y="111621"/>
                  <a:pt x="154372" y="111398"/>
                </a:cubicBezTo>
                <a:cubicBezTo>
                  <a:pt x="154372" y="110393"/>
                  <a:pt x="153479" y="108607"/>
                  <a:pt x="151247" y="108607"/>
                </a:cubicBezTo>
                <a:cubicBezTo>
                  <a:pt x="148903" y="108607"/>
                  <a:pt x="148679" y="109835"/>
                  <a:pt x="146893" y="113965"/>
                </a:cubicBezTo>
                <a:cubicBezTo>
                  <a:pt x="138187" y="137406"/>
                  <a:pt x="126913" y="166650"/>
                  <a:pt x="82823" y="166650"/>
                </a:cubicBezTo>
                <a:lnTo>
                  <a:pt x="58713" y="166650"/>
                </a:lnTo>
                <a:cubicBezTo>
                  <a:pt x="55141" y="166650"/>
                  <a:pt x="54694" y="166650"/>
                  <a:pt x="53132" y="166315"/>
                </a:cubicBezTo>
                <a:cubicBezTo>
                  <a:pt x="50564" y="166092"/>
                  <a:pt x="49783" y="165869"/>
                  <a:pt x="49783" y="163748"/>
                </a:cubicBezTo>
                <a:cubicBezTo>
                  <a:pt x="49783" y="163078"/>
                  <a:pt x="49783" y="162520"/>
                  <a:pt x="51011" y="157944"/>
                </a:cubicBezTo>
                <a:lnTo>
                  <a:pt x="85613" y="19980"/>
                </a:ln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42A7F-AC02-45B7-8F05-91738D5B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645" y="3837198"/>
            <a:ext cx="91418" cy="124346"/>
          </a:xfrm>
          <a:custGeom xmlns:a="http://schemas.openxmlformats.org/drawingml/2006/main">
            <a:pathLst>
              <a:path w="91418" h="124346">
                <a:moveTo>
                  <a:pt x="80032" y="102245"/>
                </a:moveTo>
                <a:cubicBezTo>
                  <a:pt x="70321" y="113295"/>
                  <a:pt x="68424" y="114970"/>
                  <a:pt x="65298" y="114970"/>
                </a:cubicBezTo>
                <a:cubicBezTo>
                  <a:pt x="63512" y="114970"/>
                  <a:pt x="62173" y="113295"/>
                  <a:pt x="62173" y="111398"/>
                </a:cubicBezTo>
                <a:cubicBezTo>
                  <a:pt x="62173" y="108831"/>
                  <a:pt x="67866" y="87064"/>
                  <a:pt x="73782" y="67419"/>
                </a:cubicBezTo>
                <a:cubicBezTo>
                  <a:pt x="78581" y="50899"/>
                  <a:pt x="82376" y="36612"/>
                  <a:pt x="91418" y="893"/>
                </a:cubicBezTo>
                <a:lnTo>
                  <a:pt x="90525" y="0"/>
                </a:lnTo>
                <a:cubicBezTo>
                  <a:pt x="81037" y="2009"/>
                  <a:pt x="74675" y="3125"/>
                  <a:pt x="63178" y="4130"/>
                </a:cubicBezTo>
                <a:lnTo>
                  <a:pt x="63178" y="7144"/>
                </a:lnTo>
                <a:cubicBezTo>
                  <a:pt x="73000" y="7479"/>
                  <a:pt x="74340" y="8037"/>
                  <a:pt x="74340" y="11832"/>
                </a:cubicBezTo>
                <a:cubicBezTo>
                  <a:pt x="74340" y="14176"/>
                  <a:pt x="74116" y="15180"/>
                  <a:pt x="71661" y="24333"/>
                </a:cubicBezTo>
                <a:lnTo>
                  <a:pt x="63736" y="53690"/>
                </a:lnTo>
                <a:cubicBezTo>
                  <a:pt x="62285" y="46100"/>
                  <a:pt x="59159" y="43309"/>
                  <a:pt x="52127" y="43309"/>
                </a:cubicBezTo>
                <a:cubicBezTo>
                  <a:pt x="28910" y="43309"/>
                  <a:pt x="0" y="76907"/>
                  <a:pt x="0" y="103696"/>
                </a:cubicBezTo>
                <a:cubicBezTo>
                  <a:pt x="0" y="116309"/>
                  <a:pt x="7144" y="124011"/>
                  <a:pt x="18752" y="124011"/>
                </a:cubicBezTo>
                <a:cubicBezTo>
                  <a:pt x="30919" y="124011"/>
                  <a:pt x="38733" y="118318"/>
                  <a:pt x="50899" y="100459"/>
                </a:cubicBezTo>
                <a:cubicBezTo>
                  <a:pt x="48890" y="109612"/>
                  <a:pt x="48555" y="112291"/>
                  <a:pt x="48555" y="116309"/>
                </a:cubicBezTo>
                <a:cubicBezTo>
                  <a:pt x="48555" y="121221"/>
                  <a:pt x="51569" y="124346"/>
                  <a:pt x="56034" y="124346"/>
                </a:cubicBezTo>
                <a:cubicBezTo>
                  <a:pt x="63512" y="124346"/>
                  <a:pt x="72889" y="117091"/>
                  <a:pt x="82153" y="104031"/>
                </a:cubicBezTo>
                <a:lnTo>
                  <a:pt x="80032" y="102245"/>
                </a:lnTo>
                <a:close/>
                <a:moveTo>
                  <a:pt x="52797" y="47439"/>
                </a:moveTo>
                <a:cubicBezTo>
                  <a:pt x="58266" y="47774"/>
                  <a:pt x="60945" y="51122"/>
                  <a:pt x="60945" y="57596"/>
                </a:cubicBezTo>
                <a:cubicBezTo>
                  <a:pt x="60945" y="84720"/>
                  <a:pt x="42304" y="115416"/>
                  <a:pt x="25896" y="115416"/>
                </a:cubicBezTo>
                <a:cubicBezTo>
                  <a:pt x="19757" y="115416"/>
                  <a:pt x="15515" y="110617"/>
                  <a:pt x="15515" y="103696"/>
                </a:cubicBezTo>
                <a:cubicBezTo>
                  <a:pt x="15515" y="88850"/>
                  <a:pt x="24445" y="68089"/>
                  <a:pt x="36277" y="55587"/>
                </a:cubicBezTo>
                <a:cubicBezTo>
                  <a:pt x="41188" y="50453"/>
                  <a:pt x="47885" y="46993"/>
                  <a:pt x="52797" y="47439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C5513D-081A-4E70-8D96-7D8C8F5E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55" y="3842445"/>
            <a:ext cx="38398" cy="118765"/>
          </a:xfrm>
          <a:custGeom xmlns:a="http://schemas.openxmlformats.org/drawingml/2006/main">
            <a:pathLst>
              <a:path w="38398" h="118765">
                <a:moveTo>
                  <a:pt x="30919" y="96441"/>
                </a:moveTo>
                <a:cubicBezTo>
                  <a:pt x="26677" y="102245"/>
                  <a:pt x="25450" y="103584"/>
                  <a:pt x="23664" y="105594"/>
                </a:cubicBezTo>
                <a:cubicBezTo>
                  <a:pt x="20538" y="108607"/>
                  <a:pt x="17971" y="110393"/>
                  <a:pt x="16297" y="110393"/>
                </a:cubicBezTo>
                <a:cubicBezTo>
                  <a:pt x="14846" y="110393"/>
                  <a:pt x="13395" y="108942"/>
                  <a:pt x="13395" y="107714"/>
                </a:cubicBezTo>
                <a:cubicBezTo>
                  <a:pt x="13395" y="105928"/>
                  <a:pt x="13953" y="103250"/>
                  <a:pt x="15180" y="99789"/>
                </a:cubicBezTo>
                <a:cubicBezTo>
                  <a:pt x="15180" y="99343"/>
                  <a:pt x="15739" y="98115"/>
                  <a:pt x="16073" y="96664"/>
                </a:cubicBezTo>
                <a:lnTo>
                  <a:pt x="16073" y="96329"/>
                </a:lnTo>
                <a:lnTo>
                  <a:pt x="16297" y="95883"/>
                </a:lnTo>
                <a:lnTo>
                  <a:pt x="32035" y="38398"/>
                </a:lnTo>
                <a:lnTo>
                  <a:pt x="31477" y="38063"/>
                </a:lnTo>
                <a:cubicBezTo>
                  <a:pt x="13395" y="41411"/>
                  <a:pt x="9823" y="41970"/>
                  <a:pt x="2902" y="42528"/>
                </a:cubicBezTo>
                <a:lnTo>
                  <a:pt x="2902" y="45318"/>
                </a:lnTo>
                <a:cubicBezTo>
                  <a:pt x="12390" y="45541"/>
                  <a:pt x="14176" y="46100"/>
                  <a:pt x="14176" y="49671"/>
                </a:cubicBezTo>
                <a:cubicBezTo>
                  <a:pt x="14176" y="51122"/>
                  <a:pt x="13618" y="53913"/>
                  <a:pt x="12502" y="57485"/>
                </a:cubicBezTo>
                <a:lnTo>
                  <a:pt x="3907" y="89074"/>
                </a:lnTo>
                <a:cubicBezTo>
                  <a:pt x="1116" y="99454"/>
                  <a:pt x="0" y="105035"/>
                  <a:pt x="0" y="108607"/>
                </a:cubicBezTo>
                <a:cubicBezTo>
                  <a:pt x="0" y="115193"/>
                  <a:pt x="2902" y="118765"/>
                  <a:pt x="8260" y="118765"/>
                </a:cubicBezTo>
                <a:cubicBezTo>
                  <a:pt x="16408" y="118765"/>
                  <a:pt x="23106" y="113407"/>
                  <a:pt x="33263" y="98450"/>
                </a:cubicBezTo>
                <a:lnTo>
                  <a:pt x="30919" y="96441"/>
                </a:lnTo>
                <a:close/>
                <a:moveTo>
                  <a:pt x="29580" y="0"/>
                </a:moveTo>
                <a:cubicBezTo>
                  <a:pt x="24668" y="0"/>
                  <a:pt x="21096" y="4018"/>
                  <a:pt x="21096" y="9488"/>
                </a:cubicBezTo>
                <a:cubicBezTo>
                  <a:pt x="21096" y="15180"/>
                  <a:pt x="24557" y="18864"/>
                  <a:pt x="29691" y="18864"/>
                </a:cubicBezTo>
                <a:cubicBezTo>
                  <a:pt x="34379" y="18864"/>
                  <a:pt x="38398" y="14734"/>
                  <a:pt x="38398" y="9823"/>
                </a:cubicBezTo>
                <a:cubicBezTo>
                  <a:pt x="38398" y="4576"/>
                  <a:pt x="34379" y="0"/>
                  <a:pt x="29580" y="0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8CAD6-B686-43BF-B801-579AF4D6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529" y="3880507"/>
            <a:ext cx="65522" cy="78805"/>
          </a:xfrm>
          <a:custGeom xmlns:a="http://schemas.openxmlformats.org/drawingml/2006/main">
            <a:pathLst>
              <a:path w="65522" h="78805">
                <a:moveTo>
                  <a:pt x="13506" y="78805"/>
                </a:moveTo>
                <a:cubicBezTo>
                  <a:pt x="22771" y="48332"/>
                  <a:pt x="25896" y="40742"/>
                  <a:pt x="34044" y="27124"/>
                </a:cubicBezTo>
                <a:cubicBezTo>
                  <a:pt x="39960" y="17078"/>
                  <a:pt x="44983" y="11609"/>
                  <a:pt x="47997" y="11609"/>
                </a:cubicBezTo>
                <a:cubicBezTo>
                  <a:pt x="49113" y="11609"/>
                  <a:pt x="50006" y="12278"/>
                  <a:pt x="50899" y="14064"/>
                </a:cubicBezTo>
                <a:cubicBezTo>
                  <a:pt x="52350" y="17078"/>
                  <a:pt x="53690" y="17971"/>
                  <a:pt x="57262" y="17971"/>
                </a:cubicBezTo>
                <a:cubicBezTo>
                  <a:pt x="62508" y="17971"/>
                  <a:pt x="65522" y="14846"/>
                  <a:pt x="65522" y="9265"/>
                </a:cubicBezTo>
                <a:cubicBezTo>
                  <a:pt x="65522" y="3684"/>
                  <a:pt x="62173" y="0"/>
                  <a:pt x="57150" y="0"/>
                </a:cubicBezTo>
                <a:cubicBezTo>
                  <a:pt x="53020" y="0"/>
                  <a:pt x="48220" y="2679"/>
                  <a:pt x="43532" y="7479"/>
                </a:cubicBezTo>
                <a:cubicBezTo>
                  <a:pt x="36165" y="14957"/>
                  <a:pt x="29133" y="25561"/>
                  <a:pt x="26231" y="32705"/>
                </a:cubicBezTo>
                <a:lnTo>
                  <a:pt x="23664" y="39067"/>
                </a:lnTo>
                <a:lnTo>
                  <a:pt x="33151" y="335"/>
                </a:lnTo>
                <a:lnTo>
                  <a:pt x="32705" y="0"/>
                </a:lnTo>
                <a:cubicBezTo>
                  <a:pt x="19645" y="2344"/>
                  <a:pt x="17971" y="2679"/>
                  <a:pt x="4911" y="4800"/>
                </a:cubicBezTo>
                <a:lnTo>
                  <a:pt x="4911" y="7813"/>
                </a:lnTo>
                <a:cubicBezTo>
                  <a:pt x="9265" y="6921"/>
                  <a:pt x="9823" y="6921"/>
                  <a:pt x="11050" y="6921"/>
                </a:cubicBezTo>
                <a:cubicBezTo>
                  <a:pt x="14957" y="6921"/>
                  <a:pt x="17301" y="8706"/>
                  <a:pt x="17301" y="11943"/>
                </a:cubicBezTo>
                <a:cubicBezTo>
                  <a:pt x="17301" y="14399"/>
                  <a:pt x="17301" y="14399"/>
                  <a:pt x="14399" y="26566"/>
                </a:cubicBezTo>
                <a:lnTo>
                  <a:pt x="0" y="78805"/>
                </a:lnTo>
                <a:lnTo>
                  <a:pt x="13506" y="78805"/>
                </a:ln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A3D1B-C57C-46E9-84FA-3087D853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756" y="4005188"/>
            <a:ext cx="42416" cy="122113"/>
          </a:xfrm>
          <a:custGeom xmlns:a="http://schemas.openxmlformats.org/drawingml/2006/main">
            <a:pathLst>
              <a:path w="42416" h="122113">
                <a:moveTo>
                  <a:pt x="28463" y="39849"/>
                </a:moveTo>
                <a:lnTo>
                  <a:pt x="670" y="49671"/>
                </a:lnTo>
                <a:lnTo>
                  <a:pt x="670" y="52350"/>
                </a:lnTo>
                <a:lnTo>
                  <a:pt x="2121" y="52127"/>
                </a:lnTo>
                <a:cubicBezTo>
                  <a:pt x="4353" y="51792"/>
                  <a:pt x="6697" y="51681"/>
                  <a:pt x="8260" y="51681"/>
                </a:cubicBezTo>
                <a:cubicBezTo>
                  <a:pt x="12502" y="51681"/>
                  <a:pt x="14176" y="54583"/>
                  <a:pt x="14176" y="62396"/>
                </a:cubicBezTo>
                <a:lnTo>
                  <a:pt x="14176" y="103808"/>
                </a:lnTo>
                <a:cubicBezTo>
                  <a:pt x="14176" y="116644"/>
                  <a:pt x="12390" y="118653"/>
                  <a:pt x="0" y="119435"/>
                </a:cubicBezTo>
                <a:lnTo>
                  <a:pt x="0" y="122113"/>
                </a:lnTo>
                <a:lnTo>
                  <a:pt x="42416" y="122113"/>
                </a:lnTo>
                <a:lnTo>
                  <a:pt x="42416" y="119435"/>
                </a:lnTo>
                <a:cubicBezTo>
                  <a:pt x="30584" y="118542"/>
                  <a:pt x="29133" y="116644"/>
                  <a:pt x="29133" y="103808"/>
                </a:cubicBezTo>
                <a:lnTo>
                  <a:pt x="29133" y="40407"/>
                </a:lnTo>
                <a:lnTo>
                  <a:pt x="28463" y="39849"/>
                </a:lnTo>
                <a:close/>
                <a:moveTo>
                  <a:pt x="19980" y="0"/>
                </a:moveTo>
                <a:cubicBezTo>
                  <a:pt x="15180" y="0"/>
                  <a:pt x="11050" y="4130"/>
                  <a:pt x="11050" y="9153"/>
                </a:cubicBezTo>
                <a:cubicBezTo>
                  <a:pt x="11050" y="14176"/>
                  <a:pt x="15069" y="18194"/>
                  <a:pt x="19980" y="18194"/>
                </a:cubicBezTo>
                <a:cubicBezTo>
                  <a:pt x="25226" y="18194"/>
                  <a:pt x="29356" y="14288"/>
                  <a:pt x="29356" y="9153"/>
                </a:cubicBezTo>
                <a:cubicBezTo>
                  <a:pt x="29356" y="4130"/>
                  <a:pt x="25226" y="0"/>
                  <a:pt x="19980" y="0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CAFFB-7D4C-42D0-8E3B-D25F873F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7109" y="3890107"/>
            <a:ext cx="154372" cy="174464"/>
          </a:xfrm>
          <a:custGeom xmlns:a="http://schemas.openxmlformats.org/drawingml/2006/main">
            <a:pathLst>
              <a:path w="154372" h="174464">
                <a:moveTo>
                  <a:pt x="85613" y="19980"/>
                </a:moveTo>
                <a:cubicBezTo>
                  <a:pt x="87846" y="10716"/>
                  <a:pt x="88627" y="7925"/>
                  <a:pt x="112626" y="7925"/>
                </a:cubicBezTo>
                <a:cubicBezTo>
                  <a:pt x="120328" y="7925"/>
                  <a:pt x="122337" y="7925"/>
                  <a:pt x="122337" y="3125"/>
                </a:cubicBezTo>
                <a:cubicBezTo>
                  <a:pt x="122337" y="0"/>
                  <a:pt x="119546" y="0"/>
                  <a:pt x="118318" y="0"/>
                </a:cubicBezTo>
                <a:cubicBezTo>
                  <a:pt x="109835" y="0"/>
                  <a:pt x="88850" y="781"/>
                  <a:pt x="80479" y="781"/>
                </a:cubicBezTo>
                <a:cubicBezTo>
                  <a:pt x="72777" y="781"/>
                  <a:pt x="54136" y="0"/>
                  <a:pt x="46434" y="0"/>
                </a:cubicBezTo>
                <a:cubicBezTo>
                  <a:pt x="44760" y="0"/>
                  <a:pt x="41635" y="0"/>
                  <a:pt x="41635" y="5135"/>
                </a:cubicBezTo>
                <a:cubicBezTo>
                  <a:pt x="41635" y="7925"/>
                  <a:pt x="43979" y="7925"/>
                  <a:pt x="48778" y="7925"/>
                </a:cubicBezTo>
                <a:cubicBezTo>
                  <a:pt x="49337" y="7925"/>
                  <a:pt x="54136" y="7925"/>
                  <a:pt x="58489" y="8483"/>
                </a:cubicBezTo>
                <a:cubicBezTo>
                  <a:pt x="63066" y="8930"/>
                  <a:pt x="65410" y="9265"/>
                  <a:pt x="65410" y="12502"/>
                </a:cubicBezTo>
                <a:cubicBezTo>
                  <a:pt x="65410" y="13506"/>
                  <a:pt x="65075" y="14288"/>
                  <a:pt x="64405" y="17413"/>
                </a:cubicBezTo>
                <a:lnTo>
                  <a:pt x="30138" y="154595"/>
                </a:lnTo>
                <a:cubicBezTo>
                  <a:pt x="27570" y="164529"/>
                  <a:pt x="27124" y="166650"/>
                  <a:pt x="6921" y="166650"/>
                </a:cubicBezTo>
                <a:cubicBezTo>
                  <a:pt x="2567" y="166650"/>
                  <a:pt x="0" y="166650"/>
                  <a:pt x="0" y="171673"/>
                </a:cubicBezTo>
                <a:cubicBezTo>
                  <a:pt x="0" y="174464"/>
                  <a:pt x="2344" y="174464"/>
                  <a:pt x="6921" y="174464"/>
                </a:cubicBezTo>
                <a:lnTo>
                  <a:pt x="125239" y="174464"/>
                </a:lnTo>
                <a:cubicBezTo>
                  <a:pt x="131378" y="174464"/>
                  <a:pt x="131601" y="174464"/>
                  <a:pt x="133052" y="170111"/>
                </a:cubicBezTo>
                <a:lnTo>
                  <a:pt x="153256" y="114970"/>
                </a:lnTo>
                <a:cubicBezTo>
                  <a:pt x="154372" y="112179"/>
                  <a:pt x="154372" y="111621"/>
                  <a:pt x="154372" y="111398"/>
                </a:cubicBezTo>
                <a:cubicBezTo>
                  <a:pt x="154372" y="110393"/>
                  <a:pt x="153479" y="108607"/>
                  <a:pt x="151247" y="108607"/>
                </a:cubicBezTo>
                <a:cubicBezTo>
                  <a:pt x="148903" y="108607"/>
                  <a:pt x="148679" y="109835"/>
                  <a:pt x="146893" y="113965"/>
                </a:cubicBezTo>
                <a:cubicBezTo>
                  <a:pt x="138187" y="137406"/>
                  <a:pt x="126913" y="166650"/>
                  <a:pt x="82823" y="166650"/>
                </a:cubicBezTo>
                <a:lnTo>
                  <a:pt x="58713" y="166650"/>
                </a:lnTo>
                <a:cubicBezTo>
                  <a:pt x="55141" y="166650"/>
                  <a:pt x="54694" y="166650"/>
                  <a:pt x="53132" y="166315"/>
                </a:cubicBezTo>
                <a:cubicBezTo>
                  <a:pt x="50564" y="166092"/>
                  <a:pt x="49783" y="165869"/>
                  <a:pt x="49783" y="163748"/>
                </a:cubicBezTo>
                <a:cubicBezTo>
                  <a:pt x="49783" y="163078"/>
                  <a:pt x="49783" y="162520"/>
                  <a:pt x="51122" y="157944"/>
                </a:cubicBezTo>
                <a:lnTo>
                  <a:pt x="85613" y="19980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F40FF4-2B34-48B4-8003-5DFF8914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005" y="3880507"/>
            <a:ext cx="70656" cy="80702"/>
          </a:xfrm>
          <a:custGeom xmlns:a="http://schemas.openxmlformats.org/drawingml/2006/main">
            <a:pathLst>
              <a:path w="70656" h="80702">
                <a:moveTo>
                  <a:pt x="57262" y="59829"/>
                </a:moveTo>
                <a:cubicBezTo>
                  <a:pt x="47327" y="70321"/>
                  <a:pt x="40407" y="74340"/>
                  <a:pt x="31589" y="74340"/>
                </a:cubicBezTo>
                <a:cubicBezTo>
                  <a:pt x="21543" y="74340"/>
                  <a:pt x="15404" y="66638"/>
                  <a:pt x="15404" y="53913"/>
                </a:cubicBezTo>
                <a:cubicBezTo>
                  <a:pt x="15404" y="38733"/>
                  <a:pt x="21655" y="22882"/>
                  <a:pt x="31589" y="12278"/>
                </a:cubicBezTo>
                <a:cubicBezTo>
                  <a:pt x="36835" y="6921"/>
                  <a:pt x="43979" y="3684"/>
                  <a:pt x="50899" y="3684"/>
                </a:cubicBezTo>
                <a:cubicBezTo>
                  <a:pt x="55029" y="3684"/>
                  <a:pt x="57708" y="5135"/>
                  <a:pt x="57708" y="7255"/>
                </a:cubicBezTo>
                <a:cubicBezTo>
                  <a:pt x="57708" y="8148"/>
                  <a:pt x="57373" y="9041"/>
                  <a:pt x="56704" y="10716"/>
                </a:cubicBezTo>
                <a:cubicBezTo>
                  <a:pt x="55476" y="13060"/>
                  <a:pt x="55029" y="14288"/>
                  <a:pt x="55029" y="15850"/>
                </a:cubicBezTo>
                <a:cubicBezTo>
                  <a:pt x="55029" y="20092"/>
                  <a:pt x="57708" y="22659"/>
                  <a:pt x="62061" y="22659"/>
                </a:cubicBezTo>
                <a:cubicBezTo>
                  <a:pt x="66861" y="22659"/>
                  <a:pt x="70656" y="19087"/>
                  <a:pt x="70656" y="14399"/>
                </a:cubicBezTo>
                <a:cubicBezTo>
                  <a:pt x="70656" y="6251"/>
                  <a:pt x="62508" y="0"/>
                  <a:pt x="51792" y="0"/>
                </a:cubicBezTo>
                <a:cubicBezTo>
                  <a:pt x="25003" y="0"/>
                  <a:pt x="0" y="26008"/>
                  <a:pt x="0" y="53913"/>
                </a:cubicBezTo>
                <a:cubicBezTo>
                  <a:pt x="0" y="70879"/>
                  <a:pt x="9599" y="80702"/>
                  <a:pt x="26343" y="80702"/>
                </a:cubicBezTo>
                <a:cubicBezTo>
                  <a:pt x="39514" y="80702"/>
                  <a:pt x="49337" y="75233"/>
                  <a:pt x="60052" y="61615"/>
                </a:cubicBezTo>
                <a:lnTo>
                  <a:pt x="57262" y="59829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5F010-34B8-4469-A658-C6B7B579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568" y="3880507"/>
            <a:ext cx="82042" cy="80702"/>
          </a:xfrm>
          <a:custGeom xmlns:a="http://schemas.openxmlformats.org/drawingml/2006/main">
            <a:pathLst>
              <a:path w="82042" h="80702">
                <a:moveTo>
                  <a:pt x="79921" y="59159"/>
                </a:moveTo>
                <a:cubicBezTo>
                  <a:pt x="77242" y="61726"/>
                  <a:pt x="76126" y="62619"/>
                  <a:pt x="74898" y="64182"/>
                </a:cubicBezTo>
                <a:cubicBezTo>
                  <a:pt x="69540" y="69652"/>
                  <a:pt x="67196" y="71438"/>
                  <a:pt x="65522" y="71438"/>
                </a:cubicBezTo>
                <a:cubicBezTo>
                  <a:pt x="64182" y="71438"/>
                  <a:pt x="63066" y="70321"/>
                  <a:pt x="63066" y="69093"/>
                </a:cubicBezTo>
                <a:cubicBezTo>
                  <a:pt x="63066" y="65522"/>
                  <a:pt x="70545" y="34937"/>
                  <a:pt x="79028" y="4242"/>
                </a:cubicBezTo>
                <a:cubicBezTo>
                  <a:pt x="79586" y="2456"/>
                  <a:pt x="79697" y="2121"/>
                  <a:pt x="80032" y="558"/>
                </a:cubicBezTo>
                <a:lnTo>
                  <a:pt x="78805" y="0"/>
                </a:lnTo>
                <a:lnTo>
                  <a:pt x="67977" y="1228"/>
                </a:lnTo>
                <a:lnTo>
                  <a:pt x="67419" y="1786"/>
                </a:lnTo>
                <a:lnTo>
                  <a:pt x="65410" y="10381"/>
                </a:lnTo>
                <a:cubicBezTo>
                  <a:pt x="63959" y="3684"/>
                  <a:pt x="58824" y="0"/>
                  <a:pt x="51122" y="0"/>
                </a:cubicBezTo>
                <a:cubicBezTo>
                  <a:pt x="27570" y="0"/>
                  <a:pt x="0" y="32705"/>
                  <a:pt x="0" y="60834"/>
                </a:cubicBezTo>
                <a:cubicBezTo>
                  <a:pt x="0" y="73335"/>
                  <a:pt x="6809" y="80702"/>
                  <a:pt x="18194" y="80702"/>
                </a:cubicBezTo>
                <a:cubicBezTo>
                  <a:pt x="30696" y="80702"/>
                  <a:pt x="38398" y="74898"/>
                  <a:pt x="54136" y="52685"/>
                </a:cubicBezTo>
                <a:cubicBezTo>
                  <a:pt x="50564" y="66638"/>
                  <a:pt x="50006" y="68982"/>
                  <a:pt x="50006" y="73223"/>
                </a:cubicBezTo>
                <a:cubicBezTo>
                  <a:pt x="50006" y="78358"/>
                  <a:pt x="52127" y="80590"/>
                  <a:pt x="57262" y="80590"/>
                </a:cubicBezTo>
                <a:cubicBezTo>
                  <a:pt x="64294" y="80590"/>
                  <a:pt x="68870" y="77130"/>
                  <a:pt x="82042" y="60834"/>
                </a:cubicBezTo>
                <a:lnTo>
                  <a:pt x="79921" y="59159"/>
                </a:lnTo>
                <a:close/>
                <a:moveTo>
                  <a:pt x="52127" y="3907"/>
                </a:moveTo>
                <a:cubicBezTo>
                  <a:pt x="58266" y="4242"/>
                  <a:pt x="62173" y="8483"/>
                  <a:pt x="62173" y="14846"/>
                </a:cubicBezTo>
                <a:cubicBezTo>
                  <a:pt x="62173" y="29803"/>
                  <a:pt x="53243" y="50899"/>
                  <a:pt x="40965" y="64182"/>
                </a:cubicBezTo>
                <a:cubicBezTo>
                  <a:pt x="36612" y="68982"/>
                  <a:pt x="30584" y="71996"/>
                  <a:pt x="25450" y="71996"/>
                </a:cubicBezTo>
                <a:cubicBezTo>
                  <a:pt x="19087" y="71996"/>
                  <a:pt x="15069" y="66749"/>
                  <a:pt x="15069" y="58601"/>
                </a:cubicBezTo>
                <a:cubicBezTo>
                  <a:pt x="15069" y="48890"/>
                  <a:pt x="21766" y="30473"/>
                  <a:pt x="29468" y="19422"/>
                </a:cubicBezTo>
                <a:cubicBezTo>
                  <a:pt x="36612" y="9041"/>
                  <a:pt x="45095" y="3349"/>
                  <a:pt x="52127" y="3907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F7EE29-A3CA-401C-96A8-BA18DBA1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6995" y="3880507"/>
            <a:ext cx="70545" cy="80702"/>
          </a:xfrm>
          <a:custGeom xmlns:a="http://schemas.openxmlformats.org/drawingml/2006/main">
            <a:pathLst>
              <a:path w="70545" h="80702">
                <a:moveTo>
                  <a:pt x="57150" y="59829"/>
                </a:moveTo>
                <a:cubicBezTo>
                  <a:pt x="47327" y="70321"/>
                  <a:pt x="40407" y="74340"/>
                  <a:pt x="31589" y="74340"/>
                </a:cubicBezTo>
                <a:cubicBezTo>
                  <a:pt x="21431" y="74340"/>
                  <a:pt x="15404" y="66638"/>
                  <a:pt x="15404" y="53913"/>
                </a:cubicBezTo>
                <a:cubicBezTo>
                  <a:pt x="15404" y="38733"/>
                  <a:pt x="21655" y="22882"/>
                  <a:pt x="31589" y="12278"/>
                </a:cubicBezTo>
                <a:cubicBezTo>
                  <a:pt x="36835" y="6921"/>
                  <a:pt x="43979" y="3684"/>
                  <a:pt x="50899" y="3684"/>
                </a:cubicBezTo>
                <a:cubicBezTo>
                  <a:pt x="55029" y="3684"/>
                  <a:pt x="57708" y="5135"/>
                  <a:pt x="57708" y="7255"/>
                </a:cubicBezTo>
                <a:cubicBezTo>
                  <a:pt x="57708" y="8148"/>
                  <a:pt x="57373" y="9041"/>
                  <a:pt x="56704" y="10716"/>
                </a:cubicBezTo>
                <a:cubicBezTo>
                  <a:pt x="55476" y="13060"/>
                  <a:pt x="55029" y="14288"/>
                  <a:pt x="55029" y="15850"/>
                </a:cubicBezTo>
                <a:cubicBezTo>
                  <a:pt x="55029" y="20092"/>
                  <a:pt x="57708" y="22659"/>
                  <a:pt x="62061" y="22659"/>
                </a:cubicBezTo>
                <a:cubicBezTo>
                  <a:pt x="66861" y="22659"/>
                  <a:pt x="70545" y="19087"/>
                  <a:pt x="70545" y="14399"/>
                </a:cubicBezTo>
                <a:cubicBezTo>
                  <a:pt x="70545" y="6251"/>
                  <a:pt x="62508" y="0"/>
                  <a:pt x="51792" y="0"/>
                </a:cubicBezTo>
                <a:cubicBezTo>
                  <a:pt x="25003" y="0"/>
                  <a:pt x="0" y="26008"/>
                  <a:pt x="0" y="53913"/>
                </a:cubicBezTo>
                <a:cubicBezTo>
                  <a:pt x="0" y="70879"/>
                  <a:pt x="9599" y="80702"/>
                  <a:pt x="26231" y="80702"/>
                </a:cubicBezTo>
                <a:cubicBezTo>
                  <a:pt x="39514" y="80702"/>
                  <a:pt x="49337" y="75233"/>
                  <a:pt x="60052" y="61615"/>
                </a:cubicBezTo>
                <a:lnTo>
                  <a:pt x="57150" y="59829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4782C3-D590-468A-94F1-433E0369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893" y="3837198"/>
            <a:ext cx="82042" cy="123676"/>
          </a:xfrm>
          <a:custGeom xmlns:a="http://schemas.openxmlformats.org/drawingml/2006/main">
            <a:pathLst>
              <a:path w="82042" h="123676">
                <a:moveTo>
                  <a:pt x="79697" y="101129"/>
                </a:moveTo>
                <a:cubicBezTo>
                  <a:pt x="70098" y="113295"/>
                  <a:pt x="67977" y="115305"/>
                  <a:pt x="65075" y="115305"/>
                </a:cubicBezTo>
                <a:cubicBezTo>
                  <a:pt x="63401" y="115305"/>
                  <a:pt x="62173" y="113630"/>
                  <a:pt x="62173" y="112068"/>
                </a:cubicBezTo>
                <a:cubicBezTo>
                  <a:pt x="62173" y="110282"/>
                  <a:pt x="65075" y="99008"/>
                  <a:pt x="68089" y="89743"/>
                </a:cubicBezTo>
                <a:cubicBezTo>
                  <a:pt x="73223" y="72777"/>
                  <a:pt x="76684" y="59494"/>
                  <a:pt x="76684" y="55252"/>
                </a:cubicBezTo>
                <a:cubicBezTo>
                  <a:pt x="76684" y="48109"/>
                  <a:pt x="71884" y="43309"/>
                  <a:pt x="64852" y="43309"/>
                </a:cubicBezTo>
                <a:cubicBezTo>
                  <a:pt x="53243" y="43309"/>
                  <a:pt x="40630" y="55029"/>
                  <a:pt x="23999" y="80925"/>
                </a:cubicBezTo>
                <a:lnTo>
                  <a:pt x="45430" y="893"/>
                </a:lnTo>
                <a:lnTo>
                  <a:pt x="44537" y="0"/>
                </a:lnTo>
                <a:cubicBezTo>
                  <a:pt x="34156" y="2344"/>
                  <a:pt x="27236" y="3572"/>
                  <a:pt x="16520" y="4800"/>
                </a:cubicBezTo>
                <a:lnTo>
                  <a:pt x="16520" y="7479"/>
                </a:lnTo>
                <a:lnTo>
                  <a:pt x="21096" y="7479"/>
                </a:lnTo>
                <a:cubicBezTo>
                  <a:pt x="21320" y="7479"/>
                  <a:pt x="21431" y="7479"/>
                  <a:pt x="21655" y="7367"/>
                </a:cubicBezTo>
                <a:cubicBezTo>
                  <a:pt x="24222" y="6251"/>
                  <a:pt x="28463" y="9265"/>
                  <a:pt x="28463" y="11832"/>
                </a:cubicBezTo>
                <a:cubicBezTo>
                  <a:pt x="28463" y="14288"/>
                  <a:pt x="27570" y="18752"/>
                  <a:pt x="25896" y="23999"/>
                </a:cubicBezTo>
                <a:cubicBezTo>
                  <a:pt x="25784" y="24110"/>
                  <a:pt x="25226" y="26677"/>
                  <a:pt x="24222" y="30584"/>
                </a:cubicBezTo>
                <a:lnTo>
                  <a:pt x="0" y="122113"/>
                </a:lnTo>
                <a:lnTo>
                  <a:pt x="13395" y="122113"/>
                </a:lnTo>
                <a:cubicBezTo>
                  <a:pt x="20538" y="94543"/>
                  <a:pt x="22882" y="88516"/>
                  <a:pt x="30026" y="77577"/>
                </a:cubicBezTo>
                <a:cubicBezTo>
                  <a:pt x="39291" y="63401"/>
                  <a:pt x="51457" y="52350"/>
                  <a:pt x="57708" y="52350"/>
                </a:cubicBezTo>
                <a:cubicBezTo>
                  <a:pt x="60387" y="52350"/>
                  <a:pt x="62731" y="54583"/>
                  <a:pt x="62731" y="56815"/>
                </a:cubicBezTo>
                <a:cubicBezTo>
                  <a:pt x="62731" y="57596"/>
                  <a:pt x="62173" y="59941"/>
                  <a:pt x="61503" y="62731"/>
                </a:cubicBezTo>
                <a:lnTo>
                  <a:pt x="51681" y="99789"/>
                </a:lnTo>
                <a:cubicBezTo>
                  <a:pt x="49337" y="108496"/>
                  <a:pt x="48109" y="114077"/>
                  <a:pt x="48109" y="116198"/>
                </a:cubicBezTo>
                <a:cubicBezTo>
                  <a:pt x="48109" y="120886"/>
                  <a:pt x="51122" y="123676"/>
                  <a:pt x="55922" y="123676"/>
                </a:cubicBezTo>
                <a:cubicBezTo>
                  <a:pt x="65075" y="123676"/>
                  <a:pt x="71326" y="118876"/>
                  <a:pt x="82042" y="103361"/>
                </a:cubicBezTo>
                <a:lnTo>
                  <a:pt x="79697" y="101129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3DED2-CA44-4CDA-8E65-4A3C2DEE3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2306" y="3880507"/>
            <a:ext cx="68089" cy="80702"/>
          </a:xfrm>
          <a:custGeom xmlns:a="http://schemas.openxmlformats.org/drawingml/2006/main">
            <a:pathLst>
              <a:path w="68089" h="80702">
                <a:moveTo>
                  <a:pt x="58489" y="59271"/>
                </a:moveTo>
                <a:cubicBezTo>
                  <a:pt x="45653" y="69875"/>
                  <a:pt x="40072" y="72665"/>
                  <a:pt x="32370" y="72665"/>
                </a:cubicBezTo>
                <a:cubicBezTo>
                  <a:pt x="22213" y="72665"/>
                  <a:pt x="15515" y="66303"/>
                  <a:pt x="15515" y="56592"/>
                </a:cubicBezTo>
                <a:cubicBezTo>
                  <a:pt x="15515" y="53913"/>
                  <a:pt x="15962" y="51234"/>
                  <a:pt x="17301" y="45541"/>
                </a:cubicBezTo>
                <a:lnTo>
                  <a:pt x="22324" y="44872"/>
                </a:lnTo>
                <a:cubicBezTo>
                  <a:pt x="49113" y="41077"/>
                  <a:pt x="68089" y="27459"/>
                  <a:pt x="68089" y="12167"/>
                </a:cubicBezTo>
                <a:cubicBezTo>
                  <a:pt x="68089" y="4576"/>
                  <a:pt x="62731" y="0"/>
                  <a:pt x="53801" y="0"/>
                </a:cubicBezTo>
                <a:cubicBezTo>
                  <a:pt x="28017" y="0"/>
                  <a:pt x="0" y="29468"/>
                  <a:pt x="0" y="56257"/>
                </a:cubicBezTo>
                <a:cubicBezTo>
                  <a:pt x="0" y="70768"/>
                  <a:pt x="9599" y="80702"/>
                  <a:pt x="23664" y="80702"/>
                </a:cubicBezTo>
                <a:cubicBezTo>
                  <a:pt x="36277" y="80702"/>
                  <a:pt x="50006" y="73335"/>
                  <a:pt x="60610" y="61392"/>
                </a:cubicBezTo>
                <a:lnTo>
                  <a:pt x="58489" y="59271"/>
                </a:lnTo>
                <a:close/>
                <a:moveTo>
                  <a:pt x="21654" y="33710"/>
                </a:moveTo>
                <a:cubicBezTo>
                  <a:pt x="27682" y="17859"/>
                  <a:pt x="40965" y="4130"/>
                  <a:pt x="50006" y="4130"/>
                </a:cubicBezTo>
                <a:cubicBezTo>
                  <a:pt x="53801" y="4130"/>
                  <a:pt x="56257" y="6921"/>
                  <a:pt x="56257" y="11050"/>
                </a:cubicBezTo>
                <a:cubicBezTo>
                  <a:pt x="56257" y="16632"/>
                  <a:pt x="52908" y="22994"/>
                  <a:pt x="47327" y="28352"/>
                </a:cubicBezTo>
                <a:cubicBezTo>
                  <a:pt x="40742" y="34603"/>
                  <a:pt x="34044" y="37840"/>
                  <a:pt x="18641" y="41523"/>
                </a:cubicBezTo>
                <a:lnTo>
                  <a:pt x="21654" y="33710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0C6901-7A66-445E-AD02-BEDB0BD5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6550" y="4005188"/>
            <a:ext cx="42304" cy="122113"/>
          </a:xfrm>
          <a:custGeom xmlns:a="http://schemas.openxmlformats.org/drawingml/2006/main">
            <a:pathLst>
              <a:path w="42304" h="122113">
                <a:moveTo>
                  <a:pt x="28352" y="39849"/>
                </a:moveTo>
                <a:lnTo>
                  <a:pt x="670" y="49671"/>
                </a:lnTo>
                <a:lnTo>
                  <a:pt x="670" y="52350"/>
                </a:lnTo>
                <a:lnTo>
                  <a:pt x="2121" y="52127"/>
                </a:lnTo>
                <a:cubicBezTo>
                  <a:pt x="4242" y="51792"/>
                  <a:pt x="6586" y="51681"/>
                  <a:pt x="8148" y="51681"/>
                </a:cubicBezTo>
                <a:cubicBezTo>
                  <a:pt x="12502" y="51681"/>
                  <a:pt x="14064" y="54583"/>
                  <a:pt x="14064" y="62396"/>
                </a:cubicBezTo>
                <a:lnTo>
                  <a:pt x="14064" y="103808"/>
                </a:lnTo>
                <a:cubicBezTo>
                  <a:pt x="14064" y="116644"/>
                  <a:pt x="12278" y="118653"/>
                  <a:pt x="0" y="119435"/>
                </a:cubicBezTo>
                <a:lnTo>
                  <a:pt x="0" y="122113"/>
                </a:lnTo>
                <a:lnTo>
                  <a:pt x="42304" y="122113"/>
                </a:lnTo>
                <a:lnTo>
                  <a:pt x="42304" y="119435"/>
                </a:lnTo>
                <a:cubicBezTo>
                  <a:pt x="30473" y="118542"/>
                  <a:pt x="29133" y="116644"/>
                  <a:pt x="29133" y="103808"/>
                </a:cubicBezTo>
                <a:lnTo>
                  <a:pt x="29133" y="40407"/>
                </a:lnTo>
                <a:lnTo>
                  <a:pt x="28352" y="39849"/>
                </a:lnTo>
                <a:close/>
                <a:moveTo>
                  <a:pt x="19980" y="0"/>
                </a:moveTo>
                <a:cubicBezTo>
                  <a:pt x="15180" y="0"/>
                  <a:pt x="11050" y="4130"/>
                  <a:pt x="11050" y="9153"/>
                </a:cubicBezTo>
                <a:cubicBezTo>
                  <a:pt x="11050" y="14176"/>
                  <a:pt x="14957" y="18194"/>
                  <a:pt x="19980" y="18194"/>
                </a:cubicBezTo>
                <a:cubicBezTo>
                  <a:pt x="25226" y="18194"/>
                  <a:pt x="29245" y="14288"/>
                  <a:pt x="29245" y="9153"/>
                </a:cubicBezTo>
                <a:cubicBezTo>
                  <a:pt x="29245" y="4130"/>
                  <a:pt x="25226" y="0"/>
                  <a:pt x="19980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8783E-AAF1-4D2D-9668-EE41A6C7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9567" y="4674022"/>
            <a:ext cx="143880" cy="113407"/>
          </a:xfrm>
          <a:custGeom xmlns:a="http://schemas.openxmlformats.org/drawingml/2006/main">
            <a:pathLst>
              <a:path w="143880" h="113407">
                <a:moveTo>
                  <a:pt x="82823" y="50564"/>
                </a:moveTo>
                <a:lnTo>
                  <a:pt x="112737" y="17413"/>
                </a:lnTo>
                <a:cubicBezTo>
                  <a:pt x="115974" y="13841"/>
                  <a:pt x="117537" y="12055"/>
                  <a:pt x="138745" y="12055"/>
                </a:cubicBezTo>
                <a:lnTo>
                  <a:pt x="138745" y="0"/>
                </a:lnTo>
                <a:cubicBezTo>
                  <a:pt x="129815" y="558"/>
                  <a:pt x="116532" y="781"/>
                  <a:pt x="115193" y="781"/>
                </a:cubicBezTo>
                <a:cubicBezTo>
                  <a:pt x="108831" y="781"/>
                  <a:pt x="96106" y="223"/>
                  <a:pt x="88962" y="0"/>
                </a:cubicBezTo>
                <a:lnTo>
                  <a:pt x="88962" y="12055"/>
                </a:lnTo>
                <a:cubicBezTo>
                  <a:pt x="92534" y="12055"/>
                  <a:pt x="95548" y="12502"/>
                  <a:pt x="98673" y="14288"/>
                </a:cubicBezTo>
                <a:cubicBezTo>
                  <a:pt x="97668" y="15850"/>
                  <a:pt x="97668" y="16408"/>
                  <a:pt x="96552" y="17413"/>
                </a:cubicBezTo>
                <a:lnTo>
                  <a:pt x="75121" y="41411"/>
                </a:lnTo>
                <a:lnTo>
                  <a:pt x="50118" y="12055"/>
                </a:lnTo>
                <a:lnTo>
                  <a:pt x="60387" y="12055"/>
                </a:lnTo>
                <a:lnTo>
                  <a:pt x="60387" y="0"/>
                </a:lnTo>
                <a:cubicBezTo>
                  <a:pt x="53690" y="223"/>
                  <a:pt x="37616" y="781"/>
                  <a:pt x="29468" y="781"/>
                </a:cubicBezTo>
                <a:cubicBezTo>
                  <a:pt x="21208" y="781"/>
                  <a:pt x="9823" y="223"/>
                  <a:pt x="1339" y="0"/>
                </a:cubicBezTo>
                <a:lnTo>
                  <a:pt x="1339" y="12055"/>
                </a:lnTo>
                <a:lnTo>
                  <a:pt x="19422" y="12055"/>
                </a:lnTo>
                <a:lnTo>
                  <a:pt x="59382" y="59048"/>
                </a:lnTo>
                <a:lnTo>
                  <a:pt x="25784" y="96552"/>
                </a:lnTo>
                <a:cubicBezTo>
                  <a:pt x="21543" y="101464"/>
                  <a:pt x="12278" y="101464"/>
                  <a:pt x="0" y="101464"/>
                </a:cubicBezTo>
                <a:lnTo>
                  <a:pt x="0" y="113407"/>
                </a:lnTo>
                <a:cubicBezTo>
                  <a:pt x="8930" y="112961"/>
                  <a:pt x="22213" y="112737"/>
                  <a:pt x="23552" y="112737"/>
                </a:cubicBezTo>
                <a:cubicBezTo>
                  <a:pt x="29914" y="112737"/>
                  <a:pt x="44760" y="113184"/>
                  <a:pt x="49895" y="113407"/>
                </a:cubicBezTo>
                <a:lnTo>
                  <a:pt x="49895" y="101464"/>
                </a:lnTo>
                <a:cubicBezTo>
                  <a:pt x="45318" y="101464"/>
                  <a:pt x="40407" y="100124"/>
                  <a:pt x="40407" y="98673"/>
                </a:cubicBezTo>
                <a:cubicBezTo>
                  <a:pt x="40407" y="98338"/>
                  <a:pt x="40407" y="98115"/>
                  <a:pt x="42193" y="96106"/>
                </a:cubicBezTo>
                <a:lnTo>
                  <a:pt x="66973" y="68200"/>
                </a:lnTo>
                <a:lnTo>
                  <a:pt x="95101" y="101464"/>
                </a:lnTo>
                <a:lnTo>
                  <a:pt x="85167" y="101464"/>
                </a:lnTo>
                <a:lnTo>
                  <a:pt x="85167" y="113407"/>
                </a:lnTo>
                <a:cubicBezTo>
                  <a:pt x="91753" y="113184"/>
                  <a:pt x="107380" y="112737"/>
                  <a:pt x="115751" y="112737"/>
                </a:cubicBezTo>
                <a:cubicBezTo>
                  <a:pt x="124011" y="112737"/>
                  <a:pt x="135396" y="113184"/>
                  <a:pt x="143880" y="113407"/>
                </a:cubicBezTo>
                <a:lnTo>
                  <a:pt x="143880" y="101464"/>
                </a:lnTo>
                <a:lnTo>
                  <a:pt x="125797" y="101464"/>
                </a:lnTo>
                <a:lnTo>
                  <a:pt x="82823" y="505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F0FE27-1E2A-4AB3-B741-47D0E59D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3026" y="4595887"/>
            <a:ext cx="59271" cy="255501"/>
          </a:xfrm>
          <a:custGeom xmlns:a="http://schemas.openxmlformats.org/drawingml/2006/main">
            <a:pathLst>
              <a:path w="59271" h="255501">
                <a:moveTo>
                  <a:pt x="59271" y="252933"/>
                </a:moveTo>
                <a:cubicBezTo>
                  <a:pt x="59271" y="252152"/>
                  <a:pt x="59271" y="251594"/>
                  <a:pt x="54918" y="247241"/>
                </a:cubicBezTo>
                <a:cubicBezTo>
                  <a:pt x="22994" y="215094"/>
                  <a:pt x="14846" y="166762"/>
                  <a:pt x="14846" y="127695"/>
                </a:cubicBezTo>
                <a:cubicBezTo>
                  <a:pt x="14846" y="83269"/>
                  <a:pt x="24557" y="38844"/>
                  <a:pt x="55922" y="6920"/>
                </a:cubicBezTo>
                <a:cubicBezTo>
                  <a:pt x="59271" y="3795"/>
                  <a:pt x="59271" y="3349"/>
                  <a:pt x="59271" y="2567"/>
                </a:cubicBezTo>
                <a:cubicBezTo>
                  <a:pt x="59271" y="781"/>
                  <a:pt x="58266" y="0"/>
                  <a:pt x="56704" y="0"/>
                </a:cubicBezTo>
                <a:cubicBezTo>
                  <a:pt x="54136" y="0"/>
                  <a:pt x="31142" y="17413"/>
                  <a:pt x="16073" y="49783"/>
                </a:cubicBezTo>
                <a:cubicBezTo>
                  <a:pt x="3014" y="77912"/>
                  <a:pt x="0" y="106263"/>
                  <a:pt x="0" y="127695"/>
                </a:cubicBezTo>
                <a:cubicBezTo>
                  <a:pt x="0" y="147675"/>
                  <a:pt x="2791" y="178594"/>
                  <a:pt x="16855" y="207392"/>
                </a:cubicBezTo>
                <a:cubicBezTo>
                  <a:pt x="32147" y="238869"/>
                  <a:pt x="54136" y="255501"/>
                  <a:pt x="56704" y="255501"/>
                </a:cubicBezTo>
                <a:cubicBezTo>
                  <a:pt x="58266" y="255501"/>
                  <a:pt x="59271" y="254719"/>
                  <a:pt x="59271" y="2529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275B9-CE1C-45BA-AB6D-4CC0788F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3281" y="4627587"/>
            <a:ext cx="78358" cy="162632"/>
          </a:xfrm>
          <a:custGeom xmlns:a="http://schemas.openxmlformats.org/drawingml/2006/main">
            <a:pathLst>
              <a:path w="78358" h="162632">
                <a:moveTo>
                  <a:pt x="46769" y="57708"/>
                </a:moveTo>
                <a:lnTo>
                  <a:pt x="70768" y="57708"/>
                </a:lnTo>
                <a:cubicBezTo>
                  <a:pt x="75902" y="57708"/>
                  <a:pt x="78358" y="57708"/>
                  <a:pt x="78358" y="52574"/>
                </a:cubicBezTo>
                <a:cubicBezTo>
                  <a:pt x="78358" y="49783"/>
                  <a:pt x="75902" y="49783"/>
                  <a:pt x="71214" y="49783"/>
                </a:cubicBezTo>
                <a:lnTo>
                  <a:pt x="48778" y="49783"/>
                </a:lnTo>
                <a:cubicBezTo>
                  <a:pt x="57931" y="13506"/>
                  <a:pt x="59271" y="8372"/>
                  <a:pt x="59271" y="6809"/>
                </a:cubicBezTo>
                <a:cubicBezTo>
                  <a:pt x="59271" y="2567"/>
                  <a:pt x="56145" y="0"/>
                  <a:pt x="51792" y="0"/>
                </a:cubicBezTo>
                <a:cubicBezTo>
                  <a:pt x="51122" y="0"/>
                  <a:pt x="43979" y="223"/>
                  <a:pt x="41635" y="9153"/>
                </a:cubicBezTo>
                <a:lnTo>
                  <a:pt x="31700" y="49783"/>
                </a:lnTo>
                <a:lnTo>
                  <a:pt x="7590" y="49783"/>
                </a:lnTo>
                <a:cubicBezTo>
                  <a:pt x="2567" y="49783"/>
                  <a:pt x="0" y="49783"/>
                  <a:pt x="0" y="54583"/>
                </a:cubicBezTo>
                <a:cubicBezTo>
                  <a:pt x="0" y="57708"/>
                  <a:pt x="2009" y="57708"/>
                  <a:pt x="7144" y="57708"/>
                </a:cubicBezTo>
                <a:lnTo>
                  <a:pt x="29580" y="57708"/>
                </a:lnTo>
                <a:cubicBezTo>
                  <a:pt x="11274" y="130262"/>
                  <a:pt x="10157" y="134615"/>
                  <a:pt x="10157" y="139192"/>
                </a:cubicBezTo>
                <a:cubicBezTo>
                  <a:pt x="10157" y="153033"/>
                  <a:pt x="19869" y="162632"/>
                  <a:pt x="33710" y="162632"/>
                </a:cubicBezTo>
                <a:cubicBezTo>
                  <a:pt x="59717" y="162632"/>
                  <a:pt x="74340" y="125462"/>
                  <a:pt x="74340" y="123341"/>
                </a:cubicBezTo>
                <a:cubicBezTo>
                  <a:pt x="74340" y="120774"/>
                  <a:pt x="72219" y="120774"/>
                  <a:pt x="71214" y="120774"/>
                </a:cubicBezTo>
                <a:cubicBezTo>
                  <a:pt x="68982" y="120774"/>
                  <a:pt x="68759" y="121555"/>
                  <a:pt x="67419" y="124346"/>
                </a:cubicBezTo>
                <a:cubicBezTo>
                  <a:pt x="56480" y="150912"/>
                  <a:pt x="42862" y="157051"/>
                  <a:pt x="34268" y="157051"/>
                </a:cubicBezTo>
                <a:cubicBezTo>
                  <a:pt x="28798" y="157051"/>
                  <a:pt x="26343" y="153702"/>
                  <a:pt x="26343" y="145331"/>
                </a:cubicBezTo>
                <a:cubicBezTo>
                  <a:pt x="26343" y="139192"/>
                  <a:pt x="26789" y="137406"/>
                  <a:pt x="27794" y="133052"/>
                </a:cubicBezTo>
                <a:lnTo>
                  <a:pt x="46769" y="5770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F0B223-4762-4DD0-8601-F87A4483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071" y="4595887"/>
            <a:ext cx="59271" cy="255501"/>
          </a:xfrm>
          <a:custGeom xmlns:a="http://schemas.openxmlformats.org/drawingml/2006/main">
            <a:pathLst>
              <a:path w="59271" h="255501">
                <a:moveTo>
                  <a:pt x="59271" y="127695"/>
                </a:moveTo>
                <a:cubicBezTo>
                  <a:pt x="59271" y="107826"/>
                  <a:pt x="56480" y="76907"/>
                  <a:pt x="42416" y="47997"/>
                </a:cubicBezTo>
                <a:cubicBezTo>
                  <a:pt x="27012" y="16520"/>
                  <a:pt x="5135" y="0"/>
                  <a:pt x="2567" y="0"/>
                </a:cubicBezTo>
                <a:cubicBezTo>
                  <a:pt x="1005" y="0"/>
                  <a:pt x="0" y="1005"/>
                  <a:pt x="0" y="2567"/>
                </a:cubicBezTo>
                <a:cubicBezTo>
                  <a:pt x="0" y="3349"/>
                  <a:pt x="0" y="3795"/>
                  <a:pt x="4800" y="8483"/>
                </a:cubicBezTo>
                <a:cubicBezTo>
                  <a:pt x="29914" y="33710"/>
                  <a:pt x="44425" y="74340"/>
                  <a:pt x="44425" y="127695"/>
                </a:cubicBezTo>
                <a:cubicBezTo>
                  <a:pt x="44425" y="171338"/>
                  <a:pt x="34937" y="216322"/>
                  <a:pt x="3349" y="248580"/>
                </a:cubicBezTo>
                <a:cubicBezTo>
                  <a:pt x="0" y="251594"/>
                  <a:pt x="0" y="252152"/>
                  <a:pt x="0" y="252933"/>
                </a:cubicBezTo>
                <a:cubicBezTo>
                  <a:pt x="0" y="254496"/>
                  <a:pt x="1005" y="255501"/>
                  <a:pt x="2567" y="255501"/>
                </a:cubicBezTo>
                <a:cubicBezTo>
                  <a:pt x="5135" y="255501"/>
                  <a:pt x="28129" y="238088"/>
                  <a:pt x="43197" y="205606"/>
                </a:cubicBezTo>
                <a:cubicBezTo>
                  <a:pt x="56145" y="177478"/>
                  <a:pt x="59271" y="149237"/>
                  <a:pt x="59271" y="1276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0E2092-97C8-4503-9900-E777BF80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09" y="3801256"/>
            <a:ext cx="2815865" cy="1396380"/>
          </a:xfrm>
          <a:custGeom xmlns:a="http://schemas.openxmlformats.org/drawingml/2006/main">
            <a:pathLst>
              <a:path w="2815865" h="1396380" fill="none">
                <a:moveTo>
                  <a:pt x="0" y="1396380"/>
                </a:moveTo>
                <a:lnTo>
                  <a:pt x="2815865" y="1396380"/>
                </a:lnTo>
                <a:lnTo>
                  <a:pt x="2815865" y="0"/>
                </a:lnTo>
                <a:lnTo>
                  <a:pt x="0" y="0"/>
                </a:lnTo>
                <a:lnTo>
                  <a:pt x="0" y="1396380"/>
                </a:lnTo>
                <a:close/>
                <a:moveTo>
                  <a:pt x="0" y="1396380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92AACF-FDC9-4E1C-8042-A8F8063D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714" y="4926732"/>
            <a:ext cx="154260" cy="174464"/>
          </a:xfrm>
          <a:custGeom xmlns:a="http://schemas.openxmlformats.org/drawingml/2006/main">
            <a:pathLst>
              <a:path w="154260" h="174464">
                <a:moveTo>
                  <a:pt x="85613" y="19869"/>
                </a:moveTo>
                <a:cubicBezTo>
                  <a:pt x="87846" y="10716"/>
                  <a:pt x="88627" y="7925"/>
                  <a:pt x="112626" y="7925"/>
                </a:cubicBezTo>
                <a:cubicBezTo>
                  <a:pt x="120328" y="7925"/>
                  <a:pt x="122337" y="7925"/>
                  <a:pt x="122337" y="3014"/>
                </a:cubicBezTo>
                <a:cubicBezTo>
                  <a:pt x="122337" y="0"/>
                  <a:pt x="119546" y="0"/>
                  <a:pt x="118318" y="0"/>
                </a:cubicBezTo>
                <a:cubicBezTo>
                  <a:pt x="109835" y="0"/>
                  <a:pt x="88850" y="781"/>
                  <a:pt x="80479" y="781"/>
                </a:cubicBezTo>
                <a:cubicBezTo>
                  <a:pt x="72777" y="781"/>
                  <a:pt x="54136" y="0"/>
                  <a:pt x="46434" y="0"/>
                </a:cubicBezTo>
                <a:cubicBezTo>
                  <a:pt x="44648" y="0"/>
                  <a:pt x="41635" y="0"/>
                  <a:pt x="41635" y="5135"/>
                </a:cubicBezTo>
                <a:cubicBezTo>
                  <a:pt x="41635" y="7925"/>
                  <a:pt x="43979" y="7925"/>
                  <a:pt x="48778" y="7925"/>
                </a:cubicBezTo>
                <a:cubicBezTo>
                  <a:pt x="49225" y="7925"/>
                  <a:pt x="54136" y="7925"/>
                  <a:pt x="58489" y="8372"/>
                </a:cubicBezTo>
                <a:cubicBezTo>
                  <a:pt x="63066" y="8930"/>
                  <a:pt x="65410" y="9153"/>
                  <a:pt x="65410" y="12502"/>
                </a:cubicBezTo>
                <a:cubicBezTo>
                  <a:pt x="65410" y="13506"/>
                  <a:pt x="65075" y="14288"/>
                  <a:pt x="64405" y="17301"/>
                </a:cubicBezTo>
                <a:lnTo>
                  <a:pt x="30138" y="154484"/>
                </a:lnTo>
                <a:cubicBezTo>
                  <a:pt x="27570" y="164530"/>
                  <a:pt x="27124" y="166539"/>
                  <a:pt x="6921" y="166539"/>
                </a:cubicBezTo>
                <a:cubicBezTo>
                  <a:pt x="2567" y="166539"/>
                  <a:pt x="0" y="166539"/>
                  <a:pt x="0" y="171673"/>
                </a:cubicBezTo>
                <a:cubicBezTo>
                  <a:pt x="0" y="174464"/>
                  <a:pt x="2344" y="174464"/>
                  <a:pt x="6921" y="174464"/>
                </a:cubicBezTo>
                <a:lnTo>
                  <a:pt x="125127" y="174464"/>
                </a:lnTo>
                <a:cubicBezTo>
                  <a:pt x="131266" y="174464"/>
                  <a:pt x="131490" y="174464"/>
                  <a:pt x="133052" y="170111"/>
                </a:cubicBezTo>
                <a:lnTo>
                  <a:pt x="153256" y="114970"/>
                </a:lnTo>
                <a:cubicBezTo>
                  <a:pt x="154260" y="112179"/>
                  <a:pt x="154260" y="111621"/>
                  <a:pt x="154260" y="111398"/>
                </a:cubicBezTo>
                <a:cubicBezTo>
                  <a:pt x="154260" y="110393"/>
                  <a:pt x="153479" y="108496"/>
                  <a:pt x="151247" y="108496"/>
                </a:cubicBezTo>
                <a:cubicBezTo>
                  <a:pt x="148903" y="108496"/>
                  <a:pt x="148679" y="109835"/>
                  <a:pt x="146893" y="113965"/>
                </a:cubicBezTo>
                <a:cubicBezTo>
                  <a:pt x="138187" y="137406"/>
                  <a:pt x="126913" y="166539"/>
                  <a:pt x="82823" y="166539"/>
                </a:cubicBezTo>
                <a:lnTo>
                  <a:pt x="58713" y="166539"/>
                </a:lnTo>
                <a:cubicBezTo>
                  <a:pt x="55141" y="166539"/>
                  <a:pt x="54694" y="166539"/>
                  <a:pt x="53132" y="166315"/>
                </a:cubicBezTo>
                <a:cubicBezTo>
                  <a:pt x="50564" y="165981"/>
                  <a:pt x="49783" y="165757"/>
                  <a:pt x="49783" y="163748"/>
                </a:cubicBezTo>
                <a:cubicBezTo>
                  <a:pt x="49783" y="162967"/>
                  <a:pt x="49783" y="162409"/>
                  <a:pt x="51011" y="157832"/>
                </a:cubicBezTo>
                <a:lnTo>
                  <a:pt x="85613" y="198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091B2-2CA5-43CC-9504-40379A32D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97" y="5055989"/>
            <a:ext cx="78804" cy="84051"/>
          </a:xfrm>
          <a:custGeom xmlns:a="http://schemas.openxmlformats.org/drawingml/2006/main">
            <a:pathLst>
              <a:path w="78804" h="84051">
                <a:moveTo>
                  <a:pt x="39514" y="0"/>
                </a:moveTo>
                <a:cubicBezTo>
                  <a:pt x="16297" y="0"/>
                  <a:pt x="0" y="17190"/>
                  <a:pt x="0" y="41858"/>
                </a:cubicBezTo>
                <a:cubicBezTo>
                  <a:pt x="0" y="65968"/>
                  <a:pt x="16632" y="84051"/>
                  <a:pt x="39067" y="84051"/>
                </a:cubicBezTo>
                <a:cubicBezTo>
                  <a:pt x="61615" y="84051"/>
                  <a:pt x="78804" y="65075"/>
                  <a:pt x="78804" y="40407"/>
                </a:cubicBezTo>
                <a:cubicBezTo>
                  <a:pt x="78804" y="16966"/>
                  <a:pt x="62285" y="0"/>
                  <a:pt x="39514" y="0"/>
                </a:cubicBezTo>
                <a:close/>
                <a:moveTo>
                  <a:pt x="37170" y="5023"/>
                </a:moveTo>
                <a:cubicBezTo>
                  <a:pt x="52127" y="5023"/>
                  <a:pt x="62731" y="22213"/>
                  <a:pt x="62731" y="46658"/>
                </a:cubicBezTo>
                <a:cubicBezTo>
                  <a:pt x="62731" y="66861"/>
                  <a:pt x="54694" y="79028"/>
                  <a:pt x="41300" y="79028"/>
                </a:cubicBezTo>
                <a:cubicBezTo>
                  <a:pt x="34268" y="79028"/>
                  <a:pt x="27682" y="74675"/>
                  <a:pt x="23999" y="67642"/>
                </a:cubicBezTo>
                <a:cubicBezTo>
                  <a:pt x="18864" y="58266"/>
                  <a:pt x="16073" y="45765"/>
                  <a:pt x="16073" y="33040"/>
                </a:cubicBezTo>
                <a:cubicBezTo>
                  <a:pt x="16073" y="16073"/>
                  <a:pt x="24445" y="5023"/>
                  <a:pt x="37170" y="50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C48703-22E9-4149-95CF-32178B4A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68" y="4909542"/>
            <a:ext cx="59159" cy="255501"/>
          </a:xfrm>
          <a:custGeom xmlns:a="http://schemas.openxmlformats.org/drawingml/2006/main">
            <a:pathLst>
              <a:path w="59159" h="255501">
                <a:moveTo>
                  <a:pt x="59159" y="252933"/>
                </a:moveTo>
                <a:cubicBezTo>
                  <a:pt x="59159" y="252152"/>
                  <a:pt x="59159" y="251706"/>
                  <a:pt x="54806" y="247352"/>
                </a:cubicBezTo>
                <a:cubicBezTo>
                  <a:pt x="22882" y="215094"/>
                  <a:pt x="14734" y="166874"/>
                  <a:pt x="14734" y="127806"/>
                </a:cubicBezTo>
                <a:cubicBezTo>
                  <a:pt x="14734" y="83381"/>
                  <a:pt x="24445" y="38844"/>
                  <a:pt x="55811" y="6921"/>
                </a:cubicBezTo>
                <a:cubicBezTo>
                  <a:pt x="59159" y="3907"/>
                  <a:pt x="59159" y="3349"/>
                  <a:pt x="59159" y="2567"/>
                </a:cubicBezTo>
                <a:cubicBezTo>
                  <a:pt x="59159" y="781"/>
                  <a:pt x="58155" y="0"/>
                  <a:pt x="56592" y="0"/>
                </a:cubicBezTo>
                <a:cubicBezTo>
                  <a:pt x="54136" y="0"/>
                  <a:pt x="31031" y="17413"/>
                  <a:pt x="15962" y="49895"/>
                </a:cubicBezTo>
                <a:cubicBezTo>
                  <a:pt x="3014" y="78023"/>
                  <a:pt x="0" y="106375"/>
                  <a:pt x="0" y="127806"/>
                </a:cubicBezTo>
                <a:cubicBezTo>
                  <a:pt x="0" y="147675"/>
                  <a:pt x="2791" y="178594"/>
                  <a:pt x="16855" y="207504"/>
                </a:cubicBezTo>
                <a:cubicBezTo>
                  <a:pt x="32147" y="238869"/>
                  <a:pt x="54136" y="255501"/>
                  <a:pt x="56592" y="255501"/>
                </a:cubicBezTo>
                <a:cubicBezTo>
                  <a:pt x="58155" y="255501"/>
                  <a:pt x="59159" y="254719"/>
                  <a:pt x="59159" y="2529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4E71C3-220D-4D97-A276-5B6435C0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287" y="4987789"/>
            <a:ext cx="143880" cy="113407"/>
          </a:xfrm>
          <a:custGeom xmlns:a="http://schemas.openxmlformats.org/drawingml/2006/main">
            <a:pathLst>
              <a:path w="143880" h="113407">
                <a:moveTo>
                  <a:pt x="82823" y="50564"/>
                </a:moveTo>
                <a:lnTo>
                  <a:pt x="112737" y="17413"/>
                </a:lnTo>
                <a:cubicBezTo>
                  <a:pt x="115974" y="13729"/>
                  <a:pt x="117537" y="11943"/>
                  <a:pt x="138745" y="11943"/>
                </a:cubicBezTo>
                <a:lnTo>
                  <a:pt x="138745" y="0"/>
                </a:lnTo>
                <a:cubicBezTo>
                  <a:pt x="129815" y="558"/>
                  <a:pt x="116532" y="781"/>
                  <a:pt x="115193" y="781"/>
                </a:cubicBezTo>
                <a:cubicBezTo>
                  <a:pt x="108831" y="781"/>
                  <a:pt x="96106" y="223"/>
                  <a:pt x="88962" y="0"/>
                </a:cubicBezTo>
                <a:lnTo>
                  <a:pt x="88962" y="11943"/>
                </a:lnTo>
                <a:cubicBezTo>
                  <a:pt x="92534" y="11943"/>
                  <a:pt x="95548" y="12502"/>
                  <a:pt x="98673" y="14288"/>
                </a:cubicBezTo>
                <a:cubicBezTo>
                  <a:pt x="97668" y="15850"/>
                  <a:pt x="97668" y="16297"/>
                  <a:pt x="96552" y="17413"/>
                </a:cubicBezTo>
                <a:lnTo>
                  <a:pt x="75121" y="41411"/>
                </a:lnTo>
                <a:lnTo>
                  <a:pt x="50118" y="11943"/>
                </a:lnTo>
                <a:lnTo>
                  <a:pt x="60387" y="11943"/>
                </a:lnTo>
                <a:lnTo>
                  <a:pt x="60387" y="0"/>
                </a:lnTo>
                <a:cubicBezTo>
                  <a:pt x="53690" y="223"/>
                  <a:pt x="37616" y="781"/>
                  <a:pt x="29468" y="781"/>
                </a:cubicBezTo>
                <a:cubicBezTo>
                  <a:pt x="21208" y="781"/>
                  <a:pt x="9711" y="223"/>
                  <a:pt x="1339" y="0"/>
                </a:cubicBezTo>
                <a:lnTo>
                  <a:pt x="1339" y="11943"/>
                </a:lnTo>
                <a:lnTo>
                  <a:pt x="19422" y="11943"/>
                </a:lnTo>
                <a:lnTo>
                  <a:pt x="59271" y="59048"/>
                </a:lnTo>
                <a:lnTo>
                  <a:pt x="25784" y="96552"/>
                </a:lnTo>
                <a:cubicBezTo>
                  <a:pt x="21543" y="101352"/>
                  <a:pt x="12278" y="101352"/>
                  <a:pt x="0" y="101352"/>
                </a:cubicBezTo>
                <a:lnTo>
                  <a:pt x="0" y="113407"/>
                </a:lnTo>
                <a:cubicBezTo>
                  <a:pt x="8930" y="112961"/>
                  <a:pt x="22213" y="112626"/>
                  <a:pt x="23552" y="112626"/>
                </a:cubicBezTo>
                <a:cubicBezTo>
                  <a:pt x="29914" y="112626"/>
                  <a:pt x="44760" y="113184"/>
                  <a:pt x="49895" y="113407"/>
                </a:cubicBezTo>
                <a:lnTo>
                  <a:pt x="49895" y="101352"/>
                </a:lnTo>
                <a:cubicBezTo>
                  <a:pt x="45318" y="101352"/>
                  <a:pt x="40407" y="100124"/>
                  <a:pt x="40407" y="98561"/>
                </a:cubicBezTo>
                <a:cubicBezTo>
                  <a:pt x="40407" y="98338"/>
                  <a:pt x="40407" y="98115"/>
                  <a:pt x="42193" y="96106"/>
                </a:cubicBezTo>
                <a:lnTo>
                  <a:pt x="66973" y="68200"/>
                </a:lnTo>
                <a:lnTo>
                  <a:pt x="95101" y="101352"/>
                </a:lnTo>
                <a:lnTo>
                  <a:pt x="85167" y="101352"/>
                </a:lnTo>
                <a:lnTo>
                  <a:pt x="85167" y="113407"/>
                </a:lnTo>
                <a:cubicBezTo>
                  <a:pt x="91753" y="113184"/>
                  <a:pt x="107268" y="112626"/>
                  <a:pt x="115751" y="112626"/>
                </a:cubicBezTo>
                <a:cubicBezTo>
                  <a:pt x="124011" y="112626"/>
                  <a:pt x="135396" y="113184"/>
                  <a:pt x="143880" y="113407"/>
                </a:cubicBezTo>
                <a:lnTo>
                  <a:pt x="143880" y="101352"/>
                </a:lnTo>
                <a:lnTo>
                  <a:pt x="125685" y="101352"/>
                </a:lnTo>
                <a:lnTo>
                  <a:pt x="82823" y="505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3F09B4-514A-4C05-92F5-C0610CEF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648" y="4909542"/>
            <a:ext cx="59271" cy="255501"/>
          </a:xfrm>
          <a:custGeom xmlns:a="http://schemas.openxmlformats.org/drawingml/2006/main">
            <a:pathLst>
              <a:path w="59271" h="255501">
                <a:moveTo>
                  <a:pt x="59271" y="252933"/>
                </a:moveTo>
                <a:cubicBezTo>
                  <a:pt x="59271" y="252152"/>
                  <a:pt x="59271" y="251706"/>
                  <a:pt x="54806" y="247352"/>
                </a:cubicBezTo>
                <a:cubicBezTo>
                  <a:pt x="22882" y="215094"/>
                  <a:pt x="14734" y="166874"/>
                  <a:pt x="14734" y="127806"/>
                </a:cubicBezTo>
                <a:cubicBezTo>
                  <a:pt x="14734" y="83381"/>
                  <a:pt x="24445" y="38844"/>
                  <a:pt x="55922" y="6921"/>
                </a:cubicBezTo>
                <a:cubicBezTo>
                  <a:pt x="59271" y="3907"/>
                  <a:pt x="59271" y="3349"/>
                  <a:pt x="59271" y="2567"/>
                </a:cubicBezTo>
                <a:cubicBezTo>
                  <a:pt x="59271" y="781"/>
                  <a:pt x="58155" y="0"/>
                  <a:pt x="56592" y="0"/>
                </a:cubicBezTo>
                <a:cubicBezTo>
                  <a:pt x="54136" y="0"/>
                  <a:pt x="31142" y="17413"/>
                  <a:pt x="16073" y="49895"/>
                </a:cubicBezTo>
                <a:cubicBezTo>
                  <a:pt x="3014" y="78023"/>
                  <a:pt x="0" y="106375"/>
                  <a:pt x="0" y="127806"/>
                </a:cubicBezTo>
                <a:cubicBezTo>
                  <a:pt x="0" y="147675"/>
                  <a:pt x="2791" y="178594"/>
                  <a:pt x="16855" y="207504"/>
                </a:cubicBezTo>
                <a:cubicBezTo>
                  <a:pt x="32147" y="238869"/>
                  <a:pt x="54136" y="255501"/>
                  <a:pt x="56592" y="255501"/>
                </a:cubicBezTo>
                <a:cubicBezTo>
                  <a:pt x="58155" y="255501"/>
                  <a:pt x="59271" y="254719"/>
                  <a:pt x="59271" y="2529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AF4BA1-394D-4887-AE23-12412FA2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792" y="4941243"/>
            <a:ext cx="78470" cy="162744"/>
          </a:xfrm>
          <a:custGeom xmlns:a="http://schemas.openxmlformats.org/drawingml/2006/main">
            <a:pathLst>
              <a:path w="78470" h="162744">
                <a:moveTo>
                  <a:pt x="46769" y="57820"/>
                </a:moveTo>
                <a:lnTo>
                  <a:pt x="70768" y="57820"/>
                </a:lnTo>
                <a:cubicBezTo>
                  <a:pt x="75902" y="57820"/>
                  <a:pt x="78470" y="57820"/>
                  <a:pt x="78470" y="52685"/>
                </a:cubicBezTo>
                <a:cubicBezTo>
                  <a:pt x="78470" y="49895"/>
                  <a:pt x="75902" y="49895"/>
                  <a:pt x="71326" y="49895"/>
                </a:cubicBezTo>
                <a:lnTo>
                  <a:pt x="48778" y="49895"/>
                </a:lnTo>
                <a:cubicBezTo>
                  <a:pt x="58043" y="13506"/>
                  <a:pt x="59271" y="8483"/>
                  <a:pt x="59271" y="6920"/>
                </a:cubicBezTo>
                <a:cubicBezTo>
                  <a:pt x="59271" y="2567"/>
                  <a:pt x="56257" y="0"/>
                  <a:pt x="51904" y="0"/>
                </a:cubicBezTo>
                <a:cubicBezTo>
                  <a:pt x="51122" y="0"/>
                  <a:pt x="43979" y="335"/>
                  <a:pt x="41635" y="9265"/>
                </a:cubicBezTo>
                <a:lnTo>
                  <a:pt x="31700" y="49895"/>
                </a:lnTo>
                <a:lnTo>
                  <a:pt x="7702" y="49895"/>
                </a:lnTo>
                <a:cubicBezTo>
                  <a:pt x="2567" y="49895"/>
                  <a:pt x="0" y="49895"/>
                  <a:pt x="0" y="54694"/>
                </a:cubicBezTo>
                <a:cubicBezTo>
                  <a:pt x="0" y="57820"/>
                  <a:pt x="2121" y="57820"/>
                  <a:pt x="7144" y="57820"/>
                </a:cubicBezTo>
                <a:lnTo>
                  <a:pt x="29691" y="57820"/>
                </a:lnTo>
                <a:cubicBezTo>
                  <a:pt x="11274" y="130373"/>
                  <a:pt x="10269" y="134615"/>
                  <a:pt x="10269" y="139303"/>
                </a:cubicBezTo>
                <a:cubicBezTo>
                  <a:pt x="10269" y="153033"/>
                  <a:pt x="19980" y="162744"/>
                  <a:pt x="33710" y="162744"/>
                </a:cubicBezTo>
                <a:cubicBezTo>
                  <a:pt x="59829" y="162744"/>
                  <a:pt x="74340" y="125462"/>
                  <a:pt x="74340" y="123453"/>
                </a:cubicBezTo>
                <a:cubicBezTo>
                  <a:pt x="74340" y="120886"/>
                  <a:pt x="72330" y="120886"/>
                  <a:pt x="71326" y="120886"/>
                </a:cubicBezTo>
                <a:cubicBezTo>
                  <a:pt x="68982" y="120886"/>
                  <a:pt x="68759" y="121667"/>
                  <a:pt x="67419" y="124458"/>
                </a:cubicBezTo>
                <a:cubicBezTo>
                  <a:pt x="56480" y="151023"/>
                  <a:pt x="42974" y="157162"/>
                  <a:pt x="34268" y="157162"/>
                </a:cubicBezTo>
                <a:cubicBezTo>
                  <a:pt x="28910" y="157162"/>
                  <a:pt x="26343" y="153814"/>
                  <a:pt x="26343" y="145442"/>
                </a:cubicBezTo>
                <a:cubicBezTo>
                  <a:pt x="26343" y="139303"/>
                  <a:pt x="26901" y="137517"/>
                  <a:pt x="27905" y="133164"/>
                </a:cubicBezTo>
                <a:lnTo>
                  <a:pt x="46769" y="578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87D5C-16D7-40FA-92F0-BB98E7A3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581" y="4909542"/>
            <a:ext cx="59271" cy="255501"/>
          </a:xfrm>
          <a:custGeom xmlns:a="http://schemas.openxmlformats.org/drawingml/2006/main">
            <a:pathLst>
              <a:path w="59271" h="255501">
                <a:moveTo>
                  <a:pt x="59271" y="127806"/>
                </a:moveTo>
                <a:cubicBezTo>
                  <a:pt x="59271" y="107826"/>
                  <a:pt x="56480" y="77019"/>
                  <a:pt x="42416" y="48109"/>
                </a:cubicBezTo>
                <a:cubicBezTo>
                  <a:pt x="27124" y="16632"/>
                  <a:pt x="5135" y="0"/>
                  <a:pt x="2567" y="0"/>
                </a:cubicBezTo>
                <a:cubicBezTo>
                  <a:pt x="1005" y="0"/>
                  <a:pt x="0" y="1116"/>
                  <a:pt x="0" y="2567"/>
                </a:cubicBezTo>
                <a:cubicBezTo>
                  <a:pt x="0" y="3349"/>
                  <a:pt x="0" y="3907"/>
                  <a:pt x="4911" y="8483"/>
                </a:cubicBezTo>
                <a:cubicBezTo>
                  <a:pt x="29914" y="33821"/>
                  <a:pt x="44537" y="74340"/>
                  <a:pt x="44537" y="127806"/>
                </a:cubicBezTo>
                <a:cubicBezTo>
                  <a:pt x="44537" y="171450"/>
                  <a:pt x="35049" y="216433"/>
                  <a:pt x="3349" y="248692"/>
                </a:cubicBezTo>
                <a:cubicBezTo>
                  <a:pt x="0" y="251706"/>
                  <a:pt x="0" y="252152"/>
                  <a:pt x="0" y="252933"/>
                </a:cubicBezTo>
                <a:cubicBezTo>
                  <a:pt x="0" y="254496"/>
                  <a:pt x="1005" y="255501"/>
                  <a:pt x="2567" y="255501"/>
                </a:cubicBezTo>
                <a:cubicBezTo>
                  <a:pt x="5135" y="255501"/>
                  <a:pt x="28129" y="238199"/>
                  <a:pt x="43197" y="205718"/>
                </a:cubicBezTo>
                <a:cubicBezTo>
                  <a:pt x="56257" y="177589"/>
                  <a:pt x="59271" y="149237"/>
                  <a:pt x="59271" y="1278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9878A2-F16D-4EDA-BA9B-53064FD2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8" y="5074072"/>
            <a:ext cx="29803" cy="76460"/>
          </a:xfrm>
          <a:custGeom xmlns:a="http://schemas.openxmlformats.org/drawingml/2006/main">
            <a:pathLst>
              <a:path w="29803" h="76460">
                <a:moveTo>
                  <a:pt x="29803" y="26901"/>
                </a:moveTo>
                <a:cubicBezTo>
                  <a:pt x="29803" y="10046"/>
                  <a:pt x="23440" y="0"/>
                  <a:pt x="13506" y="0"/>
                </a:cubicBezTo>
                <a:cubicBezTo>
                  <a:pt x="5023" y="0"/>
                  <a:pt x="0" y="6474"/>
                  <a:pt x="0" y="13618"/>
                </a:cubicBezTo>
                <a:cubicBezTo>
                  <a:pt x="0" y="20538"/>
                  <a:pt x="5023" y="27124"/>
                  <a:pt x="13506" y="27124"/>
                </a:cubicBezTo>
                <a:cubicBezTo>
                  <a:pt x="16520" y="27124"/>
                  <a:pt x="19869" y="26119"/>
                  <a:pt x="22436" y="23775"/>
                </a:cubicBezTo>
                <a:cubicBezTo>
                  <a:pt x="23217" y="23329"/>
                  <a:pt x="23440" y="22994"/>
                  <a:pt x="23664" y="22994"/>
                </a:cubicBezTo>
                <a:cubicBezTo>
                  <a:pt x="23999" y="22994"/>
                  <a:pt x="24222" y="23329"/>
                  <a:pt x="24222" y="26901"/>
                </a:cubicBezTo>
                <a:cubicBezTo>
                  <a:pt x="24222" y="45765"/>
                  <a:pt x="15292" y="61168"/>
                  <a:pt x="6809" y="69540"/>
                </a:cubicBezTo>
                <a:cubicBezTo>
                  <a:pt x="4018" y="72330"/>
                  <a:pt x="4018" y="72889"/>
                  <a:pt x="4018" y="73670"/>
                </a:cubicBezTo>
                <a:cubicBezTo>
                  <a:pt x="4018" y="75344"/>
                  <a:pt x="5246" y="76460"/>
                  <a:pt x="6586" y="76460"/>
                </a:cubicBezTo>
                <a:cubicBezTo>
                  <a:pt x="9376" y="76460"/>
                  <a:pt x="29803" y="56704"/>
                  <a:pt x="29803" y="269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9FB49C-996C-4B19-83F4-6C3017D4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183" y="4985445"/>
            <a:ext cx="171227" cy="117760"/>
          </a:xfrm>
          <a:custGeom xmlns:a="http://schemas.openxmlformats.org/drawingml/2006/main">
            <a:pathLst>
              <a:path w="171227" h="117760">
                <a:moveTo>
                  <a:pt x="86841" y="80032"/>
                </a:moveTo>
                <a:cubicBezTo>
                  <a:pt x="93315" y="68200"/>
                  <a:pt x="96887" y="55699"/>
                  <a:pt x="96887" y="51346"/>
                </a:cubicBezTo>
                <a:cubicBezTo>
                  <a:pt x="96887" y="45765"/>
                  <a:pt x="93762" y="40184"/>
                  <a:pt x="87176" y="40184"/>
                </a:cubicBezTo>
                <a:cubicBezTo>
                  <a:pt x="71326" y="40184"/>
                  <a:pt x="69540" y="67196"/>
                  <a:pt x="69317" y="74116"/>
                </a:cubicBezTo>
                <a:cubicBezTo>
                  <a:pt x="68982" y="77912"/>
                  <a:pt x="68759" y="78246"/>
                  <a:pt x="68535" y="78470"/>
                </a:cubicBezTo>
                <a:cubicBezTo>
                  <a:pt x="64629" y="82265"/>
                  <a:pt x="53690" y="89743"/>
                  <a:pt x="40184" y="89743"/>
                </a:cubicBezTo>
                <a:cubicBezTo>
                  <a:pt x="23329" y="89743"/>
                  <a:pt x="13618" y="78693"/>
                  <a:pt x="13618" y="64405"/>
                </a:cubicBezTo>
                <a:cubicBezTo>
                  <a:pt x="13618" y="56480"/>
                  <a:pt x="18194" y="37281"/>
                  <a:pt x="35830" y="13283"/>
                </a:cubicBezTo>
                <a:cubicBezTo>
                  <a:pt x="38063" y="10492"/>
                  <a:pt x="38621" y="9711"/>
                  <a:pt x="38621" y="7702"/>
                </a:cubicBezTo>
                <a:cubicBezTo>
                  <a:pt x="38621" y="4576"/>
                  <a:pt x="36054" y="2344"/>
                  <a:pt x="33263" y="2344"/>
                </a:cubicBezTo>
                <a:cubicBezTo>
                  <a:pt x="30696" y="2344"/>
                  <a:pt x="29133" y="3907"/>
                  <a:pt x="28910" y="3907"/>
                </a:cubicBezTo>
                <a:cubicBezTo>
                  <a:pt x="27682" y="5135"/>
                  <a:pt x="0" y="38621"/>
                  <a:pt x="0" y="75121"/>
                </a:cubicBezTo>
                <a:cubicBezTo>
                  <a:pt x="0" y="100905"/>
                  <a:pt x="13060" y="117760"/>
                  <a:pt x="34714" y="117760"/>
                </a:cubicBezTo>
                <a:cubicBezTo>
                  <a:pt x="52908" y="117760"/>
                  <a:pt x="67196" y="105482"/>
                  <a:pt x="72889" y="99343"/>
                </a:cubicBezTo>
                <a:cubicBezTo>
                  <a:pt x="76126" y="107045"/>
                  <a:pt x="83604" y="117760"/>
                  <a:pt x="100459" y="117760"/>
                </a:cubicBezTo>
                <a:cubicBezTo>
                  <a:pt x="122448" y="117760"/>
                  <a:pt x="142094" y="101687"/>
                  <a:pt x="153367" y="84386"/>
                </a:cubicBezTo>
                <a:cubicBezTo>
                  <a:pt x="168883" y="60052"/>
                  <a:pt x="171227" y="27347"/>
                  <a:pt x="171227" y="23775"/>
                </a:cubicBezTo>
                <a:cubicBezTo>
                  <a:pt x="171227" y="4130"/>
                  <a:pt x="159507" y="0"/>
                  <a:pt x="154037" y="0"/>
                </a:cubicBezTo>
                <a:cubicBezTo>
                  <a:pt x="144326" y="0"/>
                  <a:pt x="134727" y="10269"/>
                  <a:pt x="134727" y="19422"/>
                </a:cubicBezTo>
                <a:cubicBezTo>
                  <a:pt x="134727" y="26119"/>
                  <a:pt x="139526" y="29133"/>
                  <a:pt x="142094" y="31142"/>
                </a:cubicBezTo>
                <a:cubicBezTo>
                  <a:pt x="148679" y="35496"/>
                  <a:pt x="154372" y="41635"/>
                  <a:pt x="154372" y="49783"/>
                </a:cubicBezTo>
                <a:cubicBezTo>
                  <a:pt x="154372" y="66638"/>
                  <a:pt x="132383" y="89743"/>
                  <a:pt x="105817" y="89743"/>
                </a:cubicBezTo>
                <a:cubicBezTo>
                  <a:pt x="98338" y="89743"/>
                  <a:pt x="91529" y="87623"/>
                  <a:pt x="86841" y="8003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8A5277-E9AB-4CC4-955D-3467A4A4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013" y="5055989"/>
            <a:ext cx="78804" cy="84051"/>
          </a:xfrm>
          <a:custGeom xmlns:a="http://schemas.openxmlformats.org/drawingml/2006/main">
            <a:pathLst>
              <a:path w="78804" h="84051">
                <a:moveTo>
                  <a:pt x="39514" y="0"/>
                </a:moveTo>
                <a:cubicBezTo>
                  <a:pt x="16185" y="0"/>
                  <a:pt x="0" y="17190"/>
                  <a:pt x="0" y="41858"/>
                </a:cubicBezTo>
                <a:cubicBezTo>
                  <a:pt x="0" y="65968"/>
                  <a:pt x="16632" y="84051"/>
                  <a:pt x="39067" y="84051"/>
                </a:cubicBezTo>
                <a:cubicBezTo>
                  <a:pt x="61615" y="84051"/>
                  <a:pt x="78804" y="65075"/>
                  <a:pt x="78804" y="40407"/>
                </a:cubicBezTo>
                <a:cubicBezTo>
                  <a:pt x="78804" y="16966"/>
                  <a:pt x="62285" y="0"/>
                  <a:pt x="39514" y="0"/>
                </a:cubicBezTo>
                <a:close/>
                <a:moveTo>
                  <a:pt x="37170" y="5023"/>
                </a:moveTo>
                <a:cubicBezTo>
                  <a:pt x="52127" y="5023"/>
                  <a:pt x="62731" y="22213"/>
                  <a:pt x="62731" y="46658"/>
                </a:cubicBezTo>
                <a:cubicBezTo>
                  <a:pt x="62731" y="66861"/>
                  <a:pt x="54694" y="79028"/>
                  <a:pt x="41188" y="79028"/>
                </a:cubicBezTo>
                <a:cubicBezTo>
                  <a:pt x="34268" y="79028"/>
                  <a:pt x="27682" y="74675"/>
                  <a:pt x="23887" y="67642"/>
                </a:cubicBezTo>
                <a:cubicBezTo>
                  <a:pt x="18864" y="58266"/>
                  <a:pt x="16073" y="45765"/>
                  <a:pt x="16073" y="33040"/>
                </a:cubicBezTo>
                <a:cubicBezTo>
                  <a:pt x="16073" y="16073"/>
                  <a:pt x="24445" y="5023"/>
                  <a:pt x="37170" y="50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D2DF9C-6ABF-41FD-8066-F0BA9C8AA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7336" y="5074072"/>
            <a:ext cx="29803" cy="76460"/>
          </a:xfrm>
          <a:custGeom xmlns:a="http://schemas.openxmlformats.org/drawingml/2006/main">
            <a:pathLst>
              <a:path w="29803" h="76460">
                <a:moveTo>
                  <a:pt x="29803" y="26901"/>
                </a:moveTo>
                <a:cubicBezTo>
                  <a:pt x="29803" y="10046"/>
                  <a:pt x="23440" y="0"/>
                  <a:pt x="13506" y="0"/>
                </a:cubicBezTo>
                <a:cubicBezTo>
                  <a:pt x="5023" y="0"/>
                  <a:pt x="0" y="6474"/>
                  <a:pt x="0" y="13618"/>
                </a:cubicBezTo>
                <a:cubicBezTo>
                  <a:pt x="0" y="20538"/>
                  <a:pt x="5023" y="27124"/>
                  <a:pt x="13506" y="27124"/>
                </a:cubicBezTo>
                <a:cubicBezTo>
                  <a:pt x="16520" y="27124"/>
                  <a:pt x="19869" y="26119"/>
                  <a:pt x="22436" y="23775"/>
                </a:cubicBezTo>
                <a:cubicBezTo>
                  <a:pt x="23217" y="23329"/>
                  <a:pt x="23440" y="22994"/>
                  <a:pt x="23664" y="22994"/>
                </a:cubicBezTo>
                <a:cubicBezTo>
                  <a:pt x="23999" y="22994"/>
                  <a:pt x="24222" y="23329"/>
                  <a:pt x="24222" y="26901"/>
                </a:cubicBezTo>
                <a:cubicBezTo>
                  <a:pt x="24222" y="45765"/>
                  <a:pt x="15292" y="61168"/>
                  <a:pt x="6809" y="69540"/>
                </a:cubicBezTo>
                <a:cubicBezTo>
                  <a:pt x="4018" y="72330"/>
                  <a:pt x="4018" y="72889"/>
                  <a:pt x="4018" y="73670"/>
                </a:cubicBezTo>
                <a:cubicBezTo>
                  <a:pt x="4018" y="75344"/>
                  <a:pt x="5246" y="76460"/>
                  <a:pt x="6586" y="76460"/>
                </a:cubicBezTo>
                <a:cubicBezTo>
                  <a:pt x="9376" y="76460"/>
                  <a:pt x="29803" y="56704"/>
                  <a:pt x="29803" y="2690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52807-7C96-4CEA-96CE-A5139E70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6121" y="4991137"/>
            <a:ext cx="123565" cy="113184"/>
          </a:xfrm>
          <a:custGeom xmlns:a="http://schemas.openxmlformats.org/drawingml/2006/main">
            <a:pathLst>
              <a:path w="123565" h="113184">
                <a:moveTo>
                  <a:pt x="68200" y="14734"/>
                </a:moveTo>
                <a:lnTo>
                  <a:pt x="111063" y="14734"/>
                </a:lnTo>
                <a:cubicBezTo>
                  <a:pt x="114412" y="14734"/>
                  <a:pt x="123565" y="14734"/>
                  <a:pt x="123565" y="6139"/>
                </a:cubicBezTo>
                <a:cubicBezTo>
                  <a:pt x="123565" y="0"/>
                  <a:pt x="118207" y="0"/>
                  <a:pt x="113407" y="0"/>
                </a:cubicBezTo>
                <a:lnTo>
                  <a:pt x="41858" y="0"/>
                </a:lnTo>
                <a:cubicBezTo>
                  <a:pt x="36723" y="0"/>
                  <a:pt x="26789" y="0"/>
                  <a:pt x="15515" y="11943"/>
                </a:cubicBezTo>
                <a:cubicBezTo>
                  <a:pt x="7144" y="21208"/>
                  <a:pt x="0" y="33375"/>
                  <a:pt x="0" y="34937"/>
                </a:cubicBezTo>
                <a:cubicBezTo>
                  <a:pt x="0" y="35161"/>
                  <a:pt x="0" y="37505"/>
                  <a:pt x="3014" y="37505"/>
                </a:cubicBezTo>
                <a:cubicBezTo>
                  <a:pt x="5135" y="37505"/>
                  <a:pt x="5581" y="36500"/>
                  <a:pt x="7144" y="34491"/>
                </a:cubicBezTo>
                <a:cubicBezTo>
                  <a:pt x="19645" y="14734"/>
                  <a:pt x="34268" y="14734"/>
                  <a:pt x="39514" y="14734"/>
                </a:cubicBezTo>
                <a:lnTo>
                  <a:pt x="60833" y="14734"/>
                </a:lnTo>
                <a:lnTo>
                  <a:pt x="35719" y="96775"/>
                </a:lnTo>
                <a:cubicBezTo>
                  <a:pt x="34714" y="99789"/>
                  <a:pt x="33151" y="105259"/>
                  <a:pt x="33151" y="106263"/>
                </a:cubicBezTo>
                <a:cubicBezTo>
                  <a:pt x="33151" y="109054"/>
                  <a:pt x="34937" y="113184"/>
                  <a:pt x="40630" y="113184"/>
                </a:cubicBezTo>
                <a:cubicBezTo>
                  <a:pt x="49002" y="113184"/>
                  <a:pt x="50229" y="105928"/>
                  <a:pt x="51122" y="102133"/>
                </a:cubicBezTo>
                <a:lnTo>
                  <a:pt x="68200" y="147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B43E71-DF65-4B20-9C23-FC244308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238" y="4909542"/>
            <a:ext cx="59271" cy="255501"/>
          </a:xfrm>
          <a:custGeom xmlns:a="http://schemas.openxmlformats.org/drawingml/2006/main">
            <a:pathLst>
              <a:path w="59271" h="255501">
                <a:moveTo>
                  <a:pt x="59271" y="127806"/>
                </a:moveTo>
                <a:cubicBezTo>
                  <a:pt x="59271" y="107826"/>
                  <a:pt x="56480" y="77019"/>
                  <a:pt x="42416" y="48109"/>
                </a:cubicBezTo>
                <a:cubicBezTo>
                  <a:pt x="27124" y="16632"/>
                  <a:pt x="5135" y="0"/>
                  <a:pt x="2567" y="0"/>
                </a:cubicBezTo>
                <a:cubicBezTo>
                  <a:pt x="1005" y="0"/>
                  <a:pt x="0" y="1116"/>
                  <a:pt x="0" y="2567"/>
                </a:cubicBezTo>
                <a:cubicBezTo>
                  <a:pt x="0" y="3349"/>
                  <a:pt x="0" y="3907"/>
                  <a:pt x="4911" y="8483"/>
                </a:cubicBezTo>
                <a:cubicBezTo>
                  <a:pt x="29914" y="33821"/>
                  <a:pt x="44537" y="74340"/>
                  <a:pt x="44537" y="127806"/>
                </a:cubicBezTo>
                <a:cubicBezTo>
                  <a:pt x="44537" y="171450"/>
                  <a:pt x="35049" y="216433"/>
                  <a:pt x="3349" y="248692"/>
                </a:cubicBezTo>
                <a:cubicBezTo>
                  <a:pt x="0" y="251706"/>
                  <a:pt x="0" y="252152"/>
                  <a:pt x="0" y="252933"/>
                </a:cubicBezTo>
                <a:cubicBezTo>
                  <a:pt x="0" y="254496"/>
                  <a:pt x="1005" y="255501"/>
                  <a:pt x="2567" y="255501"/>
                </a:cubicBezTo>
                <a:cubicBezTo>
                  <a:pt x="5135" y="255501"/>
                  <a:pt x="28128" y="238199"/>
                  <a:pt x="43197" y="205718"/>
                </a:cubicBezTo>
                <a:cubicBezTo>
                  <a:pt x="56257" y="177589"/>
                  <a:pt x="59271" y="149237"/>
                  <a:pt x="59271" y="127806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CC255-200F-4A7B-BEB7-4051EB0A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163" y="2957289"/>
            <a:ext cx="6770043" cy="2240347"/>
          </a:xfrm>
          <a:custGeom xmlns:a="http://schemas.openxmlformats.org/drawingml/2006/main">
            <a:pathLst>
              <a:path w="6770043" h="2240347">
                <a:moveTo>
                  <a:pt x="0" y="2240347"/>
                </a:moveTo>
                <a:lnTo>
                  <a:pt x="0" y="0"/>
                </a:lnTo>
                <a:lnTo>
                  <a:pt x="6770043" y="0"/>
                </a:lnTo>
                <a:lnTo>
                  <a:pt x="6770043" y="2240347"/>
                </a:lnTo>
                <a:lnTo>
                  <a:pt x="0" y="2240347"/>
                </a:lnTo>
                <a:close/>
                <a:moveTo>
                  <a:pt x="0" y="2240347"/>
                </a:moveTo>
              </a:path>
            </a:pathLst>
          </a:custGeom>
          <a:solidFill xmlns:a="http://schemas.openxmlformats.org/drawingml/2006/main">
            <a:srgbClr val="FEFFE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79D78-FBA6-469F-8755-48CE5805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0163" y="2957289"/>
            <a:ext cx="6770043" cy="2240347"/>
          </a:xfrm>
          <a:custGeom xmlns:a="http://schemas.openxmlformats.org/drawingml/2006/main">
            <a:pathLst>
              <a:path w="6770043" h="2240347" fill="none">
                <a:moveTo>
                  <a:pt x="0" y="2240347"/>
                </a:moveTo>
                <a:lnTo>
                  <a:pt x="6770043" y="2240347"/>
                </a:lnTo>
                <a:lnTo>
                  <a:pt x="6770043" y="0"/>
                </a:lnTo>
                <a:lnTo>
                  <a:pt x="0" y="0"/>
                </a:lnTo>
                <a:lnTo>
                  <a:pt x="0" y="2240347"/>
                </a:lnTo>
                <a:close/>
                <a:moveTo>
                  <a:pt x="0" y="2240347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03D394-1A54-4C22-BA0C-AEA3B818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786" y="3807172"/>
            <a:ext cx="1611139" cy="1048792"/>
          </a:xfrm>
          <a:custGeom xmlns:a="http://schemas.openxmlformats.org/drawingml/2006/main">
            <a:pathLst>
              <a:path w="1611139" h="1048792">
                <a:moveTo>
                  <a:pt x="0" y="1048792"/>
                </a:moveTo>
                <a:lnTo>
                  <a:pt x="0" y="0"/>
                </a:lnTo>
                <a:lnTo>
                  <a:pt x="1611139" y="0"/>
                </a:lnTo>
                <a:lnTo>
                  <a:pt x="1611139" y="1048792"/>
                </a:lnTo>
                <a:lnTo>
                  <a:pt x="0" y="1048792"/>
                </a:lnTo>
                <a:close/>
                <a:moveTo>
                  <a:pt x="0" y="1048792"/>
                </a:moveTo>
              </a:path>
            </a:pathLst>
          </a:custGeom>
          <a:solidFill xmlns:a="http://schemas.openxmlformats.org/drawingml/2006/main">
            <a:srgbClr val="FFFFFF">
              <a:alpha val="91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6748B-63B9-45A9-94EA-1F36006C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074" y="4707620"/>
            <a:ext cx="1450851" cy="148344"/>
          </a:xfrm>
          <a:custGeom xmlns:a="http://schemas.openxmlformats.org/drawingml/2006/main">
            <a:pathLst>
              <a:path w="1450851" h="148344">
                <a:moveTo>
                  <a:pt x="1448618" y="131713"/>
                </a:moveTo>
                <a:lnTo>
                  <a:pt x="1444600" y="131155"/>
                </a:lnTo>
                <a:lnTo>
                  <a:pt x="1440470" y="130708"/>
                </a:lnTo>
                <a:lnTo>
                  <a:pt x="1436452" y="130039"/>
                </a:lnTo>
                <a:lnTo>
                  <a:pt x="1432322" y="129480"/>
                </a:lnTo>
                <a:lnTo>
                  <a:pt x="1428303" y="128922"/>
                </a:lnTo>
                <a:lnTo>
                  <a:pt x="1424173" y="128364"/>
                </a:lnTo>
                <a:lnTo>
                  <a:pt x="1420155" y="127695"/>
                </a:lnTo>
                <a:lnTo>
                  <a:pt x="1416025" y="127136"/>
                </a:lnTo>
                <a:lnTo>
                  <a:pt x="1411895" y="126467"/>
                </a:lnTo>
                <a:lnTo>
                  <a:pt x="1407877" y="125797"/>
                </a:lnTo>
                <a:lnTo>
                  <a:pt x="1403747" y="125127"/>
                </a:lnTo>
                <a:lnTo>
                  <a:pt x="1399728" y="124458"/>
                </a:lnTo>
                <a:lnTo>
                  <a:pt x="1395598" y="123788"/>
                </a:lnTo>
                <a:lnTo>
                  <a:pt x="1391580" y="123118"/>
                </a:lnTo>
                <a:lnTo>
                  <a:pt x="1387450" y="122337"/>
                </a:lnTo>
                <a:lnTo>
                  <a:pt x="1383432" y="121667"/>
                </a:lnTo>
                <a:lnTo>
                  <a:pt x="1375172" y="120104"/>
                </a:lnTo>
                <a:lnTo>
                  <a:pt x="1371153" y="119323"/>
                </a:lnTo>
                <a:lnTo>
                  <a:pt x="1367023" y="118542"/>
                </a:lnTo>
                <a:lnTo>
                  <a:pt x="1363005" y="117760"/>
                </a:lnTo>
                <a:lnTo>
                  <a:pt x="1354745" y="116198"/>
                </a:lnTo>
                <a:lnTo>
                  <a:pt x="1350727" y="115305"/>
                </a:lnTo>
                <a:lnTo>
                  <a:pt x="1346708" y="114523"/>
                </a:lnTo>
                <a:lnTo>
                  <a:pt x="1338448" y="112737"/>
                </a:lnTo>
                <a:lnTo>
                  <a:pt x="1334430" y="111844"/>
                </a:lnTo>
                <a:lnTo>
                  <a:pt x="1330300" y="110951"/>
                </a:lnTo>
                <a:lnTo>
                  <a:pt x="1326282" y="110058"/>
                </a:lnTo>
                <a:lnTo>
                  <a:pt x="1322152" y="109165"/>
                </a:lnTo>
                <a:lnTo>
                  <a:pt x="1318133" y="108161"/>
                </a:lnTo>
                <a:lnTo>
                  <a:pt x="1314003" y="107268"/>
                </a:lnTo>
                <a:lnTo>
                  <a:pt x="1309873" y="106263"/>
                </a:lnTo>
                <a:lnTo>
                  <a:pt x="1305855" y="105259"/>
                </a:lnTo>
                <a:lnTo>
                  <a:pt x="1301725" y="104254"/>
                </a:lnTo>
                <a:lnTo>
                  <a:pt x="1297707" y="103250"/>
                </a:lnTo>
                <a:lnTo>
                  <a:pt x="1293577" y="102245"/>
                </a:lnTo>
                <a:lnTo>
                  <a:pt x="1289558" y="101240"/>
                </a:lnTo>
                <a:lnTo>
                  <a:pt x="1285428" y="100236"/>
                </a:lnTo>
                <a:lnTo>
                  <a:pt x="1281410" y="99120"/>
                </a:lnTo>
                <a:lnTo>
                  <a:pt x="1277280" y="98115"/>
                </a:lnTo>
                <a:lnTo>
                  <a:pt x="1273150" y="96999"/>
                </a:lnTo>
                <a:lnTo>
                  <a:pt x="1269132" y="95883"/>
                </a:lnTo>
                <a:lnTo>
                  <a:pt x="1265002" y="94878"/>
                </a:lnTo>
                <a:lnTo>
                  <a:pt x="1260983" y="93762"/>
                </a:lnTo>
                <a:lnTo>
                  <a:pt x="1256853" y="92646"/>
                </a:lnTo>
                <a:lnTo>
                  <a:pt x="1252835" y="91529"/>
                </a:lnTo>
                <a:lnTo>
                  <a:pt x="1248705" y="90301"/>
                </a:lnTo>
                <a:lnTo>
                  <a:pt x="1244687" y="89185"/>
                </a:lnTo>
                <a:lnTo>
                  <a:pt x="1240557" y="88069"/>
                </a:lnTo>
                <a:lnTo>
                  <a:pt x="1236427" y="86841"/>
                </a:lnTo>
                <a:lnTo>
                  <a:pt x="1232408" y="85725"/>
                </a:lnTo>
                <a:lnTo>
                  <a:pt x="1228278" y="84497"/>
                </a:lnTo>
                <a:lnTo>
                  <a:pt x="1224260" y="83269"/>
                </a:lnTo>
                <a:lnTo>
                  <a:pt x="1220130" y="82153"/>
                </a:lnTo>
                <a:lnTo>
                  <a:pt x="1216112" y="80925"/>
                </a:lnTo>
                <a:lnTo>
                  <a:pt x="1211982" y="79697"/>
                </a:lnTo>
                <a:lnTo>
                  <a:pt x="1207963" y="78470"/>
                </a:lnTo>
                <a:lnTo>
                  <a:pt x="1199703" y="76014"/>
                </a:lnTo>
                <a:lnTo>
                  <a:pt x="1195685" y="74786"/>
                </a:lnTo>
                <a:lnTo>
                  <a:pt x="1191555" y="73447"/>
                </a:lnTo>
                <a:lnTo>
                  <a:pt x="1187537" y="72219"/>
                </a:lnTo>
                <a:lnTo>
                  <a:pt x="1183407" y="70991"/>
                </a:lnTo>
                <a:lnTo>
                  <a:pt x="1179277" y="69652"/>
                </a:lnTo>
                <a:lnTo>
                  <a:pt x="1171240" y="67196"/>
                </a:lnTo>
                <a:lnTo>
                  <a:pt x="1167110" y="65856"/>
                </a:lnTo>
                <a:lnTo>
                  <a:pt x="1162980" y="64629"/>
                </a:lnTo>
                <a:lnTo>
                  <a:pt x="1158962" y="63289"/>
                </a:lnTo>
                <a:lnTo>
                  <a:pt x="1154832" y="62061"/>
                </a:lnTo>
                <a:lnTo>
                  <a:pt x="1150813" y="60722"/>
                </a:lnTo>
                <a:lnTo>
                  <a:pt x="1138535" y="56927"/>
                </a:lnTo>
                <a:lnTo>
                  <a:pt x="1134405" y="55587"/>
                </a:lnTo>
                <a:lnTo>
                  <a:pt x="1130387" y="54359"/>
                </a:lnTo>
                <a:lnTo>
                  <a:pt x="1126257" y="53132"/>
                </a:lnTo>
                <a:lnTo>
                  <a:pt x="1122238" y="51792"/>
                </a:lnTo>
                <a:lnTo>
                  <a:pt x="1118108" y="50564"/>
                </a:lnTo>
                <a:lnTo>
                  <a:pt x="1114090" y="49225"/>
                </a:lnTo>
                <a:lnTo>
                  <a:pt x="1105830" y="46769"/>
                </a:lnTo>
                <a:lnTo>
                  <a:pt x="1101812" y="45430"/>
                </a:lnTo>
                <a:lnTo>
                  <a:pt x="1097682" y="44202"/>
                </a:lnTo>
                <a:lnTo>
                  <a:pt x="1093663" y="42974"/>
                </a:lnTo>
                <a:lnTo>
                  <a:pt x="1089533" y="41746"/>
                </a:lnTo>
                <a:lnTo>
                  <a:pt x="1085515" y="40518"/>
                </a:lnTo>
                <a:lnTo>
                  <a:pt x="1081385" y="39291"/>
                </a:lnTo>
                <a:lnTo>
                  <a:pt x="1077367" y="38063"/>
                </a:lnTo>
                <a:lnTo>
                  <a:pt x="1073237" y="36835"/>
                </a:lnTo>
                <a:lnTo>
                  <a:pt x="1069107" y="35719"/>
                </a:lnTo>
                <a:lnTo>
                  <a:pt x="1065088" y="34491"/>
                </a:lnTo>
                <a:lnTo>
                  <a:pt x="1060958" y="33375"/>
                </a:lnTo>
                <a:lnTo>
                  <a:pt x="1056940" y="32147"/>
                </a:lnTo>
                <a:lnTo>
                  <a:pt x="1052810" y="31031"/>
                </a:lnTo>
                <a:lnTo>
                  <a:pt x="1048792" y="29914"/>
                </a:lnTo>
                <a:lnTo>
                  <a:pt x="1040532" y="27682"/>
                </a:lnTo>
                <a:lnTo>
                  <a:pt x="1036513" y="26566"/>
                </a:lnTo>
                <a:lnTo>
                  <a:pt x="1032383" y="25450"/>
                </a:lnTo>
                <a:lnTo>
                  <a:pt x="1028365" y="24445"/>
                </a:lnTo>
                <a:lnTo>
                  <a:pt x="1024235" y="23440"/>
                </a:lnTo>
                <a:lnTo>
                  <a:pt x="1020217" y="22324"/>
                </a:lnTo>
                <a:lnTo>
                  <a:pt x="1016087" y="21320"/>
                </a:lnTo>
                <a:lnTo>
                  <a:pt x="1012068" y="20315"/>
                </a:lnTo>
                <a:lnTo>
                  <a:pt x="1007938" y="19422"/>
                </a:lnTo>
                <a:lnTo>
                  <a:pt x="1003808" y="18417"/>
                </a:lnTo>
                <a:lnTo>
                  <a:pt x="999790" y="17525"/>
                </a:lnTo>
                <a:lnTo>
                  <a:pt x="995660" y="16520"/>
                </a:lnTo>
                <a:lnTo>
                  <a:pt x="991642" y="15627"/>
                </a:lnTo>
                <a:lnTo>
                  <a:pt x="987512" y="14734"/>
                </a:lnTo>
                <a:lnTo>
                  <a:pt x="983493" y="13953"/>
                </a:lnTo>
                <a:lnTo>
                  <a:pt x="979363" y="13060"/>
                </a:lnTo>
                <a:lnTo>
                  <a:pt x="975345" y="12278"/>
                </a:lnTo>
                <a:lnTo>
                  <a:pt x="967085" y="10716"/>
                </a:lnTo>
                <a:lnTo>
                  <a:pt x="963067" y="9934"/>
                </a:lnTo>
                <a:lnTo>
                  <a:pt x="958937" y="9265"/>
                </a:lnTo>
                <a:lnTo>
                  <a:pt x="954918" y="8595"/>
                </a:lnTo>
                <a:lnTo>
                  <a:pt x="950788" y="7925"/>
                </a:lnTo>
                <a:lnTo>
                  <a:pt x="946770" y="7255"/>
                </a:lnTo>
                <a:lnTo>
                  <a:pt x="942640" y="6586"/>
                </a:lnTo>
                <a:lnTo>
                  <a:pt x="938622" y="6028"/>
                </a:lnTo>
                <a:lnTo>
                  <a:pt x="930362" y="4911"/>
                </a:lnTo>
                <a:lnTo>
                  <a:pt x="926343" y="4465"/>
                </a:lnTo>
                <a:lnTo>
                  <a:pt x="922213" y="3907"/>
                </a:lnTo>
                <a:lnTo>
                  <a:pt x="918195" y="3460"/>
                </a:lnTo>
                <a:lnTo>
                  <a:pt x="914065" y="3014"/>
                </a:lnTo>
                <a:lnTo>
                  <a:pt x="910047" y="2679"/>
                </a:lnTo>
                <a:lnTo>
                  <a:pt x="905917" y="2232"/>
                </a:lnTo>
                <a:lnTo>
                  <a:pt x="901898" y="1898"/>
                </a:lnTo>
                <a:lnTo>
                  <a:pt x="897768" y="1563"/>
                </a:lnTo>
                <a:lnTo>
                  <a:pt x="893638" y="1339"/>
                </a:lnTo>
                <a:lnTo>
                  <a:pt x="889620" y="1116"/>
                </a:lnTo>
                <a:lnTo>
                  <a:pt x="885490" y="781"/>
                </a:lnTo>
                <a:lnTo>
                  <a:pt x="881472" y="670"/>
                </a:lnTo>
                <a:lnTo>
                  <a:pt x="877342" y="446"/>
                </a:lnTo>
                <a:lnTo>
                  <a:pt x="873323" y="335"/>
                </a:lnTo>
                <a:lnTo>
                  <a:pt x="865063" y="112"/>
                </a:lnTo>
                <a:lnTo>
                  <a:pt x="861045" y="112"/>
                </a:lnTo>
                <a:lnTo>
                  <a:pt x="856915" y="0"/>
                </a:lnTo>
                <a:lnTo>
                  <a:pt x="852897" y="112"/>
                </a:lnTo>
                <a:lnTo>
                  <a:pt x="844748" y="112"/>
                </a:lnTo>
                <a:lnTo>
                  <a:pt x="840618" y="223"/>
                </a:lnTo>
                <a:lnTo>
                  <a:pt x="836600" y="335"/>
                </a:lnTo>
                <a:lnTo>
                  <a:pt x="832470" y="558"/>
                </a:lnTo>
                <a:lnTo>
                  <a:pt x="828340" y="670"/>
                </a:lnTo>
                <a:lnTo>
                  <a:pt x="824322" y="893"/>
                </a:lnTo>
                <a:lnTo>
                  <a:pt x="820192" y="1228"/>
                </a:lnTo>
                <a:lnTo>
                  <a:pt x="816173" y="1451"/>
                </a:lnTo>
                <a:lnTo>
                  <a:pt x="812043" y="1786"/>
                </a:lnTo>
                <a:lnTo>
                  <a:pt x="808025" y="2121"/>
                </a:lnTo>
                <a:lnTo>
                  <a:pt x="803895" y="2456"/>
                </a:lnTo>
                <a:lnTo>
                  <a:pt x="799877" y="2791"/>
                </a:lnTo>
                <a:lnTo>
                  <a:pt x="791617" y="3684"/>
                </a:lnTo>
                <a:lnTo>
                  <a:pt x="787598" y="4130"/>
                </a:lnTo>
                <a:lnTo>
                  <a:pt x="783468" y="4688"/>
                </a:lnTo>
                <a:lnTo>
                  <a:pt x="779450" y="5246"/>
                </a:lnTo>
                <a:lnTo>
                  <a:pt x="775320" y="5693"/>
                </a:lnTo>
                <a:lnTo>
                  <a:pt x="771190" y="6362"/>
                </a:lnTo>
                <a:lnTo>
                  <a:pt x="767172" y="6921"/>
                </a:lnTo>
                <a:lnTo>
                  <a:pt x="763153" y="7590"/>
                </a:lnTo>
                <a:lnTo>
                  <a:pt x="754893" y="8930"/>
                </a:lnTo>
                <a:lnTo>
                  <a:pt x="750875" y="9599"/>
                </a:lnTo>
                <a:lnTo>
                  <a:pt x="746745" y="10381"/>
                </a:lnTo>
                <a:lnTo>
                  <a:pt x="742727" y="11050"/>
                </a:lnTo>
                <a:lnTo>
                  <a:pt x="734467" y="12613"/>
                </a:lnTo>
                <a:lnTo>
                  <a:pt x="730448" y="13506"/>
                </a:lnTo>
                <a:lnTo>
                  <a:pt x="726318" y="14288"/>
                </a:lnTo>
                <a:lnTo>
                  <a:pt x="722300" y="15180"/>
                </a:lnTo>
                <a:lnTo>
                  <a:pt x="718170" y="16073"/>
                </a:lnTo>
                <a:lnTo>
                  <a:pt x="714152" y="16966"/>
                </a:lnTo>
                <a:lnTo>
                  <a:pt x="710022" y="17971"/>
                </a:lnTo>
                <a:lnTo>
                  <a:pt x="706003" y="18864"/>
                </a:lnTo>
                <a:lnTo>
                  <a:pt x="697743" y="20873"/>
                </a:lnTo>
                <a:lnTo>
                  <a:pt x="693725" y="21878"/>
                </a:lnTo>
                <a:lnTo>
                  <a:pt x="689595" y="22882"/>
                </a:lnTo>
                <a:lnTo>
                  <a:pt x="685577" y="23887"/>
                </a:lnTo>
                <a:lnTo>
                  <a:pt x="681447" y="24892"/>
                </a:lnTo>
                <a:lnTo>
                  <a:pt x="677428" y="26008"/>
                </a:lnTo>
                <a:lnTo>
                  <a:pt x="673298" y="27124"/>
                </a:lnTo>
                <a:lnTo>
                  <a:pt x="669280" y="28240"/>
                </a:lnTo>
                <a:lnTo>
                  <a:pt x="661020" y="30473"/>
                </a:lnTo>
                <a:lnTo>
                  <a:pt x="657002" y="31589"/>
                </a:lnTo>
                <a:lnTo>
                  <a:pt x="652872" y="32705"/>
                </a:lnTo>
                <a:lnTo>
                  <a:pt x="648853" y="33933"/>
                </a:lnTo>
                <a:lnTo>
                  <a:pt x="644723" y="35049"/>
                </a:lnTo>
                <a:lnTo>
                  <a:pt x="640705" y="36277"/>
                </a:lnTo>
                <a:lnTo>
                  <a:pt x="636575" y="37505"/>
                </a:lnTo>
                <a:lnTo>
                  <a:pt x="632557" y="38621"/>
                </a:lnTo>
                <a:lnTo>
                  <a:pt x="624297" y="41077"/>
                </a:lnTo>
                <a:lnTo>
                  <a:pt x="620278" y="42304"/>
                </a:lnTo>
                <a:lnTo>
                  <a:pt x="616148" y="43532"/>
                </a:lnTo>
                <a:lnTo>
                  <a:pt x="612130" y="44872"/>
                </a:lnTo>
                <a:lnTo>
                  <a:pt x="608000" y="46100"/>
                </a:lnTo>
                <a:lnTo>
                  <a:pt x="603982" y="47327"/>
                </a:lnTo>
                <a:lnTo>
                  <a:pt x="599852" y="48555"/>
                </a:lnTo>
                <a:lnTo>
                  <a:pt x="595722" y="49895"/>
                </a:lnTo>
                <a:lnTo>
                  <a:pt x="591703" y="51122"/>
                </a:lnTo>
                <a:lnTo>
                  <a:pt x="587573" y="52462"/>
                </a:lnTo>
                <a:lnTo>
                  <a:pt x="583555" y="53690"/>
                </a:lnTo>
                <a:lnTo>
                  <a:pt x="579425" y="55029"/>
                </a:lnTo>
                <a:lnTo>
                  <a:pt x="575407" y="56257"/>
                </a:lnTo>
                <a:lnTo>
                  <a:pt x="571277" y="57485"/>
                </a:lnTo>
                <a:lnTo>
                  <a:pt x="558998" y="61392"/>
                </a:lnTo>
                <a:lnTo>
                  <a:pt x="554980" y="62619"/>
                </a:lnTo>
                <a:lnTo>
                  <a:pt x="550850" y="63959"/>
                </a:lnTo>
                <a:lnTo>
                  <a:pt x="546832" y="65187"/>
                </a:lnTo>
                <a:lnTo>
                  <a:pt x="542702" y="66526"/>
                </a:lnTo>
                <a:lnTo>
                  <a:pt x="538683" y="67754"/>
                </a:lnTo>
                <a:lnTo>
                  <a:pt x="534553" y="69093"/>
                </a:lnTo>
                <a:lnTo>
                  <a:pt x="530535" y="70321"/>
                </a:lnTo>
                <a:lnTo>
                  <a:pt x="526405" y="71549"/>
                </a:lnTo>
                <a:lnTo>
                  <a:pt x="522275" y="72889"/>
                </a:lnTo>
                <a:lnTo>
                  <a:pt x="518257" y="74116"/>
                </a:lnTo>
                <a:lnTo>
                  <a:pt x="514127" y="75344"/>
                </a:lnTo>
                <a:lnTo>
                  <a:pt x="510108" y="76572"/>
                </a:lnTo>
                <a:lnTo>
                  <a:pt x="505978" y="77800"/>
                </a:lnTo>
                <a:lnTo>
                  <a:pt x="501960" y="79028"/>
                </a:lnTo>
                <a:lnTo>
                  <a:pt x="497830" y="80256"/>
                </a:lnTo>
                <a:lnTo>
                  <a:pt x="493811" y="81483"/>
                </a:lnTo>
                <a:lnTo>
                  <a:pt x="485552" y="83939"/>
                </a:lnTo>
                <a:lnTo>
                  <a:pt x="481533" y="85055"/>
                </a:lnTo>
                <a:lnTo>
                  <a:pt x="477403" y="86283"/>
                </a:lnTo>
                <a:lnTo>
                  <a:pt x="473385" y="87399"/>
                </a:lnTo>
                <a:lnTo>
                  <a:pt x="469255" y="88627"/>
                </a:lnTo>
                <a:lnTo>
                  <a:pt x="465236" y="89743"/>
                </a:lnTo>
                <a:lnTo>
                  <a:pt x="461107" y="90860"/>
                </a:lnTo>
                <a:lnTo>
                  <a:pt x="457088" y="91976"/>
                </a:lnTo>
                <a:lnTo>
                  <a:pt x="452958" y="93204"/>
                </a:lnTo>
                <a:lnTo>
                  <a:pt x="448828" y="94320"/>
                </a:lnTo>
                <a:lnTo>
                  <a:pt x="444810" y="95324"/>
                </a:lnTo>
                <a:lnTo>
                  <a:pt x="440680" y="96441"/>
                </a:lnTo>
                <a:lnTo>
                  <a:pt x="436662" y="97557"/>
                </a:lnTo>
                <a:lnTo>
                  <a:pt x="432532" y="98561"/>
                </a:lnTo>
                <a:lnTo>
                  <a:pt x="428513" y="99678"/>
                </a:lnTo>
                <a:lnTo>
                  <a:pt x="424383" y="100682"/>
                </a:lnTo>
                <a:lnTo>
                  <a:pt x="420253" y="101798"/>
                </a:lnTo>
                <a:lnTo>
                  <a:pt x="416235" y="102803"/>
                </a:lnTo>
                <a:lnTo>
                  <a:pt x="412105" y="103808"/>
                </a:lnTo>
                <a:lnTo>
                  <a:pt x="408087" y="104812"/>
                </a:lnTo>
                <a:lnTo>
                  <a:pt x="403957" y="105705"/>
                </a:lnTo>
                <a:lnTo>
                  <a:pt x="399938" y="106710"/>
                </a:lnTo>
                <a:lnTo>
                  <a:pt x="395808" y="107714"/>
                </a:lnTo>
                <a:lnTo>
                  <a:pt x="391790" y="108607"/>
                </a:lnTo>
                <a:lnTo>
                  <a:pt x="387660" y="109612"/>
                </a:lnTo>
                <a:lnTo>
                  <a:pt x="383530" y="110505"/>
                </a:lnTo>
                <a:lnTo>
                  <a:pt x="379512" y="111398"/>
                </a:lnTo>
                <a:lnTo>
                  <a:pt x="375382" y="112291"/>
                </a:lnTo>
                <a:lnTo>
                  <a:pt x="371363" y="113184"/>
                </a:lnTo>
                <a:lnTo>
                  <a:pt x="367233" y="114077"/>
                </a:lnTo>
                <a:lnTo>
                  <a:pt x="363215" y="114858"/>
                </a:lnTo>
                <a:lnTo>
                  <a:pt x="359085" y="115751"/>
                </a:lnTo>
                <a:lnTo>
                  <a:pt x="355066" y="116532"/>
                </a:lnTo>
                <a:lnTo>
                  <a:pt x="350937" y="117425"/>
                </a:lnTo>
                <a:lnTo>
                  <a:pt x="346807" y="118207"/>
                </a:lnTo>
                <a:lnTo>
                  <a:pt x="342788" y="118988"/>
                </a:lnTo>
                <a:lnTo>
                  <a:pt x="338658" y="119769"/>
                </a:lnTo>
                <a:lnTo>
                  <a:pt x="334640" y="120551"/>
                </a:lnTo>
                <a:lnTo>
                  <a:pt x="330510" y="121221"/>
                </a:lnTo>
                <a:lnTo>
                  <a:pt x="326380" y="122002"/>
                </a:lnTo>
                <a:lnTo>
                  <a:pt x="322361" y="122672"/>
                </a:lnTo>
                <a:lnTo>
                  <a:pt x="318343" y="123453"/>
                </a:lnTo>
                <a:lnTo>
                  <a:pt x="310083" y="124792"/>
                </a:lnTo>
                <a:lnTo>
                  <a:pt x="306065" y="125462"/>
                </a:lnTo>
                <a:lnTo>
                  <a:pt x="301935" y="126132"/>
                </a:lnTo>
                <a:lnTo>
                  <a:pt x="297916" y="126802"/>
                </a:lnTo>
                <a:lnTo>
                  <a:pt x="293786" y="127360"/>
                </a:lnTo>
                <a:lnTo>
                  <a:pt x="289657" y="128029"/>
                </a:lnTo>
                <a:lnTo>
                  <a:pt x="285638" y="128588"/>
                </a:lnTo>
                <a:lnTo>
                  <a:pt x="281508" y="129257"/>
                </a:lnTo>
                <a:lnTo>
                  <a:pt x="277490" y="129815"/>
                </a:lnTo>
                <a:lnTo>
                  <a:pt x="273360" y="130373"/>
                </a:lnTo>
                <a:lnTo>
                  <a:pt x="269341" y="130932"/>
                </a:lnTo>
                <a:lnTo>
                  <a:pt x="265211" y="131490"/>
                </a:lnTo>
                <a:lnTo>
                  <a:pt x="261193" y="132048"/>
                </a:lnTo>
                <a:lnTo>
                  <a:pt x="257063" y="132494"/>
                </a:lnTo>
                <a:lnTo>
                  <a:pt x="252933" y="133052"/>
                </a:lnTo>
                <a:lnTo>
                  <a:pt x="248915" y="133499"/>
                </a:lnTo>
                <a:lnTo>
                  <a:pt x="244785" y="134057"/>
                </a:lnTo>
                <a:lnTo>
                  <a:pt x="240766" y="134503"/>
                </a:lnTo>
                <a:lnTo>
                  <a:pt x="236637" y="134950"/>
                </a:lnTo>
                <a:lnTo>
                  <a:pt x="232618" y="135396"/>
                </a:lnTo>
                <a:lnTo>
                  <a:pt x="228488" y="135843"/>
                </a:lnTo>
                <a:lnTo>
                  <a:pt x="224470" y="136289"/>
                </a:lnTo>
                <a:lnTo>
                  <a:pt x="216210" y="137182"/>
                </a:lnTo>
                <a:lnTo>
                  <a:pt x="212191" y="137517"/>
                </a:lnTo>
                <a:lnTo>
                  <a:pt x="208062" y="137964"/>
                </a:lnTo>
                <a:lnTo>
                  <a:pt x="204043" y="138299"/>
                </a:lnTo>
                <a:lnTo>
                  <a:pt x="199913" y="138745"/>
                </a:lnTo>
                <a:lnTo>
                  <a:pt x="195895" y="139080"/>
                </a:lnTo>
                <a:lnTo>
                  <a:pt x="191765" y="139415"/>
                </a:lnTo>
                <a:lnTo>
                  <a:pt x="187746" y="139750"/>
                </a:lnTo>
                <a:lnTo>
                  <a:pt x="179487" y="140419"/>
                </a:lnTo>
                <a:lnTo>
                  <a:pt x="175468" y="140754"/>
                </a:lnTo>
                <a:lnTo>
                  <a:pt x="171338" y="141089"/>
                </a:lnTo>
                <a:lnTo>
                  <a:pt x="167320" y="141312"/>
                </a:lnTo>
                <a:lnTo>
                  <a:pt x="163190" y="141647"/>
                </a:lnTo>
                <a:lnTo>
                  <a:pt x="159171" y="141982"/>
                </a:lnTo>
                <a:lnTo>
                  <a:pt x="155041" y="142205"/>
                </a:lnTo>
                <a:lnTo>
                  <a:pt x="150911" y="142540"/>
                </a:lnTo>
                <a:lnTo>
                  <a:pt x="146893" y="142763"/>
                </a:lnTo>
                <a:lnTo>
                  <a:pt x="142763" y="142987"/>
                </a:lnTo>
                <a:lnTo>
                  <a:pt x="138745" y="143210"/>
                </a:lnTo>
                <a:lnTo>
                  <a:pt x="134615" y="143545"/>
                </a:lnTo>
                <a:lnTo>
                  <a:pt x="130596" y="143768"/>
                </a:lnTo>
                <a:lnTo>
                  <a:pt x="126466" y="143991"/>
                </a:lnTo>
                <a:lnTo>
                  <a:pt x="122448" y="144214"/>
                </a:lnTo>
                <a:lnTo>
                  <a:pt x="118318" y="144438"/>
                </a:lnTo>
                <a:lnTo>
                  <a:pt x="114188" y="144549"/>
                </a:lnTo>
                <a:lnTo>
                  <a:pt x="110170" y="144773"/>
                </a:lnTo>
                <a:lnTo>
                  <a:pt x="106040" y="144996"/>
                </a:lnTo>
                <a:lnTo>
                  <a:pt x="102021" y="145219"/>
                </a:lnTo>
                <a:lnTo>
                  <a:pt x="97891" y="145331"/>
                </a:lnTo>
                <a:lnTo>
                  <a:pt x="93873" y="145554"/>
                </a:lnTo>
                <a:lnTo>
                  <a:pt x="89743" y="145777"/>
                </a:lnTo>
                <a:lnTo>
                  <a:pt x="85725" y="145889"/>
                </a:lnTo>
                <a:lnTo>
                  <a:pt x="81595" y="146000"/>
                </a:lnTo>
                <a:lnTo>
                  <a:pt x="77465" y="146224"/>
                </a:lnTo>
                <a:lnTo>
                  <a:pt x="73446" y="146335"/>
                </a:lnTo>
                <a:lnTo>
                  <a:pt x="69316" y="146559"/>
                </a:lnTo>
                <a:lnTo>
                  <a:pt x="65298" y="146670"/>
                </a:lnTo>
                <a:lnTo>
                  <a:pt x="61168" y="146782"/>
                </a:lnTo>
                <a:lnTo>
                  <a:pt x="57150" y="146893"/>
                </a:lnTo>
                <a:lnTo>
                  <a:pt x="53020" y="147005"/>
                </a:lnTo>
                <a:lnTo>
                  <a:pt x="49001" y="147228"/>
                </a:lnTo>
                <a:lnTo>
                  <a:pt x="40741" y="147451"/>
                </a:lnTo>
                <a:lnTo>
                  <a:pt x="36723" y="147563"/>
                </a:lnTo>
                <a:lnTo>
                  <a:pt x="32593" y="147675"/>
                </a:lnTo>
                <a:lnTo>
                  <a:pt x="28575" y="147786"/>
                </a:lnTo>
                <a:lnTo>
                  <a:pt x="24445" y="147786"/>
                </a:lnTo>
                <a:lnTo>
                  <a:pt x="20426" y="147898"/>
                </a:lnTo>
                <a:lnTo>
                  <a:pt x="12166" y="148121"/>
                </a:lnTo>
                <a:lnTo>
                  <a:pt x="8148" y="148233"/>
                </a:lnTo>
                <a:lnTo>
                  <a:pt x="4018" y="148233"/>
                </a:lnTo>
                <a:lnTo>
                  <a:pt x="0" y="148344"/>
                </a:lnTo>
                <a:lnTo>
                  <a:pt x="1450851" y="148344"/>
                </a:lnTo>
                <a:lnTo>
                  <a:pt x="1450851" y="132015"/>
                </a:lnTo>
                <a:lnTo>
                  <a:pt x="1448618" y="131713"/>
                </a:lnTo>
                <a:close/>
              </a:path>
            </a:pathLst>
          </a:custGeom>
          <a:solidFill xmlns:a="http://schemas.openxmlformats.org/drawingml/2006/main">
            <a:srgbClr val="E3EEF9"/>
          </a:solidFill>
          <a:ln xmlns:a="http://schemas.openxmlformats.org/drawingml/2006/main" w="28472" cap="flat">
            <a:solidFill>
              <a:srgbClr val="E3EEF9"/>
            </a:solidFill>
            <a:round/>
          </a:ln>
        </p:spPr>
      </p:sp>
      <p:sp>
        <p:nvSpPr>
          <p:cNvPr id="389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77071FD8-23A9-428C-94AE-6CC99E9E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786" y="4686378"/>
            <a:ext cx="1611139" cy="169586"/>
          </a:xfrm>
          <a:custGeom xmlns:a="http://schemas.openxmlformats.org/drawingml/2006/main">
            <a:pathLst>
              <a:path w="1611139" h="169586">
                <a:moveTo>
                  <a:pt x="481986" y="165783"/>
                </a:moveTo>
                <a:lnTo>
                  <a:pt x="458081" y="169586"/>
                </a:lnTo>
                <a:lnTo>
                  <a:pt x="0" y="169586"/>
                </a:lnTo>
                <a:lnTo>
                  <a:pt x="0" y="149868"/>
                </a:lnTo>
                <a:lnTo>
                  <a:pt x="74375" y="149461"/>
                </a:lnTo>
                <a:lnTo>
                  <a:pt x="111011" y="149016"/>
                </a:lnTo>
                <a:lnTo>
                  <a:pt x="143636" y="148571"/>
                </a:lnTo>
                <a:lnTo>
                  <a:pt x="171995" y="148014"/>
                </a:lnTo>
                <a:lnTo>
                  <a:pt x="200440" y="147348"/>
                </a:lnTo>
                <a:lnTo>
                  <a:pt x="224857" y="146571"/>
                </a:lnTo>
                <a:lnTo>
                  <a:pt x="249106" y="145685"/>
                </a:lnTo>
                <a:lnTo>
                  <a:pt x="273359" y="144467"/>
                </a:lnTo>
                <a:lnTo>
                  <a:pt x="297811" y="143133"/>
                </a:lnTo>
                <a:lnTo>
                  <a:pt x="318000" y="141920"/>
                </a:lnTo>
                <a:lnTo>
                  <a:pt x="338084" y="140375"/>
                </a:lnTo>
                <a:lnTo>
                  <a:pt x="358284" y="138719"/>
                </a:lnTo>
                <a:lnTo>
                  <a:pt x="378420" y="136738"/>
                </a:lnTo>
                <a:lnTo>
                  <a:pt x="402562" y="134093"/>
                </a:lnTo>
                <a:lnTo>
                  <a:pt x="426738" y="131016"/>
                </a:lnTo>
                <a:lnTo>
                  <a:pt x="450853" y="127492"/>
                </a:lnTo>
                <a:lnTo>
                  <a:pt x="475035" y="123645"/>
                </a:lnTo>
                <a:lnTo>
                  <a:pt x="499054" y="119258"/>
                </a:lnTo>
                <a:lnTo>
                  <a:pt x="523097" y="114427"/>
                </a:lnTo>
                <a:lnTo>
                  <a:pt x="551224" y="108165"/>
                </a:lnTo>
                <a:lnTo>
                  <a:pt x="579373" y="101237"/>
                </a:lnTo>
                <a:lnTo>
                  <a:pt x="611696" y="92633"/>
                </a:lnTo>
                <a:lnTo>
                  <a:pt x="648042" y="82248"/>
                </a:lnTo>
                <a:lnTo>
                  <a:pt x="696717" y="67357"/>
                </a:lnTo>
                <a:lnTo>
                  <a:pt x="794695" y="37115"/>
                </a:lnTo>
                <a:lnTo>
                  <a:pt x="795220" y="36960"/>
                </a:lnTo>
                <a:lnTo>
                  <a:pt x="827813" y="27808"/>
                </a:lnTo>
                <a:lnTo>
                  <a:pt x="828331" y="27669"/>
                </a:lnTo>
                <a:lnTo>
                  <a:pt x="856906" y="20414"/>
                </a:lnTo>
                <a:lnTo>
                  <a:pt x="857408" y="20293"/>
                </a:lnTo>
                <a:lnTo>
                  <a:pt x="881853" y="14712"/>
                </a:lnTo>
                <a:lnTo>
                  <a:pt x="882595" y="14556"/>
                </a:lnTo>
                <a:lnTo>
                  <a:pt x="903022" y="10649"/>
                </a:lnTo>
                <a:lnTo>
                  <a:pt x="903467" y="10569"/>
                </a:lnTo>
                <a:lnTo>
                  <a:pt x="923893" y="7109"/>
                </a:lnTo>
                <a:lnTo>
                  <a:pt x="924562" y="7006"/>
                </a:lnTo>
                <a:lnTo>
                  <a:pt x="940858" y="4774"/>
                </a:lnTo>
                <a:lnTo>
                  <a:pt x="941303" y="4718"/>
                </a:lnTo>
                <a:lnTo>
                  <a:pt x="957712" y="2820"/>
                </a:lnTo>
                <a:lnTo>
                  <a:pt x="958407" y="2751"/>
                </a:lnTo>
                <a:lnTo>
                  <a:pt x="970574" y="1747"/>
                </a:lnTo>
                <a:lnTo>
                  <a:pt x="970782" y="1731"/>
                </a:lnTo>
                <a:lnTo>
                  <a:pt x="983061" y="838"/>
                </a:lnTo>
                <a:lnTo>
                  <a:pt x="983640" y="803"/>
                </a:lnTo>
                <a:lnTo>
                  <a:pt x="995918" y="245"/>
                </a:lnTo>
                <a:lnTo>
                  <a:pt x="996303" y="231"/>
                </a:lnTo>
                <a:lnTo>
                  <a:pt x="1004452" y="8"/>
                </a:lnTo>
                <a:lnTo>
                  <a:pt x="1005036" y="0"/>
                </a:lnTo>
                <a:lnTo>
                  <a:pt x="1021333" y="0"/>
                </a:lnTo>
                <a:lnTo>
                  <a:pt x="1021625" y="2"/>
                </a:lnTo>
                <a:lnTo>
                  <a:pt x="1029774" y="114"/>
                </a:lnTo>
                <a:lnTo>
                  <a:pt x="1030066" y="120"/>
                </a:lnTo>
                <a:lnTo>
                  <a:pt x="1038215" y="343"/>
                </a:lnTo>
                <a:lnTo>
                  <a:pt x="1038793" y="367"/>
                </a:lnTo>
                <a:lnTo>
                  <a:pt x="1051071" y="1036"/>
                </a:lnTo>
                <a:lnTo>
                  <a:pt x="1051264" y="1048"/>
                </a:lnTo>
                <a:lnTo>
                  <a:pt x="1063542" y="1829"/>
                </a:lnTo>
                <a:lnTo>
                  <a:pt x="1064137" y="1875"/>
                </a:lnTo>
                <a:lnTo>
                  <a:pt x="1076304" y="2991"/>
                </a:lnTo>
                <a:lnTo>
                  <a:pt x="1076859" y="3050"/>
                </a:lnTo>
                <a:lnTo>
                  <a:pt x="1089138" y="4501"/>
                </a:lnTo>
                <a:lnTo>
                  <a:pt x="1089387" y="4532"/>
                </a:lnTo>
                <a:lnTo>
                  <a:pt x="1105684" y="6653"/>
                </a:lnTo>
                <a:lnTo>
                  <a:pt x="1106392" y="6757"/>
                </a:lnTo>
                <a:lnTo>
                  <a:pt x="1122688" y="9436"/>
                </a:lnTo>
                <a:lnTo>
                  <a:pt x="1123125" y="9512"/>
                </a:lnTo>
                <a:lnTo>
                  <a:pt x="1143552" y="13307"/>
                </a:lnTo>
                <a:lnTo>
                  <a:pt x="1144211" y="13441"/>
                </a:lnTo>
                <a:lnTo>
                  <a:pt x="1164638" y="17905"/>
                </a:lnTo>
                <a:lnTo>
                  <a:pt x="1165101" y="18012"/>
                </a:lnTo>
                <a:lnTo>
                  <a:pt x="1189546" y="23928"/>
                </a:lnTo>
                <a:lnTo>
                  <a:pt x="1190005" y="24044"/>
                </a:lnTo>
                <a:lnTo>
                  <a:pt x="1218580" y="31635"/>
                </a:lnTo>
                <a:lnTo>
                  <a:pt x="1219079" y="31774"/>
                </a:lnTo>
                <a:lnTo>
                  <a:pt x="1255803" y="42490"/>
                </a:lnTo>
                <a:lnTo>
                  <a:pt x="1256134" y="42589"/>
                </a:lnTo>
                <a:lnTo>
                  <a:pt x="1309156" y="58998"/>
                </a:lnTo>
                <a:lnTo>
                  <a:pt x="1382509" y="81705"/>
                </a:lnTo>
                <a:lnTo>
                  <a:pt x="1422808" y="93298"/>
                </a:lnTo>
                <a:lnTo>
                  <a:pt x="1455083" y="101780"/>
                </a:lnTo>
                <a:lnTo>
                  <a:pt x="1487206" y="109591"/>
                </a:lnTo>
                <a:lnTo>
                  <a:pt x="1515304" y="115627"/>
                </a:lnTo>
                <a:lnTo>
                  <a:pt x="1543462" y="121127"/>
                </a:lnTo>
                <a:lnTo>
                  <a:pt x="1567491" y="125296"/>
                </a:lnTo>
                <a:lnTo>
                  <a:pt x="1591671" y="129033"/>
                </a:lnTo>
                <a:lnTo>
                  <a:pt x="1611139" y="131700"/>
                </a:lnTo>
                <a:lnTo>
                  <a:pt x="1611139" y="169586"/>
                </a:lnTo>
                <a:lnTo>
                  <a:pt x="1574452" y="169586"/>
                </a:lnTo>
                <a:lnTo>
                  <a:pt x="1560773" y="167472"/>
                </a:lnTo>
                <a:lnTo>
                  <a:pt x="1560384" y="167409"/>
                </a:lnTo>
                <a:lnTo>
                  <a:pt x="1535939" y="163167"/>
                </a:lnTo>
                <a:lnTo>
                  <a:pt x="1535496" y="163085"/>
                </a:lnTo>
                <a:lnTo>
                  <a:pt x="1506921" y="157504"/>
                </a:lnTo>
                <a:lnTo>
                  <a:pt x="1506529" y="157424"/>
                </a:lnTo>
                <a:lnTo>
                  <a:pt x="1477954" y="151285"/>
                </a:lnTo>
                <a:lnTo>
                  <a:pt x="1477395" y="151157"/>
                </a:lnTo>
                <a:lnTo>
                  <a:pt x="1444801" y="143231"/>
                </a:lnTo>
                <a:lnTo>
                  <a:pt x="1444419" y="143135"/>
                </a:lnTo>
                <a:lnTo>
                  <a:pt x="1411714" y="134540"/>
                </a:lnTo>
                <a:lnTo>
                  <a:pt x="1411238" y="134409"/>
                </a:lnTo>
                <a:lnTo>
                  <a:pt x="1370496" y="122689"/>
                </a:lnTo>
                <a:lnTo>
                  <a:pt x="1370085" y="122566"/>
                </a:lnTo>
                <a:lnTo>
                  <a:pt x="1296528" y="99796"/>
                </a:lnTo>
                <a:lnTo>
                  <a:pt x="1243674" y="83439"/>
                </a:lnTo>
                <a:lnTo>
                  <a:pt x="1207366" y="72844"/>
                </a:lnTo>
                <a:lnTo>
                  <a:pt x="1179270" y="65381"/>
                </a:lnTo>
                <a:lnTo>
                  <a:pt x="1155286" y="59577"/>
                </a:lnTo>
                <a:lnTo>
                  <a:pt x="1135420" y="55235"/>
                </a:lnTo>
                <a:lnTo>
                  <a:pt x="1115542" y="51541"/>
                </a:lnTo>
                <a:lnTo>
                  <a:pt x="1099817" y="48957"/>
                </a:lnTo>
                <a:lnTo>
                  <a:pt x="1084000" y="46898"/>
                </a:lnTo>
                <a:lnTo>
                  <a:pt x="1072124" y="45495"/>
                </a:lnTo>
                <a:lnTo>
                  <a:pt x="1060533" y="44431"/>
                </a:lnTo>
                <a:lnTo>
                  <a:pt x="1048648" y="43675"/>
                </a:lnTo>
                <a:lnTo>
                  <a:pt x="1036756" y="43026"/>
                </a:lnTo>
                <a:lnTo>
                  <a:pt x="1029043" y="42815"/>
                </a:lnTo>
                <a:lnTo>
                  <a:pt x="1021187" y="42707"/>
                </a:lnTo>
                <a:lnTo>
                  <a:pt x="1005329" y="42707"/>
                </a:lnTo>
                <a:lnTo>
                  <a:pt x="997665" y="42917"/>
                </a:lnTo>
                <a:lnTo>
                  <a:pt x="985869" y="43453"/>
                </a:lnTo>
                <a:lnTo>
                  <a:pt x="973984" y="44318"/>
                </a:lnTo>
                <a:lnTo>
                  <a:pt x="962270" y="45285"/>
                </a:lnTo>
                <a:lnTo>
                  <a:pt x="946432" y="47117"/>
                </a:lnTo>
                <a:lnTo>
                  <a:pt x="930693" y="49273"/>
                </a:lnTo>
                <a:lnTo>
                  <a:pt x="910822" y="52639"/>
                </a:lnTo>
                <a:lnTo>
                  <a:pt x="890990" y="56432"/>
                </a:lnTo>
                <a:lnTo>
                  <a:pt x="867166" y="61871"/>
                </a:lnTo>
                <a:lnTo>
                  <a:pt x="839101" y="68997"/>
                </a:lnTo>
                <a:lnTo>
                  <a:pt x="807029" y="78003"/>
                </a:lnTo>
                <a:lnTo>
                  <a:pt x="709287" y="108172"/>
                </a:lnTo>
                <a:lnTo>
                  <a:pt x="709237" y="108188"/>
                </a:lnTo>
                <a:lnTo>
                  <a:pt x="660347" y="123145"/>
                </a:lnTo>
                <a:lnTo>
                  <a:pt x="659966" y="123258"/>
                </a:lnTo>
                <a:lnTo>
                  <a:pt x="623243" y="133750"/>
                </a:lnTo>
                <a:lnTo>
                  <a:pt x="622870" y="133853"/>
                </a:lnTo>
                <a:lnTo>
                  <a:pt x="590165" y="142559"/>
                </a:lnTo>
                <a:lnTo>
                  <a:pt x="589774" y="142659"/>
                </a:lnTo>
                <a:lnTo>
                  <a:pt x="561199" y="149691"/>
                </a:lnTo>
                <a:lnTo>
                  <a:pt x="560737" y="149800"/>
                </a:lnTo>
                <a:lnTo>
                  <a:pt x="532162" y="156162"/>
                </a:lnTo>
                <a:lnTo>
                  <a:pt x="531727" y="156254"/>
                </a:lnTo>
                <a:lnTo>
                  <a:pt x="507282" y="161165"/>
                </a:lnTo>
                <a:lnTo>
                  <a:pt x="506913" y="161236"/>
                </a:lnTo>
                <a:lnTo>
                  <a:pt x="482468" y="165701"/>
                </a:lnTo>
                <a:lnTo>
                  <a:pt x="481986" y="165783"/>
                </a:lnTo>
                <a:close/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29F9A1-D5B3-45C9-90E2-CA638FC7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786" y="3807172"/>
            <a:ext cx="1611139" cy="1048792"/>
          </a:xfrm>
          <a:custGeom xmlns:a="http://schemas.openxmlformats.org/drawingml/2006/main">
            <a:pathLst>
              <a:path w="1611139" h="1048792" fill="none">
                <a:moveTo>
                  <a:pt x="0" y="1048792"/>
                </a:moveTo>
                <a:lnTo>
                  <a:pt x="1611139" y="1048792"/>
                </a:lnTo>
                <a:lnTo>
                  <a:pt x="1611139" y="0"/>
                </a:lnTo>
                <a:lnTo>
                  <a:pt x="0" y="0"/>
                </a:lnTo>
                <a:lnTo>
                  <a:pt x="0" y="1048792"/>
                </a:lnTo>
                <a:close/>
                <a:moveTo>
                  <a:pt x="0" y="1048792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73141-8869-4055-89EF-D5DA64FC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367" y="3888991"/>
            <a:ext cx="1611139" cy="1048792"/>
          </a:xfrm>
          <a:custGeom xmlns:a="http://schemas.openxmlformats.org/drawingml/2006/main">
            <a:pathLst>
              <a:path w="1611139" h="1048792">
                <a:moveTo>
                  <a:pt x="0" y="1048792"/>
                </a:moveTo>
                <a:lnTo>
                  <a:pt x="0" y="0"/>
                </a:lnTo>
                <a:lnTo>
                  <a:pt x="1611139" y="0"/>
                </a:lnTo>
                <a:lnTo>
                  <a:pt x="1611139" y="1048792"/>
                </a:lnTo>
                <a:lnTo>
                  <a:pt x="0" y="1048792"/>
                </a:lnTo>
                <a:close/>
                <a:moveTo>
                  <a:pt x="0" y="1048792"/>
                </a:moveTo>
              </a:path>
            </a:pathLst>
          </a:custGeom>
          <a:solidFill xmlns:a="http://schemas.openxmlformats.org/drawingml/2006/main">
            <a:srgbClr val="FFFFFF">
              <a:alpha val="91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638C8-C435-4952-893C-ACD2CD63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7673" y="4789550"/>
            <a:ext cx="1446832" cy="148233"/>
          </a:xfrm>
          <a:custGeom xmlns:a="http://schemas.openxmlformats.org/drawingml/2006/main">
            <a:pathLst>
              <a:path w="1446832" h="148233">
                <a:moveTo>
                  <a:pt x="1444600" y="131601"/>
                </a:moveTo>
                <a:lnTo>
                  <a:pt x="1440581" y="131155"/>
                </a:lnTo>
                <a:lnTo>
                  <a:pt x="1436451" y="130597"/>
                </a:lnTo>
                <a:lnTo>
                  <a:pt x="1432433" y="130039"/>
                </a:lnTo>
                <a:lnTo>
                  <a:pt x="1428303" y="129369"/>
                </a:lnTo>
                <a:lnTo>
                  <a:pt x="1424285" y="128811"/>
                </a:lnTo>
                <a:lnTo>
                  <a:pt x="1420155" y="128253"/>
                </a:lnTo>
                <a:lnTo>
                  <a:pt x="1416136" y="127583"/>
                </a:lnTo>
                <a:lnTo>
                  <a:pt x="1412006" y="127025"/>
                </a:lnTo>
                <a:lnTo>
                  <a:pt x="1407876" y="126355"/>
                </a:lnTo>
                <a:lnTo>
                  <a:pt x="1403858" y="125685"/>
                </a:lnTo>
                <a:lnTo>
                  <a:pt x="1399728" y="125016"/>
                </a:lnTo>
                <a:lnTo>
                  <a:pt x="1395710" y="124346"/>
                </a:lnTo>
                <a:lnTo>
                  <a:pt x="1391580" y="123676"/>
                </a:lnTo>
                <a:lnTo>
                  <a:pt x="1387561" y="123006"/>
                </a:lnTo>
                <a:lnTo>
                  <a:pt x="1383431" y="122225"/>
                </a:lnTo>
                <a:lnTo>
                  <a:pt x="1379413" y="121555"/>
                </a:lnTo>
                <a:lnTo>
                  <a:pt x="1371153" y="119993"/>
                </a:lnTo>
                <a:lnTo>
                  <a:pt x="1367135" y="119323"/>
                </a:lnTo>
                <a:lnTo>
                  <a:pt x="1363005" y="118542"/>
                </a:lnTo>
                <a:lnTo>
                  <a:pt x="1358986" y="117649"/>
                </a:lnTo>
                <a:lnTo>
                  <a:pt x="1350726" y="116086"/>
                </a:lnTo>
                <a:lnTo>
                  <a:pt x="1346708" y="115193"/>
                </a:lnTo>
                <a:lnTo>
                  <a:pt x="1342690" y="114412"/>
                </a:lnTo>
                <a:lnTo>
                  <a:pt x="1334430" y="112626"/>
                </a:lnTo>
                <a:lnTo>
                  <a:pt x="1330411" y="111733"/>
                </a:lnTo>
                <a:lnTo>
                  <a:pt x="1326281" y="110840"/>
                </a:lnTo>
                <a:lnTo>
                  <a:pt x="1322263" y="109947"/>
                </a:lnTo>
                <a:lnTo>
                  <a:pt x="1318133" y="109054"/>
                </a:lnTo>
                <a:lnTo>
                  <a:pt x="1314003" y="108049"/>
                </a:lnTo>
                <a:lnTo>
                  <a:pt x="1309985" y="107156"/>
                </a:lnTo>
                <a:lnTo>
                  <a:pt x="1305855" y="106152"/>
                </a:lnTo>
                <a:lnTo>
                  <a:pt x="1301836" y="105147"/>
                </a:lnTo>
                <a:lnTo>
                  <a:pt x="1297706" y="104254"/>
                </a:lnTo>
                <a:lnTo>
                  <a:pt x="1293688" y="103250"/>
                </a:lnTo>
                <a:lnTo>
                  <a:pt x="1289558" y="102133"/>
                </a:lnTo>
                <a:lnTo>
                  <a:pt x="1285540" y="101129"/>
                </a:lnTo>
                <a:lnTo>
                  <a:pt x="1277280" y="99120"/>
                </a:lnTo>
                <a:lnTo>
                  <a:pt x="1273261" y="98003"/>
                </a:lnTo>
                <a:lnTo>
                  <a:pt x="1269131" y="96887"/>
                </a:lnTo>
                <a:lnTo>
                  <a:pt x="1265113" y="95883"/>
                </a:lnTo>
                <a:lnTo>
                  <a:pt x="1260983" y="94766"/>
                </a:lnTo>
                <a:lnTo>
                  <a:pt x="1256965" y="93650"/>
                </a:lnTo>
                <a:lnTo>
                  <a:pt x="1252835" y="92534"/>
                </a:lnTo>
                <a:lnTo>
                  <a:pt x="1248816" y="91418"/>
                </a:lnTo>
                <a:lnTo>
                  <a:pt x="1244686" y="90301"/>
                </a:lnTo>
                <a:lnTo>
                  <a:pt x="1240556" y="89074"/>
                </a:lnTo>
                <a:lnTo>
                  <a:pt x="1236538" y="87957"/>
                </a:lnTo>
                <a:lnTo>
                  <a:pt x="1232408" y="86730"/>
                </a:lnTo>
                <a:lnTo>
                  <a:pt x="1228390" y="85613"/>
                </a:lnTo>
                <a:lnTo>
                  <a:pt x="1224260" y="84386"/>
                </a:lnTo>
                <a:lnTo>
                  <a:pt x="1220241" y="83158"/>
                </a:lnTo>
                <a:lnTo>
                  <a:pt x="1216111" y="82042"/>
                </a:lnTo>
                <a:lnTo>
                  <a:pt x="1211981" y="80814"/>
                </a:lnTo>
                <a:lnTo>
                  <a:pt x="1203945" y="78358"/>
                </a:lnTo>
                <a:lnTo>
                  <a:pt x="1195685" y="75902"/>
                </a:lnTo>
                <a:lnTo>
                  <a:pt x="1191666" y="74674"/>
                </a:lnTo>
                <a:lnTo>
                  <a:pt x="1187536" y="73335"/>
                </a:lnTo>
                <a:lnTo>
                  <a:pt x="1183518" y="72107"/>
                </a:lnTo>
                <a:lnTo>
                  <a:pt x="1175258" y="69652"/>
                </a:lnTo>
                <a:lnTo>
                  <a:pt x="1171240" y="68312"/>
                </a:lnTo>
                <a:lnTo>
                  <a:pt x="1167110" y="67084"/>
                </a:lnTo>
                <a:lnTo>
                  <a:pt x="1163091" y="65745"/>
                </a:lnTo>
                <a:lnTo>
                  <a:pt x="1158961" y="64517"/>
                </a:lnTo>
                <a:lnTo>
                  <a:pt x="1154943" y="63289"/>
                </a:lnTo>
                <a:lnTo>
                  <a:pt x="1150813" y="61950"/>
                </a:lnTo>
                <a:lnTo>
                  <a:pt x="1146795" y="60722"/>
                </a:lnTo>
                <a:lnTo>
                  <a:pt x="1134516" y="56815"/>
                </a:lnTo>
                <a:lnTo>
                  <a:pt x="1130386" y="55587"/>
                </a:lnTo>
                <a:lnTo>
                  <a:pt x="1126368" y="54248"/>
                </a:lnTo>
                <a:lnTo>
                  <a:pt x="1122238" y="53020"/>
                </a:lnTo>
                <a:lnTo>
                  <a:pt x="1118220" y="51681"/>
                </a:lnTo>
                <a:lnTo>
                  <a:pt x="1114090" y="50453"/>
                </a:lnTo>
                <a:lnTo>
                  <a:pt x="1110071" y="49113"/>
                </a:lnTo>
                <a:lnTo>
                  <a:pt x="1101811" y="46658"/>
                </a:lnTo>
                <a:lnTo>
                  <a:pt x="1097793" y="45430"/>
                </a:lnTo>
                <a:lnTo>
                  <a:pt x="1093663" y="44090"/>
                </a:lnTo>
                <a:lnTo>
                  <a:pt x="1089645" y="42863"/>
                </a:lnTo>
                <a:lnTo>
                  <a:pt x="1085515" y="41635"/>
                </a:lnTo>
                <a:lnTo>
                  <a:pt x="1081496" y="40407"/>
                </a:lnTo>
                <a:lnTo>
                  <a:pt x="1077366" y="39179"/>
                </a:lnTo>
                <a:lnTo>
                  <a:pt x="1073348" y="37951"/>
                </a:lnTo>
                <a:lnTo>
                  <a:pt x="1069218" y="36835"/>
                </a:lnTo>
                <a:lnTo>
                  <a:pt x="1065088" y="35607"/>
                </a:lnTo>
                <a:lnTo>
                  <a:pt x="1061070" y="34379"/>
                </a:lnTo>
                <a:lnTo>
                  <a:pt x="1056940" y="33263"/>
                </a:lnTo>
                <a:lnTo>
                  <a:pt x="1052921" y="32035"/>
                </a:lnTo>
                <a:lnTo>
                  <a:pt x="1048791" y="30919"/>
                </a:lnTo>
                <a:lnTo>
                  <a:pt x="1044773" y="29803"/>
                </a:lnTo>
                <a:lnTo>
                  <a:pt x="1036513" y="27570"/>
                </a:lnTo>
                <a:lnTo>
                  <a:pt x="1032495" y="26454"/>
                </a:lnTo>
                <a:lnTo>
                  <a:pt x="1028365" y="25450"/>
                </a:lnTo>
                <a:lnTo>
                  <a:pt x="1024346" y="24333"/>
                </a:lnTo>
                <a:lnTo>
                  <a:pt x="1020216" y="23329"/>
                </a:lnTo>
                <a:lnTo>
                  <a:pt x="1016198" y="22213"/>
                </a:lnTo>
                <a:lnTo>
                  <a:pt x="1012068" y="21208"/>
                </a:lnTo>
                <a:lnTo>
                  <a:pt x="1008050" y="20203"/>
                </a:lnTo>
                <a:lnTo>
                  <a:pt x="1003920" y="19310"/>
                </a:lnTo>
                <a:lnTo>
                  <a:pt x="999790" y="18306"/>
                </a:lnTo>
                <a:lnTo>
                  <a:pt x="995771" y="17413"/>
                </a:lnTo>
                <a:lnTo>
                  <a:pt x="991641" y="16408"/>
                </a:lnTo>
                <a:lnTo>
                  <a:pt x="987623" y="15515"/>
                </a:lnTo>
                <a:lnTo>
                  <a:pt x="983493" y="14734"/>
                </a:lnTo>
                <a:lnTo>
                  <a:pt x="979475" y="13841"/>
                </a:lnTo>
                <a:lnTo>
                  <a:pt x="975345" y="12948"/>
                </a:lnTo>
                <a:lnTo>
                  <a:pt x="971326" y="12167"/>
                </a:lnTo>
                <a:lnTo>
                  <a:pt x="963066" y="10604"/>
                </a:lnTo>
                <a:lnTo>
                  <a:pt x="959048" y="9934"/>
                </a:lnTo>
                <a:lnTo>
                  <a:pt x="954918" y="9153"/>
                </a:lnTo>
                <a:lnTo>
                  <a:pt x="950900" y="8483"/>
                </a:lnTo>
                <a:lnTo>
                  <a:pt x="942640" y="7144"/>
                </a:lnTo>
                <a:lnTo>
                  <a:pt x="938621" y="6586"/>
                </a:lnTo>
                <a:lnTo>
                  <a:pt x="934603" y="5916"/>
                </a:lnTo>
                <a:lnTo>
                  <a:pt x="926343" y="4800"/>
                </a:lnTo>
                <a:lnTo>
                  <a:pt x="922325" y="4353"/>
                </a:lnTo>
                <a:lnTo>
                  <a:pt x="918195" y="3795"/>
                </a:lnTo>
                <a:lnTo>
                  <a:pt x="914176" y="3349"/>
                </a:lnTo>
                <a:lnTo>
                  <a:pt x="910046" y="2902"/>
                </a:lnTo>
                <a:lnTo>
                  <a:pt x="905916" y="2567"/>
                </a:lnTo>
                <a:lnTo>
                  <a:pt x="901898" y="2232"/>
                </a:lnTo>
                <a:lnTo>
                  <a:pt x="897880" y="1786"/>
                </a:lnTo>
                <a:lnTo>
                  <a:pt x="893750" y="1563"/>
                </a:lnTo>
                <a:lnTo>
                  <a:pt x="889620" y="1228"/>
                </a:lnTo>
                <a:lnTo>
                  <a:pt x="885601" y="1005"/>
                </a:lnTo>
                <a:lnTo>
                  <a:pt x="881471" y="781"/>
                </a:lnTo>
                <a:lnTo>
                  <a:pt x="877453" y="558"/>
                </a:lnTo>
                <a:lnTo>
                  <a:pt x="873323" y="335"/>
                </a:lnTo>
                <a:lnTo>
                  <a:pt x="869193" y="223"/>
                </a:lnTo>
                <a:lnTo>
                  <a:pt x="865175" y="112"/>
                </a:lnTo>
                <a:lnTo>
                  <a:pt x="861045" y="0"/>
                </a:lnTo>
                <a:lnTo>
                  <a:pt x="844748" y="0"/>
                </a:lnTo>
                <a:lnTo>
                  <a:pt x="840730" y="112"/>
                </a:lnTo>
                <a:lnTo>
                  <a:pt x="836600" y="112"/>
                </a:lnTo>
                <a:lnTo>
                  <a:pt x="832470" y="335"/>
                </a:lnTo>
                <a:lnTo>
                  <a:pt x="828451" y="446"/>
                </a:lnTo>
                <a:lnTo>
                  <a:pt x="824321" y="670"/>
                </a:lnTo>
                <a:lnTo>
                  <a:pt x="820303" y="893"/>
                </a:lnTo>
                <a:lnTo>
                  <a:pt x="816173" y="1116"/>
                </a:lnTo>
                <a:lnTo>
                  <a:pt x="812155" y="1339"/>
                </a:lnTo>
                <a:lnTo>
                  <a:pt x="808025" y="1674"/>
                </a:lnTo>
                <a:lnTo>
                  <a:pt x="804006" y="2009"/>
                </a:lnTo>
                <a:lnTo>
                  <a:pt x="799876" y="2344"/>
                </a:lnTo>
                <a:lnTo>
                  <a:pt x="795858" y="2791"/>
                </a:lnTo>
                <a:lnTo>
                  <a:pt x="791728" y="3125"/>
                </a:lnTo>
                <a:lnTo>
                  <a:pt x="787598" y="3572"/>
                </a:lnTo>
                <a:lnTo>
                  <a:pt x="783580" y="4018"/>
                </a:lnTo>
                <a:lnTo>
                  <a:pt x="779450" y="4576"/>
                </a:lnTo>
                <a:lnTo>
                  <a:pt x="775431" y="5135"/>
                </a:lnTo>
                <a:lnTo>
                  <a:pt x="767171" y="6251"/>
                </a:lnTo>
                <a:lnTo>
                  <a:pt x="763153" y="6809"/>
                </a:lnTo>
                <a:lnTo>
                  <a:pt x="759135" y="7479"/>
                </a:lnTo>
                <a:lnTo>
                  <a:pt x="750875" y="8818"/>
                </a:lnTo>
                <a:lnTo>
                  <a:pt x="746856" y="9488"/>
                </a:lnTo>
                <a:lnTo>
                  <a:pt x="742726" y="10269"/>
                </a:lnTo>
                <a:lnTo>
                  <a:pt x="738708" y="11050"/>
                </a:lnTo>
                <a:lnTo>
                  <a:pt x="734578" y="11720"/>
                </a:lnTo>
                <a:lnTo>
                  <a:pt x="730448" y="12613"/>
                </a:lnTo>
                <a:lnTo>
                  <a:pt x="726430" y="13395"/>
                </a:lnTo>
                <a:lnTo>
                  <a:pt x="722300" y="14287"/>
                </a:lnTo>
                <a:lnTo>
                  <a:pt x="718281" y="15069"/>
                </a:lnTo>
                <a:lnTo>
                  <a:pt x="714151" y="15962"/>
                </a:lnTo>
                <a:lnTo>
                  <a:pt x="710133" y="16855"/>
                </a:lnTo>
                <a:lnTo>
                  <a:pt x="706003" y="17859"/>
                </a:lnTo>
                <a:lnTo>
                  <a:pt x="701985" y="18752"/>
                </a:lnTo>
                <a:lnTo>
                  <a:pt x="693725" y="20762"/>
                </a:lnTo>
                <a:lnTo>
                  <a:pt x="689706" y="21766"/>
                </a:lnTo>
                <a:lnTo>
                  <a:pt x="685576" y="22771"/>
                </a:lnTo>
                <a:lnTo>
                  <a:pt x="681558" y="23775"/>
                </a:lnTo>
                <a:lnTo>
                  <a:pt x="677428" y="24891"/>
                </a:lnTo>
                <a:lnTo>
                  <a:pt x="673410" y="25896"/>
                </a:lnTo>
                <a:lnTo>
                  <a:pt x="669280" y="27012"/>
                </a:lnTo>
                <a:lnTo>
                  <a:pt x="665261" y="28129"/>
                </a:lnTo>
                <a:lnTo>
                  <a:pt x="657001" y="30361"/>
                </a:lnTo>
                <a:lnTo>
                  <a:pt x="652983" y="31477"/>
                </a:lnTo>
                <a:lnTo>
                  <a:pt x="648853" y="32593"/>
                </a:lnTo>
                <a:lnTo>
                  <a:pt x="644835" y="33821"/>
                </a:lnTo>
                <a:lnTo>
                  <a:pt x="640705" y="34937"/>
                </a:lnTo>
                <a:lnTo>
                  <a:pt x="636686" y="36165"/>
                </a:lnTo>
                <a:lnTo>
                  <a:pt x="632556" y="37393"/>
                </a:lnTo>
                <a:lnTo>
                  <a:pt x="628538" y="38621"/>
                </a:lnTo>
                <a:lnTo>
                  <a:pt x="620278" y="41077"/>
                </a:lnTo>
                <a:lnTo>
                  <a:pt x="616260" y="42304"/>
                </a:lnTo>
                <a:lnTo>
                  <a:pt x="612130" y="43532"/>
                </a:lnTo>
                <a:lnTo>
                  <a:pt x="608111" y="44760"/>
                </a:lnTo>
                <a:lnTo>
                  <a:pt x="603981" y="45988"/>
                </a:lnTo>
                <a:lnTo>
                  <a:pt x="599963" y="47216"/>
                </a:lnTo>
                <a:lnTo>
                  <a:pt x="595833" y="48555"/>
                </a:lnTo>
                <a:lnTo>
                  <a:pt x="591703" y="49783"/>
                </a:lnTo>
                <a:lnTo>
                  <a:pt x="587685" y="51011"/>
                </a:lnTo>
                <a:lnTo>
                  <a:pt x="583555" y="52350"/>
                </a:lnTo>
                <a:lnTo>
                  <a:pt x="579536" y="53578"/>
                </a:lnTo>
                <a:lnTo>
                  <a:pt x="575406" y="54918"/>
                </a:lnTo>
                <a:lnTo>
                  <a:pt x="571388" y="56145"/>
                </a:lnTo>
                <a:lnTo>
                  <a:pt x="567258" y="57485"/>
                </a:lnTo>
                <a:lnTo>
                  <a:pt x="554980" y="61280"/>
                </a:lnTo>
                <a:lnTo>
                  <a:pt x="550961" y="62619"/>
                </a:lnTo>
                <a:lnTo>
                  <a:pt x="546831" y="63847"/>
                </a:lnTo>
                <a:lnTo>
                  <a:pt x="542813" y="65187"/>
                </a:lnTo>
                <a:lnTo>
                  <a:pt x="538683" y="66415"/>
                </a:lnTo>
                <a:lnTo>
                  <a:pt x="534665" y="67642"/>
                </a:lnTo>
                <a:lnTo>
                  <a:pt x="530535" y="68982"/>
                </a:lnTo>
                <a:lnTo>
                  <a:pt x="526516" y="70210"/>
                </a:lnTo>
                <a:lnTo>
                  <a:pt x="522386" y="71438"/>
                </a:lnTo>
                <a:lnTo>
                  <a:pt x="518256" y="72777"/>
                </a:lnTo>
                <a:lnTo>
                  <a:pt x="514238" y="74005"/>
                </a:lnTo>
                <a:lnTo>
                  <a:pt x="510108" y="75233"/>
                </a:lnTo>
                <a:lnTo>
                  <a:pt x="506090" y="76460"/>
                </a:lnTo>
                <a:lnTo>
                  <a:pt x="497830" y="78916"/>
                </a:lnTo>
                <a:lnTo>
                  <a:pt x="489793" y="81372"/>
                </a:lnTo>
                <a:lnTo>
                  <a:pt x="481533" y="83827"/>
                </a:lnTo>
                <a:lnTo>
                  <a:pt x="477515" y="84944"/>
                </a:lnTo>
                <a:lnTo>
                  <a:pt x="473385" y="86171"/>
                </a:lnTo>
                <a:lnTo>
                  <a:pt x="469366" y="87288"/>
                </a:lnTo>
                <a:lnTo>
                  <a:pt x="465236" y="88516"/>
                </a:lnTo>
                <a:lnTo>
                  <a:pt x="461106" y="89632"/>
                </a:lnTo>
                <a:lnTo>
                  <a:pt x="457088" y="90748"/>
                </a:lnTo>
                <a:lnTo>
                  <a:pt x="452958" y="91976"/>
                </a:lnTo>
                <a:lnTo>
                  <a:pt x="448940" y="93092"/>
                </a:lnTo>
                <a:lnTo>
                  <a:pt x="444810" y="94208"/>
                </a:lnTo>
                <a:lnTo>
                  <a:pt x="440791" y="95324"/>
                </a:lnTo>
                <a:lnTo>
                  <a:pt x="436661" y="96329"/>
                </a:lnTo>
                <a:lnTo>
                  <a:pt x="432643" y="97445"/>
                </a:lnTo>
                <a:lnTo>
                  <a:pt x="428513" y="98561"/>
                </a:lnTo>
                <a:lnTo>
                  <a:pt x="424383" y="99566"/>
                </a:lnTo>
                <a:lnTo>
                  <a:pt x="420365" y="100571"/>
                </a:lnTo>
                <a:lnTo>
                  <a:pt x="416235" y="101687"/>
                </a:lnTo>
                <a:lnTo>
                  <a:pt x="412216" y="102691"/>
                </a:lnTo>
                <a:lnTo>
                  <a:pt x="408086" y="103696"/>
                </a:lnTo>
                <a:lnTo>
                  <a:pt x="404068" y="104701"/>
                </a:lnTo>
                <a:lnTo>
                  <a:pt x="399938" y="105705"/>
                </a:lnTo>
                <a:lnTo>
                  <a:pt x="395920" y="106598"/>
                </a:lnTo>
                <a:lnTo>
                  <a:pt x="391790" y="107603"/>
                </a:lnTo>
                <a:lnTo>
                  <a:pt x="387771" y="108496"/>
                </a:lnTo>
                <a:lnTo>
                  <a:pt x="383641" y="109500"/>
                </a:lnTo>
                <a:lnTo>
                  <a:pt x="379511" y="110393"/>
                </a:lnTo>
                <a:lnTo>
                  <a:pt x="375493" y="111286"/>
                </a:lnTo>
                <a:lnTo>
                  <a:pt x="371363" y="112179"/>
                </a:lnTo>
                <a:lnTo>
                  <a:pt x="367345" y="113072"/>
                </a:lnTo>
                <a:lnTo>
                  <a:pt x="363215" y="113965"/>
                </a:lnTo>
                <a:lnTo>
                  <a:pt x="359196" y="114746"/>
                </a:lnTo>
                <a:lnTo>
                  <a:pt x="355066" y="115639"/>
                </a:lnTo>
                <a:lnTo>
                  <a:pt x="351048" y="116421"/>
                </a:lnTo>
                <a:lnTo>
                  <a:pt x="346918" y="117314"/>
                </a:lnTo>
                <a:lnTo>
                  <a:pt x="342788" y="118095"/>
                </a:lnTo>
                <a:lnTo>
                  <a:pt x="338770" y="118876"/>
                </a:lnTo>
                <a:lnTo>
                  <a:pt x="334640" y="119658"/>
                </a:lnTo>
                <a:lnTo>
                  <a:pt x="330621" y="120439"/>
                </a:lnTo>
                <a:lnTo>
                  <a:pt x="326491" y="121109"/>
                </a:lnTo>
                <a:lnTo>
                  <a:pt x="322361" y="121890"/>
                </a:lnTo>
                <a:lnTo>
                  <a:pt x="318343" y="122560"/>
                </a:lnTo>
                <a:lnTo>
                  <a:pt x="314324" y="123341"/>
                </a:lnTo>
                <a:lnTo>
                  <a:pt x="306065" y="124681"/>
                </a:lnTo>
                <a:lnTo>
                  <a:pt x="302046" y="125350"/>
                </a:lnTo>
                <a:lnTo>
                  <a:pt x="297916" y="126020"/>
                </a:lnTo>
                <a:lnTo>
                  <a:pt x="293898" y="126690"/>
                </a:lnTo>
                <a:lnTo>
                  <a:pt x="289768" y="127248"/>
                </a:lnTo>
                <a:lnTo>
                  <a:pt x="285638" y="127918"/>
                </a:lnTo>
                <a:lnTo>
                  <a:pt x="281620" y="128476"/>
                </a:lnTo>
                <a:lnTo>
                  <a:pt x="277490" y="129146"/>
                </a:lnTo>
                <a:lnTo>
                  <a:pt x="273471" y="129704"/>
                </a:lnTo>
                <a:lnTo>
                  <a:pt x="269341" y="130262"/>
                </a:lnTo>
                <a:lnTo>
                  <a:pt x="265323" y="130820"/>
                </a:lnTo>
                <a:lnTo>
                  <a:pt x="261193" y="131378"/>
                </a:lnTo>
                <a:lnTo>
                  <a:pt x="257174" y="131936"/>
                </a:lnTo>
                <a:lnTo>
                  <a:pt x="253045" y="132383"/>
                </a:lnTo>
                <a:lnTo>
                  <a:pt x="248915" y="132941"/>
                </a:lnTo>
                <a:lnTo>
                  <a:pt x="244896" y="133387"/>
                </a:lnTo>
                <a:lnTo>
                  <a:pt x="240766" y="133945"/>
                </a:lnTo>
                <a:lnTo>
                  <a:pt x="236748" y="134392"/>
                </a:lnTo>
                <a:lnTo>
                  <a:pt x="232618" y="134838"/>
                </a:lnTo>
                <a:lnTo>
                  <a:pt x="228599" y="135285"/>
                </a:lnTo>
                <a:lnTo>
                  <a:pt x="224470" y="135731"/>
                </a:lnTo>
                <a:lnTo>
                  <a:pt x="220451" y="136178"/>
                </a:lnTo>
                <a:lnTo>
                  <a:pt x="212191" y="137071"/>
                </a:lnTo>
                <a:lnTo>
                  <a:pt x="208173" y="137406"/>
                </a:lnTo>
                <a:lnTo>
                  <a:pt x="204043" y="137852"/>
                </a:lnTo>
                <a:lnTo>
                  <a:pt x="200024" y="138187"/>
                </a:lnTo>
                <a:lnTo>
                  <a:pt x="195895" y="138633"/>
                </a:lnTo>
                <a:lnTo>
                  <a:pt x="191876" y="138968"/>
                </a:lnTo>
                <a:lnTo>
                  <a:pt x="183616" y="139638"/>
                </a:lnTo>
                <a:lnTo>
                  <a:pt x="179598" y="139973"/>
                </a:lnTo>
                <a:lnTo>
                  <a:pt x="175468" y="140308"/>
                </a:lnTo>
                <a:lnTo>
                  <a:pt x="171450" y="140643"/>
                </a:lnTo>
                <a:lnTo>
                  <a:pt x="167320" y="140977"/>
                </a:lnTo>
                <a:lnTo>
                  <a:pt x="163301" y="141312"/>
                </a:lnTo>
                <a:lnTo>
                  <a:pt x="159171" y="141536"/>
                </a:lnTo>
                <a:lnTo>
                  <a:pt x="155153" y="141870"/>
                </a:lnTo>
                <a:lnTo>
                  <a:pt x="151023" y="142094"/>
                </a:lnTo>
                <a:lnTo>
                  <a:pt x="146893" y="142429"/>
                </a:lnTo>
                <a:lnTo>
                  <a:pt x="142875" y="142652"/>
                </a:lnTo>
                <a:lnTo>
                  <a:pt x="138745" y="142875"/>
                </a:lnTo>
                <a:lnTo>
                  <a:pt x="134726" y="143210"/>
                </a:lnTo>
                <a:lnTo>
                  <a:pt x="130596" y="143433"/>
                </a:lnTo>
                <a:lnTo>
                  <a:pt x="126578" y="143656"/>
                </a:lnTo>
                <a:lnTo>
                  <a:pt x="122448" y="143880"/>
                </a:lnTo>
                <a:lnTo>
                  <a:pt x="118429" y="144103"/>
                </a:lnTo>
                <a:lnTo>
                  <a:pt x="110170" y="144549"/>
                </a:lnTo>
                <a:lnTo>
                  <a:pt x="106151" y="144661"/>
                </a:lnTo>
                <a:lnTo>
                  <a:pt x="102021" y="144884"/>
                </a:lnTo>
                <a:lnTo>
                  <a:pt x="98003" y="145107"/>
                </a:lnTo>
                <a:lnTo>
                  <a:pt x="93873" y="145331"/>
                </a:lnTo>
                <a:lnTo>
                  <a:pt x="89854" y="145442"/>
                </a:lnTo>
                <a:lnTo>
                  <a:pt x="85724" y="145666"/>
                </a:lnTo>
                <a:lnTo>
                  <a:pt x="81706" y="145777"/>
                </a:lnTo>
                <a:lnTo>
                  <a:pt x="77576" y="146000"/>
                </a:lnTo>
                <a:lnTo>
                  <a:pt x="73446" y="146112"/>
                </a:lnTo>
                <a:lnTo>
                  <a:pt x="69428" y="146224"/>
                </a:lnTo>
                <a:lnTo>
                  <a:pt x="65298" y="146447"/>
                </a:lnTo>
                <a:lnTo>
                  <a:pt x="61279" y="146558"/>
                </a:lnTo>
                <a:lnTo>
                  <a:pt x="53020" y="146782"/>
                </a:lnTo>
                <a:lnTo>
                  <a:pt x="49001" y="147005"/>
                </a:lnTo>
                <a:lnTo>
                  <a:pt x="44983" y="147117"/>
                </a:lnTo>
                <a:lnTo>
                  <a:pt x="36723" y="147340"/>
                </a:lnTo>
                <a:lnTo>
                  <a:pt x="32704" y="147451"/>
                </a:lnTo>
                <a:lnTo>
                  <a:pt x="28574" y="147563"/>
                </a:lnTo>
                <a:lnTo>
                  <a:pt x="24556" y="147675"/>
                </a:lnTo>
                <a:lnTo>
                  <a:pt x="20426" y="147786"/>
                </a:lnTo>
                <a:lnTo>
                  <a:pt x="16296" y="147786"/>
                </a:lnTo>
                <a:lnTo>
                  <a:pt x="12278" y="147898"/>
                </a:lnTo>
                <a:lnTo>
                  <a:pt x="8148" y="148010"/>
                </a:lnTo>
                <a:lnTo>
                  <a:pt x="4129" y="148121"/>
                </a:lnTo>
                <a:lnTo>
                  <a:pt x="0" y="148233"/>
                </a:lnTo>
                <a:lnTo>
                  <a:pt x="1446832" y="148233"/>
                </a:lnTo>
                <a:lnTo>
                  <a:pt x="1446832" y="131903"/>
                </a:lnTo>
                <a:lnTo>
                  <a:pt x="1444600" y="131601"/>
                </a:lnTo>
                <a:close/>
              </a:path>
            </a:pathLst>
          </a:custGeom>
          <a:solidFill xmlns:a="http://schemas.openxmlformats.org/drawingml/2006/main">
            <a:srgbClr val="E3EEF9"/>
          </a:solidFill>
          <a:ln xmlns:a="http://schemas.openxmlformats.org/drawingml/2006/main" w="28472" cap="flat">
            <a:solidFill>
              <a:srgbClr val="E3EEF9"/>
            </a:solidFill>
            <a:round/>
          </a:ln>
        </p:spPr>
      </p:sp>
      <p:sp>
        <p:nvSpPr>
          <p:cNvPr id="393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AC1D02E3-46BD-4824-B5D9-D630F496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367" y="4768196"/>
            <a:ext cx="1611139" cy="169586"/>
          </a:xfrm>
          <a:custGeom xmlns:a="http://schemas.openxmlformats.org/drawingml/2006/main">
            <a:pathLst>
              <a:path w="1611139" h="169586">
                <a:moveTo>
                  <a:pt x="481986" y="165783"/>
                </a:moveTo>
                <a:lnTo>
                  <a:pt x="458082" y="169586"/>
                </a:lnTo>
                <a:lnTo>
                  <a:pt x="0" y="169586"/>
                </a:lnTo>
                <a:lnTo>
                  <a:pt x="0" y="149868"/>
                </a:lnTo>
                <a:lnTo>
                  <a:pt x="74375" y="149461"/>
                </a:lnTo>
                <a:lnTo>
                  <a:pt x="111011" y="149016"/>
                </a:lnTo>
                <a:lnTo>
                  <a:pt x="143636" y="148571"/>
                </a:lnTo>
                <a:lnTo>
                  <a:pt x="171995" y="148014"/>
                </a:lnTo>
                <a:lnTo>
                  <a:pt x="200440" y="147348"/>
                </a:lnTo>
                <a:lnTo>
                  <a:pt x="224857" y="146571"/>
                </a:lnTo>
                <a:lnTo>
                  <a:pt x="249154" y="145683"/>
                </a:lnTo>
                <a:lnTo>
                  <a:pt x="273408" y="144576"/>
                </a:lnTo>
                <a:lnTo>
                  <a:pt x="297753" y="143248"/>
                </a:lnTo>
                <a:lnTo>
                  <a:pt x="317942" y="141924"/>
                </a:lnTo>
                <a:lnTo>
                  <a:pt x="338084" y="140375"/>
                </a:lnTo>
                <a:lnTo>
                  <a:pt x="358284" y="138719"/>
                </a:lnTo>
                <a:lnTo>
                  <a:pt x="378420" y="136738"/>
                </a:lnTo>
                <a:lnTo>
                  <a:pt x="402562" y="134093"/>
                </a:lnTo>
                <a:lnTo>
                  <a:pt x="426738" y="131016"/>
                </a:lnTo>
                <a:lnTo>
                  <a:pt x="450853" y="127492"/>
                </a:lnTo>
                <a:lnTo>
                  <a:pt x="475035" y="123645"/>
                </a:lnTo>
                <a:lnTo>
                  <a:pt x="499054" y="119258"/>
                </a:lnTo>
                <a:lnTo>
                  <a:pt x="523097" y="114427"/>
                </a:lnTo>
                <a:lnTo>
                  <a:pt x="551224" y="108165"/>
                </a:lnTo>
                <a:lnTo>
                  <a:pt x="579397" y="101231"/>
                </a:lnTo>
                <a:lnTo>
                  <a:pt x="611588" y="92743"/>
                </a:lnTo>
                <a:lnTo>
                  <a:pt x="648022" y="82254"/>
                </a:lnTo>
                <a:lnTo>
                  <a:pt x="696717" y="67357"/>
                </a:lnTo>
                <a:lnTo>
                  <a:pt x="794695" y="37115"/>
                </a:lnTo>
                <a:lnTo>
                  <a:pt x="795220" y="36960"/>
                </a:lnTo>
                <a:lnTo>
                  <a:pt x="827813" y="27808"/>
                </a:lnTo>
                <a:lnTo>
                  <a:pt x="828331" y="27669"/>
                </a:lnTo>
                <a:lnTo>
                  <a:pt x="856906" y="20414"/>
                </a:lnTo>
                <a:lnTo>
                  <a:pt x="857499" y="20272"/>
                </a:lnTo>
                <a:lnTo>
                  <a:pt x="881944" y="14803"/>
                </a:lnTo>
                <a:lnTo>
                  <a:pt x="882485" y="14689"/>
                </a:lnTo>
                <a:lnTo>
                  <a:pt x="902911" y="10671"/>
                </a:lnTo>
                <a:lnTo>
                  <a:pt x="903467" y="10569"/>
                </a:lnTo>
                <a:lnTo>
                  <a:pt x="923893" y="7109"/>
                </a:lnTo>
                <a:lnTo>
                  <a:pt x="924562" y="7006"/>
                </a:lnTo>
                <a:lnTo>
                  <a:pt x="940858" y="4774"/>
                </a:lnTo>
                <a:lnTo>
                  <a:pt x="941446" y="4702"/>
                </a:lnTo>
                <a:lnTo>
                  <a:pt x="957854" y="2916"/>
                </a:lnTo>
                <a:lnTo>
                  <a:pt x="958214" y="2880"/>
                </a:lnTo>
                <a:lnTo>
                  <a:pt x="970380" y="1764"/>
                </a:lnTo>
                <a:lnTo>
                  <a:pt x="970975" y="1717"/>
                </a:lnTo>
                <a:lnTo>
                  <a:pt x="983254" y="936"/>
                </a:lnTo>
                <a:lnTo>
                  <a:pt x="983631" y="915"/>
                </a:lnTo>
                <a:lnTo>
                  <a:pt x="995798" y="357"/>
                </a:lnTo>
                <a:lnTo>
                  <a:pt x="996199" y="343"/>
                </a:lnTo>
                <a:lnTo>
                  <a:pt x="1004459" y="119"/>
                </a:lnTo>
                <a:lnTo>
                  <a:pt x="1004744" y="114"/>
                </a:lnTo>
                <a:lnTo>
                  <a:pt x="1012892" y="2"/>
                </a:lnTo>
                <a:lnTo>
                  <a:pt x="1013185" y="0"/>
                </a:lnTo>
                <a:lnTo>
                  <a:pt x="1021333" y="0"/>
                </a:lnTo>
                <a:lnTo>
                  <a:pt x="1021625" y="2"/>
                </a:lnTo>
                <a:lnTo>
                  <a:pt x="1029774" y="114"/>
                </a:lnTo>
                <a:lnTo>
                  <a:pt x="1030066" y="120"/>
                </a:lnTo>
                <a:lnTo>
                  <a:pt x="1038215" y="343"/>
                </a:lnTo>
                <a:lnTo>
                  <a:pt x="1038793" y="367"/>
                </a:lnTo>
                <a:lnTo>
                  <a:pt x="1051071" y="1036"/>
                </a:lnTo>
                <a:lnTo>
                  <a:pt x="1051264" y="1048"/>
                </a:lnTo>
                <a:lnTo>
                  <a:pt x="1063542" y="1829"/>
                </a:lnTo>
                <a:lnTo>
                  <a:pt x="1064137" y="1875"/>
                </a:lnTo>
                <a:lnTo>
                  <a:pt x="1076304" y="2991"/>
                </a:lnTo>
                <a:lnTo>
                  <a:pt x="1076859" y="3050"/>
                </a:lnTo>
                <a:lnTo>
                  <a:pt x="1089138" y="4501"/>
                </a:lnTo>
                <a:lnTo>
                  <a:pt x="1089529" y="4551"/>
                </a:lnTo>
                <a:lnTo>
                  <a:pt x="1105826" y="6783"/>
                </a:lnTo>
                <a:lnTo>
                  <a:pt x="1106251" y="6846"/>
                </a:lnTo>
                <a:lnTo>
                  <a:pt x="1122548" y="9413"/>
                </a:lnTo>
                <a:lnTo>
                  <a:pt x="1123125" y="9512"/>
                </a:lnTo>
                <a:lnTo>
                  <a:pt x="1143552" y="13307"/>
                </a:lnTo>
                <a:lnTo>
                  <a:pt x="1144211" y="13441"/>
                </a:lnTo>
                <a:lnTo>
                  <a:pt x="1164638" y="17905"/>
                </a:lnTo>
                <a:lnTo>
                  <a:pt x="1165101" y="18012"/>
                </a:lnTo>
                <a:lnTo>
                  <a:pt x="1189546" y="23928"/>
                </a:lnTo>
                <a:lnTo>
                  <a:pt x="1190005" y="24044"/>
                </a:lnTo>
                <a:lnTo>
                  <a:pt x="1218580" y="31635"/>
                </a:lnTo>
                <a:lnTo>
                  <a:pt x="1219079" y="31774"/>
                </a:lnTo>
                <a:lnTo>
                  <a:pt x="1255803" y="42490"/>
                </a:lnTo>
                <a:lnTo>
                  <a:pt x="1256174" y="42601"/>
                </a:lnTo>
                <a:lnTo>
                  <a:pt x="1309165" y="59112"/>
                </a:lnTo>
                <a:lnTo>
                  <a:pt x="1382380" y="81700"/>
                </a:lnTo>
                <a:lnTo>
                  <a:pt x="1422800" y="93296"/>
                </a:lnTo>
                <a:lnTo>
                  <a:pt x="1455083" y="101780"/>
                </a:lnTo>
                <a:lnTo>
                  <a:pt x="1487206" y="109591"/>
                </a:lnTo>
                <a:lnTo>
                  <a:pt x="1515304" y="115627"/>
                </a:lnTo>
                <a:lnTo>
                  <a:pt x="1543462" y="121127"/>
                </a:lnTo>
                <a:lnTo>
                  <a:pt x="1567491" y="125296"/>
                </a:lnTo>
                <a:lnTo>
                  <a:pt x="1591671" y="129033"/>
                </a:lnTo>
                <a:lnTo>
                  <a:pt x="1611139" y="131700"/>
                </a:lnTo>
                <a:lnTo>
                  <a:pt x="1611139" y="169586"/>
                </a:lnTo>
                <a:lnTo>
                  <a:pt x="1574452" y="169586"/>
                </a:lnTo>
                <a:lnTo>
                  <a:pt x="1560773" y="167472"/>
                </a:lnTo>
                <a:lnTo>
                  <a:pt x="1560384" y="167409"/>
                </a:lnTo>
                <a:lnTo>
                  <a:pt x="1535939" y="163167"/>
                </a:lnTo>
                <a:lnTo>
                  <a:pt x="1535496" y="163085"/>
                </a:lnTo>
                <a:lnTo>
                  <a:pt x="1506921" y="157504"/>
                </a:lnTo>
                <a:lnTo>
                  <a:pt x="1506529" y="157424"/>
                </a:lnTo>
                <a:lnTo>
                  <a:pt x="1477954" y="151285"/>
                </a:lnTo>
                <a:lnTo>
                  <a:pt x="1477395" y="151157"/>
                </a:lnTo>
                <a:lnTo>
                  <a:pt x="1444801" y="143231"/>
                </a:lnTo>
                <a:lnTo>
                  <a:pt x="1444419" y="143135"/>
                </a:lnTo>
                <a:lnTo>
                  <a:pt x="1411714" y="134540"/>
                </a:lnTo>
                <a:lnTo>
                  <a:pt x="1411253" y="134413"/>
                </a:lnTo>
                <a:lnTo>
                  <a:pt x="1370400" y="122693"/>
                </a:lnTo>
                <a:lnTo>
                  <a:pt x="1369993" y="122572"/>
                </a:lnTo>
                <a:lnTo>
                  <a:pt x="1296546" y="99913"/>
                </a:lnTo>
                <a:lnTo>
                  <a:pt x="1296489" y="99895"/>
                </a:lnTo>
                <a:lnTo>
                  <a:pt x="1243654" y="83433"/>
                </a:lnTo>
                <a:lnTo>
                  <a:pt x="1207366" y="72844"/>
                </a:lnTo>
                <a:lnTo>
                  <a:pt x="1179270" y="65381"/>
                </a:lnTo>
                <a:lnTo>
                  <a:pt x="1155286" y="59577"/>
                </a:lnTo>
                <a:lnTo>
                  <a:pt x="1135420" y="55235"/>
                </a:lnTo>
                <a:lnTo>
                  <a:pt x="1115612" y="51555"/>
                </a:lnTo>
                <a:lnTo>
                  <a:pt x="1099817" y="49066"/>
                </a:lnTo>
                <a:lnTo>
                  <a:pt x="1083929" y="46890"/>
                </a:lnTo>
                <a:lnTo>
                  <a:pt x="1072124" y="45495"/>
                </a:lnTo>
                <a:lnTo>
                  <a:pt x="1060533" y="44431"/>
                </a:lnTo>
                <a:lnTo>
                  <a:pt x="1048648" y="43675"/>
                </a:lnTo>
                <a:lnTo>
                  <a:pt x="1036756" y="43026"/>
                </a:lnTo>
                <a:lnTo>
                  <a:pt x="1029043" y="42815"/>
                </a:lnTo>
                <a:lnTo>
                  <a:pt x="1021187" y="42707"/>
                </a:lnTo>
                <a:lnTo>
                  <a:pt x="1013331" y="42707"/>
                </a:lnTo>
                <a:lnTo>
                  <a:pt x="1005471" y="42815"/>
                </a:lnTo>
                <a:lnTo>
                  <a:pt x="997554" y="43029"/>
                </a:lnTo>
                <a:lnTo>
                  <a:pt x="985777" y="43569"/>
                </a:lnTo>
                <a:lnTo>
                  <a:pt x="973985" y="44320"/>
                </a:lnTo>
                <a:lnTo>
                  <a:pt x="962296" y="45392"/>
                </a:lnTo>
                <a:lnTo>
                  <a:pt x="946361" y="47126"/>
                </a:lnTo>
                <a:lnTo>
                  <a:pt x="930693" y="49273"/>
                </a:lnTo>
                <a:lnTo>
                  <a:pt x="910878" y="52629"/>
                </a:lnTo>
                <a:lnTo>
                  <a:pt x="890999" y="56540"/>
                </a:lnTo>
                <a:lnTo>
                  <a:pt x="867121" y="61883"/>
                </a:lnTo>
                <a:lnTo>
                  <a:pt x="839101" y="68997"/>
                </a:lnTo>
                <a:lnTo>
                  <a:pt x="807029" y="78003"/>
                </a:lnTo>
                <a:lnTo>
                  <a:pt x="709287" y="108172"/>
                </a:lnTo>
                <a:lnTo>
                  <a:pt x="709237" y="108188"/>
                </a:lnTo>
                <a:lnTo>
                  <a:pt x="660347" y="123145"/>
                </a:lnTo>
                <a:lnTo>
                  <a:pt x="660007" y="123246"/>
                </a:lnTo>
                <a:lnTo>
                  <a:pt x="623172" y="133850"/>
                </a:lnTo>
                <a:lnTo>
                  <a:pt x="622709" y="133977"/>
                </a:lnTo>
                <a:lnTo>
                  <a:pt x="590116" y="142572"/>
                </a:lnTo>
                <a:lnTo>
                  <a:pt x="589774" y="142659"/>
                </a:lnTo>
                <a:lnTo>
                  <a:pt x="561199" y="149691"/>
                </a:lnTo>
                <a:lnTo>
                  <a:pt x="560737" y="149800"/>
                </a:lnTo>
                <a:lnTo>
                  <a:pt x="532162" y="156162"/>
                </a:lnTo>
                <a:lnTo>
                  <a:pt x="531727" y="156254"/>
                </a:lnTo>
                <a:lnTo>
                  <a:pt x="507282" y="161165"/>
                </a:lnTo>
                <a:lnTo>
                  <a:pt x="506913" y="161236"/>
                </a:lnTo>
                <a:lnTo>
                  <a:pt x="482468" y="165701"/>
                </a:lnTo>
                <a:lnTo>
                  <a:pt x="481986" y="165783"/>
                </a:lnTo>
                <a:close/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BFE50-17A5-4D06-A78A-0A1D6A74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3367" y="3888991"/>
            <a:ext cx="1611139" cy="1048792"/>
          </a:xfrm>
          <a:custGeom xmlns:a="http://schemas.openxmlformats.org/drawingml/2006/main">
            <a:pathLst>
              <a:path w="1611139" h="1048792" fill="none">
                <a:moveTo>
                  <a:pt x="0" y="1048792"/>
                </a:moveTo>
                <a:lnTo>
                  <a:pt x="1611139" y="1048792"/>
                </a:lnTo>
                <a:lnTo>
                  <a:pt x="1611139" y="0"/>
                </a:lnTo>
                <a:lnTo>
                  <a:pt x="0" y="0"/>
                </a:lnTo>
                <a:lnTo>
                  <a:pt x="0" y="1048792"/>
                </a:lnTo>
                <a:close/>
                <a:moveTo>
                  <a:pt x="0" y="1048792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15FAC-3BD8-4D5A-9A2F-FA2E0126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96" y="3968576"/>
            <a:ext cx="1611139" cy="1048792"/>
          </a:xfrm>
          <a:custGeom xmlns:a="http://schemas.openxmlformats.org/drawingml/2006/main">
            <a:pathLst>
              <a:path w="1611139" h="1048792">
                <a:moveTo>
                  <a:pt x="0" y="1048792"/>
                </a:moveTo>
                <a:lnTo>
                  <a:pt x="0" y="0"/>
                </a:lnTo>
                <a:lnTo>
                  <a:pt x="1611139" y="0"/>
                </a:lnTo>
                <a:lnTo>
                  <a:pt x="1611139" y="1048792"/>
                </a:lnTo>
                <a:lnTo>
                  <a:pt x="0" y="1048792"/>
                </a:lnTo>
                <a:close/>
                <a:moveTo>
                  <a:pt x="0" y="1048792"/>
                </a:moveTo>
              </a:path>
            </a:pathLst>
          </a:custGeom>
          <a:solidFill xmlns:a="http://schemas.openxmlformats.org/drawingml/2006/main">
            <a:srgbClr val="FFFFFF">
              <a:alpha val="914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21BF7-A4BB-4C17-907F-1173D2BC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786" y="4870252"/>
            <a:ext cx="1401849" cy="147117"/>
          </a:xfrm>
          <a:custGeom xmlns:a="http://schemas.openxmlformats.org/drawingml/2006/main">
            <a:pathLst>
              <a:path w="1401849" h="147117">
                <a:moveTo>
                  <a:pt x="1399617" y="131601"/>
                </a:moveTo>
                <a:lnTo>
                  <a:pt x="1395599" y="131155"/>
                </a:lnTo>
                <a:lnTo>
                  <a:pt x="1391469" y="130597"/>
                </a:lnTo>
                <a:lnTo>
                  <a:pt x="1387450" y="130039"/>
                </a:lnTo>
                <a:lnTo>
                  <a:pt x="1383320" y="129369"/>
                </a:lnTo>
                <a:lnTo>
                  <a:pt x="1379302" y="128811"/>
                </a:lnTo>
                <a:lnTo>
                  <a:pt x="1375172" y="128253"/>
                </a:lnTo>
                <a:lnTo>
                  <a:pt x="1371154" y="127583"/>
                </a:lnTo>
                <a:lnTo>
                  <a:pt x="1367024" y="127025"/>
                </a:lnTo>
                <a:lnTo>
                  <a:pt x="1362894" y="126355"/>
                </a:lnTo>
                <a:lnTo>
                  <a:pt x="1358875" y="125685"/>
                </a:lnTo>
                <a:lnTo>
                  <a:pt x="1354745" y="125016"/>
                </a:lnTo>
                <a:lnTo>
                  <a:pt x="1350727" y="124346"/>
                </a:lnTo>
                <a:lnTo>
                  <a:pt x="1346597" y="123676"/>
                </a:lnTo>
                <a:lnTo>
                  <a:pt x="1342579" y="123006"/>
                </a:lnTo>
                <a:lnTo>
                  <a:pt x="1338449" y="122225"/>
                </a:lnTo>
                <a:lnTo>
                  <a:pt x="1334430" y="121555"/>
                </a:lnTo>
                <a:lnTo>
                  <a:pt x="1326170" y="119993"/>
                </a:lnTo>
                <a:lnTo>
                  <a:pt x="1322152" y="119211"/>
                </a:lnTo>
                <a:lnTo>
                  <a:pt x="1318022" y="118430"/>
                </a:lnTo>
                <a:lnTo>
                  <a:pt x="1314004" y="117649"/>
                </a:lnTo>
                <a:lnTo>
                  <a:pt x="1309874" y="116867"/>
                </a:lnTo>
                <a:lnTo>
                  <a:pt x="1305855" y="116086"/>
                </a:lnTo>
                <a:lnTo>
                  <a:pt x="1301725" y="115193"/>
                </a:lnTo>
                <a:lnTo>
                  <a:pt x="1297595" y="114412"/>
                </a:lnTo>
                <a:lnTo>
                  <a:pt x="1293577" y="113519"/>
                </a:lnTo>
                <a:lnTo>
                  <a:pt x="1289447" y="112626"/>
                </a:lnTo>
                <a:lnTo>
                  <a:pt x="1285429" y="111733"/>
                </a:lnTo>
                <a:lnTo>
                  <a:pt x="1281299" y="110840"/>
                </a:lnTo>
                <a:lnTo>
                  <a:pt x="1277280" y="109947"/>
                </a:lnTo>
                <a:lnTo>
                  <a:pt x="1273150" y="109054"/>
                </a:lnTo>
                <a:lnTo>
                  <a:pt x="1269132" y="108049"/>
                </a:lnTo>
                <a:lnTo>
                  <a:pt x="1265002" y="107156"/>
                </a:lnTo>
                <a:lnTo>
                  <a:pt x="1260872" y="106152"/>
                </a:lnTo>
                <a:lnTo>
                  <a:pt x="1256854" y="105147"/>
                </a:lnTo>
                <a:lnTo>
                  <a:pt x="1252724" y="104142"/>
                </a:lnTo>
                <a:lnTo>
                  <a:pt x="1248705" y="103138"/>
                </a:lnTo>
                <a:lnTo>
                  <a:pt x="1244575" y="102133"/>
                </a:lnTo>
                <a:lnTo>
                  <a:pt x="1240557" y="101129"/>
                </a:lnTo>
                <a:lnTo>
                  <a:pt x="1236427" y="100124"/>
                </a:lnTo>
                <a:lnTo>
                  <a:pt x="1232408" y="99008"/>
                </a:lnTo>
                <a:lnTo>
                  <a:pt x="1228279" y="98003"/>
                </a:lnTo>
                <a:lnTo>
                  <a:pt x="1224149" y="96887"/>
                </a:lnTo>
                <a:lnTo>
                  <a:pt x="1220130" y="95883"/>
                </a:lnTo>
                <a:lnTo>
                  <a:pt x="1216000" y="94766"/>
                </a:lnTo>
                <a:lnTo>
                  <a:pt x="1211982" y="93650"/>
                </a:lnTo>
                <a:lnTo>
                  <a:pt x="1207852" y="92534"/>
                </a:lnTo>
                <a:lnTo>
                  <a:pt x="1203833" y="91418"/>
                </a:lnTo>
                <a:lnTo>
                  <a:pt x="1199704" y="90190"/>
                </a:lnTo>
                <a:lnTo>
                  <a:pt x="1195685" y="89074"/>
                </a:lnTo>
                <a:lnTo>
                  <a:pt x="1191555" y="87957"/>
                </a:lnTo>
                <a:lnTo>
                  <a:pt x="1187425" y="86730"/>
                </a:lnTo>
                <a:lnTo>
                  <a:pt x="1183407" y="85613"/>
                </a:lnTo>
                <a:lnTo>
                  <a:pt x="1179277" y="84386"/>
                </a:lnTo>
                <a:lnTo>
                  <a:pt x="1175258" y="83158"/>
                </a:lnTo>
                <a:lnTo>
                  <a:pt x="1171129" y="82042"/>
                </a:lnTo>
                <a:lnTo>
                  <a:pt x="1167110" y="80814"/>
                </a:lnTo>
                <a:lnTo>
                  <a:pt x="1162980" y="79586"/>
                </a:lnTo>
                <a:lnTo>
                  <a:pt x="1158962" y="78358"/>
                </a:lnTo>
                <a:lnTo>
                  <a:pt x="1150702" y="75902"/>
                </a:lnTo>
                <a:lnTo>
                  <a:pt x="1146683" y="74675"/>
                </a:lnTo>
                <a:lnTo>
                  <a:pt x="1142554" y="73335"/>
                </a:lnTo>
                <a:lnTo>
                  <a:pt x="1138535" y="72107"/>
                </a:lnTo>
                <a:lnTo>
                  <a:pt x="1134405" y="70879"/>
                </a:lnTo>
                <a:lnTo>
                  <a:pt x="1130387" y="69652"/>
                </a:lnTo>
                <a:lnTo>
                  <a:pt x="1126257" y="68312"/>
                </a:lnTo>
                <a:lnTo>
                  <a:pt x="1122127" y="67084"/>
                </a:lnTo>
                <a:lnTo>
                  <a:pt x="1118108" y="65745"/>
                </a:lnTo>
                <a:lnTo>
                  <a:pt x="1113979" y="64517"/>
                </a:lnTo>
                <a:lnTo>
                  <a:pt x="1109960" y="63178"/>
                </a:lnTo>
                <a:lnTo>
                  <a:pt x="1105830" y="61950"/>
                </a:lnTo>
                <a:lnTo>
                  <a:pt x="1101812" y="60610"/>
                </a:lnTo>
                <a:lnTo>
                  <a:pt x="1089533" y="56815"/>
                </a:lnTo>
                <a:lnTo>
                  <a:pt x="1085404" y="55587"/>
                </a:lnTo>
                <a:lnTo>
                  <a:pt x="1081385" y="54248"/>
                </a:lnTo>
                <a:lnTo>
                  <a:pt x="1077255" y="53020"/>
                </a:lnTo>
                <a:lnTo>
                  <a:pt x="1073237" y="51681"/>
                </a:lnTo>
                <a:lnTo>
                  <a:pt x="1069107" y="50453"/>
                </a:lnTo>
                <a:lnTo>
                  <a:pt x="1065088" y="49113"/>
                </a:lnTo>
                <a:lnTo>
                  <a:pt x="1060958" y="47885"/>
                </a:lnTo>
                <a:lnTo>
                  <a:pt x="1056940" y="46658"/>
                </a:lnTo>
                <a:lnTo>
                  <a:pt x="1052810" y="45318"/>
                </a:lnTo>
                <a:lnTo>
                  <a:pt x="1048680" y="44090"/>
                </a:lnTo>
                <a:lnTo>
                  <a:pt x="1044662" y="42862"/>
                </a:lnTo>
                <a:lnTo>
                  <a:pt x="1040532" y="41635"/>
                </a:lnTo>
                <a:lnTo>
                  <a:pt x="1036513" y="40407"/>
                </a:lnTo>
                <a:lnTo>
                  <a:pt x="1028254" y="37951"/>
                </a:lnTo>
                <a:lnTo>
                  <a:pt x="1024235" y="36835"/>
                </a:lnTo>
                <a:lnTo>
                  <a:pt x="1020217" y="35607"/>
                </a:lnTo>
                <a:lnTo>
                  <a:pt x="1016087" y="34379"/>
                </a:lnTo>
                <a:lnTo>
                  <a:pt x="1011957" y="33263"/>
                </a:lnTo>
                <a:lnTo>
                  <a:pt x="1007938" y="32035"/>
                </a:lnTo>
                <a:lnTo>
                  <a:pt x="1003808" y="30919"/>
                </a:lnTo>
                <a:lnTo>
                  <a:pt x="999790" y="29803"/>
                </a:lnTo>
                <a:lnTo>
                  <a:pt x="991530" y="27570"/>
                </a:lnTo>
                <a:lnTo>
                  <a:pt x="983493" y="25338"/>
                </a:lnTo>
                <a:lnTo>
                  <a:pt x="975233" y="23329"/>
                </a:lnTo>
                <a:lnTo>
                  <a:pt x="971215" y="22213"/>
                </a:lnTo>
                <a:lnTo>
                  <a:pt x="967085" y="21208"/>
                </a:lnTo>
                <a:lnTo>
                  <a:pt x="963067" y="20203"/>
                </a:lnTo>
                <a:lnTo>
                  <a:pt x="958937" y="19310"/>
                </a:lnTo>
                <a:lnTo>
                  <a:pt x="954807" y="18306"/>
                </a:lnTo>
                <a:lnTo>
                  <a:pt x="950788" y="17413"/>
                </a:lnTo>
                <a:lnTo>
                  <a:pt x="946658" y="16408"/>
                </a:lnTo>
                <a:lnTo>
                  <a:pt x="942640" y="15515"/>
                </a:lnTo>
                <a:lnTo>
                  <a:pt x="938510" y="14622"/>
                </a:lnTo>
                <a:lnTo>
                  <a:pt x="934492" y="13841"/>
                </a:lnTo>
                <a:lnTo>
                  <a:pt x="930362" y="12948"/>
                </a:lnTo>
                <a:lnTo>
                  <a:pt x="926343" y="12167"/>
                </a:lnTo>
                <a:lnTo>
                  <a:pt x="918083" y="10604"/>
                </a:lnTo>
                <a:lnTo>
                  <a:pt x="914065" y="9823"/>
                </a:lnTo>
                <a:lnTo>
                  <a:pt x="909935" y="9153"/>
                </a:lnTo>
                <a:lnTo>
                  <a:pt x="905917" y="8483"/>
                </a:lnTo>
                <a:lnTo>
                  <a:pt x="901787" y="7813"/>
                </a:lnTo>
                <a:lnTo>
                  <a:pt x="897768" y="7144"/>
                </a:lnTo>
                <a:lnTo>
                  <a:pt x="893638" y="6586"/>
                </a:lnTo>
                <a:lnTo>
                  <a:pt x="889620" y="5916"/>
                </a:lnTo>
                <a:lnTo>
                  <a:pt x="881360" y="4800"/>
                </a:lnTo>
                <a:lnTo>
                  <a:pt x="877342" y="4353"/>
                </a:lnTo>
                <a:lnTo>
                  <a:pt x="873212" y="3795"/>
                </a:lnTo>
                <a:lnTo>
                  <a:pt x="869193" y="3349"/>
                </a:lnTo>
                <a:lnTo>
                  <a:pt x="865063" y="2902"/>
                </a:lnTo>
                <a:lnTo>
                  <a:pt x="861045" y="2567"/>
                </a:lnTo>
                <a:lnTo>
                  <a:pt x="856915" y="2121"/>
                </a:lnTo>
                <a:lnTo>
                  <a:pt x="852785" y="1786"/>
                </a:lnTo>
                <a:lnTo>
                  <a:pt x="848767" y="1451"/>
                </a:lnTo>
                <a:lnTo>
                  <a:pt x="844637" y="1228"/>
                </a:lnTo>
                <a:lnTo>
                  <a:pt x="840618" y="1005"/>
                </a:lnTo>
                <a:lnTo>
                  <a:pt x="836488" y="781"/>
                </a:lnTo>
                <a:lnTo>
                  <a:pt x="832470" y="558"/>
                </a:lnTo>
                <a:lnTo>
                  <a:pt x="828340" y="335"/>
                </a:lnTo>
                <a:lnTo>
                  <a:pt x="824322" y="223"/>
                </a:lnTo>
                <a:lnTo>
                  <a:pt x="816062" y="0"/>
                </a:lnTo>
                <a:lnTo>
                  <a:pt x="799765" y="0"/>
                </a:lnTo>
                <a:lnTo>
                  <a:pt x="795747" y="112"/>
                </a:lnTo>
                <a:lnTo>
                  <a:pt x="791617" y="112"/>
                </a:lnTo>
                <a:lnTo>
                  <a:pt x="787598" y="335"/>
                </a:lnTo>
                <a:lnTo>
                  <a:pt x="783468" y="446"/>
                </a:lnTo>
                <a:lnTo>
                  <a:pt x="779338" y="670"/>
                </a:lnTo>
                <a:lnTo>
                  <a:pt x="775320" y="781"/>
                </a:lnTo>
                <a:lnTo>
                  <a:pt x="771190" y="1116"/>
                </a:lnTo>
                <a:lnTo>
                  <a:pt x="767172" y="1339"/>
                </a:lnTo>
                <a:lnTo>
                  <a:pt x="763042" y="1674"/>
                </a:lnTo>
                <a:lnTo>
                  <a:pt x="759023" y="2009"/>
                </a:lnTo>
                <a:lnTo>
                  <a:pt x="754893" y="2344"/>
                </a:lnTo>
                <a:lnTo>
                  <a:pt x="750875" y="2679"/>
                </a:lnTo>
                <a:lnTo>
                  <a:pt x="742615" y="3572"/>
                </a:lnTo>
                <a:lnTo>
                  <a:pt x="738597" y="4018"/>
                </a:lnTo>
                <a:lnTo>
                  <a:pt x="734467" y="4576"/>
                </a:lnTo>
                <a:lnTo>
                  <a:pt x="730448" y="5135"/>
                </a:lnTo>
                <a:lnTo>
                  <a:pt x="726318" y="5693"/>
                </a:lnTo>
                <a:lnTo>
                  <a:pt x="722300" y="6251"/>
                </a:lnTo>
                <a:lnTo>
                  <a:pt x="718170" y="6809"/>
                </a:lnTo>
                <a:lnTo>
                  <a:pt x="714152" y="7479"/>
                </a:lnTo>
                <a:lnTo>
                  <a:pt x="705892" y="8818"/>
                </a:lnTo>
                <a:lnTo>
                  <a:pt x="701873" y="9488"/>
                </a:lnTo>
                <a:lnTo>
                  <a:pt x="697743" y="10269"/>
                </a:lnTo>
                <a:lnTo>
                  <a:pt x="693725" y="10939"/>
                </a:lnTo>
                <a:lnTo>
                  <a:pt x="689595" y="11720"/>
                </a:lnTo>
                <a:lnTo>
                  <a:pt x="685577" y="12613"/>
                </a:lnTo>
                <a:lnTo>
                  <a:pt x="681447" y="13395"/>
                </a:lnTo>
                <a:lnTo>
                  <a:pt x="677317" y="14288"/>
                </a:lnTo>
                <a:lnTo>
                  <a:pt x="673298" y="15069"/>
                </a:lnTo>
                <a:lnTo>
                  <a:pt x="669168" y="15962"/>
                </a:lnTo>
                <a:lnTo>
                  <a:pt x="665150" y="16855"/>
                </a:lnTo>
                <a:lnTo>
                  <a:pt x="661020" y="17859"/>
                </a:lnTo>
                <a:lnTo>
                  <a:pt x="657002" y="18752"/>
                </a:lnTo>
                <a:lnTo>
                  <a:pt x="652872" y="19757"/>
                </a:lnTo>
                <a:lnTo>
                  <a:pt x="648853" y="20762"/>
                </a:lnTo>
                <a:lnTo>
                  <a:pt x="640593" y="22771"/>
                </a:lnTo>
                <a:lnTo>
                  <a:pt x="636575" y="23775"/>
                </a:lnTo>
                <a:lnTo>
                  <a:pt x="632445" y="24892"/>
                </a:lnTo>
                <a:lnTo>
                  <a:pt x="628427" y="25896"/>
                </a:lnTo>
                <a:lnTo>
                  <a:pt x="624297" y="27012"/>
                </a:lnTo>
                <a:lnTo>
                  <a:pt x="620278" y="28129"/>
                </a:lnTo>
                <a:lnTo>
                  <a:pt x="616148" y="29245"/>
                </a:lnTo>
                <a:lnTo>
                  <a:pt x="612130" y="30361"/>
                </a:lnTo>
                <a:lnTo>
                  <a:pt x="603870" y="32593"/>
                </a:lnTo>
                <a:lnTo>
                  <a:pt x="599852" y="33821"/>
                </a:lnTo>
                <a:lnTo>
                  <a:pt x="595722" y="34937"/>
                </a:lnTo>
                <a:lnTo>
                  <a:pt x="591703" y="36165"/>
                </a:lnTo>
                <a:lnTo>
                  <a:pt x="583443" y="38621"/>
                </a:lnTo>
                <a:lnTo>
                  <a:pt x="579425" y="39737"/>
                </a:lnTo>
                <a:lnTo>
                  <a:pt x="575407" y="40965"/>
                </a:lnTo>
                <a:lnTo>
                  <a:pt x="571277" y="42193"/>
                </a:lnTo>
                <a:lnTo>
                  <a:pt x="567147" y="43532"/>
                </a:lnTo>
                <a:lnTo>
                  <a:pt x="563128" y="44760"/>
                </a:lnTo>
                <a:lnTo>
                  <a:pt x="558998" y="45988"/>
                </a:lnTo>
                <a:lnTo>
                  <a:pt x="554980" y="47216"/>
                </a:lnTo>
                <a:lnTo>
                  <a:pt x="550850" y="48555"/>
                </a:lnTo>
                <a:lnTo>
                  <a:pt x="546720" y="49783"/>
                </a:lnTo>
                <a:lnTo>
                  <a:pt x="542702" y="51011"/>
                </a:lnTo>
                <a:lnTo>
                  <a:pt x="538572" y="52350"/>
                </a:lnTo>
                <a:lnTo>
                  <a:pt x="534553" y="53578"/>
                </a:lnTo>
                <a:lnTo>
                  <a:pt x="530423" y="54918"/>
                </a:lnTo>
                <a:lnTo>
                  <a:pt x="526405" y="56145"/>
                </a:lnTo>
                <a:lnTo>
                  <a:pt x="522275" y="57485"/>
                </a:lnTo>
                <a:lnTo>
                  <a:pt x="509997" y="61280"/>
                </a:lnTo>
                <a:lnTo>
                  <a:pt x="505978" y="62619"/>
                </a:lnTo>
                <a:lnTo>
                  <a:pt x="501848" y="63847"/>
                </a:lnTo>
                <a:lnTo>
                  <a:pt x="497830" y="65075"/>
                </a:lnTo>
                <a:lnTo>
                  <a:pt x="493700" y="66415"/>
                </a:lnTo>
                <a:lnTo>
                  <a:pt x="489682" y="67642"/>
                </a:lnTo>
                <a:lnTo>
                  <a:pt x="485552" y="68982"/>
                </a:lnTo>
                <a:lnTo>
                  <a:pt x="481533" y="70210"/>
                </a:lnTo>
                <a:lnTo>
                  <a:pt x="477403" y="71438"/>
                </a:lnTo>
                <a:lnTo>
                  <a:pt x="473273" y="72777"/>
                </a:lnTo>
                <a:lnTo>
                  <a:pt x="469255" y="74005"/>
                </a:lnTo>
                <a:lnTo>
                  <a:pt x="465125" y="75233"/>
                </a:lnTo>
                <a:lnTo>
                  <a:pt x="461107" y="76460"/>
                </a:lnTo>
                <a:lnTo>
                  <a:pt x="456977" y="77688"/>
                </a:lnTo>
                <a:lnTo>
                  <a:pt x="452958" y="78916"/>
                </a:lnTo>
                <a:lnTo>
                  <a:pt x="448828" y="80144"/>
                </a:lnTo>
                <a:lnTo>
                  <a:pt x="444810" y="81372"/>
                </a:lnTo>
                <a:lnTo>
                  <a:pt x="436550" y="83827"/>
                </a:lnTo>
                <a:lnTo>
                  <a:pt x="432532" y="84944"/>
                </a:lnTo>
                <a:lnTo>
                  <a:pt x="428402" y="86171"/>
                </a:lnTo>
                <a:lnTo>
                  <a:pt x="424383" y="87288"/>
                </a:lnTo>
                <a:lnTo>
                  <a:pt x="420253" y="88516"/>
                </a:lnTo>
                <a:lnTo>
                  <a:pt x="416235" y="89632"/>
                </a:lnTo>
                <a:lnTo>
                  <a:pt x="412105" y="90748"/>
                </a:lnTo>
                <a:lnTo>
                  <a:pt x="407975" y="91976"/>
                </a:lnTo>
                <a:lnTo>
                  <a:pt x="403957" y="93092"/>
                </a:lnTo>
                <a:lnTo>
                  <a:pt x="399827" y="94208"/>
                </a:lnTo>
                <a:lnTo>
                  <a:pt x="395808" y="95213"/>
                </a:lnTo>
                <a:lnTo>
                  <a:pt x="391678" y="96329"/>
                </a:lnTo>
                <a:lnTo>
                  <a:pt x="387660" y="97445"/>
                </a:lnTo>
                <a:lnTo>
                  <a:pt x="383530" y="98561"/>
                </a:lnTo>
                <a:lnTo>
                  <a:pt x="379512" y="99566"/>
                </a:lnTo>
                <a:lnTo>
                  <a:pt x="375382" y="100571"/>
                </a:lnTo>
                <a:lnTo>
                  <a:pt x="371252" y="101687"/>
                </a:lnTo>
                <a:lnTo>
                  <a:pt x="367233" y="102691"/>
                </a:lnTo>
                <a:lnTo>
                  <a:pt x="363103" y="103696"/>
                </a:lnTo>
                <a:lnTo>
                  <a:pt x="359085" y="104701"/>
                </a:lnTo>
                <a:lnTo>
                  <a:pt x="354955" y="105705"/>
                </a:lnTo>
                <a:lnTo>
                  <a:pt x="350937" y="106598"/>
                </a:lnTo>
                <a:lnTo>
                  <a:pt x="346807" y="107603"/>
                </a:lnTo>
                <a:lnTo>
                  <a:pt x="342788" y="108496"/>
                </a:lnTo>
                <a:lnTo>
                  <a:pt x="338658" y="109500"/>
                </a:lnTo>
                <a:lnTo>
                  <a:pt x="334528" y="110393"/>
                </a:lnTo>
                <a:lnTo>
                  <a:pt x="330510" y="111286"/>
                </a:lnTo>
                <a:lnTo>
                  <a:pt x="326380" y="112179"/>
                </a:lnTo>
                <a:lnTo>
                  <a:pt x="322362" y="113072"/>
                </a:lnTo>
                <a:lnTo>
                  <a:pt x="318232" y="113965"/>
                </a:lnTo>
                <a:lnTo>
                  <a:pt x="314213" y="114746"/>
                </a:lnTo>
                <a:lnTo>
                  <a:pt x="310083" y="115639"/>
                </a:lnTo>
                <a:lnTo>
                  <a:pt x="306065" y="116421"/>
                </a:lnTo>
                <a:lnTo>
                  <a:pt x="301935" y="117314"/>
                </a:lnTo>
                <a:lnTo>
                  <a:pt x="297805" y="118095"/>
                </a:lnTo>
                <a:lnTo>
                  <a:pt x="293787" y="118876"/>
                </a:lnTo>
                <a:lnTo>
                  <a:pt x="289657" y="119658"/>
                </a:lnTo>
                <a:lnTo>
                  <a:pt x="285638" y="120439"/>
                </a:lnTo>
                <a:lnTo>
                  <a:pt x="281508" y="121109"/>
                </a:lnTo>
                <a:lnTo>
                  <a:pt x="277490" y="121890"/>
                </a:lnTo>
                <a:lnTo>
                  <a:pt x="273360" y="122560"/>
                </a:lnTo>
                <a:lnTo>
                  <a:pt x="269230" y="123341"/>
                </a:lnTo>
                <a:lnTo>
                  <a:pt x="265212" y="124011"/>
                </a:lnTo>
                <a:lnTo>
                  <a:pt x="261082" y="124681"/>
                </a:lnTo>
                <a:lnTo>
                  <a:pt x="257063" y="125350"/>
                </a:lnTo>
                <a:lnTo>
                  <a:pt x="252933" y="126020"/>
                </a:lnTo>
                <a:lnTo>
                  <a:pt x="248915" y="126690"/>
                </a:lnTo>
                <a:lnTo>
                  <a:pt x="244785" y="127248"/>
                </a:lnTo>
                <a:lnTo>
                  <a:pt x="240767" y="127918"/>
                </a:lnTo>
                <a:lnTo>
                  <a:pt x="236637" y="128476"/>
                </a:lnTo>
                <a:lnTo>
                  <a:pt x="232507" y="129146"/>
                </a:lnTo>
                <a:lnTo>
                  <a:pt x="228488" y="129704"/>
                </a:lnTo>
                <a:lnTo>
                  <a:pt x="224358" y="130262"/>
                </a:lnTo>
                <a:lnTo>
                  <a:pt x="220340" y="130820"/>
                </a:lnTo>
                <a:lnTo>
                  <a:pt x="216210" y="131378"/>
                </a:lnTo>
                <a:lnTo>
                  <a:pt x="212192" y="131936"/>
                </a:lnTo>
                <a:lnTo>
                  <a:pt x="208062" y="132383"/>
                </a:lnTo>
                <a:lnTo>
                  <a:pt x="204043" y="132941"/>
                </a:lnTo>
                <a:lnTo>
                  <a:pt x="199913" y="133387"/>
                </a:lnTo>
                <a:lnTo>
                  <a:pt x="195783" y="133945"/>
                </a:lnTo>
                <a:lnTo>
                  <a:pt x="191765" y="134392"/>
                </a:lnTo>
                <a:lnTo>
                  <a:pt x="187635" y="134838"/>
                </a:lnTo>
                <a:lnTo>
                  <a:pt x="183617" y="135285"/>
                </a:lnTo>
                <a:lnTo>
                  <a:pt x="179487" y="135731"/>
                </a:lnTo>
                <a:lnTo>
                  <a:pt x="175468" y="136178"/>
                </a:lnTo>
                <a:lnTo>
                  <a:pt x="171338" y="136624"/>
                </a:lnTo>
                <a:lnTo>
                  <a:pt x="167320" y="137071"/>
                </a:lnTo>
                <a:lnTo>
                  <a:pt x="163190" y="137406"/>
                </a:lnTo>
                <a:lnTo>
                  <a:pt x="159060" y="137852"/>
                </a:lnTo>
                <a:lnTo>
                  <a:pt x="155042" y="138187"/>
                </a:lnTo>
                <a:lnTo>
                  <a:pt x="150912" y="138633"/>
                </a:lnTo>
                <a:lnTo>
                  <a:pt x="146893" y="138968"/>
                </a:lnTo>
                <a:lnTo>
                  <a:pt x="138633" y="139638"/>
                </a:lnTo>
                <a:lnTo>
                  <a:pt x="130597" y="140308"/>
                </a:lnTo>
                <a:lnTo>
                  <a:pt x="122337" y="140977"/>
                </a:lnTo>
                <a:lnTo>
                  <a:pt x="118318" y="141312"/>
                </a:lnTo>
                <a:lnTo>
                  <a:pt x="114188" y="141536"/>
                </a:lnTo>
                <a:lnTo>
                  <a:pt x="110170" y="141870"/>
                </a:lnTo>
                <a:lnTo>
                  <a:pt x="106040" y="142094"/>
                </a:lnTo>
                <a:lnTo>
                  <a:pt x="101910" y="142429"/>
                </a:lnTo>
                <a:lnTo>
                  <a:pt x="97892" y="142652"/>
                </a:lnTo>
                <a:lnTo>
                  <a:pt x="93762" y="142875"/>
                </a:lnTo>
                <a:lnTo>
                  <a:pt x="89743" y="143210"/>
                </a:lnTo>
                <a:lnTo>
                  <a:pt x="85613" y="143433"/>
                </a:lnTo>
                <a:lnTo>
                  <a:pt x="81595" y="143656"/>
                </a:lnTo>
                <a:lnTo>
                  <a:pt x="77465" y="143880"/>
                </a:lnTo>
                <a:lnTo>
                  <a:pt x="73447" y="144103"/>
                </a:lnTo>
                <a:lnTo>
                  <a:pt x="65187" y="144549"/>
                </a:lnTo>
                <a:lnTo>
                  <a:pt x="61168" y="144661"/>
                </a:lnTo>
                <a:lnTo>
                  <a:pt x="57038" y="144884"/>
                </a:lnTo>
                <a:lnTo>
                  <a:pt x="53020" y="145107"/>
                </a:lnTo>
                <a:lnTo>
                  <a:pt x="48890" y="145219"/>
                </a:lnTo>
                <a:lnTo>
                  <a:pt x="44872" y="145442"/>
                </a:lnTo>
                <a:lnTo>
                  <a:pt x="40742" y="145666"/>
                </a:lnTo>
                <a:lnTo>
                  <a:pt x="36723" y="145777"/>
                </a:lnTo>
                <a:lnTo>
                  <a:pt x="32593" y="146000"/>
                </a:lnTo>
                <a:lnTo>
                  <a:pt x="28463" y="146112"/>
                </a:lnTo>
                <a:lnTo>
                  <a:pt x="24445" y="146224"/>
                </a:lnTo>
                <a:lnTo>
                  <a:pt x="20315" y="146447"/>
                </a:lnTo>
                <a:lnTo>
                  <a:pt x="16297" y="146558"/>
                </a:lnTo>
                <a:lnTo>
                  <a:pt x="12167" y="146670"/>
                </a:lnTo>
                <a:lnTo>
                  <a:pt x="8148" y="146782"/>
                </a:lnTo>
                <a:lnTo>
                  <a:pt x="4018" y="146893"/>
                </a:lnTo>
                <a:lnTo>
                  <a:pt x="0" y="147117"/>
                </a:lnTo>
                <a:lnTo>
                  <a:pt x="1401849" y="147117"/>
                </a:lnTo>
                <a:lnTo>
                  <a:pt x="1401849" y="131903"/>
                </a:lnTo>
                <a:lnTo>
                  <a:pt x="1399617" y="131601"/>
                </a:lnTo>
                <a:close/>
              </a:path>
            </a:pathLst>
          </a:custGeom>
          <a:solidFill xmlns:a="http://schemas.openxmlformats.org/drawingml/2006/main">
            <a:srgbClr val="E3E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7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81A1DB10-E77B-4AB9-9A33-D4D264B7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96" y="4856016"/>
            <a:ext cx="1611139" cy="161352"/>
          </a:xfrm>
          <a:custGeom xmlns:a="http://schemas.openxmlformats.org/drawingml/2006/main">
            <a:pathLst>
              <a:path w="1611139" h="161352">
                <a:moveTo>
                  <a:pt x="1610813" y="131729"/>
                </a:moveTo>
                <a:lnTo>
                  <a:pt x="1611139" y="131774"/>
                </a:lnTo>
                <a:lnTo>
                  <a:pt x="1611139" y="161352"/>
                </a:lnTo>
                <a:lnTo>
                  <a:pt x="0" y="161352"/>
                </a:lnTo>
                <a:lnTo>
                  <a:pt x="0" y="149886"/>
                </a:lnTo>
                <a:lnTo>
                  <a:pt x="13298" y="149796"/>
                </a:lnTo>
                <a:lnTo>
                  <a:pt x="13395" y="149796"/>
                </a:lnTo>
                <a:lnTo>
                  <a:pt x="21445" y="149796"/>
                </a:lnTo>
                <a:lnTo>
                  <a:pt x="29496" y="149685"/>
                </a:lnTo>
                <a:lnTo>
                  <a:pt x="29691" y="149684"/>
                </a:lnTo>
                <a:lnTo>
                  <a:pt x="45796" y="149684"/>
                </a:lnTo>
                <a:lnTo>
                  <a:pt x="49733" y="149577"/>
                </a:lnTo>
                <a:lnTo>
                  <a:pt x="50118" y="149572"/>
                </a:lnTo>
                <a:lnTo>
                  <a:pt x="58068" y="149572"/>
                </a:lnTo>
                <a:lnTo>
                  <a:pt x="61889" y="149466"/>
                </a:lnTo>
                <a:lnTo>
                  <a:pt x="62285" y="149461"/>
                </a:lnTo>
                <a:lnTo>
                  <a:pt x="74371" y="149461"/>
                </a:lnTo>
                <a:lnTo>
                  <a:pt x="78308" y="149354"/>
                </a:lnTo>
                <a:lnTo>
                  <a:pt x="78693" y="149349"/>
                </a:lnTo>
                <a:lnTo>
                  <a:pt x="86643" y="149349"/>
                </a:lnTo>
                <a:lnTo>
                  <a:pt x="90464" y="149243"/>
                </a:lnTo>
                <a:lnTo>
                  <a:pt x="90860" y="149237"/>
                </a:lnTo>
                <a:lnTo>
                  <a:pt x="94792" y="149237"/>
                </a:lnTo>
                <a:lnTo>
                  <a:pt x="98613" y="149131"/>
                </a:lnTo>
                <a:lnTo>
                  <a:pt x="99008" y="149126"/>
                </a:lnTo>
                <a:lnTo>
                  <a:pt x="107070" y="149126"/>
                </a:lnTo>
                <a:lnTo>
                  <a:pt x="110891" y="149020"/>
                </a:lnTo>
                <a:lnTo>
                  <a:pt x="111286" y="149014"/>
                </a:lnTo>
                <a:lnTo>
                  <a:pt x="115219" y="149014"/>
                </a:lnTo>
                <a:lnTo>
                  <a:pt x="119039" y="148908"/>
                </a:lnTo>
                <a:lnTo>
                  <a:pt x="119435" y="148903"/>
                </a:lnTo>
                <a:lnTo>
                  <a:pt x="123367" y="148903"/>
                </a:lnTo>
                <a:lnTo>
                  <a:pt x="127188" y="148796"/>
                </a:lnTo>
                <a:lnTo>
                  <a:pt x="127583" y="148791"/>
                </a:lnTo>
                <a:lnTo>
                  <a:pt x="131515" y="148791"/>
                </a:lnTo>
                <a:lnTo>
                  <a:pt x="135336" y="148685"/>
                </a:lnTo>
                <a:lnTo>
                  <a:pt x="135731" y="148679"/>
                </a:lnTo>
                <a:lnTo>
                  <a:pt x="139669" y="148679"/>
                </a:lnTo>
                <a:lnTo>
                  <a:pt x="143601" y="148573"/>
                </a:lnTo>
                <a:lnTo>
                  <a:pt x="147614" y="148462"/>
                </a:lnTo>
                <a:lnTo>
                  <a:pt x="148010" y="148456"/>
                </a:lnTo>
                <a:lnTo>
                  <a:pt x="151942" y="148456"/>
                </a:lnTo>
                <a:lnTo>
                  <a:pt x="155773" y="148350"/>
                </a:lnTo>
                <a:lnTo>
                  <a:pt x="159903" y="148238"/>
                </a:lnTo>
                <a:lnTo>
                  <a:pt x="160288" y="148233"/>
                </a:lnTo>
                <a:lnTo>
                  <a:pt x="164220" y="148233"/>
                </a:lnTo>
                <a:lnTo>
                  <a:pt x="172070" y="148015"/>
                </a:lnTo>
                <a:lnTo>
                  <a:pt x="180325" y="147792"/>
                </a:lnTo>
                <a:lnTo>
                  <a:pt x="184338" y="147680"/>
                </a:lnTo>
                <a:lnTo>
                  <a:pt x="184733" y="147675"/>
                </a:lnTo>
                <a:lnTo>
                  <a:pt x="188665" y="147675"/>
                </a:lnTo>
                <a:lnTo>
                  <a:pt x="192497" y="147568"/>
                </a:lnTo>
                <a:lnTo>
                  <a:pt x="196621" y="147457"/>
                </a:lnTo>
                <a:lnTo>
                  <a:pt x="200645" y="147345"/>
                </a:lnTo>
                <a:lnTo>
                  <a:pt x="208702" y="147127"/>
                </a:lnTo>
                <a:lnTo>
                  <a:pt x="212518" y="146915"/>
                </a:lnTo>
                <a:lnTo>
                  <a:pt x="212923" y="146899"/>
                </a:lnTo>
                <a:lnTo>
                  <a:pt x="217048" y="146787"/>
                </a:lnTo>
                <a:lnTo>
                  <a:pt x="221072" y="146675"/>
                </a:lnTo>
                <a:lnTo>
                  <a:pt x="225196" y="146564"/>
                </a:lnTo>
                <a:lnTo>
                  <a:pt x="229023" y="146458"/>
                </a:lnTo>
                <a:lnTo>
                  <a:pt x="232966" y="146244"/>
                </a:lnTo>
                <a:lnTo>
                  <a:pt x="233339" y="146229"/>
                </a:lnTo>
                <a:lnTo>
                  <a:pt x="237368" y="146117"/>
                </a:lnTo>
                <a:lnTo>
                  <a:pt x="241306" y="146011"/>
                </a:lnTo>
                <a:lnTo>
                  <a:pt x="245245" y="145798"/>
                </a:lnTo>
                <a:lnTo>
                  <a:pt x="245618" y="145783"/>
                </a:lnTo>
                <a:lnTo>
                  <a:pt x="249449" y="145676"/>
                </a:lnTo>
                <a:lnTo>
                  <a:pt x="253382" y="145464"/>
                </a:lnTo>
                <a:lnTo>
                  <a:pt x="257390" y="145241"/>
                </a:lnTo>
                <a:lnTo>
                  <a:pt x="257795" y="145224"/>
                </a:lnTo>
                <a:lnTo>
                  <a:pt x="261722" y="145118"/>
                </a:lnTo>
                <a:lnTo>
                  <a:pt x="265538" y="144906"/>
                </a:lnTo>
                <a:lnTo>
                  <a:pt x="265560" y="144905"/>
                </a:lnTo>
                <a:lnTo>
                  <a:pt x="269690" y="144682"/>
                </a:lnTo>
                <a:lnTo>
                  <a:pt x="270063" y="144666"/>
                </a:lnTo>
                <a:lnTo>
                  <a:pt x="273894" y="144560"/>
                </a:lnTo>
                <a:lnTo>
                  <a:pt x="281957" y="144124"/>
                </a:lnTo>
                <a:lnTo>
                  <a:pt x="285965" y="143902"/>
                </a:lnTo>
                <a:lnTo>
                  <a:pt x="285986" y="143900"/>
                </a:lnTo>
                <a:lnTo>
                  <a:pt x="290106" y="143678"/>
                </a:lnTo>
                <a:lnTo>
                  <a:pt x="294113" y="143455"/>
                </a:lnTo>
                <a:lnTo>
                  <a:pt x="294135" y="143454"/>
                </a:lnTo>
                <a:lnTo>
                  <a:pt x="298057" y="143242"/>
                </a:lnTo>
                <a:lnTo>
                  <a:pt x="301869" y="142924"/>
                </a:lnTo>
                <a:lnTo>
                  <a:pt x="302283" y="142896"/>
                </a:lnTo>
                <a:lnTo>
                  <a:pt x="306402" y="142673"/>
                </a:lnTo>
                <a:lnTo>
                  <a:pt x="310229" y="142460"/>
                </a:lnTo>
                <a:lnTo>
                  <a:pt x="314179" y="142140"/>
                </a:lnTo>
                <a:lnTo>
                  <a:pt x="314561" y="142114"/>
                </a:lnTo>
                <a:lnTo>
                  <a:pt x="318484" y="141902"/>
                </a:lnTo>
                <a:lnTo>
                  <a:pt x="322296" y="141585"/>
                </a:lnTo>
                <a:lnTo>
                  <a:pt x="322710" y="141556"/>
                </a:lnTo>
                <a:lnTo>
                  <a:pt x="326632" y="141344"/>
                </a:lnTo>
                <a:lnTo>
                  <a:pt x="330444" y="141027"/>
                </a:lnTo>
                <a:lnTo>
                  <a:pt x="330476" y="141024"/>
                </a:lnTo>
                <a:lnTo>
                  <a:pt x="338720" y="140356"/>
                </a:lnTo>
                <a:lnTo>
                  <a:pt x="346741" y="139687"/>
                </a:lnTo>
                <a:lnTo>
                  <a:pt x="346772" y="139685"/>
                </a:lnTo>
                <a:lnTo>
                  <a:pt x="355017" y="139016"/>
                </a:lnTo>
                <a:lnTo>
                  <a:pt x="358845" y="138697"/>
                </a:lnTo>
                <a:lnTo>
                  <a:pt x="362801" y="138269"/>
                </a:lnTo>
                <a:lnTo>
                  <a:pt x="363149" y="138236"/>
                </a:lnTo>
                <a:lnTo>
                  <a:pt x="366993" y="137916"/>
                </a:lnTo>
                <a:lnTo>
                  <a:pt x="370949" y="137488"/>
                </a:lnTo>
                <a:lnTo>
                  <a:pt x="371329" y="137452"/>
                </a:lnTo>
                <a:lnTo>
                  <a:pt x="375248" y="137134"/>
                </a:lnTo>
                <a:lnTo>
                  <a:pt x="379056" y="136711"/>
                </a:lnTo>
                <a:lnTo>
                  <a:pt x="379098" y="136707"/>
                </a:lnTo>
                <a:lnTo>
                  <a:pt x="383207" y="136262"/>
                </a:lnTo>
                <a:lnTo>
                  <a:pt x="387204" y="135818"/>
                </a:lnTo>
                <a:lnTo>
                  <a:pt x="387246" y="135814"/>
                </a:lnTo>
                <a:lnTo>
                  <a:pt x="391355" y="135370"/>
                </a:lnTo>
                <a:lnTo>
                  <a:pt x="395353" y="134925"/>
                </a:lnTo>
                <a:lnTo>
                  <a:pt x="395395" y="134921"/>
                </a:lnTo>
                <a:lnTo>
                  <a:pt x="399504" y="134477"/>
                </a:lnTo>
                <a:lnTo>
                  <a:pt x="403333" y="134051"/>
                </a:lnTo>
                <a:lnTo>
                  <a:pt x="407297" y="133515"/>
                </a:lnTo>
                <a:lnTo>
                  <a:pt x="407673" y="133470"/>
                </a:lnTo>
                <a:lnTo>
                  <a:pt x="411588" y="133046"/>
                </a:lnTo>
                <a:lnTo>
                  <a:pt x="415393" y="132518"/>
                </a:lnTo>
                <a:lnTo>
                  <a:pt x="415821" y="132465"/>
                </a:lnTo>
                <a:lnTo>
                  <a:pt x="419737" y="132042"/>
                </a:lnTo>
                <a:lnTo>
                  <a:pt x="423541" y="131513"/>
                </a:lnTo>
                <a:lnTo>
                  <a:pt x="423593" y="131506"/>
                </a:lnTo>
                <a:lnTo>
                  <a:pt x="427697" y="130952"/>
                </a:lnTo>
                <a:lnTo>
                  <a:pt x="431690" y="130397"/>
                </a:lnTo>
                <a:lnTo>
                  <a:pt x="431742" y="130390"/>
                </a:lnTo>
                <a:lnTo>
                  <a:pt x="435846" y="129835"/>
                </a:lnTo>
                <a:lnTo>
                  <a:pt x="439677" y="129303"/>
                </a:lnTo>
                <a:lnTo>
                  <a:pt x="443647" y="128659"/>
                </a:lnTo>
                <a:lnTo>
                  <a:pt x="444020" y="128604"/>
                </a:lnTo>
                <a:lnTo>
                  <a:pt x="447932" y="128075"/>
                </a:lnTo>
                <a:lnTo>
                  <a:pt x="451734" y="127442"/>
                </a:lnTo>
                <a:lnTo>
                  <a:pt x="452168" y="127376"/>
                </a:lnTo>
                <a:lnTo>
                  <a:pt x="456081" y="126848"/>
                </a:lnTo>
                <a:lnTo>
                  <a:pt x="459883" y="126214"/>
                </a:lnTo>
                <a:lnTo>
                  <a:pt x="459944" y="126204"/>
                </a:lnTo>
                <a:lnTo>
                  <a:pt x="464043" y="125539"/>
                </a:lnTo>
                <a:lnTo>
                  <a:pt x="468031" y="124874"/>
                </a:lnTo>
                <a:lnTo>
                  <a:pt x="468093" y="124864"/>
                </a:lnTo>
                <a:lnTo>
                  <a:pt x="472192" y="124200"/>
                </a:lnTo>
                <a:lnTo>
                  <a:pt x="476026" y="123561"/>
                </a:lnTo>
                <a:lnTo>
                  <a:pt x="480003" y="122808"/>
                </a:lnTo>
                <a:lnTo>
                  <a:pt x="480371" y="122744"/>
                </a:lnTo>
                <a:lnTo>
                  <a:pt x="484281" y="122109"/>
                </a:lnTo>
                <a:lnTo>
                  <a:pt x="488081" y="121371"/>
                </a:lnTo>
                <a:lnTo>
                  <a:pt x="488519" y="121292"/>
                </a:lnTo>
                <a:lnTo>
                  <a:pt x="492429" y="120658"/>
                </a:lnTo>
                <a:lnTo>
                  <a:pt x="496229" y="119920"/>
                </a:lnTo>
                <a:lnTo>
                  <a:pt x="496300" y="119906"/>
                </a:lnTo>
                <a:lnTo>
                  <a:pt x="500395" y="119131"/>
                </a:lnTo>
                <a:lnTo>
                  <a:pt x="504377" y="118357"/>
                </a:lnTo>
                <a:lnTo>
                  <a:pt x="504448" y="118343"/>
                </a:lnTo>
                <a:lnTo>
                  <a:pt x="508397" y="117596"/>
                </a:lnTo>
                <a:lnTo>
                  <a:pt x="512346" y="116742"/>
                </a:lnTo>
                <a:lnTo>
                  <a:pt x="512637" y="116683"/>
                </a:lnTo>
                <a:lnTo>
                  <a:pt x="516510" y="115930"/>
                </a:lnTo>
                <a:lnTo>
                  <a:pt x="520494" y="115068"/>
                </a:lnTo>
                <a:lnTo>
                  <a:pt x="520786" y="115008"/>
                </a:lnTo>
                <a:lnTo>
                  <a:pt x="524658" y="114255"/>
                </a:lnTo>
                <a:lnTo>
                  <a:pt x="528603" y="113402"/>
                </a:lnTo>
                <a:lnTo>
                  <a:pt x="532582" y="112518"/>
                </a:lnTo>
                <a:lnTo>
                  <a:pt x="532661" y="112501"/>
                </a:lnTo>
                <a:lnTo>
                  <a:pt x="536751" y="111616"/>
                </a:lnTo>
                <a:lnTo>
                  <a:pt x="540730" y="110732"/>
                </a:lnTo>
                <a:lnTo>
                  <a:pt x="540809" y="110715"/>
                </a:lnTo>
                <a:lnTo>
                  <a:pt x="544761" y="109860"/>
                </a:lnTo>
                <a:lnTo>
                  <a:pt x="548713" y="108899"/>
                </a:lnTo>
                <a:lnTo>
                  <a:pt x="548990" y="108835"/>
                </a:lnTo>
                <a:lnTo>
                  <a:pt x="552870" y="107973"/>
                </a:lnTo>
                <a:lnTo>
                  <a:pt x="556862" y="107001"/>
                </a:lnTo>
                <a:lnTo>
                  <a:pt x="557138" y="106937"/>
                </a:lnTo>
                <a:lnTo>
                  <a:pt x="561018" y="106075"/>
                </a:lnTo>
                <a:lnTo>
                  <a:pt x="564966" y="105115"/>
                </a:lnTo>
                <a:lnTo>
                  <a:pt x="568940" y="104121"/>
                </a:lnTo>
                <a:lnTo>
                  <a:pt x="569028" y="104099"/>
                </a:lnTo>
                <a:lnTo>
                  <a:pt x="573114" y="103105"/>
                </a:lnTo>
                <a:lnTo>
                  <a:pt x="576958" y="102145"/>
                </a:lnTo>
                <a:lnTo>
                  <a:pt x="580957" y="101064"/>
                </a:lnTo>
                <a:lnTo>
                  <a:pt x="581307" y="100974"/>
                </a:lnTo>
                <a:lnTo>
                  <a:pt x="585393" y="99980"/>
                </a:lnTo>
                <a:lnTo>
                  <a:pt x="589236" y="99019"/>
                </a:lnTo>
                <a:lnTo>
                  <a:pt x="593187" y="97951"/>
                </a:lnTo>
                <a:lnTo>
                  <a:pt x="597158" y="96848"/>
                </a:lnTo>
                <a:lnTo>
                  <a:pt x="597254" y="96822"/>
                </a:lnTo>
                <a:lnTo>
                  <a:pt x="601384" y="95706"/>
                </a:lnTo>
                <a:lnTo>
                  <a:pt x="601645" y="95638"/>
                </a:lnTo>
                <a:lnTo>
                  <a:pt x="605533" y="94666"/>
                </a:lnTo>
                <a:lnTo>
                  <a:pt x="609484" y="93598"/>
                </a:lnTo>
                <a:lnTo>
                  <a:pt x="613331" y="92529"/>
                </a:lnTo>
                <a:lnTo>
                  <a:pt x="617338" y="91338"/>
                </a:lnTo>
                <a:lnTo>
                  <a:pt x="617680" y="91241"/>
                </a:lnTo>
                <a:lnTo>
                  <a:pt x="621762" y="90138"/>
                </a:lnTo>
                <a:lnTo>
                  <a:pt x="625609" y="89069"/>
                </a:lnTo>
                <a:lnTo>
                  <a:pt x="629616" y="87878"/>
                </a:lnTo>
                <a:lnTo>
                  <a:pt x="629863" y="87807"/>
                </a:lnTo>
                <a:lnTo>
                  <a:pt x="633758" y="86725"/>
                </a:lnTo>
                <a:lnTo>
                  <a:pt x="637764" y="85534"/>
                </a:lnTo>
                <a:lnTo>
                  <a:pt x="638011" y="85463"/>
                </a:lnTo>
                <a:lnTo>
                  <a:pt x="641906" y="84381"/>
                </a:lnTo>
                <a:lnTo>
                  <a:pt x="649991" y="81977"/>
                </a:lnTo>
                <a:lnTo>
                  <a:pt x="653958" y="80765"/>
                </a:lnTo>
                <a:lnTo>
                  <a:pt x="654061" y="80734"/>
                </a:lnTo>
                <a:lnTo>
                  <a:pt x="658140" y="79522"/>
                </a:lnTo>
                <a:lnTo>
                  <a:pt x="662106" y="78310"/>
                </a:lnTo>
                <a:lnTo>
                  <a:pt x="662210" y="78279"/>
                </a:lnTo>
                <a:lnTo>
                  <a:pt x="666288" y="77066"/>
                </a:lnTo>
                <a:lnTo>
                  <a:pt x="670255" y="75854"/>
                </a:lnTo>
                <a:lnTo>
                  <a:pt x="670358" y="75823"/>
                </a:lnTo>
                <a:lnTo>
                  <a:pt x="674436" y="74610"/>
                </a:lnTo>
                <a:lnTo>
                  <a:pt x="678287" y="73434"/>
                </a:lnTo>
                <a:lnTo>
                  <a:pt x="682301" y="72132"/>
                </a:lnTo>
                <a:lnTo>
                  <a:pt x="682636" y="72028"/>
                </a:lnTo>
                <a:lnTo>
                  <a:pt x="686715" y="70815"/>
                </a:lnTo>
                <a:lnTo>
                  <a:pt x="690565" y="69639"/>
                </a:lnTo>
                <a:lnTo>
                  <a:pt x="694579" y="68337"/>
                </a:lnTo>
                <a:lnTo>
                  <a:pt x="694811" y="68264"/>
                </a:lnTo>
                <a:lnTo>
                  <a:pt x="698713" y="67071"/>
                </a:lnTo>
                <a:lnTo>
                  <a:pt x="702728" y="65769"/>
                </a:lnTo>
                <a:lnTo>
                  <a:pt x="702960" y="65696"/>
                </a:lnTo>
                <a:lnTo>
                  <a:pt x="706978" y="64469"/>
                </a:lnTo>
                <a:lnTo>
                  <a:pt x="707081" y="64438"/>
                </a:lnTo>
                <a:lnTo>
                  <a:pt x="710988" y="63276"/>
                </a:lnTo>
                <a:lnTo>
                  <a:pt x="714785" y="62011"/>
                </a:lnTo>
                <a:lnTo>
                  <a:pt x="715082" y="61915"/>
                </a:lnTo>
                <a:lnTo>
                  <a:pt x="727267" y="58149"/>
                </a:lnTo>
                <a:lnTo>
                  <a:pt x="731303" y="56840"/>
                </a:lnTo>
                <a:lnTo>
                  <a:pt x="731535" y="56767"/>
                </a:lnTo>
                <a:lnTo>
                  <a:pt x="735437" y="55574"/>
                </a:lnTo>
                <a:lnTo>
                  <a:pt x="739451" y="54273"/>
                </a:lnTo>
                <a:lnTo>
                  <a:pt x="739683" y="54200"/>
                </a:lnTo>
                <a:lnTo>
                  <a:pt x="743585" y="53007"/>
                </a:lnTo>
                <a:lnTo>
                  <a:pt x="747599" y="51705"/>
                </a:lnTo>
                <a:lnTo>
                  <a:pt x="747831" y="51632"/>
                </a:lnTo>
                <a:lnTo>
                  <a:pt x="751850" y="50404"/>
                </a:lnTo>
                <a:lnTo>
                  <a:pt x="751953" y="50373"/>
                </a:lnTo>
                <a:lnTo>
                  <a:pt x="755915" y="49195"/>
                </a:lnTo>
                <a:lnTo>
                  <a:pt x="759878" y="47910"/>
                </a:lnTo>
                <a:lnTo>
                  <a:pt x="760110" y="47837"/>
                </a:lnTo>
                <a:lnTo>
                  <a:pt x="764128" y="46609"/>
                </a:lnTo>
                <a:lnTo>
                  <a:pt x="764231" y="46578"/>
                </a:lnTo>
                <a:lnTo>
                  <a:pt x="768310" y="45366"/>
                </a:lnTo>
                <a:lnTo>
                  <a:pt x="772160" y="44189"/>
                </a:lnTo>
                <a:lnTo>
                  <a:pt x="776174" y="42887"/>
                </a:lnTo>
                <a:lnTo>
                  <a:pt x="776510" y="42783"/>
                </a:lnTo>
                <a:lnTo>
                  <a:pt x="780588" y="41571"/>
                </a:lnTo>
                <a:lnTo>
                  <a:pt x="784555" y="40359"/>
                </a:lnTo>
                <a:lnTo>
                  <a:pt x="784904" y="40256"/>
                </a:lnTo>
                <a:lnTo>
                  <a:pt x="788799" y="39175"/>
                </a:lnTo>
                <a:lnTo>
                  <a:pt x="796885" y="36771"/>
                </a:lnTo>
                <a:lnTo>
                  <a:pt x="800851" y="35559"/>
                </a:lnTo>
                <a:lnTo>
                  <a:pt x="801297" y="35431"/>
                </a:lnTo>
                <a:lnTo>
                  <a:pt x="805203" y="34375"/>
                </a:lnTo>
                <a:lnTo>
                  <a:pt x="809000" y="33215"/>
                </a:lnTo>
                <a:lnTo>
                  <a:pt x="809445" y="33086"/>
                </a:lnTo>
                <a:lnTo>
                  <a:pt x="817657" y="30867"/>
                </a:lnTo>
                <a:lnTo>
                  <a:pt x="821628" y="29764"/>
                </a:lnTo>
                <a:lnTo>
                  <a:pt x="821724" y="29738"/>
                </a:lnTo>
                <a:lnTo>
                  <a:pt x="825806" y="28635"/>
                </a:lnTo>
                <a:lnTo>
                  <a:pt x="829776" y="27532"/>
                </a:lnTo>
                <a:lnTo>
                  <a:pt x="829872" y="27505"/>
                </a:lnTo>
                <a:lnTo>
                  <a:pt x="834002" y="26389"/>
                </a:lnTo>
                <a:lnTo>
                  <a:pt x="834264" y="26321"/>
                </a:lnTo>
                <a:lnTo>
                  <a:pt x="838151" y="25349"/>
                </a:lnTo>
                <a:lnTo>
                  <a:pt x="842150" y="24268"/>
                </a:lnTo>
                <a:lnTo>
                  <a:pt x="842412" y="24200"/>
                </a:lnTo>
                <a:lnTo>
                  <a:pt x="846430" y="23196"/>
                </a:lnTo>
                <a:lnTo>
                  <a:pt x="846518" y="23174"/>
                </a:lnTo>
                <a:lnTo>
                  <a:pt x="854734" y="21176"/>
                </a:lnTo>
                <a:lnTo>
                  <a:pt x="858709" y="20182"/>
                </a:lnTo>
                <a:lnTo>
                  <a:pt x="858797" y="20160"/>
                </a:lnTo>
                <a:lnTo>
                  <a:pt x="862927" y="19156"/>
                </a:lnTo>
                <a:lnTo>
                  <a:pt x="863203" y="19091"/>
                </a:lnTo>
                <a:lnTo>
                  <a:pt x="867083" y="18229"/>
                </a:lnTo>
                <a:lnTo>
                  <a:pt x="871075" y="17258"/>
                </a:lnTo>
                <a:lnTo>
                  <a:pt x="871352" y="17194"/>
                </a:lnTo>
                <a:lnTo>
                  <a:pt x="875370" y="16301"/>
                </a:lnTo>
                <a:lnTo>
                  <a:pt x="875449" y="16283"/>
                </a:lnTo>
                <a:lnTo>
                  <a:pt x="879579" y="15390"/>
                </a:lnTo>
                <a:lnTo>
                  <a:pt x="879871" y="15331"/>
                </a:lnTo>
                <a:lnTo>
                  <a:pt x="883743" y="14578"/>
                </a:lnTo>
                <a:lnTo>
                  <a:pt x="887728" y="13716"/>
                </a:lnTo>
                <a:lnTo>
                  <a:pt x="888090" y="13643"/>
                </a:lnTo>
                <a:lnTo>
                  <a:pt x="891998" y="12903"/>
                </a:lnTo>
                <a:lnTo>
                  <a:pt x="895797" y="12059"/>
                </a:lnTo>
                <a:lnTo>
                  <a:pt x="896238" y="11968"/>
                </a:lnTo>
                <a:lnTo>
                  <a:pt x="900368" y="11187"/>
                </a:lnTo>
                <a:lnTo>
                  <a:pt x="900674" y="11133"/>
                </a:lnTo>
                <a:lnTo>
                  <a:pt x="904539" y="10488"/>
                </a:lnTo>
                <a:lnTo>
                  <a:pt x="908517" y="9736"/>
                </a:lnTo>
                <a:lnTo>
                  <a:pt x="908823" y="9682"/>
                </a:lnTo>
                <a:lnTo>
                  <a:pt x="912841" y="9012"/>
                </a:lnTo>
                <a:lnTo>
                  <a:pt x="912903" y="9002"/>
                </a:lnTo>
                <a:lnTo>
                  <a:pt x="921132" y="7667"/>
                </a:lnTo>
                <a:lnTo>
                  <a:pt x="925119" y="7003"/>
                </a:lnTo>
                <a:lnTo>
                  <a:pt x="925553" y="6937"/>
                </a:lnTo>
                <a:lnTo>
                  <a:pt x="929657" y="6383"/>
                </a:lnTo>
                <a:lnTo>
                  <a:pt x="933650" y="5828"/>
                </a:lnTo>
                <a:lnTo>
                  <a:pt x="933702" y="5821"/>
                </a:lnTo>
                <a:lnTo>
                  <a:pt x="937806" y="5266"/>
                </a:lnTo>
                <a:lnTo>
                  <a:pt x="941798" y="4712"/>
                </a:lnTo>
                <a:lnTo>
                  <a:pt x="941850" y="4705"/>
                </a:lnTo>
                <a:lnTo>
                  <a:pt x="945980" y="4147"/>
                </a:lnTo>
                <a:lnTo>
                  <a:pt x="946314" y="4105"/>
                </a:lnTo>
                <a:lnTo>
                  <a:pt x="950333" y="3659"/>
                </a:lnTo>
                <a:lnTo>
                  <a:pt x="950375" y="3654"/>
                </a:lnTo>
                <a:lnTo>
                  <a:pt x="958635" y="2761"/>
                </a:lnTo>
                <a:lnTo>
                  <a:pt x="958982" y="2728"/>
                </a:lnTo>
                <a:lnTo>
                  <a:pt x="963001" y="2393"/>
                </a:lnTo>
                <a:lnTo>
                  <a:pt x="963032" y="2391"/>
                </a:lnTo>
                <a:lnTo>
                  <a:pt x="967147" y="2057"/>
                </a:lnTo>
                <a:lnTo>
                  <a:pt x="971149" y="1723"/>
                </a:lnTo>
                <a:lnTo>
                  <a:pt x="971181" y="1721"/>
                </a:lnTo>
                <a:lnTo>
                  <a:pt x="975311" y="1386"/>
                </a:lnTo>
                <a:lnTo>
                  <a:pt x="975672" y="1361"/>
                </a:lnTo>
                <a:lnTo>
                  <a:pt x="979509" y="1148"/>
                </a:lnTo>
                <a:lnTo>
                  <a:pt x="983459" y="828"/>
                </a:lnTo>
                <a:lnTo>
                  <a:pt x="984214" y="787"/>
                </a:lnTo>
                <a:lnTo>
                  <a:pt x="988046" y="680"/>
                </a:lnTo>
                <a:lnTo>
                  <a:pt x="991990" y="467"/>
                </a:lnTo>
                <a:lnTo>
                  <a:pt x="992373" y="452"/>
                </a:lnTo>
                <a:lnTo>
                  <a:pt x="996301" y="346"/>
                </a:lnTo>
                <a:lnTo>
                  <a:pt x="1000117" y="134"/>
                </a:lnTo>
                <a:lnTo>
                  <a:pt x="1000906" y="112"/>
                </a:lnTo>
                <a:lnTo>
                  <a:pt x="1004839" y="112"/>
                </a:lnTo>
                <a:lnTo>
                  <a:pt x="1008659" y="5"/>
                </a:lnTo>
                <a:lnTo>
                  <a:pt x="1009055" y="0"/>
                </a:lnTo>
                <a:lnTo>
                  <a:pt x="1025351" y="0"/>
                </a:lnTo>
                <a:lnTo>
                  <a:pt x="1025736" y="5"/>
                </a:lnTo>
                <a:lnTo>
                  <a:pt x="1034007" y="229"/>
                </a:lnTo>
                <a:lnTo>
                  <a:pt x="1038025" y="340"/>
                </a:lnTo>
                <a:lnTo>
                  <a:pt x="1038398" y="356"/>
                </a:lnTo>
                <a:lnTo>
                  <a:pt x="1042528" y="579"/>
                </a:lnTo>
                <a:lnTo>
                  <a:pt x="1042549" y="580"/>
                </a:lnTo>
                <a:lnTo>
                  <a:pt x="1046557" y="803"/>
                </a:lnTo>
                <a:lnTo>
                  <a:pt x="1050676" y="1025"/>
                </a:lnTo>
                <a:lnTo>
                  <a:pt x="1050698" y="1027"/>
                </a:lnTo>
                <a:lnTo>
                  <a:pt x="1054705" y="1249"/>
                </a:lnTo>
                <a:lnTo>
                  <a:pt x="1058825" y="1472"/>
                </a:lnTo>
                <a:lnTo>
                  <a:pt x="1059239" y="1500"/>
                </a:lnTo>
                <a:lnTo>
                  <a:pt x="1063241" y="1834"/>
                </a:lnTo>
                <a:lnTo>
                  <a:pt x="1067355" y="2167"/>
                </a:lnTo>
                <a:lnTo>
                  <a:pt x="1067735" y="2203"/>
                </a:lnTo>
                <a:lnTo>
                  <a:pt x="1071691" y="2631"/>
                </a:lnTo>
                <a:lnTo>
                  <a:pt x="1075535" y="2951"/>
                </a:lnTo>
                <a:lnTo>
                  <a:pt x="1075883" y="2985"/>
                </a:lnTo>
                <a:lnTo>
                  <a:pt x="1080013" y="3431"/>
                </a:lnTo>
                <a:lnTo>
                  <a:pt x="1080055" y="3436"/>
                </a:lnTo>
                <a:lnTo>
                  <a:pt x="1084073" y="3882"/>
                </a:lnTo>
                <a:lnTo>
                  <a:pt x="1084408" y="3923"/>
                </a:lnTo>
                <a:lnTo>
                  <a:pt x="1088371" y="4459"/>
                </a:lnTo>
                <a:lnTo>
                  <a:pt x="1092222" y="4887"/>
                </a:lnTo>
                <a:lnTo>
                  <a:pt x="1092556" y="4928"/>
                </a:lnTo>
                <a:lnTo>
                  <a:pt x="1100816" y="6044"/>
                </a:lnTo>
                <a:lnTo>
                  <a:pt x="1101250" y="6110"/>
                </a:lnTo>
                <a:lnTo>
                  <a:pt x="1105052" y="6743"/>
                </a:lnTo>
                <a:lnTo>
                  <a:pt x="1108965" y="7272"/>
                </a:lnTo>
                <a:lnTo>
                  <a:pt x="1109398" y="7337"/>
                </a:lnTo>
                <a:lnTo>
                  <a:pt x="1113386" y="8002"/>
                </a:lnTo>
                <a:lnTo>
                  <a:pt x="1117485" y="8667"/>
                </a:lnTo>
                <a:lnTo>
                  <a:pt x="1117547" y="8677"/>
                </a:lnTo>
                <a:lnTo>
                  <a:pt x="1121534" y="9342"/>
                </a:lnTo>
                <a:lnTo>
                  <a:pt x="1125633" y="10006"/>
                </a:lnTo>
                <a:lnTo>
                  <a:pt x="1126072" y="10084"/>
                </a:lnTo>
                <a:lnTo>
                  <a:pt x="1130055" y="10859"/>
                </a:lnTo>
                <a:lnTo>
                  <a:pt x="1138279" y="12415"/>
                </a:lnTo>
                <a:lnTo>
                  <a:pt x="1138350" y="12428"/>
                </a:lnTo>
                <a:lnTo>
                  <a:pt x="1142369" y="13210"/>
                </a:lnTo>
                <a:lnTo>
                  <a:pt x="1142660" y="13270"/>
                </a:lnTo>
                <a:lnTo>
                  <a:pt x="1146644" y="14131"/>
                </a:lnTo>
                <a:lnTo>
                  <a:pt x="1150517" y="14884"/>
                </a:lnTo>
                <a:lnTo>
                  <a:pt x="1150808" y="14944"/>
                </a:lnTo>
                <a:lnTo>
                  <a:pt x="1154938" y="15837"/>
                </a:lnTo>
                <a:lnTo>
                  <a:pt x="1155018" y="15854"/>
                </a:lnTo>
                <a:lnTo>
                  <a:pt x="1159036" y="16747"/>
                </a:lnTo>
                <a:lnTo>
                  <a:pt x="1159313" y="16812"/>
                </a:lnTo>
                <a:lnTo>
                  <a:pt x="1163305" y="17783"/>
                </a:lnTo>
                <a:lnTo>
                  <a:pt x="1167185" y="18645"/>
                </a:lnTo>
                <a:lnTo>
                  <a:pt x="1167461" y="18709"/>
                </a:lnTo>
                <a:lnTo>
                  <a:pt x="1171413" y="19671"/>
                </a:lnTo>
                <a:lnTo>
                  <a:pt x="1175365" y="20525"/>
                </a:lnTo>
                <a:lnTo>
                  <a:pt x="1175809" y="20628"/>
                </a:lnTo>
                <a:lnTo>
                  <a:pt x="1179783" y="21622"/>
                </a:lnTo>
                <a:lnTo>
                  <a:pt x="1183869" y="22616"/>
                </a:lnTo>
                <a:lnTo>
                  <a:pt x="1184315" y="22732"/>
                </a:lnTo>
                <a:lnTo>
                  <a:pt x="1188111" y="23787"/>
                </a:lnTo>
                <a:lnTo>
                  <a:pt x="1196148" y="25741"/>
                </a:lnTo>
                <a:lnTo>
                  <a:pt x="1196593" y="25857"/>
                </a:lnTo>
                <a:lnTo>
                  <a:pt x="1204582" y="28076"/>
                </a:lnTo>
                <a:lnTo>
                  <a:pt x="1212794" y="30296"/>
                </a:lnTo>
                <a:lnTo>
                  <a:pt x="1212890" y="30322"/>
                </a:lnTo>
                <a:lnTo>
                  <a:pt x="1216860" y="31425"/>
                </a:lnTo>
                <a:lnTo>
                  <a:pt x="1220942" y="32528"/>
                </a:lnTo>
                <a:lnTo>
                  <a:pt x="1221388" y="32657"/>
                </a:lnTo>
                <a:lnTo>
                  <a:pt x="1225185" y="33817"/>
                </a:lnTo>
                <a:lnTo>
                  <a:pt x="1229091" y="34872"/>
                </a:lnTo>
                <a:lnTo>
                  <a:pt x="1229433" y="34970"/>
                </a:lnTo>
                <a:lnTo>
                  <a:pt x="1233563" y="36197"/>
                </a:lnTo>
                <a:lnTo>
                  <a:pt x="1233666" y="36229"/>
                </a:lnTo>
                <a:lnTo>
                  <a:pt x="1237510" y="37403"/>
                </a:lnTo>
                <a:lnTo>
                  <a:pt x="1241353" y="38471"/>
                </a:lnTo>
                <a:lnTo>
                  <a:pt x="1241600" y="38541"/>
                </a:lnTo>
                <a:lnTo>
                  <a:pt x="1249860" y="40997"/>
                </a:lnTo>
                <a:lnTo>
                  <a:pt x="1249963" y="41028"/>
                </a:lnTo>
                <a:lnTo>
                  <a:pt x="1253930" y="42240"/>
                </a:lnTo>
                <a:lnTo>
                  <a:pt x="1258008" y="43453"/>
                </a:lnTo>
                <a:lnTo>
                  <a:pt x="1258111" y="43484"/>
                </a:lnTo>
                <a:lnTo>
                  <a:pt x="1262078" y="44696"/>
                </a:lnTo>
                <a:lnTo>
                  <a:pt x="1266156" y="45908"/>
                </a:lnTo>
                <a:lnTo>
                  <a:pt x="1266491" y="46013"/>
                </a:lnTo>
                <a:lnTo>
                  <a:pt x="1270506" y="47315"/>
                </a:lnTo>
                <a:lnTo>
                  <a:pt x="1274356" y="48491"/>
                </a:lnTo>
                <a:lnTo>
                  <a:pt x="1278435" y="49704"/>
                </a:lnTo>
                <a:lnTo>
                  <a:pt x="1278880" y="49844"/>
                </a:lnTo>
                <a:lnTo>
                  <a:pt x="1282677" y="51109"/>
                </a:lnTo>
                <a:lnTo>
                  <a:pt x="1286583" y="52271"/>
                </a:lnTo>
                <a:lnTo>
                  <a:pt x="1287028" y="52411"/>
                </a:lnTo>
                <a:lnTo>
                  <a:pt x="1290825" y="53677"/>
                </a:lnTo>
                <a:lnTo>
                  <a:pt x="1294731" y="54838"/>
                </a:lnTo>
                <a:lnTo>
                  <a:pt x="1295176" y="54978"/>
                </a:lnTo>
                <a:lnTo>
                  <a:pt x="1298973" y="56244"/>
                </a:lnTo>
                <a:lnTo>
                  <a:pt x="1302880" y="57405"/>
                </a:lnTo>
                <a:lnTo>
                  <a:pt x="1303027" y="57450"/>
                </a:lnTo>
                <a:lnTo>
                  <a:pt x="1315305" y="61245"/>
                </a:lnTo>
                <a:lnTo>
                  <a:pt x="1315603" y="61341"/>
                </a:lnTo>
                <a:lnTo>
                  <a:pt x="1319400" y="62606"/>
                </a:lnTo>
                <a:lnTo>
                  <a:pt x="1323306" y="63768"/>
                </a:lnTo>
                <a:lnTo>
                  <a:pt x="1323751" y="63908"/>
                </a:lnTo>
                <a:lnTo>
                  <a:pt x="1327548" y="65174"/>
                </a:lnTo>
                <a:lnTo>
                  <a:pt x="1331455" y="66335"/>
                </a:lnTo>
                <a:lnTo>
                  <a:pt x="1331900" y="66475"/>
                </a:lnTo>
                <a:lnTo>
                  <a:pt x="1335697" y="67741"/>
                </a:lnTo>
                <a:lnTo>
                  <a:pt x="1339603" y="68902"/>
                </a:lnTo>
                <a:lnTo>
                  <a:pt x="1339938" y="69006"/>
                </a:lnTo>
                <a:lnTo>
                  <a:pt x="1343953" y="70308"/>
                </a:lnTo>
                <a:lnTo>
                  <a:pt x="1347803" y="71485"/>
                </a:lnTo>
                <a:lnTo>
                  <a:pt x="1351881" y="72698"/>
                </a:lnTo>
                <a:lnTo>
                  <a:pt x="1351985" y="72729"/>
                </a:lnTo>
                <a:lnTo>
                  <a:pt x="1356003" y="73956"/>
                </a:lnTo>
                <a:lnTo>
                  <a:pt x="1356235" y="74029"/>
                </a:lnTo>
                <a:lnTo>
                  <a:pt x="1360249" y="75331"/>
                </a:lnTo>
                <a:lnTo>
                  <a:pt x="1364100" y="76508"/>
                </a:lnTo>
                <a:lnTo>
                  <a:pt x="1372308" y="78948"/>
                </a:lnTo>
                <a:lnTo>
                  <a:pt x="1372411" y="78979"/>
                </a:lnTo>
                <a:lnTo>
                  <a:pt x="1376378" y="80191"/>
                </a:lnTo>
                <a:lnTo>
                  <a:pt x="1380456" y="81404"/>
                </a:lnTo>
                <a:lnTo>
                  <a:pt x="1380560" y="81435"/>
                </a:lnTo>
                <a:lnTo>
                  <a:pt x="1384356" y="82595"/>
                </a:lnTo>
                <a:lnTo>
                  <a:pt x="1388262" y="83651"/>
                </a:lnTo>
                <a:lnTo>
                  <a:pt x="1388708" y="83779"/>
                </a:lnTo>
                <a:lnTo>
                  <a:pt x="1392675" y="84991"/>
                </a:lnTo>
                <a:lnTo>
                  <a:pt x="1396630" y="86167"/>
                </a:lnTo>
                <a:lnTo>
                  <a:pt x="1400525" y="87249"/>
                </a:lnTo>
                <a:lnTo>
                  <a:pt x="1400772" y="87320"/>
                </a:lnTo>
                <a:lnTo>
                  <a:pt x="1404731" y="88497"/>
                </a:lnTo>
                <a:lnTo>
                  <a:pt x="1408689" y="89567"/>
                </a:lnTo>
                <a:lnTo>
                  <a:pt x="1408785" y="89593"/>
                </a:lnTo>
                <a:lnTo>
                  <a:pt x="1412803" y="90709"/>
                </a:lnTo>
                <a:lnTo>
                  <a:pt x="1413050" y="90780"/>
                </a:lnTo>
                <a:lnTo>
                  <a:pt x="1417057" y="91971"/>
                </a:lnTo>
                <a:lnTo>
                  <a:pt x="1420904" y="93040"/>
                </a:lnTo>
                <a:lnTo>
                  <a:pt x="1424986" y="94143"/>
                </a:lnTo>
                <a:lnTo>
                  <a:pt x="1425082" y="94169"/>
                </a:lnTo>
                <a:lnTo>
                  <a:pt x="1429052" y="95272"/>
                </a:lnTo>
                <a:lnTo>
                  <a:pt x="1433003" y="96340"/>
                </a:lnTo>
                <a:lnTo>
                  <a:pt x="1436891" y="97312"/>
                </a:lnTo>
                <a:lnTo>
                  <a:pt x="1437152" y="97380"/>
                </a:lnTo>
                <a:lnTo>
                  <a:pt x="1441108" y="98449"/>
                </a:lnTo>
                <a:lnTo>
                  <a:pt x="1445063" y="99411"/>
                </a:lnTo>
                <a:lnTo>
                  <a:pt x="1445508" y="99527"/>
                </a:lnTo>
                <a:lnTo>
                  <a:pt x="1449305" y="100582"/>
                </a:lnTo>
                <a:lnTo>
                  <a:pt x="1453211" y="101532"/>
                </a:lnTo>
                <a:lnTo>
                  <a:pt x="1453299" y="101554"/>
                </a:lnTo>
                <a:lnTo>
                  <a:pt x="1457273" y="102547"/>
                </a:lnTo>
                <a:lnTo>
                  <a:pt x="1461359" y="103541"/>
                </a:lnTo>
                <a:lnTo>
                  <a:pt x="1461447" y="103563"/>
                </a:lnTo>
                <a:lnTo>
                  <a:pt x="1465422" y="104557"/>
                </a:lnTo>
                <a:lnTo>
                  <a:pt x="1469508" y="105550"/>
                </a:lnTo>
                <a:lnTo>
                  <a:pt x="1469596" y="105572"/>
                </a:lnTo>
                <a:lnTo>
                  <a:pt x="1473570" y="106566"/>
                </a:lnTo>
                <a:lnTo>
                  <a:pt x="1477478" y="107516"/>
                </a:lnTo>
                <a:lnTo>
                  <a:pt x="1481430" y="108371"/>
                </a:lnTo>
                <a:lnTo>
                  <a:pt x="1481874" y="108474"/>
                </a:lnTo>
                <a:lnTo>
                  <a:pt x="1485671" y="109424"/>
                </a:lnTo>
                <a:lnTo>
                  <a:pt x="1489578" y="110268"/>
                </a:lnTo>
                <a:lnTo>
                  <a:pt x="1489658" y="110286"/>
                </a:lnTo>
                <a:lnTo>
                  <a:pt x="1493636" y="111170"/>
                </a:lnTo>
                <a:lnTo>
                  <a:pt x="1497727" y="112054"/>
                </a:lnTo>
                <a:lnTo>
                  <a:pt x="1497806" y="112072"/>
                </a:lnTo>
                <a:lnTo>
                  <a:pt x="1501785" y="112956"/>
                </a:lnTo>
                <a:lnTo>
                  <a:pt x="1505875" y="113840"/>
                </a:lnTo>
                <a:lnTo>
                  <a:pt x="1505955" y="113858"/>
                </a:lnTo>
                <a:lnTo>
                  <a:pt x="1509753" y="114702"/>
                </a:lnTo>
                <a:lnTo>
                  <a:pt x="1513661" y="115441"/>
                </a:lnTo>
                <a:lnTo>
                  <a:pt x="1514023" y="115515"/>
                </a:lnTo>
                <a:lnTo>
                  <a:pt x="1518008" y="116376"/>
                </a:lnTo>
                <a:lnTo>
                  <a:pt x="1521845" y="117122"/>
                </a:lnTo>
                <a:lnTo>
                  <a:pt x="1525939" y="117897"/>
                </a:lnTo>
                <a:lnTo>
                  <a:pt x="1526010" y="117910"/>
                </a:lnTo>
                <a:lnTo>
                  <a:pt x="1529993" y="118685"/>
                </a:lnTo>
                <a:lnTo>
                  <a:pt x="1534088" y="119459"/>
                </a:lnTo>
                <a:lnTo>
                  <a:pt x="1534159" y="119473"/>
                </a:lnTo>
                <a:lnTo>
                  <a:pt x="1538142" y="120248"/>
                </a:lnTo>
                <a:lnTo>
                  <a:pt x="1546213" y="121775"/>
                </a:lnTo>
                <a:lnTo>
                  <a:pt x="1550078" y="122419"/>
                </a:lnTo>
                <a:lnTo>
                  <a:pt x="1550384" y="122473"/>
                </a:lnTo>
                <a:lnTo>
                  <a:pt x="1554362" y="123226"/>
                </a:lnTo>
                <a:lnTo>
                  <a:pt x="1558196" y="123865"/>
                </a:lnTo>
                <a:lnTo>
                  <a:pt x="1562295" y="124529"/>
                </a:lnTo>
                <a:lnTo>
                  <a:pt x="1562357" y="124540"/>
                </a:lnTo>
                <a:lnTo>
                  <a:pt x="1566344" y="125204"/>
                </a:lnTo>
                <a:lnTo>
                  <a:pt x="1570444" y="125869"/>
                </a:lnTo>
                <a:lnTo>
                  <a:pt x="1570505" y="125879"/>
                </a:lnTo>
                <a:lnTo>
                  <a:pt x="1574493" y="126544"/>
                </a:lnTo>
                <a:lnTo>
                  <a:pt x="1578406" y="127178"/>
                </a:lnTo>
                <a:lnTo>
                  <a:pt x="1582350" y="127711"/>
                </a:lnTo>
                <a:lnTo>
                  <a:pt x="1582783" y="127777"/>
                </a:lnTo>
                <a:lnTo>
                  <a:pt x="1586585" y="128410"/>
                </a:lnTo>
                <a:lnTo>
                  <a:pt x="1590498" y="128939"/>
                </a:lnTo>
                <a:lnTo>
                  <a:pt x="1590550" y="128946"/>
                </a:lnTo>
                <a:lnTo>
                  <a:pt x="1594568" y="129504"/>
                </a:lnTo>
                <a:lnTo>
                  <a:pt x="1594888" y="129552"/>
                </a:lnTo>
                <a:lnTo>
                  <a:pt x="1598859" y="130196"/>
                </a:lnTo>
                <a:lnTo>
                  <a:pt x="1602691" y="130728"/>
                </a:lnTo>
                <a:lnTo>
                  <a:pt x="1606628" y="131260"/>
                </a:lnTo>
                <a:lnTo>
                  <a:pt x="1610478" y="131688"/>
                </a:lnTo>
                <a:lnTo>
                  <a:pt x="1610813" y="131729"/>
                </a:lnTo>
                <a:close/>
                <a:moveTo>
                  <a:pt x="489327" y="150130"/>
                </a:moveTo>
                <a:lnTo>
                  <a:pt x="1543162" y="150130"/>
                </a:lnTo>
                <a:lnTo>
                  <a:pt x="1541379" y="149833"/>
                </a:lnTo>
                <a:lnTo>
                  <a:pt x="1541073" y="149779"/>
                </a:lnTo>
                <a:lnTo>
                  <a:pt x="1532813" y="148216"/>
                </a:lnTo>
                <a:lnTo>
                  <a:pt x="1532743" y="148203"/>
                </a:lnTo>
                <a:lnTo>
                  <a:pt x="1528760" y="147428"/>
                </a:lnTo>
                <a:lnTo>
                  <a:pt x="1524665" y="146653"/>
                </a:lnTo>
                <a:lnTo>
                  <a:pt x="1524594" y="146640"/>
                </a:lnTo>
                <a:lnTo>
                  <a:pt x="1520611" y="145865"/>
                </a:lnTo>
                <a:lnTo>
                  <a:pt x="1516517" y="145091"/>
                </a:lnTo>
                <a:lnTo>
                  <a:pt x="1516446" y="145077"/>
                </a:lnTo>
                <a:lnTo>
                  <a:pt x="1512428" y="144296"/>
                </a:lnTo>
                <a:lnTo>
                  <a:pt x="1512136" y="144236"/>
                </a:lnTo>
                <a:lnTo>
                  <a:pt x="1508187" y="143382"/>
                </a:lnTo>
                <a:lnTo>
                  <a:pt x="1504238" y="142635"/>
                </a:lnTo>
                <a:lnTo>
                  <a:pt x="1503797" y="142544"/>
                </a:lnTo>
                <a:lnTo>
                  <a:pt x="1499818" y="141660"/>
                </a:lnTo>
                <a:lnTo>
                  <a:pt x="1495728" y="140776"/>
                </a:lnTo>
                <a:lnTo>
                  <a:pt x="1495648" y="140758"/>
                </a:lnTo>
                <a:lnTo>
                  <a:pt x="1491670" y="139874"/>
                </a:lnTo>
                <a:lnTo>
                  <a:pt x="1487580" y="138990"/>
                </a:lnTo>
                <a:lnTo>
                  <a:pt x="1487500" y="138972"/>
                </a:lnTo>
                <a:lnTo>
                  <a:pt x="1483521" y="138088"/>
                </a:lnTo>
                <a:lnTo>
                  <a:pt x="1479431" y="137204"/>
                </a:lnTo>
                <a:lnTo>
                  <a:pt x="1478987" y="137100"/>
                </a:lnTo>
                <a:lnTo>
                  <a:pt x="1475190" y="136151"/>
                </a:lnTo>
                <a:lnTo>
                  <a:pt x="1471283" y="135306"/>
                </a:lnTo>
                <a:lnTo>
                  <a:pt x="1470927" y="135224"/>
                </a:lnTo>
                <a:lnTo>
                  <a:pt x="1466797" y="134220"/>
                </a:lnTo>
                <a:lnTo>
                  <a:pt x="1466709" y="134198"/>
                </a:lnTo>
                <a:lnTo>
                  <a:pt x="1462734" y="133205"/>
                </a:lnTo>
                <a:lnTo>
                  <a:pt x="1458648" y="132211"/>
                </a:lnTo>
                <a:lnTo>
                  <a:pt x="1458560" y="132189"/>
                </a:lnTo>
                <a:lnTo>
                  <a:pt x="1454586" y="131195"/>
                </a:lnTo>
                <a:lnTo>
                  <a:pt x="1450500" y="130202"/>
                </a:lnTo>
                <a:lnTo>
                  <a:pt x="1450412" y="130180"/>
                </a:lnTo>
                <a:lnTo>
                  <a:pt x="1446438" y="129186"/>
                </a:lnTo>
                <a:lnTo>
                  <a:pt x="1442352" y="128192"/>
                </a:lnTo>
                <a:lnTo>
                  <a:pt x="1441906" y="128076"/>
                </a:lnTo>
                <a:lnTo>
                  <a:pt x="1438110" y="127022"/>
                </a:lnTo>
                <a:lnTo>
                  <a:pt x="1434203" y="126072"/>
                </a:lnTo>
                <a:lnTo>
                  <a:pt x="1433854" y="125982"/>
                </a:lnTo>
                <a:lnTo>
                  <a:pt x="1429854" y="124901"/>
                </a:lnTo>
                <a:lnTo>
                  <a:pt x="1425967" y="123929"/>
                </a:lnTo>
                <a:lnTo>
                  <a:pt x="1425706" y="123861"/>
                </a:lnTo>
                <a:lnTo>
                  <a:pt x="1421576" y="122745"/>
                </a:lnTo>
                <a:lnTo>
                  <a:pt x="1421480" y="122719"/>
                </a:lnTo>
                <a:lnTo>
                  <a:pt x="1417509" y="121616"/>
                </a:lnTo>
                <a:lnTo>
                  <a:pt x="1413427" y="120512"/>
                </a:lnTo>
                <a:lnTo>
                  <a:pt x="1413331" y="120486"/>
                </a:lnTo>
                <a:lnTo>
                  <a:pt x="1409313" y="119370"/>
                </a:lnTo>
                <a:lnTo>
                  <a:pt x="1409066" y="119299"/>
                </a:lnTo>
                <a:lnTo>
                  <a:pt x="1405059" y="118108"/>
                </a:lnTo>
                <a:lnTo>
                  <a:pt x="1401212" y="117039"/>
                </a:lnTo>
                <a:lnTo>
                  <a:pt x="1397131" y="115936"/>
                </a:lnTo>
                <a:lnTo>
                  <a:pt x="1396788" y="115839"/>
                </a:lnTo>
                <a:lnTo>
                  <a:pt x="1392781" y="114647"/>
                </a:lnTo>
                <a:lnTo>
                  <a:pt x="1388886" y="113566"/>
                </a:lnTo>
                <a:lnTo>
                  <a:pt x="1388640" y="113495"/>
                </a:lnTo>
                <a:lnTo>
                  <a:pt x="1384510" y="112267"/>
                </a:lnTo>
                <a:lnTo>
                  <a:pt x="1384406" y="112236"/>
                </a:lnTo>
                <a:lnTo>
                  <a:pt x="1380610" y="111076"/>
                </a:lnTo>
                <a:lnTo>
                  <a:pt x="1376704" y="110020"/>
                </a:lnTo>
                <a:lnTo>
                  <a:pt x="1376258" y="109892"/>
                </a:lnTo>
                <a:lnTo>
                  <a:pt x="1372291" y="108680"/>
                </a:lnTo>
                <a:lnTo>
                  <a:pt x="1368213" y="107467"/>
                </a:lnTo>
                <a:lnTo>
                  <a:pt x="1368110" y="107436"/>
                </a:lnTo>
                <a:lnTo>
                  <a:pt x="1364143" y="106224"/>
                </a:lnTo>
                <a:lnTo>
                  <a:pt x="1355935" y="103784"/>
                </a:lnTo>
                <a:lnTo>
                  <a:pt x="1355831" y="103753"/>
                </a:lnTo>
                <a:lnTo>
                  <a:pt x="1351813" y="102525"/>
                </a:lnTo>
                <a:lnTo>
                  <a:pt x="1351581" y="102452"/>
                </a:lnTo>
                <a:lnTo>
                  <a:pt x="1347567" y="101150"/>
                </a:lnTo>
                <a:lnTo>
                  <a:pt x="1343716" y="99973"/>
                </a:lnTo>
                <a:lnTo>
                  <a:pt x="1339638" y="98761"/>
                </a:lnTo>
                <a:lnTo>
                  <a:pt x="1339535" y="98730"/>
                </a:lnTo>
                <a:lnTo>
                  <a:pt x="1335516" y="97502"/>
                </a:lnTo>
                <a:lnTo>
                  <a:pt x="1335285" y="97429"/>
                </a:lnTo>
                <a:lnTo>
                  <a:pt x="1331321" y="96143"/>
                </a:lnTo>
                <a:lnTo>
                  <a:pt x="1327360" y="94966"/>
                </a:lnTo>
                <a:lnTo>
                  <a:pt x="1326915" y="94825"/>
                </a:lnTo>
                <a:lnTo>
                  <a:pt x="1323118" y="93560"/>
                </a:lnTo>
                <a:lnTo>
                  <a:pt x="1319211" y="92398"/>
                </a:lnTo>
                <a:lnTo>
                  <a:pt x="1318766" y="92258"/>
                </a:lnTo>
                <a:lnTo>
                  <a:pt x="1314969" y="90992"/>
                </a:lnTo>
                <a:lnTo>
                  <a:pt x="1311063" y="89831"/>
                </a:lnTo>
                <a:lnTo>
                  <a:pt x="1310618" y="89691"/>
                </a:lnTo>
                <a:lnTo>
                  <a:pt x="1306748" y="88401"/>
                </a:lnTo>
                <a:lnTo>
                  <a:pt x="1294693" y="84675"/>
                </a:lnTo>
                <a:lnTo>
                  <a:pt x="1290636" y="83469"/>
                </a:lnTo>
                <a:lnTo>
                  <a:pt x="1290191" y="83328"/>
                </a:lnTo>
                <a:lnTo>
                  <a:pt x="1286394" y="82063"/>
                </a:lnTo>
                <a:lnTo>
                  <a:pt x="1282488" y="80901"/>
                </a:lnTo>
                <a:lnTo>
                  <a:pt x="1282043" y="80761"/>
                </a:lnTo>
                <a:lnTo>
                  <a:pt x="1278246" y="79495"/>
                </a:lnTo>
                <a:lnTo>
                  <a:pt x="1274340" y="78334"/>
                </a:lnTo>
                <a:lnTo>
                  <a:pt x="1273895" y="78194"/>
                </a:lnTo>
                <a:lnTo>
                  <a:pt x="1270098" y="76928"/>
                </a:lnTo>
                <a:lnTo>
                  <a:pt x="1266191" y="75767"/>
                </a:lnTo>
                <a:lnTo>
                  <a:pt x="1266088" y="75736"/>
                </a:lnTo>
                <a:lnTo>
                  <a:pt x="1262070" y="74508"/>
                </a:lnTo>
                <a:lnTo>
                  <a:pt x="1261838" y="74435"/>
                </a:lnTo>
                <a:lnTo>
                  <a:pt x="1257875" y="73149"/>
                </a:lnTo>
                <a:lnTo>
                  <a:pt x="1253913" y="71972"/>
                </a:lnTo>
                <a:lnTo>
                  <a:pt x="1253810" y="71941"/>
                </a:lnTo>
                <a:lnTo>
                  <a:pt x="1249843" y="70728"/>
                </a:lnTo>
                <a:lnTo>
                  <a:pt x="1245765" y="69516"/>
                </a:lnTo>
                <a:lnTo>
                  <a:pt x="1245661" y="69485"/>
                </a:lnTo>
                <a:lnTo>
                  <a:pt x="1241695" y="68273"/>
                </a:lnTo>
                <a:lnTo>
                  <a:pt x="1233609" y="65869"/>
                </a:lnTo>
                <a:lnTo>
                  <a:pt x="1229715" y="64787"/>
                </a:lnTo>
                <a:lnTo>
                  <a:pt x="1229365" y="64685"/>
                </a:lnTo>
                <a:lnTo>
                  <a:pt x="1225398" y="63473"/>
                </a:lnTo>
                <a:lnTo>
                  <a:pt x="1221490" y="62311"/>
                </a:lnTo>
                <a:lnTo>
                  <a:pt x="1217532" y="61242"/>
                </a:lnTo>
                <a:lnTo>
                  <a:pt x="1217086" y="61113"/>
                </a:lnTo>
                <a:lnTo>
                  <a:pt x="1213290" y="59953"/>
                </a:lnTo>
                <a:lnTo>
                  <a:pt x="1209384" y="58898"/>
                </a:lnTo>
                <a:lnTo>
                  <a:pt x="1209288" y="58871"/>
                </a:lnTo>
                <a:lnTo>
                  <a:pt x="1205317" y="57768"/>
                </a:lnTo>
                <a:lnTo>
                  <a:pt x="1197106" y="55549"/>
                </a:lnTo>
                <a:lnTo>
                  <a:pt x="1197010" y="55523"/>
                </a:lnTo>
                <a:lnTo>
                  <a:pt x="1189195" y="53352"/>
                </a:lnTo>
                <a:lnTo>
                  <a:pt x="1181158" y="51397"/>
                </a:lnTo>
                <a:lnTo>
                  <a:pt x="1180713" y="51281"/>
                </a:lnTo>
                <a:lnTo>
                  <a:pt x="1176916" y="50226"/>
                </a:lnTo>
                <a:lnTo>
                  <a:pt x="1173010" y="49276"/>
                </a:lnTo>
                <a:lnTo>
                  <a:pt x="1172922" y="49255"/>
                </a:lnTo>
                <a:lnTo>
                  <a:pt x="1169125" y="48305"/>
                </a:lnTo>
                <a:lnTo>
                  <a:pt x="1165218" y="47461"/>
                </a:lnTo>
                <a:lnTo>
                  <a:pt x="1164862" y="47379"/>
                </a:lnTo>
                <a:lnTo>
                  <a:pt x="1160870" y="46408"/>
                </a:lnTo>
                <a:lnTo>
                  <a:pt x="1156990" y="45545"/>
                </a:lnTo>
                <a:lnTo>
                  <a:pt x="1156713" y="45481"/>
                </a:lnTo>
                <a:lnTo>
                  <a:pt x="1152721" y="44510"/>
                </a:lnTo>
                <a:lnTo>
                  <a:pt x="1148881" y="43657"/>
                </a:lnTo>
                <a:lnTo>
                  <a:pt x="1144937" y="42804"/>
                </a:lnTo>
                <a:lnTo>
                  <a:pt x="1141064" y="42051"/>
                </a:lnTo>
                <a:lnTo>
                  <a:pt x="1140773" y="41991"/>
                </a:lnTo>
                <a:lnTo>
                  <a:pt x="1136788" y="41130"/>
                </a:lnTo>
                <a:lnTo>
                  <a:pt x="1132951" y="40383"/>
                </a:lnTo>
                <a:lnTo>
                  <a:pt x="1124727" y="38827"/>
                </a:lnTo>
                <a:lnTo>
                  <a:pt x="1124656" y="38814"/>
                </a:lnTo>
                <a:lnTo>
                  <a:pt x="1120856" y="38075"/>
                </a:lnTo>
                <a:lnTo>
                  <a:pt x="1116946" y="37441"/>
                </a:lnTo>
                <a:lnTo>
                  <a:pt x="1116884" y="37431"/>
                </a:lnTo>
                <a:lnTo>
                  <a:pt x="1112897" y="36766"/>
                </a:lnTo>
                <a:lnTo>
                  <a:pt x="1108798" y="36101"/>
                </a:lnTo>
                <a:lnTo>
                  <a:pt x="1108736" y="36091"/>
                </a:lnTo>
                <a:lnTo>
                  <a:pt x="1104934" y="35458"/>
                </a:lnTo>
                <a:lnTo>
                  <a:pt x="1101022" y="34929"/>
                </a:lnTo>
                <a:lnTo>
                  <a:pt x="1100588" y="34864"/>
                </a:lnTo>
                <a:lnTo>
                  <a:pt x="1096786" y="34230"/>
                </a:lnTo>
                <a:lnTo>
                  <a:pt x="1088910" y="33166"/>
                </a:lnTo>
                <a:lnTo>
                  <a:pt x="1085059" y="32738"/>
                </a:lnTo>
                <a:lnTo>
                  <a:pt x="1084725" y="32697"/>
                </a:lnTo>
                <a:lnTo>
                  <a:pt x="1080762" y="32161"/>
                </a:lnTo>
                <a:lnTo>
                  <a:pt x="1076932" y="31735"/>
                </a:lnTo>
                <a:lnTo>
                  <a:pt x="1072997" y="31310"/>
                </a:lnTo>
                <a:lnTo>
                  <a:pt x="1069152" y="30990"/>
                </a:lnTo>
                <a:lnTo>
                  <a:pt x="1068805" y="30956"/>
                </a:lnTo>
                <a:lnTo>
                  <a:pt x="1064864" y="30530"/>
                </a:lnTo>
                <a:lnTo>
                  <a:pt x="1060924" y="30211"/>
                </a:lnTo>
                <a:lnTo>
                  <a:pt x="1060893" y="30208"/>
                </a:lnTo>
                <a:lnTo>
                  <a:pt x="1057081" y="29891"/>
                </a:lnTo>
                <a:lnTo>
                  <a:pt x="1053158" y="29679"/>
                </a:lnTo>
                <a:lnTo>
                  <a:pt x="1053137" y="29677"/>
                </a:lnTo>
                <a:lnTo>
                  <a:pt x="1049129" y="29455"/>
                </a:lnTo>
                <a:lnTo>
                  <a:pt x="1045010" y="29232"/>
                </a:lnTo>
                <a:lnTo>
                  <a:pt x="1044988" y="29231"/>
                </a:lnTo>
                <a:lnTo>
                  <a:pt x="1040981" y="29008"/>
                </a:lnTo>
                <a:lnTo>
                  <a:pt x="1037048" y="28796"/>
                </a:lnTo>
                <a:lnTo>
                  <a:pt x="1033221" y="28689"/>
                </a:lnTo>
                <a:lnTo>
                  <a:pt x="1025159" y="28472"/>
                </a:lnTo>
                <a:lnTo>
                  <a:pt x="1009252" y="28472"/>
                </a:lnTo>
                <a:lnTo>
                  <a:pt x="1005432" y="28578"/>
                </a:lnTo>
                <a:lnTo>
                  <a:pt x="1005036" y="28583"/>
                </a:lnTo>
                <a:lnTo>
                  <a:pt x="1001301" y="28583"/>
                </a:lnTo>
                <a:lnTo>
                  <a:pt x="997678" y="28785"/>
                </a:lnTo>
                <a:lnTo>
                  <a:pt x="997273" y="28801"/>
                </a:lnTo>
                <a:lnTo>
                  <a:pt x="993335" y="28908"/>
                </a:lnTo>
                <a:lnTo>
                  <a:pt x="989396" y="29121"/>
                </a:lnTo>
                <a:lnTo>
                  <a:pt x="989023" y="29136"/>
                </a:lnTo>
                <a:lnTo>
                  <a:pt x="985383" y="29237"/>
                </a:lnTo>
                <a:lnTo>
                  <a:pt x="981630" y="29541"/>
                </a:lnTo>
                <a:lnTo>
                  <a:pt x="981269" y="29566"/>
                </a:lnTo>
                <a:lnTo>
                  <a:pt x="977432" y="29779"/>
                </a:lnTo>
                <a:lnTo>
                  <a:pt x="973498" y="30098"/>
                </a:lnTo>
                <a:lnTo>
                  <a:pt x="969495" y="30432"/>
                </a:lnTo>
                <a:lnTo>
                  <a:pt x="969464" y="30434"/>
                </a:lnTo>
                <a:lnTo>
                  <a:pt x="965349" y="30768"/>
                </a:lnTo>
                <a:lnTo>
                  <a:pt x="961521" y="31087"/>
                </a:lnTo>
                <a:lnTo>
                  <a:pt x="953456" y="31959"/>
                </a:lnTo>
                <a:lnTo>
                  <a:pt x="949626" y="32384"/>
                </a:lnTo>
                <a:lnTo>
                  <a:pt x="945689" y="32916"/>
                </a:lnTo>
                <a:lnTo>
                  <a:pt x="941696" y="33471"/>
                </a:lnTo>
                <a:lnTo>
                  <a:pt x="941644" y="33478"/>
                </a:lnTo>
                <a:lnTo>
                  <a:pt x="937540" y="34033"/>
                </a:lnTo>
                <a:lnTo>
                  <a:pt x="933548" y="34587"/>
                </a:lnTo>
                <a:lnTo>
                  <a:pt x="933496" y="34594"/>
                </a:lnTo>
                <a:lnTo>
                  <a:pt x="929584" y="35123"/>
                </a:lnTo>
                <a:lnTo>
                  <a:pt x="925782" y="35756"/>
                </a:lnTo>
                <a:lnTo>
                  <a:pt x="925720" y="35767"/>
                </a:lnTo>
                <a:lnTo>
                  <a:pt x="917491" y="37101"/>
                </a:lnTo>
                <a:lnTo>
                  <a:pt x="913657" y="37740"/>
                </a:lnTo>
                <a:lnTo>
                  <a:pt x="909679" y="38493"/>
                </a:lnTo>
                <a:lnTo>
                  <a:pt x="909373" y="38547"/>
                </a:lnTo>
                <a:lnTo>
                  <a:pt x="905508" y="39191"/>
                </a:lnTo>
                <a:lnTo>
                  <a:pt x="901753" y="39902"/>
                </a:lnTo>
                <a:lnTo>
                  <a:pt x="897954" y="40746"/>
                </a:lnTo>
                <a:lnTo>
                  <a:pt x="897513" y="40837"/>
                </a:lnTo>
                <a:lnTo>
                  <a:pt x="893564" y="41584"/>
                </a:lnTo>
                <a:lnTo>
                  <a:pt x="889615" y="42438"/>
                </a:lnTo>
                <a:lnTo>
                  <a:pt x="889324" y="42497"/>
                </a:lnTo>
                <a:lnTo>
                  <a:pt x="885451" y="43250"/>
                </a:lnTo>
                <a:lnTo>
                  <a:pt x="881506" y="44103"/>
                </a:lnTo>
                <a:lnTo>
                  <a:pt x="877666" y="44957"/>
                </a:lnTo>
                <a:lnTo>
                  <a:pt x="873674" y="45928"/>
                </a:lnTo>
                <a:lnTo>
                  <a:pt x="873398" y="45992"/>
                </a:lnTo>
                <a:lnTo>
                  <a:pt x="869518" y="46854"/>
                </a:lnTo>
                <a:lnTo>
                  <a:pt x="865570" y="47814"/>
                </a:lnTo>
                <a:lnTo>
                  <a:pt x="861596" y="48808"/>
                </a:lnTo>
                <a:lnTo>
                  <a:pt x="861508" y="48830"/>
                </a:lnTo>
                <a:lnTo>
                  <a:pt x="853292" y="50828"/>
                </a:lnTo>
                <a:lnTo>
                  <a:pt x="849448" y="51789"/>
                </a:lnTo>
                <a:lnTo>
                  <a:pt x="845449" y="52870"/>
                </a:lnTo>
                <a:lnTo>
                  <a:pt x="845187" y="52938"/>
                </a:lnTo>
                <a:lnTo>
                  <a:pt x="841300" y="53910"/>
                </a:lnTo>
                <a:lnTo>
                  <a:pt x="837349" y="54978"/>
                </a:lnTo>
                <a:lnTo>
                  <a:pt x="833378" y="56081"/>
                </a:lnTo>
                <a:lnTo>
                  <a:pt x="833282" y="56107"/>
                </a:lnTo>
                <a:lnTo>
                  <a:pt x="829200" y="57210"/>
                </a:lnTo>
                <a:lnTo>
                  <a:pt x="825230" y="58313"/>
                </a:lnTo>
                <a:lnTo>
                  <a:pt x="825134" y="58339"/>
                </a:lnTo>
                <a:lnTo>
                  <a:pt x="817098" y="60511"/>
                </a:lnTo>
                <a:lnTo>
                  <a:pt x="813301" y="61671"/>
                </a:lnTo>
                <a:lnTo>
                  <a:pt x="812856" y="61800"/>
                </a:lnTo>
                <a:lnTo>
                  <a:pt x="808949" y="62855"/>
                </a:lnTo>
                <a:lnTo>
                  <a:pt x="805153" y="64015"/>
                </a:lnTo>
                <a:lnTo>
                  <a:pt x="805050" y="64047"/>
                </a:lnTo>
                <a:lnTo>
                  <a:pt x="796790" y="66502"/>
                </a:lnTo>
                <a:lnTo>
                  <a:pt x="796543" y="66573"/>
                </a:lnTo>
                <a:lnTo>
                  <a:pt x="792700" y="67641"/>
                </a:lnTo>
                <a:lnTo>
                  <a:pt x="788856" y="68815"/>
                </a:lnTo>
                <a:lnTo>
                  <a:pt x="788753" y="68846"/>
                </a:lnTo>
                <a:lnTo>
                  <a:pt x="784791" y="70024"/>
                </a:lnTo>
                <a:lnTo>
                  <a:pt x="780828" y="71309"/>
                </a:lnTo>
                <a:lnTo>
                  <a:pt x="780596" y="71382"/>
                </a:lnTo>
                <a:lnTo>
                  <a:pt x="776578" y="72610"/>
                </a:lnTo>
                <a:lnTo>
                  <a:pt x="776475" y="72641"/>
                </a:lnTo>
                <a:lnTo>
                  <a:pt x="772396" y="73854"/>
                </a:lnTo>
                <a:lnTo>
                  <a:pt x="768546" y="75030"/>
                </a:lnTo>
                <a:lnTo>
                  <a:pt x="764531" y="76332"/>
                </a:lnTo>
                <a:lnTo>
                  <a:pt x="764196" y="76437"/>
                </a:lnTo>
                <a:lnTo>
                  <a:pt x="760118" y="77649"/>
                </a:lnTo>
                <a:lnTo>
                  <a:pt x="756268" y="78826"/>
                </a:lnTo>
                <a:lnTo>
                  <a:pt x="752253" y="80127"/>
                </a:lnTo>
                <a:lnTo>
                  <a:pt x="752021" y="80200"/>
                </a:lnTo>
                <a:lnTo>
                  <a:pt x="748119" y="81393"/>
                </a:lnTo>
                <a:lnTo>
                  <a:pt x="744105" y="82695"/>
                </a:lnTo>
                <a:lnTo>
                  <a:pt x="743873" y="82768"/>
                </a:lnTo>
                <a:lnTo>
                  <a:pt x="739971" y="83960"/>
                </a:lnTo>
                <a:lnTo>
                  <a:pt x="735956" y="85262"/>
                </a:lnTo>
                <a:lnTo>
                  <a:pt x="735769" y="85322"/>
                </a:lnTo>
                <a:lnTo>
                  <a:pt x="723640" y="89070"/>
                </a:lnTo>
                <a:lnTo>
                  <a:pt x="719770" y="90360"/>
                </a:lnTo>
                <a:lnTo>
                  <a:pt x="719325" y="90501"/>
                </a:lnTo>
                <a:lnTo>
                  <a:pt x="715246" y="91713"/>
                </a:lnTo>
                <a:lnTo>
                  <a:pt x="711396" y="92890"/>
                </a:lnTo>
                <a:lnTo>
                  <a:pt x="707381" y="94192"/>
                </a:lnTo>
                <a:lnTo>
                  <a:pt x="707150" y="94265"/>
                </a:lnTo>
                <a:lnTo>
                  <a:pt x="703248" y="95457"/>
                </a:lnTo>
                <a:lnTo>
                  <a:pt x="699233" y="96759"/>
                </a:lnTo>
                <a:lnTo>
                  <a:pt x="699001" y="96832"/>
                </a:lnTo>
                <a:lnTo>
                  <a:pt x="694983" y="98060"/>
                </a:lnTo>
                <a:lnTo>
                  <a:pt x="694880" y="98091"/>
                </a:lnTo>
                <a:lnTo>
                  <a:pt x="690918" y="99269"/>
                </a:lnTo>
                <a:lnTo>
                  <a:pt x="686955" y="100554"/>
                </a:lnTo>
                <a:lnTo>
                  <a:pt x="686723" y="100627"/>
                </a:lnTo>
                <a:lnTo>
                  <a:pt x="682704" y="101855"/>
                </a:lnTo>
                <a:lnTo>
                  <a:pt x="682601" y="101886"/>
                </a:lnTo>
                <a:lnTo>
                  <a:pt x="678523" y="103099"/>
                </a:lnTo>
                <a:lnTo>
                  <a:pt x="674556" y="104311"/>
                </a:lnTo>
                <a:lnTo>
                  <a:pt x="674453" y="104342"/>
                </a:lnTo>
                <a:lnTo>
                  <a:pt x="670375" y="105554"/>
                </a:lnTo>
                <a:lnTo>
                  <a:pt x="666408" y="106766"/>
                </a:lnTo>
                <a:lnTo>
                  <a:pt x="666305" y="106797"/>
                </a:lnTo>
                <a:lnTo>
                  <a:pt x="662226" y="108010"/>
                </a:lnTo>
                <a:lnTo>
                  <a:pt x="658260" y="109222"/>
                </a:lnTo>
                <a:lnTo>
                  <a:pt x="658156" y="109253"/>
                </a:lnTo>
                <a:lnTo>
                  <a:pt x="649896" y="111709"/>
                </a:lnTo>
                <a:lnTo>
                  <a:pt x="649650" y="111780"/>
                </a:lnTo>
                <a:lnTo>
                  <a:pt x="645755" y="112862"/>
                </a:lnTo>
                <a:lnTo>
                  <a:pt x="641748" y="114053"/>
                </a:lnTo>
                <a:lnTo>
                  <a:pt x="641501" y="114124"/>
                </a:lnTo>
                <a:lnTo>
                  <a:pt x="637607" y="115206"/>
                </a:lnTo>
                <a:lnTo>
                  <a:pt x="633600" y="116397"/>
                </a:lnTo>
                <a:lnTo>
                  <a:pt x="633353" y="116468"/>
                </a:lnTo>
                <a:lnTo>
                  <a:pt x="629335" y="117584"/>
                </a:lnTo>
                <a:lnTo>
                  <a:pt x="629239" y="117610"/>
                </a:lnTo>
                <a:lnTo>
                  <a:pt x="625281" y="118680"/>
                </a:lnTo>
                <a:lnTo>
                  <a:pt x="621321" y="119857"/>
                </a:lnTo>
                <a:lnTo>
                  <a:pt x="621075" y="119928"/>
                </a:lnTo>
                <a:lnTo>
                  <a:pt x="617056" y="121044"/>
                </a:lnTo>
                <a:lnTo>
                  <a:pt x="616960" y="121070"/>
                </a:lnTo>
                <a:lnTo>
                  <a:pt x="612830" y="122187"/>
                </a:lnTo>
                <a:lnTo>
                  <a:pt x="612569" y="122255"/>
                </a:lnTo>
                <a:lnTo>
                  <a:pt x="608682" y="123227"/>
                </a:lnTo>
                <a:lnTo>
                  <a:pt x="604730" y="124295"/>
                </a:lnTo>
                <a:lnTo>
                  <a:pt x="600760" y="125397"/>
                </a:lnTo>
                <a:lnTo>
                  <a:pt x="600664" y="125424"/>
                </a:lnTo>
                <a:lnTo>
                  <a:pt x="596534" y="126540"/>
                </a:lnTo>
                <a:lnTo>
                  <a:pt x="596272" y="126608"/>
                </a:lnTo>
                <a:lnTo>
                  <a:pt x="592254" y="127613"/>
                </a:lnTo>
                <a:lnTo>
                  <a:pt x="592166" y="127634"/>
                </a:lnTo>
                <a:lnTo>
                  <a:pt x="588211" y="128596"/>
                </a:lnTo>
                <a:lnTo>
                  <a:pt x="584255" y="129665"/>
                </a:lnTo>
                <a:lnTo>
                  <a:pt x="583994" y="129733"/>
                </a:lnTo>
                <a:lnTo>
                  <a:pt x="579976" y="130738"/>
                </a:lnTo>
                <a:lnTo>
                  <a:pt x="579888" y="130760"/>
                </a:lnTo>
                <a:lnTo>
                  <a:pt x="575802" y="131754"/>
                </a:lnTo>
                <a:lnTo>
                  <a:pt x="571827" y="132747"/>
                </a:lnTo>
                <a:lnTo>
                  <a:pt x="571739" y="132769"/>
                </a:lnTo>
                <a:lnTo>
                  <a:pt x="567609" y="133773"/>
                </a:lnTo>
                <a:lnTo>
                  <a:pt x="567333" y="133838"/>
                </a:lnTo>
                <a:lnTo>
                  <a:pt x="563453" y="134700"/>
                </a:lnTo>
                <a:lnTo>
                  <a:pt x="559461" y="135671"/>
                </a:lnTo>
                <a:lnTo>
                  <a:pt x="559185" y="135735"/>
                </a:lnTo>
                <a:lnTo>
                  <a:pt x="555305" y="136597"/>
                </a:lnTo>
                <a:lnTo>
                  <a:pt x="551313" y="137569"/>
                </a:lnTo>
                <a:lnTo>
                  <a:pt x="550956" y="137650"/>
                </a:lnTo>
                <a:lnTo>
                  <a:pt x="546866" y="138535"/>
                </a:lnTo>
                <a:lnTo>
                  <a:pt x="542888" y="139419"/>
                </a:lnTo>
                <a:lnTo>
                  <a:pt x="542808" y="139436"/>
                </a:lnTo>
                <a:lnTo>
                  <a:pt x="538718" y="140321"/>
                </a:lnTo>
                <a:lnTo>
                  <a:pt x="534739" y="141205"/>
                </a:lnTo>
                <a:lnTo>
                  <a:pt x="534660" y="141222"/>
                </a:lnTo>
                <a:lnTo>
                  <a:pt x="530530" y="142115"/>
                </a:lnTo>
                <a:lnTo>
                  <a:pt x="530238" y="142175"/>
                </a:lnTo>
                <a:lnTo>
                  <a:pt x="526366" y="142928"/>
                </a:lnTo>
                <a:lnTo>
                  <a:pt x="522381" y="143789"/>
                </a:lnTo>
                <a:lnTo>
                  <a:pt x="522090" y="143849"/>
                </a:lnTo>
                <a:lnTo>
                  <a:pt x="518218" y="144602"/>
                </a:lnTo>
                <a:lnTo>
                  <a:pt x="514233" y="145464"/>
                </a:lnTo>
                <a:lnTo>
                  <a:pt x="513871" y="145537"/>
                </a:lnTo>
                <a:lnTo>
                  <a:pt x="509776" y="146312"/>
                </a:lnTo>
                <a:lnTo>
                  <a:pt x="505793" y="147086"/>
                </a:lnTo>
                <a:lnTo>
                  <a:pt x="505723" y="147100"/>
                </a:lnTo>
                <a:lnTo>
                  <a:pt x="501628" y="147875"/>
                </a:lnTo>
                <a:lnTo>
                  <a:pt x="497645" y="148649"/>
                </a:lnTo>
                <a:lnTo>
                  <a:pt x="497207" y="148727"/>
                </a:lnTo>
                <a:lnTo>
                  <a:pt x="493297" y="149361"/>
                </a:lnTo>
                <a:lnTo>
                  <a:pt x="489497" y="150100"/>
                </a:lnTo>
                <a:lnTo>
                  <a:pt x="489327" y="150130"/>
                </a:lnTo>
                <a:close/>
              </a:path>
            </a:pathLst>
          </a:custGeom>
          <a:solidFill xmlns:a="http://schemas.openxmlformats.org/drawingml/2006/main">
            <a:srgbClr val="E3E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FBC19E82-84FD-4163-84ED-33794AF0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96" y="4848898"/>
            <a:ext cx="1611139" cy="168470"/>
          </a:xfrm>
          <a:custGeom xmlns:a="http://schemas.openxmlformats.org/drawingml/2006/main">
            <a:pathLst>
              <a:path w="1611139" h="168470">
                <a:moveTo>
                  <a:pt x="481890" y="165781"/>
                </a:moveTo>
                <a:lnTo>
                  <a:pt x="465063" y="168470"/>
                </a:lnTo>
                <a:lnTo>
                  <a:pt x="0" y="168470"/>
                </a:lnTo>
                <a:lnTo>
                  <a:pt x="0" y="149868"/>
                </a:lnTo>
                <a:lnTo>
                  <a:pt x="74375" y="149461"/>
                </a:lnTo>
                <a:lnTo>
                  <a:pt x="111011" y="149016"/>
                </a:lnTo>
                <a:lnTo>
                  <a:pt x="143636" y="148571"/>
                </a:lnTo>
                <a:lnTo>
                  <a:pt x="171995" y="148014"/>
                </a:lnTo>
                <a:lnTo>
                  <a:pt x="200440" y="147348"/>
                </a:lnTo>
                <a:lnTo>
                  <a:pt x="224857" y="146571"/>
                </a:lnTo>
                <a:lnTo>
                  <a:pt x="249154" y="145683"/>
                </a:lnTo>
                <a:lnTo>
                  <a:pt x="273408" y="144576"/>
                </a:lnTo>
                <a:lnTo>
                  <a:pt x="297753" y="143248"/>
                </a:lnTo>
                <a:lnTo>
                  <a:pt x="317946" y="141924"/>
                </a:lnTo>
                <a:lnTo>
                  <a:pt x="338195" y="140375"/>
                </a:lnTo>
                <a:lnTo>
                  <a:pt x="358279" y="138719"/>
                </a:lnTo>
                <a:lnTo>
                  <a:pt x="378420" y="136738"/>
                </a:lnTo>
                <a:lnTo>
                  <a:pt x="402562" y="134093"/>
                </a:lnTo>
                <a:lnTo>
                  <a:pt x="426738" y="131016"/>
                </a:lnTo>
                <a:lnTo>
                  <a:pt x="450846" y="127493"/>
                </a:lnTo>
                <a:lnTo>
                  <a:pt x="474924" y="123645"/>
                </a:lnTo>
                <a:lnTo>
                  <a:pt x="499063" y="119256"/>
                </a:lnTo>
                <a:lnTo>
                  <a:pt x="523097" y="114427"/>
                </a:lnTo>
                <a:lnTo>
                  <a:pt x="551224" y="108165"/>
                </a:lnTo>
                <a:lnTo>
                  <a:pt x="579397" y="101231"/>
                </a:lnTo>
                <a:lnTo>
                  <a:pt x="611588" y="92743"/>
                </a:lnTo>
                <a:lnTo>
                  <a:pt x="648022" y="82254"/>
                </a:lnTo>
                <a:lnTo>
                  <a:pt x="696717" y="67357"/>
                </a:lnTo>
                <a:lnTo>
                  <a:pt x="794695" y="37115"/>
                </a:lnTo>
                <a:lnTo>
                  <a:pt x="795220" y="36961"/>
                </a:lnTo>
                <a:lnTo>
                  <a:pt x="827813" y="27808"/>
                </a:lnTo>
                <a:lnTo>
                  <a:pt x="828331" y="27669"/>
                </a:lnTo>
                <a:lnTo>
                  <a:pt x="856906" y="20414"/>
                </a:lnTo>
                <a:lnTo>
                  <a:pt x="857499" y="20272"/>
                </a:lnTo>
                <a:lnTo>
                  <a:pt x="881944" y="14803"/>
                </a:lnTo>
                <a:lnTo>
                  <a:pt x="882485" y="14689"/>
                </a:lnTo>
                <a:lnTo>
                  <a:pt x="902911" y="10671"/>
                </a:lnTo>
                <a:lnTo>
                  <a:pt x="903467" y="10569"/>
                </a:lnTo>
                <a:lnTo>
                  <a:pt x="923893" y="7109"/>
                </a:lnTo>
                <a:lnTo>
                  <a:pt x="924562" y="7006"/>
                </a:lnTo>
                <a:lnTo>
                  <a:pt x="940858" y="4774"/>
                </a:lnTo>
                <a:lnTo>
                  <a:pt x="941303" y="4718"/>
                </a:lnTo>
                <a:lnTo>
                  <a:pt x="957712" y="2820"/>
                </a:lnTo>
                <a:lnTo>
                  <a:pt x="958407" y="2751"/>
                </a:lnTo>
                <a:lnTo>
                  <a:pt x="970574" y="1747"/>
                </a:lnTo>
                <a:lnTo>
                  <a:pt x="970782" y="1731"/>
                </a:lnTo>
                <a:lnTo>
                  <a:pt x="983061" y="838"/>
                </a:lnTo>
                <a:lnTo>
                  <a:pt x="983834" y="795"/>
                </a:lnTo>
                <a:lnTo>
                  <a:pt x="996112" y="349"/>
                </a:lnTo>
                <a:lnTo>
                  <a:pt x="996303" y="343"/>
                </a:lnTo>
                <a:lnTo>
                  <a:pt x="1004451" y="120"/>
                </a:lnTo>
                <a:lnTo>
                  <a:pt x="1004744" y="114"/>
                </a:lnTo>
                <a:lnTo>
                  <a:pt x="1012892" y="2"/>
                </a:lnTo>
                <a:lnTo>
                  <a:pt x="1013185" y="0"/>
                </a:lnTo>
                <a:lnTo>
                  <a:pt x="1021333" y="0"/>
                </a:lnTo>
                <a:lnTo>
                  <a:pt x="1021626" y="2"/>
                </a:lnTo>
                <a:lnTo>
                  <a:pt x="1029774" y="114"/>
                </a:lnTo>
                <a:lnTo>
                  <a:pt x="1030066" y="120"/>
                </a:lnTo>
                <a:lnTo>
                  <a:pt x="1038215" y="343"/>
                </a:lnTo>
                <a:lnTo>
                  <a:pt x="1038793" y="367"/>
                </a:lnTo>
                <a:lnTo>
                  <a:pt x="1051071" y="1036"/>
                </a:lnTo>
                <a:lnTo>
                  <a:pt x="1051277" y="1048"/>
                </a:lnTo>
                <a:lnTo>
                  <a:pt x="1063443" y="1830"/>
                </a:lnTo>
                <a:lnTo>
                  <a:pt x="1064008" y="1874"/>
                </a:lnTo>
                <a:lnTo>
                  <a:pt x="1076286" y="2990"/>
                </a:lnTo>
                <a:lnTo>
                  <a:pt x="1076859" y="3050"/>
                </a:lnTo>
                <a:lnTo>
                  <a:pt x="1089138" y="4501"/>
                </a:lnTo>
                <a:lnTo>
                  <a:pt x="1089529" y="4551"/>
                </a:lnTo>
                <a:lnTo>
                  <a:pt x="1105826" y="6783"/>
                </a:lnTo>
                <a:lnTo>
                  <a:pt x="1106251" y="6846"/>
                </a:lnTo>
                <a:lnTo>
                  <a:pt x="1122548" y="9413"/>
                </a:lnTo>
                <a:lnTo>
                  <a:pt x="1123125" y="9512"/>
                </a:lnTo>
                <a:lnTo>
                  <a:pt x="1143552" y="13307"/>
                </a:lnTo>
                <a:lnTo>
                  <a:pt x="1144211" y="13441"/>
                </a:lnTo>
                <a:lnTo>
                  <a:pt x="1164638" y="17905"/>
                </a:lnTo>
                <a:lnTo>
                  <a:pt x="1165101" y="18012"/>
                </a:lnTo>
                <a:lnTo>
                  <a:pt x="1189546" y="23928"/>
                </a:lnTo>
                <a:lnTo>
                  <a:pt x="1190005" y="24044"/>
                </a:lnTo>
                <a:lnTo>
                  <a:pt x="1218580" y="31635"/>
                </a:lnTo>
                <a:lnTo>
                  <a:pt x="1219079" y="31774"/>
                </a:lnTo>
                <a:lnTo>
                  <a:pt x="1255803" y="42490"/>
                </a:lnTo>
                <a:lnTo>
                  <a:pt x="1256122" y="42585"/>
                </a:lnTo>
                <a:lnTo>
                  <a:pt x="1309254" y="58994"/>
                </a:lnTo>
                <a:lnTo>
                  <a:pt x="1309276" y="59001"/>
                </a:lnTo>
                <a:lnTo>
                  <a:pt x="1382514" y="81707"/>
                </a:lnTo>
                <a:lnTo>
                  <a:pt x="1422808" y="93298"/>
                </a:lnTo>
                <a:lnTo>
                  <a:pt x="1455083" y="101780"/>
                </a:lnTo>
                <a:lnTo>
                  <a:pt x="1487206" y="109591"/>
                </a:lnTo>
                <a:lnTo>
                  <a:pt x="1515304" y="115627"/>
                </a:lnTo>
                <a:lnTo>
                  <a:pt x="1543462" y="121127"/>
                </a:lnTo>
                <a:lnTo>
                  <a:pt x="1567491" y="125296"/>
                </a:lnTo>
                <a:lnTo>
                  <a:pt x="1591671" y="129033"/>
                </a:lnTo>
                <a:lnTo>
                  <a:pt x="1611139" y="131700"/>
                </a:lnTo>
                <a:lnTo>
                  <a:pt x="1611139" y="168470"/>
                </a:lnTo>
                <a:lnTo>
                  <a:pt x="1567230" y="168470"/>
                </a:lnTo>
                <a:lnTo>
                  <a:pt x="1560773" y="167472"/>
                </a:lnTo>
                <a:lnTo>
                  <a:pt x="1560384" y="167409"/>
                </a:lnTo>
                <a:lnTo>
                  <a:pt x="1535939" y="163167"/>
                </a:lnTo>
                <a:lnTo>
                  <a:pt x="1535496" y="163085"/>
                </a:lnTo>
                <a:lnTo>
                  <a:pt x="1506921" y="157504"/>
                </a:lnTo>
                <a:lnTo>
                  <a:pt x="1506529" y="157424"/>
                </a:lnTo>
                <a:lnTo>
                  <a:pt x="1477954" y="151285"/>
                </a:lnTo>
                <a:lnTo>
                  <a:pt x="1477395" y="151157"/>
                </a:lnTo>
                <a:lnTo>
                  <a:pt x="1444801" y="143232"/>
                </a:lnTo>
                <a:lnTo>
                  <a:pt x="1444419" y="143135"/>
                </a:lnTo>
                <a:lnTo>
                  <a:pt x="1411714" y="134540"/>
                </a:lnTo>
                <a:lnTo>
                  <a:pt x="1411238" y="134409"/>
                </a:lnTo>
                <a:lnTo>
                  <a:pt x="1370496" y="122689"/>
                </a:lnTo>
                <a:lnTo>
                  <a:pt x="1370076" y="122563"/>
                </a:lnTo>
                <a:lnTo>
                  <a:pt x="1296641" y="99796"/>
                </a:lnTo>
                <a:lnTo>
                  <a:pt x="1243680" y="83440"/>
                </a:lnTo>
                <a:lnTo>
                  <a:pt x="1207366" y="72844"/>
                </a:lnTo>
                <a:lnTo>
                  <a:pt x="1179270" y="65381"/>
                </a:lnTo>
                <a:lnTo>
                  <a:pt x="1155286" y="59577"/>
                </a:lnTo>
                <a:lnTo>
                  <a:pt x="1135420" y="55235"/>
                </a:lnTo>
                <a:lnTo>
                  <a:pt x="1115612" y="51555"/>
                </a:lnTo>
                <a:lnTo>
                  <a:pt x="1099817" y="49066"/>
                </a:lnTo>
                <a:lnTo>
                  <a:pt x="1083929" y="46890"/>
                </a:lnTo>
                <a:lnTo>
                  <a:pt x="1072133" y="45496"/>
                </a:lnTo>
                <a:lnTo>
                  <a:pt x="1060424" y="44431"/>
                </a:lnTo>
                <a:lnTo>
                  <a:pt x="1048642" y="43675"/>
                </a:lnTo>
                <a:lnTo>
                  <a:pt x="1036756" y="43026"/>
                </a:lnTo>
                <a:lnTo>
                  <a:pt x="1029043" y="42815"/>
                </a:lnTo>
                <a:lnTo>
                  <a:pt x="1021187" y="42707"/>
                </a:lnTo>
                <a:lnTo>
                  <a:pt x="1013331" y="42707"/>
                </a:lnTo>
                <a:lnTo>
                  <a:pt x="1005475" y="42815"/>
                </a:lnTo>
                <a:lnTo>
                  <a:pt x="997568" y="43032"/>
                </a:lnTo>
                <a:lnTo>
                  <a:pt x="985772" y="43461"/>
                </a:lnTo>
                <a:lnTo>
                  <a:pt x="973984" y="44318"/>
                </a:lnTo>
                <a:lnTo>
                  <a:pt x="962270" y="45285"/>
                </a:lnTo>
                <a:lnTo>
                  <a:pt x="946432" y="47117"/>
                </a:lnTo>
                <a:lnTo>
                  <a:pt x="930693" y="49273"/>
                </a:lnTo>
                <a:lnTo>
                  <a:pt x="910878" y="52629"/>
                </a:lnTo>
                <a:lnTo>
                  <a:pt x="890999" y="56540"/>
                </a:lnTo>
                <a:lnTo>
                  <a:pt x="867121" y="61883"/>
                </a:lnTo>
                <a:lnTo>
                  <a:pt x="839101" y="68997"/>
                </a:lnTo>
                <a:lnTo>
                  <a:pt x="807029" y="78003"/>
                </a:lnTo>
                <a:lnTo>
                  <a:pt x="709287" y="108172"/>
                </a:lnTo>
                <a:lnTo>
                  <a:pt x="709237" y="108188"/>
                </a:lnTo>
                <a:lnTo>
                  <a:pt x="660347" y="123145"/>
                </a:lnTo>
                <a:lnTo>
                  <a:pt x="660007" y="123246"/>
                </a:lnTo>
                <a:lnTo>
                  <a:pt x="623172" y="133850"/>
                </a:lnTo>
                <a:lnTo>
                  <a:pt x="622709" y="133977"/>
                </a:lnTo>
                <a:lnTo>
                  <a:pt x="590116" y="142572"/>
                </a:lnTo>
                <a:lnTo>
                  <a:pt x="589774" y="142659"/>
                </a:lnTo>
                <a:lnTo>
                  <a:pt x="561199" y="149691"/>
                </a:lnTo>
                <a:lnTo>
                  <a:pt x="560737" y="149800"/>
                </a:lnTo>
                <a:lnTo>
                  <a:pt x="532162" y="156162"/>
                </a:lnTo>
                <a:lnTo>
                  <a:pt x="531727" y="156254"/>
                </a:lnTo>
                <a:lnTo>
                  <a:pt x="507282" y="161165"/>
                </a:lnTo>
                <a:lnTo>
                  <a:pt x="506896" y="161239"/>
                </a:lnTo>
                <a:lnTo>
                  <a:pt x="482339" y="165704"/>
                </a:lnTo>
                <a:lnTo>
                  <a:pt x="481890" y="165781"/>
                </a:lnTo>
                <a:close/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E0790-788C-42EB-B74E-A36B3EF3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496" y="3968576"/>
            <a:ext cx="1611139" cy="1048792"/>
          </a:xfrm>
          <a:custGeom xmlns:a="http://schemas.openxmlformats.org/drawingml/2006/main">
            <a:pathLst>
              <a:path w="1611139" h="1048792" fill="none">
                <a:moveTo>
                  <a:pt x="0" y="1048792"/>
                </a:moveTo>
                <a:lnTo>
                  <a:pt x="1611139" y="1048792"/>
                </a:lnTo>
                <a:lnTo>
                  <a:pt x="1611139" y="0"/>
                </a:lnTo>
                <a:lnTo>
                  <a:pt x="0" y="0"/>
                </a:lnTo>
                <a:lnTo>
                  <a:pt x="0" y="1048792"/>
                </a:lnTo>
                <a:close/>
                <a:moveTo>
                  <a:pt x="0" y="1048792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A2913B-9F82-4A5F-BA6F-65ECA1EF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721" y="3807172"/>
            <a:ext cx="1611139" cy="1048792"/>
          </a:xfrm>
          <a:custGeom xmlns:a="http://schemas.openxmlformats.org/drawingml/2006/main">
            <a:pathLst>
              <a:path w="1611139" h="1048792">
                <a:moveTo>
                  <a:pt x="0" y="1048792"/>
                </a:moveTo>
                <a:lnTo>
                  <a:pt x="0" y="0"/>
                </a:lnTo>
                <a:lnTo>
                  <a:pt x="1611139" y="0"/>
                </a:lnTo>
                <a:lnTo>
                  <a:pt x="1611139" y="1048792"/>
                </a:lnTo>
                <a:lnTo>
                  <a:pt x="0" y="1048792"/>
                </a:lnTo>
                <a:close/>
                <a:moveTo>
                  <a:pt x="0" y="1048792"/>
                </a:moveTo>
              </a:path>
            </a:pathLst>
          </a:custGeom>
          <a:solidFill xmlns:a="http://schemas.openxmlformats.org/drawingml/2006/main">
            <a:srgbClr val="FFFFFF">
              <a:alpha val="90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D7E4B8-2CBA-4C70-9011-ADDC4539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5584" y="4479243"/>
            <a:ext cx="773311" cy="376721"/>
          </a:xfrm>
          <a:custGeom xmlns:a="http://schemas.openxmlformats.org/drawingml/2006/main">
            <a:pathLst>
              <a:path w="773311" h="376721">
                <a:moveTo>
                  <a:pt x="771302" y="376610"/>
                </a:moveTo>
                <a:lnTo>
                  <a:pt x="767172" y="376275"/>
                </a:lnTo>
                <a:lnTo>
                  <a:pt x="763042" y="376051"/>
                </a:lnTo>
                <a:lnTo>
                  <a:pt x="759023" y="375717"/>
                </a:lnTo>
                <a:lnTo>
                  <a:pt x="754893" y="375382"/>
                </a:lnTo>
                <a:lnTo>
                  <a:pt x="750875" y="375047"/>
                </a:lnTo>
                <a:lnTo>
                  <a:pt x="746745" y="374712"/>
                </a:lnTo>
                <a:lnTo>
                  <a:pt x="742615" y="374266"/>
                </a:lnTo>
                <a:lnTo>
                  <a:pt x="738597" y="373819"/>
                </a:lnTo>
                <a:lnTo>
                  <a:pt x="734578" y="373261"/>
                </a:lnTo>
                <a:lnTo>
                  <a:pt x="726318" y="372145"/>
                </a:lnTo>
                <a:lnTo>
                  <a:pt x="722300" y="371475"/>
                </a:lnTo>
                <a:lnTo>
                  <a:pt x="718170" y="370694"/>
                </a:lnTo>
                <a:lnTo>
                  <a:pt x="714152" y="369912"/>
                </a:lnTo>
                <a:lnTo>
                  <a:pt x="705892" y="368126"/>
                </a:lnTo>
                <a:lnTo>
                  <a:pt x="701873" y="367122"/>
                </a:lnTo>
                <a:lnTo>
                  <a:pt x="697743" y="366006"/>
                </a:lnTo>
                <a:lnTo>
                  <a:pt x="693725" y="364889"/>
                </a:lnTo>
                <a:lnTo>
                  <a:pt x="689595" y="363550"/>
                </a:lnTo>
                <a:lnTo>
                  <a:pt x="685577" y="362210"/>
                </a:lnTo>
                <a:lnTo>
                  <a:pt x="681447" y="360759"/>
                </a:lnTo>
                <a:lnTo>
                  <a:pt x="677428" y="359197"/>
                </a:lnTo>
                <a:lnTo>
                  <a:pt x="673298" y="357522"/>
                </a:lnTo>
                <a:lnTo>
                  <a:pt x="669168" y="355736"/>
                </a:lnTo>
                <a:lnTo>
                  <a:pt x="665150" y="353727"/>
                </a:lnTo>
                <a:lnTo>
                  <a:pt x="661020" y="351718"/>
                </a:lnTo>
                <a:lnTo>
                  <a:pt x="657002" y="349486"/>
                </a:lnTo>
                <a:lnTo>
                  <a:pt x="652872" y="347142"/>
                </a:lnTo>
                <a:lnTo>
                  <a:pt x="648853" y="344686"/>
                </a:lnTo>
                <a:lnTo>
                  <a:pt x="644723" y="342007"/>
                </a:lnTo>
                <a:lnTo>
                  <a:pt x="640705" y="339217"/>
                </a:lnTo>
                <a:lnTo>
                  <a:pt x="636575" y="336314"/>
                </a:lnTo>
                <a:lnTo>
                  <a:pt x="632445" y="333189"/>
                </a:lnTo>
                <a:lnTo>
                  <a:pt x="628427" y="329840"/>
                </a:lnTo>
                <a:lnTo>
                  <a:pt x="624297" y="326380"/>
                </a:lnTo>
                <a:lnTo>
                  <a:pt x="620278" y="322697"/>
                </a:lnTo>
                <a:lnTo>
                  <a:pt x="616148" y="318901"/>
                </a:lnTo>
                <a:lnTo>
                  <a:pt x="612130" y="314883"/>
                </a:lnTo>
                <a:lnTo>
                  <a:pt x="608000" y="310642"/>
                </a:lnTo>
                <a:lnTo>
                  <a:pt x="603870" y="306177"/>
                </a:lnTo>
                <a:lnTo>
                  <a:pt x="599852" y="301600"/>
                </a:lnTo>
                <a:lnTo>
                  <a:pt x="595722" y="296800"/>
                </a:lnTo>
                <a:lnTo>
                  <a:pt x="591703" y="291778"/>
                </a:lnTo>
                <a:lnTo>
                  <a:pt x="587573" y="286531"/>
                </a:lnTo>
                <a:lnTo>
                  <a:pt x="583555" y="281174"/>
                </a:lnTo>
                <a:lnTo>
                  <a:pt x="579425" y="275593"/>
                </a:lnTo>
                <a:lnTo>
                  <a:pt x="575407" y="269788"/>
                </a:lnTo>
                <a:lnTo>
                  <a:pt x="571277" y="263761"/>
                </a:lnTo>
                <a:lnTo>
                  <a:pt x="567147" y="257621"/>
                </a:lnTo>
                <a:lnTo>
                  <a:pt x="563128" y="251259"/>
                </a:lnTo>
                <a:lnTo>
                  <a:pt x="558998" y="244673"/>
                </a:lnTo>
                <a:lnTo>
                  <a:pt x="554980" y="237976"/>
                </a:lnTo>
                <a:lnTo>
                  <a:pt x="550850" y="231056"/>
                </a:lnTo>
                <a:lnTo>
                  <a:pt x="546832" y="224135"/>
                </a:lnTo>
                <a:lnTo>
                  <a:pt x="542702" y="216880"/>
                </a:lnTo>
                <a:lnTo>
                  <a:pt x="538683" y="209624"/>
                </a:lnTo>
                <a:lnTo>
                  <a:pt x="530423" y="194667"/>
                </a:lnTo>
                <a:lnTo>
                  <a:pt x="526405" y="187077"/>
                </a:lnTo>
                <a:lnTo>
                  <a:pt x="522275" y="179375"/>
                </a:lnTo>
                <a:lnTo>
                  <a:pt x="518257" y="171562"/>
                </a:lnTo>
                <a:lnTo>
                  <a:pt x="514127" y="163748"/>
                </a:lnTo>
                <a:lnTo>
                  <a:pt x="510108" y="155823"/>
                </a:lnTo>
                <a:lnTo>
                  <a:pt x="505978" y="148010"/>
                </a:lnTo>
                <a:lnTo>
                  <a:pt x="501960" y="140084"/>
                </a:lnTo>
                <a:lnTo>
                  <a:pt x="493700" y="124458"/>
                </a:lnTo>
                <a:lnTo>
                  <a:pt x="489682" y="116756"/>
                </a:lnTo>
                <a:lnTo>
                  <a:pt x="485552" y="109054"/>
                </a:lnTo>
                <a:lnTo>
                  <a:pt x="481533" y="101464"/>
                </a:lnTo>
                <a:lnTo>
                  <a:pt x="477403" y="93985"/>
                </a:lnTo>
                <a:lnTo>
                  <a:pt x="473273" y="86730"/>
                </a:lnTo>
                <a:lnTo>
                  <a:pt x="469255" y="79586"/>
                </a:lnTo>
                <a:lnTo>
                  <a:pt x="465237" y="72665"/>
                </a:lnTo>
                <a:lnTo>
                  <a:pt x="461107" y="65856"/>
                </a:lnTo>
                <a:lnTo>
                  <a:pt x="456977" y="59382"/>
                </a:lnTo>
                <a:lnTo>
                  <a:pt x="452958" y="53132"/>
                </a:lnTo>
                <a:lnTo>
                  <a:pt x="448828" y="47104"/>
                </a:lnTo>
                <a:lnTo>
                  <a:pt x="444810" y="41411"/>
                </a:lnTo>
                <a:lnTo>
                  <a:pt x="440680" y="35942"/>
                </a:lnTo>
                <a:lnTo>
                  <a:pt x="436662" y="30919"/>
                </a:lnTo>
                <a:lnTo>
                  <a:pt x="432532" y="26119"/>
                </a:lnTo>
                <a:lnTo>
                  <a:pt x="428402" y="21766"/>
                </a:lnTo>
                <a:lnTo>
                  <a:pt x="424383" y="17748"/>
                </a:lnTo>
                <a:lnTo>
                  <a:pt x="420253" y="14064"/>
                </a:lnTo>
                <a:lnTo>
                  <a:pt x="416235" y="10827"/>
                </a:lnTo>
                <a:lnTo>
                  <a:pt x="412105" y="8037"/>
                </a:lnTo>
                <a:lnTo>
                  <a:pt x="408087" y="5581"/>
                </a:lnTo>
                <a:lnTo>
                  <a:pt x="403957" y="3572"/>
                </a:lnTo>
                <a:lnTo>
                  <a:pt x="399938" y="2009"/>
                </a:lnTo>
                <a:lnTo>
                  <a:pt x="395808" y="893"/>
                </a:lnTo>
                <a:lnTo>
                  <a:pt x="391678" y="223"/>
                </a:lnTo>
                <a:lnTo>
                  <a:pt x="387660" y="0"/>
                </a:lnTo>
                <a:lnTo>
                  <a:pt x="383530" y="223"/>
                </a:lnTo>
                <a:lnTo>
                  <a:pt x="379512" y="781"/>
                </a:lnTo>
                <a:lnTo>
                  <a:pt x="375382" y="1898"/>
                </a:lnTo>
                <a:lnTo>
                  <a:pt x="371363" y="3460"/>
                </a:lnTo>
                <a:lnTo>
                  <a:pt x="367233" y="5358"/>
                </a:lnTo>
                <a:lnTo>
                  <a:pt x="363215" y="7813"/>
                </a:lnTo>
                <a:lnTo>
                  <a:pt x="359085" y="10604"/>
                </a:lnTo>
                <a:lnTo>
                  <a:pt x="354955" y="13841"/>
                </a:lnTo>
                <a:lnTo>
                  <a:pt x="350937" y="17413"/>
                </a:lnTo>
                <a:lnTo>
                  <a:pt x="346807" y="21431"/>
                </a:lnTo>
                <a:lnTo>
                  <a:pt x="342788" y="25784"/>
                </a:lnTo>
                <a:lnTo>
                  <a:pt x="338658" y="30473"/>
                </a:lnTo>
                <a:lnTo>
                  <a:pt x="334528" y="35607"/>
                </a:lnTo>
                <a:lnTo>
                  <a:pt x="330510" y="40965"/>
                </a:lnTo>
                <a:lnTo>
                  <a:pt x="326492" y="46658"/>
                </a:lnTo>
                <a:lnTo>
                  <a:pt x="322362" y="52685"/>
                </a:lnTo>
                <a:lnTo>
                  <a:pt x="318232" y="58936"/>
                </a:lnTo>
                <a:lnTo>
                  <a:pt x="314213" y="65410"/>
                </a:lnTo>
                <a:lnTo>
                  <a:pt x="310083" y="72107"/>
                </a:lnTo>
                <a:lnTo>
                  <a:pt x="306065" y="79028"/>
                </a:lnTo>
                <a:lnTo>
                  <a:pt x="301935" y="86171"/>
                </a:lnTo>
                <a:lnTo>
                  <a:pt x="297805" y="93538"/>
                </a:lnTo>
                <a:lnTo>
                  <a:pt x="293787" y="100905"/>
                </a:lnTo>
                <a:lnTo>
                  <a:pt x="289657" y="108496"/>
                </a:lnTo>
                <a:lnTo>
                  <a:pt x="285638" y="116086"/>
                </a:lnTo>
                <a:lnTo>
                  <a:pt x="281508" y="123899"/>
                </a:lnTo>
                <a:lnTo>
                  <a:pt x="277490" y="131713"/>
                </a:lnTo>
                <a:lnTo>
                  <a:pt x="273360" y="139526"/>
                </a:lnTo>
                <a:lnTo>
                  <a:pt x="269342" y="147451"/>
                </a:lnTo>
                <a:lnTo>
                  <a:pt x="265212" y="155265"/>
                </a:lnTo>
                <a:lnTo>
                  <a:pt x="261082" y="163190"/>
                </a:lnTo>
                <a:lnTo>
                  <a:pt x="257063" y="171004"/>
                </a:lnTo>
                <a:lnTo>
                  <a:pt x="252933" y="178705"/>
                </a:lnTo>
                <a:lnTo>
                  <a:pt x="248915" y="186519"/>
                </a:lnTo>
                <a:lnTo>
                  <a:pt x="244785" y="194109"/>
                </a:lnTo>
                <a:lnTo>
                  <a:pt x="240767" y="201588"/>
                </a:lnTo>
                <a:lnTo>
                  <a:pt x="236637" y="209066"/>
                </a:lnTo>
                <a:lnTo>
                  <a:pt x="232618" y="216433"/>
                </a:lnTo>
                <a:lnTo>
                  <a:pt x="228488" y="223577"/>
                </a:lnTo>
                <a:lnTo>
                  <a:pt x="224358" y="230609"/>
                </a:lnTo>
                <a:lnTo>
                  <a:pt x="220340" y="237418"/>
                </a:lnTo>
                <a:lnTo>
                  <a:pt x="216210" y="244227"/>
                </a:lnTo>
                <a:lnTo>
                  <a:pt x="212192" y="250701"/>
                </a:lnTo>
                <a:lnTo>
                  <a:pt x="208062" y="257063"/>
                </a:lnTo>
                <a:lnTo>
                  <a:pt x="204043" y="263314"/>
                </a:lnTo>
                <a:lnTo>
                  <a:pt x="199913" y="269342"/>
                </a:lnTo>
                <a:lnTo>
                  <a:pt x="195895" y="275146"/>
                </a:lnTo>
                <a:lnTo>
                  <a:pt x="191765" y="280727"/>
                </a:lnTo>
                <a:lnTo>
                  <a:pt x="187635" y="286196"/>
                </a:lnTo>
                <a:lnTo>
                  <a:pt x="183617" y="291443"/>
                </a:lnTo>
                <a:lnTo>
                  <a:pt x="179487" y="296466"/>
                </a:lnTo>
                <a:lnTo>
                  <a:pt x="175468" y="301265"/>
                </a:lnTo>
                <a:lnTo>
                  <a:pt x="171338" y="305842"/>
                </a:lnTo>
                <a:lnTo>
                  <a:pt x="167320" y="310307"/>
                </a:lnTo>
                <a:lnTo>
                  <a:pt x="163190" y="314548"/>
                </a:lnTo>
                <a:lnTo>
                  <a:pt x="159060" y="318567"/>
                </a:lnTo>
                <a:lnTo>
                  <a:pt x="155042" y="322473"/>
                </a:lnTo>
                <a:lnTo>
                  <a:pt x="150912" y="326157"/>
                </a:lnTo>
                <a:lnTo>
                  <a:pt x="146893" y="329617"/>
                </a:lnTo>
                <a:lnTo>
                  <a:pt x="142763" y="332966"/>
                </a:lnTo>
                <a:lnTo>
                  <a:pt x="138745" y="336091"/>
                </a:lnTo>
                <a:lnTo>
                  <a:pt x="134615" y="338993"/>
                </a:lnTo>
                <a:lnTo>
                  <a:pt x="130597" y="341895"/>
                </a:lnTo>
                <a:lnTo>
                  <a:pt x="122337" y="347030"/>
                </a:lnTo>
                <a:lnTo>
                  <a:pt x="118318" y="349374"/>
                </a:lnTo>
                <a:lnTo>
                  <a:pt x="114188" y="351495"/>
                </a:lnTo>
                <a:lnTo>
                  <a:pt x="110170" y="353616"/>
                </a:lnTo>
                <a:lnTo>
                  <a:pt x="106040" y="355513"/>
                </a:lnTo>
                <a:lnTo>
                  <a:pt x="102022" y="357411"/>
                </a:lnTo>
                <a:lnTo>
                  <a:pt x="97892" y="359085"/>
                </a:lnTo>
                <a:lnTo>
                  <a:pt x="93873" y="360648"/>
                </a:lnTo>
                <a:lnTo>
                  <a:pt x="89743" y="362099"/>
                </a:lnTo>
                <a:lnTo>
                  <a:pt x="85613" y="363438"/>
                </a:lnTo>
                <a:lnTo>
                  <a:pt x="81595" y="364778"/>
                </a:lnTo>
                <a:lnTo>
                  <a:pt x="77465" y="365894"/>
                </a:lnTo>
                <a:lnTo>
                  <a:pt x="73447" y="367010"/>
                </a:lnTo>
                <a:lnTo>
                  <a:pt x="65187" y="369019"/>
                </a:lnTo>
                <a:lnTo>
                  <a:pt x="57150" y="370582"/>
                </a:lnTo>
                <a:lnTo>
                  <a:pt x="53020" y="371363"/>
                </a:lnTo>
                <a:lnTo>
                  <a:pt x="48890" y="372033"/>
                </a:lnTo>
                <a:lnTo>
                  <a:pt x="44872" y="372703"/>
                </a:lnTo>
                <a:lnTo>
                  <a:pt x="40742" y="373261"/>
                </a:lnTo>
                <a:lnTo>
                  <a:pt x="36723" y="373707"/>
                </a:lnTo>
                <a:lnTo>
                  <a:pt x="32593" y="374266"/>
                </a:lnTo>
                <a:lnTo>
                  <a:pt x="28575" y="374712"/>
                </a:lnTo>
                <a:lnTo>
                  <a:pt x="24445" y="375047"/>
                </a:lnTo>
                <a:lnTo>
                  <a:pt x="20427" y="375382"/>
                </a:lnTo>
                <a:lnTo>
                  <a:pt x="12167" y="376051"/>
                </a:lnTo>
                <a:lnTo>
                  <a:pt x="8148" y="376275"/>
                </a:lnTo>
                <a:lnTo>
                  <a:pt x="4018" y="376498"/>
                </a:lnTo>
                <a:lnTo>
                  <a:pt x="0" y="376721"/>
                </a:lnTo>
                <a:lnTo>
                  <a:pt x="773311" y="376721"/>
                </a:lnTo>
                <a:lnTo>
                  <a:pt x="771302" y="376610"/>
                </a:lnTo>
                <a:close/>
              </a:path>
            </a:pathLst>
          </a:custGeom>
          <a:solidFill xmlns:a="http://schemas.openxmlformats.org/drawingml/2006/main">
            <a:srgbClr val="FF5961">
              <a:alpha val="16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AE10668-95F0-4B7B-A805-A02968AC9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721" y="4457889"/>
            <a:ext cx="1611139" cy="398075"/>
          </a:xfrm>
          <a:custGeom xmlns:a="http://schemas.openxmlformats.org/drawingml/2006/main">
            <a:pathLst>
              <a:path w="1611139" h="398075">
                <a:moveTo>
                  <a:pt x="303205" y="396540"/>
                </a:moveTo>
                <a:lnTo>
                  <a:pt x="299569" y="398075"/>
                </a:lnTo>
                <a:lnTo>
                  <a:pt x="0" y="398075"/>
                </a:lnTo>
                <a:lnTo>
                  <a:pt x="0" y="378530"/>
                </a:lnTo>
                <a:lnTo>
                  <a:pt x="107168" y="378507"/>
                </a:lnTo>
                <a:lnTo>
                  <a:pt x="143650" y="378174"/>
                </a:lnTo>
                <a:lnTo>
                  <a:pt x="167726" y="377625"/>
                </a:lnTo>
                <a:lnTo>
                  <a:pt x="187740" y="376750"/>
                </a:lnTo>
                <a:lnTo>
                  <a:pt x="203555" y="375775"/>
                </a:lnTo>
                <a:lnTo>
                  <a:pt x="219161" y="374385"/>
                </a:lnTo>
                <a:lnTo>
                  <a:pt x="230568" y="372934"/>
                </a:lnTo>
                <a:lnTo>
                  <a:pt x="241990" y="370961"/>
                </a:lnTo>
                <a:lnTo>
                  <a:pt x="253250" y="368585"/>
                </a:lnTo>
                <a:lnTo>
                  <a:pt x="264325" y="365665"/>
                </a:lnTo>
                <a:lnTo>
                  <a:pt x="275170" y="362017"/>
                </a:lnTo>
                <a:lnTo>
                  <a:pt x="285968" y="357460"/>
                </a:lnTo>
                <a:lnTo>
                  <a:pt x="296834" y="352027"/>
                </a:lnTo>
                <a:lnTo>
                  <a:pt x="307566" y="345490"/>
                </a:lnTo>
                <a:lnTo>
                  <a:pt x="318212" y="337677"/>
                </a:lnTo>
                <a:lnTo>
                  <a:pt x="333078" y="324542"/>
                </a:lnTo>
                <a:lnTo>
                  <a:pt x="348189" y="308608"/>
                </a:lnTo>
                <a:lnTo>
                  <a:pt x="363413" y="289422"/>
                </a:lnTo>
                <a:lnTo>
                  <a:pt x="383040" y="260572"/>
                </a:lnTo>
                <a:lnTo>
                  <a:pt x="402884" y="227281"/>
                </a:lnTo>
                <a:lnTo>
                  <a:pt x="431113" y="174477"/>
                </a:lnTo>
                <a:lnTo>
                  <a:pt x="476095" y="90316"/>
                </a:lnTo>
                <a:lnTo>
                  <a:pt x="476869" y="88986"/>
                </a:lnTo>
                <a:lnTo>
                  <a:pt x="497296" y="56616"/>
                </a:lnTo>
                <a:lnTo>
                  <a:pt x="497888" y="55728"/>
                </a:lnTo>
                <a:lnTo>
                  <a:pt x="498523" y="54870"/>
                </a:lnTo>
                <a:lnTo>
                  <a:pt x="514820" y="33997"/>
                </a:lnTo>
                <a:lnTo>
                  <a:pt x="515722" y="32918"/>
                </a:lnTo>
                <a:lnTo>
                  <a:pt x="516692" y="31900"/>
                </a:lnTo>
                <a:lnTo>
                  <a:pt x="528859" y="19956"/>
                </a:lnTo>
                <a:lnTo>
                  <a:pt x="530008" y="18908"/>
                </a:lnTo>
                <a:lnTo>
                  <a:pt x="531231" y="17945"/>
                </a:lnTo>
                <a:lnTo>
                  <a:pt x="539491" y="11918"/>
                </a:lnTo>
                <a:lnTo>
                  <a:pt x="540726" y="11081"/>
                </a:lnTo>
                <a:lnTo>
                  <a:pt x="542016" y="10333"/>
                </a:lnTo>
                <a:lnTo>
                  <a:pt x="550164" y="5980"/>
                </a:lnTo>
                <a:lnTo>
                  <a:pt x="551267" y="5431"/>
                </a:lnTo>
                <a:lnTo>
                  <a:pt x="552399" y="4947"/>
                </a:lnTo>
                <a:lnTo>
                  <a:pt x="553557" y="4528"/>
                </a:lnTo>
                <a:lnTo>
                  <a:pt x="561705" y="1850"/>
                </a:lnTo>
                <a:lnTo>
                  <a:pt x="562931" y="1487"/>
                </a:lnTo>
                <a:lnTo>
                  <a:pt x="564177" y="1198"/>
                </a:lnTo>
                <a:lnTo>
                  <a:pt x="565437" y="984"/>
                </a:lnTo>
                <a:lnTo>
                  <a:pt x="569455" y="426"/>
                </a:lnTo>
                <a:lnTo>
                  <a:pt x="571240" y="254"/>
                </a:lnTo>
                <a:lnTo>
                  <a:pt x="575370" y="31"/>
                </a:lnTo>
                <a:lnTo>
                  <a:pt x="576539" y="0"/>
                </a:lnTo>
                <a:lnTo>
                  <a:pt x="577707" y="33"/>
                </a:lnTo>
                <a:lnTo>
                  <a:pt x="581726" y="256"/>
                </a:lnTo>
                <a:lnTo>
                  <a:pt x="582846" y="348"/>
                </a:lnTo>
                <a:lnTo>
                  <a:pt x="583959" y="499"/>
                </a:lnTo>
                <a:lnTo>
                  <a:pt x="588089" y="1168"/>
                </a:lnTo>
                <a:lnTo>
                  <a:pt x="589172" y="1373"/>
                </a:lnTo>
                <a:lnTo>
                  <a:pt x="590243" y="1633"/>
                </a:lnTo>
                <a:lnTo>
                  <a:pt x="594373" y="2749"/>
                </a:lnTo>
                <a:lnTo>
                  <a:pt x="595893" y="3221"/>
                </a:lnTo>
                <a:lnTo>
                  <a:pt x="597374" y="3806"/>
                </a:lnTo>
                <a:lnTo>
                  <a:pt x="605523" y="7378"/>
                </a:lnTo>
                <a:lnTo>
                  <a:pt x="607048" y="8120"/>
                </a:lnTo>
                <a:lnTo>
                  <a:pt x="608509" y="8980"/>
                </a:lnTo>
                <a:lnTo>
                  <a:pt x="616658" y="14227"/>
                </a:lnTo>
                <a:lnTo>
                  <a:pt x="617817" y="15029"/>
                </a:lnTo>
                <a:lnTo>
                  <a:pt x="618921" y="15905"/>
                </a:lnTo>
                <a:lnTo>
                  <a:pt x="627069" y="22826"/>
                </a:lnTo>
                <a:lnTo>
                  <a:pt x="627993" y="23657"/>
                </a:lnTo>
                <a:lnTo>
                  <a:pt x="628866" y="24541"/>
                </a:lnTo>
                <a:lnTo>
                  <a:pt x="641144" y="37712"/>
                </a:lnTo>
                <a:lnTo>
                  <a:pt x="641892" y="38558"/>
                </a:lnTo>
                <a:lnTo>
                  <a:pt x="642593" y="39442"/>
                </a:lnTo>
                <a:lnTo>
                  <a:pt x="654760" y="55627"/>
                </a:lnTo>
                <a:lnTo>
                  <a:pt x="655661" y="56923"/>
                </a:lnTo>
                <a:lnTo>
                  <a:pt x="672070" y="82484"/>
                </a:lnTo>
                <a:lnTo>
                  <a:pt x="672775" y="83665"/>
                </a:lnTo>
                <a:lnTo>
                  <a:pt x="697220" y="127755"/>
                </a:lnTo>
                <a:lnTo>
                  <a:pt x="697372" y="128034"/>
                </a:lnTo>
                <a:lnTo>
                  <a:pt x="758203" y="241704"/>
                </a:lnTo>
                <a:lnTo>
                  <a:pt x="777845" y="273153"/>
                </a:lnTo>
                <a:lnTo>
                  <a:pt x="797302" y="299839"/>
                </a:lnTo>
                <a:lnTo>
                  <a:pt x="812391" y="317305"/>
                </a:lnTo>
                <a:lnTo>
                  <a:pt x="827193" y="331601"/>
                </a:lnTo>
                <a:lnTo>
                  <a:pt x="841870" y="343083"/>
                </a:lnTo>
                <a:lnTo>
                  <a:pt x="856456" y="352274"/>
                </a:lnTo>
                <a:lnTo>
                  <a:pt x="866970" y="357675"/>
                </a:lnTo>
                <a:lnTo>
                  <a:pt x="877764" y="362091"/>
                </a:lnTo>
                <a:lnTo>
                  <a:pt x="888743" y="365784"/>
                </a:lnTo>
                <a:lnTo>
                  <a:pt x="899689" y="368696"/>
                </a:lnTo>
                <a:lnTo>
                  <a:pt x="910944" y="371050"/>
                </a:lnTo>
                <a:lnTo>
                  <a:pt x="922397" y="372924"/>
                </a:lnTo>
                <a:lnTo>
                  <a:pt x="933780" y="374386"/>
                </a:lnTo>
                <a:lnTo>
                  <a:pt x="949557" y="375781"/>
                </a:lnTo>
                <a:lnTo>
                  <a:pt x="965321" y="376861"/>
                </a:lnTo>
                <a:lnTo>
                  <a:pt x="985262" y="377623"/>
                </a:lnTo>
                <a:lnTo>
                  <a:pt x="1009408" y="378175"/>
                </a:lnTo>
                <a:lnTo>
                  <a:pt x="1041890" y="378507"/>
                </a:lnTo>
                <a:lnTo>
                  <a:pt x="1098931" y="378619"/>
                </a:lnTo>
                <a:lnTo>
                  <a:pt x="1611139" y="378619"/>
                </a:lnTo>
                <a:lnTo>
                  <a:pt x="1611139" y="398075"/>
                </a:lnTo>
                <a:lnTo>
                  <a:pt x="852931" y="398075"/>
                </a:lnTo>
                <a:lnTo>
                  <a:pt x="849946" y="396854"/>
                </a:lnTo>
                <a:lnTo>
                  <a:pt x="848273" y="396084"/>
                </a:lnTo>
                <a:lnTo>
                  <a:pt x="836106" y="389833"/>
                </a:lnTo>
                <a:lnTo>
                  <a:pt x="834481" y="388905"/>
                </a:lnTo>
                <a:lnTo>
                  <a:pt x="818184" y="378636"/>
                </a:lnTo>
                <a:lnTo>
                  <a:pt x="817281" y="378035"/>
                </a:lnTo>
                <a:lnTo>
                  <a:pt x="816411" y="377389"/>
                </a:lnTo>
                <a:lnTo>
                  <a:pt x="800002" y="364552"/>
                </a:lnTo>
                <a:lnTo>
                  <a:pt x="799145" y="363845"/>
                </a:lnTo>
                <a:lnTo>
                  <a:pt x="798326" y="363094"/>
                </a:lnTo>
                <a:lnTo>
                  <a:pt x="782029" y="347355"/>
                </a:lnTo>
                <a:lnTo>
                  <a:pt x="780704" y="345955"/>
                </a:lnTo>
                <a:lnTo>
                  <a:pt x="764408" y="327091"/>
                </a:lnTo>
                <a:lnTo>
                  <a:pt x="763312" y="325711"/>
                </a:lnTo>
                <a:lnTo>
                  <a:pt x="742885" y="297694"/>
                </a:lnTo>
                <a:lnTo>
                  <a:pt x="742028" y="296426"/>
                </a:lnTo>
                <a:lnTo>
                  <a:pt x="721602" y="263721"/>
                </a:lnTo>
                <a:lnTo>
                  <a:pt x="720886" y="262485"/>
                </a:lnTo>
                <a:lnTo>
                  <a:pt x="659792" y="148325"/>
                </a:lnTo>
                <a:lnTo>
                  <a:pt x="635758" y="104975"/>
                </a:lnTo>
                <a:lnTo>
                  <a:pt x="620148" y="80658"/>
                </a:lnTo>
                <a:lnTo>
                  <a:pt x="609135" y="66007"/>
                </a:lnTo>
                <a:lnTo>
                  <a:pt x="598475" y="54572"/>
                </a:lnTo>
                <a:lnTo>
                  <a:pt x="592351" y="49371"/>
                </a:lnTo>
                <a:lnTo>
                  <a:pt x="586820" y="45809"/>
                </a:lnTo>
                <a:lnTo>
                  <a:pt x="581690" y="43561"/>
                </a:lnTo>
                <a:lnTo>
                  <a:pt x="580165" y="43148"/>
                </a:lnTo>
                <a:lnTo>
                  <a:pt x="578234" y="42835"/>
                </a:lnTo>
                <a:lnTo>
                  <a:pt x="576507" y="42739"/>
                </a:lnTo>
                <a:lnTo>
                  <a:pt x="574442" y="42851"/>
                </a:lnTo>
                <a:lnTo>
                  <a:pt x="573217" y="43021"/>
                </a:lnTo>
                <a:lnTo>
                  <a:pt x="568655" y="44521"/>
                </a:lnTo>
                <a:lnTo>
                  <a:pt x="563458" y="47297"/>
                </a:lnTo>
                <a:lnTo>
                  <a:pt x="557664" y="51525"/>
                </a:lnTo>
                <a:lnTo>
                  <a:pt x="547616" y="61390"/>
                </a:lnTo>
                <a:lnTo>
                  <a:pt x="532843" y="80310"/>
                </a:lnTo>
                <a:lnTo>
                  <a:pt x="513398" y="111126"/>
                </a:lnTo>
                <a:lnTo>
                  <a:pt x="468776" y="194611"/>
                </a:lnTo>
                <a:lnTo>
                  <a:pt x="440313" y="247854"/>
                </a:lnTo>
                <a:lnTo>
                  <a:pt x="439823" y="248721"/>
                </a:lnTo>
                <a:lnTo>
                  <a:pt x="419397" y="282988"/>
                </a:lnTo>
                <a:lnTo>
                  <a:pt x="418710" y="284066"/>
                </a:lnTo>
                <a:lnTo>
                  <a:pt x="398283" y="314092"/>
                </a:lnTo>
                <a:lnTo>
                  <a:pt x="397355" y="315354"/>
                </a:lnTo>
                <a:lnTo>
                  <a:pt x="381059" y="335892"/>
                </a:lnTo>
                <a:lnTo>
                  <a:pt x="379825" y="337313"/>
                </a:lnTo>
                <a:lnTo>
                  <a:pt x="363417" y="354614"/>
                </a:lnTo>
                <a:lnTo>
                  <a:pt x="362062" y="355922"/>
                </a:lnTo>
                <a:lnTo>
                  <a:pt x="345765" y="370322"/>
                </a:lnTo>
                <a:lnTo>
                  <a:pt x="344261" y="371534"/>
                </a:lnTo>
                <a:lnTo>
                  <a:pt x="332094" y="380464"/>
                </a:lnTo>
                <a:lnTo>
                  <a:pt x="330568" y="381486"/>
                </a:lnTo>
                <a:lnTo>
                  <a:pt x="318289" y="388965"/>
                </a:lnTo>
                <a:lnTo>
                  <a:pt x="316731" y="389827"/>
                </a:lnTo>
                <a:lnTo>
                  <a:pt x="304453" y="395966"/>
                </a:lnTo>
                <a:lnTo>
                  <a:pt x="303205" y="396540"/>
                </a:lnTo>
                <a:close/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3EF5AA-A15F-4AF4-8B59-D7F5E615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721" y="3807172"/>
            <a:ext cx="1611139" cy="1048792"/>
          </a:xfrm>
          <a:custGeom xmlns:a="http://schemas.openxmlformats.org/drawingml/2006/main">
            <a:pathLst>
              <a:path w="1611139" h="1048792" fill="none">
                <a:moveTo>
                  <a:pt x="0" y="1048792"/>
                </a:moveTo>
                <a:lnTo>
                  <a:pt x="1611139" y="1048792"/>
                </a:lnTo>
                <a:lnTo>
                  <a:pt x="1611139" y="0"/>
                </a:lnTo>
                <a:lnTo>
                  <a:pt x="0" y="0"/>
                </a:lnTo>
                <a:lnTo>
                  <a:pt x="0" y="1048792"/>
                </a:lnTo>
                <a:close/>
                <a:moveTo>
                  <a:pt x="0" y="1048792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EF9C33-615E-4B53-8DA4-6212EB2D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302" y="3888991"/>
            <a:ext cx="1611139" cy="1048792"/>
          </a:xfrm>
          <a:custGeom xmlns:a="http://schemas.openxmlformats.org/drawingml/2006/main">
            <a:pathLst>
              <a:path w="1611139" h="1048792">
                <a:moveTo>
                  <a:pt x="0" y="1048792"/>
                </a:moveTo>
                <a:lnTo>
                  <a:pt x="0" y="0"/>
                </a:lnTo>
                <a:lnTo>
                  <a:pt x="1611139" y="0"/>
                </a:lnTo>
                <a:lnTo>
                  <a:pt x="1611139" y="1048792"/>
                </a:lnTo>
                <a:lnTo>
                  <a:pt x="0" y="1048792"/>
                </a:lnTo>
                <a:close/>
                <a:moveTo>
                  <a:pt x="0" y="1048792"/>
                </a:moveTo>
              </a:path>
            </a:pathLst>
          </a:custGeom>
          <a:solidFill xmlns:a="http://schemas.openxmlformats.org/drawingml/2006/main">
            <a:srgbClr val="FFFFFF">
              <a:alpha val="90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D6F159-A617-4C5C-A928-644C3C31C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174" y="4561061"/>
            <a:ext cx="771245" cy="376721"/>
          </a:xfrm>
          <a:custGeom xmlns:a="http://schemas.openxmlformats.org/drawingml/2006/main">
            <a:pathLst>
              <a:path w="771245" h="376721">
                <a:moveTo>
                  <a:pt x="769181" y="376610"/>
                </a:moveTo>
                <a:lnTo>
                  <a:pt x="765162" y="376386"/>
                </a:lnTo>
                <a:lnTo>
                  <a:pt x="761032" y="376051"/>
                </a:lnTo>
                <a:lnTo>
                  <a:pt x="757014" y="375828"/>
                </a:lnTo>
                <a:lnTo>
                  <a:pt x="752884" y="375493"/>
                </a:lnTo>
                <a:lnTo>
                  <a:pt x="748866" y="375047"/>
                </a:lnTo>
                <a:lnTo>
                  <a:pt x="744736" y="374712"/>
                </a:lnTo>
                <a:lnTo>
                  <a:pt x="740606" y="374266"/>
                </a:lnTo>
                <a:lnTo>
                  <a:pt x="736587" y="373819"/>
                </a:lnTo>
                <a:lnTo>
                  <a:pt x="732457" y="373261"/>
                </a:lnTo>
                <a:lnTo>
                  <a:pt x="728439" y="372703"/>
                </a:lnTo>
                <a:lnTo>
                  <a:pt x="724309" y="372145"/>
                </a:lnTo>
                <a:lnTo>
                  <a:pt x="720291" y="371475"/>
                </a:lnTo>
                <a:lnTo>
                  <a:pt x="716161" y="370694"/>
                </a:lnTo>
                <a:lnTo>
                  <a:pt x="712142" y="369912"/>
                </a:lnTo>
                <a:lnTo>
                  <a:pt x="703882" y="368126"/>
                </a:lnTo>
                <a:lnTo>
                  <a:pt x="699864" y="367122"/>
                </a:lnTo>
                <a:lnTo>
                  <a:pt x="695734" y="366006"/>
                </a:lnTo>
                <a:lnTo>
                  <a:pt x="691716" y="364889"/>
                </a:lnTo>
                <a:lnTo>
                  <a:pt x="687586" y="363550"/>
                </a:lnTo>
                <a:lnTo>
                  <a:pt x="683567" y="362210"/>
                </a:lnTo>
                <a:lnTo>
                  <a:pt x="679437" y="360759"/>
                </a:lnTo>
                <a:lnTo>
                  <a:pt x="675419" y="359197"/>
                </a:lnTo>
                <a:lnTo>
                  <a:pt x="671289" y="357522"/>
                </a:lnTo>
                <a:lnTo>
                  <a:pt x="667159" y="355736"/>
                </a:lnTo>
                <a:lnTo>
                  <a:pt x="663141" y="353727"/>
                </a:lnTo>
                <a:lnTo>
                  <a:pt x="659011" y="351718"/>
                </a:lnTo>
                <a:lnTo>
                  <a:pt x="654992" y="349486"/>
                </a:lnTo>
                <a:lnTo>
                  <a:pt x="650862" y="347142"/>
                </a:lnTo>
                <a:lnTo>
                  <a:pt x="646844" y="344686"/>
                </a:lnTo>
                <a:lnTo>
                  <a:pt x="642714" y="342119"/>
                </a:lnTo>
                <a:lnTo>
                  <a:pt x="638696" y="339328"/>
                </a:lnTo>
                <a:lnTo>
                  <a:pt x="634566" y="336314"/>
                </a:lnTo>
                <a:lnTo>
                  <a:pt x="630436" y="333189"/>
                </a:lnTo>
                <a:lnTo>
                  <a:pt x="626417" y="329952"/>
                </a:lnTo>
                <a:lnTo>
                  <a:pt x="622287" y="326380"/>
                </a:lnTo>
                <a:lnTo>
                  <a:pt x="618269" y="322808"/>
                </a:lnTo>
                <a:lnTo>
                  <a:pt x="614139" y="318901"/>
                </a:lnTo>
                <a:lnTo>
                  <a:pt x="610121" y="314883"/>
                </a:lnTo>
                <a:lnTo>
                  <a:pt x="605991" y="310641"/>
                </a:lnTo>
                <a:lnTo>
                  <a:pt x="601861" y="306288"/>
                </a:lnTo>
                <a:lnTo>
                  <a:pt x="597842" y="301600"/>
                </a:lnTo>
                <a:lnTo>
                  <a:pt x="593712" y="296800"/>
                </a:lnTo>
                <a:lnTo>
                  <a:pt x="589694" y="291778"/>
                </a:lnTo>
                <a:lnTo>
                  <a:pt x="585564" y="286531"/>
                </a:lnTo>
                <a:lnTo>
                  <a:pt x="581546" y="281174"/>
                </a:lnTo>
                <a:lnTo>
                  <a:pt x="577416" y="275592"/>
                </a:lnTo>
                <a:lnTo>
                  <a:pt x="573397" y="269788"/>
                </a:lnTo>
                <a:lnTo>
                  <a:pt x="569267" y="263761"/>
                </a:lnTo>
                <a:lnTo>
                  <a:pt x="565137" y="257621"/>
                </a:lnTo>
                <a:lnTo>
                  <a:pt x="561119" y="251259"/>
                </a:lnTo>
                <a:lnTo>
                  <a:pt x="556989" y="244673"/>
                </a:lnTo>
                <a:lnTo>
                  <a:pt x="552971" y="237976"/>
                </a:lnTo>
                <a:lnTo>
                  <a:pt x="548841" y="231167"/>
                </a:lnTo>
                <a:lnTo>
                  <a:pt x="544822" y="224135"/>
                </a:lnTo>
                <a:lnTo>
                  <a:pt x="540692" y="216991"/>
                </a:lnTo>
                <a:lnTo>
                  <a:pt x="536674" y="209624"/>
                </a:lnTo>
                <a:lnTo>
                  <a:pt x="532544" y="202257"/>
                </a:lnTo>
                <a:lnTo>
                  <a:pt x="528414" y="194667"/>
                </a:lnTo>
                <a:lnTo>
                  <a:pt x="524396" y="187077"/>
                </a:lnTo>
                <a:lnTo>
                  <a:pt x="520266" y="179375"/>
                </a:lnTo>
                <a:lnTo>
                  <a:pt x="516247" y="171562"/>
                </a:lnTo>
                <a:lnTo>
                  <a:pt x="507987" y="155935"/>
                </a:lnTo>
                <a:lnTo>
                  <a:pt x="503969" y="148010"/>
                </a:lnTo>
                <a:lnTo>
                  <a:pt x="499951" y="140196"/>
                </a:lnTo>
                <a:lnTo>
                  <a:pt x="495821" y="132271"/>
                </a:lnTo>
                <a:lnTo>
                  <a:pt x="491691" y="124457"/>
                </a:lnTo>
                <a:lnTo>
                  <a:pt x="487672" y="116756"/>
                </a:lnTo>
                <a:lnTo>
                  <a:pt x="483542" y="109054"/>
                </a:lnTo>
                <a:lnTo>
                  <a:pt x="479524" y="101464"/>
                </a:lnTo>
                <a:lnTo>
                  <a:pt x="471264" y="86730"/>
                </a:lnTo>
                <a:lnTo>
                  <a:pt x="467246" y="79586"/>
                </a:lnTo>
                <a:lnTo>
                  <a:pt x="463116" y="72665"/>
                </a:lnTo>
                <a:lnTo>
                  <a:pt x="459097" y="65968"/>
                </a:lnTo>
                <a:lnTo>
                  <a:pt x="454967" y="59382"/>
                </a:lnTo>
                <a:lnTo>
                  <a:pt x="450949" y="53132"/>
                </a:lnTo>
                <a:lnTo>
                  <a:pt x="446819" y="47104"/>
                </a:lnTo>
                <a:lnTo>
                  <a:pt x="442801" y="41411"/>
                </a:lnTo>
                <a:lnTo>
                  <a:pt x="438671" y="35942"/>
                </a:lnTo>
                <a:lnTo>
                  <a:pt x="434541" y="30919"/>
                </a:lnTo>
                <a:lnTo>
                  <a:pt x="430522" y="26119"/>
                </a:lnTo>
                <a:lnTo>
                  <a:pt x="426392" y="21766"/>
                </a:lnTo>
                <a:lnTo>
                  <a:pt x="422374" y="17748"/>
                </a:lnTo>
                <a:lnTo>
                  <a:pt x="418244" y="14064"/>
                </a:lnTo>
                <a:lnTo>
                  <a:pt x="414226" y="10827"/>
                </a:lnTo>
                <a:lnTo>
                  <a:pt x="410096" y="8037"/>
                </a:lnTo>
                <a:lnTo>
                  <a:pt x="406077" y="5581"/>
                </a:lnTo>
                <a:lnTo>
                  <a:pt x="401947" y="3572"/>
                </a:lnTo>
                <a:lnTo>
                  <a:pt x="397817" y="2009"/>
                </a:lnTo>
                <a:lnTo>
                  <a:pt x="393799" y="893"/>
                </a:lnTo>
                <a:lnTo>
                  <a:pt x="389669" y="223"/>
                </a:lnTo>
                <a:lnTo>
                  <a:pt x="385651" y="0"/>
                </a:lnTo>
                <a:lnTo>
                  <a:pt x="381521" y="223"/>
                </a:lnTo>
                <a:lnTo>
                  <a:pt x="377502" y="781"/>
                </a:lnTo>
                <a:lnTo>
                  <a:pt x="373372" y="1898"/>
                </a:lnTo>
                <a:lnTo>
                  <a:pt x="369354" y="3460"/>
                </a:lnTo>
                <a:lnTo>
                  <a:pt x="365224" y="5469"/>
                </a:lnTo>
                <a:lnTo>
                  <a:pt x="361094" y="7813"/>
                </a:lnTo>
                <a:lnTo>
                  <a:pt x="357076" y="10604"/>
                </a:lnTo>
                <a:lnTo>
                  <a:pt x="352946" y="13841"/>
                </a:lnTo>
                <a:lnTo>
                  <a:pt x="348927" y="17413"/>
                </a:lnTo>
                <a:lnTo>
                  <a:pt x="344797" y="21431"/>
                </a:lnTo>
                <a:lnTo>
                  <a:pt x="340779" y="25784"/>
                </a:lnTo>
                <a:lnTo>
                  <a:pt x="336649" y="30584"/>
                </a:lnTo>
                <a:lnTo>
                  <a:pt x="332519" y="35607"/>
                </a:lnTo>
                <a:lnTo>
                  <a:pt x="328501" y="40965"/>
                </a:lnTo>
                <a:lnTo>
                  <a:pt x="324482" y="46658"/>
                </a:lnTo>
                <a:lnTo>
                  <a:pt x="320352" y="52685"/>
                </a:lnTo>
                <a:lnTo>
                  <a:pt x="316222" y="58936"/>
                </a:lnTo>
                <a:lnTo>
                  <a:pt x="312204" y="65410"/>
                </a:lnTo>
                <a:lnTo>
                  <a:pt x="308074" y="72107"/>
                </a:lnTo>
                <a:lnTo>
                  <a:pt x="304056" y="79139"/>
                </a:lnTo>
                <a:lnTo>
                  <a:pt x="299926" y="86171"/>
                </a:lnTo>
                <a:lnTo>
                  <a:pt x="295796" y="93538"/>
                </a:lnTo>
                <a:lnTo>
                  <a:pt x="291777" y="100905"/>
                </a:lnTo>
                <a:lnTo>
                  <a:pt x="287647" y="108496"/>
                </a:lnTo>
                <a:lnTo>
                  <a:pt x="283629" y="116198"/>
                </a:lnTo>
                <a:lnTo>
                  <a:pt x="279499" y="123899"/>
                </a:lnTo>
                <a:lnTo>
                  <a:pt x="275481" y="131713"/>
                </a:lnTo>
                <a:lnTo>
                  <a:pt x="271351" y="139526"/>
                </a:lnTo>
                <a:lnTo>
                  <a:pt x="267332" y="147451"/>
                </a:lnTo>
                <a:lnTo>
                  <a:pt x="263202" y="155265"/>
                </a:lnTo>
                <a:lnTo>
                  <a:pt x="259072" y="163190"/>
                </a:lnTo>
                <a:lnTo>
                  <a:pt x="255054" y="171003"/>
                </a:lnTo>
                <a:lnTo>
                  <a:pt x="250924" y="178817"/>
                </a:lnTo>
                <a:lnTo>
                  <a:pt x="246906" y="186519"/>
                </a:lnTo>
                <a:lnTo>
                  <a:pt x="242776" y="194109"/>
                </a:lnTo>
                <a:lnTo>
                  <a:pt x="238757" y="201699"/>
                </a:lnTo>
                <a:lnTo>
                  <a:pt x="234627" y="209066"/>
                </a:lnTo>
                <a:lnTo>
                  <a:pt x="230609" y="216433"/>
                </a:lnTo>
                <a:lnTo>
                  <a:pt x="226479" y="223577"/>
                </a:lnTo>
                <a:lnTo>
                  <a:pt x="222349" y="230609"/>
                </a:lnTo>
                <a:lnTo>
                  <a:pt x="218331" y="237530"/>
                </a:lnTo>
                <a:lnTo>
                  <a:pt x="214201" y="244227"/>
                </a:lnTo>
                <a:lnTo>
                  <a:pt x="210182" y="250813"/>
                </a:lnTo>
                <a:lnTo>
                  <a:pt x="206052" y="257175"/>
                </a:lnTo>
                <a:lnTo>
                  <a:pt x="202034" y="263314"/>
                </a:lnTo>
                <a:lnTo>
                  <a:pt x="197904" y="269342"/>
                </a:lnTo>
                <a:lnTo>
                  <a:pt x="193886" y="275146"/>
                </a:lnTo>
                <a:lnTo>
                  <a:pt x="189756" y="280727"/>
                </a:lnTo>
                <a:lnTo>
                  <a:pt x="185626" y="286196"/>
                </a:lnTo>
                <a:lnTo>
                  <a:pt x="181607" y="291443"/>
                </a:lnTo>
                <a:lnTo>
                  <a:pt x="177477" y="296466"/>
                </a:lnTo>
                <a:lnTo>
                  <a:pt x="173459" y="301265"/>
                </a:lnTo>
                <a:lnTo>
                  <a:pt x="169329" y="305953"/>
                </a:lnTo>
                <a:lnTo>
                  <a:pt x="165311" y="310307"/>
                </a:lnTo>
                <a:lnTo>
                  <a:pt x="161181" y="314548"/>
                </a:lnTo>
                <a:lnTo>
                  <a:pt x="157051" y="318678"/>
                </a:lnTo>
                <a:lnTo>
                  <a:pt x="153032" y="322473"/>
                </a:lnTo>
                <a:lnTo>
                  <a:pt x="148902" y="326157"/>
                </a:lnTo>
                <a:lnTo>
                  <a:pt x="144884" y="329617"/>
                </a:lnTo>
                <a:lnTo>
                  <a:pt x="140754" y="332966"/>
                </a:lnTo>
                <a:lnTo>
                  <a:pt x="136736" y="336091"/>
                </a:lnTo>
                <a:lnTo>
                  <a:pt x="132606" y="339105"/>
                </a:lnTo>
                <a:lnTo>
                  <a:pt x="128587" y="341895"/>
                </a:lnTo>
                <a:lnTo>
                  <a:pt x="120327" y="347030"/>
                </a:lnTo>
                <a:lnTo>
                  <a:pt x="116309" y="349374"/>
                </a:lnTo>
                <a:lnTo>
                  <a:pt x="112179" y="351606"/>
                </a:lnTo>
                <a:lnTo>
                  <a:pt x="108161" y="353616"/>
                </a:lnTo>
                <a:lnTo>
                  <a:pt x="104031" y="355513"/>
                </a:lnTo>
                <a:lnTo>
                  <a:pt x="100012" y="357411"/>
                </a:lnTo>
                <a:lnTo>
                  <a:pt x="95882" y="359085"/>
                </a:lnTo>
                <a:lnTo>
                  <a:pt x="91864" y="360648"/>
                </a:lnTo>
                <a:lnTo>
                  <a:pt x="83604" y="363550"/>
                </a:lnTo>
                <a:lnTo>
                  <a:pt x="79586" y="364778"/>
                </a:lnTo>
                <a:lnTo>
                  <a:pt x="75456" y="366006"/>
                </a:lnTo>
                <a:lnTo>
                  <a:pt x="71437" y="367010"/>
                </a:lnTo>
                <a:lnTo>
                  <a:pt x="63177" y="369019"/>
                </a:lnTo>
                <a:lnTo>
                  <a:pt x="59159" y="369912"/>
                </a:lnTo>
                <a:lnTo>
                  <a:pt x="55141" y="370694"/>
                </a:lnTo>
                <a:lnTo>
                  <a:pt x="46881" y="372033"/>
                </a:lnTo>
                <a:lnTo>
                  <a:pt x="42862" y="372703"/>
                </a:lnTo>
                <a:lnTo>
                  <a:pt x="38732" y="373261"/>
                </a:lnTo>
                <a:lnTo>
                  <a:pt x="34714" y="373819"/>
                </a:lnTo>
                <a:lnTo>
                  <a:pt x="26454" y="374712"/>
                </a:lnTo>
                <a:lnTo>
                  <a:pt x="22436" y="375047"/>
                </a:lnTo>
                <a:lnTo>
                  <a:pt x="18306" y="375382"/>
                </a:lnTo>
                <a:lnTo>
                  <a:pt x="14287" y="375717"/>
                </a:lnTo>
                <a:lnTo>
                  <a:pt x="10157" y="376051"/>
                </a:lnTo>
                <a:lnTo>
                  <a:pt x="6139" y="376275"/>
                </a:lnTo>
                <a:lnTo>
                  <a:pt x="2009" y="376610"/>
                </a:lnTo>
                <a:lnTo>
                  <a:pt x="0" y="376721"/>
                </a:lnTo>
                <a:lnTo>
                  <a:pt x="771245" y="376721"/>
                </a:lnTo>
                <a:lnTo>
                  <a:pt x="769181" y="376610"/>
                </a:lnTo>
                <a:close/>
              </a:path>
            </a:pathLst>
          </a:custGeom>
          <a:solidFill xmlns:a="http://schemas.openxmlformats.org/drawingml/2006/main">
            <a:srgbClr val="FF5961">
              <a:alpha val="16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DDE90D24-C159-41EB-ABFF-9B1DE9A5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302" y="4539707"/>
            <a:ext cx="1611139" cy="398075"/>
          </a:xfrm>
          <a:custGeom xmlns:a="http://schemas.openxmlformats.org/drawingml/2006/main">
            <a:pathLst>
              <a:path w="1611139" h="398075">
                <a:moveTo>
                  <a:pt x="303205" y="396540"/>
                </a:moveTo>
                <a:lnTo>
                  <a:pt x="299569" y="398075"/>
                </a:lnTo>
                <a:lnTo>
                  <a:pt x="0" y="398075"/>
                </a:lnTo>
                <a:lnTo>
                  <a:pt x="0" y="378552"/>
                </a:lnTo>
                <a:lnTo>
                  <a:pt x="107166" y="378507"/>
                </a:lnTo>
                <a:lnTo>
                  <a:pt x="143539" y="378174"/>
                </a:lnTo>
                <a:lnTo>
                  <a:pt x="167785" y="377623"/>
                </a:lnTo>
                <a:lnTo>
                  <a:pt x="187725" y="376861"/>
                </a:lnTo>
                <a:lnTo>
                  <a:pt x="203483" y="375781"/>
                </a:lnTo>
                <a:lnTo>
                  <a:pt x="219161" y="374385"/>
                </a:lnTo>
                <a:lnTo>
                  <a:pt x="230661" y="372922"/>
                </a:lnTo>
                <a:lnTo>
                  <a:pt x="241990" y="371068"/>
                </a:lnTo>
                <a:lnTo>
                  <a:pt x="253160" y="368609"/>
                </a:lnTo>
                <a:lnTo>
                  <a:pt x="264325" y="365665"/>
                </a:lnTo>
                <a:lnTo>
                  <a:pt x="275170" y="362017"/>
                </a:lnTo>
                <a:lnTo>
                  <a:pt x="285968" y="357460"/>
                </a:lnTo>
                <a:lnTo>
                  <a:pt x="296834" y="352027"/>
                </a:lnTo>
                <a:lnTo>
                  <a:pt x="307566" y="345490"/>
                </a:lnTo>
                <a:lnTo>
                  <a:pt x="318245" y="337652"/>
                </a:lnTo>
                <a:lnTo>
                  <a:pt x="333080" y="324646"/>
                </a:lnTo>
                <a:lnTo>
                  <a:pt x="348168" y="308635"/>
                </a:lnTo>
                <a:lnTo>
                  <a:pt x="363425" y="289407"/>
                </a:lnTo>
                <a:lnTo>
                  <a:pt x="383041" y="260680"/>
                </a:lnTo>
                <a:lnTo>
                  <a:pt x="402877" y="227294"/>
                </a:lnTo>
                <a:lnTo>
                  <a:pt x="431118" y="174468"/>
                </a:lnTo>
                <a:lnTo>
                  <a:pt x="476101" y="90417"/>
                </a:lnTo>
                <a:lnTo>
                  <a:pt x="476852" y="89125"/>
                </a:lnTo>
                <a:lnTo>
                  <a:pt x="497278" y="56644"/>
                </a:lnTo>
                <a:lnTo>
                  <a:pt x="497878" y="55741"/>
                </a:lnTo>
                <a:lnTo>
                  <a:pt x="498523" y="54870"/>
                </a:lnTo>
                <a:lnTo>
                  <a:pt x="514820" y="33997"/>
                </a:lnTo>
                <a:lnTo>
                  <a:pt x="515722" y="32918"/>
                </a:lnTo>
                <a:lnTo>
                  <a:pt x="516692" y="31900"/>
                </a:lnTo>
                <a:lnTo>
                  <a:pt x="528859" y="19956"/>
                </a:lnTo>
                <a:lnTo>
                  <a:pt x="529955" y="18952"/>
                </a:lnTo>
                <a:lnTo>
                  <a:pt x="531119" y="18027"/>
                </a:lnTo>
                <a:lnTo>
                  <a:pt x="539267" y="12000"/>
                </a:lnTo>
                <a:lnTo>
                  <a:pt x="540606" y="11086"/>
                </a:lnTo>
                <a:lnTo>
                  <a:pt x="542010" y="10276"/>
                </a:lnTo>
                <a:lnTo>
                  <a:pt x="550270" y="5923"/>
                </a:lnTo>
                <a:lnTo>
                  <a:pt x="551339" y="5397"/>
                </a:lnTo>
                <a:lnTo>
                  <a:pt x="552436" y="4932"/>
                </a:lnTo>
                <a:lnTo>
                  <a:pt x="553557" y="4528"/>
                </a:lnTo>
                <a:lnTo>
                  <a:pt x="561705" y="1850"/>
                </a:lnTo>
                <a:lnTo>
                  <a:pt x="562931" y="1487"/>
                </a:lnTo>
                <a:lnTo>
                  <a:pt x="564177" y="1198"/>
                </a:lnTo>
                <a:lnTo>
                  <a:pt x="565437" y="984"/>
                </a:lnTo>
                <a:lnTo>
                  <a:pt x="569455" y="426"/>
                </a:lnTo>
                <a:lnTo>
                  <a:pt x="571240" y="254"/>
                </a:lnTo>
                <a:lnTo>
                  <a:pt x="575370" y="31"/>
                </a:lnTo>
                <a:lnTo>
                  <a:pt x="576539" y="0"/>
                </a:lnTo>
                <a:lnTo>
                  <a:pt x="577707" y="33"/>
                </a:lnTo>
                <a:lnTo>
                  <a:pt x="581726" y="256"/>
                </a:lnTo>
                <a:lnTo>
                  <a:pt x="582846" y="348"/>
                </a:lnTo>
                <a:lnTo>
                  <a:pt x="583959" y="499"/>
                </a:lnTo>
                <a:lnTo>
                  <a:pt x="588089" y="1168"/>
                </a:lnTo>
                <a:lnTo>
                  <a:pt x="589245" y="1389"/>
                </a:lnTo>
                <a:lnTo>
                  <a:pt x="590386" y="1672"/>
                </a:lnTo>
                <a:lnTo>
                  <a:pt x="594405" y="2788"/>
                </a:lnTo>
                <a:lnTo>
                  <a:pt x="595802" y="3228"/>
                </a:lnTo>
                <a:lnTo>
                  <a:pt x="597165" y="3763"/>
                </a:lnTo>
                <a:lnTo>
                  <a:pt x="605425" y="7335"/>
                </a:lnTo>
                <a:lnTo>
                  <a:pt x="606483" y="7827"/>
                </a:lnTo>
                <a:lnTo>
                  <a:pt x="607512" y="8376"/>
                </a:lnTo>
                <a:lnTo>
                  <a:pt x="608509" y="8980"/>
                </a:lnTo>
                <a:lnTo>
                  <a:pt x="616658" y="14227"/>
                </a:lnTo>
                <a:lnTo>
                  <a:pt x="617817" y="15029"/>
                </a:lnTo>
                <a:lnTo>
                  <a:pt x="618921" y="15905"/>
                </a:lnTo>
                <a:lnTo>
                  <a:pt x="627069" y="22826"/>
                </a:lnTo>
                <a:lnTo>
                  <a:pt x="628028" y="23691"/>
                </a:lnTo>
                <a:lnTo>
                  <a:pt x="628932" y="24612"/>
                </a:lnTo>
                <a:lnTo>
                  <a:pt x="641099" y="37783"/>
                </a:lnTo>
                <a:lnTo>
                  <a:pt x="642425" y="39367"/>
                </a:lnTo>
                <a:lnTo>
                  <a:pt x="654704" y="55552"/>
                </a:lnTo>
                <a:lnTo>
                  <a:pt x="655697" y="56978"/>
                </a:lnTo>
                <a:lnTo>
                  <a:pt x="671994" y="82539"/>
                </a:lnTo>
                <a:lnTo>
                  <a:pt x="672643" y="83629"/>
                </a:lnTo>
                <a:lnTo>
                  <a:pt x="697200" y="127719"/>
                </a:lnTo>
                <a:lnTo>
                  <a:pt x="697376" y="128041"/>
                </a:lnTo>
                <a:lnTo>
                  <a:pt x="758197" y="241804"/>
                </a:lnTo>
                <a:lnTo>
                  <a:pt x="777836" y="273140"/>
                </a:lnTo>
                <a:lnTo>
                  <a:pt x="797301" y="299839"/>
                </a:lnTo>
                <a:lnTo>
                  <a:pt x="812391" y="317305"/>
                </a:lnTo>
                <a:lnTo>
                  <a:pt x="827226" y="331632"/>
                </a:lnTo>
                <a:lnTo>
                  <a:pt x="841867" y="343186"/>
                </a:lnTo>
                <a:lnTo>
                  <a:pt x="856409" y="352250"/>
                </a:lnTo>
                <a:lnTo>
                  <a:pt x="866970" y="357675"/>
                </a:lnTo>
                <a:lnTo>
                  <a:pt x="877764" y="362091"/>
                </a:lnTo>
                <a:lnTo>
                  <a:pt x="888743" y="365784"/>
                </a:lnTo>
                <a:lnTo>
                  <a:pt x="899689" y="368696"/>
                </a:lnTo>
                <a:lnTo>
                  <a:pt x="910944" y="371050"/>
                </a:lnTo>
                <a:lnTo>
                  <a:pt x="922397" y="372924"/>
                </a:lnTo>
                <a:lnTo>
                  <a:pt x="933851" y="374395"/>
                </a:lnTo>
                <a:lnTo>
                  <a:pt x="949556" y="375891"/>
                </a:lnTo>
                <a:lnTo>
                  <a:pt x="965248" y="376858"/>
                </a:lnTo>
                <a:lnTo>
                  <a:pt x="985262" y="377623"/>
                </a:lnTo>
                <a:lnTo>
                  <a:pt x="1009408" y="378175"/>
                </a:lnTo>
                <a:lnTo>
                  <a:pt x="1041890" y="378507"/>
                </a:lnTo>
                <a:lnTo>
                  <a:pt x="1098936" y="378619"/>
                </a:lnTo>
                <a:lnTo>
                  <a:pt x="1331422" y="378730"/>
                </a:lnTo>
                <a:lnTo>
                  <a:pt x="1611139" y="378730"/>
                </a:lnTo>
                <a:lnTo>
                  <a:pt x="1611139" y="398075"/>
                </a:lnTo>
                <a:lnTo>
                  <a:pt x="852931" y="398075"/>
                </a:lnTo>
                <a:lnTo>
                  <a:pt x="849946" y="396854"/>
                </a:lnTo>
                <a:lnTo>
                  <a:pt x="848273" y="396084"/>
                </a:lnTo>
                <a:lnTo>
                  <a:pt x="836106" y="389833"/>
                </a:lnTo>
                <a:lnTo>
                  <a:pt x="834570" y="388961"/>
                </a:lnTo>
                <a:lnTo>
                  <a:pt x="818273" y="378804"/>
                </a:lnTo>
                <a:lnTo>
                  <a:pt x="817288" y="378151"/>
                </a:lnTo>
                <a:lnTo>
                  <a:pt x="816340" y="377445"/>
                </a:lnTo>
                <a:lnTo>
                  <a:pt x="799932" y="364497"/>
                </a:lnTo>
                <a:lnTo>
                  <a:pt x="799111" y="363815"/>
                </a:lnTo>
                <a:lnTo>
                  <a:pt x="798326" y="363094"/>
                </a:lnTo>
                <a:lnTo>
                  <a:pt x="782029" y="347355"/>
                </a:lnTo>
                <a:lnTo>
                  <a:pt x="780704" y="345955"/>
                </a:lnTo>
                <a:lnTo>
                  <a:pt x="764407" y="327091"/>
                </a:lnTo>
                <a:lnTo>
                  <a:pt x="763312" y="325711"/>
                </a:lnTo>
                <a:lnTo>
                  <a:pt x="742885" y="297694"/>
                </a:lnTo>
                <a:lnTo>
                  <a:pt x="742046" y="296454"/>
                </a:lnTo>
                <a:lnTo>
                  <a:pt x="721619" y="263861"/>
                </a:lnTo>
                <a:lnTo>
                  <a:pt x="720882" y="262589"/>
                </a:lnTo>
                <a:lnTo>
                  <a:pt x="659800" y="148339"/>
                </a:lnTo>
                <a:lnTo>
                  <a:pt x="635641" y="104964"/>
                </a:lnTo>
                <a:lnTo>
                  <a:pt x="620153" y="80671"/>
                </a:lnTo>
                <a:lnTo>
                  <a:pt x="609026" y="66002"/>
                </a:lnTo>
                <a:lnTo>
                  <a:pt x="598438" y="54540"/>
                </a:lnTo>
                <a:lnTo>
                  <a:pt x="592351" y="49371"/>
                </a:lnTo>
                <a:lnTo>
                  <a:pt x="586864" y="45838"/>
                </a:lnTo>
                <a:lnTo>
                  <a:pt x="581561" y="43545"/>
                </a:lnTo>
                <a:lnTo>
                  <a:pt x="580091" y="43136"/>
                </a:lnTo>
                <a:lnTo>
                  <a:pt x="578234" y="42835"/>
                </a:lnTo>
                <a:lnTo>
                  <a:pt x="576507" y="42739"/>
                </a:lnTo>
                <a:lnTo>
                  <a:pt x="574442" y="42851"/>
                </a:lnTo>
                <a:lnTo>
                  <a:pt x="573217" y="43021"/>
                </a:lnTo>
                <a:lnTo>
                  <a:pt x="568597" y="44540"/>
                </a:lnTo>
                <a:lnTo>
                  <a:pt x="563359" y="47300"/>
                </a:lnTo>
                <a:lnTo>
                  <a:pt x="557714" y="51476"/>
                </a:lnTo>
                <a:lnTo>
                  <a:pt x="547616" y="61390"/>
                </a:lnTo>
                <a:lnTo>
                  <a:pt x="532853" y="80297"/>
                </a:lnTo>
                <a:lnTo>
                  <a:pt x="513402" y="111228"/>
                </a:lnTo>
                <a:lnTo>
                  <a:pt x="468774" y="194615"/>
                </a:lnTo>
                <a:lnTo>
                  <a:pt x="440313" y="247854"/>
                </a:lnTo>
                <a:lnTo>
                  <a:pt x="439839" y="248694"/>
                </a:lnTo>
                <a:lnTo>
                  <a:pt x="419412" y="283074"/>
                </a:lnTo>
                <a:lnTo>
                  <a:pt x="418689" y="284208"/>
                </a:lnTo>
                <a:lnTo>
                  <a:pt x="398263" y="314122"/>
                </a:lnTo>
                <a:lnTo>
                  <a:pt x="397355" y="315354"/>
                </a:lnTo>
                <a:lnTo>
                  <a:pt x="381059" y="335892"/>
                </a:lnTo>
                <a:lnTo>
                  <a:pt x="379872" y="337263"/>
                </a:lnTo>
                <a:lnTo>
                  <a:pt x="363464" y="354676"/>
                </a:lnTo>
                <a:lnTo>
                  <a:pt x="362000" y="356089"/>
                </a:lnTo>
                <a:lnTo>
                  <a:pt x="345703" y="370376"/>
                </a:lnTo>
                <a:lnTo>
                  <a:pt x="344261" y="371534"/>
                </a:lnTo>
                <a:lnTo>
                  <a:pt x="332094" y="380464"/>
                </a:lnTo>
                <a:lnTo>
                  <a:pt x="330568" y="381486"/>
                </a:lnTo>
                <a:lnTo>
                  <a:pt x="318289" y="388965"/>
                </a:lnTo>
                <a:lnTo>
                  <a:pt x="316731" y="389827"/>
                </a:lnTo>
                <a:lnTo>
                  <a:pt x="304453" y="395966"/>
                </a:lnTo>
                <a:lnTo>
                  <a:pt x="303205" y="396540"/>
                </a:lnTo>
                <a:close/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70F62-5785-4D63-9777-6BA9AE0F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302" y="3888991"/>
            <a:ext cx="1611139" cy="1048792"/>
          </a:xfrm>
          <a:custGeom xmlns:a="http://schemas.openxmlformats.org/drawingml/2006/main">
            <a:pathLst>
              <a:path w="1611139" h="1048792" fill="none">
                <a:moveTo>
                  <a:pt x="0" y="1048792"/>
                </a:moveTo>
                <a:lnTo>
                  <a:pt x="1611139" y="1048792"/>
                </a:lnTo>
                <a:lnTo>
                  <a:pt x="1611139" y="0"/>
                </a:lnTo>
                <a:lnTo>
                  <a:pt x="0" y="0"/>
                </a:lnTo>
                <a:lnTo>
                  <a:pt x="0" y="1048792"/>
                </a:lnTo>
                <a:close/>
                <a:moveTo>
                  <a:pt x="0" y="1048792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ABE929-78D1-46E7-9414-B03DC6E8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432" y="3968576"/>
            <a:ext cx="1611139" cy="1048792"/>
          </a:xfrm>
          <a:custGeom xmlns:a="http://schemas.openxmlformats.org/drawingml/2006/main">
            <a:pathLst>
              <a:path w="1611139" h="1048792">
                <a:moveTo>
                  <a:pt x="0" y="1048792"/>
                </a:moveTo>
                <a:lnTo>
                  <a:pt x="0" y="0"/>
                </a:lnTo>
                <a:lnTo>
                  <a:pt x="1611139" y="0"/>
                </a:lnTo>
                <a:lnTo>
                  <a:pt x="1611139" y="1048792"/>
                </a:lnTo>
                <a:lnTo>
                  <a:pt x="0" y="1048792"/>
                </a:lnTo>
                <a:close/>
                <a:moveTo>
                  <a:pt x="0" y="1048792"/>
                </a:moveTo>
              </a:path>
            </a:pathLst>
          </a:custGeom>
          <a:solidFill xmlns:a="http://schemas.openxmlformats.org/drawingml/2006/main">
            <a:srgbClr val="FFFFFF">
              <a:alpha val="9031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66B436-636C-4FF0-ACBF-683B7A9D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9294" y="4640535"/>
            <a:ext cx="775320" cy="376833"/>
          </a:xfrm>
          <a:custGeom xmlns:a="http://schemas.openxmlformats.org/drawingml/2006/main">
            <a:pathLst>
              <a:path w="775320" h="376833">
                <a:moveTo>
                  <a:pt x="771302" y="376610"/>
                </a:moveTo>
                <a:lnTo>
                  <a:pt x="763042" y="376163"/>
                </a:lnTo>
                <a:lnTo>
                  <a:pt x="759023" y="375828"/>
                </a:lnTo>
                <a:lnTo>
                  <a:pt x="754893" y="375493"/>
                </a:lnTo>
                <a:lnTo>
                  <a:pt x="750875" y="375158"/>
                </a:lnTo>
                <a:lnTo>
                  <a:pt x="746745" y="374824"/>
                </a:lnTo>
                <a:lnTo>
                  <a:pt x="742727" y="374377"/>
                </a:lnTo>
                <a:lnTo>
                  <a:pt x="738597" y="373931"/>
                </a:lnTo>
                <a:lnTo>
                  <a:pt x="734467" y="373373"/>
                </a:lnTo>
                <a:lnTo>
                  <a:pt x="730448" y="372814"/>
                </a:lnTo>
                <a:lnTo>
                  <a:pt x="726318" y="372145"/>
                </a:lnTo>
                <a:lnTo>
                  <a:pt x="722300" y="371475"/>
                </a:lnTo>
                <a:lnTo>
                  <a:pt x="718170" y="370805"/>
                </a:lnTo>
                <a:lnTo>
                  <a:pt x="714152" y="370024"/>
                </a:lnTo>
                <a:lnTo>
                  <a:pt x="710022" y="369131"/>
                </a:lnTo>
                <a:lnTo>
                  <a:pt x="706003" y="368238"/>
                </a:lnTo>
                <a:lnTo>
                  <a:pt x="701873" y="367233"/>
                </a:lnTo>
                <a:lnTo>
                  <a:pt x="697743" y="366117"/>
                </a:lnTo>
                <a:lnTo>
                  <a:pt x="693725" y="364889"/>
                </a:lnTo>
                <a:lnTo>
                  <a:pt x="689595" y="363662"/>
                </a:lnTo>
                <a:lnTo>
                  <a:pt x="685577" y="362322"/>
                </a:lnTo>
                <a:lnTo>
                  <a:pt x="681447" y="360871"/>
                </a:lnTo>
                <a:lnTo>
                  <a:pt x="677428" y="359308"/>
                </a:lnTo>
                <a:lnTo>
                  <a:pt x="673298" y="357634"/>
                </a:lnTo>
                <a:lnTo>
                  <a:pt x="669280" y="355736"/>
                </a:lnTo>
                <a:lnTo>
                  <a:pt x="665150" y="353839"/>
                </a:lnTo>
                <a:lnTo>
                  <a:pt x="661020" y="351830"/>
                </a:lnTo>
                <a:lnTo>
                  <a:pt x="657002" y="349597"/>
                </a:lnTo>
                <a:lnTo>
                  <a:pt x="652872" y="347253"/>
                </a:lnTo>
                <a:lnTo>
                  <a:pt x="648853" y="344798"/>
                </a:lnTo>
                <a:lnTo>
                  <a:pt x="644723" y="342119"/>
                </a:lnTo>
                <a:lnTo>
                  <a:pt x="640593" y="339328"/>
                </a:lnTo>
                <a:lnTo>
                  <a:pt x="636575" y="336426"/>
                </a:lnTo>
                <a:lnTo>
                  <a:pt x="632557" y="333301"/>
                </a:lnTo>
                <a:lnTo>
                  <a:pt x="628427" y="329952"/>
                </a:lnTo>
                <a:lnTo>
                  <a:pt x="624297" y="326492"/>
                </a:lnTo>
                <a:lnTo>
                  <a:pt x="620278" y="322808"/>
                </a:lnTo>
                <a:lnTo>
                  <a:pt x="616148" y="319013"/>
                </a:lnTo>
                <a:lnTo>
                  <a:pt x="612130" y="314995"/>
                </a:lnTo>
                <a:lnTo>
                  <a:pt x="608000" y="310753"/>
                </a:lnTo>
                <a:lnTo>
                  <a:pt x="603870" y="306288"/>
                </a:lnTo>
                <a:lnTo>
                  <a:pt x="599852" y="301712"/>
                </a:lnTo>
                <a:lnTo>
                  <a:pt x="595722" y="296912"/>
                </a:lnTo>
                <a:lnTo>
                  <a:pt x="591703" y="291889"/>
                </a:lnTo>
                <a:lnTo>
                  <a:pt x="587573" y="286643"/>
                </a:lnTo>
                <a:lnTo>
                  <a:pt x="583555" y="281285"/>
                </a:lnTo>
                <a:lnTo>
                  <a:pt x="579425" y="275592"/>
                </a:lnTo>
                <a:lnTo>
                  <a:pt x="575407" y="269788"/>
                </a:lnTo>
                <a:lnTo>
                  <a:pt x="571277" y="263872"/>
                </a:lnTo>
                <a:lnTo>
                  <a:pt x="567147" y="257621"/>
                </a:lnTo>
                <a:lnTo>
                  <a:pt x="563128" y="251259"/>
                </a:lnTo>
                <a:lnTo>
                  <a:pt x="558998" y="244785"/>
                </a:lnTo>
                <a:lnTo>
                  <a:pt x="554980" y="238088"/>
                </a:lnTo>
                <a:lnTo>
                  <a:pt x="550850" y="231167"/>
                </a:lnTo>
                <a:lnTo>
                  <a:pt x="546832" y="224135"/>
                </a:lnTo>
                <a:lnTo>
                  <a:pt x="542702" y="216991"/>
                </a:lnTo>
                <a:lnTo>
                  <a:pt x="538683" y="209736"/>
                </a:lnTo>
                <a:lnTo>
                  <a:pt x="530423" y="194779"/>
                </a:lnTo>
                <a:lnTo>
                  <a:pt x="526405" y="187189"/>
                </a:lnTo>
                <a:lnTo>
                  <a:pt x="522275" y="179375"/>
                </a:lnTo>
                <a:lnTo>
                  <a:pt x="518257" y="171673"/>
                </a:lnTo>
                <a:lnTo>
                  <a:pt x="514127" y="163860"/>
                </a:lnTo>
                <a:lnTo>
                  <a:pt x="510108" y="155935"/>
                </a:lnTo>
                <a:lnTo>
                  <a:pt x="505978" y="148121"/>
                </a:lnTo>
                <a:lnTo>
                  <a:pt x="501960" y="140196"/>
                </a:lnTo>
                <a:lnTo>
                  <a:pt x="493700" y="124569"/>
                </a:lnTo>
                <a:lnTo>
                  <a:pt x="489682" y="116756"/>
                </a:lnTo>
                <a:lnTo>
                  <a:pt x="485552" y="109165"/>
                </a:lnTo>
                <a:lnTo>
                  <a:pt x="481533" y="101575"/>
                </a:lnTo>
                <a:lnTo>
                  <a:pt x="477403" y="94097"/>
                </a:lnTo>
                <a:lnTo>
                  <a:pt x="473385" y="86841"/>
                </a:lnTo>
                <a:lnTo>
                  <a:pt x="469255" y="79697"/>
                </a:lnTo>
                <a:lnTo>
                  <a:pt x="465125" y="72777"/>
                </a:lnTo>
                <a:lnTo>
                  <a:pt x="461107" y="65968"/>
                </a:lnTo>
                <a:lnTo>
                  <a:pt x="456977" y="59494"/>
                </a:lnTo>
                <a:lnTo>
                  <a:pt x="452958" y="53243"/>
                </a:lnTo>
                <a:lnTo>
                  <a:pt x="448828" y="47216"/>
                </a:lnTo>
                <a:lnTo>
                  <a:pt x="444810" y="41523"/>
                </a:lnTo>
                <a:lnTo>
                  <a:pt x="440680" y="36054"/>
                </a:lnTo>
                <a:lnTo>
                  <a:pt x="436662" y="31031"/>
                </a:lnTo>
                <a:lnTo>
                  <a:pt x="432532" y="26231"/>
                </a:lnTo>
                <a:lnTo>
                  <a:pt x="428402" y="21878"/>
                </a:lnTo>
                <a:lnTo>
                  <a:pt x="424383" y="17859"/>
                </a:lnTo>
                <a:lnTo>
                  <a:pt x="420253" y="14176"/>
                </a:lnTo>
                <a:lnTo>
                  <a:pt x="416235" y="10939"/>
                </a:lnTo>
                <a:lnTo>
                  <a:pt x="412105" y="8037"/>
                </a:lnTo>
                <a:lnTo>
                  <a:pt x="408087" y="5693"/>
                </a:lnTo>
                <a:lnTo>
                  <a:pt x="403957" y="3683"/>
                </a:lnTo>
                <a:lnTo>
                  <a:pt x="399938" y="2121"/>
                </a:lnTo>
                <a:lnTo>
                  <a:pt x="395808" y="1005"/>
                </a:lnTo>
                <a:lnTo>
                  <a:pt x="391678" y="335"/>
                </a:lnTo>
                <a:lnTo>
                  <a:pt x="387660" y="0"/>
                </a:lnTo>
                <a:lnTo>
                  <a:pt x="383530" y="223"/>
                </a:lnTo>
                <a:lnTo>
                  <a:pt x="379512" y="893"/>
                </a:lnTo>
                <a:lnTo>
                  <a:pt x="375382" y="2009"/>
                </a:lnTo>
                <a:lnTo>
                  <a:pt x="371363" y="3572"/>
                </a:lnTo>
                <a:lnTo>
                  <a:pt x="367233" y="5469"/>
                </a:lnTo>
                <a:lnTo>
                  <a:pt x="363215" y="7925"/>
                </a:lnTo>
                <a:lnTo>
                  <a:pt x="359085" y="10716"/>
                </a:lnTo>
                <a:lnTo>
                  <a:pt x="354955" y="13953"/>
                </a:lnTo>
                <a:lnTo>
                  <a:pt x="350937" y="17525"/>
                </a:lnTo>
                <a:lnTo>
                  <a:pt x="346807" y="21543"/>
                </a:lnTo>
                <a:lnTo>
                  <a:pt x="342788" y="25896"/>
                </a:lnTo>
                <a:lnTo>
                  <a:pt x="338658" y="30584"/>
                </a:lnTo>
                <a:lnTo>
                  <a:pt x="334640" y="35719"/>
                </a:lnTo>
                <a:lnTo>
                  <a:pt x="330510" y="41077"/>
                </a:lnTo>
                <a:lnTo>
                  <a:pt x="326492" y="46769"/>
                </a:lnTo>
                <a:lnTo>
                  <a:pt x="322362" y="52797"/>
                </a:lnTo>
                <a:lnTo>
                  <a:pt x="318232" y="59048"/>
                </a:lnTo>
                <a:lnTo>
                  <a:pt x="314213" y="65522"/>
                </a:lnTo>
                <a:lnTo>
                  <a:pt x="310083" y="72219"/>
                </a:lnTo>
                <a:lnTo>
                  <a:pt x="306065" y="79139"/>
                </a:lnTo>
                <a:lnTo>
                  <a:pt x="301935" y="86283"/>
                </a:lnTo>
                <a:lnTo>
                  <a:pt x="297917" y="93538"/>
                </a:lnTo>
                <a:lnTo>
                  <a:pt x="293787" y="101017"/>
                </a:lnTo>
                <a:lnTo>
                  <a:pt x="289657" y="108607"/>
                </a:lnTo>
                <a:lnTo>
                  <a:pt x="285638" y="116198"/>
                </a:lnTo>
                <a:lnTo>
                  <a:pt x="281508" y="124011"/>
                </a:lnTo>
                <a:lnTo>
                  <a:pt x="277490" y="131825"/>
                </a:lnTo>
                <a:lnTo>
                  <a:pt x="273360" y="139638"/>
                </a:lnTo>
                <a:lnTo>
                  <a:pt x="269342" y="147451"/>
                </a:lnTo>
                <a:lnTo>
                  <a:pt x="265212" y="155377"/>
                </a:lnTo>
                <a:lnTo>
                  <a:pt x="261193" y="163190"/>
                </a:lnTo>
                <a:lnTo>
                  <a:pt x="257063" y="171115"/>
                </a:lnTo>
                <a:lnTo>
                  <a:pt x="252933" y="178817"/>
                </a:lnTo>
                <a:lnTo>
                  <a:pt x="248915" y="186519"/>
                </a:lnTo>
                <a:lnTo>
                  <a:pt x="244785" y="194221"/>
                </a:lnTo>
                <a:lnTo>
                  <a:pt x="240767" y="201699"/>
                </a:lnTo>
                <a:lnTo>
                  <a:pt x="236637" y="209178"/>
                </a:lnTo>
                <a:lnTo>
                  <a:pt x="232618" y="216433"/>
                </a:lnTo>
                <a:lnTo>
                  <a:pt x="228488" y="223689"/>
                </a:lnTo>
                <a:lnTo>
                  <a:pt x="224470" y="230721"/>
                </a:lnTo>
                <a:lnTo>
                  <a:pt x="220340" y="237530"/>
                </a:lnTo>
                <a:lnTo>
                  <a:pt x="216210" y="244227"/>
                </a:lnTo>
                <a:lnTo>
                  <a:pt x="212192" y="250813"/>
                </a:lnTo>
                <a:lnTo>
                  <a:pt x="208062" y="257175"/>
                </a:lnTo>
                <a:lnTo>
                  <a:pt x="204043" y="263426"/>
                </a:lnTo>
                <a:lnTo>
                  <a:pt x="199913" y="269453"/>
                </a:lnTo>
                <a:lnTo>
                  <a:pt x="195783" y="275258"/>
                </a:lnTo>
                <a:lnTo>
                  <a:pt x="191765" y="280839"/>
                </a:lnTo>
                <a:lnTo>
                  <a:pt x="187747" y="286308"/>
                </a:lnTo>
                <a:lnTo>
                  <a:pt x="183617" y="291443"/>
                </a:lnTo>
                <a:lnTo>
                  <a:pt x="179487" y="296466"/>
                </a:lnTo>
                <a:lnTo>
                  <a:pt x="175468" y="301377"/>
                </a:lnTo>
                <a:lnTo>
                  <a:pt x="171338" y="305953"/>
                </a:lnTo>
                <a:lnTo>
                  <a:pt x="167320" y="310418"/>
                </a:lnTo>
                <a:lnTo>
                  <a:pt x="163190" y="314660"/>
                </a:lnTo>
                <a:lnTo>
                  <a:pt x="159060" y="318678"/>
                </a:lnTo>
                <a:lnTo>
                  <a:pt x="155042" y="322585"/>
                </a:lnTo>
                <a:lnTo>
                  <a:pt x="150912" y="326268"/>
                </a:lnTo>
                <a:lnTo>
                  <a:pt x="146893" y="329729"/>
                </a:lnTo>
                <a:lnTo>
                  <a:pt x="142763" y="333077"/>
                </a:lnTo>
                <a:lnTo>
                  <a:pt x="138745" y="336203"/>
                </a:lnTo>
                <a:lnTo>
                  <a:pt x="134615" y="339105"/>
                </a:lnTo>
                <a:lnTo>
                  <a:pt x="130597" y="341895"/>
                </a:lnTo>
                <a:lnTo>
                  <a:pt x="126467" y="344574"/>
                </a:lnTo>
                <a:lnTo>
                  <a:pt x="122337" y="347030"/>
                </a:lnTo>
                <a:lnTo>
                  <a:pt x="118318" y="349486"/>
                </a:lnTo>
                <a:lnTo>
                  <a:pt x="114188" y="351606"/>
                </a:lnTo>
                <a:lnTo>
                  <a:pt x="110170" y="353727"/>
                </a:lnTo>
                <a:lnTo>
                  <a:pt x="106040" y="355625"/>
                </a:lnTo>
                <a:lnTo>
                  <a:pt x="102022" y="357411"/>
                </a:lnTo>
                <a:lnTo>
                  <a:pt x="97892" y="359197"/>
                </a:lnTo>
                <a:lnTo>
                  <a:pt x="93873" y="360759"/>
                </a:lnTo>
                <a:lnTo>
                  <a:pt x="89743" y="362210"/>
                </a:lnTo>
                <a:lnTo>
                  <a:pt x="85613" y="363550"/>
                </a:lnTo>
                <a:lnTo>
                  <a:pt x="81595" y="364889"/>
                </a:lnTo>
                <a:lnTo>
                  <a:pt x="77465" y="366006"/>
                </a:lnTo>
                <a:lnTo>
                  <a:pt x="73447" y="367122"/>
                </a:lnTo>
                <a:lnTo>
                  <a:pt x="69317" y="368126"/>
                </a:lnTo>
                <a:lnTo>
                  <a:pt x="65298" y="369019"/>
                </a:lnTo>
                <a:lnTo>
                  <a:pt x="61168" y="369912"/>
                </a:lnTo>
                <a:lnTo>
                  <a:pt x="57150" y="370694"/>
                </a:lnTo>
                <a:lnTo>
                  <a:pt x="53020" y="371475"/>
                </a:lnTo>
                <a:lnTo>
                  <a:pt x="48890" y="372145"/>
                </a:lnTo>
                <a:lnTo>
                  <a:pt x="44872" y="372703"/>
                </a:lnTo>
                <a:lnTo>
                  <a:pt x="40742" y="373373"/>
                </a:lnTo>
                <a:lnTo>
                  <a:pt x="36723" y="373819"/>
                </a:lnTo>
                <a:lnTo>
                  <a:pt x="32593" y="374266"/>
                </a:lnTo>
                <a:lnTo>
                  <a:pt x="28575" y="374712"/>
                </a:lnTo>
                <a:lnTo>
                  <a:pt x="24445" y="375158"/>
                </a:lnTo>
                <a:lnTo>
                  <a:pt x="20315" y="375493"/>
                </a:lnTo>
                <a:lnTo>
                  <a:pt x="16297" y="375828"/>
                </a:lnTo>
                <a:lnTo>
                  <a:pt x="12167" y="376163"/>
                </a:lnTo>
                <a:lnTo>
                  <a:pt x="8148" y="376386"/>
                </a:lnTo>
                <a:lnTo>
                  <a:pt x="4018" y="376610"/>
                </a:lnTo>
                <a:lnTo>
                  <a:pt x="0" y="376833"/>
                </a:lnTo>
                <a:lnTo>
                  <a:pt x="775320" y="376833"/>
                </a:lnTo>
                <a:lnTo>
                  <a:pt x="771302" y="376610"/>
                </a:lnTo>
                <a:close/>
              </a:path>
            </a:pathLst>
          </a:custGeom>
          <a:solidFill xmlns:a="http://schemas.openxmlformats.org/drawingml/2006/main">
            <a:srgbClr val="FF5961">
              <a:alpha val="164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10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83817B8-9AB2-433C-9704-E415D38B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432" y="4619184"/>
            <a:ext cx="1611139" cy="398184"/>
          </a:xfrm>
          <a:custGeom xmlns:a="http://schemas.openxmlformats.org/drawingml/2006/main">
            <a:pathLst>
              <a:path w="1611139" h="398184">
                <a:moveTo>
                  <a:pt x="303206" y="396650"/>
                </a:moveTo>
                <a:lnTo>
                  <a:pt x="299569" y="398184"/>
                </a:lnTo>
                <a:lnTo>
                  <a:pt x="0" y="398184"/>
                </a:lnTo>
                <a:lnTo>
                  <a:pt x="0" y="378639"/>
                </a:lnTo>
                <a:lnTo>
                  <a:pt x="107168" y="378616"/>
                </a:lnTo>
                <a:lnTo>
                  <a:pt x="143650" y="378284"/>
                </a:lnTo>
                <a:lnTo>
                  <a:pt x="167726" y="377734"/>
                </a:lnTo>
                <a:lnTo>
                  <a:pt x="187740" y="376859"/>
                </a:lnTo>
                <a:lnTo>
                  <a:pt x="203483" y="375889"/>
                </a:lnTo>
                <a:lnTo>
                  <a:pt x="219089" y="374392"/>
                </a:lnTo>
                <a:lnTo>
                  <a:pt x="230661" y="372919"/>
                </a:lnTo>
                <a:lnTo>
                  <a:pt x="242082" y="371051"/>
                </a:lnTo>
                <a:lnTo>
                  <a:pt x="253250" y="368694"/>
                </a:lnTo>
                <a:lnTo>
                  <a:pt x="264325" y="365774"/>
                </a:lnTo>
                <a:lnTo>
                  <a:pt x="275170" y="362126"/>
                </a:lnTo>
                <a:lnTo>
                  <a:pt x="285968" y="357570"/>
                </a:lnTo>
                <a:lnTo>
                  <a:pt x="296771" y="352168"/>
                </a:lnTo>
                <a:lnTo>
                  <a:pt x="307564" y="345496"/>
                </a:lnTo>
                <a:lnTo>
                  <a:pt x="318260" y="337744"/>
                </a:lnTo>
                <a:lnTo>
                  <a:pt x="333078" y="324652"/>
                </a:lnTo>
                <a:lnTo>
                  <a:pt x="348189" y="308718"/>
                </a:lnTo>
                <a:lnTo>
                  <a:pt x="363413" y="289531"/>
                </a:lnTo>
                <a:lnTo>
                  <a:pt x="383031" y="260694"/>
                </a:lnTo>
                <a:lnTo>
                  <a:pt x="402886" y="227277"/>
                </a:lnTo>
                <a:lnTo>
                  <a:pt x="431230" y="174464"/>
                </a:lnTo>
                <a:lnTo>
                  <a:pt x="476091" y="90434"/>
                </a:lnTo>
                <a:lnTo>
                  <a:pt x="476869" y="89095"/>
                </a:lnTo>
                <a:lnTo>
                  <a:pt x="497296" y="56725"/>
                </a:lnTo>
                <a:lnTo>
                  <a:pt x="497888" y="55837"/>
                </a:lnTo>
                <a:lnTo>
                  <a:pt x="498523" y="54980"/>
                </a:lnTo>
                <a:lnTo>
                  <a:pt x="514820" y="34106"/>
                </a:lnTo>
                <a:lnTo>
                  <a:pt x="515722" y="33027"/>
                </a:lnTo>
                <a:lnTo>
                  <a:pt x="516692" y="32009"/>
                </a:lnTo>
                <a:lnTo>
                  <a:pt x="528859" y="20066"/>
                </a:lnTo>
                <a:lnTo>
                  <a:pt x="530008" y="19017"/>
                </a:lnTo>
                <a:lnTo>
                  <a:pt x="531231" y="18055"/>
                </a:lnTo>
                <a:lnTo>
                  <a:pt x="539491" y="12027"/>
                </a:lnTo>
                <a:lnTo>
                  <a:pt x="540725" y="11191"/>
                </a:lnTo>
                <a:lnTo>
                  <a:pt x="542016" y="10442"/>
                </a:lnTo>
                <a:lnTo>
                  <a:pt x="550164" y="6089"/>
                </a:lnTo>
                <a:lnTo>
                  <a:pt x="551267" y="5540"/>
                </a:lnTo>
                <a:lnTo>
                  <a:pt x="552399" y="5056"/>
                </a:lnTo>
                <a:lnTo>
                  <a:pt x="553557" y="4638"/>
                </a:lnTo>
                <a:lnTo>
                  <a:pt x="561705" y="1959"/>
                </a:lnTo>
                <a:lnTo>
                  <a:pt x="563270" y="1510"/>
                </a:lnTo>
                <a:lnTo>
                  <a:pt x="564864" y="1181"/>
                </a:lnTo>
                <a:lnTo>
                  <a:pt x="568883" y="512"/>
                </a:lnTo>
                <a:lnTo>
                  <a:pt x="570058" y="349"/>
                </a:lnTo>
                <a:lnTo>
                  <a:pt x="571240" y="252"/>
                </a:lnTo>
                <a:lnTo>
                  <a:pt x="575370" y="29"/>
                </a:lnTo>
                <a:lnTo>
                  <a:pt x="576834" y="0"/>
                </a:lnTo>
                <a:lnTo>
                  <a:pt x="578296" y="71"/>
                </a:lnTo>
                <a:lnTo>
                  <a:pt x="582315" y="406"/>
                </a:lnTo>
                <a:lnTo>
                  <a:pt x="583959" y="608"/>
                </a:lnTo>
                <a:lnTo>
                  <a:pt x="588089" y="1278"/>
                </a:lnTo>
                <a:lnTo>
                  <a:pt x="589172" y="1482"/>
                </a:lnTo>
                <a:lnTo>
                  <a:pt x="590243" y="1742"/>
                </a:lnTo>
                <a:lnTo>
                  <a:pt x="594373" y="2858"/>
                </a:lnTo>
                <a:lnTo>
                  <a:pt x="595893" y="3331"/>
                </a:lnTo>
                <a:lnTo>
                  <a:pt x="597374" y="3915"/>
                </a:lnTo>
                <a:lnTo>
                  <a:pt x="605523" y="7487"/>
                </a:lnTo>
                <a:lnTo>
                  <a:pt x="607048" y="8229"/>
                </a:lnTo>
                <a:lnTo>
                  <a:pt x="608509" y="9090"/>
                </a:lnTo>
                <a:lnTo>
                  <a:pt x="616658" y="14336"/>
                </a:lnTo>
                <a:lnTo>
                  <a:pt x="617817" y="15138"/>
                </a:lnTo>
                <a:lnTo>
                  <a:pt x="618921" y="16015"/>
                </a:lnTo>
                <a:lnTo>
                  <a:pt x="627069" y="22935"/>
                </a:lnTo>
                <a:lnTo>
                  <a:pt x="627993" y="23766"/>
                </a:lnTo>
                <a:lnTo>
                  <a:pt x="628866" y="24650"/>
                </a:lnTo>
                <a:lnTo>
                  <a:pt x="641144" y="37822"/>
                </a:lnTo>
                <a:lnTo>
                  <a:pt x="641892" y="38667"/>
                </a:lnTo>
                <a:lnTo>
                  <a:pt x="642593" y="39551"/>
                </a:lnTo>
                <a:lnTo>
                  <a:pt x="654760" y="55736"/>
                </a:lnTo>
                <a:lnTo>
                  <a:pt x="655697" y="57088"/>
                </a:lnTo>
                <a:lnTo>
                  <a:pt x="671994" y="82649"/>
                </a:lnTo>
                <a:lnTo>
                  <a:pt x="672632" y="83718"/>
                </a:lnTo>
                <a:lnTo>
                  <a:pt x="697189" y="127697"/>
                </a:lnTo>
                <a:lnTo>
                  <a:pt x="697376" y="128039"/>
                </a:lnTo>
                <a:lnTo>
                  <a:pt x="758205" y="241817"/>
                </a:lnTo>
                <a:lnTo>
                  <a:pt x="777845" y="273262"/>
                </a:lnTo>
                <a:lnTo>
                  <a:pt x="797302" y="299948"/>
                </a:lnTo>
                <a:lnTo>
                  <a:pt x="812391" y="317415"/>
                </a:lnTo>
                <a:lnTo>
                  <a:pt x="827219" y="331735"/>
                </a:lnTo>
                <a:lnTo>
                  <a:pt x="841763" y="343191"/>
                </a:lnTo>
                <a:lnTo>
                  <a:pt x="856328" y="352306"/>
                </a:lnTo>
                <a:lnTo>
                  <a:pt x="867078" y="357681"/>
                </a:lnTo>
                <a:lnTo>
                  <a:pt x="877795" y="362204"/>
                </a:lnTo>
                <a:lnTo>
                  <a:pt x="888722" y="365780"/>
                </a:lnTo>
                <a:lnTo>
                  <a:pt x="899884" y="368824"/>
                </a:lnTo>
                <a:lnTo>
                  <a:pt x="910964" y="371162"/>
                </a:lnTo>
                <a:lnTo>
                  <a:pt x="922384" y="373031"/>
                </a:lnTo>
                <a:lnTo>
                  <a:pt x="933885" y="374495"/>
                </a:lnTo>
                <a:lnTo>
                  <a:pt x="949490" y="375884"/>
                </a:lnTo>
                <a:lnTo>
                  <a:pt x="965306" y="376859"/>
                </a:lnTo>
                <a:lnTo>
                  <a:pt x="985320" y="377734"/>
                </a:lnTo>
                <a:lnTo>
                  <a:pt x="1009408" y="378284"/>
                </a:lnTo>
                <a:lnTo>
                  <a:pt x="1041890" y="378617"/>
                </a:lnTo>
                <a:lnTo>
                  <a:pt x="1098819" y="378728"/>
                </a:lnTo>
                <a:lnTo>
                  <a:pt x="1611139" y="378728"/>
                </a:lnTo>
                <a:lnTo>
                  <a:pt x="1611139" y="398184"/>
                </a:lnTo>
                <a:lnTo>
                  <a:pt x="853212" y="398184"/>
                </a:lnTo>
                <a:lnTo>
                  <a:pt x="849840" y="396761"/>
                </a:lnTo>
                <a:lnTo>
                  <a:pt x="848593" y="396187"/>
                </a:lnTo>
                <a:lnTo>
                  <a:pt x="836315" y="390048"/>
                </a:lnTo>
                <a:lnTo>
                  <a:pt x="834536" y="389050"/>
                </a:lnTo>
                <a:lnTo>
                  <a:pt x="818128" y="378780"/>
                </a:lnTo>
                <a:lnTo>
                  <a:pt x="817168" y="378143"/>
                </a:lnTo>
                <a:lnTo>
                  <a:pt x="816243" y="377454"/>
                </a:lnTo>
                <a:lnTo>
                  <a:pt x="799947" y="364618"/>
                </a:lnTo>
                <a:lnTo>
                  <a:pt x="799118" y="363931"/>
                </a:lnTo>
                <a:lnTo>
                  <a:pt x="798326" y="363203"/>
                </a:lnTo>
                <a:lnTo>
                  <a:pt x="782029" y="347465"/>
                </a:lnTo>
                <a:lnTo>
                  <a:pt x="780704" y="346064"/>
                </a:lnTo>
                <a:lnTo>
                  <a:pt x="764408" y="327200"/>
                </a:lnTo>
                <a:lnTo>
                  <a:pt x="763312" y="325821"/>
                </a:lnTo>
                <a:lnTo>
                  <a:pt x="742885" y="297804"/>
                </a:lnTo>
                <a:lnTo>
                  <a:pt x="742028" y="296536"/>
                </a:lnTo>
                <a:lnTo>
                  <a:pt x="721602" y="263831"/>
                </a:lnTo>
                <a:lnTo>
                  <a:pt x="720882" y="262587"/>
                </a:lnTo>
                <a:lnTo>
                  <a:pt x="659805" y="148347"/>
                </a:lnTo>
                <a:lnTo>
                  <a:pt x="635648" y="105083"/>
                </a:lnTo>
                <a:lnTo>
                  <a:pt x="620128" y="80740"/>
                </a:lnTo>
                <a:lnTo>
                  <a:pt x="609135" y="66116"/>
                </a:lnTo>
                <a:lnTo>
                  <a:pt x="598475" y="54681"/>
                </a:lnTo>
                <a:lnTo>
                  <a:pt x="592351" y="49480"/>
                </a:lnTo>
                <a:lnTo>
                  <a:pt x="586820" y="45919"/>
                </a:lnTo>
                <a:lnTo>
                  <a:pt x="581690" y="43670"/>
                </a:lnTo>
                <a:lnTo>
                  <a:pt x="580165" y="43258"/>
                </a:lnTo>
                <a:lnTo>
                  <a:pt x="577942" y="42897"/>
                </a:lnTo>
                <a:lnTo>
                  <a:pt x="576211" y="42753"/>
                </a:lnTo>
                <a:lnTo>
                  <a:pt x="574732" y="42833"/>
                </a:lnTo>
                <a:lnTo>
                  <a:pt x="573494" y="43039"/>
                </a:lnTo>
                <a:lnTo>
                  <a:pt x="568655" y="44630"/>
                </a:lnTo>
                <a:lnTo>
                  <a:pt x="563458" y="47407"/>
                </a:lnTo>
                <a:lnTo>
                  <a:pt x="557664" y="51634"/>
                </a:lnTo>
                <a:lnTo>
                  <a:pt x="547616" y="61499"/>
                </a:lnTo>
                <a:lnTo>
                  <a:pt x="532843" y="80420"/>
                </a:lnTo>
                <a:lnTo>
                  <a:pt x="513400" y="111231"/>
                </a:lnTo>
                <a:lnTo>
                  <a:pt x="468894" y="194598"/>
                </a:lnTo>
                <a:lnTo>
                  <a:pt x="468871" y="194639"/>
                </a:lnTo>
                <a:lnTo>
                  <a:pt x="440296" y="247883"/>
                </a:lnTo>
                <a:lnTo>
                  <a:pt x="439839" y="248692"/>
                </a:lnTo>
                <a:lnTo>
                  <a:pt x="419412" y="283071"/>
                </a:lnTo>
                <a:lnTo>
                  <a:pt x="418710" y="284175"/>
                </a:lnTo>
                <a:lnTo>
                  <a:pt x="398283" y="314201"/>
                </a:lnTo>
                <a:lnTo>
                  <a:pt x="397355" y="315463"/>
                </a:lnTo>
                <a:lnTo>
                  <a:pt x="381059" y="336001"/>
                </a:lnTo>
                <a:lnTo>
                  <a:pt x="379825" y="337423"/>
                </a:lnTo>
                <a:lnTo>
                  <a:pt x="363417" y="354724"/>
                </a:lnTo>
                <a:lnTo>
                  <a:pt x="362062" y="356032"/>
                </a:lnTo>
                <a:lnTo>
                  <a:pt x="345765" y="370431"/>
                </a:lnTo>
                <a:lnTo>
                  <a:pt x="344158" y="371719"/>
                </a:lnTo>
                <a:lnTo>
                  <a:pt x="331991" y="380537"/>
                </a:lnTo>
                <a:lnTo>
                  <a:pt x="330688" y="381410"/>
                </a:lnTo>
                <a:lnTo>
                  <a:pt x="318409" y="389000"/>
                </a:lnTo>
                <a:lnTo>
                  <a:pt x="316731" y="389936"/>
                </a:lnTo>
                <a:lnTo>
                  <a:pt x="304453" y="396076"/>
                </a:lnTo>
                <a:lnTo>
                  <a:pt x="303206" y="396650"/>
                </a:lnTo>
                <a:close/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22553-438B-4B89-831A-B7CEE559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0432" y="3968576"/>
            <a:ext cx="1611139" cy="1048792"/>
          </a:xfrm>
          <a:custGeom xmlns:a="http://schemas.openxmlformats.org/drawingml/2006/main">
            <a:pathLst>
              <a:path w="1611139" h="1048792" fill="none">
                <a:moveTo>
                  <a:pt x="0" y="1048792"/>
                </a:moveTo>
                <a:lnTo>
                  <a:pt x="1611139" y="1048792"/>
                </a:lnTo>
                <a:lnTo>
                  <a:pt x="1611139" y="0"/>
                </a:lnTo>
                <a:lnTo>
                  <a:pt x="0" y="0"/>
                </a:lnTo>
                <a:lnTo>
                  <a:pt x="0" y="1048792"/>
                </a:lnTo>
                <a:close/>
                <a:moveTo>
                  <a:pt x="0" y="1048792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25A0E0-9B5B-41D1-9E37-C231C03E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6651" y="4501620"/>
            <a:ext cx="131266" cy="178147"/>
          </a:xfrm>
          <a:custGeom xmlns:a="http://schemas.openxmlformats.org/drawingml/2006/main">
            <a:pathLst>
              <a:path w="131266" h="178147">
                <a:moveTo>
                  <a:pt x="37951" y="165646"/>
                </a:moveTo>
                <a:cubicBezTo>
                  <a:pt x="22324" y="165646"/>
                  <a:pt x="22324" y="150912"/>
                  <a:pt x="22324" y="146447"/>
                </a:cubicBezTo>
                <a:cubicBezTo>
                  <a:pt x="22324" y="123230"/>
                  <a:pt x="46434" y="67866"/>
                  <a:pt x="75009" y="67866"/>
                </a:cubicBezTo>
                <a:cubicBezTo>
                  <a:pt x="87064" y="67866"/>
                  <a:pt x="87064" y="79028"/>
                  <a:pt x="87064" y="85279"/>
                </a:cubicBezTo>
                <a:cubicBezTo>
                  <a:pt x="87064" y="116979"/>
                  <a:pt x="62061" y="165646"/>
                  <a:pt x="37951" y="165646"/>
                </a:cubicBezTo>
                <a:close/>
                <a:moveTo>
                  <a:pt x="114746" y="146447"/>
                </a:moveTo>
                <a:cubicBezTo>
                  <a:pt x="104031" y="158948"/>
                  <a:pt x="98673" y="164753"/>
                  <a:pt x="93762" y="164753"/>
                </a:cubicBezTo>
                <a:cubicBezTo>
                  <a:pt x="91083" y="164753"/>
                  <a:pt x="88850" y="162967"/>
                  <a:pt x="88850" y="158948"/>
                </a:cubicBezTo>
                <a:cubicBezTo>
                  <a:pt x="88850" y="154930"/>
                  <a:pt x="120104" y="45988"/>
                  <a:pt x="131266" y="1339"/>
                </a:cubicBezTo>
                <a:lnTo>
                  <a:pt x="129927" y="0"/>
                </a:lnTo>
                <a:cubicBezTo>
                  <a:pt x="116532" y="2679"/>
                  <a:pt x="103584" y="4465"/>
                  <a:pt x="90636" y="5804"/>
                </a:cubicBezTo>
                <a:lnTo>
                  <a:pt x="90636" y="10269"/>
                </a:lnTo>
                <a:cubicBezTo>
                  <a:pt x="104477" y="10269"/>
                  <a:pt x="106263" y="11609"/>
                  <a:pt x="106263" y="17859"/>
                </a:cubicBezTo>
                <a:cubicBezTo>
                  <a:pt x="106263" y="21431"/>
                  <a:pt x="104477" y="27682"/>
                  <a:pt x="102691" y="34826"/>
                </a:cubicBezTo>
                <a:lnTo>
                  <a:pt x="91529" y="75456"/>
                </a:lnTo>
                <a:lnTo>
                  <a:pt x="91083" y="75902"/>
                </a:lnTo>
                <a:cubicBezTo>
                  <a:pt x="90190" y="70545"/>
                  <a:pt x="88404" y="62061"/>
                  <a:pt x="73670" y="62061"/>
                </a:cubicBezTo>
                <a:cubicBezTo>
                  <a:pt x="43309" y="62061"/>
                  <a:pt x="0" y="108942"/>
                  <a:pt x="0" y="147786"/>
                </a:cubicBezTo>
                <a:cubicBezTo>
                  <a:pt x="0" y="160734"/>
                  <a:pt x="5358" y="177701"/>
                  <a:pt x="26343" y="177701"/>
                </a:cubicBezTo>
                <a:cubicBezTo>
                  <a:pt x="39291" y="177701"/>
                  <a:pt x="53578" y="173682"/>
                  <a:pt x="71884" y="145107"/>
                </a:cubicBezTo>
                <a:lnTo>
                  <a:pt x="72777" y="146000"/>
                </a:lnTo>
                <a:cubicBezTo>
                  <a:pt x="70545" y="154930"/>
                  <a:pt x="69652" y="160734"/>
                  <a:pt x="69652" y="166539"/>
                </a:cubicBezTo>
                <a:cubicBezTo>
                  <a:pt x="69652" y="171896"/>
                  <a:pt x="71438" y="178147"/>
                  <a:pt x="81707" y="178147"/>
                </a:cubicBezTo>
                <a:cubicBezTo>
                  <a:pt x="90190" y="178147"/>
                  <a:pt x="106710" y="166092"/>
                  <a:pt x="117872" y="149126"/>
                </a:cubicBezTo>
                <a:lnTo>
                  <a:pt x="114746" y="146447"/>
                </a:lnTo>
                <a:close/>
                <a:moveTo>
                  <a:pt x="114746" y="146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CF7B4B-CB0E-4EE1-A4BC-0BC8A6D04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3256" y="4509210"/>
            <a:ext cx="55364" cy="170111"/>
          </a:xfrm>
          <a:custGeom xmlns:a="http://schemas.openxmlformats.org/drawingml/2006/main">
            <a:pathLst>
              <a:path w="55364" h="170111">
                <a:moveTo>
                  <a:pt x="44202" y="138410"/>
                </a:moveTo>
                <a:cubicBezTo>
                  <a:pt x="33933" y="153144"/>
                  <a:pt x="26343" y="158055"/>
                  <a:pt x="23217" y="158055"/>
                </a:cubicBezTo>
                <a:cubicBezTo>
                  <a:pt x="20985" y="158055"/>
                  <a:pt x="19199" y="156270"/>
                  <a:pt x="19199" y="154484"/>
                </a:cubicBezTo>
                <a:cubicBezTo>
                  <a:pt x="19199" y="151358"/>
                  <a:pt x="22324" y="141089"/>
                  <a:pt x="23217" y="137517"/>
                </a:cubicBezTo>
                <a:lnTo>
                  <a:pt x="45988" y="54918"/>
                </a:lnTo>
                <a:lnTo>
                  <a:pt x="45095" y="54471"/>
                </a:lnTo>
                <a:cubicBezTo>
                  <a:pt x="35272" y="56257"/>
                  <a:pt x="13841" y="60275"/>
                  <a:pt x="4018" y="60722"/>
                </a:cubicBezTo>
                <a:lnTo>
                  <a:pt x="4018" y="64740"/>
                </a:lnTo>
                <a:cubicBezTo>
                  <a:pt x="18306" y="64740"/>
                  <a:pt x="20092" y="66080"/>
                  <a:pt x="20092" y="71438"/>
                </a:cubicBezTo>
                <a:cubicBezTo>
                  <a:pt x="20092" y="78581"/>
                  <a:pt x="0" y="142429"/>
                  <a:pt x="0" y="154484"/>
                </a:cubicBezTo>
                <a:cubicBezTo>
                  <a:pt x="0" y="158948"/>
                  <a:pt x="0" y="170111"/>
                  <a:pt x="12055" y="170111"/>
                </a:cubicBezTo>
                <a:cubicBezTo>
                  <a:pt x="26343" y="170111"/>
                  <a:pt x="37951" y="156270"/>
                  <a:pt x="47774" y="141089"/>
                </a:cubicBezTo>
                <a:lnTo>
                  <a:pt x="44202" y="138410"/>
                </a:lnTo>
                <a:close/>
                <a:moveTo>
                  <a:pt x="55364" y="13841"/>
                </a:moveTo>
                <a:cubicBezTo>
                  <a:pt x="55364" y="8483"/>
                  <a:pt x="50899" y="0"/>
                  <a:pt x="42416" y="0"/>
                </a:cubicBezTo>
                <a:cubicBezTo>
                  <a:pt x="36165" y="0"/>
                  <a:pt x="30361" y="4911"/>
                  <a:pt x="30361" y="13841"/>
                </a:cubicBezTo>
                <a:cubicBezTo>
                  <a:pt x="30361" y="22771"/>
                  <a:pt x="36165" y="26789"/>
                  <a:pt x="42416" y="26789"/>
                </a:cubicBezTo>
                <a:cubicBezTo>
                  <a:pt x="50899" y="26789"/>
                  <a:pt x="55364" y="19199"/>
                  <a:pt x="55364" y="13841"/>
                </a:cubicBezTo>
                <a:close/>
                <a:moveTo>
                  <a:pt x="55364" y="13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8CEFB3-4038-42A7-A0D1-53A69B43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3599" y="4563681"/>
            <a:ext cx="93762" cy="112961"/>
          </a:xfrm>
          <a:custGeom xmlns:a="http://schemas.openxmlformats.org/drawingml/2006/main">
            <a:pathLst>
              <a:path w="93762" h="112961">
                <a:moveTo>
                  <a:pt x="19199" y="112961"/>
                </a:moveTo>
                <a:cubicBezTo>
                  <a:pt x="29914" y="79028"/>
                  <a:pt x="33486" y="67419"/>
                  <a:pt x="43309" y="48667"/>
                </a:cubicBezTo>
                <a:cubicBezTo>
                  <a:pt x="45095" y="45095"/>
                  <a:pt x="60722" y="16520"/>
                  <a:pt x="68759" y="16520"/>
                </a:cubicBezTo>
                <a:cubicBezTo>
                  <a:pt x="74563" y="16520"/>
                  <a:pt x="70991" y="25896"/>
                  <a:pt x="82153" y="25896"/>
                </a:cubicBezTo>
                <a:cubicBezTo>
                  <a:pt x="84832" y="25896"/>
                  <a:pt x="93762" y="25896"/>
                  <a:pt x="93762" y="12502"/>
                </a:cubicBezTo>
                <a:cubicBezTo>
                  <a:pt x="93762" y="3572"/>
                  <a:pt x="87511" y="0"/>
                  <a:pt x="81707" y="0"/>
                </a:cubicBezTo>
                <a:cubicBezTo>
                  <a:pt x="65633" y="0"/>
                  <a:pt x="45988" y="29914"/>
                  <a:pt x="37505" y="46881"/>
                </a:cubicBezTo>
                <a:lnTo>
                  <a:pt x="35719" y="51792"/>
                </a:lnTo>
                <a:lnTo>
                  <a:pt x="34826" y="51346"/>
                </a:lnTo>
                <a:lnTo>
                  <a:pt x="47774" y="446"/>
                </a:lnTo>
                <a:lnTo>
                  <a:pt x="46881" y="0"/>
                </a:lnTo>
                <a:cubicBezTo>
                  <a:pt x="35272" y="1786"/>
                  <a:pt x="20092" y="4911"/>
                  <a:pt x="7144" y="6697"/>
                </a:cubicBezTo>
                <a:lnTo>
                  <a:pt x="7144" y="11162"/>
                </a:lnTo>
                <a:cubicBezTo>
                  <a:pt x="9823" y="10716"/>
                  <a:pt x="12948" y="9823"/>
                  <a:pt x="15627" y="9823"/>
                </a:cubicBezTo>
                <a:cubicBezTo>
                  <a:pt x="23664" y="9823"/>
                  <a:pt x="25003" y="13841"/>
                  <a:pt x="25003" y="17413"/>
                </a:cubicBezTo>
                <a:cubicBezTo>
                  <a:pt x="25003" y="20092"/>
                  <a:pt x="23217" y="28575"/>
                  <a:pt x="20538" y="37951"/>
                </a:cubicBezTo>
                <a:lnTo>
                  <a:pt x="0" y="112961"/>
                </a:lnTo>
                <a:lnTo>
                  <a:pt x="19199" y="112961"/>
                </a:lnTo>
                <a:close/>
                <a:moveTo>
                  <a:pt x="19199" y="112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7254D6-B632-465B-8849-3FBE6A2C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0225" y="4563681"/>
            <a:ext cx="97334" cy="115639"/>
          </a:xfrm>
          <a:custGeom xmlns:a="http://schemas.openxmlformats.org/drawingml/2006/main">
            <a:pathLst>
              <a:path w="97334" h="115639">
                <a:moveTo>
                  <a:pt x="30807" y="48220"/>
                </a:moveTo>
                <a:cubicBezTo>
                  <a:pt x="40184" y="25450"/>
                  <a:pt x="58043" y="5804"/>
                  <a:pt x="71884" y="5804"/>
                </a:cubicBezTo>
                <a:cubicBezTo>
                  <a:pt x="78135" y="5804"/>
                  <a:pt x="80814" y="10716"/>
                  <a:pt x="80814" y="16073"/>
                </a:cubicBezTo>
                <a:cubicBezTo>
                  <a:pt x="80814" y="18306"/>
                  <a:pt x="79474" y="48667"/>
                  <a:pt x="26343" y="59829"/>
                </a:cubicBezTo>
                <a:lnTo>
                  <a:pt x="30807" y="48220"/>
                </a:lnTo>
                <a:close/>
                <a:moveTo>
                  <a:pt x="83493" y="84832"/>
                </a:moveTo>
                <a:cubicBezTo>
                  <a:pt x="70991" y="95548"/>
                  <a:pt x="60275" y="104031"/>
                  <a:pt x="46434" y="104031"/>
                </a:cubicBezTo>
                <a:cubicBezTo>
                  <a:pt x="35719" y="104031"/>
                  <a:pt x="22324" y="98227"/>
                  <a:pt x="22324" y="80814"/>
                </a:cubicBezTo>
                <a:cubicBezTo>
                  <a:pt x="22324" y="75902"/>
                  <a:pt x="23664" y="70545"/>
                  <a:pt x="24557" y="65187"/>
                </a:cubicBezTo>
                <a:lnTo>
                  <a:pt x="32147" y="64294"/>
                </a:lnTo>
                <a:cubicBezTo>
                  <a:pt x="73670" y="58489"/>
                  <a:pt x="97334" y="37505"/>
                  <a:pt x="97334" y="17413"/>
                </a:cubicBezTo>
                <a:cubicBezTo>
                  <a:pt x="97334" y="6251"/>
                  <a:pt x="89743" y="0"/>
                  <a:pt x="76349" y="0"/>
                </a:cubicBezTo>
                <a:cubicBezTo>
                  <a:pt x="40184" y="0"/>
                  <a:pt x="0" y="42862"/>
                  <a:pt x="0" y="79474"/>
                </a:cubicBezTo>
                <a:cubicBezTo>
                  <a:pt x="0" y="95994"/>
                  <a:pt x="8037" y="115639"/>
                  <a:pt x="34826" y="115639"/>
                </a:cubicBezTo>
                <a:cubicBezTo>
                  <a:pt x="60722" y="115639"/>
                  <a:pt x="83939" y="92422"/>
                  <a:pt x="86618" y="87957"/>
                </a:cubicBezTo>
                <a:lnTo>
                  <a:pt x="83493" y="84832"/>
                </a:lnTo>
                <a:close/>
                <a:moveTo>
                  <a:pt x="83493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A1C8E2-44D1-4B44-9F51-C35515CF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3551" y="4563681"/>
            <a:ext cx="101352" cy="115639"/>
          </a:xfrm>
          <a:custGeom xmlns:a="http://schemas.openxmlformats.org/drawingml/2006/main">
            <a:pathLst>
              <a:path w="101352" h="115639">
                <a:moveTo>
                  <a:pt x="82153" y="85725"/>
                </a:moveTo>
                <a:cubicBezTo>
                  <a:pt x="72777" y="95994"/>
                  <a:pt x="60722" y="106710"/>
                  <a:pt x="45541" y="106710"/>
                </a:cubicBezTo>
                <a:cubicBezTo>
                  <a:pt x="29914" y="106710"/>
                  <a:pt x="22324" y="95101"/>
                  <a:pt x="22324" y="75456"/>
                </a:cubicBezTo>
                <a:cubicBezTo>
                  <a:pt x="22324" y="50899"/>
                  <a:pt x="39737" y="5358"/>
                  <a:pt x="73223" y="5358"/>
                </a:cubicBezTo>
                <a:cubicBezTo>
                  <a:pt x="77688" y="5358"/>
                  <a:pt x="83046" y="6697"/>
                  <a:pt x="83046" y="10269"/>
                </a:cubicBezTo>
                <a:cubicBezTo>
                  <a:pt x="83046" y="14734"/>
                  <a:pt x="79028" y="16520"/>
                  <a:pt x="79028" y="23217"/>
                </a:cubicBezTo>
                <a:cubicBezTo>
                  <a:pt x="79028" y="29021"/>
                  <a:pt x="83046" y="32593"/>
                  <a:pt x="89297" y="32593"/>
                </a:cubicBezTo>
                <a:cubicBezTo>
                  <a:pt x="95548" y="32593"/>
                  <a:pt x="101352" y="27682"/>
                  <a:pt x="101352" y="20538"/>
                </a:cubicBezTo>
                <a:cubicBezTo>
                  <a:pt x="101352" y="12948"/>
                  <a:pt x="95101" y="0"/>
                  <a:pt x="73223" y="0"/>
                </a:cubicBezTo>
                <a:cubicBezTo>
                  <a:pt x="35272" y="0"/>
                  <a:pt x="0" y="39291"/>
                  <a:pt x="0" y="75456"/>
                </a:cubicBezTo>
                <a:cubicBezTo>
                  <a:pt x="0" y="109389"/>
                  <a:pt x="21431" y="115639"/>
                  <a:pt x="37951" y="115639"/>
                </a:cubicBezTo>
                <a:cubicBezTo>
                  <a:pt x="64740" y="115639"/>
                  <a:pt x="79921" y="96441"/>
                  <a:pt x="86171" y="88404"/>
                </a:cubicBezTo>
                <a:lnTo>
                  <a:pt x="82153" y="85725"/>
                </a:lnTo>
                <a:close/>
                <a:moveTo>
                  <a:pt x="82153" y="857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4BCE7-5620-481B-8B65-F0996548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9109" y="4536892"/>
            <a:ext cx="66526" cy="142429"/>
          </a:xfrm>
          <a:custGeom xmlns:a="http://schemas.openxmlformats.org/drawingml/2006/main">
            <a:pathLst>
              <a:path w="66526" h="142429">
                <a:moveTo>
                  <a:pt x="66526" y="29914"/>
                </a:moveTo>
                <a:lnTo>
                  <a:pt x="45988" y="29914"/>
                </a:lnTo>
                <a:lnTo>
                  <a:pt x="53132" y="3572"/>
                </a:lnTo>
                <a:cubicBezTo>
                  <a:pt x="53132" y="3125"/>
                  <a:pt x="53578" y="2679"/>
                  <a:pt x="53578" y="2232"/>
                </a:cubicBezTo>
                <a:cubicBezTo>
                  <a:pt x="53578" y="893"/>
                  <a:pt x="52685" y="0"/>
                  <a:pt x="51792" y="0"/>
                </a:cubicBezTo>
                <a:lnTo>
                  <a:pt x="50899" y="0"/>
                </a:lnTo>
                <a:cubicBezTo>
                  <a:pt x="48667" y="0"/>
                  <a:pt x="48220" y="1786"/>
                  <a:pt x="46881" y="2679"/>
                </a:cubicBezTo>
                <a:cubicBezTo>
                  <a:pt x="39737" y="12055"/>
                  <a:pt x="27682" y="23217"/>
                  <a:pt x="19199" y="27682"/>
                </a:cubicBezTo>
                <a:cubicBezTo>
                  <a:pt x="14734" y="29914"/>
                  <a:pt x="7590" y="31700"/>
                  <a:pt x="5804" y="34379"/>
                </a:cubicBezTo>
                <a:cubicBezTo>
                  <a:pt x="5358" y="34826"/>
                  <a:pt x="5358" y="35719"/>
                  <a:pt x="5358" y="36612"/>
                </a:cubicBezTo>
                <a:cubicBezTo>
                  <a:pt x="5358" y="37058"/>
                  <a:pt x="5358" y="37951"/>
                  <a:pt x="5358" y="38398"/>
                </a:cubicBezTo>
                <a:lnTo>
                  <a:pt x="24557" y="38398"/>
                </a:lnTo>
                <a:lnTo>
                  <a:pt x="5804" y="108942"/>
                </a:lnTo>
                <a:cubicBezTo>
                  <a:pt x="4911" y="112961"/>
                  <a:pt x="0" y="128588"/>
                  <a:pt x="0" y="132159"/>
                </a:cubicBezTo>
                <a:cubicBezTo>
                  <a:pt x="0" y="140196"/>
                  <a:pt x="7144" y="142429"/>
                  <a:pt x="12502" y="142429"/>
                </a:cubicBezTo>
                <a:cubicBezTo>
                  <a:pt x="25896" y="142429"/>
                  <a:pt x="35719" y="131266"/>
                  <a:pt x="48667" y="111621"/>
                </a:cubicBezTo>
                <a:lnTo>
                  <a:pt x="45541" y="109835"/>
                </a:lnTo>
                <a:cubicBezTo>
                  <a:pt x="38844" y="117872"/>
                  <a:pt x="29914" y="129927"/>
                  <a:pt x="25003" y="129927"/>
                </a:cubicBezTo>
                <a:cubicBezTo>
                  <a:pt x="22324" y="129927"/>
                  <a:pt x="20985" y="128141"/>
                  <a:pt x="20985" y="125462"/>
                </a:cubicBezTo>
                <a:cubicBezTo>
                  <a:pt x="20985" y="125016"/>
                  <a:pt x="20985" y="124569"/>
                  <a:pt x="20985" y="123676"/>
                </a:cubicBezTo>
                <a:lnTo>
                  <a:pt x="43755" y="38398"/>
                </a:lnTo>
                <a:lnTo>
                  <a:pt x="65187" y="38398"/>
                </a:lnTo>
                <a:lnTo>
                  <a:pt x="66526" y="29914"/>
                </a:lnTo>
                <a:close/>
                <a:moveTo>
                  <a:pt x="66526" y="299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95ED3-8806-4E6E-BD9B-95157620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8885" y="4610188"/>
            <a:ext cx="55364" cy="170111"/>
          </a:xfrm>
          <a:custGeom xmlns:a="http://schemas.openxmlformats.org/drawingml/2006/main">
            <a:pathLst>
              <a:path w="55364" h="170111">
                <a:moveTo>
                  <a:pt x="44202" y="138410"/>
                </a:moveTo>
                <a:cubicBezTo>
                  <a:pt x="33933" y="153144"/>
                  <a:pt x="26343" y="158055"/>
                  <a:pt x="23217" y="158055"/>
                </a:cubicBezTo>
                <a:cubicBezTo>
                  <a:pt x="20985" y="158055"/>
                  <a:pt x="19199" y="156270"/>
                  <a:pt x="19199" y="154484"/>
                </a:cubicBezTo>
                <a:cubicBezTo>
                  <a:pt x="19199" y="151358"/>
                  <a:pt x="22324" y="141089"/>
                  <a:pt x="23217" y="137517"/>
                </a:cubicBezTo>
                <a:lnTo>
                  <a:pt x="45988" y="54918"/>
                </a:lnTo>
                <a:lnTo>
                  <a:pt x="45095" y="54471"/>
                </a:lnTo>
                <a:cubicBezTo>
                  <a:pt x="35272" y="56257"/>
                  <a:pt x="13841" y="60275"/>
                  <a:pt x="4018" y="60722"/>
                </a:cubicBezTo>
                <a:lnTo>
                  <a:pt x="4018" y="64740"/>
                </a:lnTo>
                <a:cubicBezTo>
                  <a:pt x="18306" y="64740"/>
                  <a:pt x="20092" y="66080"/>
                  <a:pt x="20092" y="71438"/>
                </a:cubicBezTo>
                <a:cubicBezTo>
                  <a:pt x="20092" y="78581"/>
                  <a:pt x="0" y="142429"/>
                  <a:pt x="0" y="154484"/>
                </a:cubicBezTo>
                <a:cubicBezTo>
                  <a:pt x="0" y="158948"/>
                  <a:pt x="0" y="170111"/>
                  <a:pt x="12055" y="170111"/>
                </a:cubicBezTo>
                <a:cubicBezTo>
                  <a:pt x="26343" y="170111"/>
                  <a:pt x="37951" y="156270"/>
                  <a:pt x="47774" y="141089"/>
                </a:cubicBezTo>
                <a:lnTo>
                  <a:pt x="44202" y="138410"/>
                </a:lnTo>
                <a:close/>
                <a:moveTo>
                  <a:pt x="55364" y="13841"/>
                </a:moveTo>
                <a:cubicBezTo>
                  <a:pt x="55364" y="8483"/>
                  <a:pt x="50899" y="0"/>
                  <a:pt x="42416" y="0"/>
                </a:cubicBezTo>
                <a:cubicBezTo>
                  <a:pt x="36165" y="0"/>
                  <a:pt x="30361" y="4911"/>
                  <a:pt x="30361" y="13841"/>
                </a:cubicBezTo>
                <a:cubicBezTo>
                  <a:pt x="30361" y="22771"/>
                  <a:pt x="36165" y="26789"/>
                  <a:pt x="42416" y="26789"/>
                </a:cubicBezTo>
                <a:cubicBezTo>
                  <a:pt x="50899" y="26789"/>
                  <a:pt x="55364" y="19199"/>
                  <a:pt x="55364" y="13841"/>
                </a:cubicBezTo>
                <a:close/>
                <a:moveTo>
                  <a:pt x="55364" y="13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3ED91-3695-4086-BC0C-FAE4B833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191" y="4664659"/>
            <a:ext cx="117872" cy="115193"/>
          </a:xfrm>
          <a:custGeom xmlns:a="http://schemas.openxmlformats.org/drawingml/2006/main">
            <a:pathLst>
              <a:path w="117872" h="115193">
                <a:moveTo>
                  <a:pt x="114300" y="83046"/>
                </a:moveTo>
                <a:cubicBezTo>
                  <a:pt x="104924" y="95101"/>
                  <a:pt x="98227" y="103138"/>
                  <a:pt x="93315" y="103138"/>
                </a:cubicBezTo>
                <a:cubicBezTo>
                  <a:pt x="92869" y="103138"/>
                  <a:pt x="89297" y="102691"/>
                  <a:pt x="89297" y="98673"/>
                </a:cubicBezTo>
                <a:cubicBezTo>
                  <a:pt x="89297" y="91083"/>
                  <a:pt x="109835" y="27682"/>
                  <a:pt x="109835" y="16966"/>
                </a:cubicBezTo>
                <a:cubicBezTo>
                  <a:pt x="109835" y="6251"/>
                  <a:pt x="104031" y="0"/>
                  <a:pt x="91976" y="0"/>
                </a:cubicBezTo>
                <a:cubicBezTo>
                  <a:pt x="70545" y="0"/>
                  <a:pt x="47327" y="35719"/>
                  <a:pt x="35272" y="54471"/>
                </a:cubicBezTo>
                <a:lnTo>
                  <a:pt x="34826" y="54025"/>
                </a:lnTo>
                <a:lnTo>
                  <a:pt x="50899" y="446"/>
                </a:lnTo>
                <a:lnTo>
                  <a:pt x="50453" y="0"/>
                </a:lnTo>
                <a:cubicBezTo>
                  <a:pt x="36612" y="2679"/>
                  <a:pt x="22771" y="5358"/>
                  <a:pt x="8930" y="8037"/>
                </a:cubicBezTo>
                <a:lnTo>
                  <a:pt x="8930" y="12055"/>
                </a:lnTo>
                <a:cubicBezTo>
                  <a:pt x="22771" y="12055"/>
                  <a:pt x="25003" y="14734"/>
                  <a:pt x="25003" y="18752"/>
                </a:cubicBezTo>
                <a:cubicBezTo>
                  <a:pt x="25003" y="24110"/>
                  <a:pt x="8037" y="83939"/>
                  <a:pt x="0" y="112961"/>
                </a:cubicBezTo>
                <a:lnTo>
                  <a:pt x="19199" y="112961"/>
                </a:lnTo>
                <a:cubicBezTo>
                  <a:pt x="29914" y="78135"/>
                  <a:pt x="33040" y="66973"/>
                  <a:pt x="44648" y="49560"/>
                </a:cubicBezTo>
                <a:cubicBezTo>
                  <a:pt x="54025" y="35272"/>
                  <a:pt x="70098" y="12948"/>
                  <a:pt x="82600" y="12948"/>
                </a:cubicBezTo>
                <a:cubicBezTo>
                  <a:pt x="87511" y="12948"/>
                  <a:pt x="88850" y="16520"/>
                  <a:pt x="88850" y="21431"/>
                </a:cubicBezTo>
                <a:cubicBezTo>
                  <a:pt x="88850" y="31254"/>
                  <a:pt x="70098" y="94208"/>
                  <a:pt x="70098" y="100012"/>
                </a:cubicBezTo>
                <a:cubicBezTo>
                  <a:pt x="70098" y="107603"/>
                  <a:pt x="70545" y="115193"/>
                  <a:pt x="82153" y="115193"/>
                </a:cubicBezTo>
                <a:cubicBezTo>
                  <a:pt x="95994" y="115193"/>
                  <a:pt x="104924" y="103584"/>
                  <a:pt x="117872" y="86171"/>
                </a:cubicBezTo>
                <a:lnTo>
                  <a:pt x="114300" y="83046"/>
                </a:lnTo>
                <a:close/>
                <a:moveTo>
                  <a:pt x="114300" y="8304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3CC2F-96F8-4BBE-94C2-9FA9F814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759" y="4602597"/>
            <a:ext cx="131266" cy="178147"/>
          </a:xfrm>
          <a:custGeom xmlns:a="http://schemas.openxmlformats.org/drawingml/2006/main">
            <a:pathLst>
              <a:path w="131266" h="178147">
                <a:moveTo>
                  <a:pt x="37951" y="165646"/>
                </a:moveTo>
                <a:cubicBezTo>
                  <a:pt x="22324" y="165646"/>
                  <a:pt x="22324" y="150912"/>
                  <a:pt x="22324" y="146447"/>
                </a:cubicBezTo>
                <a:cubicBezTo>
                  <a:pt x="22324" y="123230"/>
                  <a:pt x="46434" y="67866"/>
                  <a:pt x="75009" y="67866"/>
                </a:cubicBezTo>
                <a:cubicBezTo>
                  <a:pt x="87064" y="67866"/>
                  <a:pt x="87064" y="79028"/>
                  <a:pt x="87064" y="85279"/>
                </a:cubicBezTo>
                <a:cubicBezTo>
                  <a:pt x="87064" y="116979"/>
                  <a:pt x="62061" y="165646"/>
                  <a:pt x="37951" y="165646"/>
                </a:cubicBezTo>
                <a:close/>
                <a:moveTo>
                  <a:pt x="114746" y="146447"/>
                </a:moveTo>
                <a:cubicBezTo>
                  <a:pt x="104031" y="158948"/>
                  <a:pt x="98673" y="164753"/>
                  <a:pt x="93762" y="164753"/>
                </a:cubicBezTo>
                <a:cubicBezTo>
                  <a:pt x="91083" y="164753"/>
                  <a:pt x="88850" y="162967"/>
                  <a:pt x="88850" y="158948"/>
                </a:cubicBezTo>
                <a:cubicBezTo>
                  <a:pt x="88850" y="154930"/>
                  <a:pt x="120104" y="45988"/>
                  <a:pt x="131266" y="1339"/>
                </a:cubicBezTo>
                <a:lnTo>
                  <a:pt x="129927" y="0"/>
                </a:lnTo>
                <a:cubicBezTo>
                  <a:pt x="116532" y="2679"/>
                  <a:pt x="103584" y="4465"/>
                  <a:pt x="90636" y="5804"/>
                </a:cubicBezTo>
                <a:lnTo>
                  <a:pt x="90636" y="10269"/>
                </a:lnTo>
                <a:cubicBezTo>
                  <a:pt x="104477" y="10269"/>
                  <a:pt x="106263" y="11609"/>
                  <a:pt x="106263" y="17859"/>
                </a:cubicBezTo>
                <a:cubicBezTo>
                  <a:pt x="106263" y="21431"/>
                  <a:pt x="104477" y="27682"/>
                  <a:pt x="102691" y="34826"/>
                </a:cubicBezTo>
                <a:lnTo>
                  <a:pt x="91529" y="75456"/>
                </a:lnTo>
                <a:lnTo>
                  <a:pt x="91083" y="75902"/>
                </a:lnTo>
                <a:cubicBezTo>
                  <a:pt x="90190" y="70545"/>
                  <a:pt x="88404" y="62061"/>
                  <a:pt x="73670" y="62061"/>
                </a:cubicBezTo>
                <a:cubicBezTo>
                  <a:pt x="43309" y="62061"/>
                  <a:pt x="0" y="108942"/>
                  <a:pt x="0" y="147786"/>
                </a:cubicBezTo>
                <a:cubicBezTo>
                  <a:pt x="0" y="160734"/>
                  <a:pt x="5358" y="177701"/>
                  <a:pt x="26343" y="177701"/>
                </a:cubicBezTo>
                <a:cubicBezTo>
                  <a:pt x="39291" y="177701"/>
                  <a:pt x="53578" y="173682"/>
                  <a:pt x="71884" y="145107"/>
                </a:cubicBezTo>
                <a:lnTo>
                  <a:pt x="72777" y="146000"/>
                </a:lnTo>
                <a:cubicBezTo>
                  <a:pt x="70545" y="154930"/>
                  <a:pt x="69652" y="160734"/>
                  <a:pt x="69652" y="166539"/>
                </a:cubicBezTo>
                <a:cubicBezTo>
                  <a:pt x="69652" y="171896"/>
                  <a:pt x="71438" y="178147"/>
                  <a:pt x="81707" y="178147"/>
                </a:cubicBezTo>
                <a:cubicBezTo>
                  <a:pt x="90190" y="178147"/>
                  <a:pt x="106710" y="166092"/>
                  <a:pt x="117872" y="149126"/>
                </a:cubicBezTo>
                <a:lnTo>
                  <a:pt x="114746" y="146447"/>
                </a:lnTo>
                <a:close/>
                <a:moveTo>
                  <a:pt x="114746" y="14644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387A0-B1C9-482B-8AF1-2A6B9B11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6365" y="4610188"/>
            <a:ext cx="55364" cy="170111"/>
          </a:xfrm>
          <a:custGeom xmlns:a="http://schemas.openxmlformats.org/drawingml/2006/main">
            <a:pathLst>
              <a:path w="55364" h="170111">
                <a:moveTo>
                  <a:pt x="44202" y="138410"/>
                </a:moveTo>
                <a:cubicBezTo>
                  <a:pt x="33933" y="153144"/>
                  <a:pt x="26343" y="158055"/>
                  <a:pt x="23217" y="158055"/>
                </a:cubicBezTo>
                <a:cubicBezTo>
                  <a:pt x="20985" y="158055"/>
                  <a:pt x="19199" y="156270"/>
                  <a:pt x="19199" y="154484"/>
                </a:cubicBezTo>
                <a:cubicBezTo>
                  <a:pt x="19199" y="151358"/>
                  <a:pt x="22324" y="141089"/>
                  <a:pt x="23217" y="137517"/>
                </a:cubicBezTo>
                <a:lnTo>
                  <a:pt x="45988" y="54918"/>
                </a:lnTo>
                <a:lnTo>
                  <a:pt x="45095" y="54471"/>
                </a:lnTo>
                <a:cubicBezTo>
                  <a:pt x="35272" y="56257"/>
                  <a:pt x="13841" y="60275"/>
                  <a:pt x="4018" y="60722"/>
                </a:cubicBezTo>
                <a:lnTo>
                  <a:pt x="4018" y="64740"/>
                </a:lnTo>
                <a:cubicBezTo>
                  <a:pt x="18306" y="64740"/>
                  <a:pt x="20092" y="66080"/>
                  <a:pt x="20092" y="71438"/>
                </a:cubicBezTo>
                <a:cubicBezTo>
                  <a:pt x="20092" y="78581"/>
                  <a:pt x="0" y="142429"/>
                  <a:pt x="0" y="154484"/>
                </a:cubicBezTo>
                <a:cubicBezTo>
                  <a:pt x="0" y="158948"/>
                  <a:pt x="0" y="170111"/>
                  <a:pt x="12055" y="170111"/>
                </a:cubicBezTo>
                <a:cubicBezTo>
                  <a:pt x="26343" y="170111"/>
                  <a:pt x="37951" y="156270"/>
                  <a:pt x="47774" y="141089"/>
                </a:cubicBezTo>
                <a:lnTo>
                  <a:pt x="44202" y="138410"/>
                </a:lnTo>
                <a:close/>
                <a:moveTo>
                  <a:pt x="55364" y="13841"/>
                </a:moveTo>
                <a:cubicBezTo>
                  <a:pt x="55364" y="8483"/>
                  <a:pt x="50899" y="0"/>
                  <a:pt x="42416" y="0"/>
                </a:cubicBezTo>
                <a:cubicBezTo>
                  <a:pt x="36165" y="0"/>
                  <a:pt x="30361" y="4911"/>
                  <a:pt x="30361" y="13841"/>
                </a:cubicBezTo>
                <a:cubicBezTo>
                  <a:pt x="30361" y="22771"/>
                  <a:pt x="36165" y="26789"/>
                  <a:pt x="42416" y="26789"/>
                </a:cubicBezTo>
                <a:cubicBezTo>
                  <a:pt x="50899" y="26789"/>
                  <a:pt x="55364" y="19199"/>
                  <a:pt x="55364" y="13841"/>
                </a:cubicBezTo>
                <a:close/>
                <a:moveTo>
                  <a:pt x="55364" y="138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79409B-0C4C-43FB-905A-F751758D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6707" y="4664659"/>
            <a:ext cx="93762" cy="112961"/>
          </a:xfrm>
          <a:custGeom xmlns:a="http://schemas.openxmlformats.org/drawingml/2006/main">
            <a:pathLst>
              <a:path w="93762" h="112961">
                <a:moveTo>
                  <a:pt x="19199" y="112961"/>
                </a:moveTo>
                <a:cubicBezTo>
                  <a:pt x="29914" y="79028"/>
                  <a:pt x="33486" y="67419"/>
                  <a:pt x="43309" y="48667"/>
                </a:cubicBezTo>
                <a:cubicBezTo>
                  <a:pt x="45095" y="45095"/>
                  <a:pt x="60722" y="16520"/>
                  <a:pt x="68759" y="16520"/>
                </a:cubicBezTo>
                <a:cubicBezTo>
                  <a:pt x="74563" y="16520"/>
                  <a:pt x="70991" y="25896"/>
                  <a:pt x="82153" y="25896"/>
                </a:cubicBezTo>
                <a:cubicBezTo>
                  <a:pt x="84832" y="25896"/>
                  <a:pt x="93762" y="25896"/>
                  <a:pt x="93762" y="12502"/>
                </a:cubicBezTo>
                <a:cubicBezTo>
                  <a:pt x="93762" y="3572"/>
                  <a:pt x="87511" y="0"/>
                  <a:pt x="81707" y="0"/>
                </a:cubicBezTo>
                <a:cubicBezTo>
                  <a:pt x="65633" y="0"/>
                  <a:pt x="45988" y="29914"/>
                  <a:pt x="37505" y="46881"/>
                </a:cubicBezTo>
                <a:lnTo>
                  <a:pt x="35719" y="51792"/>
                </a:lnTo>
                <a:lnTo>
                  <a:pt x="34826" y="51346"/>
                </a:lnTo>
                <a:lnTo>
                  <a:pt x="47774" y="446"/>
                </a:lnTo>
                <a:lnTo>
                  <a:pt x="46881" y="0"/>
                </a:lnTo>
                <a:cubicBezTo>
                  <a:pt x="35272" y="1786"/>
                  <a:pt x="20092" y="4911"/>
                  <a:pt x="7144" y="6697"/>
                </a:cubicBezTo>
                <a:lnTo>
                  <a:pt x="7144" y="11162"/>
                </a:lnTo>
                <a:cubicBezTo>
                  <a:pt x="9823" y="10716"/>
                  <a:pt x="12948" y="9823"/>
                  <a:pt x="15627" y="9823"/>
                </a:cubicBezTo>
                <a:cubicBezTo>
                  <a:pt x="23664" y="9823"/>
                  <a:pt x="25003" y="13841"/>
                  <a:pt x="25003" y="17413"/>
                </a:cubicBezTo>
                <a:cubicBezTo>
                  <a:pt x="25003" y="20092"/>
                  <a:pt x="23217" y="28575"/>
                  <a:pt x="20538" y="37951"/>
                </a:cubicBezTo>
                <a:lnTo>
                  <a:pt x="0" y="112961"/>
                </a:lnTo>
                <a:lnTo>
                  <a:pt x="19199" y="112961"/>
                </a:lnTo>
                <a:close/>
                <a:moveTo>
                  <a:pt x="19199" y="11296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C269E-F2BC-4A95-AF0A-521B8A96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3333" y="4664659"/>
            <a:ext cx="97334" cy="115639"/>
          </a:xfrm>
          <a:custGeom xmlns:a="http://schemas.openxmlformats.org/drawingml/2006/main">
            <a:pathLst>
              <a:path w="97334" h="115639">
                <a:moveTo>
                  <a:pt x="30807" y="48220"/>
                </a:moveTo>
                <a:cubicBezTo>
                  <a:pt x="40184" y="25450"/>
                  <a:pt x="58043" y="5804"/>
                  <a:pt x="71884" y="5804"/>
                </a:cubicBezTo>
                <a:cubicBezTo>
                  <a:pt x="78135" y="5804"/>
                  <a:pt x="80814" y="10716"/>
                  <a:pt x="80814" y="16073"/>
                </a:cubicBezTo>
                <a:cubicBezTo>
                  <a:pt x="80814" y="18306"/>
                  <a:pt x="79474" y="48667"/>
                  <a:pt x="26343" y="59829"/>
                </a:cubicBezTo>
                <a:lnTo>
                  <a:pt x="30807" y="48220"/>
                </a:lnTo>
                <a:close/>
                <a:moveTo>
                  <a:pt x="83493" y="84832"/>
                </a:moveTo>
                <a:cubicBezTo>
                  <a:pt x="70991" y="95548"/>
                  <a:pt x="60275" y="104031"/>
                  <a:pt x="46434" y="104031"/>
                </a:cubicBezTo>
                <a:cubicBezTo>
                  <a:pt x="35719" y="104031"/>
                  <a:pt x="22324" y="98227"/>
                  <a:pt x="22324" y="80814"/>
                </a:cubicBezTo>
                <a:cubicBezTo>
                  <a:pt x="22324" y="75902"/>
                  <a:pt x="23664" y="70545"/>
                  <a:pt x="24557" y="65187"/>
                </a:cubicBezTo>
                <a:lnTo>
                  <a:pt x="32147" y="64294"/>
                </a:lnTo>
                <a:cubicBezTo>
                  <a:pt x="73670" y="58489"/>
                  <a:pt x="97334" y="37505"/>
                  <a:pt x="97334" y="17413"/>
                </a:cubicBezTo>
                <a:cubicBezTo>
                  <a:pt x="97334" y="6251"/>
                  <a:pt x="89743" y="0"/>
                  <a:pt x="76349" y="0"/>
                </a:cubicBezTo>
                <a:cubicBezTo>
                  <a:pt x="40184" y="0"/>
                  <a:pt x="0" y="42862"/>
                  <a:pt x="0" y="79474"/>
                </a:cubicBezTo>
                <a:cubicBezTo>
                  <a:pt x="0" y="95994"/>
                  <a:pt x="8037" y="115639"/>
                  <a:pt x="34826" y="115639"/>
                </a:cubicBezTo>
                <a:cubicBezTo>
                  <a:pt x="60722" y="115639"/>
                  <a:pt x="83939" y="92422"/>
                  <a:pt x="86618" y="87957"/>
                </a:cubicBezTo>
                <a:lnTo>
                  <a:pt x="83493" y="84832"/>
                </a:lnTo>
                <a:close/>
                <a:moveTo>
                  <a:pt x="83493" y="8483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EC0D3D-4C46-4961-9174-8C5D36CC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6659" y="4664659"/>
            <a:ext cx="101352" cy="115639"/>
          </a:xfrm>
          <a:custGeom xmlns:a="http://schemas.openxmlformats.org/drawingml/2006/main">
            <a:pathLst>
              <a:path w="101352" h="115639">
                <a:moveTo>
                  <a:pt x="82153" y="85725"/>
                </a:moveTo>
                <a:cubicBezTo>
                  <a:pt x="72777" y="95994"/>
                  <a:pt x="60722" y="106710"/>
                  <a:pt x="45541" y="106710"/>
                </a:cubicBezTo>
                <a:cubicBezTo>
                  <a:pt x="29914" y="106710"/>
                  <a:pt x="22324" y="95101"/>
                  <a:pt x="22324" y="75456"/>
                </a:cubicBezTo>
                <a:cubicBezTo>
                  <a:pt x="22324" y="50899"/>
                  <a:pt x="39737" y="5358"/>
                  <a:pt x="73223" y="5358"/>
                </a:cubicBezTo>
                <a:cubicBezTo>
                  <a:pt x="77688" y="5358"/>
                  <a:pt x="83046" y="6697"/>
                  <a:pt x="83046" y="10269"/>
                </a:cubicBezTo>
                <a:cubicBezTo>
                  <a:pt x="83046" y="14734"/>
                  <a:pt x="79028" y="16520"/>
                  <a:pt x="79028" y="23217"/>
                </a:cubicBezTo>
                <a:cubicBezTo>
                  <a:pt x="79028" y="29021"/>
                  <a:pt x="83046" y="32593"/>
                  <a:pt x="89297" y="32593"/>
                </a:cubicBezTo>
                <a:cubicBezTo>
                  <a:pt x="95548" y="32593"/>
                  <a:pt x="101352" y="27682"/>
                  <a:pt x="101352" y="20538"/>
                </a:cubicBezTo>
                <a:cubicBezTo>
                  <a:pt x="101352" y="12948"/>
                  <a:pt x="95101" y="0"/>
                  <a:pt x="73223" y="0"/>
                </a:cubicBezTo>
                <a:cubicBezTo>
                  <a:pt x="35272" y="0"/>
                  <a:pt x="0" y="39291"/>
                  <a:pt x="0" y="75456"/>
                </a:cubicBezTo>
                <a:cubicBezTo>
                  <a:pt x="0" y="109389"/>
                  <a:pt x="21431" y="115639"/>
                  <a:pt x="37951" y="115639"/>
                </a:cubicBezTo>
                <a:cubicBezTo>
                  <a:pt x="64740" y="115639"/>
                  <a:pt x="79921" y="96441"/>
                  <a:pt x="86171" y="88404"/>
                </a:cubicBezTo>
                <a:lnTo>
                  <a:pt x="82153" y="85725"/>
                </a:lnTo>
                <a:close/>
                <a:moveTo>
                  <a:pt x="82153" y="8572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021ABB-F275-4E7E-A5C0-1F711AA8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218" y="4637870"/>
            <a:ext cx="66526" cy="142429"/>
          </a:xfrm>
          <a:custGeom xmlns:a="http://schemas.openxmlformats.org/drawingml/2006/main">
            <a:pathLst>
              <a:path w="66526" h="142429">
                <a:moveTo>
                  <a:pt x="66526" y="29914"/>
                </a:moveTo>
                <a:lnTo>
                  <a:pt x="45988" y="29914"/>
                </a:lnTo>
                <a:lnTo>
                  <a:pt x="53132" y="3572"/>
                </a:lnTo>
                <a:cubicBezTo>
                  <a:pt x="53132" y="3125"/>
                  <a:pt x="53578" y="2679"/>
                  <a:pt x="53578" y="2232"/>
                </a:cubicBezTo>
                <a:cubicBezTo>
                  <a:pt x="53578" y="893"/>
                  <a:pt x="52685" y="0"/>
                  <a:pt x="51792" y="0"/>
                </a:cubicBezTo>
                <a:lnTo>
                  <a:pt x="50899" y="0"/>
                </a:lnTo>
                <a:cubicBezTo>
                  <a:pt x="48667" y="0"/>
                  <a:pt x="48220" y="1786"/>
                  <a:pt x="46881" y="2679"/>
                </a:cubicBezTo>
                <a:cubicBezTo>
                  <a:pt x="39737" y="12055"/>
                  <a:pt x="27682" y="23217"/>
                  <a:pt x="19199" y="27682"/>
                </a:cubicBezTo>
                <a:cubicBezTo>
                  <a:pt x="14734" y="29914"/>
                  <a:pt x="7590" y="31700"/>
                  <a:pt x="5804" y="34379"/>
                </a:cubicBezTo>
                <a:cubicBezTo>
                  <a:pt x="5358" y="34826"/>
                  <a:pt x="5358" y="35719"/>
                  <a:pt x="5358" y="36612"/>
                </a:cubicBezTo>
                <a:cubicBezTo>
                  <a:pt x="5358" y="37058"/>
                  <a:pt x="5358" y="37951"/>
                  <a:pt x="5358" y="38398"/>
                </a:cubicBezTo>
                <a:lnTo>
                  <a:pt x="24557" y="38398"/>
                </a:lnTo>
                <a:lnTo>
                  <a:pt x="5804" y="108942"/>
                </a:lnTo>
                <a:cubicBezTo>
                  <a:pt x="4911" y="112961"/>
                  <a:pt x="0" y="128588"/>
                  <a:pt x="0" y="132159"/>
                </a:cubicBezTo>
                <a:cubicBezTo>
                  <a:pt x="0" y="140196"/>
                  <a:pt x="7144" y="142429"/>
                  <a:pt x="12502" y="142429"/>
                </a:cubicBezTo>
                <a:cubicBezTo>
                  <a:pt x="25896" y="142429"/>
                  <a:pt x="35719" y="131266"/>
                  <a:pt x="48667" y="111621"/>
                </a:cubicBezTo>
                <a:lnTo>
                  <a:pt x="45541" y="109835"/>
                </a:lnTo>
                <a:cubicBezTo>
                  <a:pt x="38844" y="117872"/>
                  <a:pt x="29914" y="129927"/>
                  <a:pt x="25003" y="129927"/>
                </a:cubicBezTo>
                <a:cubicBezTo>
                  <a:pt x="22324" y="129927"/>
                  <a:pt x="20985" y="128141"/>
                  <a:pt x="20985" y="125462"/>
                </a:cubicBezTo>
                <a:cubicBezTo>
                  <a:pt x="20985" y="125016"/>
                  <a:pt x="20985" y="124569"/>
                  <a:pt x="20985" y="123676"/>
                </a:cubicBezTo>
                <a:lnTo>
                  <a:pt x="43755" y="38398"/>
                </a:lnTo>
                <a:lnTo>
                  <a:pt x="65187" y="38398"/>
                </a:lnTo>
                <a:lnTo>
                  <a:pt x="66526" y="29914"/>
                </a:lnTo>
                <a:close/>
                <a:moveTo>
                  <a:pt x="66526" y="2991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4AC087-13A0-47B7-A009-A10308E1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3589" y="4392127"/>
            <a:ext cx="172343" cy="172789"/>
          </a:xfrm>
          <a:custGeom xmlns:a="http://schemas.openxmlformats.org/drawingml/2006/main">
            <a:pathLst>
              <a:path w="172343" h="172789">
                <a:moveTo>
                  <a:pt x="74563" y="75009"/>
                </a:moveTo>
                <a:lnTo>
                  <a:pt x="0" y="75009"/>
                </a:lnTo>
                <a:lnTo>
                  <a:pt x="0" y="97780"/>
                </a:lnTo>
                <a:lnTo>
                  <a:pt x="74563" y="97780"/>
                </a:lnTo>
                <a:lnTo>
                  <a:pt x="74563" y="172789"/>
                </a:lnTo>
                <a:lnTo>
                  <a:pt x="97334" y="172789"/>
                </a:lnTo>
                <a:lnTo>
                  <a:pt x="97334" y="97780"/>
                </a:lnTo>
                <a:lnTo>
                  <a:pt x="172343" y="97780"/>
                </a:lnTo>
                <a:lnTo>
                  <a:pt x="172343" y="75009"/>
                </a:lnTo>
                <a:lnTo>
                  <a:pt x="97334" y="75009"/>
                </a:lnTo>
                <a:lnTo>
                  <a:pt x="97334" y="0"/>
                </a:lnTo>
                <a:lnTo>
                  <a:pt x="74563" y="0"/>
                </a:lnTo>
                <a:lnTo>
                  <a:pt x="74563" y="75009"/>
                </a:lnTo>
                <a:close/>
                <a:moveTo>
                  <a:pt x="74563" y="7500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0010C1-720C-471A-A482-83BACF66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288" y="3111780"/>
            <a:ext cx="120104" cy="117872"/>
          </a:xfrm>
          <a:custGeom xmlns:a="http://schemas.openxmlformats.org/drawingml/2006/main">
            <a:pathLst>
              <a:path w="120104" h="117872">
                <a:moveTo>
                  <a:pt x="16520" y="94655"/>
                </a:moveTo>
                <a:cubicBezTo>
                  <a:pt x="16520" y="109835"/>
                  <a:pt x="12502" y="113407"/>
                  <a:pt x="446" y="113854"/>
                </a:cubicBezTo>
                <a:lnTo>
                  <a:pt x="446" y="117872"/>
                </a:lnTo>
                <a:lnTo>
                  <a:pt x="54918" y="117872"/>
                </a:lnTo>
                <a:lnTo>
                  <a:pt x="54918" y="113854"/>
                </a:lnTo>
                <a:cubicBezTo>
                  <a:pt x="41523" y="113407"/>
                  <a:pt x="37951" y="108942"/>
                  <a:pt x="37951" y="100905"/>
                </a:cubicBezTo>
                <a:lnTo>
                  <a:pt x="37951" y="28575"/>
                </a:lnTo>
                <a:cubicBezTo>
                  <a:pt x="47774" y="19199"/>
                  <a:pt x="55811" y="14288"/>
                  <a:pt x="63401" y="14288"/>
                </a:cubicBezTo>
                <a:cubicBezTo>
                  <a:pt x="78581" y="14288"/>
                  <a:pt x="83046" y="23217"/>
                  <a:pt x="83046" y="38844"/>
                </a:cubicBezTo>
                <a:lnTo>
                  <a:pt x="83046" y="92422"/>
                </a:lnTo>
                <a:cubicBezTo>
                  <a:pt x="83046" y="112068"/>
                  <a:pt x="76349" y="113407"/>
                  <a:pt x="66973" y="113854"/>
                </a:cubicBezTo>
                <a:lnTo>
                  <a:pt x="66973" y="117872"/>
                </a:lnTo>
                <a:lnTo>
                  <a:pt x="120104" y="117872"/>
                </a:lnTo>
                <a:lnTo>
                  <a:pt x="120104" y="113854"/>
                </a:lnTo>
                <a:cubicBezTo>
                  <a:pt x="107603" y="112961"/>
                  <a:pt x="104477" y="108942"/>
                  <a:pt x="104477" y="97334"/>
                </a:cubicBezTo>
                <a:lnTo>
                  <a:pt x="104477" y="38398"/>
                </a:lnTo>
                <a:cubicBezTo>
                  <a:pt x="104477" y="6697"/>
                  <a:pt x="86618" y="0"/>
                  <a:pt x="74563" y="0"/>
                </a:cubicBezTo>
                <a:cubicBezTo>
                  <a:pt x="59382" y="0"/>
                  <a:pt x="50006" y="8930"/>
                  <a:pt x="37058" y="20538"/>
                </a:cubicBezTo>
                <a:lnTo>
                  <a:pt x="37058" y="446"/>
                </a:lnTo>
                <a:lnTo>
                  <a:pt x="35272" y="0"/>
                </a:lnTo>
                <a:cubicBezTo>
                  <a:pt x="23664" y="4465"/>
                  <a:pt x="11609" y="8037"/>
                  <a:pt x="0" y="11609"/>
                </a:cubicBezTo>
                <a:lnTo>
                  <a:pt x="0" y="16073"/>
                </a:lnTo>
                <a:cubicBezTo>
                  <a:pt x="893" y="15180"/>
                  <a:pt x="4018" y="14734"/>
                  <a:pt x="7590" y="14734"/>
                </a:cubicBezTo>
                <a:cubicBezTo>
                  <a:pt x="11609" y="14734"/>
                  <a:pt x="16520" y="15180"/>
                  <a:pt x="16520" y="31254"/>
                </a:cubicBezTo>
                <a:lnTo>
                  <a:pt x="16520" y="94655"/>
                </a:lnTo>
                <a:close/>
                <a:moveTo>
                  <a:pt x="16520" y="946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046E85-2F9B-4567-804C-E72E3516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6642" y="3111780"/>
            <a:ext cx="102245" cy="120551"/>
          </a:xfrm>
          <a:custGeom xmlns:a="http://schemas.openxmlformats.org/drawingml/2006/main">
            <a:pathLst>
              <a:path w="102245" h="120551">
                <a:moveTo>
                  <a:pt x="98227" y="75902"/>
                </a:moveTo>
                <a:cubicBezTo>
                  <a:pt x="92422" y="85279"/>
                  <a:pt x="81260" y="102691"/>
                  <a:pt x="58489" y="102691"/>
                </a:cubicBezTo>
                <a:cubicBezTo>
                  <a:pt x="41523" y="102691"/>
                  <a:pt x="20985" y="92422"/>
                  <a:pt x="17859" y="46881"/>
                </a:cubicBezTo>
                <a:lnTo>
                  <a:pt x="97334" y="46881"/>
                </a:lnTo>
                <a:cubicBezTo>
                  <a:pt x="94655" y="13395"/>
                  <a:pt x="76349" y="0"/>
                  <a:pt x="52239" y="0"/>
                </a:cubicBezTo>
                <a:cubicBezTo>
                  <a:pt x="32147" y="0"/>
                  <a:pt x="0" y="15627"/>
                  <a:pt x="0" y="62954"/>
                </a:cubicBezTo>
                <a:cubicBezTo>
                  <a:pt x="0" y="99566"/>
                  <a:pt x="19645" y="120551"/>
                  <a:pt x="48220" y="120551"/>
                </a:cubicBezTo>
                <a:cubicBezTo>
                  <a:pt x="84832" y="120551"/>
                  <a:pt x="100012" y="85725"/>
                  <a:pt x="102245" y="77688"/>
                </a:cubicBezTo>
                <a:lnTo>
                  <a:pt x="98227" y="75902"/>
                </a:lnTo>
                <a:close/>
                <a:moveTo>
                  <a:pt x="18752" y="38844"/>
                </a:moveTo>
                <a:cubicBezTo>
                  <a:pt x="22771" y="16073"/>
                  <a:pt x="32593" y="9376"/>
                  <a:pt x="46881" y="9376"/>
                </a:cubicBezTo>
                <a:cubicBezTo>
                  <a:pt x="66973" y="9376"/>
                  <a:pt x="69652" y="26343"/>
                  <a:pt x="71438" y="38844"/>
                </a:cubicBezTo>
                <a:lnTo>
                  <a:pt x="18752" y="38844"/>
                </a:lnTo>
                <a:close/>
                <a:moveTo>
                  <a:pt x="18752" y="388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4DB26-2070-47C5-9092-74813775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396" y="3114459"/>
            <a:ext cx="120551" cy="117872"/>
          </a:xfrm>
          <a:custGeom xmlns:a="http://schemas.openxmlformats.org/drawingml/2006/main">
            <a:pathLst>
              <a:path w="120551" h="117872">
                <a:moveTo>
                  <a:pt x="120551" y="102245"/>
                </a:moveTo>
                <a:cubicBezTo>
                  <a:pt x="105370" y="102691"/>
                  <a:pt x="104477" y="96887"/>
                  <a:pt x="104477" y="87957"/>
                </a:cubicBezTo>
                <a:lnTo>
                  <a:pt x="104477" y="0"/>
                </a:lnTo>
                <a:lnTo>
                  <a:pt x="64294" y="0"/>
                </a:lnTo>
                <a:lnTo>
                  <a:pt x="64294" y="4018"/>
                </a:lnTo>
                <a:cubicBezTo>
                  <a:pt x="82153" y="4911"/>
                  <a:pt x="83046" y="10269"/>
                  <a:pt x="83046" y="20538"/>
                </a:cubicBezTo>
                <a:lnTo>
                  <a:pt x="83046" y="80814"/>
                </a:lnTo>
                <a:cubicBezTo>
                  <a:pt x="83046" y="88850"/>
                  <a:pt x="81260" y="91529"/>
                  <a:pt x="79028" y="93762"/>
                </a:cubicBezTo>
                <a:cubicBezTo>
                  <a:pt x="71884" y="99120"/>
                  <a:pt x="64294" y="102691"/>
                  <a:pt x="56704" y="102691"/>
                </a:cubicBezTo>
                <a:cubicBezTo>
                  <a:pt x="39737" y="102691"/>
                  <a:pt x="37505" y="87064"/>
                  <a:pt x="37505" y="83493"/>
                </a:cubicBezTo>
                <a:lnTo>
                  <a:pt x="37505" y="0"/>
                </a:lnTo>
                <a:lnTo>
                  <a:pt x="0" y="0"/>
                </a:lnTo>
                <a:lnTo>
                  <a:pt x="0" y="3572"/>
                </a:lnTo>
                <a:cubicBezTo>
                  <a:pt x="7590" y="4018"/>
                  <a:pt x="16073" y="4465"/>
                  <a:pt x="16073" y="19645"/>
                </a:cubicBezTo>
                <a:lnTo>
                  <a:pt x="16073" y="84386"/>
                </a:lnTo>
                <a:cubicBezTo>
                  <a:pt x="16073" y="111621"/>
                  <a:pt x="36165" y="117872"/>
                  <a:pt x="46434" y="117872"/>
                </a:cubicBezTo>
                <a:cubicBezTo>
                  <a:pt x="50899" y="117872"/>
                  <a:pt x="63401" y="116532"/>
                  <a:pt x="73223" y="106710"/>
                </a:cubicBezTo>
                <a:lnTo>
                  <a:pt x="84386" y="95548"/>
                </a:lnTo>
                <a:lnTo>
                  <a:pt x="84386" y="116979"/>
                </a:lnTo>
                <a:lnTo>
                  <a:pt x="84832" y="117425"/>
                </a:lnTo>
                <a:cubicBezTo>
                  <a:pt x="96887" y="112961"/>
                  <a:pt x="106710" y="109389"/>
                  <a:pt x="120551" y="105817"/>
                </a:cubicBezTo>
                <a:lnTo>
                  <a:pt x="120551" y="102245"/>
                </a:lnTo>
                <a:close/>
                <a:moveTo>
                  <a:pt x="120551" y="1022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093BE2-14BF-4A9B-88E7-AAEF32D3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3625" y="3111780"/>
            <a:ext cx="84386" cy="117872"/>
          </a:xfrm>
          <a:custGeom xmlns:a="http://schemas.openxmlformats.org/drawingml/2006/main">
            <a:pathLst>
              <a:path w="84386" h="117872">
                <a:moveTo>
                  <a:pt x="18306" y="96441"/>
                </a:moveTo>
                <a:cubicBezTo>
                  <a:pt x="18306" y="110728"/>
                  <a:pt x="13841" y="111621"/>
                  <a:pt x="0" y="113854"/>
                </a:cubicBezTo>
                <a:lnTo>
                  <a:pt x="0" y="117872"/>
                </a:lnTo>
                <a:lnTo>
                  <a:pt x="61615" y="117872"/>
                </a:lnTo>
                <a:lnTo>
                  <a:pt x="61615" y="113854"/>
                </a:lnTo>
                <a:cubicBezTo>
                  <a:pt x="48220" y="113407"/>
                  <a:pt x="39737" y="112514"/>
                  <a:pt x="39737" y="94655"/>
                </a:cubicBezTo>
                <a:lnTo>
                  <a:pt x="39737" y="37058"/>
                </a:lnTo>
                <a:cubicBezTo>
                  <a:pt x="39737" y="29021"/>
                  <a:pt x="50899" y="16073"/>
                  <a:pt x="57150" y="16073"/>
                </a:cubicBezTo>
                <a:cubicBezTo>
                  <a:pt x="63401" y="16073"/>
                  <a:pt x="65633" y="25003"/>
                  <a:pt x="74563" y="25003"/>
                </a:cubicBezTo>
                <a:cubicBezTo>
                  <a:pt x="80814" y="25003"/>
                  <a:pt x="84386" y="20092"/>
                  <a:pt x="84386" y="13841"/>
                </a:cubicBezTo>
                <a:cubicBezTo>
                  <a:pt x="84386" y="5358"/>
                  <a:pt x="79474" y="0"/>
                  <a:pt x="70545" y="0"/>
                </a:cubicBezTo>
                <a:cubicBezTo>
                  <a:pt x="60722" y="0"/>
                  <a:pt x="52239" y="4911"/>
                  <a:pt x="40184" y="23217"/>
                </a:cubicBezTo>
                <a:lnTo>
                  <a:pt x="39737" y="23217"/>
                </a:lnTo>
                <a:lnTo>
                  <a:pt x="39737" y="446"/>
                </a:lnTo>
                <a:lnTo>
                  <a:pt x="38398" y="0"/>
                </a:lnTo>
                <a:cubicBezTo>
                  <a:pt x="25896" y="4911"/>
                  <a:pt x="12948" y="9823"/>
                  <a:pt x="446" y="13841"/>
                </a:cubicBezTo>
                <a:lnTo>
                  <a:pt x="446" y="17859"/>
                </a:lnTo>
                <a:cubicBezTo>
                  <a:pt x="2679" y="17413"/>
                  <a:pt x="5358" y="16966"/>
                  <a:pt x="9376" y="16966"/>
                </a:cubicBezTo>
                <a:cubicBezTo>
                  <a:pt x="13395" y="16966"/>
                  <a:pt x="18306" y="16966"/>
                  <a:pt x="18306" y="32147"/>
                </a:cubicBezTo>
                <a:lnTo>
                  <a:pt x="18306" y="96441"/>
                </a:lnTo>
                <a:close/>
                <a:moveTo>
                  <a:pt x="18306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2B56F-F42B-4664-9EBD-4628E8A3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6991" y="3111780"/>
            <a:ext cx="104031" cy="120551"/>
          </a:xfrm>
          <a:custGeom xmlns:a="http://schemas.openxmlformats.org/drawingml/2006/main">
            <a:pathLst>
              <a:path w="104031" h="120551">
                <a:moveTo>
                  <a:pt x="64294" y="86171"/>
                </a:moveTo>
                <a:cubicBezTo>
                  <a:pt x="64294" y="94208"/>
                  <a:pt x="63401" y="97334"/>
                  <a:pt x="55364" y="100905"/>
                </a:cubicBezTo>
                <a:cubicBezTo>
                  <a:pt x="53132" y="102245"/>
                  <a:pt x="45095" y="105370"/>
                  <a:pt x="39737" y="105370"/>
                </a:cubicBezTo>
                <a:cubicBezTo>
                  <a:pt x="29914" y="105370"/>
                  <a:pt x="22771" y="97780"/>
                  <a:pt x="22771" y="85725"/>
                </a:cubicBezTo>
                <a:lnTo>
                  <a:pt x="22771" y="85279"/>
                </a:lnTo>
                <a:cubicBezTo>
                  <a:pt x="22771" y="76349"/>
                  <a:pt x="25450" y="62061"/>
                  <a:pt x="64294" y="49113"/>
                </a:cubicBezTo>
                <a:lnTo>
                  <a:pt x="64294" y="86171"/>
                </a:lnTo>
                <a:close/>
                <a:moveTo>
                  <a:pt x="104031" y="100905"/>
                </a:moveTo>
                <a:cubicBezTo>
                  <a:pt x="100905" y="103138"/>
                  <a:pt x="97780" y="105817"/>
                  <a:pt x="92422" y="105817"/>
                </a:cubicBezTo>
                <a:cubicBezTo>
                  <a:pt x="84832" y="105817"/>
                  <a:pt x="84832" y="98227"/>
                  <a:pt x="84832" y="91083"/>
                </a:cubicBezTo>
                <a:lnTo>
                  <a:pt x="84832" y="41077"/>
                </a:lnTo>
                <a:cubicBezTo>
                  <a:pt x="84832" y="25450"/>
                  <a:pt x="84832" y="0"/>
                  <a:pt x="46881" y="0"/>
                </a:cubicBezTo>
                <a:cubicBezTo>
                  <a:pt x="16966" y="0"/>
                  <a:pt x="4911" y="18306"/>
                  <a:pt x="4911" y="28575"/>
                </a:cubicBezTo>
                <a:cubicBezTo>
                  <a:pt x="4911" y="32593"/>
                  <a:pt x="8037" y="39737"/>
                  <a:pt x="16073" y="39737"/>
                </a:cubicBezTo>
                <a:cubicBezTo>
                  <a:pt x="22771" y="39737"/>
                  <a:pt x="27682" y="33933"/>
                  <a:pt x="27682" y="28575"/>
                </a:cubicBezTo>
                <a:cubicBezTo>
                  <a:pt x="27682" y="26343"/>
                  <a:pt x="26343" y="22324"/>
                  <a:pt x="26343" y="18752"/>
                </a:cubicBezTo>
                <a:cubicBezTo>
                  <a:pt x="26343" y="10716"/>
                  <a:pt x="36165" y="6251"/>
                  <a:pt x="44648" y="6251"/>
                </a:cubicBezTo>
                <a:cubicBezTo>
                  <a:pt x="52239" y="6251"/>
                  <a:pt x="64294" y="8930"/>
                  <a:pt x="64294" y="27236"/>
                </a:cubicBezTo>
                <a:lnTo>
                  <a:pt x="64294" y="42862"/>
                </a:lnTo>
                <a:cubicBezTo>
                  <a:pt x="22324" y="59382"/>
                  <a:pt x="0" y="68312"/>
                  <a:pt x="0" y="93762"/>
                </a:cubicBezTo>
                <a:cubicBezTo>
                  <a:pt x="0" y="111175"/>
                  <a:pt x="13395" y="120551"/>
                  <a:pt x="27236" y="120551"/>
                </a:cubicBezTo>
                <a:cubicBezTo>
                  <a:pt x="41523" y="120551"/>
                  <a:pt x="54918" y="110282"/>
                  <a:pt x="64294" y="101798"/>
                </a:cubicBezTo>
                <a:cubicBezTo>
                  <a:pt x="65633" y="120104"/>
                  <a:pt x="76349" y="120551"/>
                  <a:pt x="81260" y="120551"/>
                </a:cubicBezTo>
                <a:cubicBezTo>
                  <a:pt x="85279" y="120551"/>
                  <a:pt x="93315" y="120104"/>
                  <a:pt x="104031" y="107603"/>
                </a:cubicBezTo>
                <a:lnTo>
                  <a:pt x="104031" y="100905"/>
                </a:lnTo>
                <a:close/>
                <a:moveTo>
                  <a:pt x="104031" y="1009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15AD50-1DAE-406C-9E99-A08054E2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299" y="3054630"/>
            <a:ext cx="61168" cy="175022"/>
          </a:xfrm>
          <a:custGeom xmlns:a="http://schemas.openxmlformats.org/drawingml/2006/main">
            <a:pathLst>
              <a:path w="61168" h="175022">
                <a:moveTo>
                  <a:pt x="446" y="175022"/>
                </a:moveTo>
                <a:lnTo>
                  <a:pt x="61168" y="175022"/>
                </a:lnTo>
                <a:lnTo>
                  <a:pt x="61168" y="171004"/>
                </a:lnTo>
                <a:cubicBezTo>
                  <a:pt x="45988" y="170557"/>
                  <a:pt x="41523" y="168325"/>
                  <a:pt x="41523" y="153591"/>
                </a:cubicBezTo>
                <a:lnTo>
                  <a:pt x="41523" y="446"/>
                </a:lnTo>
                <a:lnTo>
                  <a:pt x="40630" y="0"/>
                </a:lnTo>
                <a:cubicBezTo>
                  <a:pt x="27236" y="4465"/>
                  <a:pt x="13395" y="8037"/>
                  <a:pt x="0" y="11162"/>
                </a:cubicBezTo>
                <a:lnTo>
                  <a:pt x="0" y="15180"/>
                </a:lnTo>
                <a:cubicBezTo>
                  <a:pt x="3125" y="15180"/>
                  <a:pt x="5358" y="14734"/>
                  <a:pt x="8483" y="14734"/>
                </a:cubicBezTo>
                <a:cubicBezTo>
                  <a:pt x="18752" y="14734"/>
                  <a:pt x="20092" y="18752"/>
                  <a:pt x="20092" y="30361"/>
                </a:cubicBezTo>
                <a:lnTo>
                  <a:pt x="20092" y="152698"/>
                </a:lnTo>
                <a:cubicBezTo>
                  <a:pt x="20092" y="166985"/>
                  <a:pt x="15627" y="170111"/>
                  <a:pt x="446" y="171004"/>
                </a:cubicBezTo>
                <a:lnTo>
                  <a:pt x="446" y="175022"/>
                </a:lnTo>
                <a:close/>
                <a:moveTo>
                  <a:pt x="446" y="1750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6F1A8-4085-4F3D-A57D-15B01997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8024" y="3111780"/>
            <a:ext cx="84386" cy="117872"/>
          </a:xfrm>
          <a:custGeom xmlns:a="http://schemas.openxmlformats.org/drawingml/2006/main">
            <a:pathLst>
              <a:path w="84386" h="117872">
                <a:moveTo>
                  <a:pt x="18306" y="96441"/>
                </a:moveTo>
                <a:cubicBezTo>
                  <a:pt x="18306" y="110728"/>
                  <a:pt x="13841" y="111621"/>
                  <a:pt x="0" y="113854"/>
                </a:cubicBezTo>
                <a:lnTo>
                  <a:pt x="0" y="117872"/>
                </a:lnTo>
                <a:lnTo>
                  <a:pt x="61615" y="117872"/>
                </a:lnTo>
                <a:lnTo>
                  <a:pt x="61615" y="113854"/>
                </a:lnTo>
                <a:cubicBezTo>
                  <a:pt x="48220" y="113407"/>
                  <a:pt x="39737" y="112514"/>
                  <a:pt x="39737" y="94655"/>
                </a:cubicBezTo>
                <a:lnTo>
                  <a:pt x="39737" y="37058"/>
                </a:lnTo>
                <a:cubicBezTo>
                  <a:pt x="39737" y="29021"/>
                  <a:pt x="50899" y="16073"/>
                  <a:pt x="57150" y="16073"/>
                </a:cubicBezTo>
                <a:cubicBezTo>
                  <a:pt x="63401" y="16073"/>
                  <a:pt x="65633" y="25003"/>
                  <a:pt x="74563" y="25003"/>
                </a:cubicBezTo>
                <a:cubicBezTo>
                  <a:pt x="80814" y="25003"/>
                  <a:pt x="84386" y="20092"/>
                  <a:pt x="84386" y="13841"/>
                </a:cubicBezTo>
                <a:cubicBezTo>
                  <a:pt x="84386" y="5358"/>
                  <a:pt x="79474" y="0"/>
                  <a:pt x="70545" y="0"/>
                </a:cubicBezTo>
                <a:cubicBezTo>
                  <a:pt x="60722" y="0"/>
                  <a:pt x="52239" y="4911"/>
                  <a:pt x="40184" y="23217"/>
                </a:cubicBezTo>
                <a:lnTo>
                  <a:pt x="39737" y="23217"/>
                </a:lnTo>
                <a:lnTo>
                  <a:pt x="39737" y="446"/>
                </a:lnTo>
                <a:lnTo>
                  <a:pt x="38398" y="0"/>
                </a:lnTo>
                <a:cubicBezTo>
                  <a:pt x="25896" y="4911"/>
                  <a:pt x="12948" y="9823"/>
                  <a:pt x="446" y="13841"/>
                </a:cubicBezTo>
                <a:lnTo>
                  <a:pt x="446" y="17859"/>
                </a:lnTo>
                <a:cubicBezTo>
                  <a:pt x="2679" y="17413"/>
                  <a:pt x="5358" y="16966"/>
                  <a:pt x="9376" y="16966"/>
                </a:cubicBezTo>
                <a:cubicBezTo>
                  <a:pt x="13395" y="16966"/>
                  <a:pt x="18306" y="16966"/>
                  <a:pt x="18306" y="32147"/>
                </a:cubicBezTo>
                <a:lnTo>
                  <a:pt x="18306" y="96441"/>
                </a:lnTo>
                <a:close/>
                <a:moveTo>
                  <a:pt x="18306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6FA61-1D81-4C96-B9FA-D5F19491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8264" y="3111780"/>
            <a:ext cx="102245" cy="120551"/>
          </a:xfrm>
          <a:custGeom xmlns:a="http://schemas.openxmlformats.org/drawingml/2006/main">
            <a:pathLst>
              <a:path w="102245" h="120551">
                <a:moveTo>
                  <a:pt x="98227" y="75902"/>
                </a:moveTo>
                <a:cubicBezTo>
                  <a:pt x="92422" y="85279"/>
                  <a:pt x="81260" y="102691"/>
                  <a:pt x="58489" y="102691"/>
                </a:cubicBezTo>
                <a:cubicBezTo>
                  <a:pt x="41523" y="102691"/>
                  <a:pt x="20985" y="92422"/>
                  <a:pt x="17859" y="46881"/>
                </a:cubicBezTo>
                <a:lnTo>
                  <a:pt x="97334" y="46881"/>
                </a:lnTo>
                <a:cubicBezTo>
                  <a:pt x="94655" y="13395"/>
                  <a:pt x="76349" y="0"/>
                  <a:pt x="52239" y="0"/>
                </a:cubicBezTo>
                <a:cubicBezTo>
                  <a:pt x="32147" y="0"/>
                  <a:pt x="0" y="15627"/>
                  <a:pt x="0" y="62954"/>
                </a:cubicBezTo>
                <a:cubicBezTo>
                  <a:pt x="0" y="99566"/>
                  <a:pt x="19645" y="120551"/>
                  <a:pt x="48220" y="120551"/>
                </a:cubicBezTo>
                <a:cubicBezTo>
                  <a:pt x="84832" y="120551"/>
                  <a:pt x="100012" y="85725"/>
                  <a:pt x="102245" y="77688"/>
                </a:cubicBezTo>
                <a:lnTo>
                  <a:pt x="98227" y="75902"/>
                </a:lnTo>
                <a:close/>
                <a:moveTo>
                  <a:pt x="18752" y="38844"/>
                </a:moveTo>
                <a:cubicBezTo>
                  <a:pt x="22771" y="16073"/>
                  <a:pt x="32593" y="9376"/>
                  <a:pt x="46881" y="9376"/>
                </a:cubicBezTo>
                <a:cubicBezTo>
                  <a:pt x="66973" y="9376"/>
                  <a:pt x="69652" y="26343"/>
                  <a:pt x="71438" y="38844"/>
                </a:cubicBezTo>
                <a:lnTo>
                  <a:pt x="18752" y="38844"/>
                </a:lnTo>
                <a:close/>
                <a:moveTo>
                  <a:pt x="18752" y="388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85BFD8-7991-4CF3-85F8-E22E473B7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804" y="3111780"/>
            <a:ext cx="120104" cy="117872"/>
          </a:xfrm>
          <a:custGeom xmlns:a="http://schemas.openxmlformats.org/drawingml/2006/main">
            <a:pathLst>
              <a:path w="120104" h="117872">
                <a:moveTo>
                  <a:pt x="16520" y="94655"/>
                </a:moveTo>
                <a:cubicBezTo>
                  <a:pt x="16520" y="109835"/>
                  <a:pt x="12502" y="113407"/>
                  <a:pt x="446" y="113854"/>
                </a:cubicBezTo>
                <a:lnTo>
                  <a:pt x="446" y="117872"/>
                </a:lnTo>
                <a:lnTo>
                  <a:pt x="54918" y="117872"/>
                </a:lnTo>
                <a:lnTo>
                  <a:pt x="54918" y="113854"/>
                </a:lnTo>
                <a:cubicBezTo>
                  <a:pt x="41523" y="113407"/>
                  <a:pt x="37951" y="108942"/>
                  <a:pt x="37951" y="100905"/>
                </a:cubicBezTo>
                <a:lnTo>
                  <a:pt x="37951" y="28575"/>
                </a:lnTo>
                <a:cubicBezTo>
                  <a:pt x="47774" y="19199"/>
                  <a:pt x="55811" y="14288"/>
                  <a:pt x="63401" y="14288"/>
                </a:cubicBezTo>
                <a:cubicBezTo>
                  <a:pt x="78581" y="14288"/>
                  <a:pt x="83046" y="23217"/>
                  <a:pt x="83046" y="38844"/>
                </a:cubicBezTo>
                <a:lnTo>
                  <a:pt x="83046" y="92422"/>
                </a:lnTo>
                <a:cubicBezTo>
                  <a:pt x="83046" y="112068"/>
                  <a:pt x="76349" y="113407"/>
                  <a:pt x="66973" y="113854"/>
                </a:cubicBezTo>
                <a:lnTo>
                  <a:pt x="66973" y="117872"/>
                </a:lnTo>
                <a:lnTo>
                  <a:pt x="120104" y="117872"/>
                </a:lnTo>
                <a:lnTo>
                  <a:pt x="120104" y="113854"/>
                </a:lnTo>
                <a:cubicBezTo>
                  <a:pt x="107603" y="112961"/>
                  <a:pt x="104477" y="108942"/>
                  <a:pt x="104477" y="97334"/>
                </a:cubicBezTo>
                <a:lnTo>
                  <a:pt x="104477" y="38398"/>
                </a:lnTo>
                <a:cubicBezTo>
                  <a:pt x="104477" y="6697"/>
                  <a:pt x="86618" y="0"/>
                  <a:pt x="74563" y="0"/>
                </a:cubicBezTo>
                <a:cubicBezTo>
                  <a:pt x="59382" y="0"/>
                  <a:pt x="50006" y="8930"/>
                  <a:pt x="37058" y="20538"/>
                </a:cubicBezTo>
                <a:lnTo>
                  <a:pt x="37058" y="446"/>
                </a:lnTo>
                <a:lnTo>
                  <a:pt x="35272" y="0"/>
                </a:lnTo>
                <a:cubicBezTo>
                  <a:pt x="23664" y="4465"/>
                  <a:pt x="11609" y="8037"/>
                  <a:pt x="0" y="11609"/>
                </a:cubicBezTo>
                <a:lnTo>
                  <a:pt x="0" y="16073"/>
                </a:lnTo>
                <a:cubicBezTo>
                  <a:pt x="893" y="15180"/>
                  <a:pt x="4018" y="14734"/>
                  <a:pt x="7590" y="14734"/>
                </a:cubicBezTo>
                <a:cubicBezTo>
                  <a:pt x="11609" y="14734"/>
                  <a:pt x="16520" y="15180"/>
                  <a:pt x="16520" y="31254"/>
                </a:cubicBezTo>
                <a:lnTo>
                  <a:pt x="16520" y="94655"/>
                </a:lnTo>
                <a:close/>
                <a:moveTo>
                  <a:pt x="16520" y="946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F3EEC4-2E0E-4C5F-BB4C-DBDFEEF2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0605" y="3054630"/>
            <a:ext cx="119211" cy="177701"/>
          </a:xfrm>
          <a:custGeom xmlns:a="http://schemas.openxmlformats.org/drawingml/2006/main">
            <a:pathLst>
              <a:path w="119211" h="177701">
                <a:moveTo>
                  <a:pt x="80367" y="148679"/>
                </a:moveTo>
                <a:cubicBezTo>
                  <a:pt x="78581" y="158055"/>
                  <a:pt x="68312" y="164306"/>
                  <a:pt x="57596" y="164306"/>
                </a:cubicBezTo>
                <a:cubicBezTo>
                  <a:pt x="40630" y="164306"/>
                  <a:pt x="22324" y="150019"/>
                  <a:pt x="22324" y="111621"/>
                </a:cubicBezTo>
                <a:cubicBezTo>
                  <a:pt x="22324" y="76795"/>
                  <a:pt x="39737" y="64294"/>
                  <a:pt x="54025" y="64294"/>
                </a:cubicBezTo>
                <a:cubicBezTo>
                  <a:pt x="66080" y="64294"/>
                  <a:pt x="78581" y="72330"/>
                  <a:pt x="80367" y="89743"/>
                </a:cubicBezTo>
                <a:lnTo>
                  <a:pt x="80367" y="148679"/>
                </a:lnTo>
                <a:close/>
                <a:moveTo>
                  <a:pt x="119211" y="160288"/>
                </a:moveTo>
                <a:cubicBezTo>
                  <a:pt x="101798" y="161627"/>
                  <a:pt x="101798" y="156270"/>
                  <a:pt x="101798" y="146000"/>
                </a:cubicBezTo>
                <a:lnTo>
                  <a:pt x="101798" y="446"/>
                </a:lnTo>
                <a:lnTo>
                  <a:pt x="100905" y="0"/>
                </a:lnTo>
                <a:cubicBezTo>
                  <a:pt x="88404" y="4465"/>
                  <a:pt x="75902" y="8037"/>
                  <a:pt x="62954" y="11162"/>
                </a:cubicBezTo>
                <a:lnTo>
                  <a:pt x="62954" y="15180"/>
                </a:lnTo>
                <a:cubicBezTo>
                  <a:pt x="65187" y="15180"/>
                  <a:pt x="67419" y="15180"/>
                  <a:pt x="69205" y="15180"/>
                </a:cubicBezTo>
                <a:cubicBezTo>
                  <a:pt x="80367" y="15180"/>
                  <a:pt x="80367" y="20538"/>
                  <a:pt x="80367" y="28129"/>
                </a:cubicBezTo>
                <a:lnTo>
                  <a:pt x="80367" y="68312"/>
                </a:lnTo>
                <a:cubicBezTo>
                  <a:pt x="71884" y="60722"/>
                  <a:pt x="64294" y="57150"/>
                  <a:pt x="53132" y="57150"/>
                </a:cubicBezTo>
                <a:cubicBezTo>
                  <a:pt x="24557" y="57150"/>
                  <a:pt x="0" y="86618"/>
                  <a:pt x="0" y="120104"/>
                </a:cubicBezTo>
                <a:cubicBezTo>
                  <a:pt x="0" y="172343"/>
                  <a:pt x="37058" y="177701"/>
                  <a:pt x="46881" y="177701"/>
                </a:cubicBezTo>
                <a:cubicBezTo>
                  <a:pt x="65633" y="177701"/>
                  <a:pt x="75456" y="168325"/>
                  <a:pt x="79921" y="161181"/>
                </a:cubicBezTo>
                <a:lnTo>
                  <a:pt x="80367" y="161181"/>
                </a:lnTo>
                <a:lnTo>
                  <a:pt x="80367" y="176808"/>
                </a:lnTo>
                <a:lnTo>
                  <a:pt x="81260" y="177701"/>
                </a:lnTo>
                <a:cubicBezTo>
                  <a:pt x="95101" y="172789"/>
                  <a:pt x="106710" y="168771"/>
                  <a:pt x="119211" y="164306"/>
                </a:cubicBezTo>
                <a:lnTo>
                  <a:pt x="119211" y="160288"/>
                </a:lnTo>
                <a:close/>
                <a:moveTo>
                  <a:pt x="119211" y="1602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805C1-BF67-4D3D-9F16-F746C254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8280" y="3111780"/>
            <a:ext cx="102245" cy="120551"/>
          </a:xfrm>
          <a:custGeom xmlns:a="http://schemas.openxmlformats.org/drawingml/2006/main">
            <a:pathLst>
              <a:path w="102245" h="120551">
                <a:moveTo>
                  <a:pt x="98227" y="75902"/>
                </a:moveTo>
                <a:cubicBezTo>
                  <a:pt x="92422" y="85279"/>
                  <a:pt x="81260" y="102691"/>
                  <a:pt x="58489" y="102691"/>
                </a:cubicBezTo>
                <a:cubicBezTo>
                  <a:pt x="41523" y="102691"/>
                  <a:pt x="20985" y="92422"/>
                  <a:pt x="17859" y="46881"/>
                </a:cubicBezTo>
                <a:lnTo>
                  <a:pt x="97334" y="46881"/>
                </a:lnTo>
                <a:cubicBezTo>
                  <a:pt x="94655" y="13395"/>
                  <a:pt x="76349" y="0"/>
                  <a:pt x="52239" y="0"/>
                </a:cubicBezTo>
                <a:cubicBezTo>
                  <a:pt x="32147" y="0"/>
                  <a:pt x="0" y="15627"/>
                  <a:pt x="0" y="62954"/>
                </a:cubicBezTo>
                <a:cubicBezTo>
                  <a:pt x="0" y="99566"/>
                  <a:pt x="19645" y="120551"/>
                  <a:pt x="48220" y="120551"/>
                </a:cubicBezTo>
                <a:cubicBezTo>
                  <a:pt x="84832" y="120551"/>
                  <a:pt x="100012" y="85725"/>
                  <a:pt x="102245" y="77688"/>
                </a:cubicBezTo>
                <a:lnTo>
                  <a:pt x="98227" y="75902"/>
                </a:lnTo>
                <a:close/>
                <a:moveTo>
                  <a:pt x="18752" y="38844"/>
                </a:moveTo>
                <a:cubicBezTo>
                  <a:pt x="22771" y="16073"/>
                  <a:pt x="32593" y="9376"/>
                  <a:pt x="46881" y="9376"/>
                </a:cubicBezTo>
                <a:cubicBezTo>
                  <a:pt x="66973" y="9376"/>
                  <a:pt x="69652" y="26343"/>
                  <a:pt x="71438" y="38844"/>
                </a:cubicBezTo>
                <a:lnTo>
                  <a:pt x="18752" y="38844"/>
                </a:lnTo>
                <a:close/>
                <a:moveTo>
                  <a:pt x="18752" y="388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75BA00-DFEE-4173-91F6-A13784C5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7141" y="3111780"/>
            <a:ext cx="84386" cy="117872"/>
          </a:xfrm>
          <a:custGeom xmlns:a="http://schemas.openxmlformats.org/drawingml/2006/main">
            <a:pathLst>
              <a:path w="84386" h="117872">
                <a:moveTo>
                  <a:pt x="18306" y="96441"/>
                </a:moveTo>
                <a:cubicBezTo>
                  <a:pt x="18306" y="110728"/>
                  <a:pt x="13841" y="111621"/>
                  <a:pt x="0" y="113854"/>
                </a:cubicBezTo>
                <a:lnTo>
                  <a:pt x="0" y="117872"/>
                </a:lnTo>
                <a:lnTo>
                  <a:pt x="61615" y="117872"/>
                </a:lnTo>
                <a:lnTo>
                  <a:pt x="61615" y="113854"/>
                </a:lnTo>
                <a:cubicBezTo>
                  <a:pt x="48220" y="113407"/>
                  <a:pt x="39737" y="112514"/>
                  <a:pt x="39737" y="94655"/>
                </a:cubicBezTo>
                <a:lnTo>
                  <a:pt x="39737" y="37058"/>
                </a:lnTo>
                <a:cubicBezTo>
                  <a:pt x="39737" y="29021"/>
                  <a:pt x="50899" y="16073"/>
                  <a:pt x="57150" y="16073"/>
                </a:cubicBezTo>
                <a:cubicBezTo>
                  <a:pt x="63401" y="16073"/>
                  <a:pt x="65633" y="25003"/>
                  <a:pt x="74563" y="25003"/>
                </a:cubicBezTo>
                <a:cubicBezTo>
                  <a:pt x="80814" y="25003"/>
                  <a:pt x="84386" y="20092"/>
                  <a:pt x="84386" y="13841"/>
                </a:cubicBezTo>
                <a:cubicBezTo>
                  <a:pt x="84386" y="5358"/>
                  <a:pt x="79474" y="0"/>
                  <a:pt x="70545" y="0"/>
                </a:cubicBezTo>
                <a:cubicBezTo>
                  <a:pt x="60722" y="0"/>
                  <a:pt x="52239" y="4911"/>
                  <a:pt x="40184" y="23217"/>
                </a:cubicBezTo>
                <a:lnTo>
                  <a:pt x="39737" y="23217"/>
                </a:lnTo>
                <a:lnTo>
                  <a:pt x="39737" y="446"/>
                </a:lnTo>
                <a:lnTo>
                  <a:pt x="38398" y="0"/>
                </a:lnTo>
                <a:cubicBezTo>
                  <a:pt x="25896" y="4911"/>
                  <a:pt x="12948" y="9823"/>
                  <a:pt x="446" y="13841"/>
                </a:cubicBezTo>
                <a:lnTo>
                  <a:pt x="446" y="17859"/>
                </a:lnTo>
                <a:cubicBezTo>
                  <a:pt x="2679" y="17413"/>
                  <a:pt x="5358" y="16966"/>
                  <a:pt x="9376" y="16966"/>
                </a:cubicBezTo>
                <a:cubicBezTo>
                  <a:pt x="13395" y="16966"/>
                  <a:pt x="18306" y="16966"/>
                  <a:pt x="18306" y="32147"/>
                </a:cubicBezTo>
                <a:lnTo>
                  <a:pt x="18306" y="96441"/>
                </a:lnTo>
                <a:close/>
                <a:moveTo>
                  <a:pt x="18306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964E1-0400-4928-B288-D9A01E14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5150" y="3054630"/>
            <a:ext cx="60722" cy="175022"/>
          </a:xfrm>
          <a:custGeom xmlns:a="http://schemas.openxmlformats.org/drawingml/2006/main">
            <a:pathLst>
              <a:path w="60722" h="175022">
                <a:moveTo>
                  <a:pt x="0" y="175022"/>
                </a:moveTo>
                <a:lnTo>
                  <a:pt x="60722" y="175022"/>
                </a:lnTo>
                <a:lnTo>
                  <a:pt x="60722" y="171004"/>
                </a:lnTo>
                <a:cubicBezTo>
                  <a:pt x="43309" y="170111"/>
                  <a:pt x="41970" y="165646"/>
                  <a:pt x="41970" y="148679"/>
                </a:cubicBezTo>
                <a:lnTo>
                  <a:pt x="41970" y="58043"/>
                </a:lnTo>
                <a:lnTo>
                  <a:pt x="40630" y="57150"/>
                </a:lnTo>
                <a:cubicBezTo>
                  <a:pt x="27682" y="62061"/>
                  <a:pt x="14288" y="66973"/>
                  <a:pt x="893" y="71438"/>
                </a:cubicBezTo>
                <a:lnTo>
                  <a:pt x="893" y="75009"/>
                </a:lnTo>
                <a:cubicBezTo>
                  <a:pt x="4465" y="74563"/>
                  <a:pt x="7590" y="74116"/>
                  <a:pt x="11162" y="74116"/>
                </a:cubicBezTo>
                <a:cubicBezTo>
                  <a:pt x="15627" y="74116"/>
                  <a:pt x="20538" y="74116"/>
                  <a:pt x="20538" y="89297"/>
                </a:cubicBezTo>
                <a:lnTo>
                  <a:pt x="20538" y="148679"/>
                </a:lnTo>
                <a:cubicBezTo>
                  <a:pt x="20538" y="168771"/>
                  <a:pt x="16073" y="170557"/>
                  <a:pt x="0" y="171004"/>
                </a:cubicBezTo>
                <a:lnTo>
                  <a:pt x="0" y="175022"/>
                </a:lnTo>
                <a:close/>
                <a:moveTo>
                  <a:pt x="16073" y="12948"/>
                </a:moveTo>
                <a:cubicBezTo>
                  <a:pt x="16073" y="17859"/>
                  <a:pt x="19645" y="26343"/>
                  <a:pt x="28575" y="26343"/>
                </a:cubicBezTo>
                <a:cubicBezTo>
                  <a:pt x="36612" y="26343"/>
                  <a:pt x="41970" y="20538"/>
                  <a:pt x="41970" y="12948"/>
                </a:cubicBezTo>
                <a:cubicBezTo>
                  <a:pt x="41970" y="5804"/>
                  <a:pt x="36612" y="0"/>
                  <a:pt x="28575" y="0"/>
                </a:cubicBezTo>
                <a:cubicBezTo>
                  <a:pt x="19645" y="0"/>
                  <a:pt x="16073" y="8037"/>
                  <a:pt x="16073" y="12948"/>
                </a:cubicBezTo>
                <a:close/>
                <a:moveTo>
                  <a:pt x="16073" y="129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550021-4908-4480-B427-D8BBDB63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6386" y="3111780"/>
            <a:ext cx="120104" cy="117872"/>
          </a:xfrm>
          <a:custGeom xmlns:a="http://schemas.openxmlformats.org/drawingml/2006/main">
            <a:pathLst>
              <a:path w="120104" h="117872">
                <a:moveTo>
                  <a:pt x="16520" y="94655"/>
                </a:moveTo>
                <a:cubicBezTo>
                  <a:pt x="16520" y="109835"/>
                  <a:pt x="12502" y="113407"/>
                  <a:pt x="446" y="113854"/>
                </a:cubicBezTo>
                <a:lnTo>
                  <a:pt x="446" y="117872"/>
                </a:lnTo>
                <a:lnTo>
                  <a:pt x="54918" y="117872"/>
                </a:lnTo>
                <a:lnTo>
                  <a:pt x="54918" y="113854"/>
                </a:lnTo>
                <a:cubicBezTo>
                  <a:pt x="41523" y="113407"/>
                  <a:pt x="37951" y="108942"/>
                  <a:pt x="37951" y="100905"/>
                </a:cubicBezTo>
                <a:lnTo>
                  <a:pt x="37951" y="28575"/>
                </a:lnTo>
                <a:cubicBezTo>
                  <a:pt x="47774" y="19199"/>
                  <a:pt x="55811" y="14288"/>
                  <a:pt x="63401" y="14288"/>
                </a:cubicBezTo>
                <a:cubicBezTo>
                  <a:pt x="78581" y="14288"/>
                  <a:pt x="83046" y="23217"/>
                  <a:pt x="83046" y="38844"/>
                </a:cubicBezTo>
                <a:lnTo>
                  <a:pt x="83046" y="92422"/>
                </a:lnTo>
                <a:cubicBezTo>
                  <a:pt x="83046" y="112068"/>
                  <a:pt x="76349" y="113407"/>
                  <a:pt x="66973" y="113854"/>
                </a:cubicBezTo>
                <a:lnTo>
                  <a:pt x="66973" y="117872"/>
                </a:lnTo>
                <a:lnTo>
                  <a:pt x="120104" y="117872"/>
                </a:lnTo>
                <a:lnTo>
                  <a:pt x="120104" y="113854"/>
                </a:lnTo>
                <a:cubicBezTo>
                  <a:pt x="107603" y="112961"/>
                  <a:pt x="104477" y="108942"/>
                  <a:pt x="104477" y="97334"/>
                </a:cubicBezTo>
                <a:lnTo>
                  <a:pt x="104477" y="38398"/>
                </a:lnTo>
                <a:cubicBezTo>
                  <a:pt x="104477" y="6697"/>
                  <a:pt x="86618" y="0"/>
                  <a:pt x="74563" y="0"/>
                </a:cubicBezTo>
                <a:cubicBezTo>
                  <a:pt x="59382" y="0"/>
                  <a:pt x="50006" y="8930"/>
                  <a:pt x="37058" y="20538"/>
                </a:cubicBezTo>
                <a:lnTo>
                  <a:pt x="37058" y="446"/>
                </a:lnTo>
                <a:lnTo>
                  <a:pt x="35272" y="0"/>
                </a:lnTo>
                <a:cubicBezTo>
                  <a:pt x="23664" y="4465"/>
                  <a:pt x="11609" y="8037"/>
                  <a:pt x="0" y="11609"/>
                </a:cubicBezTo>
                <a:lnTo>
                  <a:pt x="0" y="16073"/>
                </a:lnTo>
                <a:cubicBezTo>
                  <a:pt x="893" y="15180"/>
                  <a:pt x="4018" y="14734"/>
                  <a:pt x="7590" y="14734"/>
                </a:cubicBezTo>
                <a:cubicBezTo>
                  <a:pt x="11609" y="14734"/>
                  <a:pt x="16520" y="15180"/>
                  <a:pt x="16520" y="31254"/>
                </a:cubicBezTo>
                <a:lnTo>
                  <a:pt x="16520" y="94655"/>
                </a:lnTo>
                <a:close/>
                <a:moveTo>
                  <a:pt x="16520" y="946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26365F-5D93-449C-99EF-B31B5D3E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7633" y="3111780"/>
            <a:ext cx="113407" cy="173682"/>
          </a:xfrm>
          <a:custGeom xmlns:a="http://schemas.openxmlformats.org/drawingml/2006/main">
            <a:pathLst>
              <a:path w="113407" h="173682">
                <a:moveTo>
                  <a:pt x="17859" y="141089"/>
                </a:moveTo>
                <a:cubicBezTo>
                  <a:pt x="17859" y="133052"/>
                  <a:pt x="22771" y="127695"/>
                  <a:pt x="30361" y="118318"/>
                </a:cubicBezTo>
                <a:cubicBezTo>
                  <a:pt x="42416" y="120997"/>
                  <a:pt x="48220" y="120997"/>
                  <a:pt x="72330" y="121890"/>
                </a:cubicBezTo>
                <a:cubicBezTo>
                  <a:pt x="91083" y="122337"/>
                  <a:pt x="104031" y="122783"/>
                  <a:pt x="104031" y="134392"/>
                </a:cubicBezTo>
                <a:cubicBezTo>
                  <a:pt x="104031" y="147786"/>
                  <a:pt x="86618" y="158948"/>
                  <a:pt x="56257" y="158948"/>
                </a:cubicBezTo>
                <a:cubicBezTo>
                  <a:pt x="27236" y="158948"/>
                  <a:pt x="17859" y="148679"/>
                  <a:pt x="17859" y="141089"/>
                </a:cubicBezTo>
                <a:close/>
                <a:moveTo>
                  <a:pt x="31700" y="30361"/>
                </a:moveTo>
                <a:cubicBezTo>
                  <a:pt x="31700" y="12948"/>
                  <a:pt x="41970" y="7144"/>
                  <a:pt x="50899" y="7144"/>
                </a:cubicBezTo>
                <a:cubicBezTo>
                  <a:pt x="73223" y="7144"/>
                  <a:pt x="77242" y="41523"/>
                  <a:pt x="77242" y="48667"/>
                </a:cubicBezTo>
                <a:cubicBezTo>
                  <a:pt x="77242" y="54471"/>
                  <a:pt x="75902" y="73223"/>
                  <a:pt x="58489" y="73223"/>
                </a:cubicBezTo>
                <a:cubicBezTo>
                  <a:pt x="38398" y="73223"/>
                  <a:pt x="31700" y="50453"/>
                  <a:pt x="31700" y="30361"/>
                </a:cubicBezTo>
                <a:close/>
                <a:moveTo>
                  <a:pt x="113407" y="18306"/>
                </a:moveTo>
                <a:lnTo>
                  <a:pt x="113407" y="8483"/>
                </a:lnTo>
                <a:lnTo>
                  <a:pt x="93762" y="8483"/>
                </a:lnTo>
                <a:cubicBezTo>
                  <a:pt x="89297" y="8483"/>
                  <a:pt x="84832" y="8037"/>
                  <a:pt x="79474" y="5804"/>
                </a:cubicBezTo>
                <a:cubicBezTo>
                  <a:pt x="69205" y="2232"/>
                  <a:pt x="63401" y="0"/>
                  <a:pt x="54471" y="0"/>
                </a:cubicBezTo>
                <a:cubicBezTo>
                  <a:pt x="35272" y="0"/>
                  <a:pt x="10716" y="12502"/>
                  <a:pt x="10716" y="42862"/>
                </a:cubicBezTo>
                <a:cubicBezTo>
                  <a:pt x="10716" y="57596"/>
                  <a:pt x="19199" y="69652"/>
                  <a:pt x="34379" y="75902"/>
                </a:cubicBezTo>
                <a:cubicBezTo>
                  <a:pt x="11609" y="96441"/>
                  <a:pt x="11609" y="99566"/>
                  <a:pt x="11609" y="104031"/>
                </a:cubicBezTo>
                <a:cubicBezTo>
                  <a:pt x="11609" y="111175"/>
                  <a:pt x="18306" y="114300"/>
                  <a:pt x="25003" y="117425"/>
                </a:cubicBezTo>
                <a:cubicBezTo>
                  <a:pt x="12055" y="126802"/>
                  <a:pt x="0" y="137517"/>
                  <a:pt x="0" y="148679"/>
                </a:cubicBezTo>
                <a:cubicBezTo>
                  <a:pt x="0" y="162520"/>
                  <a:pt x="19199" y="173682"/>
                  <a:pt x="45541" y="173682"/>
                </a:cubicBezTo>
                <a:cubicBezTo>
                  <a:pt x="68312" y="173682"/>
                  <a:pt x="111175" y="159395"/>
                  <a:pt x="111175" y="130373"/>
                </a:cubicBezTo>
                <a:cubicBezTo>
                  <a:pt x="111175" y="123230"/>
                  <a:pt x="107603" y="104477"/>
                  <a:pt x="79921" y="103138"/>
                </a:cubicBezTo>
                <a:lnTo>
                  <a:pt x="46881" y="101352"/>
                </a:lnTo>
                <a:cubicBezTo>
                  <a:pt x="39291" y="101352"/>
                  <a:pt x="26789" y="100459"/>
                  <a:pt x="26789" y="94655"/>
                </a:cubicBezTo>
                <a:cubicBezTo>
                  <a:pt x="26789" y="89297"/>
                  <a:pt x="37058" y="79028"/>
                  <a:pt x="42416" y="78581"/>
                </a:cubicBezTo>
                <a:cubicBezTo>
                  <a:pt x="43755" y="78581"/>
                  <a:pt x="53132" y="79474"/>
                  <a:pt x="56257" y="79474"/>
                </a:cubicBezTo>
                <a:cubicBezTo>
                  <a:pt x="70545" y="79474"/>
                  <a:pt x="96887" y="69652"/>
                  <a:pt x="96887" y="41970"/>
                </a:cubicBezTo>
                <a:cubicBezTo>
                  <a:pt x="96887" y="29021"/>
                  <a:pt x="94655" y="24110"/>
                  <a:pt x="91976" y="18306"/>
                </a:cubicBezTo>
                <a:lnTo>
                  <a:pt x="113407" y="18306"/>
                </a:lnTo>
                <a:close/>
                <a:moveTo>
                  <a:pt x="113407" y="183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DB3D13-5CB1-4A6E-8427-F8F56E4C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5174" y="3056416"/>
            <a:ext cx="65187" cy="218777"/>
          </a:xfrm>
          <a:custGeom xmlns:a="http://schemas.openxmlformats.org/drawingml/2006/main">
            <a:pathLst>
              <a:path w="65187" h="218777">
                <a:moveTo>
                  <a:pt x="62954" y="0"/>
                </a:moveTo>
                <a:cubicBezTo>
                  <a:pt x="23217" y="23664"/>
                  <a:pt x="0" y="62061"/>
                  <a:pt x="0" y="106263"/>
                </a:cubicBezTo>
                <a:cubicBezTo>
                  <a:pt x="0" y="141536"/>
                  <a:pt x="8037" y="159841"/>
                  <a:pt x="20985" y="178147"/>
                </a:cubicBezTo>
                <a:cubicBezTo>
                  <a:pt x="30361" y="192881"/>
                  <a:pt x="47327" y="210741"/>
                  <a:pt x="62508" y="218777"/>
                </a:cubicBezTo>
                <a:lnTo>
                  <a:pt x="65187" y="214312"/>
                </a:lnTo>
                <a:cubicBezTo>
                  <a:pt x="21878" y="186630"/>
                  <a:pt x="21878" y="130373"/>
                  <a:pt x="21878" y="104477"/>
                </a:cubicBezTo>
                <a:cubicBezTo>
                  <a:pt x="21878" y="39291"/>
                  <a:pt x="46434" y="19199"/>
                  <a:pt x="65187" y="4018"/>
                </a:cubicBezTo>
                <a:lnTo>
                  <a:pt x="62954" y="0"/>
                </a:lnTo>
                <a:close/>
                <a:moveTo>
                  <a:pt x="6295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79210-5C85-4DFB-A2C4-EC3935DF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127" y="3059988"/>
            <a:ext cx="150019" cy="169664"/>
          </a:xfrm>
          <a:custGeom xmlns:a="http://schemas.openxmlformats.org/drawingml/2006/main">
            <a:pathLst>
              <a:path w="150019" h="169664">
                <a:moveTo>
                  <a:pt x="150019" y="126355"/>
                </a:moveTo>
                <a:lnTo>
                  <a:pt x="142875" y="126355"/>
                </a:lnTo>
                <a:cubicBezTo>
                  <a:pt x="131266" y="152251"/>
                  <a:pt x="118765" y="159841"/>
                  <a:pt x="86618" y="159841"/>
                </a:cubicBezTo>
                <a:cubicBezTo>
                  <a:pt x="48220" y="159841"/>
                  <a:pt x="48220" y="159841"/>
                  <a:pt x="48220" y="149126"/>
                </a:cubicBezTo>
                <a:lnTo>
                  <a:pt x="48220" y="85725"/>
                </a:lnTo>
                <a:lnTo>
                  <a:pt x="87957" y="86171"/>
                </a:lnTo>
                <a:cubicBezTo>
                  <a:pt x="108942" y="86171"/>
                  <a:pt x="112961" y="89743"/>
                  <a:pt x="116086" y="110282"/>
                </a:cubicBezTo>
                <a:lnTo>
                  <a:pt x="121890" y="110282"/>
                </a:lnTo>
                <a:lnTo>
                  <a:pt x="121890" y="50899"/>
                </a:lnTo>
                <a:lnTo>
                  <a:pt x="116086" y="50899"/>
                </a:lnTo>
                <a:cubicBezTo>
                  <a:pt x="113407" y="69205"/>
                  <a:pt x="110728" y="75456"/>
                  <a:pt x="87957" y="75456"/>
                </a:cubicBezTo>
                <a:lnTo>
                  <a:pt x="48220" y="75456"/>
                </a:lnTo>
                <a:lnTo>
                  <a:pt x="48220" y="18306"/>
                </a:lnTo>
                <a:cubicBezTo>
                  <a:pt x="48220" y="9823"/>
                  <a:pt x="51346" y="9823"/>
                  <a:pt x="56704" y="9823"/>
                </a:cubicBezTo>
                <a:lnTo>
                  <a:pt x="91529" y="9823"/>
                </a:lnTo>
                <a:cubicBezTo>
                  <a:pt x="120104" y="9823"/>
                  <a:pt x="126355" y="13841"/>
                  <a:pt x="130373" y="36612"/>
                </a:cubicBezTo>
                <a:lnTo>
                  <a:pt x="136624" y="36612"/>
                </a:lnTo>
                <a:lnTo>
                  <a:pt x="136178" y="0"/>
                </a:lnTo>
                <a:lnTo>
                  <a:pt x="0" y="0"/>
                </a:lnTo>
                <a:lnTo>
                  <a:pt x="0" y="4911"/>
                </a:lnTo>
                <a:cubicBezTo>
                  <a:pt x="16073" y="6251"/>
                  <a:pt x="22324" y="7590"/>
                  <a:pt x="22324" y="28129"/>
                </a:cubicBezTo>
                <a:lnTo>
                  <a:pt x="22324" y="141536"/>
                </a:lnTo>
                <a:cubicBezTo>
                  <a:pt x="22324" y="161627"/>
                  <a:pt x="16520" y="163860"/>
                  <a:pt x="0" y="164753"/>
                </a:cubicBezTo>
                <a:lnTo>
                  <a:pt x="0" y="169664"/>
                </a:lnTo>
                <a:lnTo>
                  <a:pt x="138410" y="169664"/>
                </a:lnTo>
                <a:lnTo>
                  <a:pt x="150019" y="126355"/>
                </a:lnTo>
                <a:close/>
                <a:moveTo>
                  <a:pt x="150019" y="1263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D627E-675A-45FC-851F-9D30CA2D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0817" y="3111780"/>
            <a:ext cx="118765" cy="173682"/>
          </a:xfrm>
          <a:custGeom xmlns:a="http://schemas.openxmlformats.org/drawingml/2006/main">
            <a:pathLst>
              <a:path w="118765" h="173682">
                <a:moveTo>
                  <a:pt x="86171" y="8930"/>
                </a:moveTo>
                <a:cubicBezTo>
                  <a:pt x="75902" y="3125"/>
                  <a:pt x="70098" y="0"/>
                  <a:pt x="57150" y="0"/>
                </a:cubicBezTo>
                <a:cubicBezTo>
                  <a:pt x="25003" y="0"/>
                  <a:pt x="0" y="28129"/>
                  <a:pt x="0" y="63401"/>
                </a:cubicBezTo>
                <a:cubicBezTo>
                  <a:pt x="0" y="102245"/>
                  <a:pt x="19199" y="120551"/>
                  <a:pt x="41970" y="120551"/>
                </a:cubicBezTo>
                <a:cubicBezTo>
                  <a:pt x="57596" y="120551"/>
                  <a:pt x="75456" y="109835"/>
                  <a:pt x="79921" y="101798"/>
                </a:cubicBezTo>
                <a:lnTo>
                  <a:pt x="81260" y="101798"/>
                </a:lnTo>
                <a:lnTo>
                  <a:pt x="81260" y="149572"/>
                </a:lnTo>
                <a:cubicBezTo>
                  <a:pt x="81260" y="162520"/>
                  <a:pt x="77688" y="168325"/>
                  <a:pt x="58489" y="169218"/>
                </a:cubicBezTo>
                <a:lnTo>
                  <a:pt x="58489" y="173682"/>
                </a:lnTo>
                <a:lnTo>
                  <a:pt x="118765" y="173682"/>
                </a:lnTo>
                <a:lnTo>
                  <a:pt x="118765" y="170111"/>
                </a:lnTo>
                <a:cubicBezTo>
                  <a:pt x="107156" y="167432"/>
                  <a:pt x="102691" y="166092"/>
                  <a:pt x="102691" y="154037"/>
                </a:cubicBezTo>
                <a:lnTo>
                  <a:pt x="102691" y="893"/>
                </a:lnTo>
                <a:lnTo>
                  <a:pt x="101798" y="0"/>
                </a:lnTo>
                <a:lnTo>
                  <a:pt x="100012" y="893"/>
                </a:lnTo>
                <a:lnTo>
                  <a:pt x="86171" y="8930"/>
                </a:lnTo>
                <a:close/>
                <a:moveTo>
                  <a:pt x="81260" y="85279"/>
                </a:moveTo>
                <a:cubicBezTo>
                  <a:pt x="80814" y="93315"/>
                  <a:pt x="80814" y="97780"/>
                  <a:pt x="67419" y="102691"/>
                </a:cubicBezTo>
                <a:cubicBezTo>
                  <a:pt x="62954" y="104477"/>
                  <a:pt x="58489" y="104924"/>
                  <a:pt x="54918" y="104924"/>
                </a:cubicBezTo>
                <a:cubicBezTo>
                  <a:pt x="32147" y="104924"/>
                  <a:pt x="21878" y="80367"/>
                  <a:pt x="21878" y="56704"/>
                </a:cubicBezTo>
                <a:cubicBezTo>
                  <a:pt x="21878" y="25896"/>
                  <a:pt x="35719" y="7144"/>
                  <a:pt x="56704" y="7144"/>
                </a:cubicBezTo>
                <a:cubicBezTo>
                  <a:pt x="80814" y="7144"/>
                  <a:pt x="81260" y="25450"/>
                  <a:pt x="81260" y="32593"/>
                </a:cubicBezTo>
                <a:lnTo>
                  <a:pt x="81260" y="85279"/>
                </a:lnTo>
                <a:close/>
                <a:moveTo>
                  <a:pt x="81260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86E5B3-9C4B-439E-9372-A1F11707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637" y="3111780"/>
            <a:ext cx="76349" cy="120551"/>
          </a:xfrm>
          <a:custGeom xmlns:a="http://schemas.openxmlformats.org/drawingml/2006/main">
            <a:pathLst>
              <a:path w="76349" h="120551">
                <a:moveTo>
                  <a:pt x="67866" y="37505"/>
                </a:moveTo>
                <a:lnTo>
                  <a:pt x="66973" y="2232"/>
                </a:lnTo>
                <a:lnTo>
                  <a:pt x="63847" y="2232"/>
                </a:lnTo>
                <a:cubicBezTo>
                  <a:pt x="62954" y="3125"/>
                  <a:pt x="62061" y="4911"/>
                  <a:pt x="59382" y="4911"/>
                </a:cubicBezTo>
                <a:cubicBezTo>
                  <a:pt x="55364" y="4911"/>
                  <a:pt x="47327" y="0"/>
                  <a:pt x="36165" y="0"/>
                </a:cubicBezTo>
                <a:cubicBezTo>
                  <a:pt x="11162" y="0"/>
                  <a:pt x="0" y="16966"/>
                  <a:pt x="0" y="31254"/>
                </a:cubicBezTo>
                <a:cubicBezTo>
                  <a:pt x="0" y="50006"/>
                  <a:pt x="14288" y="59829"/>
                  <a:pt x="29914" y="68759"/>
                </a:cubicBezTo>
                <a:lnTo>
                  <a:pt x="45095" y="77242"/>
                </a:lnTo>
                <a:cubicBezTo>
                  <a:pt x="53132" y="81707"/>
                  <a:pt x="58489" y="87957"/>
                  <a:pt x="58489" y="95994"/>
                </a:cubicBezTo>
                <a:cubicBezTo>
                  <a:pt x="58489" y="110728"/>
                  <a:pt x="46434" y="114746"/>
                  <a:pt x="37505" y="114746"/>
                </a:cubicBezTo>
                <a:cubicBezTo>
                  <a:pt x="12502" y="114746"/>
                  <a:pt x="7590" y="92422"/>
                  <a:pt x="4465" y="79028"/>
                </a:cubicBezTo>
                <a:lnTo>
                  <a:pt x="446" y="79028"/>
                </a:lnTo>
                <a:lnTo>
                  <a:pt x="446" y="118765"/>
                </a:lnTo>
                <a:lnTo>
                  <a:pt x="3572" y="118765"/>
                </a:lnTo>
                <a:cubicBezTo>
                  <a:pt x="5358" y="116532"/>
                  <a:pt x="6251" y="115639"/>
                  <a:pt x="9376" y="115639"/>
                </a:cubicBezTo>
                <a:cubicBezTo>
                  <a:pt x="16520" y="115639"/>
                  <a:pt x="27682" y="120551"/>
                  <a:pt x="39291" y="120551"/>
                </a:cubicBezTo>
                <a:cubicBezTo>
                  <a:pt x="55364" y="120551"/>
                  <a:pt x="76349" y="109835"/>
                  <a:pt x="76349" y="87511"/>
                </a:cubicBezTo>
                <a:cubicBezTo>
                  <a:pt x="76349" y="71884"/>
                  <a:pt x="67419" y="64740"/>
                  <a:pt x="54918" y="57150"/>
                </a:cubicBezTo>
                <a:lnTo>
                  <a:pt x="27236" y="40630"/>
                </a:lnTo>
                <a:cubicBezTo>
                  <a:pt x="17413" y="35272"/>
                  <a:pt x="16073" y="27682"/>
                  <a:pt x="16073" y="22324"/>
                </a:cubicBezTo>
                <a:cubicBezTo>
                  <a:pt x="16073" y="16073"/>
                  <a:pt x="21431" y="5804"/>
                  <a:pt x="35272" y="5804"/>
                </a:cubicBezTo>
                <a:cubicBezTo>
                  <a:pt x="46881" y="5804"/>
                  <a:pt x="58489" y="11162"/>
                  <a:pt x="63847" y="37505"/>
                </a:cubicBezTo>
                <a:lnTo>
                  <a:pt x="67866" y="37505"/>
                </a:lnTo>
                <a:close/>
                <a:moveTo>
                  <a:pt x="67866" y="3750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6D609-6741-4FC4-A9D1-FC5815292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227" y="3204202"/>
            <a:ext cx="28575" cy="28129"/>
          </a:xfrm>
          <a:custGeom xmlns:a="http://schemas.openxmlformats.org/drawingml/2006/main">
            <a:pathLst>
              <a:path w="28575" h="28129">
                <a:moveTo>
                  <a:pt x="14288" y="28129"/>
                </a:moveTo>
                <a:cubicBezTo>
                  <a:pt x="19645" y="28129"/>
                  <a:pt x="28575" y="24110"/>
                  <a:pt x="28575" y="14288"/>
                </a:cubicBezTo>
                <a:cubicBezTo>
                  <a:pt x="28575" y="6697"/>
                  <a:pt x="21878" y="0"/>
                  <a:pt x="14288" y="0"/>
                </a:cubicBezTo>
                <a:cubicBezTo>
                  <a:pt x="6697" y="0"/>
                  <a:pt x="0" y="6251"/>
                  <a:pt x="0" y="14288"/>
                </a:cubicBezTo>
                <a:cubicBezTo>
                  <a:pt x="0" y="24110"/>
                  <a:pt x="8930" y="28129"/>
                  <a:pt x="14288" y="28129"/>
                </a:cubicBezTo>
                <a:close/>
                <a:moveTo>
                  <a:pt x="14288" y="281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96215-45C8-4A0C-9271-DE4462DB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8080" y="3056416"/>
            <a:ext cx="109835" cy="179040"/>
          </a:xfrm>
          <a:custGeom xmlns:a="http://schemas.openxmlformats.org/drawingml/2006/main">
            <a:pathLst>
              <a:path w="109835" h="179040">
                <a:moveTo>
                  <a:pt x="7590" y="179040"/>
                </a:moveTo>
                <a:cubicBezTo>
                  <a:pt x="72777" y="174575"/>
                  <a:pt x="109835" y="125909"/>
                  <a:pt x="109835" y="71884"/>
                </a:cubicBezTo>
                <a:cubicBezTo>
                  <a:pt x="109835" y="29021"/>
                  <a:pt x="85279" y="0"/>
                  <a:pt x="54025" y="0"/>
                </a:cubicBezTo>
                <a:cubicBezTo>
                  <a:pt x="20538" y="0"/>
                  <a:pt x="0" y="27682"/>
                  <a:pt x="0" y="61615"/>
                </a:cubicBezTo>
                <a:cubicBezTo>
                  <a:pt x="0" y="82600"/>
                  <a:pt x="12055" y="112514"/>
                  <a:pt x="46434" y="112514"/>
                </a:cubicBezTo>
                <a:cubicBezTo>
                  <a:pt x="58936" y="112514"/>
                  <a:pt x="72777" y="108049"/>
                  <a:pt x="83939" y="98227"/>
                </a:cubicBezTo>
                <a:lnTo>
                  <a:pt x="84386" y="99120"/>
                </a:lnTo>
                <a:cubicBezTo>
                  <a:pt x="83046" y="105370"/>
                  <a:pt x="68759" y="163413"/>
                  <a:pt x="6697" y="173682"/>
                </a:cubicBezTo>
                <a:lnTo>
                  <a:pt x="7590" y="179040"/>
                </a:lnTo>
                <a:close/>
                <a:moveTo>
                  <a:pt x="85279" y="82153"/>
                </a:moveTo>
                <a:cubicBezTo>
                  <a:pt x="85279" y="87064"/>
                  <a:pt x="84386" y="89743"/>
                  <a:pt x="81260" y="92422"/>
                </a:cubicBezTo>
                <a:cubicBezTo>
                  <a:pt x="75902" y="96887"/>
                  <a:pt x="64740" y="101352"/>
                  <a:pt x="56704" y="101352"/>
                </a:cubicBezTo>
                <a:cubicBezTo>
                  <a:pt x="29468" y="101352"/>
                  <a:pt x="23664" y="71438"/>
                  <a:pt x="23664" y="51792"/>
                </a:cubicBezTo>
                <a:cubicBezTo>
                  <a:pt x="23664" y="30807"/>
                  <a:pt x="29468" y="7144"/>
                  <a:pt x="50899" y="7144"/>
                </a:cubicBezTo>
                <a:cubicBezTo>
                  <a:pt x="85279" y="7144"/>
                  <a:pt x="85279" y="57150"/>
                  <a:pt x="85279" y="72330"/>
                </a:cubicBezTo>
                <a:lnTo>
                  <a:pt x="85279" y="82153"/>
                </a:lnTo>
                <a:close/>
                <a:moveTo>
                  <a:pt x="85279" y="82153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B1B99-469F-448D-987A-BEF5F0DD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8612" y="3165358"/>
            <a:ext cx="128141" cy="12948"/>
          </a:xfrm>
          <a:custGeom xmlns:a="http://schemas.openxmlformats.org/drawingml/2006/main">
            <a:pathLst>
              <a:path w="128141" h="12948">
                <a:moveTo>
                  <a:pt x="0" y="0"/>
                </a:moveTo>
                <a:lnTo>
                  <a:pt x="0" y="12948"/>
                </a:lnTo>
                <a:lnTo>
                  <a:pt x="128141" y="12948"/>
                </a:lnTo>
                <a:lnTo>
                  <a:pt x="128141" y="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E844A1-AFC4-4042-98D7-2FA0011E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309" y="3056416"/>
            <a:ext cx="72330" cy="173236"/>
          </a:xfrm>
          <a:custGeom xmlns:a="http://schemas.openxmlformats.org/drawingml/2006/main">
            <a:pathLst>
              <a:path w="72330" h="173236">
                <a:moveTo>
                  <a:pt x="1786" y="173236"/>
                </a:moveTo>
                <a:lnTo>
                  <a:pt x="72330" y="173236"/>
                </a:lnTo>
                <a:lnTo>
                  <a:pt x="72330" y="169218"/>
                </a:lnTo>
                <a:cubicBezTo>
                  <a:pt x="53132" y="169218"/>
                  <a:pt x="48220" y="166539"/>
                  <a:pt x="48220" y="154484"/>
                </a:cubicBezTo>
                <a:lnTo>
                  <a:pt x="48220" y="446"/>
                </a:lnTo>
                <a:lnTo>
                  <a:pt x="45988" y="0"/>
                </a:lnTo>
                <a:lnTo>
                  <a:pt x="0" y="23217"/>
                </a:lnTo>
                <a:lnTo>
                  <a:pt x="0" y="26789"/>
                </a:lnTo>
                <a:cubicBezTo>
                  <a:pt x="14288" y="21431"/>
                  <a:pt x="14288" y="21431"/>
                  <a:pt x="17413" y="21431"/>
                </a:cubicBezTo>
                <a:cubicBezTo>
                  <a:pt x="25896" y="21431"/>
                  <a:pt x="25896" y="28129"/>
                  <a:pt x="25896" y="33486"/>
                </a:cubicBezTo>
                <a:lnTo>
                  <a:pt x="25896" y="149572"/>
                </a:lnTo>
                <a:cubicBezTo>
                  <a:pt x="25896" y="168325"/>
                  <a:pt x="16520" y="168771"/>
                  <a:pt x="1786" y="169218"/>
                </a:cubicBezTo>
                <a:lnTo>
                  <a:pt x="1786" y="173236"/>
                </a:lnTo>
                <a:close/>
                <a:moveTo>
                  <a:pt x="1786" y="17323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67F48-7D33-4680-B7DD-D99AF006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2446" y="3056416"/>
            <a:ext cx="114300" cy="173236"/>
          </a:xfrm>
          <a:custGeom xmlns:a="http://schemas.openxmlformats.org/drawingml/2006/main">
            <a:pathLst>
              <a:path w="114300" h="173236">
                <a:moveTo>
                  <a:pt x="114300" y="137964"/>
                </a:moveTo>
                <a:lnTo>
                  <a:pt x="110728" y="136624"/>
                </a:lnTo>
                <a:cubicBezTo>
                  <a:pt x="100905" y="153144"/>
                  <a:pt x="95994" y="153591"/>
                  <a:pt x="86618" y="153591"/>
                </a:cubicBezTo>
                <a:lnTo>
                  <a:pt x="25003" y="153591"/>
                </a:lnTo>
                <a:lnTo>
                  <a:pt x="68312" y="108496"/>
                </a:lnTo>
                <a:cubicBezTo>
                  <a:pt x="79474" y="96441"/>
                  <a:pt x="100905" y="73223"/>
                  <a:pt x="100905" y="45988"/>
                </a:cubicBezTo>
                <a:cubicBezTo>
                  <a:pt x="100905" y="17413"/>
                  <a:pt x="78135" y="0"/>
                  <a:pt x="54471" y="0"/>
                </a:cubicBezTo>
                <a:cubicBezTo>
                  <a:pt x="32147" y="0"/>
                  <a:pt x="8037" y="12502"/>
                  <a:pt x="446" y="50899"/>
                </a:cubicBezTo>
                <a:lnTo>
                  <a:pt x="5804" y="52239"/>
                </a:lnTo>
                <a:cubicBezTo>
                  <a:pt x="11162" y="38398"/>
                  <a:pt x="19199" y="18752"/>
                  <a:pt x="42416" y="18752"/>
                </a:cubicBezTo>
                <a:cubicBezTo>
                  <a:pt x="72777" y="18752"/>
                  <a:pt x="79028" y="42416"/>
                  <a:pt x="79028" y="55811"/>
                </a:cubicBezTo>
                <a:cubicBezTo>
                  <a:pt x="79028" y="75009"/>
                  <a:pt x="67866" y="97780"/>
                  <a:pt x="45541" y="121890"/>
                </a:cubicBezTo>
                <a:lnTo>
                  <a:pt x="0" y="170111"/>
                </a:lnTo>
                <a:lnTo>
                  <a:pt x="0" y="173236"/>
                </a:lnTo>
                <a:lnTo>
                  <a:pt x="100012" y="173236"/>
                </a:lnTo>
                <a:lnTo>
                  <a:pt x="114300" y="137964"/>
                </a:lnTo>
                <a:close/>
                <a:moveTo>
                  <a:pt x="114300" y="13796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64C2C-B73B-47BE-AA09-6AF76B86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0568" y="3056416"/>
            <a:ext cx="65633" cy="218777"/>
          </a:xfrm>
          <a:custGeom xmlns:a="http://schemas.openxmlformats.org/drawingml/2006/main">
            <a:pathLst>
              <a:path w="65633" h="218777">
                <a:moveTo>
                  <a:pt x="2232" y="218777"/>
                </a:moveTo>
                <a:cubicBezTo>
                  <a:pt x="41970" y="195114"/>
                  <a:pt x="65633" y="156716"/>
                  <a:pt x="65633" y="112514"/>
                </a:cubicBezTo>
                <a:cubicBezTo>
                  <a:pt x="65633" y="77242"/>
                  <a:pt x="57150" y="58489"/>
                  <a:pt x="44648" y="40184"/>
                </a:cubicBezTo>
                <a:cubicBezTo>
                  <a:pt x="34826" y="25896"/>
                  <a:pt x="17859" y="8037"/>
                  <a:pt x="3125" y="0"/>
                </a:cubicBezTo>
                <a:lnTo>
                  <a:pt x="0" y="4018"/>
                </a:lnTo>
                <a:cubicBezTo>
                  <a:pt x="43309" y="32147"/>
                  <a:pt x="43309" y="87957"/>
                  <a:pt x="43309" y="114300"/>
                </a:cubicBezTo>
                <a:cubicBezTo>
                  <a:pt x="43309" y="179487"/>
                  <a:pt x="18752" y="199579"/>
                  <a:pt x="0" y="214312"/>
                </a:cubicBezTo>
                <a:lnTo>
                  <a:pt x="2232" y="218777"/>
                </a:lnTo>
                <a:close/>
                <a:moveTo>
                  <a:pt x="2232" y="2187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B66B6-C53C-4B08-989B-593C86A2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8229" y="3486150"/>
            <a:ext cx="136959" cy="154930"/>
          </a:xfrm>
          <a:custGeom xmlns:a="http://schemas.openxmlformats.org/drawingml/2006/main">
            <a:pathLst>
              <a:path w="136959" h="154930">
                <a:moveTo>
                  <a:pt x="75902" y="17748"/>
                </a:moveTo>
                <a:cubicBezTo>
                  <a:pt x="78023" y="9599"/>
                  <a:pt x="78693" y="7032"/>
                  <a:pt x="99901" y="7032"/>
                </a:cubicBezTo>
                <a:cubicBezTo>
                  <a:pt x="106710" y="7032"/>
                  <a:pt x="108607" y="7032"/>
                  <a:pt x="108607" y="2791"/>
                </a:cubicBezTo>
                <a:cubicBezTo>
                  <a:pt x="108607" y="0"/>
                  <a:pt x="106152" y="0"/>
                  <a:pt x="104924" y="0"/>
                </a:cubicBezTo>
                <a:cubicBezTo>
                  <a:pt x="97445" y="0"/>
                  <a:pt x="78916" y="670"/>
                  <a:pt x="71438" y="670"/>
                </a:cubicBezTo>
                <a:cubicBezTo>
                  <a:pt x="64629" y="670"/>
                  <a:pt x="47997" y="0"/>
                  <a:pt x="41188" y="0"/>
                </a:cubicBezTo>
                <a:cubicBezTo>
                  <a:pt x="39625" y="0"/>
                  <a:pt x="36947" y="0"/>
                  <a:pt x="36947" y="4576"/>
                </a:cubicBezTo>
                <a:cubicBezTo>
                  <a:pt x="36947" y="7032"/>
                  <a:pt x="38956" y="7032"/>
                  <a:pt x="43309" y="7032"/>
                </a:cubicBezTo>
                <a:cubicBezTo>
                  <a:pt x="43755" y="7032"/>
                  <a:pt x="47997" y="7032"/>
                  <a:pt x="51904" y="7479"/>
                </a:cubicBezTo>
                <a:cubicBezTo>
                  <a:pt x="55922" y="8037"/>
                  <a:pt x="58043" y="8260"/>
                  <a:pt x="58043" y="11162"/>
                </a:cubicBezTo>
                <a:cubicBezTo>
                  <a:pt x="58043" y="12055"/>
                  <a:pt x="57820" y="12725"/>
                  <a:pt x="57150" y="15515"/>
                </a:cubicBezTo>
                <a:lnTo>
                  <a:pt x="26677" y="137294"/>
                </a:lnTo>
                <a:cubicBezTo>
                  <a:pt x="24445" y="146112"/>
                  <a:pt x="23999" y="147898"/>
                  <a:pt x="6028" y="147898"/>
                </a:cubicBezTo>
                <a:cubicBezTo>
                  <a:pt x="2232" y="147898"/>
                  <a:pt x="0" y="147898"/>
                  <a:pt x="0" y="152474"/>
                </a:cubicBezTo>
                <a:cubicBezTo>
                  <a:pt x="0" y="154930"/>
                  <a:pt x="2009" y="154930"/>
                  <a:pt x="6028" y="154930"/>
                </a:cubicBezTo>
                <a:lnTo>
                  <a:pt x="111063" y="154930"/>
                </a:lnTo>
                <a:cubicBezTo>
                  <a:pt x="116532" y="154930"/>
                  <a:pt x="116756" y="154930"/>
                  <a:pt x="118095" y="151135"/>
                </a:cubicBezTo>
                <a:lnTo>
                  <a:pt x="136066" y="102133"/>
                </a:lnTo>
                <a:cubicBezTo>
                  <a:pt x="136959" y="99566"/>
                  <a:pt x="136959" y="99120"/>
                  <a:pt x="136959" y="98896"/>
                </a:cubicBezTo>
                <a:cubicBezTo>
                  <a:pt x="136959" y="98003"/>
                  <a:pt x="136289" y="96441"/>
                  <a:pt x="134169" y="96441"/>
                </a:cubicBezTo>
                <a:cubicBezTo>
                  <a:pt x="132159" y="96441"/>
                  <a:pt x="131936" y="97557"/>
                  <a:pt x="130373" y="101240"/>
                </a:cubicBezTo>
                <a:cubicBezTo>
                  <a:pt x="122672" y="122113"/>
                  <a:pt x="112626" y="147898"/>
                  <a:pt x="73447" y="147898"/>
                </a:cubicBezTo>
                <a:lnTo>
                  <a:pt x="52127" y="147898"/>
                </a:lnTo>
                <a:cubicBezTo>
                  <a:pt x="48890" y="147898"/>
                  <a:pt x="48444" y="147898"/>
                  <a:pt x="47104" y="147675"/>
                </a:cubicBezTo>
                <a:cubicBezTo>
                  <a:pt x="44872" y="147451"/>
                  <a:pt x="44202" y="147228"/>
                  <a:pt x="44202" y="145442"/>
                </a:cubicBezTo>
                <a:cubicBezTo>
                  <a:pt x="44202" y="144773"/>
                  <a:pt x="44202" y="144326"/>
                  <a:pt x="45318" y="140196"/>
                </a:cubicBezTo>
                <a:lnTo>
                  <a:pt x="75902" y="17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9885C-A858-4AF2-84F6-AAE4773F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802" y="3477109"/>
            <a:ext cx="62731" cy="71772"/>
          </a:xfrm>
          <a:custGeom xmlns:a="http://schemas.openxmlformats.org/drawingml/2006/main">
            <a:pathLst>
              <a:path w="62731" h="71772">
                <a:moveTo>
                  <a:pt x="50899" y="53243"/>
                </a:moveTo>
                <a:cubicBezTo>
                  <a:pt x="42081" y="62619"/>
                  <a:pt x="35942" y="66080"/>
                  <a:pt x="28129" y="66080"/>
                </a:cubicBezTo>
                <a:cubicBezTo>
                  <a:pt x="19087" y="66080"/>
                  <a:pt x="13729" y="59271"/>
                  <a:pt x="13729" y="47997"/>
                </a:cubicBezTo>
                <a:cubicBezTo>
                  <a:pt x="13729" y="34491"/>
                  <a:pt x="19199" y="20315"/>
                  <a:pt x="28129" y="10939"/>
                </a:cubicBezTo>
                <a:cubicBezTo>
                  <a:pt x="32817" y="6251"/>
                  <a:pt x="39067" y="3349"/>
                  <a:pt x="45318" y="3349"/>
                </a:cubicBezTo>
                <a:cubicBezTo>
                  <a:pt x="49002" y="3349"/>
                  <a:pt x="51346" y="4576"/>
                  <a:pt x="51346" y="6474"/>
                </a:cubicBezTo>
                <a:cubicBezTo>
                  <a:pt x="51346" y="7367"/>
                  <a:pt x="51011" y="8037"/>
                  <a:pt x="50453" y="9488"/>
                </a:cubicBezTo>
                <a:cubicBezTo>
                  <a:pt x="49337" y="11609"/>
                  <a:pt x="49002" y="12725"/>
                  <a:pt x="49002" y="14176"/>
                </a:cubicBezTo>
                <a:cubicBezTo>
                  <a:pt x="49002" y="17971"/>
                  <a:pt x="51346" y="20203"/>
                  <a:pt x="55141" y="20203"/>
                </a:cubicBezTo>
                <a:cubicBezTo>
                  <a:pt x="59494" y="20203"/>
                  <a:pt x="62731" y="16966"/>
                  <a:pt x="62731" y="12836"/>
                </a:cubicBezTo>
                <a:cubicBezTo>
                  <a:pt x="62731" y="5581"/>
                  <a:pt x="55587" y="0"/>
                  <a:pt x="46100" y="0"/>
                </a:cubicBezTo>
                <a:cubicBezTo>
                  <a:pt x="22324" y="0"/>
                  <a:pt x="0" y="23217"/>
                  <a:pt x="0" y="47997"/>
                </a:cubicBezTo>
                <a:cubicBezTo>
                  <a:pt x="0" y="63066"/>
                  <a:pt x="8595" y="71772"/>
                  <a:pt x="23329" y="71772"/>
                </a:cubicBezTo>
                <a:cubicBezTo>
                  <a:pt x="35161" y="71772"/>
                  <a:pt x="43867" y="66861"/>
                  <a:pt x="53467" y="54806"/>
                </a:cubicBezTo>
                <a:lnTo>
                  <a:pt x="50899" y="532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0CE52D-1D27-4E61-A240-74371F13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7007" y="3477109"/>
            <a:ext cx="72889" cy="71772"/>
          </a:xfrm>
          <a:custGeom xmlns:a="http://schemas.openxmlformats.org/drawingml/2006/main">
            <a:pathLst>
              <a:path w="72889" h="71772">
                <a:moveTo>
                  <a:pt x="70991" y="52574"/>
                </a:moveTo>
                <a:cubicBezTo>
                  <a:pt x="68535" y="54918"/>
                  <a:pt x="67642" y="55811"/>
                  <a:pt x="66526" y="57038"/>
                </a:cubicBezTo>
                <a:cubicBezTo>
                  <a:pt x="61726" y="61950"/>
                  <a:pt x="59606" y="63512"/>
                  <a:pt x="58266" y="63512"/>
                </a:cubicBezTo>
                <a:cubicBezTo>
                  <a:pt x="57038" y="63512"/>
                  <a:pt x="56034" y="62619"/>
                  <a:pt x="56034" y="61503"/>
                </a:cubicBezTo>
                <a:cubicBezTo>
                  <a:pt x="56034" y="58266"/>
                  <a:pt x="62731" y="31142"/>
                  <a:pt x="70210" y="3795"/>
                </a:cubicBezTo>
                <a:cubicBezTo>
                  <a:pt x="70656" y="2232"/>
                  <a:pt x="70768" y="1898"/>
                  <a:pt x="71103" y="446"/>
                </a:cubicBezTo>
                <a:lnTo>
                  <a:pt x="69986" y="0"/>
                </a:lnTo>
                <a:lnTo>
                  <a:pt x="60275" y="1116"/>
                </a:lnTo>
                <a:lnTo>
                  <a:pt x="59829" y="1563"/>
                </a:lnTo>
                <a:lnTo>
                  <a:pt x="58043" y="9153"/>
                </a:lnTo>
                <a:cubicBezTo>
                  <a:pt x="56815" y="3349"/>
                  <a:pt x="52127" y="0"/>
                  <a:pt x="45318" y="0"/>
                </a:cubicBezTo>
                <a:cubicBezTo>
                  <a:pt x="24445" y="0"/>
                  <a:pt x="0" y="29021"/>
                  <a:pt x="0" y="54136"/>
                </a:cubicBezTo>
                <a:cubicBezTo>
                  <a:pt x="0" y="65298"/>
                  <a:pt x="5916" y="71772"/>
                  <a:pt x="16185" y="71772"/>
                </a:cubicBezTo>
                <a:cubicBezTo>
                  <a:pt x="27236" y="71772"/>
                  <a:pt x="34044" y="66526"/>
                  <a:pt x="48109" y="46881"/>
                </a:cubicBezTo>
                <a:cubicBezTo>
                  <a:pt x="44872" y="59271"/>
                  <a:pt x="44425" y="61280"/>
                  <a:pt x="44425" y="65075"/>
                </a:cubicBezTo>
                <a:cubicBezTo>
                  <a:pt x="44425" y="69763"/>
                  <a:pt x="46323" y="71661"/>
                  <a:pt x="50788" y="71661"/>
                </a:cubicBezTo>
                <a:cubicBezTo>
                  <a:pt x="57150" y="71661"/>
                  <a:pt x="61057" y="68647"/>
                  <a:pt x="72889" y="54136"/>
                </a:cubicBezTo>
                <a:lnTo>
                  <a:pt x="70991" y="52574"/>
                </a:lnTo>
                <a:close/>
                <a:moveTo>
                  <a:pt x="46323" y="3460"/>
                </a:moveTo>
                <a:cubicBezTo>
                  <a:pt x="51792" y="3795"/>
                  <a:pt x="55252" y="7590"/>
                  <a:pt x="55252" y="13171"/>
                </a:cubicBezTo>
                <a:cubicBezTo>
                  <a:pt x="55252" y="26566"/>
                  <a:pt x="47327" y="45318"/>
                  <a:pt x="36277" y="57038"/>
                </a:cubicBezTo>
                <a:cubicBezTo>
                  <a:pt x="32482" y="61280"/>
                  <a:pt x="27124" y="63959"/>
                  <a:pt x="22547" y="63959"/>
                </a:cubicBezTo>
                <a:cubicBezTo>
                  <a:pt x="16966" y="63959"/>
                  <a:pt x="13283" y="59382"/>
                  <a:pt x="13283" y="52127"/>
                </a:cubicBezTo>
                <a:cubicBezTo>
                  <a:pt x="13283" y="43532"/>
                  <a:pt x="19310" y="27124"/>
                  <a:pt x="26119" y="17301"/>
                </a:cubicBezTo>
                <a:cubicBezTo>
                  <a:pt x="32482" y="8037"/>
                  <a:pt x="39960" y="3014"/>
                  <a:pt x="46323" y="346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1FAA81-D150-4BDC-A7D8-4031AEC0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8713" y="3477109"/>
            <a:ext cx="62731" cy="71772"/>
          </a:xfrm>
          <a:custGeom xmlns:a="http://schemas.openxmlformats.org/drawingml/2006/main">
            <a:pathLst>
              <a:path w="62731" h="71772">
                <a:moveTo>
                  <a:pt x="50899" y="53243"/>
                </a:moveTo>
                <a:cubicBezTo>
                  <a:pt x="42081" y="62619"/>
                  <a:pt x="35942" y="66080"/>
                  <a:pt x="28129" y="66080"/>
                </a:cubicBezTo>
                <a:cubicBezTo>
                  <a:pt x="19087" y="66080"/>
                  <a:pt x="13729" y="59271"/>
                  <a:pt x="13729" y="47997"/>
                </a:cubicBezTo>
                <a:cubicBezTo>
                  <a:pt x="13729" y="34491"/>
                  <a:pt x="19199" y="20315"/>
                  <a:pt x="28129" y="10939"/>
                </a:cubicBezTo>
                <a:cubicBezTo>
                  <a:pt x="32817" y="6251"/>
                  <a:pt x="39067" y="3349"/>
                  <a:pt x="45318" y="3349"/>
                </a:cubicBezTo>
                <a:cubicBezTo>
                  <a:pt x="49002" y="3349"/>
                  <a:pt x="51346" y="4576"/>
                  <a:pt x="51346" y="6474"/>
                </a:cubicBezTo>
                <a:cubicBezTo>
                  <a:pt x="51346" y="7367"/>
                  <a:pt x="51011" y="8037"/>
                  <a:pt x="50341" y="9488"/>
                </a:cubicBezTo>
                <a:cubicBezTo>
                  <a:pt x="49225" y="11609"/>
                  <a:pt x="49002" y="12725"/>
                  <a:pt x="49002" y="14176"/>
                </a:cubicBezTo>
                <a:cubicBezTo>
                  <a:pt x="49002" y="17971"/>
                  <a:pt x="51346" y="20203"/>
                  <a:pt x="55141" y="20203"/>
                </a:cubicBezTo>
                <a:cubicBezTo>
                  <a:pt x="59494" y="20203"/>
                  <a:pt x="62731" y="16966"/>
                  <a:pt x="62731" y="12836"/>
                </a:cubicBezTo>
                <a:cubicBezTo>
                  <a:pt x="62731" y="5581"/>
                  <a:pt x="55587" y="0"/>
                  <a:pt x="46100" y="0"/>
                </a:cubicBezTo>
                <a:cubicBezTo>
                  <a:pt x="22213" y="0"/>
                  <a:pt x="0" y="23217"/>
                  <a:pt x="0" y="47997"/>
                </a:cubicBezTo>
                <a:cubicBezTo>
                  <a:pt x="0" y="63066"/>
                  <a:pt x="8595" y="71772"/>
                  <a:pt x="23329" y="71772"/>
                </a:cubicBezTo>
                <a:cubicBezTo>
                  <a:pt x="35161" y="71772"/>
                  <a:pt x="43867" y="66861"/>
                  <a:pt x="53355" y="54806"/>
                </a:cubicBezTo>
                <a:lnTo>
                  <a:pt x="50899" y="532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125532-C2F5-4C2A-A813-35E59274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5351" y="3438599"/>
            <a:ext cx="72889" cy="109947"/>
          </a:xfrm>
          <a:custGeom xmlns:a="http://schemas.openxmlformats.org/drawingml/2006/main">
            <a:pathLst>
              <a:path w="72889" h="109947">
                <a:moveTo>
                  <a:pt x="70768" y="89967"/>
                </a:moveTo>
                <a:cubicBezTo>
                  <a:pt x="62173" y="100794"/>
                  <a:pt x="60387" y="102468"/>
                  <a:pt x="57820" y="102468"/>
                </a:cubicBezTo>
                <a:cubicBezTo>
                  <a:pt x="56369" y="102468"/>
                  <a:pt x="55252" y="101129"/>
                  <a:pt x="55252" y="99678"/>
                </a:cubicBezTo>
                <a:cubicBezTo>
                  <a:pt x="55252" y="98003"/>
                  <a:pt x="57820" y="88069"/>
                  <a:pt x="60499" y="79809"/>
                </a:cubicBezTo>
                <a:cubicBezTo>
                  <a:pt x="65075" y="64740"/>
                  <a:pt x="68089" y="52908"/>
                  <a:pt x="68089" y="49113"/>
                </a:cubicBezTo>
                <a:cubicBezTo>
                  <a:pt x="68089" y="42751"/>
                  <a:pt x="63847" y="38509"/>
                  <a:pt x="57596" y="38509"/>
                </a:cubicBezTo>
                <a:cubicBezTo>
                  <a:pt x="47327" y="38509"/>
                  <a:pt x="36054" y="49002"/>
                  <a:pt x="21208" y="71996"/>
                </a:cubicBezTo>
                <a:lnTo>
                  <a:pt x="40295" y="893"/>
                </a:lnTo>
                <a:lnTo>
                  <a:pt x="39514" y="0"/>
                </a:lnTo>
                <a:cubicBezTo>
                  <a:pt x="30361" y="2121"/>
                  <a:pt x="24110" y="3237"/>
                  <a:pt x="14622" y="4353"/>
                </a:cubicBezTo>
                <a:lnTo>
                  <a:pt x="14622" y="6697"/>
                </a:lnTo>
                <a:lnTo>
                  <a:pt x="18752" y="6697"/>
                </a:lnTo>
                <a:cubicBezTo>
                  <a:pt x="18864" y="6697"/>
                  <a:pt x="18976" y="6697"/>
                  <a:pt x="19199" y="6586"/>
                </a:cubicBezTo>
                <a:cubicBezTo>
                  <a:pt x="21431" y="5581"/>
                  <a:pt x="25226" y="8372"/>
                  <a:pt x="25226" y="10604"/>
                </a:cubicBezTo>
                <a:cubicBezTo>
                  <a:pt x="25226" y="12725"/>
                  <a:pt x="24445" y="16743"/>
                  <a:pt x="22994" y="21320"/>
                </a:cubicBezTo>
                <a:cubicBezTo>
                  <a:pt x="22882" y="21543"/>
                  <a:pt x="22324" y="23664"/>
                  <a:pt x="21431" y="27236"/>
                </a:cubicBezTo>
                <a:lnTo>
                  <a:pt x="0" y="108607"/>
                </a:lnTo>
                <a:lnTo>
                  <a:pt x="11943" y="108607"/>
                </a:lnTo>
                <a:cubicBezTo>
                  <a:pt x="18194" y="84051"/>
                  <a:pt x="20315" y="78693"/>
                  <a:pt x="26677" y="68982"/>
                </a:cubicBezTo>
                <a:cubicBezTo>
                  <a:pt x="34937" y="56480"/>
                  <a:pt x="45653" y="46546"/>
                  <a:pt x="51234" y="46546"/>
                </a:cubicBezTo>
                <a:cubicBezTo>
                  <a:pt x="53690" y="46546"/>
                  <a:pt x="55699" y="48444"/>
                  <a:pt x="55699" y="50564"/>
                </a:cubicBezTo>
                <a:cubicBezTo>
                  <a:pt x="55699" y="51234"/>
                  <a:pt x="55252" y="53243"/>
                  <a:pt x="54583" y="55811"/>
                </a:cubicBezTo>
                <a:lnTo>
                  <a:pt x="45876" y="88739"/>
                </a:lnTo>
                <a:cubicBezTo>
                  <a:pt x="43755" y="96441"/>
                  <a:pt x="42639" y="101352"/>
                  <a:pt x="42639" y="103250"/>
                </a:cubicBezTo>
                <a:cubicBezTo>
                  <a:pt x="42639" y="107491"/>
                  <a:pt x="45430" y="109947"/>
                  <a:pt x="49671" y="109947"/>
                </a:cubicBezTo>
                <a:cubicBezTo>
                  <a:pt x="57820" y="109947"/>
                  <a:pt x="63289" y="105705"/>
                  <a:pt x="72889" y="91864"/>
                </a:cubicBezTo>
                <a:lnTo>
                  <a:pt x="70768" y="899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5DACD0-D00C-4D25-9F97-7DFDE117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156" y="3477109"/>
            <a:ext cx="60499" cy="71772"/>
          </a:xfrm>
          <a:custGeom xmlns:a="http://schemas.openxmlformats.org/drawingml/2006/main">
            <a:pathLst>
              <a:path w="60499" h="71772">
                <a:moveTo>
                  <a:pt x="51904" y="52685"/>
                </a:moveTo>
                <a:cubicBezTo>
                  <a:pt x="40407" y="62061"/>
                  <a:pt x="35495" y="64629"/>
                  <a:pt x="28687" y="64629"/>
                </a:cubicBezTo>
                <a:cubicBezTo>
                  <a:pt x="19645" y="64629"/>
                  <a:pt x="13729" y="58936"/>
                  <a:pt x="13729" y="50341"/>
                </a:cubicBezTo>
                <a:cubicBezTo>
                  <a:pt x="13729" y="47997"/>
                  <a:pt x="14064" y="45541"/>
                  <a:pt x="15404" y="40518"/>
                </a:cubicBezTo>
                <a:lnTo>
                  <a:pt x="19757" y="39849"/>
                </a:lnTo>
                <a:cubicBezTo>
                  <a:pt x="43644" y="36500"/>
                  <a:pt x="60499" y="24445"/>
                  <a:pt x="60499" y="10827"/>
                </a:cubicBezTo>
                <a:cubicBezTo>
                  <a:pt x="60499" y="4130"/>
                  <a:pt x="55699" y="0"/>
                  <a:pt x="47774" y="0"/>
                </a:cubicBezTo>
                <a:cubicBezTo>
                  <a:pt x="24892" y="0"/>
                  <a:pt x="0" y="26231"/>
                  <a:pt x="0" y="50006"/>
                </a:cubicBezTo>
                <a:cubicBezTo>
                  <a:pt x="0" y="62843"/>
                  <a:pt x="8483" y="71772"/>
                  <a:pt x="20873" y="71772"/>
                </a:cubicBezTo>
                <a:cubicBezTo>
                  <a:pt x="32258" y="71772"/>
                  <a:pt x="44425" y="65298"/>
                  <a:pt x="53801" y="54694"/>
                </a:cubicBezTo>
                <a:lnTo>
                  <a:pt x="51904" y="52685"/>
                </a:lnTo>
                <a:close/>
                <a:moveTo>
                  <a:pt x="19199" y="30026"/>
                </a:moveTo>
                <a:cubicBezTo>
                  <a:pt x="24557" y="15850"/>
                  <a:pt x="36277" y="3683"/>
                  <a:pt x="44425" y="3683"/>
                </a:cubicBezTo>
                <a:cubicBezTo>
                  <a:pt x="47774" y="3683"/>
                  <a:pt x="49895" y="6251"/>
                  <a:pt x="49895" y="9823"/>
                </a:cubicBezTo>
                <a:cubicBezTo>
                  <a:pt x="49895" y="14734"/>
                  <a:pt x="46992" y="20538"/>
                  <a:pt x="42081" y="25226"/>
                </a:cubicBezTo>
                <a:cubicBezTo>
                  <a:pt x="36165" y="30807"/>
                  <a:pt x="30138" y="33598"/>
                  <a:pt x="16520" y="36947"/>
                </a:cubicBezTo>
                <a:lnTo>
                  <a:pt x="19199" y="300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C64060-8CFF-4E81-B3B9-769F7E261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9789" y="3531133"/>
            <a:ext cx="21989" cy="36500"/>
          </a:xfrm>
          <a:custGeom xmlns:a="http://schemas.openxmlformats.org/drawingml/2006/main">
            <a:pathLst>
              <a:path w="21989" h="36500">
                <a:moveTo>
                  <a:pt x="1339" y="36500"/>
                </a:moveTo>
                <a:cubicBezTo>
                  <a:pt x="14734" y="29021"/>
                  <a:pt x="21989" y="20203"/>
                  <a:pt x="21989" y="11274"/>
                </a:cubicBezTo>
                <a:cubicBezTo>
                  <a:pt x="21989" y="4911"/>
                  <a:pt x="18083" y="0"/>
                  <a:pt x="12836" y="0"/>
                </a:cubicBezTo>
                <a:cubicBezTo>
                  <a:pt x="8148" y="0"/>
                  <a:pt x="4688" y="3125"/>
                  <a:pt x="4688" y="7479"/>
                </a:cubicBezTo>
                <a:cubicBezTo>
                  <a:pt x="4688" y="10158"/>
                  <a:pt x="5693" y="11832"/>
                  <a:pt x="8706" y="14622"/>
                </a:cubicBezTo>
                <a:cubicBezTo>
                  <a:pt x="11050" y="16855"/>
                  <a:pt x="11832" y="18083"/>
                  <a:pt x="11832" y="19645"/>
                </a:cubicBezTo>
                <a:cubicBezTo>
                  <a:pt x="11832" y="23999"/>
                  <a:pt x="8148" y="28240"/>
                  <a:pt x="0" y="33821"/>
                </a:cubicBezTo>
                <a:lnTo>
                  <a:pt x="1339" y="365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33E38-5867-4242-9447-012D31FBE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2651" y="3438599"/>
            <a:ext cx="81260" cy="110616"/>
          </a:xfrm>
          <a:custGeom xmlns:a="http://schemas.openxmlformats.org/drawingml/2006/main">
            <a:pathLst>
              <a:path w="81260" h="110616">
                <a:moveTo>
                  <a:pt x="71103" y="90971"/>
                </a:moveTo>
                <a:cubicBezTo>
                  <a:pt x="62508" y="100794"/>
                  <a:pt x="60833" y="102245"/>
                  <a:pt x="58043" y="102245"/>
                </a:cubicBezTo>
                <a:cubicBezTo>
                  <a:pt x="56480" y="102245"/>
                  <a:pt x="55252" y="100794"/>
                  <a:pt x="55252" y="99008"/>
                </a:cubicBezTo>
                <a:cubicBezTo>
                  <a:pt x="55252" y="96775"/>
                  <a:pt x="60275" y="77465"/>
                  <a:pt x="65522" y="59941"/>
                </a:cubicBezTo>
                <a:cubicBezTo>
                  <a:pt x="69875" y="45318"/>
                  <a:pt x="73223" y="32593"/>
                  <a:pt x="81260" y="893"/>
                </a:cubicBezTo>
                <a:lnTo>
                  <a:pt x="80479" y="0"/>
                </a:lnTo>
                <a:cubicBezTo>
                  <a:pt x="72107" y="1786"/>
                  <a:pt x="66303" y="2791"/>
                  <a:pt x="56145" y="3683"/>
                </a:cubicBezTo>
                <a:lnTo>
                  <a:pt x="56145" y="6362"/>
                </a:lnTo>
                <a:cubicBezTo>
                  <a:pt x="64852" y="6697"/>
                  <a:pt x="65968" y="7255"/>
                  <a:pt x="65968" y="10604"/>
                </a:cubicBezTo>
                <a:cubicBezTo>
                  <a:pt x="65968" y="12613"/>
                  <a:pt x="65856" y="13618"/>
                  <a:pt x="63624" y="21654"/>
                </a:cubicBezTo>
                <a:lnTo>
                  <a:pt x="56704" y="47662"/>
                </a:lnTo>
                <a:cubicBezTo>
                  <a:pt x="55364" y="41077"/>
                  <a:pt x="52462" y="38509"/>
                  <a:pt x="46323" y="38509"/>
                </a:cubicBezTo>
                <a:cubicBezTo>
                  <a:pt x="25673" y="38509"/>
                  <a:pt x="0" y="68424"/>
                  <a:pt x="0" y="92199"/>
                </a:cubicBezTo>
                <a:cubicBezTo>
                  <a:pt x="0" y="103473"/>
                  <a:pt x="6251" y="110282"/>
                  <a:pt x="16632" y="110282"/>
                </a:cubicBezTo>
                <a:cubicBezTo>
                  <a:pt x="27459" y="110282"/>
                  <a:pt x="34379" y="105259"/>
                  <a:pt x="45207" y="89297"/>
                </a:cubicBezTo>
                <a:cubicBezTo>
                  <a:pt x="43421" y="97445"/>
                  <a:pt x="43197" y="99789"/>
                  <a:pt x="43197" y="103473"/>
                </a:cubicBezTo>
                <a:cubicBezTo>
                  <a:pt x="43197" y="107714"/>
                  <a:pt x="45876" y="110616"/>
                  <a:pt x="49895" y="110616"/>
                </a:cubicBezTo>
                <a:cubicBezTo>
                  <a:pt x="56480" y="110616"/>
                  <a:pt x="64740" y="104142"/>
                  <a:pt x="73000" y="92534"/>
                </a:cubicBezTo>
                <a:lnTo>
                  <a:pt x="71103" y="90971"/>
                </a:lnTo>
                <a:close/>
                <a:moveTo>
                  <a:pt x="46992" y="42193"/>
                </a:moveTo>
                <a:cubicBezTo>
                  <a:pt x="51792" y="42528"/>
                  <a:pt x="54136" y="45430"/>
                  <a:pt x="54136" y="51234"/>
                </a:cubicBezTo>
                <a:cubicBezTo>
                  <a:pt x="54136" y="75344"/>
                  <a:pt x="37616" y="102691"/>
                  <a:pt x="22994" y="102691"/>
                </a:cubicBezTo>
                <a:cubicBezTo>
                  <a:pt x="17636" y="102691"/>
                  <a:pt x="13729" y="98338"/>
                  <a:pt x="13729" y="92199"/>
                </a:cubicBezTo>
                <a:cubicBezTo>
                  <a:pt x="13729" y="79028"/>
                  <a:pt x="21766" y="60610"/>
                  <a:pt x="32147" y="49448"/>
                </a:cubicBezTo>
                <a:cubicBezTo>
                  <a:pt x="36612" y="44872"/>
                  <a:pt x="42528" y="41858"/>
                  <a:pt x="46992" y="4219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BD060-0C92-4EEB-8914-318FD3FBA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7707" y="3443288"/>
            <a:ext cx="34156" cy="105594"/>
          </a:xfrm>
          <a:custGeom xmlns:a="http://schemas.openxmlformats.org/drawingml/2006/main">
            <a:pathLst>
              <a:path w="34156" h="105594">
                <a:moveTo>
                  <a:pt x="27459" y="85725"/>
                </a:moveTo>
                <a:cubicBezTo>
                  <a:pt x="23664" y="90860"/>
                  <a:pt x="22547" y="92087"/>
                  <a:pt x="20985" y="93873"/>
                </a:cubicBezTo>
                <a:cubicBezTo>
                  <a:pt x="18306" y="96552"/>
                  <a:pt x="15850" y="98115"/>
                  <a:pt x="14511" y="98115"/>
                </a:cubicBezTo>
                <a:cubicBezTo>
                  <a:pt x="13171" y="98115"/>
                  <a:pt x="11943" y="96887"/>
                  <a:pt x="11943" y="95771"/>
                </a:cubicBezTo>
                <a:cubicBezTo>
                  <a:pt x="11943" y="94208"/>
                  <a:pt x="12390" y="91753"/>
                  <a:pt x="13506" y="88739"/>
                </a:cubicBezTo>
                <a:cubicBezTo>
                  <a:pt x="13506" y="88292"/>
                  <a:pt x="13953" y="87176"/>
                  <a:pt x="14288" y="85948"/>
                </a:cubicBezTo>
                <a:lnTo>
                  <a:pt x="14288" y="85613"/>
                </a:lnTo>
                <a:lnTo>
                  <a:pt x="14511" y="85279"/>
                </a:lnTo>
                <a:lnTo>
                  <a:pt x="28463" y="34156"/>
                </a:lnTo>
                <a:lnTo>
                  <a:pt x="27905" y="33821"/>
                </a:lnTo>
                <a:cubicBezTo>
                  <a:pt x="11943" y="36835"/>
                  <a:pt x="8706" y="37281"/>
                  <a:pt x="2567" y="37840"/>
                </a:cubicBezTo>
                <a:lnTo>
                  <a:pt x="2567" y="40295"/>
                </a:lnTo>
                <a:cubicBezTo>
                  <a:pt x="10939" y="40518"/>
                  <a:pt x="12613" y="40965"/>
                  <a:pt x="12613" y="44090"/>
                </a:cubicBezTo>
                <a:cubicBezTo>
                  <a:pt x="12613" y="45430"/>
                  <a:pt x="12055" y="47997"/>
                  <a:pt x="11162" y="51122"/>
                </a:cubicBezTo>
                <a:lnTo>
                  <a:pt x="3572" y="79251"/>
                </a:lnTo>
                <a:cubicBezTo>
                  <a:pt x="893" y="88516"/>
                  <a:pt x="0" y="93315"/>
                  <a:pt x="0" y="96552"/>
                </a:cubicBezTo>
                <a:cubicBezTo>
                  <a:pt x="0" y="102468"/>
                  <a:pt x="2567" y="105594"/>
                  <a:pt x="7255" y="105594"/>
                </a:cubicBezTo>
                <a:cubicBezTo>
                  <a:pt x="14622" y="105594"/>
                  <a:pt x="20538" y="100794"/>
                  <a:pt x="29580" y="87511"/>
                </a:cubicBezTo>
                <a:lnTo>
                  <a:pt x="27459" y="85725"/>
                </a:lnTo>
                <a:close/>
                <a:moveTo>
                  <a:pt x="26231" y="0"/>
                </a:moveTo>
                <a:cubicBezTo>
                  <a:pt x="21989" y="0"/>
                  <a:pt x="18752" y="3683"/>
                  <a:pt x="18752" y="8372"/>
                </a:cubicBezTo>
                <a:cubicBezTo>
                  <a:pt x="18752" y="13506"/>
                  <a:pt x="21766" y="16855"/>
                  <a:pt x="26454" y="16855"/>
                </a:cubicBezTo>
                <a:cubicBezTo>
                  <a:pt x="30584" y="16855"/>
                  <a:pt x="34156" y="13171"/>
                  <a:pt x="34156" y="8706"/>
                </a:cubicBezTo>
                <a:cubicBezTo>
                  <a:pt x="34156" y="4130"/>
                  <a:pt x="30584" y="0"/>
                  <a:pt x="2623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D0BC9-D565-4675-BF64-45981C2D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788" y="3477109"/>
            <a:ext cx="58266" cy="70098"/>
          </a:xfrm>
          <a:custGeom xmlns:a="http://schemas.openxmlformats.org/drawingml/2006/main">
            <a:pathLst>
              <a:path w="58266" h="70098">
                <a:moveTo>
                  <a:pt x="12055" y="70098"/>
                </a:moveTo>
                <a:cubicBezTo>
                  <a:pt x="20315" y="43086"/>
                  <a:pt x="22994" y="36165"/>
                  <a:pt x="30361" y="24110"/>
                </a:cubicBezTo>
                <a:cubicBezTo>
                  <a:pt x="35607" y="15180"/>
                  <a:pt x="39960" y="10269"/>
                  <a:pt x="42751" y="10269"/>
                </a:cubicBezTo>
                <a:cubicBezTo>
                  <a:pt x="43755" y="10269"/>
                  <a:pt x="44425" y="10939"/>
                  <a:pt x="45207" y="12502"/>
                </a:cubicBezTo>
                <a:cubicBezTo>
                  <a:pt x="46546" y="15180"/>
                  <a:pt x="47774" y="16073"/>
                  <a:pt x="51011" y="16073"/>
                </a:cubicBezTo>
                <a:cubicBezTo>
                  <a:pt x="55587" y="16073"/>
                  <a:pt x="58266" y="13171"/>
                  <a:pt x="58266" y="8260"/>
                </a:cubicBezTo>
                <a:cubicBezTo>
                  <a:pt x="58266" y="3349"/>
                  <a:pt x="55252" y="0"/>
                  <a:pt x="50788" y="0"/>
                </a:cubicBezTo>
                <a:cubicBezTo>
                  <a:pt x="47216" y="0"/>
                  <a:pt x="42862" y="2344"/>
                  <a:pt x="38732" y="6697"/>
                </a:cubicBezTo>
                <a:cubicBezTo>
                  <a:pt x="32258" y="13283"/>
                  <a:pt x="25896" y="22659"/>
                  <a:pt x="23329" y="29021"/>
                </a:cubicBezTo>
                <a:lnTo>
                  <a:pt x="21208" y="34714"/>
                </a:lnTo>
                <a:lnTo>
                  <a:pt x="29580" y="335"/>
                </a:lnTo>
                <a:lnTo>
                  <a:pt x="29133" y="0"/>
                </a:lnTo>
                <a:cubicBezTo>
                  <a:pt x="17413" y="2121"/>
                  <a:pt x="16073" y="2344"/>
                  <a:pt x="4465" y="4242"/>
                </a:cubicBezTo>
                <a:lnTo>
                  <a:pt x="4465" y="6920"/>
                </a:lnTo>
                <a:cubicBezTo>
                  <a:pt x="8260" y="6251"/>
                  <a:pt x="8706" y="6251"/>
                  <a:pt x="9823" y="6251"/>
                </a:cubicBezTo>
                <a:cubicBezTo>
                  <a:pt x="13395" y="6251"/>
                  <a:pt x="15404" y="7813"/>
                  <a:pt x="15404" y="10604"/>
                </a:cubicBezTo>
                <a:cubicBezTo>
                  <a:pt x="15404" y="12836"/>
                  <a:pt x="15404" y="12836"/>
                  <a:pt x="12836" y="23664"/>
                </a:cubicBezTo>
                <a:lnTo>
                  <a:pt x="0" y="70098"/>
                </a:lnTo>
                <a:lnTo>
                  <a:pt x="12055" y="700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D3B1CD-FDC7-4FCB-BAC4-6C5A7720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690" y="3625007"/>
            <a:ext cx="69986" cy="74675"/>
          </a:xfrm>
          <a:custGeom xmlns:a="http://schemas.openxmlformats.org/drawingml/2006/main">
            <a:pathLst>
              <a:path w="69986" h="74675">
                <a:moveTo>
                  <a:pt x="35161" y="0"/>
                </a:moveTo>
                <a:cubicBezTo>
                  <a:pt x="14399" y="0"/>
                  <a:pt x="0" y="15180"/>
                  <a:pt x="0" y="37170"/>
                </a:cubicBezTo>
                <a:cubicBezTo>
                  <a:pt x="0" y="58601"/>
                  <a:pt x="14734" y="74675"/>
                  <a:pt x="34714" y="74675"/>
                </a:cubicBezTo>
                <a:cubicBezTo>
                  <a:pt x="54806" y="74675"/>
                  <a:pt x="69986" y="57820"/>
                  <a:pt x="69986" y="35830"/>
                </a:cubicBezTo>
                <a:cubicBezTo>
                  <a:pt x="69986" y="15069"/>
                  <a:pt x="55476" y="0"/>
                  <a:pt x="35161" y="0"/>
                </a:cubicBezTo>
                <a:close/>
                <a:moveTo>
                  <a:pt x="33040" y="4465"/>
                </a:moveTo>
                <a:cubicBezTo>
                  <a:pt x="46323" y="4465"/>
                  <a:pt x="55699" y="19645"/>
                  <a:pt x="55699" y="41411"/>
                </a:cubicBezTo>
                <a:cubicBezTo>
                  <a:pt x="55699" y="59382"/>
                  <a:pt x="48555" y="70210"/>
                  <a:pt x="36723" y="70210"/>
                </a:cubicBezTo>
                <a:cubicBezTo>
                  <a:pt x="30473" y="70210"/>
                  <a:pt x="24557" y="66415"/>
                  <a:pt x="21320" y="60052"/>
                </a:cubicBezTo>
                <a:cubicBezTo>
                  <a:pt x="16855" y="51792"/>
                  <a:pt x="14288" y="40630"/>
                  <a:pt x="14288" y="29356"/>
                </a:cubicBezTo>
                <a:cubicBezTo>
                  <a:pt x="14288" y="14288"/>
                  <a:pt x="21766" y="4465"/>
                  <a:pt x="33040" y="44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12CE4-6C47-4346-8F3C-1F490295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5030" y="3674008"/>
            <a:ext cx="136959" cy="154930"/>
          </a:xfrm>
          <a:custGeom xmlns:a="http://schemas.openxmlformats.org/drawingml/2006/main">
            <a:pathLst>
              <a:path w="136959" h="154930">
                <a:moveTo>
                  <a:pt x="75902" y="17748"/>
                </a:moveTo>
                <a:cubicBezTo>
                  <a:pt x="78023" y="9599"/>
                  <a:pt x="78693" y="7032"/>
                  <a:pt x="100012" y="7032"/>
                </a:cubicBezTo>
                <a:cubicBezTo>
                  <a:pt x="106821" y="7032"/>
                  <a:pt x="108607" y="7032"/>
                  <a:pt x="108607" y="2791"/>
                </a:cubicBezTo>
                <a:cubicBezTo>
                  <a:pt x="108607" y="0"/>
                  <a:pt x="106040" y="0"/>
                  <a:pt x="104924" y="0"/>
                </a:cubicBezTo>
                <a:cubicBezTo>
                  <a:pt x="97445" y="0"/>
                  <a:pt x="78916" y="670"/>
                  <a:pt x="71438" y="670"/>
                </a:cubicBezTo>
                <a:cubicBezTo>
                  <a:pt x="64629" y="670"/>
                  <a:pt x="47997" y="0"/>
                  <a:pt x="41188" y="0"/>
                </a:cubicBezTo>
                <a:cubicBezTo>
                  <a:pt x="39625" y="0"/>
                  <a:pt x="36947" y="0"/>
                  <a:pt x="36947" y="4576"/>
                </a:cubicBezTo>
                <a:cubicBezTo>
                  <a:pt x="36947" y="7032"/>
                  <a:pt x="38956" y="7032"/>
                  <a:pt x="43309" y="7032"/>
                </a:cubicBezTo>
                <a:cubicBezTo>
                  <a:pt x="43755" y="7032"/>
                  <a:pt x="47997" y="7032"/>
                  <a:pt x="51904" y="7479"/>
                </a:cubicBezTo>
                <a:cubicBezTo>
                  <a:pt x="55922" y="8037"/>
                  <a:pt x="58043" y="8260"/>
                  <a:pt x="58043" y="11162"/>
                </a:cubicBezTo>
                <a:cubicBezTo>
                  <a:pt x="58043" y="12055"/>
                  <a:pt x="57820" y="12725"/>
                  <a:pt x="57150" y="15515"/>
                </a:cubicBezTo>
                <a:lnTo>
                  <a:pt x="26677" y="137294"/>
                </a:lnTo>
                <a:cubicBezTo>
                  <a:pt x="24445" y="146112"/>
                  <a:pt x="23999" y="147898"/>
                  <a:pt x="6028" y="147898"/>
                </a:cubicBezTo>
                <a:cubicBezTo>
                  <a:pt x="2232" y="147898"/>
                  <a:pt x="0" y="147898"/>
                  <a:pt x="0" y="152474"/>
                </a:cubicBezTo>
                <a:cubicBezTo>
                  <a:pt x="0" y="154930"/>
                  <a:pt x="2009" y="154930"/>
                  <a:pt x="6028" y="154930"/>
                </a:cubicBezTo>
                <a:lnTo>
                  <a:pt x="111063" y="154930"/>
                </a:lnTo>
                <a:cubicBezTo>
                  <a:pt x="116532" y="154930"/>
                  <a:pt x="116756" y="154930"/>
                  <a:pt x="118095" y="151135"/>
                </a:cubicBezTo>
                <a:lnTo>
                  <a:pt x="136066" y="102133"/>
                </a:lnTo>
                <a:cubicBezTo>
                  <a:pt x="136959" y="99566"/>
                  <a:pt x="136959" y="99120"/>
                  <a:pt x="136959" y="98896"/>
                </a:cubicBezTo>
                <a:cubicBezTo>
                  <a:pt x="136959" y="98003"/>
                  <a:pt x="136289" y="96441"/>
                  <a:pt x="134169" y="96441"/>
                </a:cubicBezTo>
                <a:cubicBezTo>
                  <a:pt x="132159" y="96441"/>
                  <a:pt x="131936" y="97557"/>
                  <a:pt x="130373" y="101240"/>
                </a:cubicBezTo>
                <a:cubicBezTo>
                  <a:pt x="122672" y="122113"/>
                  <a:pt x="112737" y="147898"/>
                  <a:pt x="73447" y="147898"/>
                </a:cubicBezTo>
                <a:lnTo>
                  <a:pt x="52127" y="147898"/>
                </a:lnTo>
                <a:cubicBezTo>
                  <a:pt x="49002" y="147898"/>
                  <a:pt x="48444" y="147898"/>
                  <a:pt x="47104" y="147675"/>
                </a:cubicBezTo>
                <a:cubicBezTo>
                  <a:pt x="44872" y="147451"/>
                  <a:pt x="44202" y="147228"/>
                  <a:pt x="44202" y="145442"/>
                </a:cubicBezTo>
                <a:cubicBezTo>
                  <a:pt x="44202" y="144773"/>
                  <a:pt x="44202" y="144326"/>
                  <a:pt x="45318" y="140196"/>
                </a:cubicBezTo>
                <a:lnTo>
                  <a:pt x="75902" y="17748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B34FB4-3217-4AB5-8352-1D4CFC37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602" y="3664967"/>
            <a:ext cx="62731" cy="71772"/>
          </a:xfrm>
          <a:custGeom xmlns:a="http://schemas.openxmlformats.org/drawingml/2006/main">
            <a:pathLst>
              <a:path w="62731" h="71772">
                <a:moveTo>
                  <a:pt x="50899" y="53243"/>
                </a:moveTo>
                <a:cubicBezTo>
                  <a:pt x="42081" y="62619"/>
                  <a:pt x="35942" y="66080"/>
                  <a:pt x="28129" y="66080"/>
                </a:cubicBezTo>
                <a:cubicBezTo>
                  <a:pt x="19087" y="66080"/>
                  <a:pt x="13729" y="59271"/>
                  <a:pt x="13729" y="47997"/>
                </a:cubicBezTo>
                <a:cubicBezTo>
                  <a:pt x="13729" y="34491"/>
                  <a:pt x="19199" y="20315"/>
                  <a:pt x="28129" y="10939"/>
                </a:cubicBezTo>
                <a:cubicBezTo>
                  <a:pt x="32817" y="6251"/>
                  <a:pt x="39067" y="3349"/>
                  <a:pt x="45318" y="3349"/>
                </a:cubicBezTo>
                <a:cubicBezTo>
                  <a:pt x="49002" y="3349"/>
                  <a:pt x="51346" y="4576"/>
                  <a:pt x="51346" y="6474"/>
                </a:cubicBezTo>
                <a:cubicBezTo>
                  <a:pt x="51346" y="7255"/>
                  <a:pt x="51011" y="8037"/>
                  <a:pt x="50341" y="9488"/>
                </a:cubicBezTo>
                <a:cubicBezTo>
                  <a:pt x="49225" y="11609"/>
                  <a:pt x="49002" y="12725"/>
                  <a:pt x="49002" y="14064"/>
                </a:cubicBezTo>
                <a:cubicBezTo>
                  <a:pt x="49002" y="17971"/>
                  <a:pt x="51346" y="20203"/>
                  <a:pt x="55141" y="20203"/>
                </a:cubicBezTo>
                <a:cubicBezTo>
                  <a:pt x="59494" y="20203"/>
                  <a:pt x="62731" y="16966"/>
                  <a:pt x="62731" y="12836"/>
                </a:cubicBezTo>
                <a:cubicBezTo>
                  <a:pt x="62731" y="5581"/>
                  <a:pt x="55699" y="0"/>
                  <a:pt x="46100" y="0"/>
                </a:cubicBezTo>
                <a:cubicBezTo>
                  <a:pt x="22324" y="0"/>
                  <a:pt x="0" y="23217"/>
                  <a:pt x="0" y="47997"/>
                </a:cubicBezTo>
                <a:cubicBezTo>
                  <a:pt x="0" y="63066"/>
                  <a:pt x="8595" y="71772"/>
                  <a:pt x="23440" y="71772"/>
                </a:cubicBezTo>
                <a:cubicBezTo>
                  <a:pt x="35161" y="71772"/>
                  <a:pt x="43867" y="66861"/>
                  <a:pt x="53355" y="54806"/>
                </a:cubicBezTo>
                <a:lnTo>
                  <a:pt x="50899" y="53243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D39207-E80F-4AF9-9A45-DC77714F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3807" y="3664967"/>
            <a:ext cx="72889" cy="71772"/>
          </a:xfrm>
          <a:custGeom xmlns:a="http://schemas.openxmlformats.org/drawingml/2006/main">
            <a:pathLst>
              <a:path w="72889" h="71772">
                <a:moveTo>
                  <a:pt x="70991" y="52574"/>
                </a:moveTo>
                <a:cubicBezTo>
                  <a:pt x="68535" y="54918"/>
                  <a:pt x="67642" y="55811"/>
                  <a:pt x="66526" y="57038"/>
                </a:cubicBezTo>
                <a:cubicBezTo>
                  <a:pt x="61726" y="61950"/>
                  <a:pt x="59606" y="63512"/>
                  <a:pt x="58266" y="63512"/>
                </a:cubicBezTo>
                <a:cubicBezTo>
                  <a:pt x="57038" y="63512"/>
                  <a:pt x="56034" y="62619"/>
                  <a:pt x="56034" y="61503"/>
                </a:cubicBezTo>
                <a:cubicBezTo>
                  <a:pt x="56034" y="58266"/>
                  <a:pt x="62731" y="31142"/>
                  <a:pt x="70210" y="3795"/>
                </a:cubicBezTo>
                <a:cubicBezTo>
                  <a:pt x="70656" y="2232"/>
                  <a:pt x="70768" y="1898"/>
                  <a:pt x="71103" y="447"/>
                </a:cubicBezTo>
                <a:lnTo>
                  <a:pt x="69986" y="0"/>
                </a:lnTo>
                <a:lnTo>
                  <a:pt x="60387" y="1116"/>
                </a:lnTo>
                <a:lnTo>
                  <a:pt x="59829" y="1563"/>
                </a:lnTo>
                <a:lnTo>
                  <a:pt x="58155" y="9153"/>
                </a:lnTo>
                <a:cubicBezTo>
                  <a:pt x="56815" y="3349"/>
                  <a:pt x="52239" y="0"/>
                  <a:pt x="45430" y="0"/>
                </a:cubicBezTo>
                <a:cubicBezTo>
                  <a:pt x="24445" y="0"/>
                  <a:pt x="0" y="29022"/>
                  <a:pt x="0" y="54136"/>
                </a:cubicBezTo>
                <a:cubicBezTo>
                  <a:pt x="0" y="65298"/>
                  <a:pt x="6028" y="71772"/>
                  <a:pt x="16185" y="71772"/>
                </a:cubicBezTo>
                <a:cubicBezTo>
                  <a:pt x="27236" y="71772"/>
                  <a:pt x="34044" y="66526"/>
                  <a:pt x="48109" y="46881"/>
                </a:cubicBezTo>
                <a:cubicBezTo>
                  <a:pt x="44872" y="59271"/>
                  <a:pt x="44425" y="61280"/>
                  <a:pt x="44425" y="65075"/>
                </a:cubicBezTo>
                <a:cubicBezTo>
                  <a:pt x="44425" y="69763"/>
                  <a:pt x="46323" y="71661"/>
                  <a:pt x="50788" y="71661"/>
                </a:cubicBezTo>
                <a:cubicBezTo>
                  <a:pt x="57150" y="71661"/>
                  <a:pt x="61057" y="68647"/>
                  <a:pt x="72889" y="54136"/>
                </a:cubicBezTo>
                <a:lnTo>
                  <a:pt x="70991" y="52574"/>
                </a:lnTo>
                <a:close/>
                <a:moveTo>
                  <a:pt x="46323" y="3460"/>
                </a:moveTo>
                <a:cubicBezTo>
                  <a:pt x="51681" y="3795"/>
                  <a:pt x="55252" y="7590"/>
                  <a:pt x="55252" y="13171"/>
                </a:cubicBezTo>
                <a:cubicBezTo>
                  <a:pt x="55252" y="26566"/>
                  <a:pt x="47327" y="45207"/>
                  <a:pt x="36277" y="57038"/>
                </a:cubicBezTo>
                <a:cubicBezTo>
                  <a:pt x="32482" y="61280"/>
                  <a:pt x="27124" y="63959"/>
                  <a:pt x="22547" y="63959"/>
                </a:cubicBezTo>
                <a:cubicBezTo>
                  <a:pt x="16966" y="63959"/>
                  <a:pt x="13283" y="59382"/>
                  <a:pt x="13283" y="52127"/>
                </a:cubicBezTo>
                <a:cubicBezTo>
                  <a:pt x="13283" y="43532"/>
                  <a:pt x="19310" y="27124"/>
                  <a:pt x="26119" y="17301"/>
                </a:cubicBezTo>
                <a:cubicBezTo>
                  <a:pt x="32482" y="8037"/>
                  <a:pt x="39960" y="3014"/>
                  <a:pt x="46323" y="346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75870-B8EF-46C2-8603-F3951114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5514" y="3664967"/>
            <a:ext cx="62731" cy="71772"/>
          </a:xfrm>
          <a:custGeom xmlns:a="http://schemas.openxmlformats.org/drawingml/2006/main">
            <a:pathLst>
              <a:path w="62731" h="71772">
                <a:moveTo>
                  <a:pt x="50899" y="53243"/>
                </a:moveTo>
                <a:cubicBezTo>
                  <a:pt x="42081" y="62619"/>
                  <a:pt x="35942" y="66080"/>
                  <a:pt x="28129" y="66080"/>
                </a:cubicBezTo>
                <a:cubicBezTo>
                  <a:pt x="19087" y="66080"/>
                  <a:pt x="13729" y="59271"/>
                  <a:pt x="13729" y="47997"/>
                </a:cubicBezTo>
                <a:cubicBezTo>
                  <a:pt x="13729" y="34491"/>
                  <a:pt x="19199" y="20315"/>
                  <a:pt x="28129" y="10939"/>
                </a:cubicBezTo>
                <a:cubicBezTo>
                  <a:pt x="32705" y="6251"/>
                  <a:pt x="39067" y="3349"/>
                  <a:pt x="45318" y="3349"/>
                </a:cubicBezTo>
                <a:cubicBezTo>
                  <a:pt x="49002" y="3349"/>
                  <a:pt x="51346" y="4576"/>
                  <a:pt x="51346" y="6474"/>
                </a:cubicBezTo>
                <a:cubicBezTo>
                  <a:pt x="51346" y="7255"/>
                  <a:pt x="51011" y="8037"/>
                  <a:pt x="50341" y="9488"/>
                </a:cubicBezTo>
                <a:cubicBezTo>
                  <a:pt x="49225" y="11609"/>
                  <a:pt x="49002" y="12725"/>
                  <a:pt x="49002" y="14064"/>
                </a:cubicBezTo>
                <a:cubicBezTo>
                  <a:pt x="49002" y="17971"/>
                  <a:pt x="51346" y="20203"/>
                  <a:pt x="55141" y="20203"/>
                </a:cubicBezTo>
                <a:cubicBezTo>
                  <a:pt x="59494" y="20203"/>
                  <a:pt x="62731" y="16966"/>
                  <a:pt x="62731" y="12836"/>
                </a:cubicBezTo>
                <a:cubicBezTo>
                  <a:pt x="62731" y="5581"/>
                  <a:pt x="55587" y="0"/>
                  <a:pt x="46100" y="0"/>
                </a:cubicBezTo>
                <a:cubicBezTo>
                  <a:pt x="22324" y="0"/>
                  <a:pt x="0" y="23217"/>
                  <a:pt x="0" y="47997"/>
                </a:cubicBezTo>
                <a:cubicBezTo>
                  <a:pt x="0" y="63066"/>
                  <a:pt x="8595" y="71772"/>
                  <a:pt x="23329" y="71772"/>
                </a:cubicBezTo>
                <a:cubicBezTo>
                  <a:pt x="35161" y="71772"/>
                  <a:pt x="43867" y="66861"/>
                  <a:pt x="53355" y="54806"/>
                </a:cubicBezTo>
                <a:lnTo>
                  <a:pt x="50899" y="53243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A4A03D-73D8-4117-873B-90A8AE15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2152" y="3626458"/>
            <a:ext cx="72889" cy="109947"/>
          </a:xfrm>
          <a:custGeom xmlns:a="http://schemas.openxmlformats.org/drawingml/2006/main">
            <a:pathLst>
              <a:path w="72889" h="109947">
                <a:moveTo>
                  <a:pt x="70768" y="89967"/>
                </a:moveTo>
                <a:cubicBezTo>
                  <a:pt x="62173" y="100794"/>
                  <a:pt x="60387" y="102468"/>
                  <a:pt x="57820" y="102468"/>
                </a:cubicBezTo>
                <a:cubicBezTo>
                  <a:pt x="56369" y="102468"/>
                  <a:pt x="55252" y="101129"/>
                  <a:pt x="55252" y="99678"/>
                </a:cubicBezTo>
                <a:cubicBezTo>
                  <a:pt x="55252" y="98003"/>
                  <a:pt x="57820" y="88069"/>
                  <a:pt x="60499" y="79809"/>
                </a:cubicBezTo>
                <a:cubicBezTo>
                  <a:pt x="65075" y="64740"/>
                  <a:pt x="68089" y="52908"/>
                  <a:pt x="68089" y="49113"/>
                </a:cubicBezTo>
                <a:cubicBezTo>
                  <a:pt x="68089" y="42751"/>
                  <a:pt x="63847" y="38509"/>
                  <a:pt x="57596" y="38509"/>
                </a:cubicBezTo>
                <a:cubicBezTo>
                  <a:pt x="47327" y="38509"/>
                  <a:pt x="36054" y="49002"/>
                  <a:pt x="21208" y="71996"/>
                </a:cubicBezTo>
                <a:lnTo>
                  <a:pt x="40295" y="893"/>
                </a:lnTo>
                <a:lnTo>
                  <a:pt x="39514" y="0"/>
                </a:lnTo>
                <a:cubicBezTo>
                  <a:pt x="30361" y="2121"/>
                  <a:pt x="24110" y="3237"/>
                  <a:pt x="14622" y="4353"/>
                </a:cubicBezTo>
                <a:lnTo>
                  <a:pt x="14622" y="6697"/>
                </a:lnTo>
                <a:lnTo>
                  <a:pt x="18752" y="6697"/>
                </a:lnTo>
                <a:cubicBezTo>
                  <a:pt x="18864" y="6697"/>
                  <a:pt x="18976" y="6697"/>
                  <a:pt x="19199" y="6586"/>
                </a:cubicBezTo>
                <a:cubicBezTo>
                  <a:pt x="21431" y="5581"/>
                  <a:pt x="25226" y="8372"/>
                  <a:pt x="25226" y="10492"/>
                </a:cubicBezTo>
                <a:cubicBezTo>
                  <a:pt x="25226" y="12725"/>
                  <a:pt x="24445" y="16743"/>
                  <a:pt x="22994" y="21320"/>
                </a:cubicBezTo>
                <a:cubicBezTo>
                  <a:pt x="22882" y="21431"/>
                  <a:pt x="22324" y="23664"/>
                  <a:pt x="21431" y="27236"/>
                </a:cubicBezTo>
                <a:lnTo>
                  <a:pt x="0" y="108496"/>
                </a:lnTo>
                <a:lnTo>
                  <a:pt x="11943" y="108496"/>
                </a:lnTo>
                <a:cubicBezTo>
                  <a:pt x="18194" y="84051"/>
                  <a:pt x="20315" y="78693"/>
                  <a:pt x="26677" y="68982"/>
                </a:cubicBezTo>
                <a:cubicBezTo>
                  <a:pt x="34937" y="56480"/>
                  <a:pt x="45765" y="46546"/>
                  <a:pt x="51234" y="46546"/>
                </a:cubicBezTo>
                <a:cubicBezTo>
                  <a:pt x="53690" y="46546"/>
                  <a:pt x="55699" y="48444"/>
                  <a:pt x="55699" y="50564"/>
                </a:cubicBezTo>
                <a:cubicBezTo>
                  <a:pt x="55699" y="51234"/>
                  <a:pt x="55252" y="53243"/>
                  <a:pt x="54583" y="55811"/>
                </a:cubicBezTo>
                <a:lnTo>
                  <a:pt x="45876" y="88739"/>
                </a:lnTo>
                <a:cubicBezTo>
                  <a:pt x="43867" y="96441"/>
                  <a:pt x="42751" y="101352"/>
                  <a:pt x="42751" y="103250"/>
                </a:cubicBezTo>
                <a:cubicBezTo>
                  <a:pt x="42751" y="107380"/>
                  <a:pt x="45430" y="109947"/>
                  <a:pt x="49671" y="109947"/>
                </a:cubicBezTo>
                <a:cubicBezTo>
                  <a:pt x="57820" y="109947"/>
                  <a:pt x="63289" y="105705"/>
                  <a:pt x="72889" y="91864"/>
                </a:cubicBezTo>
                <a:lnTo>
                  <a:pt x="70768" y="89967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A0885-4E80-44B6-AF3A-BDF336A2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0956" y="3664967"/>
            <a:ext cx="60499" cy="71772"/>
          </a:xfrm>
          <a:custGeom xmlns:a="http://schemas.openxmlformats.org/drawingml/2006/main">
            <a:pathLst>
              <a:path w="60499" h="71772">
                <a:moveTo>
                  <a:pt x="51904" y="52685"/>
                </a:moveTo>
                <a:cubicBezTo>
                  <a:pt x="40407" y="62061"/>
                  <a:pt x="35496" y="64629"/>
                  <a:pt x="28687" y="64629"/>
                </a:cubicBezTo>
                <a:cubicBezTo>
                  <a:pt x="19645" y="64629"/>
                  <a:pt x="13729" y="58936"/>
                  <a:pt x="13729" y="50341"/>
                </a:cubicBezTo>
                <a:cubicBezTo>
                  <a:pt x="13729" y="47997"/>
                  <a:pt x="14064" y="45541"/>
                  <a:pt x="15292" y="40518"/>
                </a:cubicBezTo>
                <a:lnTo>
                  <a:pt x="19869" y="39849"/>
                </a:lnTo>
                <a:cubicBezTo>
                  <a:pt x="43644" y="36500"/>
                  <a:pt x="60499" y="24445"/>
                  <a:pt x="60499" y="10827"/>
                </a:cubicBezTo>
                <a:cubicBezTo>
                  <a:pt x="60499" y="4130"/>
                  <a:pt x="55699" y="0"/>
                  <a:pt x="47774" y="0"/>
                </a:cubicBezTo>
                <a:cubicBezTo>
                  <a:pt x="24892" y="0"/>
                  <a:pt x="0" y="26231"/>
                  <a:pt x="0" y="50006"/>
                </a:cubicBezTo>
                <a:cubicBezTo>
                  <a:pt x="0" y="62843"/>
                  <a:pt x="8483" y="71772"/>
                  <a:pt x="20873" y="71772"/>
                </a:cubicBezTo>
                <a:cubicBezTo>
                  <a:pt x="32258" y="71772"/>
                  <a:pt x="44425" y="65298"/>
                  <a:pt x="53801" y="54694"/>
                </a:cubicBezTo>
                <a:lnTo>
                  <a:pt x="51904" y="52685"/>
                </a:lnTo>
                <a:close/>
                <a:moveTo>
                  <a:pt x="19199" y="30026"/>
                </a:moveTo>
                <a:cubicBezTo>
                  <a:pt x="24557" y="15850"/>
                  <a:pt x="36277" y="3684"/>
                  <a:pt x="44425" y="3684"/>
                </a:cubicBezTo>
                <a:cubicBezTo>
                  <a:pt x="47774" y="3684"/>
                  <a:pt x="50006" y="6251"/>
                  <a:pt x="50006" y="9823"/>
                </a:cubicBezTo>
                <a:cubicBezTo>
                  <a:pt x="50006" y="14734"/>
                  <a:pt x="46993" y="20427"/>
                  <a:pt x="42081" y="25226"/>
                </a:cubicBezTo>
                <a:cubicBezTo>
                  <a:pt x="36165" y="30807"/>
                  <a:pt x="30138" y="33598"/>
                  <a:pt x="16408" y="36947"/>
                </a:cubicBezTo>
                <a:lnTo>
                  <a:pt x="19199" y="30026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F5F756-DF13-45FD-8779-382641F9D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4491" y="3812865"/>
            <a:ext cx="69986" cy="74675"/>
          </a:xfrm>
          <a:custGeom xmlns:a="http://schemas.openxmlformats.org/drawingml/2006/main">
            <a:pathLst>
              <a:path w="69986" h="74675">
                <a:moveTo>
                  <a:pt x="35161" y="0"/>
                </a:moveTo>
                <a:cubicBezTo>
                  <a:pt x="14399" y="0"/>
                  <a:pt x="0" y="15180"/>
                  <a:pt x="0" y="37170"/>
                </a:cubicBezTo>
                <a:cubicBezTo>
                  <a:pt x="0" y="58601"/>
                  <a:pt x="14846" y="74675"/>
                  <a:pt x="34714" y="74675"/>
                </a:cubicBezTo>
                <a:cubicBezTo>
                  <a:pt x="54806" y="74675"/>
                  <a:pt x="69986" y="57820"/>
                  <a:pt x="69986" y="35830"/>
                </a:cubicBezTo>
                <a:cubicBezTo>
                  <a:pt x="69986" y="15069"/>
                  <a:pt x="55476" y="0"/>
                  <a:pt x="35161" y="0"/>
                </a:cubicBezTo>
                <a:close/>
                <a:moveTo>
                  <a:pt x="33040" y="4465"/>
                </a:moveTo>
                <a:cubicBezTo>
                  <a:pt x="46323" y="4465"/>
                  <a:pt x="55811" y="19645"/>
                  <a:pt x="55811" y="41411"/>
                </a:cubicBezTo>
                <a:cubicBezTo>
                  <a:pt x="55811" y="59382"/>
                  <a:pt x="48555" y="70210"/>
                  <a:pt x="36612" y="70210"/>
                </a:cubicBezTo>
                <a:cubicBezTo>
                  <a:pt x="30473" y="70210"/>
                  <a:pt x="24668" y="66415"/>
                  <a:pt x="21320" y="60052"/>
                </a:cubicBezTo>
                <a:cubicBezTo>
                  <a:pt x="16855" y="51792"/>
                  <a:pt x="14288" y="40630"/>
                  <a:pt x="14288" y="29356"/>
                </a:cubicBezTo>
                <a:cubicBezTo>
                  <a:pt x="14288" y="14288"/>
                  <a:pt x="21766" y="4465"/>
                  <a:pt x="33040" y="4465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E1FB70-1D32-47D1-8692-B6FC214E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5475" y="3742990"/>
            <a:ext cx="150912" cy="53132"/>
          </a:xfrm>
          <a:custGeom xmlns:a="http://schemas.openxmlformats.org/drawingml/2006/main">
            <a:pathLst>
              <a:path w="150912" h="53132">
                <a:moveTo>
                  <a:pt x="143098" y="9041"/>
                </a:moveTo>
                <a:cubicBezTo>
                  <a:pt x="146558" y="9041"/>
                  <a:pt x="150912" y="9041"/>
                  <a:pt x="150912" y="4576"/>
                </a:cubicBezTo>
                <a:cubicBezTo>
                  <a:pt x="150912" y="0"/>
                  <a:pt x="146558" y="0"/>
                  <a:pt x="143321" y="0"/>
                </a:cubicBezTo>
                <a:lnTo>
                  <a:pt x="7479" y="0"/>
                </a:lnTo>
                <a:cubicBezTo>
                  <a:pt x="4353" y="0"/>
                  <a:pt x="0" y="0"/>
                  <a:pt x="0" y="4576"/>
                </a:cubicBezTo>
                <a:cubicBezTo>
                  <a:pt x="0" y="9041"/>
                  <a:pt x="4353" y="9041"/>
                  <a:pt x="7702" y="9041"/>
                </a:cubicBezTo>
                <a:lnTo>
                  <a:pt x="143098" y="9041"/>
                </a:lnTo>
                <a:close/>
                <a:moveTo>
                  <a:pt x="143321" y="53132"/>
                </a:moveTo>
                <a:cubicBezTo>
                  <a:pt x="146558" y="53132"/>
                  <a:pt x="150912" y="53132"/>
                  <a:pt x="150912" y="48555"/>
                </a:cubicBezTo>
                <a:cubicBezTo>
                  <a:pt x="150912" y="43979"/>
                  <a:pt x="146558" y="43979"/>
                  <a:pt x="143098" y="43979"/>
                </a:cubicBezTo>
                <a:lnTo>
                  <a:pt x="7702" y="43979"/>
                </a:lnTo>
                <a:cubicBezTo>
                  <a:pt x="4353" y="43979"/>
                  <a:pt x="0" y="43979"/>
                  <a:pt x="0" y="48555"/>
                </a:cubicBezTo>
                <a:cubicBezTo>
                  <a:pt x="0" y="53132"/>
                  <a:pt x="4353" y="53132"/>
                  <a:pt x="7479" y="53132"/>
                </a:cubicBezTo>
                <a:lnTo>
                  <a:pt x="143321" y="5313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315BE-AA07-46D8-B54E-55C36629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94679" y="3655368"/>
            <a:ext cx="213866" cy="226814"/>
          </a:xfrm>
          <a:custGeom xmlns:a="http://schemas.openxmlformats.org/drawingml/2006/main">
            <a:pathLst>
              <a:path w="213866" h="226814">
                <a:moveTo>
                  <a:pt x="82711" y="121109"/>
                </a:moveTo>
                <a:lnTo>
                  <a:pt x="2232" y="220675"/>
                </a:lnTo>
                <a:cubicBezTo>
                  <a:pt x="447" y="223019"/>
                  <a:pt x="223" y="223354"/>
                  <a:pt x="223" y="224358"/>
                </a:cubicBezTo>
                <a:cubicBezTo>
                  <a:pt x="223" y="226814"/>
                  <a:pt x="2232" y="226814"/>
                  <a:pt x="6362" y="226814"/>
                </a:cubicBezTo>
                <a:lnTo>
                  <a:pt x="194332" y="226814"/>
                </a:lnTo>
                <a:lnTo>
                  <a:pt x="213866" y="170334"/>
                </a:lnTo>
                <a:lnTo>
                  <a:pt x="208173" y="170334"/>
                </a:lnTo>
                <a:cubicBezTo>
                  <a:pt x="202481" y="187412"/>
                  <a:pt x="187300" y="201253"/>
                  <a:pt x="167990" y="207838"/>
                </a:cubicBezTo>
                <a:cubicBezTo>
                  <a:pt x="164418" y="208955"/>
                  <a:pt x="148791" y="214424"/>
                  <a:pt x="115416" y="214424"/>
                </a:cubicBezTo>
                <a:lnTo>
                  <a:pt x="19087" y="214424"/>
                </a:lnTo>
                <a:lnTo>
                  <a:pt x="97780" y="117091"/>
                </a:lnTo>
                <a:cubicBezTo>
                  <a:pt x="99343" y="115081"/>
                  <a:pt x="99789" y="114300"/>
                  <a:pt x="99789" y="113407"/>
                </a:cubicBezTo>
                <a:cubicBezTo>
                  <a:pt x="99789" y="112514"/>
                  <a:pt x="99566" y="112291"/>
                  <a:pt x="98227" y="110282"/>
                </a:cubicBezTo>
                <a:lnTo>
                  <a:pt x="24445" y="9153"/>
                </a:lnTo>
                <a:lnTo>
                  <a:pt x="114300" y="9153"/>
                </a:lnTo>
                <a:cubicBezTo>
                  <a:pt x="140196" y="9153"/>
                  <a:pt x="192323" y="10716"/>
                  <a:pt x="208173" y="53132"/>
                </a:cubicBezTo>
                <a:lnTo>
                  <a:pt x="213866" y="53132"/>
                </a:lnTo>
                <a:lnTo>
                  <a:pt x="194332" y="0"/>
                </a:lnTo>
                <a:lnTo>
                  <a:pt x="6362" y="0"/>
                </a:lnTo>
                <a:cubicBezTo>
                  <a:pt x="223" y="0"/>
                  <a:pt x="0" y="223"/>
                  <a:pt x="0" y="7255"/>
                </a:cubicBezTo>
                <a:lnTo>
                  <a:pt x="82711" y="12110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73E94-018F-41D3-B106-B1BDED09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5893" y="3784290"/>
            <a:ext cx="78135" cy="111844"/>
          </a:xfrm>
          <a:custGeom xmlns:a="http://schemas.openxmlformats.org/drawingml/2006/main">
            <a:pathLst>
              <a:path w="78135" h="111844">
                <a:moveTo>
                  <a:pt x="37840" y="4800"/>
                </a:moveTo>
                <a:cubicBezTo>
                  <a:pt x="37951" y="4465"/>
                  <a:pt x="38398" y="2456"/>
                  <a:pt x="38398" y="2232"/>
                </a:cubicBezTo>
                <a:cubicBezTo>
                  <a:pt x="38398" y="1451"/>
                  <a:pt x="37840" y="0"/>
                  <a:pt x="35830" y="0"/>
                </a:cubicBezTo>
                <a:cubicBezTo>
                  <a:pt x="32705" y="0"/>
                  <a:pt x="19534" y="1339"/>
                  <a:pt x="15515" y="1674"/>
                </a:cubicBezTo>
                <a:cubicBezTo>
                  <a:pt x="14288" y="1786"/>
                  <a:pt x="12055" y="1898"/>
                  <a:pt x="12055" y="5246"/>
                </a:cubicBezTo>
                <a:cubicBezTo>
                  <a:pt x="12055" y="7479"/>
                  <a:pt x="14288" y="7479"/>
                  <a:pt x="16185" y="7479"/>
                </a:cubicBezTo>
                <a:cubicBezTo>
                  <a:pt x="23775" y="7479"/>
                  <a:pt x="23775" y="8595"/>
                  <a:pt x="23775" y="9823"/>
                </a:cubicBezTo>
                <a:cubicBezTo>
                  <a:pt x="23775" y="10939"/>
                  <a:pt x="23552" y="11943"/>
                  <a:pt x="23217" y="13395"/>
                </a:cubicBezTo>
                <a:lnTo>
                  <a:pt x="781" y="103250"/>
                </a:lnTo>
                <a:cubicBezTo>
                  <a:pt x="0" y="106152"/>
                  <a:pt x="0" y="106487"/>
                  <a:pt x="0" y="106710"/>
                </a:cubicBezTo>
                <a:cubicBezTo>
                  <a:pt x="0" y="109165"/>
                  <a:pt x="1898" y="111844"/>
                  <a:pt x="5358" y="111844"/>
                </a:cubicBezTo>
                <a:cubicBezTo>
                  <a:pt x="9711" y="111844"/>
                  <a:pt x="11720" y="108719"/>
                  <a:pt x="12725" y="105259"/>
                </a:cubicBezTo>
                <a:cubicBezTo>
                  <a:pt x="13060" y="104589"/>
                  <a:pt x="19869" y="76572"/>
                  <a:pt x="20427" y="74340"/>
                </a:cubicBezTo>
                <a:cubicBezTo>
                  <a:pt x="31812" y="75456"/>
                  <a:pt x="40742" y="79139"/>
                  <a:pt x="40742" y="87399"/>
                </a:cubicBezTo>
                <a:cubicBezTo>
                  <a:pt x="40742" y="88181"/>
                  <a:pt x="40742" y="88962"/>
                  <a:pt x="40518" y="90525"/>
                </a:cubicBezTo>
                <a:cubicBezTo>
                  <a:pt x="39849" y="92980"/>
                  <a:pt x="39849" y="93762"/>
                  <a:pt x="39849" y="95548"/>
                </a:cubicBezTo>
                <a:cubicBezTo>
                  <a:pt x="39849" y="106710"/>
                  <a:pt x="49113" y="111844"/>
                  <a:pt x="56704" y="111844"/>
                </a:cubicBezTo>
                <a:cubicBezTo>
                  <a:pt x="72107" y="111844"/>
                  <a:pt x="76907" y="87734"/>
                  <a:pt x="76907" y="87511"/>
                </a:cubicBezTo>
                <a:cubicBezTo>
                  <a:pt x="76907" y="85502"/>
                  <a:pt x="74786" y="85502"/>
                  <a:pt x="74340" y="85502"/>
                </a:cubicBezTo>
                <a:cubicBezTo>
                  <a:pt x="72107" y="85502"/>
                  <a:pt x="71884" y="86283"/>
                  <a:pt x="71103" y="89297"/>
                </a:cubicBezTo>
                <a:cubicBezTo>
                  <a:pt x="69205" y="96106"/>
                  <a:pt x="64963" y="107379"/>
                  <a:pt x="57150" y="107379"/>
                </a:cubicBezTo>
                <a:cubicBezTo>
                  <a:pt x="52908" y="107379"/>
                  <a:pt x="51569" y="103473"/>
                  <a:pt x="51569" y="99120"/>
                </a:cubicBezTo>
                <a:cubicBezTo>
                  <a:pt x="51569" y="96441"/>
                  <a:pt x="51569" y="96106"/>
                  <a:pt x="52574" y="91976"/>
                </a:cubicBezTo>
                <a:cubicBezTo>
                  <a:pt x="52685" y="91529"/>
                  <a:pt x="53355" y="88850"/>
                  <a:pt x="53355" y="87064"/>
                </a:cubicBezTo>
                <a:cubicBezTo>
                  <a:pt x="53355" y="73000"/>
                  <a:pt x="34268" y="70768"/>
                  <a:pt x="27682" y="70210"/>
                </a:cubicBezTo>
                <a:cubicBezTo>
                  <a:pt x="32258" y="67419"/>
                  <a:pt x="38174" y="62173"/>
                  <a:pt x="40742" y="59829"/>
                </a:cubicBezTo>
                <a:cubicBezTo>
                  <a:pt x="48890" y="52127"/>
                  <a:pt x="56815" y="44648"/>
                  <a:pt x="65745" y="44648"/>
                </a:cubicBezTo>
                <a:cubicBezTo>
                  <a:pt x="67642" y="44648"/>
                  <a:pt x="69763" y="45095"/>
                  <a:pt x="70991" y="46769"/>
                </a:cubicBezTo>
                <a:cubicBezTo>
                  <a:pt x="64182" y="47885"/>
                  <a:pt x="62731" y="53243"/>
                  <a:pt x="62731" y="55699"/>
                </a:cubicBezTo>
                <a:cubicBezTo>
                  <a:pt x="62731" y="59159"/>
                  <a:pt x="65410" y="61503"/>
                  <a:pt x="69093" y="61503"/>
                </a:cubicBezTo>
                <a:cubicBezTo>
                  <a:pt x="73335" y="61503"/>
                  <a:pt x="78135" y="58043"/>
                  <a:pt x="78135" y="51346"/>
                </a:cubicBezTo>
                <a:cubicBezTo>
                  <a:pt x="78135" y="46100"/>
                  <a:pt x="74340" y="40184"/>
                  <a:pt x="65968" y="40184"/>
                </a:cubicBezTo>
                <a:cubicBezTo>
                  <a:pt x="56815" y="40184"/>
                  <a:pt x="48555" y="46769"/>
                  <a:pt x="40518" y="54248"/>
                </a:cubicBezTo>
                <a:cubicBezTo>
                  <a:pt x="33821" y="60499"/>
                  <a:pt x="28575" y="65522"/>
                  <a:pt x="22101" y="68200"/>
                </a:cubicBezTo>
                <a:lnTo>
                  <a:pt x="37840" y="4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A572E-FB65-4493-BD9F-B00B9C89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8656" y="3726024"/>
            <a:ext cx="150130" cy="102691"/>
          </a:xfrm>
          <a:custGeom xmlns:a="http://schemas.openxmlformats.org/drawingml/2006/main">
            <a:pathLst>
              <a:path w="150130" h="102691">
                <a:moveTo>
                  <a:pt x="98115" y="23329"/>
                </a:moveTo>
                <a:cubicBezTo>
                  <a:pt x="99231" y="18306"/>
                  <a:pt x="101575" y="9934"/>
                  <a:pt x="101575" y="8595"/>
                </a:cubicBezTo>
                <a:cubicBezTo>
                  <a:pt x="101575" y="4576"/>
                  <a:pt x="98338" y="2456"/>
                  <a:pt x="94990" y="2456"/>
                </a:cubicBezTo>
                <a:cubicBezTo>
                  <a:pt x="92199" y="2456"/>
                  <a:pt x="88181" y="4353"/>
                  <a:pt x="86506" y="8818"/>
                </a:cubicBezTo>
                <a:cubicBezTo>
                  <a:pt x="85948" y="10381"/>
                  <a:pt x="75233" y="53690"/>
                  <a:pt x="73670" y="59606"/>
                </a:cubicBezTo>
                <a:cubicBezTo>
                  <a:pt x="72107" y="66415"/>
                  <a:pt x="71661" y="70545"/>
                  <a:pt x="71661" y="74563"/>
                </a:cubicBezTo>
                <a:cubicBezTo>
                  <a:pt x="71661" y="77130"/>
                  <a:pt x="71661" y="77577"/>
                  <a:pt x="71884" y="78693"/>
                </a:cubicBezTo>
                <a:cubicBezTo>
                  <a:pt x="66638" y="90636"/>
                  <a:pt x="59829" y="97668"/>
                  <a:pt x="51011" y="97668"/>
                </a:cubicBezTo>
                <a:cubicBezTo>
                  <a:pt x="32817" y="97668"/>
                  <a:pt x="32817" y="80925"/>
                  <a:pt x="32817" y="77130"/>
                </a:cubicBezTo>
                <a:cubicBezTo>
                  <a:pt x="32817" y="69875"/>
                  <a:pt x="33933" y="60945"/>
                  <a:pt x="44648" y="33040"/>
                </a:cubicBezTo>
                <a:cubicBezTo>
                  <a:pt x="47104" y="26231"/>
                  <a:pt x="48444" y="23106"/>
                  <a:pt x="48444" y="18529"/>
                </a:cubicBezTo>
                <a:cubicBezTo>
                  <a:pt x="48444" y="8372"/>
                  <a:pt x="40965" y="0"/>
                  <a:pt x="29914" y="0"/>
                </a:cubicBezTo>
                <a:cubicBezTo>
                  <a:pt x="8372" y="0"/>
                  <a:pt x="0" y="32817"/>
                  <a:pt x="0" y="34937"/>
                </a:cubicBezTo>
                <a:cubicBezTo>
                  <a:pt x="0" y="37170"/>
                  <a:pt x="2232" y="37170"/>
                  <a:pt x="2679" y="37170"/>
                </a:cubicBezTo>
                <a:cubicBezTo>
                  <a:pt x="4911" y="37170"/>
                  <a:pt x="5135" y="36723"/>
                  <a:pt x="6251" y="33040"/>
                </a:cubicBezTo>
                <a:cubicBezTo>
                  <a:pt x="12390" y="11943"/>
                  <a:pt x="21208" y="4911"/>
                  <a:pt x="29133" y="4911"/>
                </a:cubicBezTo>
                <a:cubicBezTo>
                  <a:pt x="31254" y="4911"/>
                  <a:pt x="34826" y="5135"/>
                  <a:pt x="34826" y="12390"/>
                </a:cubicBezTo>
                <a:cubicBezTo>
                  <a:pt x="34826" y="18083"/>
                  <a:pt x="32370" y="24445"/>
                  <a:pt x="30807" y="28352"/>
                </a:cubicBezTo>
                <a:cubicBezTo>
                  <a:pt x="20762" y="55141"/>
                  <a:pt x="18083" y="65522"/>
                  <a:pt x="18083" y="74116"/>
                </a:cubicBezTo>
                <a:cubicBezTo>
                  <a:pt x="18083" y="94766"/>
                  <a:pt x="33263" y="102691"/>
                  <a:pt x="50341" y="102691"/>
                </a:cubicBezTo>
                <a:cubicBezTo>
                  <a:pt x="54136" y="102691"/>
                  <a:pt x="64852" y="102691"/>
                  <a:pt x="73893" y="86841"/>
                </a:cubicBezTo>
                <a:cubicBezTo>
                  <a:pt x="79697" y="101352"/>
                  <a:pt x="95436" y="102691"/>
                  <a:pt x="102245" y="102691"/>
                </a:cubicBezTo>
                <a:cubicBezTo>
                  <a:pt x="119211" y="102691"/>
                  <a:pt x="129257" y="88404"/>
                  <a:pt x="135062" y="74786"/>
                </a:cubicBezTo>
                <a:cubicBezTo>
                  <a:pt x="142875" y="57150"/>
                  <a:pt x="150130" y="26677"/>
                  <a:pt x="150130" y="15850"/>
                </a:cubicBezTo>
                <a:cubicBezTo>
                  <a:pt x="150130" y="3349"/>
                  <a:pt x="143991" y="0"/>
                  <a:pt x="140084" y="0"/>
                </a:cubicBezTo>
                <a:cubicBezTo>
                  <a:pt x="134392" y="0"/>
                  <a:pt x="128699" y="5804"/>
                  <a:pt x="128699" y="10827"/>
                </a:cubicBezTo>
                <a:cubicBezTo>
                  <a:pt x="128699" y="13841"/>
                  <a:pt x="130150" y="15180"/>
                  <a:pt x="132159" y="16966"/>
                </a:cubicBezTo>
                <a:cubicBezTo>
                  <a:pt x="134615" y="19422"/>
                  <a:pt x="140308" y="25338"/>
                  <a:pt x="140308" y="36277"/>
                </a:cubicBezTo>
                <a:cubicBezTo>
                  <a:pt x="140308" y="43979"/>
                  <a:pt x="133722" y="66191"/>
                  <a:pt x="127806" y="77800"/>
                </a:cubicBezTo>
                <a:cubicBezTo>
                  <a:pt x="122002" y="89743"/>
                  <a:pt x="113965" y="97668"/>
                  <a:pt x="102915" y="97668"/>
                </a:cubicBezTo>
                <a:cubicBezTo>
                  <a:pt x="92199" y="97668"/>
                  <a:pt x="86172" y="90860"/>
                  <a:pt x="86172" y="78023"/>
                </a:cubicBezTo>
                <a:cubicBezTo>
                  <a:pt x="86172" y="71661"/>
                  <a:pt x="87734" y="64629"/>
                  <a:pt x="88627" y="61392"/>
                </a:cubicBezTo>
                <a:lnTo>
                  <a:pt x="98115" y="2332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6A6BF9-F37F-4F5F-9395-86B0D05CE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46199" y="3750134"/>
            <a:ext cx="78246" cy="111844"/>
          </a:xfrm>
          <a:custGeom xmlns:a="http://schemas.openxmlformats.org/drawingml/2006/main">
            <a:pathLst>
              <a:path w="78246" h="111844">
                <a:moveTo>
                  <a:pt x="37840" y="4800"/>
                </a:moveTo>
                <a:cubicBezTo>
                  <a:pt x="37951" y="4465"/>
                  <a:pt x="38509" y="2456"/>
                  <a:pt x="38509" y="2232"/>
                </a:cubicBezTo>
                <a:cubicBezTo>
                  <a:pt x="38509" y="1451"/>
                  <a:pt x="37840" y="0"/>
                  <a:pt x="35942" y="0"/>
                </a:cubicBezTo>
                <a:cubicBezTo>
                  <a:pt x="32705" y="0"/>
                  <a:pt x="19534" y="1339"/>
                  <a:pt x="15627" y="1674"/>
                </a:cubicBezTo>
                <a:cubicBezTo>
                  <a:pt x="14288" y="1786"/>
                  <a:pt x="12055" y="1898"/>
                  <a:pt x="12055" y="5246"/>
                </a:cubicBezTo>
                <a:cubicBezTo>
                  <a:pt x="12055" y="7479"/>
                  <a:pt x="14288" y="7479"/>
                  <a:pt x="16185" y="7479"/>
                </a:cubicBezTo>
                <a:cubicBezTo>
                  <a:pt x="23775" y="7479"/>
                  <a:pt x="23775" y="8595"/>
                  <a:pt x="23775" y="9823"/>
                </a:cubicBezTo>
                <a:cubicBezTo>
                  <a:pt x="23775" y="10939"/>
                  <a:pt x="23552" y="11943"/>
                  <a:pt x="23217" y="13395"/>
                </a:cubicBezTo>
                <a:lnTo>
                  <a:pt x="893" y="103250"/>
                </a:lnTo>
                <a:cubicBezTo>
                  <a:pt x="0" y="106152"/>
                  <a:pt x="0" y="106487"/>
                  <a:pt x="0" y="106710"/>
                </a:cubicBezTo>
                <a:cubicBezTo>
                  <a:pt x="0" y="109165"/>
                  <a:pt x="1898" y="111844"/>
                  <a:pt x="5469" y="111844"/>
                </a:cubicBezTo>
                <a:cubicBezTo>
                  <a:pt x="9711" y="111844"/>
                  <a:pt x="11720" y="108719"/>
                  <a:pt x="12725" y="105147"/>
                </a:cubicBezTo>
                <a:cubicBezTo>
                  <a:pt x="13060" y="104477"/>
                  <a:pt x="19869" y="76572"/>
                  <a:pt x="20538" y="74340"/>
                </a:cubicBezTo>
                <a:cubicBezTo>
                  <a:pt x="31812" y="75456"/>
                  <a:pt x="40853" y="79139"/>
                  <a:pt x="40853" y="87399"/>
                </a:cubicBezTo>
                <a:cubicBezTo>
                  <a:pt x="40853" y="88181"/>
                  <a:pt x="40853" y="88962"/>
                  <a:pt x="40518" y="90525"/>
                </a:cubicBezTo>
                <a:cubicBezTo>
                  <a:pt x="39849" y="92980"/>
                  <a:pt x="39849" y="93762"/>
                  <a:pt x="39849" y="95548"/>
                </a:cubicBezTo>
                <a:cubicBezTo>
                  <a:pt x="39849" y="106710"/>
                  <a:pt x="49113" y="111844"/>
                  <a:pt x="56704" y="111844"/>
                </a:cubicBezTo>
                <a:cubicBezTo>
                  <a:pt x="72107" y="111844"/>
                  <a:pt x="76907" y="87734"/>
                  <a:pt x="76907" y="87511"/>
                </a:cubicBezTo>
                <a:cubicBezTo>
                  <a:pt x="76907" y="85502"/>
                  <a:pt x="74898" y="85502"/>
                  <a:pt x="74340" y="85502"/>
                </a:cubicBezTo>
                <a:cubicBezTo>
                  <a:pt x="72107" y="85502"/>
                  <a:pt x="71996" y="86283"/>
                  <a:pt x="71214" y="89297"/>
                </a:cubicBezTo>
                <a:cubicBezTo>
                  <a:pt x="69317" y="96106"/>
                  <a:pt x="64963" y="107380"/>
                  <a:pt x="57150" y="107380"/>
                </a:cubicBezTo>
                <a:cubicBezTo>
                  <a:pt x="52908" y="107380"/>
                  <a:pt x="51681" y="103473"/>
                  <a:pt x="51681" y="99120"/>
                </a:cubicBezTo>
                <a:cubicBezTo>
                  <a:pt x="51681" y="96441"/>
                  <a:pt x="51681" y="96106"/>
                  <a:pt x="52574" y="91976"/>
                </a:cubicBezTo>
                <a:cubicBezTo>
                  <a:pt x="52797" y="91529"/>
                  <a:pt x="53355" y="88850"/>
                  <a:pt x="53355" y="87064"/>
                </a:cubicBezTo>
                <a:cubicBezTo>
                  <a:pt x="53355" y="73000"/>
                  <a:pt x="34379" y="70768"/>
                  <a:pt x="27682" y="70210"/>
                </a:cubicBezTo>
                <a:cubicBezTo>
                  <a:pt x="32258" y="67419"/>
                  <a:pt x="38174" y="62173"/>
                  <a:pt x="40853" y="59829"/>
                </a:cubicBezTo>
                <a:cubicBezTo>
                  <a:pt x="49002" y="52127"/>
                  <a:pt x="56927" y="44648"/>
                  <a:pt x="65745" y="44648"/>
                </a:cubicBezTo>
                <a:cubicBezTo>
                  <a:pt x="67642" y="44648"/>
                  <a:pt x="69763" y="45095"/>
                  <a:pt x="70991" y="46769"/>
                </a:cubicBezTo>
                <a:cubicBezTo>
                  <a:pt x="64182" y="47885"/>
                  <a:pt x="62731" y="53243"/>
                  <a:pt x="62731" y="55587"/>
                </a:cubicBezTo>
                <a:cubicBezTo>
                  <a:pt x="62731" y="59159"/>
                  <a:pt x="65522" y="61503"/>
                  <a:pt x="69093" y="61503"/>
                </a:cubicBezTo>
                <a:cubicBezTo>
                  <a:pt x="73335" y="61503"/>
                  <a:pt x="78246" y="58043"/>
                  <a:pt x="78246" y="51346"/>
                </a:cubicBezTo>
                <a:cubicBezTo>
                  <a:pt x="78246" y="46100"/>
                  <a:pt x="74340" y="40184"/>
                  <a:pt x="65968" y="40184"/>
                </a:cubicBezTo>
                <a:cubicBezTo>
                  <a:pt x="56927" y="40184"/>
                  <a:pt x="48667" y="46769"/>
                  <a:pt x="40518" y="54248"/>
                </a:cubicBezTo>
                <a:cubicBezTo>
                  <a:pt x="33821" y="60499"/>
                  <a:pt x="28575" y="65522"/>
                  <a:pt x="22101" y="68200"/>
                </a:cubicBezTo>
                <a:lnTo>
                  <a:pt x="37840" y="48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37A5E-57DE-4A34-ADBE-98DA6083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6478" y="3387365"/>
            <a:ext cx="136959" cy="154818"/>
          </a:xfrm>
          <a:custGeom xmlns:a="http://schemas.openxmlformats.org/drawingml/2006/main">
            <a:pathLst>
              <a:path w="136959" h="154818">
                <a:moveTo>
                  <a:pt x="76014" y="17636"/>
                </a:moveTo>
                <a:cubicBezTo>
                  <a:pt x="78023" y="9488"/>
                  <a:pt x="78693" y="7032"/>
                  <a:pt x="100012" y="7032"/>
                </a:cubicBezTo>
                <a:cubicBezTo>
                  <a:pt x="106821" y="7032"/>
                  <a:pt x="108607" y="7032"/>
                  <a:pt x="108607" y="2679"/>
                </a:cubicBezTo>
                <a:cubicBezTo>
                  <a:pt x="108607" y="0"/>
                  <a:pt x="106152" y="0"/>
                  <a:pt x="104924" y="0"/>
                </a:cubicBezTo>
                <a:cubicBezTo>
                  <a:pt x="97445" y="0"/>
                  <a:pt x="78916" y="670"/>
                  <a:pt x="71438" y="670"/>
                </a:cubicBezTo>
                <a:cubicBezTo>
                  <a:pt x="64629" y="670"/>
                  <a:pt x="48109" y="0"/>
                  <a:pt x="41300" y="0"/>
                </a:cubicBezTo>
                <a:cubicBezTo>
                  <a:pt x="39625" y="0"/>
                  <a:pt x="36947" y="0"/>
                  <a:pt x="36947" y="4465"/>
                </a:cubicBezTo>
                <a:cubicBezTo>
                  <a:pt x="36947" y="7032"/>
                  <a:pt x="38956" y="7032"/>
                  <a:pt x="43309" y="7032"/>
                </a:cubicBezTo>
                <a:cubicBezTo>
                  <a:pt x="43755" y="7032"/>
                  <a:pt x="48109" y="7032"/>
                  <a:pt x="51904" y="7479"/>
                </a:cubicBezTo>
                <a:cubicBezTo>
                  <a:pt x="56034" y="7925"/>
                  <a:pt x="58043" y="8148"/>
                  <a:pt x="58043" y="11050"/>
                </a:cubicBezTo>
                <a:cubicBezTo>
                  <a:pt x="58043" y="11943"/>
                  <a:pt x="57820" y="12725"/>
                  <a:pt x="57150" y="15404"/>
                </a:cubicBezTo>
                <a:lnTo>
                  <a:pt x="26677" y="137182"/>
                </a:lnTo>
                <a:cubicBezTo>
                  <a:pt x="24445" y="146000"/>
                  <a:pt x="23999" y="147786"/>
                  <a:pt x="6028" y="147786"/>
                </a:cubicBezTo>
                <a:cubicBezTo>
                  <a:pt x="2232" y="147786"/>
                  <a:pt x="0" y="147786"/>
                  <a:pt x="0" y="152363"/>
                </a:cubicBezTo>
                <a:cubicBezTo>
                  <a:pt x="0" y="154818"/>
                  <a:pt x="2009" y="154818"/>
                  <a:pt x="6028" y="154818"/>
                </a:cubicBezTo>
                <a:lnTo>
                  <a:pt x="111063" y="154818"/>
                </a:lnTo>
                <a:cubicBezTo>
                  <a:pt x="116532" y="154818"/>
                  <a:pt x="116756" y="154818"/>
                  <a:pt x="118095" y="151023"/>
                </a:cubicBezTo>
                <a:lnTo>
                  <a:pt x="136066" y="102022"/>
                </a:lnTo>
                <a:cubicBezTo>
                  <a:pt x="136959" y="99566"/>
                  <a:pt x="136959" y="99120"/>
                  <a:pt x="136959" y="98896"/>
                </a:cubicBezTo>
                <a:cubicBezTo>
                  <a:pt x="136959" y="97892"/>
                  <a:pt x="136289" y="96329"/>
                  <a:pt x="134280" y="96329"/>
                </a:cubicBezTo>
                <a:cubicBezTo>
                  <a:pt x="132159" y="96329"/>
                  <a:pt x="131936" y="97445"/>
                  <a:pt x="130373" y="101129"/>
                </a:cubicBezTo>
                <a:cubicBezTo>
                  <a:pt x="122672" y="122002"/>
                  <a:pt x="112737" y="147786"/>
                  <a:pt x="73447" y="147786"/>
                </a:cubicBezTo>
                <a:lnTo>
                  <a:pt x="52127" y="147786"/>
                </a:lnTo>
                <a:cubicBezTo>
                  <a:pt x="49002" y="147786"/>
                  <a:pt x="48444" y="147786"/>
                  <a:pt x="47104" y="147563"/>
                </a:cubicBezTo>
                <a:cubicBezTo>
                  <a:pt x="44872" y="147340"/>
                  <a:pt x="44202" y="147117"/>
                  <a:pt x="44202" y="145331"/>
                </a:cubicBezTo>
                <a:cubicBezTo>
                  <a:pt x="44202" y="144661"/>
                  <a:pt x="44202" y="144214"/>
                  <a:pt x="45318" y="140084"/>
                </a:cubicBezTo>
                <a:lnTo>
                  <a:pt x="76014" y="17636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438A7-BFB6-4CDC-B5A9-6C02F1BC7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6162" y="3378212"/>
            <a:ext cx="62619" cy="71772"/>
          </a:xfrm>
          <a:custGeom xmlns:a="http://schemas.openxmlformats.org/drawingml/2006/main">
            <a:pathLst>
              <a:path w="62619" h="71772">
                <a:moveTo>
                  <a:pt x="50788" y="53243"/>
                </a:moveTo>
                <a:cubicBezTo>
                  <a:pt x="42081" y="62619"/>
                  <a:pt x="35830" y="66080"/>
                  <a:pt x="28129" y="66080"/>
                </a:cubicBezTo>
                <a:cubicBezTo>
                  <a:pt x="18976" y="66080"/>
                  <a:pt x="13618" y="59271"/>
                  <a:pt x="13618" y="47997"/>
                </a:cubicBezTo>
                <a:cubicBezTo>
                  <a:pt x="13618" y="34491"/>
                  <a:pt x="19199" y="20315"/>
                  <a:pt x="28129" y="10939"/>
                </a:cubicBezTo>
                <a:cubicBezTo>
                  <a:pt x="32705" y="6251"/>
                  <a:pt x="38956" y="3349"/>
                  <a:pt x="45207" y="3349"/>
                </a:cubicBezTo>
                <a:cubicBezTo>
                  <a:pt x="48890" y="3349"/>
                  <a:pt x="51234" y="4576"/>
                  <a:pt x="51234" y="6474"/>
                </a:cubicBezTo>
                <a:cubicBezTo>
                  <a:pt x="51234" y="7367"/>
                  <a:pt x="50899" y="8037"/>
                  <a:pt x="50341" y="9599"/>
                </a:cubicBezTo>
                <a:cubicBezTo>
                  <a:pt x="49225" y="11609"/>
                  <a:pt x="48890" y="12725"/>
                  <a:pt x="48890" y="14176"/>
                </a:cubicBezTo>
                <a:cubicBezTo>
                  <a:pt x="48890" y="17971"/>
                  <a:pt x="51234" y="20203"/>
                  <a:pt x="55029" y="20203"/>
                </a:cubicBezTo>
                <a:cubicBezTo>
                  <a:pt x="59382" y="20203"/>
                  <a:pt x="62619" y="16966"/>
                  <a:pt x="62619" y="12836"/>
                </a:cubicBezTo>
                <a:cubicBezTo>
                  <a:pt x="62619" y="5581"/>
                  <a:pt x="55587" y="0"/>
                  <a:pt x="45988" y="0"/>
                </a:cubicBezTo>
                <a:cubicBezTo>
                  <a:pt x="22213" y="0"/>
                  <a:pt x="0" y="23217"/>
                  <a:pt x="0" y="47997"/>
                </a:cubicBezTo>
                <a:cubicBezTo>
                  <a:pt x="0" y="63066"/>
                  <a:pt x="8595" y="71772"/>
                  <a:pt x="23329" y="71772"/>
                </a:cubicBezTo>
                <a:cubicBezTo>
                  <a:pt x="35049" y="71772"/>
                  <a:pt x="43867" y="66861"/>
                  <a:pt x="53355" y="54806"/>
                </a:cubicBezTo>
                <a:lnTo>
                  <a:pt x="50788" y="53243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1DE23-60C7-401F-BCBF-634508BF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5255" y="3378212"/>
            <a:ext cx="72889" cy="71772"/>
          </a:xfrm>
          <a:custGeom xmlns:a="http://schemas.openxmlformats.org/drawingml/2006/main">
            <a:pathLst>
              <a:path w="72889" h="71772">
                <a:moveTo>
                  <a:pt x="70991" y="52574"/>
                </a:moveTo>
                <a:cubicBezTo>
                  <a:pt x="68647" y="54918"/>
                  <a:pt x="67642" y="55811"/>
                  <a:pt x="66526" y="57038"/>
                </a:cubicBezTo>
                <a:cubicBezTo>
                  <a:pt x="61726" y="61950"/>
                  <a:pt x="59717" y="63512"/>
                  <a:pt x="58266" y="63512"/>
                </a:cubicBezTo>
                <a:cubicBezTo>
                  <a:pt x="57038" y="63512"/>
                  <a:pt x="56034" y="62619"/>
                  <a:pt x="56034" y="61503"/>
                </a:cubicBezTo>
                <a:cubicBezTo>
                  <a:pt x="56034" y="58266"/>
                  <a:pt x="62731" y="31142"/>
                  <a:pt x="70210" y="3795"/>
                </a:cubicBezTo>
                <a:cubicBezTo>
                  <a:pt x="70656" y="2232"/>
                  <a:pt x="70768" y="1898"/>
                  <a:pt x="71103" y="446"/>
                </a:cubicBezTo>
                <a:lnTo>
                  <a:pt x="69986" y="0"/>
                </a:lnTo>
                <a:lnTo>
                  <a:pt x="60387" y="1116"/>
                </a:lnTo>
                <a:lnTo>
                  <a:pt x="59829" y="1563"/>
                </a:lnTo>
                <a:lnTo>
                  <a:pt x="58155" y="9153"/>
                </a:lnTo>
                <a:cubicBezTo>
                  <a:pt x="56815" y="3349"/>
                  <a:pt x="52239" y="0"/>
                  <a:pt x="45430" y="0"/>
                </a:cubicBezTo>
                <a:cubicBezTo>
                  <a:pt x="24445" y="0"/>
                  <a:pt x="0" y="29133"/>
                  <a:pt x="0" y="54136"/>
                </a:cubicBezTo>
                <a:cubicBezTo>
                  <a:pt x="0" y="65298"/>
                  <a:pt x="6028" y="71772"/>
                  <a:pt x="16185" y="71772"/>
                </a:cubicBezTo>
                <a:cubicBezTo>
                  <a:pt x="27347" y="71772"/>
                  <a:pt x="34156" y="66526"/>
                  <a:pt x="48109" y="46881"/>
                </a:cubicBezTo>
                <a:cubicBezTo>
                  <a:pt x="44872" y="59271"/>
                  <a:pt x="44425" y="61280"/>
                  <a:pt x="44425" y="65075"/>
                </a:cubicBezTo>
                <a:cubicBezTo>
                  <a:pt x="44425" y="69763"/>
                  <a:pt x="46323" y="71661"/>
                  <a:pt x="50788" y="71661"/>
                </a:cubicBezTo>
                <a:cubicBezTo>
                  <a:pt x="57150" y="71661"/>
                  <a:pt x="61057" y="68647"/>
                  <a:pt x="72889" y="54136"/>
                </a:cubicBezTo>
                <a:lnTo>
                  <a:pt x="70991" y="52574"/>
                </a:lnTo>
                <a:close/>
                <a:moveTo>
                  <a:pt x="46323" y="3460"/>
                </a:moveTo>
                <a:cubicBezTo>
                  <a:pt x="51792" y="3795"/>
                  <a:pt x="55252" y="7590"/>
                  <a:pt x="55252" y="13171"/>
                </a:cubicBezTo>
                <a:cubicBezTo>
                  <a:pt x="55252" y="26566"/>
                  <a:pt x="47327" y="45318"/>
                  <a:pt x="36388" y="57038"/>
                </a:cubicBezTo>
                <a:cubicBezTo>
                  <a:pt x="32593" y="61280"/>
                  <a:pt x="27124" y="63959"/>
                  <a:pt x="22547" y="63959"/>
                </a:cubicBezTo>
                <a:cubicBezTo>
                  <a:pt x="16966" y="63959"/>
                  <a:pt x="13283" y="59382"/>
                  <a:pt x="13283" y="52127"/>
                </a:cubicBezTo>
                <a:cubicBezTo>
                  <a:pt x="13283" y="43532"/>
                  <a:pt x="19310" y="27124"/>
                  <a:pt x="26119" y="17301"/>
                </a:cubicBezTo>
                <a:cubicBezTo>
                  <a:pt x="32593" y="8037"/>
                  <a:pt x="39960" y="3014"/>
                  <a:pt x="46323" y="346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0106D3-2415-46A7-8748-908B2E1F3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26962" y="3378212"/>
            <a:ext cx="62731" cy="71772"/>
          </a:xfrm>
          <a:custGeom xmlns:a="http://schemas.openxmlformats.org/drawingml/2006/main">
            <a:pathLst>
              <a:path w="62731" h="71772">
                <a:moveTo>
                  <a:pt x="50899" y="53243"/>
                </a:moveTo>
                <a:cubicBezTo>
                  <a:pt x="42081" y="62619"/>
                  <a:pt x="35942" y="66080"/>
                  <a:pt x="28129" y="66080"/>
                </a:cubicBezTo>
                <a:cubicBezTo>
                  <a:pt x="19087" y="66080"/>
                  <a:pt x="13729" y="59271"/>
                  <a:pt x="13729" y="47997"/>
                </a:cubicBezTo>
                <a:cubicBezTo>
                  <a:pt x="13729" y="34491"/>
                  <a:pt x="19310" y="20315"/>
                  <a:pt x="28129" y="10939"/>
                </a:cubicBezTo>
                <a:cubicBezTo>
                  <a:pt x="32817" y="6251"/>
                  <a:pt x="39067" y="3349"/>
                  <a:pt x="45318" y="3349"/>
                </a:cubicBezTo>
                <a:cubicBezTo>
                  <a:pt x="49002" y="3349"/>
                  <a:pt x="51346" y="4576"/>
                  <a:pt x="51346" y="6474"/>
                </a:cubicBezTo>
                <a:cubicBezTo>
                  <a:pt x="51346" y="7367"/>
                  <a:pt x="51011" y="8037"/>
                  <a:pt x="50453" y="9599"/>
                </a:cubicBezTo>
                <a:cubicBezTo>
                  <a:pt x="49337" y="11609"/>
                  <a:pt x="49002" y="12725"/>
                  <a:pt x="49002" y="14176"/>
                </a:cubicBezTo>
                <a:cubicBezTo>
                  <a:pt x="49002" y="17971"/>
                  <a:pt x="51346" y="20203"/>
                  <a:pt x="55141" y="20203"/>
                </a:cubicBezTo>
                <a:cubicBezTo>
                  <a:pt x="59494" y="20203"/>
                  <a:pt x="62731" y="16966"/>
                  <a:pt x="62731" y="12836"/>
                </a:cubicBezTo>
                <a:cubicBezTo>
                  <a:pt x="62731" y="5581"/>
                  <a:pt x="55699" y="0"/>
                  <a:pt x="46100" y="0"/>
                </a:cubicBezTo>
                <a:cubicBezTo>
                  <a:pt x="22324" y="0"/>
                  <a:pt x="0" y="23217"/>
                  <a:pt x="0" y="47997"/>
                </a:cubicBezTo>
                <a:cubicBezTo>
                  <a:pt x="0" y="63066"/>
                  <a:pt x="8595" y="71772"/>
                  <a:pt x="23440" y="71772"/>
                </a:cubicBezTo>
                <a:cubicBezTo>
                  <a:pt x="35161" y="71772"/>
                  <a:pt x="43867" y="66861"/>
                  <a:pt x="53467" y="54806"/>
                </a:cubicBezTo>
                <a:lnTo>
                  <a:pt x="50899" y="53243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FEE088-D380-4710-89EC-BA483196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3600" y="3339815"/>
            <a:ext cx="72889" cy="109835"/>
          </a:xfrm>
          <a:custGeom xmlns:a="http://schemas.openxmlformats.org/drawingml/2006/main">
            <a:pathLst>
              <a:path w="72889" h="109835">
                <a:moveTo>
                  <a:pt x="70879" y="89855"/>
                </a:moveTo>
                <a:cubicBezTo>
                  <a:pt x="62285" y="100682"/>
                  <a:pt x="60387" y="102357"/>
                  <a:pt x="57820" y="102357"/>
                </a:cubicBezTo>
                <a:cubicBezTo>
                  <a:pt x="56369" y="102357"/>
                  <a:pt x="55252" y="101017"/>
                  <a:pt x="55252" y="99566"/>
                </a:cubicBezTo>
                <a:cubicBezTo>
                  <a:pt x="55252" y="98003"/>
                  <a:pt x="57820" y="87957"/>
                  <a:pt x="60499" y="79697"/>
                </a:cubicBezTo>
                <a:cubicBezTo>
                  <a:pt x="65187" y="64629"/>
                  <a:pt x="68200" y="52797"/>
                  <a:pt x="68200" y="49113"/>
                </a:cubicBezTo>
                <a:cubicBezTo>
                  <a:pt x="68200" y="42751"/>
                  <a:pt x="63847" y="38398"/>
                  <a:pt x="57708" y="38398"/>
                </a:cubicBezTo>
                <a:cubicBezTo>
                  <a:pt x="47327" y="38398"/>
                  <a:pt x="36054" y="48890"/>
                  <a:pt x="21320" y="71884"/>
                </a:cubicBezTo>
                <a:lnTo>
                  <a:pt x="40295" y="781"/>
                </a:lnTo>
                <a:lnTo>
                  <a:pt x="39514" y="0"/>
                </a:lnTo>
                <a:cubicBezTo>
                  <a:pt x="30361" y="2009"/>
                  <a:pt x="24222" y="3125"/>
                  <a:pt x="14622" y="4242"/>
                </a:cubicBezTo>
                <a:lnTo>
                  <a:pt x="14622" y="6586"/>
                </a:lnTo>
                <a:lnTo>
                  <a:pt x="18752" y="6586"/>
                </a:lnTo>
                <a:cubicBezTo>
                  <a:pt x="18864" y="6586"/>
                  <a:pt x="19087" y="6586"/>
                  <a:pt x="19199" y="6474"/>
                </a:cubicBezTo>
                <a:cubicBezTo>
                  <a:pt x="21431" y="5469"/>
                  <a:pt x="25338" y="8260"/>
                  <a:pt x="25338" y="10492"/>
                </a:cubicBezTo>
                <a:cubicBezTo>
                  <a:pt x="25338" y="12725"/>
                  <a:pt x="24445" y="16632"/>
                  <a:pt x="22994" y="21208"/>
                </a:cubicBezTo>
                <a:cubicBezTo>
                  <a:pt x="22882" y="21431"/>
                  <a:pt x="22324" y="23664"/>
                  <a:pt x="21431" y="27124"/>
                </a:cubicBezTo>
                <a:lnTo>
                  <a:pt x="0" y="108496"/>
                </a:lnTo>
                <a:lnTo>
                  <a:pt x="11943" y="108496"/>
                </a:lnTo>
                <a:cubicBezTo>
                  <a:pt x="18306" y="83939"/>
                  <a:pt x="20315" y="78581"/>
                  <a:pt x="26677" y="68870"/>
                </a:cubicBezTo>
                <a:cubicBezTo>
                  <a:pt x="34937" y="56369"/>
                  <a:pt x="45765" y="46434"/>
                  <a:pt x="51346" y="46434"/>
                </a:cubicBezTo>
                <a:cubicBezTo>
                  <a:pt x="53690" y="46434"/>
                  <a:pt x="55699" y="48444"/>
                  <a:pt x="55699" y="50453"/>
                </a:cubicBezTo>
                <a:cubicBezTo>
                  <a:pt x="55699" y="51122"/>
                  <a:pt x="55252" y="53132"/>
                  <a:pt x="54583" y="55699"/>
                </a:cubicBezTo>
                <a:lnTo>
                  <a:pt x="45876" y="88627"/>
                </a:lnTo>
                <a:cubicBezTo>
                  <a:pt x="43867" y="96441"/>
                  <a:pt x="42751" y="101240"/>
                  <a:pt x="42751" y="103250"/>
                </a:cubicBezTo>
                <a:cubicBezTo>
                  <a:pt x="42751" y="107380"/>
                  <a:pt x="45430" y="109835"/>
                  <a:pt x="49671" y="109835"/>
                </a:cubicBezTo>
                <a:cubicBezTo>
                  <a:pt x="57820" y="109835"/>
                  <a:pt x="63401" y="105594"/>
                  <a:pt x="72889" y="91753"/>
                </a:cubicBezTo>
                <a:lnTo>
                  <a:pt x="70879" y="89855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F9F3FD-C2B7-44F1-A2CF-B5411B47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2404" y="3378212"/>
            <a:ext cx="60499" cy="71772"/>
          </a:xfrm>
          <a:custGeom xmlns:a="http://schemas.openxmlformats.org/drawingml/2006/main">
            <a:pathLst>
              <a:path w="60499" h="71772">
                <a:moveTo>
                  <a:pt x="51904" y="52797"/>
                </a:moveTo>
                <a:cubicBezTo>
                  <a:pt x="40518" y="62061"/>
                  <a:pt x="35495" y="64629"/>
                  <a:pt x="28687" y="64629"/>
                </a:cubicBezTo>
                <a:cubicBezTo>
                  <a:pt x="19645" y="64629"/>
                  <a:pt x="13841" y="58936"/>
                  <a:pt x="13841" y="50341"/>
                </a:cubicBezTo>
                <a:cubicBezTo>
                  <a:pt x="13841" y="47997"/>
                  <a:pt x="14064" y="45541"/>
                  <a:pt x="15404" y="40518"/>
                </a:cubicBezTo>
                <a:lnTo>
                  <a:pt x="19869" y="39849"/>
                </a:lnTo>
                <a:cubicBezTo>
                  <a:pt x="43644" y="36500"/>
                  <a:pt x="60499" y="24445"/>
                  <a:pt x="60499" y="10827"/>
                </a:cubicBezTo>
                <a:cubicBezTo>
                  <a:pt x="60499" y="4130"/>
                  <a:pt x="55699" y="0"/>
                  <a:pt x="47774" y="0"/>
                </a:cubicBezTo>
                <a:cubicBezTo>
                  <a:pt x="24891" y="0"/>
                  <a:pt x="0" y="26231"/>
                  <a:pt x="0" y="50006"/>
                </a:cubicBezTo>
                <a:cubicBezTo>
                  <a:pt x="0" y="62843"/>
                  <a:pt x="8483" y="71772"/>
                  <a:pt x="20985" y="71772"/>
                </a:cubicBezTo>
                <a:cubicBezTo>
                  <a:pt x="32258" y="71772"/>
                  <a:pt x="44425" y="65298"/>
                  <a:pt x="53801" y="54694"/>
                </a:cubicBezTo>
                <a:lnTo>
                  <a:pt x="51904" y="52797"/>
                </a:lnTo>
                <a:close/>
                <a:moveTo>
                  <a:pt x="19199" y="30026"/>
                </a:moveTo>
                <a:cubicBezTo>
                  <a:pt x="24557" y="15850"/>
                  <a:pt x="36388" y="3683"/>
                  <a:pt x="44425" y="3683"/>
                </a:cubicBezTo>
                <a:cubicBezTo>
                  <a:pt x="47774" y="3683"/>
                  <a:pt x="50006" y="6251"/>
                  <a:pt x="50006" y="9823"/>
                </a:cubicBezTo>
                <a:cubicBezTo>
                  <a:pt x="50006" y="14734"/>
                  <a:pt x="46992" y="20538"/>
                  <a:pt x="42081" y="25226"/>
                </a:cubicBezTo>
                <a:cubicBezTo>
                  <a:pt x="36165" y="30807"/>
                  <a:pt x="30138" y="33710"/>
                  <a:pt x="16520" y="36947"/>
                </a:cubicBezTo>
                <a:lnTo>
                  <a:pt x="19199" y="30026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4F7EA-95A3-4B01-8529-5F4CC52F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3930" y="3490615"/>
            <a:ext cx="37616" cy="108496"/>
          </a:xfrm>
          <a:custGeom xmlns:a="http://schemas.openxmlformats.org/drawingml/2006/main">
            <a:pathLst>
              <a:path w="37616" h="108496">
                <a:moveTo>
                  <a:pt x="25226" y="35496"/>
                </a:moveTo>
                <a:lnTo>
                  <a:pt x="558" y="44202"/>
                </a:lnTo>
                <a:lnTo>
                  <a:pt x="558" y="46546"/>
                </a:lnTo>
                <a:lnTo>
                  <a:pt x="1898" y="46434"/>
                </a:lnTo>
                <a:cubicBezTo>
                  <a:pt x="3795" y="46100"/>
                  <a:pt x="5804" y="45988"/>
                  <a:pt x="7255" y="45988"/>
                </a:cubicBezTo>
                <a:cubicBezTo>
                  <a:pt x="11050" y="45988"/>
                  <a:pt x="12502" y="48444"/>
                  <a:pt x="12502" y="55476"/>
                </a:cubicBezTo>
                <a:lnTo>
                  <a:pt x="12502" y="92311"/>
                </a:lnTo>
                <a:cubicBezTo>
                  <a:pt x="12502" y="103808"/>
                  <a:pt x="10939" y="105482"/>
                  <a:pt x="0" y="106152"/>
                </a:cubicBezTo>
                <a:lnTo>
                  <a:pt x="0" y="108496"/>
                </a:lnTo>
                <a:lnTo>
                  <a:pt x="37616" y="108496"/>
                </a:lnTo>
                <a:lnTo>
                  <a:pt x="37616" y="106152"/>
                </a:lnTo>
                <a:cubicBezTo>
                  <a:pt x="27124" y="105370"/>
                  <a:pt x="25784" y="103808"/>
                  <a:pt x="25784" y="92311"/>
                </a:cubicBezTo>
                <a:lnTo>
                  <a:pt x="25784" y="35942"/>
                </a:lnTo>
                <a:lnTo>
                  <a:pt x="25226" y="35496"/>
                </a:lnTo>
                <a:close/>
                <a:moveTo>
                  <a:pt x="17748" y="0"/>
                </a:moveTo>
                <a:cubicBezTo>
                  <a:pt x="13506" y="0"/>
                  <a:pt x="9823" y="3683"/>
                  <a:pt x="9823" y="8148"/>
                </a:cubicBezTo>
                <a:cubicBezTo>
                  <a:pt x="9823" y="12613"/>
                  <a:pt x="13283" y="16297"/>
                  <a:pt x="17748" y="16297"/>
                </a:cubicBezTo>
                <a:cubicBezTo>
                  <a:pt x="22324" y="16297"/>
                  <a:pt x="26008" y="12725"/>
                  <a:pt x="26008" y="8148"/>
                </a:cubicBezTo>
                <a:cubicBezTo>
                  <a:pt x="26008" y="3683"/>
                  <a:pt x="22324" y="0"/>
                  <a:pt x="17748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83FF63-A2A3-4828-A157-E0490C56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529" y="3372185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224470"/>
                </a:moveTo>
                <a:cubicBezTo>
                  <a:pt x="52574" y="223800"/>
                  <a:pt x="52574" y="223354"/>
                  <a:pt x="48667" y="219447"/>
                </a:cubicBezTo>
                <a:cubicBezTo>
                  <a:pt x="20427" y="190872"/>
                  <a:pt x="13060" y="148010"/>
                  <a:pt x="13060" y="113407"/>
                </a:cubicBezTo>
                <a:cubicBezTo>
                  <a:pt x="13060" y="73893"/>
                  <a:pt x="21766" y="34379"/>
                  <a:pt x="49560" y="6028"/>
                </a:cubicBezTo>
                <a:cubicBezTo>
                  <a:pt x="52574" y="3349"/>
                  <a:pt x="52574" y="2902"/>
                  <a:pt x="52574" y="2232"/>
                </a:cubicBezTo>
                <a:cubicBezTo>
                  <a:pt x="52574" y="670"/>
                  <a:pt x="51681" y="0"/>
                  <a:pt x="50230" y="0"/>
                </a:cubicBezTo>
                <a:cubicBezTo>
                  <a:pt x="47997" y="0"/>
                  <a:pt x="27682" y="15404"/>
                  <a:pt x="14176" y="44202"/>
                </a:cubicBezTo>
                <a:cubicBezTo>
                  <a:pt x="2679" y="69093"/>
                  <a:pt x="0" y="94320"/>
                  <a:pt x="0" y="113407"/>
                </a:cubicBezTo>
                <a:cubicBezTo>
                  <a:pt x="0" y="131043"/>
                  <a:pt x="2456" y="158502"/>
                  <a:pt x="14957" y="184063"/>
                </a:cubicBezTo>
                <a:cubicBezTo>
                  <a:pt x="28463" y="211968"/>
                  <a:pt x="47997" y="226702"/>
                  <a:pt x="50230" y="226702"/>
                </a:cubicBezTo>
                <a:cubicBezTo>
                  <a:pt x="51681" y="226702"/>
                  <a:pt x="52574" y="226033"/>
                  <a:pt x="52574" y="22447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C7F49E-B291-4690-9539-AAA99F3D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3296" y="3441502"/>
            <a:ext cx="127583" cy="100682"/>
          </a:xfrm>
          <a:custGeom xmlns:a="http://schemas.openxmlformats.org/drawingml/2006/main">
            <a:pathLst>
              <a:path w="127583" h="100682">
                <a:moveTo>
                  <a:pt x="73447" y="44983"/>
                </a:moveTo>
                <a:lnTo>
                  <a:pt x="100012" y="15404"/>
                </a:lnTo>
                <a:cubicBezTo>
                  <a:pt x="102915" y="12278"/>
                  <a:pt x="104254" y="10716"/>
                  <a:pt x="123118" y="10716"/>
                </a:cubicBezTo>
                <a:lnTo>
                  <a:pt x="123118" y="0"/>
                </a:lnTo>
                <a:cubicBezTo>
                  <a:pt x="115193" y="446"/>
                  <a:pt x="103361" y="670"/>
                  <a:pt x="102245" y="670"/>
                </a:cubicBezTo>
                <a:cubicBezTo>
                  <a:pt x="96552" y="670"/>
                  <a:pt x="85278" y="223"/>
                  <a:pt x="78916" y="0"/>
                </a:cubicBezTo>
                <a:lnTo>
                  <a:pt x="78916" y="10716"/>
                </a:lnTo>
                <a:cubicBezTo>
                  <a:pt x="82041" y="10716"/>
                  <a:pt x="84832" y="11162"/>
                  <a:pt x="87511" y="12725"/>
                </a:cubicBezTo>
                <a:cubicBezTo>
                  <a:pt x="86618" y="14064"/>
                  <a:pt x="86618" y="14511"/>
                  <a:pt x="85725" y="15404"/>
                </a:cubicBezTo>
                <a:lnTo>
                  <a:pt x="66638" y="36723"/>
                </a:lnTo>
                <a:lnTo>
                  <a:pt x="44425" y="10716"/>
                </a:lnTo>
                <a:lnTo>
                  <a:pt x="53466" y="10716"/>
                </a:lnTo>
                <a:lnTo>
                  <a:pt x="53466" y="0"/>
                </a:lnTo>
                <a:cubicBezTo>
                  <a:pt x="47551" y="223"/>
                  <a:pt x="33375" y="670"/>
                  <a:pt x="26008" y="670"/>
                </a:cubicBezTo>
                <a:cubicBezTo>
                  <a:pt x="18752" y="670"/>
                  <a:pt x="8595" y="223"/>
                  <a:pt x="1116" y="0"/>
                </a:cubicBezTo>
                <a:lnTo>
                  <a:pt x="1116" y="10716"/>
                </a:lnTo>
                <a:lnTo>
                  <a:pt x="17190" y="10716"/>
                </a:lnTo>
                <a:lnTo>
                  <a:pt x="52574" y="52462"/>
                </a:lnTo>
                <a:lnTo>
                  <a:pt x="22882" y="85725"/>
                </a:lnTo>
                <a:cubicBezTo>
                  <a:pt x="18976" y="90078"/>
                  <a:pt x="10827" y="90078"/>
                  <a:pt x="0" y="90078"/>
                </a:cubicBezTo>
                <a:lnTo>
                  <a:pt x="0" y="100682"/>
                </a:lnTo>
                <a:cubicBezTo>
                  <a:pt x="7925" y="100236"/>
                  <a:pt x="19757" y="100012"/>
                  <a:pt x="20873" y="100012"/>
                </a:cubicBezTo>
                <a:cubicBezTo>
                  <a:pt x="26566" y="100012"/>
                  <a:pt x="39625" y="100459"/>
                  <a:pt x="44202" y="100682"/>
                </a:cubicBezTo>
                <a:lnTo>
                  <a:pt x="44202" y="90078"/>
                </a:lnTo>
                <a:cubicBezTo>
                  <a:pt x="40072" y="90078"/>
                  <a:pt x="35830" y="88962"/>
                  <a:pt x="35830" y="87511"/>
                </a:cubicBezTo>
                <a:cubicBezTo>
                  <a:pt x="35830" y="87288"/>
                  <a:pt x="35830" y="87064"/>
                  <a:pt x="37393" y="85279"/>
                </a:cubicBezTo>
                <a:lnTo>
                  <a:pt x="59382" y="60610"/>
                </a:lnTo>
                <a:lnTo>
                  <a:pt x="84386" y="90078"/>
                </a:lnTo>
                <a:lnTo>
                  <a:pt x="75456" y="90078"/>
                </a:lnTo>
                <a:lnTo>
                  <a:pt x="75456" y="100682"/>
                </a:lnTo>
                <a:cubicBezTo>
                  <a:pt x="81372" y="100459"/>
                  <a:pt x="95213" y="100012"/>
                  <a:pt x="102691" y="100012"/>
                </a:cubicBezTo>
                <a:cubicBezTo>
                  <a:pt x="109947" y="100012"/>
                  <a:pt x="120216" y="100459"/>
                  <a:pt x="127583" y="100682"/>
                </a:cubicBezTo>
                <a:lnTo>
                  <a:pt x="127583" y="90078"/>
                </a:lnTo>
                <a:lnTo>
                  <a:pt x="111509" y="90078"/>
                </a:lnTo>
                <a:lnTo>
                  <a:pt x="73447" y="44983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A93FD-EA73-4E56-9B13-AD26B9C4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7222" y="3518185"/>
            <a:ext cx="26566" cy="67866"/>
          </a:xfrm>
          <a:custGeom xmlns:a="http://schemas.openxmlformats.org/drawingml/2006/main">
            <a:pathLst>
              <a:path w="26566" h="67866">
                <a:moveTo>
                  <a:pt x="26566" y="23775"/>
                </a:moveTo>
                <a:cubicBezTo>
                  <a:pt x="26566" y="8818"/>
                  <a:pt x="20873" y="0"/>
                  <a:pt x="12167" y="0"/>
                </a:cubicBezTo>
                <a:cubicBezTo>
                  <a:pt x="4576" y="0"/>
                  <a:pt x="0" y="5693"/>
                  <a:pt x="0" y="12055"/>
                </a:cubicBezTo>
                <a:cubicBezTo>
                  <a:pt x="0" y="18083"/>
                  <a:pt x="4576" y="23999"/>
                  <a:pt x="12167" y="23999"/>
                </a:cubicBezTo>
                <a:cubicBezTo>
                  <a:pt x="14846" y="23999"/>
                  <a:pt x="17748" y="23106"/>
                  <a:pt x="19980" y="21096"/>
                </a:cubicBezTo>
                <a:cubicBezTo>
                  <a:pt x="20650" y="20650"/>
                  <a:pt x="20873" y="20427"/>
                  <a:pt x="21208" y="20427"/>
                </a:cubicBezTo>
                <a:cubicBezTo>
                  <a:pt x="21431" y="20427"/>
                  <a:pt x="21655" y="20650"/>
                  <a:pt x="21655" y="23775"/>
                </a:cubicBezTo>
                <a:cubicBezTo>
                  <a:pt x="21655" y="40630"/>
                  <a:pt x="13618" y="54248"/>
                  <a:pt x="6251" y="61615"/>
                </a:cubicBezTo>
                <a:cubicBezTo>
                  <a:pt x="3683" y="64182"/>
                  <a:pt x="3683" y="64629"/>
                  <a:pt x="3683" y="65298"/>
                </a:cubicBezTo>
                <a:cubicBezTo>
                  <a:pt x="3683" y="66973"/>
                  <a:pt x="4800" y="67866"/>
                  <a:pt x="5916" y="67866"/>
                </a:cubicBezTo>
                <a:cubicBezTo>
                  <a:pt x="8483" y="67866"/>
                  <a:pt x="26566" y="50341"/>
                  <a:pt x="26566" y="23775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C97FD6-3D88-4110-9FC8-E30FCA3F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2389" y="3439492"/>
            <a:ext cx="152028" cy="104589"/>
          </a:xfrm>
          <a:custGeom xmlns:a="http://schemas.openxmlformats.org/drawingml/2006/main">
            <a:pathLst>
              <a:path w="152028" h="104589">
                <a:moveTo>
                  <a:pt x="77130" y="70991"/>
                </a:moveTo>
                <a:cubicBezTo>
                  <a:pt x="82823" y="60499"/>
                  <a:pt x="85948" y="49448"/>
                  <a:pt x="85948" y="45541"/>
                </a:cubicBezTo>
                <a:cubicBezTo>
                  <a:pt x="85948" y="40630"/>
                  <a:pt x="83269" y="35607"/>
                  <a:pt x="77353" y="35607"/>
                </a:cubicBezTo>
                <a:cubicBezTo>
                  <a:pt x="63289" y="35607"/>
                  <a:pt x="61726" y="59606"/>
                  <a:pt x="61503" y="65745"/>
                </a:cubicBezTo>
                <a:cubicBezTo>
                  <a:pt x="61280" y="69205"/>
                  <a:pt x="61057" y="69428"/>
                  <a:pt x="60833" y="69652"/>
                </a:cubicBezTo>
                <a:cubicBezTo>
                  <a:pt x="57373" y="73000"/>
                  <a:pt x="47662" y="79586"/>
                  <a:pt x="35607" y="79586"/>
                </a:cubicBezTo>
                <a:cubicBezTo>
                  <a:pt x="20650" y="79586"/>
                  <a:pt x="12055" y="69875"/>
                  <a:pt x="12055" y="57150"/>
                </a:cubicBezTo>
                <a:cubicBezTo>
                  <a:pt x="12055" y="50118"/>
                  <a:pt x="16073" y="33151"/>
                  <a:pt x="31812" y="11832"/>
                </a:cubicBezTo>
                <a:cubicBezTo>
                  <a:pt x="33821" y="9265"/>
                  <a:pt x="34268" y="8595"/>
                  <a:pt x="34268" y="6809"/>
                </a:cubicBezTo>
                <a:cubicBezTo>
                  <a:pt x="34268" y="4018"/>
                  <a:pt x="32035" y="2009"/>
                  <a:pt x="29580" y="2009"/>
                </a:cubicBezTo>
                <a:cubicBezTo>
                  <a:pt x="27236" y="2009"/>
                  <a:pt x="25896" y="3349"/>
                  <a:pt x="25673" y="3349"/>
                </a:cubicBezTo>
                <a:cubicBezTo>
                  <a:pt x="24557" y="4576"/>
                  <a:pt x="0" y="34268"/>
                  <a:pt x="0" y="66638"/>
                </a:cubicBezTo>
                <a:cubicBezTo>
                  <a:pt x="0" y="89520"/>
                  <a:pt x="11609" y="104589"/>
                  <a:pt x="30919" y="104589"/>
                </a:cubicBezTo>
                <a:cubicBezTo>
                  <a:pt x="46992" y="104589"/>
                  <a:pt x="59717" y="93650"/>
                  <a:pt x="64629" y="88181"/>
                </a:cubicBezTo>
                <a:cubicBezTo>
                  <a:pt x="67642" y="94990"/>
                  <a:pt x="74228" y="104589"/>
                  <a:pt x="89185" y="104589"/>
                </a:cubicBezTo>
                <a:cubicBezTo>
                  <a:pt x="108607" y="104589"/>
                  <a:pt x="126132" y="90301"/>
                  <a:pt x="136178" y="74786"/>
                </a:cubicBezTo>
                <a:cubicBezTo>
                  <a:pt x="149907" y="53355"/>
                  <a:pt x="152028" y="24222"/>
                  <a:pt x="152028" y="21096"/>
                </a:cubicBezTo>
                <a:cubicBezTo>
                  <a:pt x="152028" y="3572"/>
                  <a:pt x="141536" y="0"/>
                  <a:pt x="136736" y="0"/>
                </a:cubicBezTo>
                <a:cubicBezTo>
                  <a:pt x="128141" y="0"/>
                  <a:pt x="119546" y="9041"/>
                  <a:pt x="119546" y="17190"/>
                </a:cubicBezTo>
                <a:cubicBezTo>
                  <a:pt x="119546" y="23106"/>
                  <a:pt x="123899" y="25896"/>
                  <a:pt x="126132" y="27682"/>
                </a:cubicBezTo>
                <a:cubicBezTo>
                  <a:pt x="132048" y="31477"/>
                  <a:pt x="137071" y="36947"/>
                  <a:pt x="137071" y="44202"/>
                </a:cubicBezTo>
                <a:cubicBezTo>
                  <a:pt x="137071" y="59159"/>
                  <a:pt x="117537" y="79586"/>
                  <a:pt x="93985" y="79586"/>
                </a:cubicBezTo>
                <a:cubicBezTo>
                  <a:pt x="87399" y="79586"/>
                  <a:pt x="81260" y="77800"/>
                  <a:pt x="77130" y="70991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1262AE-FC36-454C-A104-62FF568A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2230" y="3467844"/>
            <a:ext cx="37728" cy="108496"/>
          </a:xfrm>
          <a:custGeom xmlns:a="http://schemas.openxmlformats.org/drawingml/2006/main">
            <a:pathLst>
              <a:path w="37728" h="108496">
                <a:moveTo>
                  <a:pt x="25338" y="35495"/>
                </a:moveTo>
                <a:lnTo>
                  <a:pt x="670" y="44202"/>
                </a:lnTo>
                <a:lnTo>
                  <a:pt x="670" y="46546"/>
                </a:lnTo>
                <a:lnTo>
                  <a:pt x="1898" y="46434"/>
                </a:lnTo>
                <a:cubicBezTo>
                  <a:pt x="3907" y="46100"/>
                  <a:pt x="5916" y="45988"/>
                  <a:pt x="7367" y="45988"/>
                </a:cubicBezTo>
                <a:cubicBezTo>
                  <a:pt x="11162" y="45988"/>
                  <a:pt x="12613" y="48444"/>
                  <a:pt x="12613" y="55476"/>
                </a:cubicBezTo>
                <a:lnTo>
                  <a:pt x="12613" y="92311"/>
                </a:lnTo>
                <a:cubicBezTo>
                  <a:pt x="12613" y="103808"/>
                  <a:pt x="10939" y="105482"/>
                  <a:pt x="0" y="106152"/>
                </a:cubicBezTo>
                <a:lnTo>
                  <a:pt x="0" y="108496"/>
                </a:lnTo>
                <a:lnTo>
                  <a:pt x="37728" y="108496"/>
                </a:lnTo>
                <a:lnTo>
                  <a:pt x="37728" y="106152"/>
                </a:lnTo>
                <a:cubicBezTo>
                  <a:pt x="27236" y="105370"/>
                  <a:pt x="25896" y="103808"/>
                  <a:pt x="25896" y="92311"/>
                </a:cubicBezTo>
                <a:lnTo>
                  <a:pt x="25896" y="35942"/>
                </a:lnTo>
                <a:lnTo>
                  <a:pt x="25338" y="35495"/>
                </a:lnTo>
                <a:close/>
                <a:moveTo>
                  <a:pt x="17859" y="0"/>
                </a:moveTo>
                <a:cubicBezTo>
                  <a:pt x="13618" y="0"/>
                  <a:pt x="9934" y="3683"/>
                  <a:pt x="9934" y="8148"/>
                </a:cubicBezTo>
                <a:cubicBezTo>
                  <a:pt x="9934" y="12613"/>
                  <a:pt x="13395" y="16297"/>
                  <a:pt x="17859" y="16297"/>
                </a:cubicBezTo>
                <a:cubicBezTo>
                  <a:pt x="22436" y="16297"/>
                  <a:pt x="26119" y="12725"/>
                  <a:pt x="26119" y="8148"/>
                </a:cubicBezTo>
                <a:cubicBezTo>
                  <a:pt x="26119" y="3683"/>
                  <a:pt x="22436" y="0"/>
                  <a:pt x="17859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8804A-1FBC-418F-8FEC-A48F411F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6123" y="3518185"/>
            <a:ext cx="26566" cy="67866"/>
          </a:xfrm>
          <a:custGeom xmlns:a="http://schemas.openxmlformats.org/drawingml/2006/main">
            <a:pathLst>
              <a:path w="26566" h="67866">
                <a:moveTo>
                  <a:pt x="26566" y="23775"/>
                </a:moveTo>
                <a:cubicBezTo>
                  <a:pt x="26566" y="8818"/>
                  <a:pt x="20873" y="0"/>
                  <a:pt x="12055" y="0"/>
                </a:cubicBezTo>
                <a:cubicBezTo>
                  <a:pt x="4576" y="0"/>
                  <a:pt x="0" y="5693"/>
                  <a:pt x="0" y="12055"/>
                </a:cubicBezTo>
                <a:cubicBezTo>
                  <a:pt x="0" y="18083"/>
                  <a:pt x="4576" y="23999"/>
                  <a:pt x="12055" y="23999"/>
                </a:cubicBezTo>
                <a:cubicBezTo>
                  <a:pt x="14846" y="23999"/>
                  <a:pt x="17748" y="23106"/>
                  <a:pt x="19980" y="21096"/>
                </a:cubicBezTo>
                <a:cubicBezTo>
                  <a:pt x="20650" y="20650"/>
                  <a:pt x="20873" y="20427"/>
                  <a:pt x="21208" y="20427"/>
                </a:cubicBezTo>
                <a:cubicBezTo>
                  <a:pt x="21431" y="20427"/>
                  <a:pt x="21655" y="20650"/>
                  <a:pt x="21655" y="23775"/>
                </a:cubicBezTo>
                <a:cubicBezTo>
                  <a:pt x="21655" y="40630"/>
                  <a:pt x="13618" y="54248"/>
                  <a:pt x="6139" y="61615"/>
                </a:cubicBezTo>
                <a:cubicBezTo>
                  <a:pt x="3684" y="64182"/>
                  <a:pt x="3684" y="64629"/>
                  <a:pt x="3684" y="65298"/>
                </a:cubicBezTo>
                <a:cubicBezTo>
                  <a:pt x="3684" y="66973"/>
                  <a:pt x="4800" y="67866"/>
                  <a:pt x="5916" y="67866"/>
                </a:cubicBezTo>
                <a:cubicBezTo>
                  <a:pt x="8483" y="67866"/>
                  <a:pt x="26566" y="50341"/>
                  <a:pt x="26566" y="23775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F1F6D-2EEA-4BE1-9140-B508DC048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2406" y="3444515"/>
            <a:ext cx="109835" cy="100459"/>
          </a:xfrm>
          <a:custGeom xmlns:a="http://schemas.openxmlformats.org/drawingml/2006/main">
            <a:pathLst>
              <a:path w="109835" h="100459">
                <a:moveTo>
                  <a:pt x="60610" y="13060"/>
                </a:moveTo>
                <a:lnTo>
                  <a:pt x="98673" y="13060"/>
                </a:lnTo>
                <a:cubicBezTo>
                  <a:pt x="101687" y="13060"/>
                  <a:pt x="109835" y="13060"/>
                  <a:pt x="109835" y="5358"/>
                </a:cubicBezTo>
                <a:cubicBezTo>
                  <a:pt x="109835" y="0"/>
                  <a:pt x="105035" y="0"/>
                  <a:pt x="100682" y="0"/>
                </a:cubicBezTo>
                <a:lnTo>
                  <a:pt x="37281" y="0"/>
                </a:lnTo>
                <a:cubicBezTo>
                  <a:pt x="32705" y="0"/>
                  <a:pt x="23887" y="0"/>
                  <a:pt x="13841" y="10604"/>
                </a:cubicBezTo>
                <a:cubicBezTo>
                  <a:pt x="6362" y="18752"/>
                  <a:pt x="0" y="29691"/>
                  <a:pt x="0" y="31031"/>
                </a:cubicBezTo>
                <a:cubicBezTo>
                  <a:pt x="0" y="31254"/>
                  <a:pt x="0" y="33263"/>
                  <a:pt x="2791" y="33263"/>
                </a:cubicBezTo>
                <a:cubicBezTo>
                  <a:pt x="4576" y="33263"/>
                  <a:pt x="5023" y="32370"/>
                  <a:pt x="6362" y="30584"/>
                </a:cubicBezTo>
                <a:cubicBezTo>
                  <a:pt x="17525" y="13060"/>
                  <a:pt x="30473" y="13060"/>
                  <a:pt x="35161" y="13060"/>
                </a:cubicBezTo>
                <a:lnTo>
                  <a:pt x="54025" y="13060"/>
                </a:lnTo>
                <a:lnTo>
                  <a:pt x="31812" y="85948"/>
                </a:lnTo>
                <a:cubicBezTo>
                  <a:pt x="30919" y="88627"/>
                  <a:pt x="29468" y="93427"/>
                  <a:pt x="29468" y="94320"/>
                </a:cubicBezTo>
                <a:cubicBezTo>
                  <a:pt x="29468" y="96775"/>
                  <a:pt x="31142" y="100459"/>
                  <a:pt x="36054" y="100459"/>
                </a:cubicBezTo>
                <a:cubicBezTo>
                  <a:pt x="43532" y="100459"/>
                  <a:pt x="44760" y="94097"/>
                  <a:pt x="45430" y="90636"/>
                </a:cubicBezTo>
                <a:lnTo>
                  <a:pt x="60610" y="13060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531F2-9954-4EFA-BB60-37FC37DD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34566" y="3372185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113407"/>
                </a:moveTo>
                <a:cubicBezTo>
                  <a:pt x="52574" y="95659"/>
                  <a:pt x="50118" y="68200"/>
                  <a:pt x="37616" y="42528"/>
                </a:cubicBezTo>
                <a:cubicBezTo>
                  <a:pt x="23999" y="14734"/>
                  <a:pt x="4465" y="0"/>
                  <a:pt x="2232" y="0"/>
                </a:cubicBezTo>
                <a:cubicBezTo>
                  <a:pt x="893" y="0"/>
                  <a:pt x="0" y="893"/>
                  <a:pt x="0" y="2232"/>
                </a:cubicBezTo>
                <a:cubicBezTo>
                  <a:pt x="0" y="2902"/>
                  <a:pt x="0" y="3349"/>
                  <a:pt x="4242" y="7479"/>
                </a:cubicBezTo>
                <a:cubicBezTo>
                  <a:pt x="26454" y="29803"/>
                  <a:pt x="39402" y="65968"/>
                  <a:pt x="39402" y="113407"/>
                </a:cubicBezTo>
                <a:cubicBezTo>
                  <a:pt x="39402" y="152140"/>
                  <a:pt x="31031" y="192100"/>
                  <a:pt x="2902" y="220563"/>
                </a:cubicBezTo>
                <a:cubicBezTo>
                  <a:pt x="0" y="223354"/>
                  <a:pt x="0" y="223800"/>
                  <a:pt x="0" y="224470"/>
                </a:cubicBezTo>
                <a:cubicBezTo>
                  <a:pt x="0" y="225809"/>
                  <a:pt x="893" y="226702"/>
                  <a:pt x="2232" y="226702"/>
                </a:cubicBezTo>
                <a:cubicBezTo>
                  <a:pt x="4465" y="226702"/>
                  <a:pt x="24892" y="211299"/>
                  <a:pt x="38286" y="182500"/>
                </a:cubicBezTo>
                <a:cubicBezTo>
                  <a:pt x="49895" y="157609"/>
                  <a:pt x="52574" y="132383"/>
                  <a:pt x="52574" y="113407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15FF7A-2322-4235-A29C-74089627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603" y="3486150"/>
            <a:ext cx="136959" cy="154930"/>
          </a:xfrm>
          <a:custGeom xmlns:a="http://schemas.openxmlformats.org/drawingml/2006/main">
            <a:pathLst>
              <a:path w="136959" h="154930">
                <a:moveTo>
                  <a:pt x="75902" y="17748"/>
                </a:moveTo>
                <a:cubicBezTo>
                  <a:pt x="78023" y="9599"/>
                  <a:pt x="78693" y="7032"/>
                  <a:pt x="100012" y="7032"/>
                </a:cubicBezTo>
                <a:cubicBezTo>
                  <a:pt x="106821" y="7032"/>
                  <a:pt x="108607" y="7032"/>
                  <a:pt x="108607" y="2791"/>
                </a:cubicBezTo>
                <a:cubicBezTo>
                  <a:pt x="108607" y="0"/>
                  <a:pt x="106152" y="0"/>
                  <a:pt x="104924" y="0"/>
                </a:cubicBezTo>
                <a:cubicBezTo>
                  <a:pt x="97557" y="0"/>
                  <a:pt x="78916" y="670"/>
                  <a:pt x="71438" y="670"/>
                </a:cubicBezTo>
                <a:cubicBezTo>
                  <a:pt x="64629" y="670"/>
                  <a:pt x="48109" y="0"/>
                  <a:pt x="41300" y="0"/>
                </a:cubicBezTo>
                <a:cubicBezTo>
                  <a:pt x="39625" y="0"/>
                  <a:pt x="36947" y="0"/>
                  <a:pt x="36947" y="4576"/>
                </a:cubicBezTo>
                <a:cubicBezTo>
                  <a:pt x="36947" y="7032"/>
                  <a:pt x="38956" y="7032"/>
                  <a:pt x="43309" y="7032"/>
                </a:cubicBezTo>
                <a:cubicBezTo>
                  <a:pt x="43755" y="7032"/>
                  <a:pt x="48109" y="7032"/>
                  <a:pt x="51904" y="7479"/>
                </a:cubicBezTo>
                <a:cubicBezTo>
                  <a:pt x="56034" y="8037"/>
                  <a:pt x="58043" y="8260"/>
                  <a:pt x="58043" y="11162"/>
                </a:cubicBezTo>
                <a:cubicBezTo>
                  <a:pt x="58043" y="12055"/>
                  <a:pt x="57820" y="12725"/>
                  <a:pt x="57150" y="15515"/>
                </a:cubicBezTo>
                <a:lnTo>
                  <a:pt x="26677" y="137294"/>
                </a:lnTo>
                <a:cubicBezTo>
                  <a:pt x="24445" y="146112"/>
                  <a:pt x="23999" y="147898"/>
                  <a:pt x="6028" y="147898"/>
                </a:cubicBezTo>
                <a:cubicBezTo>
                  <a:pt x="2232" y="147898"/>
                  <a:pt x="0" y="147898"/>
                  <a:pt x="0" y="152474"/>
                </a:cubicBezTo>
                <a:cubicBezTo>
                  <a:pt x="0" y="154930"/>
                  <a:pt x="2009" y="154930"/>
                  <a:pt x="6028" y="154930"/>
                </a:cubicBezTo>
                <a:lnTo>
                  <a:pt x="111063" y="154930"/>
                </a:lnTo>
                <a:cubicBezTo>
                  <a:pt x="116532" y="154930"/>
                  <a:pt x="116756" y="154930"/>
                  <a:pt x="118095" y="151135"/>
                </a:cubicBezTo>
                <a:lnTo>
                  <a:pt x="136066" y="102133"/>
                </a:lnTo>
                <a:cubicBezTo>
                  <a:pt x="136959" y="99566"/>
                  <a:pt x="136959" y="99120"/>
                  <a:pt x="136959" y="98896"/>
                </a:cubicBezTo>
                <a:cubicBezTo>
                  <a:pt x="136959" y="98003"/>
                  <a:pt x="136289" y="96441"/>
                  <a:pt x="134280" y="96441"/>
                </a:cubicBezTo>
                <a:cubicBezTo>
                  <a:pt x="132159" y="96441"/>
                  <a:pt x="131936" y="97557"/>
                  <a:pt x="130373" y="101240"/>
                </a:cubicBezTo>
                <a:cubicBezTo>
                  <a:pt x="122672" y="122113"/>
                  <a:pt x="112737" y="147898"/>
                  <a:pt x="73447" y="147898"/>
                </a:cubicBezTo>
                <a:lnTo>
                  <a:pt x="52127" y="147898"/>
                </a:lnTo>
                <a:cubicBezTo>
                  <a:pt x="49002" y="147898"/>
                  <a:pt x="48555" y="147898"/>
                  <a:pt x="47104" y="147675"/>
                </a:cubicBezTo>
                <a:cubicBezTo>
                  <a:pt x="44872" y="147451"/>
                  <a:pt x="44202" y="147228"/>
                  <a:pt x="44202" y="145442"/>
                </a:cubicBezTo>
                <a:cubicBezTo>
                  <a:pt x="44202" y="144773"/>
                  <a:pt x="44202" y="144326"/>
                  <a:pt x="45318" y="140196"/>
                </a:cubicBezTo>
                <a:lnTo>
                  <a:pt x="75902" y="17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54F013-B104-4878-BE61-FC468799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287" y="3477109"/>
            <a:ext cx="62619" cy="71772"/>
          </a:xfrm>
          <a:custGeom xmlns:a="http://schemas.openxmlformats.org/drawingml/2006/main">
            <a:pathLst>
              <a:path w="62619" h="71772">
                <a:moveTo>
                  <a:pt x="50788" y="53243"/>
                </a:moveTo>
                <a:cubicBezTo>
                  <a:pt x="42081" y="62619"/>
                  <a:pt x="35830" y="66080"/>
                  <a:pt x="28017" y="66080"/>
                </a:cubicBezTo>
                <a:cubicBezTo>
                  <a:pt x="18976" y="66080"/>
                  <a:pt x="13618" y="59271"/>
                  <a:pt x="13618" y="47997"/>
                </a:cubicBezTo>
                <a:cubicBezTo>
                  <a:pt x="13618" y="34491"/>
                  <a:pt x="19199" y="20315"/>
                  <a:pt x="28017" y="10939"/>
                </a:cubicBezTo>
                <a:cubicBezTo>
                  <a:pt x="32705" y="6251"/>
                  <a:pt x="39067" y="3349"/>
                  <a:pt x="45207" y="3349"/>
                </a:cubicBezTo>
                <a:cubicBezTo>
                  <a:pt x="48890" y="3349"/>
                  <a:pt x="51234" y="4576"/>
                  <a:pt x="51234" y="6474"/>
                </a:cubicBezTo>
                <a:cubicBezTo>
                  <a:pt x="51234" y="7367"/>
                  <a:pt x="50899" y="8037"/>
                  <a:pt x="50341" y="9488"/>
                </a:cubicBezTo>
                <a:cubicBezTo>
                  <a:pt x="49225" y="11609"/>
                  <a:pt x="48890" y="12725"/>
                  <a:pt x="48890" y="14176"/>
                </a:cubicBezTo>
                <a:cubicBezTo>
                  <a:pt x="48890" y="17971"/>
                  <a:pt x="51234" y="20203"/>
                  <a:pt x="55029" y="20203"/>
                </a:cubicBezTo>
                <a:cubicBezTo>
                  <a:pt x="59382" y="20203"/>
                  <a:pt x="62619" y="16966"/>
                  <a:pt x="62619" y="12836"/>
                </a:cubicBezTo>
                <a:cubicBezTo>
                  <a:pt x="62619" y="5581"/>
                  <a:pt x="55587" y="0"/>
                  <a:pt x="46100" y="0"/>
                </a:cubicBezTo>
                <a:cubicBezTo>
                  <a:pt x="22213" y="0"/>
                  <a:pt x="0" y="23217"/>
                  <a:pt x="0" y="47997"/>
                </a:cubicBezTo>
                <a:cubicBezTo>
                  <a:pt x="0" y="63066"/>
                  <a:pt x="8595" y="71772"/>
                  <a:pt x="23329" y="71772"/>
                </a:cubicBezTo>
                <a:cubicBezTo>
                  <a:pt x="35049" y="71772"/>
                  <a:pt x="43867" y="66861"/>
                  <a:pt x="53355" y="54806"/>
                </a:cubicBezTo>
                <a:lnTo>
                  <a:pt x="50788" y="532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58C14-FC66-467A-B3AD-409E2719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1380" y="3477109"/>
            <a:ext cx="72889" cy="71772"/>
          </a:xfrm>
          <a:custGeom xmlns:a="http://schemas.openxmlformats.org/drawingml/2006/main">
            <a:pathLst>
              <a:path w="72889" h="71772">
                <a:moveTo>
                  <a:pt x="70991" y="52574"/>
                </a:moveTo>
                <a:cubicBezTo>
                  <a:pt x="68647" y="54918"/>
                  <a:pt x="67642" y="55811"/>
                  <a:pt x="66526" y="57038"/>
                </a:cubicBezTo>
                <a:cubicBezTo>
                  <a:pt x="61726" y="61950"/>
                  <a:pt x="59717" y="63512"/>
                  <a:pt x="58266" y="63512"/>
                </a:cubicBezTo>
                <a:cubicBezTo>
                  <a:pt x="57038" y="63512"/>
                  <a:pt x="56034" y="62619"/>
                  <a:pt x="56034" y="61503"/>
                </a:cubicBezTo>
                <a:cubicBezTo>
                  <a:pt x="56034" y="58266"/>
                  <a:pt x="62731" y="31142"/>
                  <a:pt x="70210" y="3795"/>
                </a:cubicBezTo>
                <a:cubicBezTo>
                  <a:pt x="70656" y="2232"/>
                  <a:pt x="70768" y="1898"/>
                  <a:pt x="71103" y="446"/>
                </a:cubicBezTo>
                <a:lnTo>
                  <a:pt x="69986" y="0"/>
                </a:lnTo>
                <a:lnTo>
                  <a:pt x="60387" y="1116"/>
                </a:lnTo>
                <a:lnTo>
                  <a:pt x="59829" y="1563"/>
                </a:lnTo>
                <a:lnTo>
                  <a:pt x="58155" y="9153"/>
                </a:lnTo>
                <a:cubicBezTo>
                  <a:pt x="56815" y="3349"/>
                  <a:pt x="52239" y="0"/>
                  <a:pt x="45430" y="0"/>
                </a:cubicBezTo>
                <a:cubicBezTo>
                  <a:pt x="24445" y="0"/>
                  <a:pt x="0" y="29021"/>
                  <a:pt x="0" y="54136"/>
                </a:cubicBezTo>
                <a:cubicBezTo>
                  <a:pt x="0" y="65298"/>
                  <a:pt x="6028" y="71772"/>
                  <a:pt x="16185" y="71772"/>
                </a:cubicBezTo>
                <a:cubicBezTo>
                  <a:pt x="27236" y="71772"/>
                  <a:pt x="34156" y="66526"/>
                  <a:pt x="48109" y="46881"/>
                </a:cubicBezTo>
                <a:cubicBezTo>
                  <a:pt x="44872" y="59271"/>
                  <a:pt x="44425" y="61280"/>
                  <a:pt x="44425" y="65075"/>
                </a:cubicBezTo>
                <a:cubicBezTo>
                  <a:pt x="44425" y="69763"/>
                  <a:pt x="46323" y="71661"/>
                  <a:pt x="50788" y="71661"/>
                </a:cubicBezTo>
                <a:cubicBezTo>
                  <a:pt x="57150" y="71661"/>
                  <a:pt x="61168" y="68647"/>
                  <a:pt x="72889" y="54136"/>
                </a:cubicBezTo>
                <a:lnTo>
                  <a:pt x="70991" y="52574"/>
                </a:lnTo>
                <a:close/>
                <a:moveTo>
                  <a:pt x="46323" y="3460"/>
                </a:moveTo>
                <a:cubicBezTo>
                  <a:pt x="51792" y="3795"/>
                  <a:pt x="55252" y="7590"/>
                  <a:pt x="55252" y="13171"/>
                </a:cubicBezTo>
                <a:cubicBezTo>
                  <a:pt x="55252" y="26566"/>
                  <a:pt x="47327" y="45318"/>
                  <a:pt x="36388" y="57038"/>
                </a:cubicBezTo>
                <a:cubicBezTo>
                  <a:pt x="32593" y="61280"/>
                  <a:pt x="27124" y="63959"/>
                  <a:pt x="22547" y="63959"/>
                </a:cubicBezTo>
                <a:cubicBezTo>
                  <a:pt x="16966" y="63959"/>
                  <a:pt x="13283" y="59382"/>
                  <a:pt x="13283" y="52127"/>
                </a:cubicBezTo>
                <a:cubicBezTo>
                  <a:pt x="13283" y="43532"/>
                  <a:pt x="19310" y="27124"/>
                  <a:pt x="26231" y="17301"/>
                </a:cubicBezTo>
                <a:cubicBezTo>
                  <a:pt x="32593" y="8037"/>
                  <a:pt x="39960" y="3014"/>
                  <a:pt x="46323" y="346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0489B4-5A9E-4B86-AF46-C4206945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3087" y="3477109"/>
            <a:ext cx="62731" cy="71772"/>
          </a:xfrm>
          <a:custGeom xmlns:a="http://schemas.openxmlformats.org/drawingml/2006/main">
            <a:pathLst>
              <a:path w="62731" h="71772">
                <a:moveTo>
                  <a:pt x="50899" y="53243"/>
                </a:moveTo>
                <a:cubicBezTo>
                  <a:pt x="42081" y="62619"/>
                  <a:pt x="35942" y="66080"/>
                  <a:pt x="28129" y="66080"/>
                </a:cubicBezTo>
                <a:cubicBezTo>
                  <a:pt x="19087" y="66080"/>
                  <a:pt x="13729" y="59271"/>
                  <a:pt x="13729" y="47997"/>
                </a:cubicBezTo>
                <a:cubicBezTo>
                  <a:pt x="13729" y="34491"/>
                  <a:pt x="19310" y="20315"/>
                  <a:pt x="28129" y="10939"/>
                </a:cubicBezTo>
                <a:cubicBezTo>
                  <a:pt x="32817" y="6251"/>
                  <a:pt x="39067" y="3349"/>
                  <a:pt x="45318" y="3349"/>
                </a:cubicBezTo>
                <a:cubicBezTo>
                  <a:pt x="49002" y="3349"/>
                  <a:pt x="51346" y="4576"/>
                  <a:pt x="51346" y="6474"/>
                </a:cubicBezTo>
                <a:cubicBezTo>
                  <a:pt x="51346" y="7367"/>
                  <a:pt x="51011" y="8037"/>
                  <a:pt x="50453" y="9488"/>
                </a:cubicBezTo>
                <a:cubicBezTo>
                  <a:pt x="49337" y="11609"/>
                  <a:pt x="49002" y="12725"/>
                  <a:pt x="49002" y="14176"/>
                </a:cubicBezTo>
                <a:cubicBezTo>
                  <a:pt x="49002" y="17971"/>
                  <a:pt x="51346" y="20203"/>
                  <a:pt x="55141" y="20203"/>
                </a:cubicBezTo>
                <a:cubicBezTo>
                  <a:pt x="59494" y="20203"/>
                  <a:pt x="62731" y="16966"/>
                  <a:pt x="62731" y="12836"/>
                </a:cubicBezTo>
                <a:cubicBezTo>
                  <a:pt x="62731" y="5581"/>
                  <a:pt x="55699" y="0"/>
                  <a:pt x="46100" y="0"/>
                </a:cubicBezTo>
                <a:cubicBezTo>
                  <a:pt x="22324" y="0"/>
                  <a:pt x="0" y="23217"/>
                  <a:pt x="0" y="47997"/>
                </a:cubicBezTo>
                <a:cubicBezTo>
                  <a:pt x="0" y="63066"/>
                  <a:pt x="8595" y="71772"/>
                  <a:pt x="23440" y="71772"/>
                </a:cubicBezTo>
                <a:cubicBezTo>
                  <a:pt x="35161" y="71772"/>
                  <a:pt x="43867" y="66861"/>
                  <a:pt x="53467" y="54806"/>
                </a:cubicBezTo>
                <a:lnTo>
                  <a:pt x="50899" y="532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6771F-ABB2-4D5F-A080-97931B29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9725" y="3438599"/>
            <a:ext cx="72889" cy="109947"/>
          </a:xfrm>
          <a:custGeom xmlns:a="http://schemas.openxmlformats.org/drawingml/2006/main">
            <a:pathLst>
              <a:path w="72889" h="109947">
                <a:moveTo>
                  <a:pt x="70879" y="89967"/>
                </a:moveTo>
                <a:cubicBezTo>
                  <a:pt x="62285" y="100794"/>
                  <a:pt x="60387" y="102468"/>
                  <a:pt x="57820" y="102468"/>
                </a:cubicBezTo>
                <a:cubicBezTo>
                  <a:pt x="56369" y="102468"/>
                  <a:pt x="55252" y="101129"/>
                  <a:pt x="55252" y="99678"/>
                </a:cubicBezTo>
                <a:cubicBezTo>
                  <a:pt x="55252" y="98003"/>
                  <a:pt x="57820" y="88069"/>
                  <a:pt x="60499" y="79809"/>
                </a:cubicBezTo>
                <a:cubicBezTo>
                  <a:pt x="65187" y="64740"/>
                  <a:pt x="68200" y="52908"/>
                  <a:pt x="68200" y="49113"/>
                </a:cubicBezTo>
                <a:cubicBezTo>
                  <a:pt x="68200" y="42751"/>
                  <a:pt x="63847" y="38509"/>
                  <a:pt x="57708" y="38509"/>
                </a:cubicBezTo>
                <a:cubicBezTo>
                  <a:pt x="47327" y="38509"/>
                  <a:pt x="36054" y="49002"/>
                  <a:pt x="21320" y="71996"/>
                </a:cubicBezTo>
                <a:lnTo>
                  <a:pt x="40295" y="893"/>
                </a:lnTo>
                <a:lnTo>
                  <a:pt x="39514" y="0"/>
                </a:lnTo>
                <a:cubicBezTo>
                  <a:pt x="30361" y="2121"/>
                  <a:pt x="24222" y="3237"/>
                  <a:pt x="14622" y="4353"/>
                </a:cubicBezTo>
                <a:lnTo>
                  <a:pt x="14622" y="6697"/>
                </a:lnTo>
                <a:lnTo>
                  <a:pt x="18752" y="6697"/>
                </a:lnTo>
                <a:cubicBezTo>
                  <a:pt x="18864" y="6697"/>
                  <a:pt x="19087" y="6697"/>
                  <a:pt x="19199" y="6586"/>
                </a:cubicBezTo>
                <a:cubicBezTo>
                  <a:pt x="21431" y="5581"/>
                  <a:pt x="25338" y="8372"/>
                  <a:pt x="25338" y="10604"/>
                </a:cubicBezTo>
                <a:cubicBezTo>
                  <a:pt x="25338" y="12725"/>
                  <a:pt x="24445" y="16743"/>
                  <a:pt x="22994" y="21320"/>
                </a:cubicBezTo>
                <a:cubicBezTo>
                  <a:pt x="22882" y="21543"/>
                  <a:pt x="22436" y="23664"/>
                  <a:pt x="21431" y="27236"/>
                </a:cubicBezTo>
                <a:lnTo>
                  <a:pt x="0" y="108607"/>
                </a:lnTo>
                <a:lnTo>
                  <a:pt x="11943" y="108607"/>
                </a:lnTo>
                <a:cubicBezTo>
                  <a:pt x="18306" y="84051"/>
                  <a:pt x="20315" y="78693"/>
                  <a:pt x="26677" y="68982"/>
                </a:cubicBezTo>
                <a:cubicBezTo>
                  <a:pt x="34937" y="56480"/>
                  <a:pt x="45765" y="46546"/>
                  <a:pt x="51346" y="46546"/>
                </a:cubicBezTo>
                <a:cubicBezTo>
                  <a:pt x="53690" y="46546"/>
                  <a:pt x="55699" y="48444"/>
                  <a:pt x="55699" y="50564"/>
                </a:cubicBezTo>
                <a:cubicBezTo>
                  <a:pt x="55699" y="51234"/>
                  <a:pt x="55252" y="53243"/>
                  <a:pt x="54694" y="55811"/>
                </a:cubicBezTo>
                <a:lnTo>
                  <a:pt x="45876" y="88739"/>
                </a:lnTo>
                <a:cubicBezTo>
                  <a:pt x="43867" y="96441"/>
                  <a:pt x="42751" y="101352"/>
                  <a:pt x="42751" y="103250"/>
                </a:cubicBezTo>
                <a:cubicBezTo>
                  <a:pt x="42751" y="107491"/>
                  <a:pt x="45430" y="109947"/>
                  <a:pt x="49671" y="109947"/>
                </a:cubicBezTo>
                <a:cubicBezTo>
                  <a:pt x="57820" y="109947"/>
                  <a:pt x="63401" y="105705"/>
                  <a:pt x="72889" y="91864"/>
                </a:cubicBezTo>
                <a:lnTo>
                  <a:pt x="70879" y="8996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544383-CE34-4076-A42F-371E4CC6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320" y="3477109"/>
            <a:ext cx="60499" cy="71772"/>
          </a:xfrm>
          <a:custGeom xmlns:a="http://schemas.openxmlformats.org/drawingml/2006/main">
            <a:pathLst>
              <a:path w="60499" h="71772">
                <a:moveTo>
                  <a:pt x="52015" y="52685"/>
                </a:moveTo>
                <a:cubicBezTo>
                  <a:pt x="40518" y="62061"/>
                  <a:pt x="35607" y="64629"/>
                  <a:pt x="28798" y="64629"/>
                </a:cubicBezTo>
                <a:cubicBezTo>
                  <a:pt x="19757" y="64629"/>
                  <a:pt x="13841" y="58936"/>
                  <a:pt x="13841" y="50341"/>
                </a:cubicBezTo>
                <a:cubicBezTo>
                  <a:pt x="13841" y="47997"/>
                  <a:pt x="14176" y="45541"/>
                  <a:pt x="15404" y="40518"/>
                </a:cubicBezTo>
                <a:lnTo>
                  <a:pt x="19869" y="39849"/>
                </a:lnTo>
                <a:cubicBezTo>
                  <a:pt x="43755" y="36500"/>
                  <a:pt x="60499" y="24445"/>
                  <a:pt x="60499" y="10827"/>
                </a:cubicBezTo>
                <a:cubicBezTo>
                  <a:pt x="60499" y="4130"/>
                  <a:pt x="55811" y="0"/>
                  <a:pt x="47774" y="0"/>
                </a:cubicBezTo>
                <a:cubicBezTo>
                  <a:pt x="25003" y="0"/>
                  <a:pt x="0" y="26231"/>
                  <a:pt x="0" y="50006"/>
                </a:cubicBezTo>
                <a:cubicBezTo>
                  <a:pt x="0" y="62843"/>
                  <a:pt x="8595" y="71772"/>
                  <a:pt x="20985" y="71772"/>
                </a:cubicBezTo>
                <a:cubicBezTo>
                  <a:pt x="32259" y="71772"/>
                  <a:pt x="44537" y="65298"/>
                  <a:pt x="53913" y="54694"/>
                </a:cubicBezTo>
                <a:lnTo>
                  <a:pt x="52015" y="52685"/>
                </a:lnTo>
                <a:close/>
                <a:moveTo>
                  <a:pt x="19310" y="30026"/>
                </a:moveTo>
                <a:cubicBezTo>
                  <a:pt x="24668" y="15850"/>
                  <a:pt x="36388" y="3683"/>
                  <a:pt x="44537" y="3683"/>
                </a:cubicBezTo>
                <a:cubicBezTo>
                  <a:pt x="47774" y="3683"/>
                  <a:pt x="50118" y="6251"/>
                  <a:pt x="50118" y="9823"/>
                </a:cubicBezTo>
                <a:cubicBezTo>
                  <a:pt x="50118" y="14734"/>
                  <a:pt x="47104" y="20538"/>
                  <a:pt x="42081" y="25226"/>
                </a:cubicBezTo>
                <a:cubicBezTo>
                  <a:pt x="36277" y="30807"/>
                  <a:pt x="30249" y="33598"/>
                  <a:pt x="16520" y="36947"/>
                </a:cubicBezTo>
                <a:lnTo>
                  <a:pt x="19310" y="300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E4947-523A-4C8D-830A-F42A981D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4163" y="3531133"/>
            <a:ext cx="21989" cy="36500"/>
          </a:xfrm>
          <a:custGeom xmlns:a="http://schemas.openxmlformats.org/drawingml/2006/main">
            <a:pathLst>
              <a:path w="21989" h="36500">
                <a:moveTo>
                  <a:pt x="1451" y="36500"/>
                </a:moveTo>
                <a:cubicBezTo>
                  <a:pt x="14734" y="29021"/>
                  <a:pt x="21989" y="20203"/>
                  <a:pt x="21989" y="11274"/>
                </a:cubicBezTo>
                <a:cubicBezTo>
                  <a:pt x="21989" y="4911"/>
                  <a:pt x="18083" y="0"/>
                  <a:pt x="12836" y="0"/>
                </a:cubicBezTo>
                <a:cubicBezTo>
                  <a:pt x="8148" y="0"/>
                  <a:pt x="4688" y="3125"/>
                  <a:pt x="4688" y="7479"/>
                </a:cubicBezTo>
                <a:cubicBezTo>
                  <a:pt x="4688" y="10158"/>
                  <a:pt x="5693" y="11832"/>
                  <a:pt x="8706" y="14622"/>
                </a:cubicBezTo>
                <a:cubicBezTo>
                  <a:pt x="11162" y="16855"/>
                  <a:pt x="11943" y="18083"/>
                  <a:pt x="11943" y="19645"/>
                </a:cubicBezTo>
                <a:cubicBezTo>
                  <a:pt x="11943" y="23999"/>
                  <a:pt x="8148" y="28240"/>
                  <a:pt x="0" y="33821"/>
                </a:cubicBezTo>
                <a:lnTo>
                  <a:pt x="1451" y="365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DE342-8935-4291-BC00-491B6C84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2383" y="3443288"/>
            <a:ext cx="34156" cy="105594"/>
          </a:xfrm>
          <a:custGeom xmlns:a="http://schemas.openxmlformats.org/drawingml/2006/main">
            <a:pathLst>
              <a:path w="34156" h="105594">
                <a:moveTo>
                  <a:pt x="27570" y="85725"/>
                </a:moveTo>
                <a:cubicBezTo>
                  <a:pt x="23664" y="90860"/>
                  <a:pt x="22547" y="92087"/>
                  <a:pt x="20985" y="93873"/>
                </a:cubicBezTo>
                <a:cubicBezTo>
                  <a:pt x="18306" y="96552"/>
                  <a:pt x="15850" y="98115"/>
                  <a:pt x="14511" y="98115"/>
                </a:cubicBezTo>
                <a:cubicBezTo>
                  <a:pt x="13171" y="98115"/>
                  <a:pt x="11943" y="96887"/>
                  <a:pt x="11943" y="95771"/>
                </a:cubicBezTo>
                <a:cubicBezTo>
                  <a:pt x="11943" y="94208"/>
                  <a:pt x="12390" y="91753"/>
                  <a:pt x="13506" y="88739"/>
                </a:cubicBezTo>
                <a:cubicBezTo>
                  <a:pt x="13506" y="88292"/>
                  <a:pt x="13953" y="87176"/>
                  <a:pt x="14288" y="85948"/>
                </a:cubicBezTo>
                <a:lnTo>
                  <a:pt x="14288" y="85613"/>
                </a:lnTo>
                <a:lnTo>
                  <a:pt x="14511" y="85279"/>
                </a:lnTo>
                <a:lnTo>
                  <a:pt x="28463" y="34156"/>
                </a:lnTo>
                <a:lnTo>
                  <a:pt x="28017" y="33821"/>
                </a:lnTo>
                <a:cubicBezTo>
                  <a:pt x="11943" y="36835"/>
                  <a:pt x="8706" y="37281"/>
                  <a:pt x="2567" y="37840"/>
                </a:cubicBezTo>
                <a:lnTo>
                  <a:pt x="2567" y="40295"/>
                </a:lnTo>
                <a:cubicBezTo>
                  <a:pt x="10939" y="40518"/>
                  <a:pt x="12613" y="40965"/>
                  <a:pt x="12613" y="44090"/>
                </a:cubicBezTo>
                <a:cubicBezTo>
                  <a:pt x="12613" y="45430"/>
                  <a:pt x="12055" y="47997"/>
                  <a:pt x="11162" y="51122"/>
                </a:cubicBezTo>
                <a:lnTo>
                  <a:pt x="3572" y="79251"/>
                </a:lnTo>
                <a:cubicBezTo>
                  <a:pt x="1005" y="88516"/>
                  <a:pt x="0" y="93315"/>
                  <a:pt x="0" y="96552"/>
                </a:cubicBezTo>
                <a:cubicBezTo>
                  <a:pt x="0" y="102468"/>
                  <a:pt x="2567" y="105594"/>
                  <a:pt x="7367" y="105594"/>
                </a:cubicBezTo>
                <a:cubicBezTo>
                  <a:pt x="14622" y="105594"/>
                  <a:pt x="20538" y="100794"/>
                  <a:pt x="29580" y="87511"/>
                </a:cubicBezTo>
                <a:lnTo>
                  <a:pt x="27570" y="85725"/>
                </a:lnTo>
                <a:close/>
                <a:moveTo>
                  <a:pt x="26231" y="0"/>
                </a:moveTo>
                <a:cubicBezTo>
                  <a:pt x="21989" y="0"/>
                  <a:pt x="18752" y="3683"/>
                  <a:pt x="18752" y="8372"/>
                </a:cubicBezTo>
                <a:cubicBezTo>
                  <a:pt x="18752" y="13506"/>
                  <a:pt x="21766" y="16855"/>
                  <a:pt x="26454" y="16855"/>
                </a:cubicBezTo>
                <a:cubicBezTo>
                  <a:pt x="30584" y="16855"/>
                  <a:pt x="34156" y="13171"/>
                  <a:pt x="34156" y="8706"/>
                </a:cubicBezTo>
                <a:cubicBezTo>
                  <a:pt x="34156" y="4130"/>
                  <a:pt x="30584" y="0"/>
                  <a:pt x="2623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EC5316-0DEE-4498-A3C9-2261B9DD5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9553" y="3477109"/>
            <a:ext cx="73112" cy="71438"/>
          </a:xfrm>
          <a:custGeom xmlns:a="http://schemas.openxmlformats.org/drawingml/2006/main">
            <a:pathLst>
              <a:path w="73112" h="71438">
                <a:moveTo>
                  <a:pt x="70768" y="51457"/>
                </a:moveTo>
                <a:lnTo>
                  <a:pt x="67531" y="55587"/>
                </a:lnTo>
                <a:cubicBezTo>
                  <a:pt x="62843" y="61503"/>
                  <a:pt x="60052" y="63959"/>
                  <a:pt x="57820" y="63959"/>
                </a:cubicBezTo>
                <a:cubicBezTo>
                  <a:pt x="56592" y="63959"/>
                  <a:pt x="55252" y="62731"/>
                  <a:pt x="55252" y="61503"/>
                </a:cubicBezTo>
                <a:cubicBezTo>
                  <a:pt x="55252" y="60387"/>
                  <a:pt x="55252" y="60387"/>
                  <a:pt x="57485" y="51457"/>
                </a:cubicBezTo>
                <a:lnTo>
                  <a:pt x="66526" y="18752"/>
                </a:lnTo>
                <a:cubicBezTo>
                  <a:pt x="67308" y="15404"/>
                  <a:pt x="67977" y="11943"/>
                  <a:pt x="67977" y="9711"/>
                </a:cubicBezTo>
                <a:cubicBezTo>
                  <a:pt x="67977" y="4018"/>
                  <a:pt x="63736" y="0"/>
                  <a:pt x="57485" y="0"/>
                </a:cubicBezTo>
                <a:cubicBezTo>
                  <a:pt x="47327" y="0"/>
                  <a:pt x="37281" y="9488"/>
                  <a:pt x="20985" y="34937"/>
                </a:cubicBezTo>
                <a:lnTo>
                  <a:pt x="31589" y="335"/>
                </a:lnTo>
                <a:lnTo>
                  <a:pt x="31142" y="0"/>
                </a:lnTo>
                <a:cubicBezTo>
                  <a:pt x="22547" y="1786"/>
                  <a:pt x="19199" y="2344"/>
                  <a:pt x="5358" y="4911"/>
                </a:cubicBezTo>
                <a:lnTo>
                  <a:pt x="5358" y="7479"/>
                </a:lnTo>
                <a:cubicBezTo>
                  <a:pt x="13506" y="7590"/>
                  <a:pt x="15627" y="8595"/>
                  <a:pt x="15627" y="11720"/>
                </a:cubicBezTo>
                <a:cubicBezTo>
                  <a:pt x="15627" y="12725"/>
                  <a:pt x="15404" y="13618"/>
                  <a:pt x="15292" y="14399"/>
                </a:cubicBezTo>
                <a:lnTo>
                  <a:pt x="0" y="70098"/>
                </a:lnTo>
                <a:lnTo>
                  <a:pt x="11943" y="70098"/>
                </a:lnTo>
                <a:cubicBezTo>
                  <a:pt x="19422" y="44983"/>
                  <a:pt x="20762" y="41411"/>
                  <a:pt x="27794" y="30696"/>
                </a:cubicBezTo>
                <a:cubicBezTo>
                  <a:pt x="37281" y="16073"/>
                  <a:pt x="45430" y="8037"/>
                  <a:pt x="51346" y="8037"/>
                </a:cubicBezTo>
                <a:cubicBezTo>
                  <a:pt x="53690" y="8037"/>
                  <a:pt x="55141" y="9823"/>
                  <a:pt x="55141" y="12725"/>
                </a:cubicBezTo>
                <a:cubicBezTo>
                  <a:pt x="55141" y="14622"/>
                  <a:pt x="54136" y="19869"/>
                  <a:pt x="52908" y="24780"/>
                </a:cubicBezTo>
                <a:lnTo>
                  <a:pt x="45876" y="51011"/>
                </a:lnTo>
                <a:cubicBezTo>
                  <a:pt x="43867" y="59048"/>
                  <a:pt x="43309" y="61280"/>
                  <a:pt x="43309" y="62843"/>
                </a:cubicBezTo>
                <a:cubicBezTo>
                  <a:pt x="43309" y="68982"/>
                  <a:pt x="45653" y="71438"/>
                  <a:pt x="50899" y="71438"/>
                </a:cubicBezTo>
                <a:cubicBezTo>
                  <a:pt x="57931" y="71438"/>
                  <a:pt x="62061" y="68089"/>
                  <a:pt x="73112" y="53578"/>
                </a:cubicBezTo>
                <a:lnTo>
                  <a:pt x="70768" y="514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9D26E8-BA86-4C83-8D93-E85D7B9D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9473" y="3438599"/>
            <a:ext cx="81260" cy="110616"/>
          </a:xfrm>
          <a:custGeom xmlns:a="http://schemas.openxmlformats.org/drawingml/2006/main">
            <a:pathLst>
              <a:path w="81260" h="110616">
                <a:moveTo>
                  <a:pt x="71103" y="90971"/>
                </a:moveTo>
                <a:cubicBezTo>
                  <a:pt x="62508" y="100794"/>
                  <a:pt x="60833" y="102245"/>
                  <a:pt x="58043" y="102245"/>
                </a:cubicBezTo>
                <a:cubicBezTo>
                  <a:pt x="56480" y="102245"/>
                  <a:pt x="55252" y="100794"/>
                  <a:pt x="55252" y="99008"/>
                </a:cubicBezTo>
                <a:cubicBezTo>
                  <a:pt x="55252" y="96775"/>
                  <a:pt x="60275" y="77465"/>
                  <a:pt x="65522" y="59941"/>
                </a:cubicBezTo>
                <a:cubicBezTo>
                  <a:pt x="69875" y="45318"/>
                  <a:pt x="73223" y="32593"/>
                  <a:pt x="81260" y="893"/>
                </a:cubicBezTo>
                <a:lnTo>
                  <a:pt x="80479" y="0"/>
                </a:lnTo>
                <a:cubicBezTo>
                  <a:pt x="72107" y="1786"/>
                  <a:pt x="66303" y="2791"/>
                  <a:pt x="56257" y="3683"/>
                </a:cubicBezTo>
                <a:lnTo>
                  <a:pt x="56257" y="6362"/>
                </a:lnTo>
                <a:cubicBezTo>
                  <a:pt x="64963" y="6697"/>
                  <a:pt x="66080" y="7255"/>
                  <a:pt x="66080" y="10604"/>
                </a:cubicBezTo>
                <a:cubicBezTo>
                  <a:pt x="66080" y="12613"/>
                  <a:pt x="65856" y="13618"/>
                  <a:pt x="63624" y="21654"/>
                </a:cubicBezTo>
                <a:lnTo>
                  <a:pt x="56704" y="47662"/>
                </a:lnTo>
                <a:cubicBezTo>
                  <a:pt x="55364" y="41077"/>
                  <a:pt x="52574" y="38509"/>
                  <a:pt x="46323" y="38509"/>
                </a:cubicBezTo>
                <a:cubicBezTo>
                  <a:pt x="25673" y="38509"/>
                  <a:pt x="0" y="68424"/>
                  <a:pt x="0" y="92199"/>
                </a:cubicBezTo>
                <a:cubicBezTo>
                  <a:pt x="0" y="103473"/>
                  <a:pt x="6251" y="110282"/>
                  <a:pt x="16632" y="110282"/>
                </a:cubicBezTo>
                <a:cubicBezTo>
                  <a:pt x="27459" y="110282"/>
                  <a:pt x="34379" y="105259"/>
                  <a:pt x="45207" y="89297"/>
                </a:cubicBezTo>
                <a:cubicBezTo>
                  <a:pt x="43421" y="97445"/>
                  <a:pt x="43197" y="99789"/>
                  <a:pt x="43197" y="103473"/>
                </a:cubicBezTo>
                <a:cubicBezTo>
                  <a:pt x="43197" y="107714"/>
                  <a:pt x="45876" y="110616"/>
                  <a:pt x="49895" y="110616"/>
                </a:cubicBezTo>
                <a:cubicBezTo>
                  <a:pt x="56480" y="110616"/>
                  <a:pt x="64740" y="104142"/>
                  <a:pt x="73000" y="92534"/>
                </a:cubicBezTo>
                <a:lnTo>
                  <a:pt x="71103" y="90971"/>
                </a:lnTo>
                <a:close/>
                <a:moveTo>
                  <a:pt x="46993" y="42193"/>
                </a:moveTo>
                <a:cubicBezTo>
                  <a:pt x="51792" y="42528"/>
                  <a:pt x="54136" y="45430"/>
                  <a:pt x="54136" y="51234"/>
                </a:cubicBezTo>
                <a:cubicBezTo>
                  <a:pt x="54136" y="75344"/>
                  <a:pt x="37616" y="102691"/>
                  <a:pt x="22994" y="102691"/>
                </a:cubicBezTo>
                <a:cubicBezTo>
                  <a:pt x="17636" y="102691"/>
                  <a:pt x="13729" y="98338"/>
                  <a:pt x="13729" y="92199"/>
                </a:cubicBezTo>
                <a:cubicBezTo>
                  <a:pt x="13729" y="79028"/>
                  <a:pt x="21766" y="60610"/>
                  <a:pt x="32147" y="49448"/>
                </a:cubicBezTo>
                <a:cubicBezTo>
                  <a:pt x="36612" y="44872"/>
                  <a:pt x="42528" y="41858"/>
                  <a:pt x="46993" y="4219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F0714F-D16E-476B-B671-B17C346C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4529" y="3443288"/>
            <a:ext cx="34156" cy="105594"/>
          </a:xfrm>
          <a:custGeom xmlns:a="http://schemas.openxmlformats.org/drawingml/2006/main">
            <a:pathLst>
              <a:path w="34156" h="105594">
                <a:moveTo>
                  <a:pt x="27570" y="85725"/>
                </a:moveTo>
                <a:cubicBezTo>
                  <a:pt x="23664" y="90860"/>
                  <a:pt x="22547" y="92087"/>
                  <a:pt x="20985" y="93873"/>
                </a:cubicBezTo>
                <a:cubicBezTo>
                  <a:pt x="18306" y="96552"/>
                  <a:pt x="15850" y="98115"/>
                  <a:pt x="14511" y="98115"/>
                </a:cubicBezTo>
                <a:cubicBezTo>
                  <a:pt x="13171" y="98115"/>
                  <a:pt x="11943" y="96887"/>
                  <a:pt x="11943" y="95771"/>
                </a:cubicBezTo>
                <a:cubicBezTo>
                  <a:pt x="11943" y="94208"/>
                  <a:pt x="12390" y="91753"/>
                  <a:pt x="13506" y="88739"/>
                </a:cubicBezTo>
                <a:cubicBezTo>
                  <a:pt x="13506" y="88292"/>
                  <a:pt x="13953" y="87176"/>
                  <a:pt x="14288" y="85948"/>
                </a:cubicBezTo>
                <a:lnTo>
                  <a:pt x="14288" y="85613"/>
                </a:lnTo>
                <a:lnTo>
                  <a:pt x="14511" y="85279"/>
                </a:lnTo>
                <a:lnTo>
                  <a:pt x="28463" y="34156"/>
                </a:lnTo>
                <a:lnTo>
                  <a:pt x="28017" y="33821"/>
                </a:lnTo>
                <a:cubicBezTo>
                  <a:pt x="11943" y="36835"/>
                  <a:pt x="8706" y="37281"/>
                  <a:pt x="2567" y="37840"/>
                </a:cubicBezTo>
                <a:lnTo>
                  <a:pt x="2567" y="40295"/>
                </a:lnTo>
                <a:cubicBezTo>
                  <a:pt x="10939" y="40518"/>
                  <a:pt x="12613" y="40965"/>
                  <a:pt x="12613" y="44090"/>
                </a:cubicBezTo>
                <a:cubicBezTo>
                  <a:pt x="12613" y="45430"/>
                  <a:pt x="12055" y="47997"/>
                  <a:pt x="11162" y="51122"/>
                </a:cubicBezTo>
                <a:lnTo>
                  <a:pt x="3572" y="79251"/>
                </a:lnTo>
                <a:cubicBezTo>
                  <a:pt x="1005" y="88516"/>
                  <a:pt x="0" y="93315"/>
                  <a:pt x="0" y="96552"/>
                </a:cubicBezTo>
                <a:cubicBezTo>
                  <a:pt x="0" y="102468"/>
                  <a:pt x="2567" y="105594"/>
                  <a:pt x="7367" y="105594"/>
                </a:cubicBezTo>
                <a:cubicBezTo>
                  <a:pt x="14622" y="105594"/>
                  <a:pt x="20538" y="100794"/>
                  <a:pt x="29580" y="87511"/>
                </a:cubicBezTo>
                <a:lnTo>
                  <a:pt x="27570" y="85725"/>
                </a:lnTo>
                <a:close/>
                <a:moveTo>
                  <a:pt x="26231" y="0"/>
                </a:moveTo>
                <a:cubicBezTo>
                  <a:pt x="21989" y="0"/>
                  <a:pt x="18752" y="3683"/>
                  <a:pt x="18752" y="8372"/>
                </a:cubicBezTo>
                <a:cubicBezTo>
                  <a:pt x="18752" y="13506"/>
                  <a:pt x="21766" y="16855"/>
                  <a:pt x="26454" y="16855"/>
                </a:cubicBezTo>
                <a:cubicBezTo>
                  <a:pt x="30584" y="16855"/>
                  <a:pt x="34156" y="13171"/>
                  <a:pt x="34156" y="8706"/>
                </a:cubicBezTo>
                <a:cubicBezTo>
                  <a:pt x="34156" y="4130"/>
                  <a:pt x="30584" y="0"/>
                  <a:pt x="2623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2D5BC3-2275-4250-86B9-2ADFF3930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512" y="3477109"/>
            <a:ext cx="58266" cy="70098"/>
          </a:xfrm>
          <a:custGeom xmlns:a="http://schemas.openxmlformats.org/drawingml/2006/main">
            <a:pathLst>
              <a:path w="58266" h="70098">
                <a:moveTo>
                  <a:pt x="12055" y="70098"/>
                </a:moveTo>
                <a:cubicBezTo>
                  <a:pt x="20315" y="43086"/>
                  <a:pt x="22994" y="36165"/>
                  <a:pt x="30361" y="24110"/>
                </a:cubicBezTo>
                <a:cubicBezTo>
                  <a:pt x="35495" y="15180"/>
                  <a:pt x="39960" y="10269"/>
                  <a:pt x="42639" y="10269"/>
                </a:cubicBezTo>
                <a:cubicBezTo>
                  <a:pt x="43644" y="10269"/>
                  <a:pt x="44425" y="10939"/>
                  <a:pt x="45207" y="12502"/>
                </a:cubicBezTo>
                <a:cubicBezTo>
                  <a:pt x="46546" y="15180"/>
                  <a:pt x="47774" y="16073"/>
                  <a:pt x="50899" y="16073"/>
                </a:cubicBezTo>
                <a:cubicBezTo>
                  <a:pt x="55587" y="16073"/>
                  <a:pt x="58266" y="13171"/>
                  <a:pt x="58266" y="8260"/>
                </a:cubicBezTo>
                <a:cubicBezTo>
                  <a:pt x="58266" y="3349"/>
                  <a:pt x="55252" y="0"/>
                  <a:pt x="50788" y="0"/>
                </a:cubicBezTo>
                <a:cubicBezTo>
                  <a:pt x="47104" y="0"/>
                  <a:pt x="42862" y="2344"/>
                  <a:pt x="38732" y="6697"/>
                </a:cubicBezTo>
                <a:cubicBezTo>
                  <a:pt x="32147" y="13283"/>
                  <a:pt x="25896" y="22659"/>
                  <a:pt x="23329" y="29021"/>
                </a:cubicBezTo>
                <a:lnTo>
                  <a:pt x="21096" y="34714"/>
                </a:lnTo>
                <a:lnTo>
                  <a:pt x="29468" y="335"/>
                </a:lnTo>
                <a:lnTo>
                  <a:pt x="29021" y="0"/>
                </a:lnTo>
                <a:cubicBezTo>
                  <a:pt x="17413" y="2121"/>
                  <a:pt x="15962" y="2344"/>
                  <a:pt x="4465" y="4242"/>
                </a:cubicBezTo>
                <a:lnTo>
                  <a:pt x="4465" y="6920"/>
                </a:lnTo>
                <a:cubicBezTo>
                  <a:pt x="8148" y="6251"/>
                  <a:pt x="8706" y="6251"/>
                  <a:pt x="9823" y="6251"/>
                </a:cubicBezTo>
                <a:cubicBezTo>
                  <a:pt x="13283" y="6251"/>
                  <a:pt x="15404" y="7813"/>
                  <a:pt x="15404" y="10604"/>
                </a:cubicBezTo>
                <a:cubicBezTo>
                  <a:pt x="15404" y="12836"/>
                  <a:pt x="15404" y="12836"/>
                  <a:pt x="12836" y="23664"/>
                </a:cubicBezTo>
                <a:lnTo>
                  <a:pt x="0" y="70098"/>
                </a:lnTo>
                <a:lnTo>
                  <a:pt x="12055" y="700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1272F8-8186-4038-BE9B-4C20F83D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2064" y="3625007"/>
            <a:ext cx="70098" cy="74675"/>
          </a:xfrm>
          <a:custGeom xmlns:a="http://schemas.openxmlformats.org/drawingml/2006/main">
            <a:pathLst>
              <a:path w="70098" h="74675">
                <a:moveTo>
                  <a:pt x="35161" y="0"/>
                </a:moveTo>
                <a:cubicBezTo>
                  <a:pt x="14511" y="0"/>
                  <a:pt x="0" y="15180"/>
                  <a:pt x="0" y="37170"/>
                </a:cubicBezTo>
                <a:cubicBezTo>
                  <a:pt x="0" y="58601"/>
                  <a:pt x="14846" y="74675"/>
                  <a:pt x="34826" y="74675"/>
                </a:cubicBezTo>
                <a:cubicBezTo>
                  <a:pt x="54806" y="74675"/>
                  <a:pt x="70098" y="57820"/>
                  <a:pt x="70098" y="35830"/>
                </a:cubicBezTo>
                <a:cubicBezTo>
                  <a:pt x="70098" y="15069"/>
                  <a:pt x="55476" y="0"/>
                  <a:pt x="35161" y="0"/>
                </a:cubicBezTo>
                <a:close/>
                <a:moveTo>
                  <a:pt x="33040" y="4465"/>
                </a:moveTo>
                <a:cubicBezTo>
                  <a:pt x="46434" y="4465"/>
                  <a:pt x="55811" y="19645"/>
                  <a:pt x="55811" y="41411"/>
                </a:cubicBezTo>
                <a:cubicBezTo>
                  <a:pt x="55811" y="59382"/>
                  <a:pt x="48667" y="70210"/>
                  <a:pt x="36723" y="70210"/>
                </a:cubicBezTo>
                <a:cubicBezTo>
                  <a:pt x="30473" y="70210"/>
                  <a:pt x="24668" y="66415"/>
                  <a:pt x="21320" y="60052"/>
                </a:cubicBezTo>
                <a:cubicBezTo>
                  <a:pt x="16855" y="51792"/>
                  <a:pt x="14288" y="40630"/>
                  <a:pt x="14288" y="29356"/>
                </a:cubicBezTo>
                <a:cubicBezTo>
                  <a:pt x="14288" y="14288"/>
                  <a:pt x="21766" y="4465"/>
                  <a:pt x="33040" y="44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DFF97-AF1B-4671-A08B-95818C3F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3418" y="3957303"/>
            <a:ext cx="2146474" cy="1060066"/>
          </a:xfrm>
          <a:custGeom xmlns:a="http://schemas.openxmlformats.org/drawingml/2006/main">
            <a:pathLst>
              <a:path w="2146474" h="1060066">
                <a:moveTo>
                  <a:pt x="0" y="1060066"/>
                </a:moveTo>
                <a:lnTo>
                  <a:pt x="0" y="0"/>
                </a:lnTo>
                <a:lnTo>
                  <a:pt x="2146474" y="0"/>
                </a:lnTo>
                <a:lnTo>
                  <a:pt x="2146474" y="1060066"/>
                </a:lnTo>
                <a:lnTo>
                  <a:pt x="0" y="1060066"/>
                </a:lnTo>
                <a:close/>
                <a:moveTo>
                  <a:pt x="0" y="1060066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C5AB0-C4C5-4C0D-B64B-04E9109E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9040" y="4637745"/>
            <a:ext cx="1900852" cy="379623"/>
          </a:xfrm>
          <a:custGeom xmlns:a="http://schemas.openxmlformats.org/drawingml/2006/main">
            <a:pathLst>
              <a:path w="1900852" h="379623">
                <a:moveTo>
                  <a:pt x="1888797" y="357188"/>
                </a:moveTo>
                <a:lnTo>
                  <a:pt x="1883216" y="356406"/>
                </a:lnTo>
                <a:lnTo>
                  <a:pt x="1877746" y="355736"/>
                </a:lnTo>
                <a:lnTo>
                  <a:pt x="1872165" y="355067"/>
                </a:lnTo>
                <a:lnTo>
                  <a:pt x="1844260" y="351160"/>
                </a:lnTo>
                <a:lnTo>
                  <a:pt x="1838790" y="350379"/>
                </a:lnTo>
                <a:lnTo>
                  <a:pt x="1833209" y="349486"/>
                </a:lnTo>
                <a:lnTo>
                  <a:pt x="1827628" y="348704"/>
                </a:lnTo>
                <a:lnTo>
                  <a:pt x="1822047" y="347811"/>
                </a:lnTo>
                <a:lnTo>
                  <a:pt x="1816466" y="347030"/>
                </a:lnTo>
                <a:lnTo>
                  <a:pt x="1810885" y="346137"/>
                </a:lnTo>
                <a:lnTo>
                  <a:pt x="1805416" y="345244"/>
                </a:lnTo>
                <a:lnTo>
                  <a:pt x="1799835" y="344351"/>
                </a:lnTo>
                <a:lnTo>
                  <a:pt x="1794254" y="343346"/>
                </a:lnTo>
                <a:lnTo>
                  <a:pt x="1788673" y="342454"/>
                </a:lnTo>
                <a:lnTo>
                  <a:pt x="1783091" y="341449"/>
                </a:lnTo>
                <a:lnTo>
                  <a:pt x="1777622" y="340556"/>
                </a:lnTo>
                <a:lnTo>
                  <a:pt x="1749717" y="335533"/>
                </a:lnTo>
                <a:lnTo>
                  <a:pt x="1744136" y="334417"/>
                </a:lnTo>
                <a:lnTo>
                  <a:pt x="1738666" y="333412"/>
                </a:lnTo>
                <a:lnTo>
                  <a:pt x="1727504" y="331180"/>
                </a:lnTo>
                <a:lnTo>
                  <a:pt x="1721923" y="330175"/>
                </a:lnTo>
                <a:lnTo>
                  <a:pt x="1710761" y="327943"/>
                </a:lnTo>
                <a:lnTo>
                  <a:pt x="1705180" y="326715"/>
                </a:lnTo>
                <a:lnTo>
                  <a:pt x="1699711" y="325599"/>
                </a:lnTo>
                <a:lnTo>
                  <a:pt x="1694129" y="324483"/>
                </a:lnTo>
                <a:lnTo>
                  <a:pt x="1688548" y="323255"/>
                </a:lnTo>
                <a:lnTo>
                  <a:pt x="1682967" y="322138"/>
                </a:lnTo>
                <a:lnTo>
                  <a:pt x="1666224" y="318455"/>
                </a:lnTo>
                <a:lnTo>
                  <a:pt x="1660755" y="317227"/>
                </a:lnTo>
                <a:lnTo>
                  <a:pt x="1638431" y="312316"/>
                </a:lnTo>
                <a:lnTo>
                  <a:pt x="1632850" y="310976"/>
                </a:lnTo>
                <a:lnTo>
                  <a:pt x="1627380" y="309749"/>
                </a:lnTo>
                <a:lnTo>
                  <a:pt x="1616218" y="307070"/>
                </a:lnTo>
                <a:lnTo>
                  <a:pt x="1610637" y="305842"/>
                </a:lnTo>
                <a:lnTo>
                  <a:pt x="1599475" y="303163"/>
                </a:lnTo>
                <a:lnTo>
                  <a:pt x="1594005" y="301823"/>
                </a:lnTo>
                <a:lnTo>
                  <a:pt x="1588424" y="300484"/>
                </a:lnTo>
                <a:lnTo>
                  <a:pt x="1582843" y="299256"/>
                </a:lnTo>
                <a:lnTo>
                  <a:pt x="1577262" y="297805"/>
                </a:lnTo>
                <a:lnTo>
                  <a:pt x="1566100" y="295126"/>
                </a:lnTo>
                <a:lnTo>
                  <a:pt x="1560631" y="293787"/>
                </a:lnTo>
                <a:lnTo>
                  <a:pt x="1538306" y="288429"/>
                </a:lnTo>
                <a:lnTo>
                  <a:pt x="1532725" y="286978"/>
                </a:lnTo>
                <a:lnTo>
                  <a:pt x="1521675" y="284299"/>
                </a:lnTo>
                <a:lnTo>
                  <a:pt x="1504932" y="280281"/>
                </a:lnTo>
                <a:lnTo>
                  <a:pt x="1499351" y="278830"/>
                </a:lnTo>
                <a:lnTo>
                  <a:pt x="1488189" y="276151"/>
                </a:lnTo>
                <a:lnTo>
                  <a:pt x="1482719" y="274811"/>
                </a:lnTo>
                <a:lnTo>
                  <a:pt x="1465976" y="270793"/>
                </a:lnTo>
                <a:lnTo>
                  <a:pt x="1460395" y="269565"/>
                </a:lnTo>
                <a:lnTo>
                  <a:pt x="1454926" y="268225"/>
                </a:lnTo>
                <a:lnTo>
                  <a:pt x="1449344" y="266886"/>
                </a:lnTo>
                <a:lnTo>
                  <a:pt x="1443763" y="265658"/>
                </a:lnTo>
                <a:lnTo>
                  <a:pt x="1438182" y="264319"/>
                </a:lnTo>
                <a:lnTo>
                  <a:pt x="1432601" y="263091"/>
                </a:lnTo>
                <a:lnTo>
                  <a:pt x="1427020" y="261751"/>
                </a:lnTo>
                <a:lnTo>
                  <a:pt x="1421439" y="260524"/>
                </a:lnTo>
                <a:lnTo>
                  <a:pt x="1415970" y="259296"/>
                </a:lnTo>
                <a:lnTo>
                  <a:pt x="1393646" y="254384"/>
                </a:lnTo>
                <a:lnTo>
                  <a:pt x="1388064" y="253268"/>
                </a:lnTo>
                <a:lnTo>
                  <a:pt x="1382595" y="252040"/>
                </a:lnTo>
                <a:lnTo>
                  <a:pt x="1354690" y="246459"/>
                </a:lnTo>
                <a:lnTo>
                  <a:pt x="1349109" y="245455"/>
                </a:lnTo>
                <a:lnTo>
                  <a:pt x="1343639" y="244339"/>
                </a:lnTo>
                <a:lnTo>
                  <a:pt x="1326896" y="241325"/>
                </a:lnTo>
                <a:lnTo>
                  <a:pt x="1321315" y="240432"/>
                </a:lnTo>
                <a:lnTo>
                  <a:pt x="1315734" y="239427"/>
                </a:lnTo>
                <a:lnTo>
                  <a:pt x="1310153" y="238534"/>
                </a:lnTo>
                <a:lnTo>
                  <a:pt x="1304684" y="237641"/>
                </a:lnTo>
                <a:lnTo>
                  <a:pt x="1299102" y="236748"/>
                </a:lnTo>
                <a:lnTo>
                  <a:pt x="1293521" y="235967"/>
                </a:lnTo>
                <a:lnTo>
                  <a:pt x="1287940" y="235074"/>
                </a:lnTo>
                <a:lnTo>
                  <a:pt x="1282359" y="234293"/>
                </a:lnTo>
                <a:lnTo>
                  <a:pt x="1276890" y="233511"/>
                </a:lnTo>
                <a:lnTo>
                  <a:pt x="1271309" y="232842"/>
                </a:lnTo>
                <a:lnTo>
                  <a:pt x="1265728" y="232060"/>
                </a:lnTo>
                <a:lnTo>
                  <a:pt x="1243404" y="229381"/>
                </a:lnTo>
                <a:lnTo>
                  <a:pt x="1237934" y="228823"/>
                </a:lnTo>
                <a:lnTo>
                  <a:pt x="1226772" y="227707"/>
                </a:lnTo>
                <a:lnTo>
                  <a:pt x="1221191" y="227261"/>
                </a:lnTo>
                <a:lnTo>
                  <a:pt x="1215610" y="226702"/>
                </a:lnTo>
                <a:lnTo>
                  <a:pt x="1204448" y="225809"/>
                </a:lnTo>
                <a:lnTo>
                  <a:pt x="1198978" y="225475"/>
                </a:lnTo>
                <a:lnTo>
                  <a:pt x="1193397" y="225028"/>
                </a:lnTo>
                <a:lnTo>
                  <a:pt x="1182235" y="224358"/>
                </a:lnTo>
                <a:lnTo>
                  <a:pt x="1176654" y="224135"/>
                </a:lnTo>
                <a:lnTo>
                  <a:pt x="1171073" y="223800"/>
                </a:lnTo>
                <a:lnTo>
                  <a:pt x="1165604" y="223577"/>
                </a:lnTo>
                <a:lnTo>
                  <a:pt x="1154441" y="223131"/>
                </a:lnTo>
                <a:lnTo>
                  <a:pt x="1143279" y="222907"/>
                </a:lnTo>
                <a:lnTo>
                  <a:pt x="1137810" y="222796"/>
                </a:lnTo>
                <a:lnTo>
                  <a:pt x="1121067" y="222461"/>
                </a:lnTo>
                <a:lnTo>
                  <a:pt x="1082111" y="222461"/>
                </a:lnTo>
                <a:lnTo>
                  <a:pt x="1076530" y="222572"/>
                </a:lnTo>
                <a:lnTo>
                  <a:pt x="1065368" y="222572"/>
                </a:lnTo>
                <a:lnTo>
                  <a:pt x="1059898" y="222684"/>
                </a:lnTo>
                <a:lnTo>
                  <a:pt x="1020943" y="222684"/>
                </a:lnTo>
                <a:lnTo>
                  <a:pt x="1009781" y="222461"/>
                </a:lnTo>
                <a:lnTo>
                  <a:pt x="1004200" y="222238"/>
                </a:lnTo>
                <a:lnTo>
                  <a:pt x="998618" y="222126"/>
                </a:lnTo>
                <a:lnTo>
                  <a:pt x="993037" y="221903"/>
                </a:lnTo>
                <a:lnTo>
                  <a:pt x="987568" y="221568"/>
                </a:lnTo>
                <a:lnTo>
                  <a:pt x="981987" y="221233"/>
                </a:lnTo>
                <a:lnTo>
                  <a:pt x="970825" y="220340"/>
                </a:lnTo>
                <a:lnTo>
                  <a:pt x="965244" y="219782"/>
                </a:lnTo>
                <a:lnTo>
                  <a:pt x="959774" y="219224"/>
                </a:lnTo>
                <a:lnTo>
                  <a:pt x="954193" y="218554"/>
                </a:lnTo>
                <a:lnTo>
                  <a:pt x="948612" y="217773"/>
                </a:lnTo>
                <a:lnTo>
                  <a:pt x="943031" y="216880"/>
                </a:lnTo>
                <a:lnTo>
                  <a:pt x="931869" y="214871"/>
                </a:lnTo>
                <a:lnTo>
                  <a:pt x="926288" y="213643"/>
                </a:lnTo>
                <a:lnTo>
                  <a:pt x="920819" y="212415"/>
                </a:lnTo>
                <a:lnTo>
                  <a:pt x="915238" y="210964"/>
                </a:lnTo>
                <a:lnTo>
                  <a:pt x="904075" y="207838"/>
                </a:lnTo>
                <a:lnTo>
                  <a:pt x="898494" y="206053"/>
                </a:lnTo>
                <a:lnTo>
                  <a:pt x="887332" y="202034"/>
                </a:lnTo>
                <a:lnTo>
                  <a:pt x="881863" y="199802"/>
                </a:lnTo>
                <a:lnTo>
                  <a:pt x="876282" y="197458"/>
                </a:lnTo>
                <a:lnTo>
                  <a:pt x="870701" y="195002"/>
                </a:lnTo>
                <a:lnTo>
                  <a:pt x="865120" y="192323"/>
                </a:lnTo>
                <a:lnTo>
                  <a:pt x="859539" y="189533"/>
                </a:lnTo>
                <a:lnTo>
                  <a:pt x="853958" y="186630"/>
                </a:lnTo>
                <a:lnTo>
                  <a:pt x="848376" y="183505"/>
                </a:lnTo>
                <a:lnTo>
                  <a:pt x="842907" y="180268"/>
                </a:lnTo>
                <a:lnTo>
                  <a:pt x="837326" y="176808"/>
                </a:lnTo>
                <a:lnTo>
                  <a:pt x="831745" y="173236"/>
                </a:lnTo>
                <a:lnTo>
                  <a:pt x="820583" y="165646"/>
                </a:lnTo>
                <a:lnTo>
                  <a:pt x="815113" y="161627"/>
                </a:lnTo>
                <a:lnTo>
                  <a:pt x="803951" y="153144"/>
                </a:lnTo>
                <a:lnTo>
                  <a:pt x="798370" y="148679"/>
                </a:lnTo>
                <a:lnTo>
                  <a:pt x="792789" y="144103"/>
                </a:lnTo>
                <a:lnTo>
                  <a:pt x="787208" y="139415"/>
                </a:lnTo>
                <a:lnTo>
                  <a:pt x="781627" y="134615"/>
                </a:lnTo>
                <a:lnTo>
                  <a:pt x="776158" y="129704"/>
                </a:lnTo>
                <a:lnTo>
                  <a:pt x="764996" y="119658"/>
                </a:lnTo>
                <a:lnTo>
                  <a:pt x="759414" y="114412"/>
                </a:lnTo>
                <a:lnTo>
                  <a:pt x="753833" y="109277"/>
                </a:lnTo>
                <a:lnTo>
                  <a:pt x="748252" y="104031"/>
                </a:lnTo>
                <a:lnTo>
                  <a:pt x="742783" y="98673"/>
                </a:lnTo>
                <a:lnTo>
                  <a:pt x="737202" y="93427"/>
                </a:lnTo>
                <a:lnTo>
                  <a:pt x="726040" y="82711"/>
                </a:lnTo>
                <a:lnTo>
                  <a:pt x="709297" y="66973"/>
                </a:lnTo>
                <a:lnTo>
                  <a:pt x="703827" y="61838"/>
                </a:lnTo>
                <a:lnTo>
                  <a:pt x="698246" y="56815"/>
                </a:lnTo>
                <a:lnTo>
                  <a:pt x="692665" y="51904"/>
                </a:lnTo>
                <a:lnTo>
                  <a:pt x="687084" y="47104"/>
                </a:lnTo>
                <a:lnTo>
                  <a:pt x="681503" y="42416"/>
                </a:lnTo>
                <a:lnTo>
                  <a:pt x="675922" y="37951"/>
                </a:lnTo>
                <a:lnTo>
                  <a:pt x="670341" y="33598"/>
                </a:lnTo>
                <a:lnTo>
                  <a:pt x="664871" y="29468"/>
                </a:lnTo>
                <a:lnTo>
                  <a:pt x="659290" y="25561"/>
                </a:lnTo>
                <a:lnTo>
                  <a:pt x="653709" y="21878"/>
                </a:lnTo>
                <a:lnTo>
                  <a:pt x="648128" y="18417"/>
                </a:lnTo>
                <a:lnTo>
                  <a:pt x="642547" y="15180"/>
                </a:lnTo>
                <a:lnTo>
                  <a:pt x="637078" y="12278"/>
                </a:lnTo>
                <a:lnTo>
                  <a:pt x="631497" y="9599"/>
                </a:lnTo>
                <a:lnTo>
                  <a:pt x="625916" y="7255"/>
                </a:lnTo>
                <a:lnTo>
                  <a:pt x="620335" y="5246"/>
                </a:lnTo>
                <a:lnTo>
                  <a:pt x="614754" y="3572"/>
                </a:lnTo>
                <a:lnTo>
                  <a:pt x="609172" y="2121"/>
                </a:lnTo>
                <a:lnTo>
                  <a:pt x="603591" y="1005"/>
                </a:lnTo>
                <a:lnTo>
                  <a:pt x="598122" y="335"/>
                </a:lnTo>
                <a:lnTo>
                  <a:pt x="592541" y="0"/>
                </a:lnTo>
                <a:lnTo>
                  <a:pt x="586960" y="0"/>
                </a:lnTo>
                <a:lnTo>
                  <a:pt x="581379" y="335"/>
                </a:lnTo>
                <a:lnTo>
                  <a:pt x="575798" y="1005"/>
                </a:lnTo>
                <a:lnTo>
                  <a:pt x="570217" y="2121"/>
                </a:lnTo>
                <a:lnTo>
                  <a:pt x="564636" y="3572"/>
                </a:lnTo>
                <a:lnTo>
                  <a:pt x="559166" y="5358"/>
                </a:lnTo>
                <a:lnTo>
                  <a:pt x="553585" y="7479"/>
                </a:lnTo>
                <a:lnTo>
                  <a:pt x="548004" y="10046"/>
                </a:lnTo>
                <a:lnTo>
                  <a:pt x="542423" y="12948"/>
                </a:lnTo>
                <a:lnTo>
                  <a:pt x="536842" y="16073"/>
                </a:lnTo>
                <a:lnTo>
                  <a:pt x="531261" y="19645"/>
                </a:lnTo>
                <a:lnTo>
                  <a:pt x="525791" y="23552"/>
                </a:lnTo>
                <a:lnTo>
                  <a:pt x="520210" y="27794"/>
                </a:lnTo>
                <a:lnTo>
                  <a:pt x="514629" y="32259"/>
                </a:lnTo>
                <a:lnTo>
                  <a:pt x="509048" y="37058"/>
                </a:lnTo>
                <a:lnTo>
                  <a:pt x="503467" y="42193"/>
                </a:lnTo>
                <a:lnTo>
                  <a:pt x="497998" y="47551"/>
                </a:lnTo>
                <a:lnTo>
                  <a:pt x="492417" y="53132"/>
                </a:lnTo>
                <a:lnTo>
                  <a:pt x="486836" y="59048"/>
                </a:lnTo>
                <a:lnTo>
                  <a:pt x="481255" y="65075"/>
                </a:lnTo>
                <a:lnTo>
                  <a:pt x="475674" y="71326"/>
                </a:lnTo>
                <a:lnTo>
                  <a:pt x="464512" y="84497"/>
                </a:lnTo>
                <a:lnTo>
                  <a:pt x="459042" y="91306"/>
                </a:lnTo>
                <a:lnTo>
                  <a:pt x="447880" y="105370"/>
                </a:lnTo>
                <a:lnTo>
                  <a:pt x="436718" y="119881"/>
                </a:lnTo>
                <a:lnTo>
                  <a:pt x="425556" y="134615"/>
                </a:lnTo>
                <a:lnTo>
                  <a:pt x="420086" y="141982"/>
                </a:lnTo>
                <a:lnTo>
                  <a:pt x="403343" y="164418"/>
                </a:lnTo>
                <a:lnTo>
                  <a:pt x="386600" y="186519"/>
                </a:lnTo>
                <a:lnTo>
                  <a:pt x="381131" y="193774"/>
                </a:lnTo>
                <a:lnTo>
                  <a:pt x="375550" y="200918"/>
                </a:lnTo>
                <a:lnTo>
                  <a:pt x="369968" y="207950"/>
                </a:lnTo>
                <a:lnTo>
                  <a:pt x="358806" y="221791"/>
                </a:lnTo>
                <a:lnTo>
                  <a:pt x="353225" y="228488"/>
                </a:lnTo>
                <a:lnTo>
                  <a:pt x="347756" y="235074"/>
                </a:lnTo>
                <a:lnTo>
                  <a:pt x="336594" y="247799"/>
                </a:lnTo>
                <a:lnTo>
                  <a:pt x="331013" y="253938"/>
                </a:lnTo>
                <a:lnTo>
                  <a:pt x="325432" y="259854"/>
                </a:lnTo>
                <a:lnTo>
                  <a:pt x="319962" y="265658"/>
                </a:lnTo>
                <a:lnTo>
                  <a:pt x="314381" y="271351"/>
                </a:lnTo>
                <a:lnTo>
                  <a:pt x="308800" y="276820"/>
                </a:lnTo>
                <a:lnTo>
                  <a:pt x="303219" y="282067"/>
                </a:lnTo>
                <a:lnTo>
                  <a:pt x="297638" y="287201"/>
                </a:lnTo>
                <a:lnTo>
                  <a:pt x="292057" y="292112"/>
                </a:lnTo>
                <a:lnTo>
                  <a:pt x="286476" y="296912"/>
                </a:lnTo>
                <a:lnTo>
                  <a:pt x="281006" y="301489"/>
                </a:lnTo>
                <a:lnTo>
                  <a:pt x="275425" y="305842"/>
                </a:lnTo>
                <a:lnTo>
                  <a:pt x="269844" y="310083"/>
                </a:lnTo>
                <a:lnTo>
                  <a:pt x="264263" y="314102"/>
                </a:lnTo>
                <a:lnTo>
                  <a:pt x="258682" y="318009"/>
                </a:lnTo>
                <a:lnTo>
                  <a:pt x="253101" y="321692"/>
                </a:lnTo>
                <a:lnTo>
                  <a:pt x="247520" y="325152"/>
                </a:lnTo>
                <a:lnTo>
                  <a:pt x="242051" y="328612"/>
                </a:lnTo>
                <a:lnTo>
                  <a:pt x="230889" y="334863"/>
                </a:lnTo>
                <a:lnTo>
                  <a:pt x="219726" y="340444"/>
                </a:lnTo>
                <a:lnTo>
                  <a:pt x="208564" y="345579"/>
                </a:lnTo>
                <a:lnTo>
                  <a:pt x="203095" y="347811"/>
                </a:lnTo>
                <a:lnTo>
                  <a:pt x="197514" y="350044"/>
                </a:lnTo>
                <a:lnTo>
                  <a:pt x="191933" y="352165"/>
                </a:lnTo>
                <a:lnTo>
                  <a:pt x="180771" y="355960"/>
                </a:lnTo>
                <a:lnTo>
                  <a:pt x="175301" y="357634"/>
                </a:lnTo>
                <a:lnTo>
                  <a:pt x="169720" y="359308"/>
                </a:lnTo>
                <a:lnTo>
                  <a:pt x="164139" y="360871"/>
                </a:lnTo>
                <a:lnTo>
                  <a:pt x="158558" y="362322"/>
                </a:lnTo>
                <a:lnTo>
                  <a:pt x="152977" y="363662"/>
                </a:lnTo>
                <a:lnTo>
                  <a:pt x="141815" y="366117"/>
                </a:lnTo>
                <a:lnTo>
                  <a:pt x="136346" y="367233"/>
                </a:lnTo>
                <a:lnTo>
                  <a:pt x="125183" y="369243"/>
                </a:lnTo>
                <a:lnTo>
                  <a:pt x="119602" y="370136"/>
                </a:lnTo>
                <a:lnTo>
                  <a:pt x="108440" y="371698"/>
                </a:lnTo>
                <a:lnTo>
                  <a:pt x="102971" y="372480"/>
                </a:lnTo>
                <a:lnTo>
                  <a:pt x="97390" y="373149"/>
                </a:lnTo>
                <a:lnTo>
                  <a:pt x="91809" y="373707"/>
                </a:lnTo>
                <a:lnTo>
                  <a:pt x="86228" y="374377"/>
                </a:lnTo>
                <a:lnTo>
                  <a:pt x="80647" y="374935"/>
                </a:lnTo>
                <a:lnTo>
                  <a:pt x="69484" y="375828"/>
                </a:lnTo>
                <a:lnTo>
                  <a:pt x="64015" y="376275"/>
                </a:lnTo>
                <a:lnTo>
                  <a:pt x="58434" y="376721"/>
                </a:lnTo>
                <a:lnTo>
                  <a:pt x="52853" y="377056"/>
                </a:lnTo>
                <a:lnTo>
                  <a:pt x="47272" y="377503"/>
                </a:lnTo>
                <a:lnTo>
                  <a:pt x="41691" y="377837"/>
                </a:lnTo>
                <a:lnTo>
                  <a:pt x="36110" y="378061"/>
                </a:lnTo>
                <a:lnTo>
                  <a:pt x="30529" y="378396"/>
                </a:lnTo>
                <a:lnTo>
                  <a:pt x="25059" y="378619"/>
                </a:lnTo>
                <a:lnTo>
                  <a:pt x="19478" y="378954"/>
                </a:lnTo>
                <a:lnTo>
                  <a:pt x="8316" y="379400"/>
                </a:lnTo>
                <a:lnTo>
                  <a:pt x="2735" y="379512"/>
                </a:lnTo>
                <a:lnTo>
                  <a:pt x="0" y="379623"/>
                </a:lnTo>
                <a:lnTo>
                  <a:pt x="1900852" y="379623"/>
                </a:lnTo>
                <a:lnTo>
                  <a:pt x="1900852" y="358634"/>
                </a:lnTo>
                <a:lnTo>
                  <a:pt x="1888797" y="357188"/>
                </a:lnTo>
                <a:close/>
              </a:path>
            </a:pathLst>
          </a:custGeom>
          <a:solidFill xmlns:a="http://schemas.openxmlformats.org/drawingml/2006/main">
            <a:srgbClr val="E3E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3BBED981-F3D8-46E9-B99F-D1EB01F3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3418" y="4623509"/>
            <a:ext cx="2146474" cy="393859"/>
          </a:xfrm>
          <a:custGeom xmlns:a="http://schemas.openxmlformats.org/drawingml/2006/main">
            <a:pathLst>
              <a:path w="2146474" h="393859">
                <a:moveTo>
                  <a:pt x="2136254" y="357306"/>
                </a:moveTo>
                <a:lnTo>
                  <a:pt x="2146474" y="358532"/>
                </a:lnTo>
                <a:lnTo>
                  <a:pt x="2146474" y="393859"/>
                </a:lnTo>
                <a:lnTo>
                  <a:pt x="0" y="393859"/>
                </a:lnTo>
                <a:lnTo>
                  <a:pt x="0" y="382637"/>
                </a:lnTo>
                <a:lnTo>
                  <a:pt x="14686" y="382637"/>
                </a:lnTo>
                <a:lnTo>
                  <a:pt x="31247" y="382526"/>
                </a:lnTo>
                <a:lnTo>
                  <a:pt x="42385" y="382415"/>
                </a:lnTo>
                <a:lnTo>
                  <a:pt x="42528" y="382414"/>
                </a:lnTo>
                <a:lnTo>
                  <a:pt x="53547" y="382414"/>
                </a:lnTo>
                <a:lnTo>
                  <a:pt x="58986" y="382305"/>
                </a:lnTo>
                <a:lnTo>
                  <a:pt x="59271" y="382302"/>
                </a:lnTo>
                <a:lnTo>
                  <a:pt x="75760" y="382302"/>
                </a:lnTo>
                <a:lnTo>
                  <a:pt x="81199" y="382193"/>
                </a:lnTo>
                <a:lnTo>
                  <a:pt x="81483" y="382191"/>
                </a:lnTo>
                <a:lnTo>
                  <a:pt x="92503" y="382191"/>
                </a:lnTo>
                <a:lnTo>
                  <a:pt x="97942" y="382082"/>
                </a:lnTo>
                <a:lnTo>
                  <a:pt x="98227" y="382079"/>
                </a:lnTo>
                <a:lnTo>
                  <a:pt x="103662" y="382079"/>
                </a:lnTo>
                <a:lnTo>
                  <a:pt x="108987" y="381970"/>
                </a:lnTo>
                <a:lnTo>
                  <a:pt x="109277" y="381967"/>
                </a:lnTo>
                <a:lnTo>
                  <a:pt x="120297" y="381967"/>
                </a:lnTo>
                <a:lnTo>
                  <a:pt x="125736" y="381859"/>
                </a:lnTo>
                <a:lnTo>
                  <a:pt x="126020" y="381856"/>
                </a:lnTo>
                <a:lnTo>
                  <a:pt x="131456" y="381856"/>
                </a:lnTo>
                <a:lnTo>
                  <a:pt x="136780" y="381747"/>
                </a:lnTo>
                <a:lnTo>
                  <a:pt x="137071" y="381744"/>
                </a:lnTo>
                <a:lnTo>
                  <a:pt x="142509" y="381744"/>
                </a:lnTo>
                <a:lnTo>
                  <a:pt x="153529" y="381524"/>
                </a:lnTo>
                <a:lnTo>
                  <a:pt x="153814" y="381521"/>
                </a:lnTo>
                <a:lnTo>
                  <a:pt x="159253" y="381521"/>
                </a:lnTo>
                <a:lnTo>
                  <a:pt x="170272" y="381301"/>
                </a:lnTo>
                <a:lnTo>
                  <a:pt x="170557" y="381298"/>
                </a:lnTo>
                <a:lnTo>
                  <a:pt x="175884" y="381298"/>
                </a:lnTo>
                <a:lnTo>
                  <a:pt x="203644" y="380742"/>
                </a:lnTo>
                <a:lnTo>
                  <a:pt x="209117" y="380631"/>
                </a:lnTo>
                <a:lnTo>
                  <a:pt x="225717" y="380299"/>
                </a:lnTo>
                <a:lnTo>
                  <a:pt x="231156" y="380081"/>
                </a:lnTo>
                <a:lnTo>
                  <a:pt x="231441" y="380073"/>
                </a:lnTo>
                <a:lnTo>
                  <a:pt x="236880" y="379964"/>
                </a:lnTo>
                <a:lnTo>
                  <a:pt x="242313" y="379747"/>
                </a:lnTo>
                <a:lnTo>
                  <a:pt x="247776" y="379524"/>
                </a:lnTo>
                <a:lnTo>
                  <a:pt x="248072" y="379515"/>
                </a:lnTo>
                <a:lnTo>
                  <a:pt x="253511" y="379406"/>
                </a:lnTo>
                <a:lnTo>
                  <a:pt x="264389" y="378971"/>
                </a:lnTo>
                <a:lnTo>
                  <a:pt x="269829" y="378644"/>
                </a:lnTo>
                <a:lnTo>
                  <a:pt x="270101" y="378631"/>
                </a:lnTo>
                <a:lnTo>
                  <a:pt x="275434" y="378413"/>
                </a:lnTo>
                <a:lnTo>
                  <a:pt x="280879" y="378086"/>
                </a:lnTo>
                <a:lnTo>
                  <a:pt x="281163" y="378072"/>
                </a:lnTo>
                <a:lnTo>
                  <a:pt x="286602" y="377854"/>
                </a:lnTo>
                <a:lnTo>
                  <a:pt x="291900" y="377537"/>
                </a:lnTo>
                <a:lnTo>
                  <a:pt x="297340" y="377101"/>
                </a:lnTo>
                <a:lnTo>
                  <a:pt x="297622" y="377082"/>
                </a:lnTo>
                <a:lnTo>
                  <a:pt x="303062" y="376755"/>
                </a:lnTo>
                <a:lnTo>
                  <a:pt x="308490" y="376321"/>
                </a:lnTo>
                <a:lnTo>
                  <a:pt x="313948" y="375875"/>
                </a:lnTo>
                <a:lnTo>
                  <a:pt x="313971" y="375874"/>
                </a:lnTo>
                <a:lnTo>
                  <a:pt x="324992" y="374992"/>
                </a:lnTo>
                <a:lnTo>
                  <a:pt x="330293" y="374462"/>
                </a:lnTo>
                <a:lnTo>
                  <a:pt x="335734" y="373809"/>
                </a:lnTo>
                <a:lnTo>
                  <a:pt x="336014" y="373778"/>
                </a:lnTo>
                <a:lnTo>
                  <a:pt x="341455" y="373234"/>
                </a:lnTo>
                <a:lnTo>
                  <a:pt x="346738" y="372600"/>
                </a:lnTo>
                <a:lnTo>
                  <a:pt x="352049" y="371841"/>
                </a:lnTo>
                <a:lnTo>
                  <a:pt x="352088" y="371836"/>
                </a:lnTo>
                <a:lnTo>
                  <a:pt x="363113" y="370292"/>
                </a:lnTo>
                <a:lnTo>
                  <a:pt x="368420" y="369443"/>
                </a:lnTo>
                <a:lnTo>
                  <a:pt x="379283" y="367488"/>
                </a:lnTo>
                <a:lnTo>
                  <a:pt x="384484" y="366426"/>
                </a:lnTo>
                <a:lnTo>
                  <a:pt x="395408" y="364023"/>
                </a:lnTo>
                <a:lnTo>
                  <a:pt x="400727" y="362746"/>
                </a:lnTo>
                <a:lnTo>
                  <a:pt x="406050" y="361362"/>
                </a:lnTo>
                <a:lnTo>
                  <a:pt x="411377" y="359871"/>
                </a:lnTo>
                <a:lnTo>
                  <a:pt x="416794" y="358246"/>
                </a:lnTo>
                <a:lnTo>
                  <a:pt x="422017" y="356647"/>
                </a:lnTo>
                <a:lnTo>
                  <a:pt x="432734" y="353003"/>
                </a:lnTo>
                <a:lnTo>
                  <a:pt x="437963" y="351016"/>
                </a:lnTo>
                <a:lnTo>
                  <a:pt x="443383" y="348848"/>
                </a:lnTo>
                <a:lnTo>
                  <a:pt x="448519" y="346752"/>
                </a:lnTo>
                <a:lnTo>
                  <a:pt x="459189" y="341844"/>
                </a:lnTo>
                <a:lnTo>
                  <a:pt x="469846" y="336515"/>
                </a:lnTo>
                <a:lnTo>
                  <a:pt x="480384" y="330614"/>
                </a:lnTo>
                <a:lnTo>
                  <a:pt x="485531" y="327358"/>
                </a:lnTo>
                <a:lnTo>
                  <a:pt x="485641" y="327289"/>
                </a:lnTo>
                <a:lnTo>
                  <a:pt x="491050" y="323935"/>
                </a:lnTo>
                <a:lnTo>
                  <a:pt x="496300" y="320470"/>
                </a:lnTo>
                <a:lnTo>
                  <a:pt x="501644" y="316729"/>
                </a:lnTo>
                <a:lnTo>
                  <a:pt x="506999" y="312874"/>
                </a:lnTo>
                <a:lnTo>
                  <a:pt x="512362" y="308798"/>
                </a:lnTo>
                <a:lnTo>
                  <a:pt x="517680" y="304650"/>
                </a:lnTo>
                <a:lnTo>
                  <a:pt x="522888" y="300292"/>
                </a:lnTo>
                <a:lnTo>
                  <a:pt x="528335" y="295608"/>
                </a:lnTo>
                <a:lnTo>
                  <a:pt x="533737" y="290854"/>
                </a:lnTo>
                <a:lnTo>
                  <a:pt x="539146" y="285877"/>
                </a:lnTo>
                <a:lnTo>
                  <a:pt x="544564" y="280785"/>
                </a:lnTo>
                <a:lnTo>
                  <a:pt x="549937" y="275519"/>
                </a:lnTo>
                <a:lnTo>
                  <a:pt x="555320" y="270029"/>
                </a:lnTo>
                <a:lnTo>
                  <a:pt x="560698" y="264321"/>
                </a:lnTo>
                <a:lnTo>
                  <a:pt x="566189" y="258500"/>
                </a:lnTo>
                <a:lnTo>
                  <a:pt x="571597" y="252552"/>
                </a:lnTo>
                <a:lnTo>
                  <a:pt x="582549" y="240067"/>
                </a:lnTo>
                <a:lnTo>
                  <a:pt x="587896" y="233629"/>
                </a:lnTo>
                <a:lnTo>
                  <a:pt x="587911" y="233611"/>
                </a:lnTo>
                <a:lnTo>
                  <a:pt x="593419" y="227001"/>
                </a:lnTo>
                <a:lnTo>
                  <a:pt x="604474" y="213293"/>
                </a:lnTo>
                <a:lnTo>
                  <a:pt x="609987" y="206347"/>
                </a:lnTo>
                <a:lnTo>
                  <a:pt x="615459" y="199343"/>
                </a:lnTo>
                <a:lnTo>
                  <a:pt x="620854" y="192185"/>
                </a:lnTo>
                <a:lnTo>
                  <a:pt x="620875" y="192158"/>
                </a:lnTo>
                <a:lnTo>
                  <a:pt x="637587" y="170098"/>
                </a:lnTo>
                <a:lnTo>
                  <a:pt x="654289" y="147718"/>
                </a:lnTo>
                <a:lnTo>
                  <a:pt x="659748" y="140365"/>
                </a:lnTo>
                <a:lnTo>
                  <a:pt x="659830" y="140254"/>
                </a:lnTo>
                <a:lnTo>
                  <a:pt x="670993" y="125520"/>
                </a:lnTo>
                <a:lnTo>
                  <a:pt x="671056" y="125437"/>
                </a:lnTo>
                <a:lnTo>
                  <a:pt x="682218" y="110926"/>
                </a:lnTo>
                <a:lnTo>
                  <a:pt x="682351" y="110756"/>
                </a:lnTo>
                <a:lnTo>
                  <a:pt x="693513" y="96692"/>
                </a:lnTo>
                <a:lnTo>
                  <a:pt x="693565" y="96627"/>
                </a:lnTo>
                <a:lnTo>
                  <a:pt x="699035" y="89818"/>
                </a:lnTo>
                <a:lnTo>
                  <a:pt x="699273" y="89529"/>
                </a:lnTo>
                <a:lnTo>
                  <a:pt x="710435" y="76358"/>
                </a:lnTo>
                <a:lnTo>
                  <a:pt x="710676" y="76080"/>
                </a:lnTo>
                <a:lnTo>
                  <a:pt x="716258" y="69830"/>
                </a:lnTo>
                <a:lnTo>
                  <a:pt x="716431" y="69639"/>
                </a:lnTo>
                <a:lnTo>
                  <a:pt x="722012" y="63611"/>
                </a:lnTo>
                <a:lnTo>
                  <a:pt x="722103" y="63514"/>
                </a:lnTo>
                <a:lnTo>
                  <a:pt x="727684" y="57598"/>
                </a:lnTo>
                <a:lnTo>
                  <a:pt x="727972" y="57301"/>
                </a:lnTo>
                <a:lnTo>
                  <a:pt x="733554" y="51720"/>
                </a:lnTo>
                <a:lnTo>
                  <a:pt x="733658" y="51617"/>
                </a:lnTo>
                <a:lnTo>
                  <a:pt x="739127" y="46259"/>
                </a:lnTo>
                <a:lnTo>
                  <a:pt x="739451" y="45952"/>
                </a:lnTo>
                <a:lnTo>
                  <a:pt x="745032" y="40817"/>
                </a:lnTo>
                <a:lnTo>
                  <a:pt x="745388" y="40501"/>
                </a:lnTo>
                <a:lnTo>
                  <a:pt x="750969" y="35701"/>
                </a:lnTo>
                <a:lnTo>
                  <a:pt x="751358" y="35378"/>
                </a:lnTo>
                <a:lnTo>
                  <a:pt x="756939" y="30913"/>
                </a:lnTo>
                <a:lnTo>
                  <a:pt x="757218" y="30695"/>
                </a:lnTo>
                <a:lnTo>
                  <a:pt x="762800" y="26454"/>
                </a:lnTo>
                <a:lnTo>
                  <a:pt x="763139" y="26204"/>
                </a:lnTo>
                <a:lnTo>
                  <a:pt x="768608" y="22297"/>
                </a:lnTo>
                <a:lnTo>
                  <a:pt x="769209" y="21891"/>
                </a:lnTo>
                <a:lnTo>
                  <a:pt x="774790" y="18319"/>
                </a:lnTo>
                <a:lnTo>
                  <a:pt x="775508" y="17888"/>
                </a:lnTo>
                <a:lnTo>
                  <a:pt x="781089" y="14763"/>
                </a:lnTo>
                <a:lnTo>
                  <a:pt x="781477" y="14554"/>
                </a:lnTo>
                <a:lnTo>
                  <a:pt x="787058" y="11651"/>
                </a:lnTo>
                <a:lnTo>
                  <a:pt x="787677" y="11349"/>
                </a:lnTo>
                <a:lnTo>
                  <a:pt x="793258" y="8781"/>
                </a:lnTo>
                <a:lnTo>
                  <a:pt x="794150" y="8407"/>
                </a:lnTo>
                <a:lnTo>
                  <a:pt x="799731" y="6286"/>
                </a:lnTo>
                <a:lnTo>
                  <a:pt x="800369" y="6061"/>
                </a:lnTo>
                <a:lnTo>
                  <a:pt x="805839" y="4275"/>
                </a:lnTo>
                <a:lnTo>
                  <a:pt x="806675" y="4030"/>
                </a:lnTo>
                <a:lnTo>
                  <a:pt x="812256" y="2579"/>
                </a:lnTo>
                <a:lnTo>
                  <a:pt x="813047" y="2397"/>
                </a:lnTo>
                <a:lnTo>
                  <a:pt x="818628" y="1281"/>
                </a:lnTo>
                <a:lnTo>
                  <a:pt x="819723" y="1106"/>
                </a:lnTo>
                <a:lnTo>
                  <a:pt x="825305" y="436"/>
                </a:lnTo>
                <a:lnTo>
                  <a:pt x="826148" y="360"/>
                </a:lnTo>
                <a:lnTo>
                  <a:pt x="831729" y="26"/>
                </a:lnTo>
                <a:lnTo>
                  <a:pt x="832582" y="0"/>
                </a:lnTo>
                <a:lnTo>
                  <a:pt x="838163" y="0"/>
                </a:lnTo>
                <a:lnTo>
                  <a:pt x="839015" y="26"/>
                </a:lnTo>
                <a:lnTo>
                  <a:pt x="844596" y="360"/>
                </a:lnTo>
                <a:lnTo>
                  <a:pt x="845474" y="440"/>
                </a:lnTo>
                <a:lnTo>
                  <a:pt x="850944" y="1110"/>
                </a:lnTo>
                <a:lnTo>
                  <a:pt x="852005" y="1281"/>
                </a:lnTo>
                <a:lnTo>
                  <a:pt x="857586" y="2397"/>
                </a:lnTo>
                <a:lnTo>
                  <a:pt x="858377" y="2579"/>
                </a:lnTo>
                <a:lnTo>
                  <a:pt x="863958" y="4030"/>
                </a:lnTo>
                <a:lnTo>
                  <a:pt x="864466" y="4172"/>
                </a:lnTo>
                <a:lnTo>
                  <a:pt x="870047" y="5847"/>
                </a:lnTo>
                <a:lnTo>
                  <a:pt x="870778" y="6088"/>
                </a:lnTo>
                <a:lnTo>
                  <a:pt x="876359" y="8097"/>
                </a:lnTo>
                <a:lnTo>
                  <a:pt x="877050" y="8366"/>
                </a:lnTo>
                <a:lnTo>
                  <a:pt x="882631" y="10710"/>
                </a:lnTo>
                <a:lnTo>
                  <a:pt x="883279" y="11001"/>
                </a:lnTo>
                <a:lnTo>
                  <a:pt x="888860" y="13680"/>
                </a:lnTo>
                <a:lnTo>
                  <a:pt x="889372" y="13939"/>
                </a:lnTo>
                <a:lnTo>
                  <a:pt x="894842" y="16841"/>
                </a:lnTo>
                <a:lnTo>
                  <a:pt x="895311" y="17102"/>
                </a:lnTo>
                <a:lnTo>
                  <a:pt x="900892" y="20339"/>
                </a:lnTo>
                <a:lnTo>
                  <a:pt x="901251" y="20554"/>
                </a:lnTo>
                <a:lnTo>
                  <a:pt x="906833" y="24014"/>
                </a:lnTo>
                <a:lnTo>
                  <a:pt x="907173" y="24232"/>
                </a:lnTo>
                <a:lnTo>
                  <a:pt x="912754" y="27916"/>
                </a:lnTo>
                <a:lnTo>
                  <a:pt x="913076" y="28135"/>
                </a:lnTo>
                <a:lnTo>
                  <a:pt x="918657" y="32041"/>
                </a:lnTo>
                <a:lnTo>
                  <a:pt x="919072" y="32343"/>
                </a:lnTo>
                <a:lnTo>
                  <a:pt x="924541" y="36473"/>
                </a:lnTo>
                <a:lnTo>
                  <a:pt x="924718" y="36609"/>
                </a:lnTo>
                <a:lnTo>
                  <a:pt x="930299" y="40962"/>
                </a:lnTo>
                <a:lnTo>
                  <a:pt x="930437" y="41071"/>
                </a:lnTo>
                <a:lnTo>
                  <a:pt x="936018" y="45536"/>
                </a:lnTo>
                <a:lnTo>
                  <a:pt x="936281" y="45751"/>
                </a:lnTo>
                <a:lnTo>
                  <a:pt x="941862" y="50439"/>
                </a:lnTo>
                <a:lnTo>
                  <a:pt x="941988" y="50547"/>
                </a:lnTo>
                <a:lnTo>
                  <a:pt x="947569" y="55346"/>
                </a:lnTo>
                <a:lnTo>
                  <a:pt x="947691" y="55453"/>
                </a:lnTo>
                <a:lnTo>
                  <a:pt x="953273" y="60364"/>
                </a:lnTo>
                <a:lnTo>
                  <a:pt x="953391" y="60470"/>
                </a:lnTo>
                <a:lnTo>
                  <a:pt x="958972" y="65493"/>
                </a:lnTo>
                <a:lnTo>
                  <a:pt x="959193" y="65695"/>
                </a:lnTo>
                <a:lnTo>
                  <a:pt x="964669" y="70836"/>
                </a:lnTo>
                <a:lnTo>
                  <a:pt x="981412" y="86574"/>
                </a:lnTo>
                <a:lnTo>
                  <a:pt x="981520" y="86677"/>
                </a:lnTo>
                <a:lnTo>
                  <a:pt x="992628" y="97341"/>
                </a:lnTo>
                <a:lnTo>
                  <a:pt x="998155" y="102536"/>
                </a:lnTo>
                <a:lnTo>
                  <a:pt x="998367" y="102739"/>
                </a:lnTo>
                <a:lnTo>
                  <a:pt x="1003731" y="107995"/>
                </a:lnTo>
                <a:lnTo>
                  <a:pt x="1009150" y="113088"/>
                </a:lnTo>
                <a:lnTo>
                  <a:pt x="1014675" y="118171"/>
                </a:lnTo>
                <a:lnTo>
                  <a:pt x="1014787" y="118275"/>
                </a:lnTo>
                <a:lnTo>
                  <a:pt x="1020255" y="123415"/>
                </a:lnTo>
                <a:lnTo>
                  <a:pt x="1031297" y="133353"/>
                </a:lnTo>
                <a:lnTo>
                  <a:pt x="1036647" y="138157"/>
                </a:lnTo>
                <a:lnTo>
                  <a:pt x="1042050" y="142803"/>
                </a:lnTo>
                <a:lnTo>
                  <a:pt x="1047503" y="147384"/>
                </a:lnTo>
                <a:lnTo>
                  <a:pt x="1052952" y="151852"/>
                </a:lnTo>
                <a:lnTo>
                  <a:pt x="1058328" y="156153"/>
                </a:lnTo>
                <a:lnTo>
                  <a:pt x="1069257" y="164459"/>
                </a:lnTo>
                <a:lnTo>
                  <a:pt x="1074424" y="168255"/>
                </a:lnTo>
                <a:lnTo>
                  <a:pt x="1085208" y="175588"/>
                </a:lnTo>
                <a:lnTo>
                  <a:pt x="1090536" y="178998"/>
                </a:lnTo>
                <a:lnTo>
                  <a:pt x="1095906" y="182328"/>
                </a:lnTo>
                <a:lnTo>
                  <a:pt x="1101102" y="185403"/>
                </a:lnTo>
                <a:lnTo>
                  <a:pt x="1106343" y="188338"/>
                </a:lnTo>
                <a:lnTo>
                  <a:pt x="1111628" y="191086"/>
                </a:lnTo>
                <a:lnTo>
                  <a:pt x="1117005" y="193775"/>
                </a:lnTo>
                <a:lnTo>
                  <a:pt x="1122271" y="196302"/>
                </a:lnTo>
                <a:lnTo>
                  <a:pt x="1127527" y="198615"/>
                </a:lnTo>
                <a:lnTo>
                  <a:pt x="1132931" y="200885"/>
                </a:lnTo>
                <a:lnTo>
                  <a:pt x="1138057" y="202977"/>
                </a:lnTo>
                <a:lnTo>
                  <a:pt x="1148698" y="206808"/>
                </a:lnTo>
                <a:lnTo>
                  <a:pt x="1153787" y="208436"/>
                </a:lnTo>
                <a:lnTo>
                  <a:pt x="1164570" y="211455"/>
                </a:lnTo>
                <a:lnTo>
                  <a:pt x="1169792" y="212813"/>
                </a:lnTo>
                <a:lnTo>
                  <a:pt x="1174998" y="213982"/>
                </a:lnTo>
                <a:lnTo>
                  <a:pt x="1180282" y="215144"/>
                </a:lnTo>
                <a:lnTo>
                  <a:pt x="1191039" y="217080"/>
                </a:lnTo>
                <a:lnTo>
                  <a:pt x="1196346" y="217930"/>
                </a:lnTo>
                <a:lnTo>
                  <a:pt x="1201650" y="218672"/>
                </a:lnTo>
                <a:lnTo>
                  <a:pt x="1206967" y="219310"/>
                </a:lnTo>
                <a:lnTo>
                  <a:pt x="1212296" y="219854"/>
                </a:lnTo>
                <a:lnTo>
                  <a:pt x="1217723" y="220397"/>
                </a:lnTo>
                <a:lnTo>
                  <a:pt x="1228603" y="221267"/>
                </a:lnTo>
                <a:lnTo>
                  <a:pt x="1234042" y="221593"/>
                </a:lnTo>
                <a:lnTo>
                  <a:pt x="1234060" y="221594"/>
                </a:lnTo>
                <a:lnTo>
                  <a:pt x="1239379" y="221920"/>
                </a:lnTo>
                <a:lnTo>
                  <a:pt x="1244667" y="222132"/>
                </a:lnTo>
                <a:lnTo>
                  <a:pt x="1250106" y="222240"/>
                </a:lnTo>
                <a:lnTo>
                  <a:pt x="1250390" y="222249"/>
                </a:lnTo>
                <a:lnTo>
                  <a:pt x="1255829" y="222467"/>
                </a:lnTo>
                <a:lnTo>
                  <a:pt x="1266707" y="222684"/>
                </a:lnTo>
                <a:lnTo>
                  <a:pt x="1305375" y="222684"/>
                </a:lnTo>
                <a:lnTo>
                  <a:pt x="1310699" y="222575"/>
                </a:lnTo>
                <a:lnTo>
                  <a:pt x="1310990" y="222572"/>
                </a:lnTo>
                <a:lnTo>
                  <a:pt x="1322010" y="222572"/>
                </a:lnTo>
                <a:lnTo>
                  <a:pt x="1327448" y="222464"/>
                </a:lnTo>
                <a:lnTo>
                  <a:pt x="1327733" y="222461"/>
                </a:lnTo>
                <a:lnTo>
                  <a:pt x="1366689" y="222461"/>
                </a:lnTo>
                <a:lnTo>
                  <a:pt x="1366973" y="222464"/>
                </a:lnTo>
                <a:lnTo>
                  <a:pt x="1383722" y="222799"/>
                </a:lnTo>
                <a:lnTo>
                  <a:pt x="1389189" y="222910"/>
                </a:lnTo>
                <a:lnTo>
                  <a:pt x="1400348" y="223133"/>
                </a:lnTo>
                <a:lnTo>
                  <a:pt x="1400632" y="223142"/>
                </a:lnTo>
                <a:lnTo>
                  <a:pt x="1411806" y="223589"/>
                </a:lnTo>
                <a:lnTo>
                  <a:pt x="1417275" y="223812"/>
                </a:lnTo>
                <a:lnTo>
                  <a:pt x="1417548" y="223826"/>
                </a:lnTo>
                <a:lnTo>
                  <a:pt x="1422987" y="224152"/>
                </a:lnTo>
                <a:lnTo>
                  <a:pt x="1428426" y="224370"/>
                </a:lnTo>
                <a:lnTo>
                  <a:pt x="1428710" y="224384"/>
                </a:lnTo>
                <a:lnTo>
                  <a:pt x="1439872" y="225054"/>
                </a:lnTo>
                <a:lnTo>
                  <a:pt x="1440154" y="225073"/>
                </a:lnTo>
                <a:lnTo>
                  <a:pt x="1445603" y="225509"/>
                </a:lnTo>
                <a:lnTo>
                  <a:pt x="1450940" y="225836"/>
                </a:lnTo>
                <a:lnTo>
                  <a:pt x="1451205" y="225855"/>
                </a:lnTo>
                <a:lnTo>
                  <a:pt x="1462367" y="226748"/>
                </a:lnTo>
                <a:lnTo>
                  <a:pt x="1462648" y="226773"/>
                </a:lnTo>
                <a:lnTo>
                  <a:pt x="1468089" y="227317"/>
                </a:lnTo>
                <a:lnTo>
                  <a:pt x="1473529" y="227752"/>
                </a:lnTo>
                <a:lnTo>
                  <a:pt x="1473810" y="227778"/>
                </a:lnTo>
                <a:lnTo>
                  <a:pt x="1484972" y="228894"/>
                </a:lnTo>
                <a:lnTo>
                  <a:pt x="1485001" y="228897"/>
                </a:lnTo>
                <a:lnTo>
                  <a:pt x="1490470" y="229455"/>
                </a:lnTo>
                <a:lnTo>
                  <a:pt x="1490722" y="229483"/>
                </a:lnTo>
                <a:lnTo>
                  <a:pt x="1513046" y="232162"/>
                </a:lnTo>
                <a:lnTo>
                  <a:pt x="1513323" y="232198"/>
                </a:lnTo>
                <a:lnTo>
                  <a:pt x="1518766" y="232960"/>
                </a:lnTo>
                <a:lnTo>
                  <a:pt x="1524208" y="233613"/>
                </a:lnTo>
                <a:lnTo>
                  <a:pt x="1524525" y="233654"/>
                </a:lnTo>
                <a:lnTo>
                  <a:pt x="1529975" y="234433"/>
                </a:lnTo>
                <a:lnTo>
                  <a:pt x="1535536" y="235212"/>
                </a:lnTo>
                <a:lnTo>
                  <a:pt x="1535811" y="235253"/>
                </a:lnTo>
                <a:lnTo>
                  <a:pt x="1541255" y="236124"/>
                </a:lnTo>
                <a:lnTo>
                  <a:pt x="1546698" y="236886"/>
                </a:lnTo>
                <a:lnTo>
                  <a:pt x="1546973" y="236927"/>
                </a:lnTo>
                <a:lnTo>
                  <a:pt x="1552555" y="237820"/>
                </a:lnTo>
                <a:lnTo>
                  <a:pt x="1552599" y="237827"/>
                </a:lnTo>
                <a:lnTo>
                  <a:pt x="1558046" y="238717"/>
                </a:lnTo>
                <a:lnTo>
                  <a:pt x="1563605" y="239606"/>
                </a:lnTo>
                <a:lnTo>
                  <a:pt x="1563878" y="239652"/>
                </a:lnTo>
                <a:lnTo>
                  <a:pt x="1569323" y="240632"/>
                </a:lnTo>
                <a:lnTo>
                  <a:pt x="1574767" y="241504"/>
                </a:lnTo>
                <a:lnTo>
                  <a:pt x="1575040" y="241550"/>
                </a:lnTo>
                <a:lnTo>
                  <a:pt x="1591783" y="244564"/>
                </a:lnTo>
                <a:lnTo>
                  <a:pt x="1592108" y="244626"/>
                </a:lnTo>
                <a:lnTo>
                  <a:pt x="1597415" y="245709"/>
                </a:lnTo>
                <a:lnTo>
                  <a:pt x="1602834" y="246685"/>
                </a:lnTo>
                <a:lnTo>
                  <a:pt x="1603103" y="246736"/>
                </a:lnTo>
                <a:lnTo>
                  <a:pt x="1631009" y="252317"/>
                </a:lnTo>
                <a:lnTo>
                  <a:pt x="1631335" y="252386"/>
                </a:lnTo>
                <a:lnTo>
                  <a:pt x="1636642" y="253577"/>
                </a:lnTo>
                <a:lnTo>
                  <a:pt x="1642059" y="254661"/>
                </a:lnTo>
                <a:lnTo>
                  <a:pt x="1642326" y="254717"/>
                </a:lnTo>
                <a:lnTo>
                  <a:pt x="1664650" y="259628"/>
                </a:lnTo>
                <a:lnTo>
                  <a:pt x="1664710" y="259641"/>
                </a:lnTo>
                <a:lnTo>
                  <a:pt x="1670150" y="260863"/>
                </a:lnTo>
                <a:lnTo>
                  <a:pt x="1675701" y="262084"/>
                </a:lnTo>
                <a:lnTo>
                  <a:pt x="1675964" y="262145"/>
                </a:lnTo>
                <a:lnTo>
                  <a:pt x="1681414" y="263452"/>
                </a:lnTo>
                <a:lnTo>
                  <a:pt x="1686863" y="264651"/>
                </a:lnTo>
                <a:lnTo>
                  <a:pt x="1687126" y="264712"/>
                </a:lnTo>
                <a:lnTo>
                  <a:pt x="1692576" y="266020"/>
                </a:lnTo>
                <a:lnTo>
                  <a:pt x="1698025" y="267219"/>
                </a:lnTo>
                <a:lnTo>
                  <a:pt x="1698289" y="267279"/>
                </a:lnTo>
                <a:lnTo>
                  <a:pt x="1703870" y="268619"/>
                </a:lnTo>
                <a:lnTo>
                  <a:pt x="1703934" y="268634"/>
                </a:lnTo>
                <a:lnTo>
                  <a:pt x="1709240" y="269934"/>
                </a:lnTo>
                <a:lnTo>
                  <a:pt x="1714657" y="271125"/>
                </a:lnTo>
                <a:lnTo>
                  <a:pt x="1714920" y="271186"/>
                </a:lnTo>
                <a:lnTo>
                  <a:pt x="1731663" y="275204"/>
                </a:lnTo>
                <a:lnTo>
                  <a:pt x="1731727" y="275220"/>
                </a:lnTo>
                <a:lnTo>
                  <a:pt x="1737165" y="276551"/>
                </a:lnTo>
                <a:lnTo>
                  <a:pt x="1748295" y="279223"/>
                </a:lnTo>
                <a:lnTo>
                  <a:pt x="1748555" y="279288"/>
                </a:lnTo>
                <a:lnTo>
                  <a:pt x="1754006" y="280705"/>
                </a:lnTo>
                <a:lnTo>
                  <a:pt x="1770619" y="284692"/>
                </a:lnTo>
                <a:lnTo>
                  <a:pt x="1770651" y="284700"/>
                </a:lnTo>
                <a:lnTo>
                  <a:pt x="1781701" y="287379"/>
                </a:lnTo>
                <a:lnTo>
                  <a:pt x="1781929" y="287436"/>
                </a:lnTo>
                <a:lnTo>
                  <a:pt x="1787381" y="288853"/>
                </a:lnTo>
                <a:lnTo>
                  <a:pt x="1809575" y="294180"/>
                </a:lnTo>
                <a:lnTo>
                  <a:pt x="1809639" y="294195"/>
                </a:lnTo>
                <a:lnTo>
                  <a:pt x="1815076" y="295527"/>
                </a:lnTo>
                <a:lnTo>
                  <a:pt x="1826206" y="298198"/>
                </a:lnTo>
                <a:lnTo>
                  <a:pt x="1826466" y="298263"/>
                </a:lnTo>
                <a:lnTo>
                  <a:pt x="1831787" y="299646"/>
                </a:lnTo>
                <a:lnTo>
                  <a:pt x="1837105" y="300816"/>
                </a:lnTo>
                <a:lnTo>
                  <a:pt x="1837368" y="300877"/>
                </a:lnTo>
                <a:lnTo>
                  <a:pt x="1842949" y="302217"/>
                </a:lnTo>
                <a:lnTo>
                  <a:pt x="1843013" y="302232"/>
                </a:lnTo>
                <a:lnTo>
                  <a:pt x="1848451" y="303564"/>
                </a:lnTo>
                <a:lnTo>
                  <a:pt x="1859450" y="306203"/>
                </a:lnTo>
                <a:lnTo>
                  <a:pt x="1864899" y="307402"/>
                </a:lnTo>
                <a:lnTo>
                  <a:pt x="1865162" y="307463"/>
                </a:lnTo>
                <a:lnTo>
                  <a:pt x="1876222" y="310117"/>
                </a:lnTo>
                <a:lnTo>
                  <a:pt x="1881590" y="311322"/>
                </a:lnTo>
                <a:lnTo>
                  <a:pt x="1881794" y="311369"/>
                </a:lnTo>
                <a:lnTo>
                  <a:pt x="1887243" y="312677"/>
                </a:lnTo>
                <a:lnTo>
                  <a:pt x="1909435" y="317560"/>
                </a:lnTo>
                <a:lnTo>
                  <a:pt x="1909495" y="317573"/>
                </a:lnTo>
                <a:lnTo>
                  <a:pt x="1914935" y="318794"/>
                </a:lnTo>
                <a:lnTo>
                  <a:pt x="1931515" y="322442"/>
                </a:lnTo>
                <a:lnTo>
                  <a:pt x="1936962" y="323531"/>
                </a:lnTo>
                <a:lnTo>
                  <a:pt x="1937229" y="323587"/>
                </a:lnTo>
                <a:lnTo>
                  <a:pt x="1942677" y="324786"/>
                </a:lnTo>
                <a:lnTo>
                  <a:pt x="1948124" y="325875"/>
                </a:lnTo>
                <a:lnTo>
                  <a:pt x="1948179" y="325886"/>
                </a:lnTo>
                <a:lnTo>
                  <a:pt x="1953648" y="327002"/>
                </a:lnTo>
                <a:lnTo>
                  <a:pt x="1953861" y="327047"/>
                </a:lnTo>
                <a:lnTo>
                  <a:pt x="1959308" y="328246"/>
                </a:lnTo>
                <a:lnTo>
                  <a:pt x="1970202" y="330425"/>
                </a:lnTo>
                <a:lnTo>
                  <a:pt x="1975648" y="331405"/>
                </a:lnTo>
                <a:lnTo>
                  <a:pt x="1975918" y="331456"/>
                </a:lnTo>
                <a:lnTo>
                  <a:pt x="1986970" y="333667"/>
                </a:lnTo>
                <a:lnTo>
                  <a:pt x="1992329" y="334651"/>
                </a:lnTo>
                <a:lnTo>
                  <a:pt x="1992549" y="334693"/>
                </a:lnTo>
                <a:lnTo>
                  <a:pt x="1997996" y="335782"/>
                </a:lnTo>
                <a:lnTo>
                  <a:pt x="2025652" y="340761"/>
                </a:lnTo>
                <a:lnTo>
                  <a:pt x="2031007" y="341635"/>
                </a:lnTo>
                <a:lnTo>
                  <a:pt x="2031235" y="341674"/>
                </a:lnTo>
                <a:lnTo>
                  <a:pt x="2036680" y="342654"/>
                </a:lnTo>
                <a:lnTo>
                  <a:pt x="2042125" y="343525"/>
                </a:lnTo>
                <a:lnTo>
                  <a:pt x="2042397" y="343572"/>
                </a:lnTo>
                <a:lnTo>
                  <a:pt x="2047842" y="344552"/>
                </a:lnTo>
                <a:lnTo>
                  <a:pt x="2053287" y="345423"/>
                </a:lnTo>
                <a:lnTo>
                  <a:pt x="2053331" y="345430"/>
                </a:lnTo>
                <a:lnTo>
                  <a:pt x="2058778" y="346319"/>
                </a:lnTo>
                <a:lnTo>
                  <a:pt x="2064200" y="347187"/>
                </a:lnTo>
                <a:lnTo>
                  <a:pt x="2069643" y="347949"/>
                </a:lnTo>
                <a:lnTo>
                  <a:pt x="2069918" y="347990"/>
                </a:lnTo>
                <a:lnTo>
                  <a:pt x="2075362" y="348861"/>
                </a:lnTo>
                <a:lnTo>
                  <a:pt x="2080805" y="349623"/>
                </a:lnTo>
                <a:lnTo>
                  <a:pt x="2081080" y="349664"/>
                </a:lnTo>
                <a:lnTo>
                  <a:pt x="2086544" y="350539"/>
                </a:lnTo>
                <a:lnTo>
                  <a:pt x="2091875" y="351300"/>
                </a:lnTo>
                <a:lnTo>
                  <a:pt x="2119622" y="355185"/>
                </a:lnTo>
                <a:lnTo>
                  <a:pt x="2125064" y="355838"/>
                </a:lnTo>
                <a:lnTo>
                  <a:pt x="2125098" y="355842"/>
                </a:lnTo>
                <a:lnTo>
                  <a:pt x="2130568" y="356512"/>
                </a:lnTo>
                <a:lnTo>
                  <a:pt x="2130811" y="356544"/>
                </a:lnTo>
                <a:lnTo>
                  <a:pt x="2136254" y="357306"/>
                </a:lnTo>
                <a:close/>
                <a:moveTo>
                  <a:pt x="433038" y="382972"/>
                </a:moveTo>
                <a:lnTo>
                  <a:pt x="2112750" y="382972"/>
                </a:lnTo>
                <a:lnTo>
                  <a:pt x="2087908" y="379494"/>
                </a:lnTo>
                <a:lnTo>
                  <a:pt x="2087869" y="379488"/>
                </a:lnTo>
                <a:lnTo>
                  <a:pt x="2082399" y="378707"/>
                </a:lnTo>
                <a:lnTo>
                  <a:pt x="2082163" y="378671"/>
                </a:lnTo>
                <a:lnTo>
                  <a:pt x="2076720" y="377800"/>
                </a:lnTo>
                <a:lnTo>
                  <a:pt x="2071276" y="377038"/>
                </a:lnTo>
                <a:lnTo>
                  <a:pt x="2071001" y="376997"/>
                </a:lnTo>
                <a:lnTo>
                  <a:pt x="2065558" y="376126"/>
                </a:lnTo>
                <a:lnTo>
                  <a:pt x="2060114" y="375364"/>
                </a:lnTo>
                <a:lnTo>
                  <a:pt x="2059839" y="375323"/>
                </a:lnTo>
                <a:lnTo>
                  <a:pt x="2054258" y="374430"/>
                </a:lnTo>
                <a:lnTo>
                  <a:pt x="2054213" y="374423"/>
                </a:lnTo>
                <a:lnTo>
                  <a:pt x="2048766" y="373533"/>
                </a:lnTo>
                <a:lnTo>
                  <a:pt x="2043207" y="372644"/>
                </a:lnTo>
                <a:lnTo>
                  <a:pt x="2042935" y="372597"/>
                </a:lnTo>
                <a:lnTo>
                  <a:pt x="2037490" y="371617"/>
                </a:lnTo>
                <a:lnTo>
                  <a:pt x="2032045" y="370746"/>
                </a:lnTo>
                <a:lnTo>
                  <a:pt x="2031772" y="370700"/>
                </a:lnTo>
                <a:lnTo>
                  <a:pt x="2026305" y="369716"/>
                </a:lnTo>
                <a:lnTo>
                  <a:pt x="2020950" y="368841"/>
                </a:lnTo>
                <a:lnTo>
                  <a:pt x="2020722" y="368802"/>
                </a:lnTo>
                <a:lnTo>
                  <a:pt x="1992817" y="363779"/>
                </a:lnTo>
                <a:lnTo>
                  <a:pt x="1992547" y="363728"/>
                </a:lnTo>
                <a:lnTo>
                  <a:pt x="1987076" y="362634"/>
                </a:lnTo>
                <a:lnTo>
                  <a:pt x="1981716" y="361650"/>
                </a:lnTo>
                <a:lnTo>
                  <a:pt x="1981496" y="361607"/>
                </a:lnTo>
                <a:lnTo>
                  <a:pt x="1970469" y="359402"/>
                </a:lnTo>
                <a:lnTo>
                  <a:pt x="1965023" y="358422"/>
                </a:lnTo>
                <a:lnTo>
                  <a:pt x="1964753" y="358370"/>
                </a:lnTo>
                <a:lnTo>
                  <a:pt x="1953591" y="356138"/>
                </a:lnTo>
                <a:lnTo>
                  <a:pt x="1953324" y="356082"/>
                </a:lnTo>
                <a:lnTo>
                  <a:pt x="1947849" y="354877"/>
                </a:lnTo>
                <a:lnTo>
                  <a:pt x="1942513" y="353788"/>
                </a:lnTo>
                <a:lnTo>
                  <a:pt x="1936960" y="352678"/>
                </a:lnTo>
                <a:lnTo>
                  <a:pt x="1936693" y="352622"/>
                </a:lnTo>
                <a:lnTo>
                  <a:pt x="1931245" y="351423"/>
                </a:lnTo>
                <a:lnTo>
                  <a:pt x="1925797" y="350334"/>
                </a:lnTo>
                <a:lnTo>
                  <a:pt x="1925531" y="350278"/>
                </a:lnTo>
                <a:lnTo>
                  <a:pt x="1908787" y="346594"/>
                </a:lnTo>
                <a:lnTo>
                  <a:pt x="1908728" y="346581"/>
                </a:lnTo>
                <a:lnTo>
                  <a:pt x="1903288" y="345360"/>
                </a:lnTo>
                <a:lnTo>
                  <a:pt x="1880994" y="340455"/>
                </a:lnTo>
                <a:lnTo>
                  <a:pt x="1880730" y="340394"/>
                </a:lnTo>
                <a:lnTo>
                  <a:pt x="1875251" y="339079"/>
                </a:lnTo>
                <a:lnTo>
                  <a:pt x="1869884" y="337874"/>
                </a:lnTo>
                <a:lnTo>
                  <a:pt x="1869680" y="337827"/>
                </a:lnTo>
                <a:lnTo>
                  <a:pt x="1858649" y="335180"/>
                </a:lnTo>
                <a:lnTo>
                  <a:pt x="1853200" y="333981"/>
                </a:lnTo>
                <a:lnTo>
                  <a:pt x="1852937" y="333920"/>
                </a:lnTo>
                <a:lnTo>
                  <a:pt x="1841774" y="331241"/>
                </a:lnTo>
                <a:lnTo>
                  <a:pt x="1841710" y="331226"/>
                </a:lnTo>
                <a:lnTo>
                  <a:pt x="1836273" y="329894"/>
                </a:lnTo>
                <a:lnTo>
                  <a:pt x="1830855" y="328594"/>
                </a:lnTo>
                <a:lnTo>
                  <a:pt x="1825406" y="327395"/>
                </a:lnTo>
                <a:lnTo>
                  <a:pt x="1824883" y="327270"/>
                </a:lnTo>
                <a:lnTo>
                  <a:pt x="1819432" y="325852"/>
                </a:lnTo>
                <a:lnTo>
                  <a:pt x="1808400" y="323205"/>
                </a:lnTo>
                <a:lnTo>
                  <a:pt x="1808336" y="323189"/>
                </a:lnTo>
                <a:lnTo>
                  <a:pt x="1802898" y="321857"/>
                </a:lnTo>
                <a:lnTo>
                  <a:pt x="1780606" y="316507"/>
                </a:lnTo>
                <a:lnTo>
                  <a:pt x="1780346" y="316442"/>
                </a:lnTo>
                <a:lnTo>
                  <a:pt x="1774879" y="315021"/>
                </a:lnTo>
                <a:lnTo>
                  <a:pt x="1763959" y="312374"/>
                </a:lnTo>
                <a:lnTo>
                  <a:pt x="1747231" y="308359"/>
                </a:lnTo>
                <a:lnTo>
                  <a:pt x="1746971" y="308294"/>
                </a:lnTo>
                <a:lnTo>
                  <a:pt x="1741520" y="306877"/>
                </a:lnTo>
                <a:lnTo>
                  <a:pt x="1730488" y="304229"/>
                </a:lnTo>
                <a:lnTo>
                  <a:pt x="1730424" y="304214"/>
                </a:lnTo>
                <a:lnTo>
                  <a:pt x="1724987" y="302882"/>
                </a:lnTo>
                <a:lnTo>
                  <a:pt x="1708407" y="298903"/>
                </a:lnTo>
                <a:lnTo>
                  <a:pt x="1702958" y="297704"/>
                </a:lnTo>
                <a:lnTo>
                  <a:pt x="1702631" y="297628"/>
                </a:lnTo>
                <a:lnTo>
                  <a:pt x="1697193" y="296296"/>
                </a:lnTo>
                <a:lnTo>
                  <a:pt x="1691776" y="294996"/>
                </a:lnTo>
                <a:lnTo>
                  <a:pt x="1686327" y="293797"/>
                </a:lnTo>
                <a:lnTo>
                  <a:pt x="1686063" y="293737"/>
                </a:lnTo>
                <a:lnTo>
                  <a:pt x="1680613" y="292429"/>
                </a:lnTo>
                <a:lnTo>
                  <a:pt x="1675164" y="291230"/>
                </a:lnTo>
                <a:lnTo>
                  <a:pt x="1674901" y="291169"/>
                </a:lnTo>
                <a:lnTo>
                  <a:pt x="1669451" y="289861"/>
                </a:lnTo>
                <a:lnTo>
                  <a:pt x="1664002" y="288663"/>
                </a:lnTo>
                <a:lnTo>
                  <a:pt x="1663943" y="288649"/>
                </a:lnTo>
                <a:lnTo>
                  <a:pt x="1658503" y="287428"/>
                </a:lnTo>
                <a:lnTo>
                  <a:pt x="1636342" y="282553"/>
                </a:lnTo>
                <a:lnTo>
                  <a:pt x="1630894" y="281463"/>
                </a:lnTo>
                <a:lnTo>
                  <a:pt x="1630568" y="281394"/>
                </a:lnTo>
                <a:lnTo>
                  <a:pt x="1625261" y="280203"/>
                </a:lnTo>
                <a:lnTo>
                  <a:pt x="1597654" y="274681"/>
                </a:lnTo>
                <a:lnTo>
                  <a:pt x="1592209" y="273701"/>
                </a:lnTo>
                <a:lnTo>
                  <a:pt x="1591884" y="273639"/>
                </a:lnTo>
                <a:lnTo>
                  <a:pt x="1586576" y="272556"/>
                </a:lnTo>
                <a:lnTo>
                  <a:pt x="1570132" y="269596"/>
                </a:lnTo>
                <a:lnTo>
                  <a:pt x="1564688" y="268725"/>
                </a:lnTo>
                <a:lnTo>
                  <a:pt x="1564415" y="268678"/>
                </a:lnTo>
                <a:lnTo>
                  <a:pt x="1558970" y="267698"/>
                </a:lnTo>
                <a:lnTo>
                  <a:pt x="1553526" y="266827"/>
                </a:lnTo>
                <a:lnTo>
                  <a:pt x="1553481" y="266820"/>
                </a:lnTo>
                <a:lnTo>
                  <a:pt x="1548034" y="265930"/>
                </a:lnTo>
                <a:lnTo>
                  <a:pt x="1542613" y="265063"/>
                </a:lnTo>
                <a:lnTo>
                  <a:pt x="1537170" y="264301"/>
                </a:lnTo>
                <a:lnTo>
                  <a:pt x="1536894" y="264260"/>
                </a:lnTo>
                <a:lnTo>
                  <a:pt x="1531451" y="263389"/>
                </a:lnTo>
                <a:lnTo>
                  <a:pt x="1526007" y="262627"/>
                </a:lnTo>
                <a:lnTo>
                  <a:pt x="1525968" y="262621"/>
                </a:lnTo>
                <a:lnTo>
                  <a:pt x="1520657" y="261862"/>
                </a:lnTo>
                <a:lnTo>
                  <a:pt x="1515235" y="261212"/>
                </a:lnTo>
                <a:lnTo>
                  <a:pt x="1514957" y="261176"/>
                </a:lnTo>
                <a:lnTo>
                  <a:pt x="1509514" y="260414"/>
                </a:lnTo>
                <a:lnTo>
                  <a:pt x="1487455" y="257767"/>
                </a:lnTo>
                <a:lnTo>
                  <a:pt x="1482125" y="257223"/>
                </a:lnTo>
                <a:lnTo>
                  <a:pt x="1471118" y="256122"/>
                </a:lnTo>
                <a:lnTo>
                  <a:pt x="1465678" y="255687"/>
                </a:lnTo>
                <a:lnTo>
                  <a:pt x="1465396" y="255661"/>
                </a:lnTo>
                <a:lnTo>
                  <a:pt x="1459956" y="255117"/>
                </a:lnTo>
                <a:lnTo>
                  <a:pt x="1449067" y="254246"/>
                </a:lnTo>
                <a:lnTo>
                  <a:pt x="1443730" y="253920"/>
                </a:lnTo>
                <a:lnTo>
                  <a:pt x="1443465" y="253901"/>
                </a:lnTo>
                <a:lnTo>
                  <a:pt x="1438025" y="253466"/>
                </a:lnTo>
                <a:lnTo>
                  <a:pt x="1427146" y="252813"/>
                </a:lnTo>
                <a:lnTo>
                  <a:pt x="1421707" y="252595"/>
                </a:lnTo>
                <a:lnTo>
                  <a:pt x="1421423" y="252581"/>
                </a:lnTo>
                <a:lnTo>
                  <a:pt x="1415978" y="252254"/>
                </a:lnTo>
                <a:lnTo>
                  <a:pt x="1410651" y="252037"/>
                </a:lnTo>
                <a:lnTo>
                  <a:pt x="1399637" y="251596"/>
                </a:lnTo>
                <a:lnTo>
                  <a:pt x="1388611" y="251376"/>
                </a:lnTo>
                <a:lnTo>
                  <a:pt x="1383144" y="251264"/>
                </a:lnTo>
                <a:lnTo>
                  <a:pt x="1366546" y="250932"/>
                </a:lnTo>
                <a:lnTo>
                  <a:pt x="1327875" y="250932"/>
                </a:lnTo>
                <a:lnTo>
                  <a:pt x="1322436" y="251041"/>
                </a:lnTo>
                <a:lnTo>
                  <a:pt x="1322152" y="251044"/>
                </a:lnTo>
                <a:lnTo>
                  <a:pt x="1311135" y="251044"/>
                </a:lnTo>
                <a:lnTo>
                  <a:pt x="1305811" y="251153"/>
                </a:lnTo>
                <a:lnTo>
                  <a:pt x="1305520" y="251156"/>
                </a:lnTo>
                <a:lnTo>
                  <a:pt x="1266565" y="251156"/>
                </a:lnTo>
                <a:lnTo>
                  <a:pt x="1266280" y="251153"/>
                </a:lnTo>
                <a:lnTo>
                  <a:pt x="1255118" y="250930"/>
                </a:lnTo>
                <a:lnTo>
                  <a:pt x="1254833" y="250921"/>
                </a:lnTo>
                <a:lnTo>
                  <a:pt x="1249394" y="250703"/>
                </a:lnTo>
                <a:lnTo>
                  <a:pt x="1243956" y="250595"/>
                </a:lnTo>
                <a:lnTo>
                  <a:pt x="1243671" y="250586"/>
                </a:lnTo>
                <a:lnTo>
                  <a:pt x="1238090" y="250363"/>
                </a:lnTo>
                <a:lnTo>
                  <a:pt x="1237789" y="250348"/>
                </a:lnTo>
                <a:lnTo>
                  <a:pt x="1232329" y="250013"/>
                </a:lnTo>
                <a:lnTo>
                  <a:pt x="1226756" y="249679"/>
                </a:lnTo>
                <a:lnTo>
                  <a:pt x="1226474" y="249659"/>
                </a:lnTo>
                <a:lnTo>
                  <a:pt x="1215311" y="248766"/>
                </a:lnTo>
                <a:lnTo>
                  <a:pt x="1215030" y="248741"/>
                </a:lnTo>
                <a:lnTo>
                  <a:pt x="1209449" y="248183"/>
                </a:lnTo>
                <a:lnTo>
                  <a:pt x="1209421" y="248180"/>
                </a:lnTo>
                <a:lnTo>
                  <a:pt x="1203951" y="247622"/>
                </a:lnTo>
                <a:lnTo>
                  <a:pt x="1203700" y="247594"/>
                </a:lnTo>
                <a:lnTo>
                  <a:pt x="1198119" y="246924"/>
                </a:lnTo>
                <a:lnTo>
                  <a:pt x="1197841" y="246888"/>
                </a:lnTo>
                <a:lnTo>
                  <a:pt x="1192260" y="246107"/>
                </a:lnTo>
                <a:lnTo>
                  <a:pt x="1191985" y="246066"/>
                </a:lnTo>
                <a:lnTo>
                  <a:pt x="1186404" y="245173"/>
                </a:lnTo>
                <a:lnTo>
                  <a:pt x="1186131" y="245126"/>
                </a:lnTo>
                <a:lnTo>
                  <a:pt x="1174969" y="243117"/>
                </a:lnTo>
                <a:lnTo>
                  <a:pt x="1174432" y="243010"/>
                </a:lnTo>
                <a:lnTo>
                  <a:pt x="1168851" y="241782"/>
                </a:lnTo>
                <a:lnTo>
                  <a:pt x="1168792" y="241769"/>
                </a:lnTo>
                <a:lnTo>
                  <a:pt x="1163322" y="240541"/>
                </a:lnTo>
                <a:lnTo>
                  <a:pt x="1162858" y="240428"/>
                </a:lnTo>
                <a:lnTo>
                  <a:pt x="1157277" y="238977"/>
                </a:lnTo>
                <a:lnTo>
                  <a:pt x="1157021" y="238908"/>
                </a:lnTo>
                <a:lnTo>
                  <a:pt x="1145859" y="235783"/>
                </a:lnTo>
                <a:lnTo>
                  <a:pt x="1145359" y="235633"/>
                </a:lnTo>
                <a:lnTo>
                  <a:pt x="1139778" y="233847"/>
                </a:lnTo>
                <a:lnTo>
                  <a:pt x="1139294" y="233683"/>
                </a:lnTo>
                <a:lnTo>
                  <a:pt x="1128132" y="229664"/>
                </a:lnTo>
                <a:lnTo>
                  <a:pt x="1127574" y="229450"/>
                </a:lnTo>
                <a:lnTo>
                  <a:pt x="1122105" y="227218"/>
                </a:lnTo>
                <a:lnTo>
                  <a:pt x="1121972" y="227163"/>
                </a:lnTo>
                <a:lnTo>
                  <a:pt x="1116391" y="224819"/>
                </a:lnTo>
                <a:lnTo>
                  <a:pt x="1116170" y="224724"/>
                </a:lnTo>
                <a:lnTo>
                  <a:pt x="1110589" y="222268"/>
                </a:lnTo>
                <a:lnTo>
                  <a:pt x="1110162" y="222072"/>
                </a:lnTo>
                <a:lnTo>
                  <a:pt x="1104581" y="219393"/>
                </a:lnTo>
                <a:lnTo>
                  <a:pt x="1104375" y="219292"/>
                </a:lnTo>
                <a:lnTo>
                  <a:pt x="1098794" y="216501"/>
                </a:lnTo>
                <a:lnTo>
                  <a:pt x="1098593" y="216399"/>
                </a:lnTo>
                <a:lnTo>
                  <a:pt x="1093012" y="213496"/>
                </a:lnTo>
                <a:lnTo>
                  <a:pt x="1092624" y="213287"/>
                </a:lnTo>
                <a:lnTo>
                  <a:pt x="1087043" y="210162"/>
                </a:lnTo>
                <a:lnTo>
                  <a:pt x="1086748" y="209992"/>
                </a:lnTo>
                <a:lnTo>
                  <a:pt x="1081278" y="206755"/>
                </a:lnTo>
                <a:lnTo>
                  <a:pt x="1081027" y="206603"/>
                </a:lnTo>
                <a:lnTo>
                  <a:pt x="1075446" y="203143"/>
                </a:lnTo>
                <a:lnTo>
                  <a:pt x="1075274" y="203034"/>
                </a:lnTo>
                <a:lnTo>
                  <a:pt x="1069693" y="199462"/>
                </a:lnTo>
                <a:lnTo>
                  <a:pt x="1069362" y="199244"/>
                </a:lnTo>
                <a:lnTo>
                  <a:pt x="1058200" y="191653"/>
                </a:lnTo>
                <a:lnTo>
                  <a:pt x="1057776" y="191354"/>
                </a:lnTo>
                <a:lnTo>
                  <a:pt x="1052307" y="187335"/>
                </a:lnTo>
                <a:lnTo>
                  <a:pt x="1052121" y="187197"/>
                </a:lnTo>
                <a:lnTo>
                  <a:pt x="1040959" y="178714"/>
                </a:lnTo>
                <a:lnTo>
                  <a:pt x="1040680" y="178496"/>
                </a:lnTo>
                <a:lnTo>
                  <a:pt x="1035099" y="174031"/>
                </a:lnTo>
                <a:lnTo>
                  <a:pt x="1034965" y="173923"/>
                </a:lnTo>
                <a:lnTo>
                  <a:pt x="1029384" y="169347"/>
                </a:lnTo>
                <a:lnTo>
                  <a:pt x="1029255" y="169239"/>
                </a:lnTo>
                <a:lnTo>
                  <a:pt x="1023674" y="164551"/>
                </a:lnTo>
                <a:lnTo>
                  <a:pt x="1023548" y="164444"/>
                </a:lnTo>
                <a:lnTo>
                  <a:pt x="1017967" y="159644"/>
                </a:lnTo>
                <a:lnTo>
                  <a:pt x="1017738" y="159443"/>
                </a:lnTo>
                <a:lnTo>
                  <a:pt x="1012268" y="154532"/>
                </a:lnTo>
                <a:lnTo>
                  <a:pt x="1012256" y="154521"/>
                </a:lnTo>
                <a:lnTo>
                  <a:pt x="1001094" y="144475"/>
                </a:lnTo>
                <a:lnTo>
                  <a:pt x="1000867" y="144266"/>
                </a:lnTo>
                <a:lnTo>
                  <a:pt x="995342" y="139072"/>
                </a:lnTo>
                <a:lnTo>
                  <a:pt x="989817" y="133989"/>
                </a:lnTo>
                <a:lnTo>
                  <a:pt x="989705" y="133885"/>
                </a:lnTo>
                <a:lnTo>
                  <a:pt x="984124" y="128639"/>
                </a:lnTo>
                <a:lnTo>
                  <a:pt x="983912" y="128436"/>
                </a:lnTo>
                <a:lnTo>
                  <a:pt x="978548" y="123181"/>
                </a:lnTo>
                <a:lnTo>
                  <a:pt x="973074" y="118035"/>
                </a:lnTo>
                <a:lnTo>
                  <a:pt x="972965" y="117932"/>
                </a:lnTo>
                <a:lnTo>
                  <a:pt x="961857" y="107268"/>
                </a:lnTo>
                <a:lnTo>
                  <a:pt x="945172" y="91584"/>
                </a:lnTo>
                <a:lnTo>
                  <a:pt x="939815" y="86555"/>
                </a:lnTo>
                <a:lnTo>
                  <a:pt x="934404" y="81685"/>
                </a:lnTo>
                <a:lnTo>
                  <a:pt x="928943" y="76880"/>
                </a:lnTo>
                <a:lnTo>
                  <a:pt x="923486" y="72187"/>
                </a:lnTo>
                <a:lnTo>
                  <a:pt x="918099" y="67662"/>
                </a:lnTo>
                <a:lnTo>
                  <a:pt x="912719" y="63358"/>
                </a:lnTo>
                <a:lnTo>
                  <a:pt x="907295" y="59127"/>
                </a:lnTo>
                <a:lnTo>
                  <a:pt x="902119" y="55219"/>
                </a:lnTo>
                <a:lnTo>
                  <a:pt x="896908" y="51571"/>
                </a:lnTo>
                <a:lnTo>
                  <a:pt x="891658" y="48106"/>
                </a:lnTo>
                <a:lnTo>
                  <a:pt x="886427" y="44863"/>
                </a:lnTo>
                <a:lnTo>
                  <a:pt x="881259" y="41865"/>
                </a:lnTo>
                <a:lnTo>
                  <a:pt x="876281" y="39224"/>
                </a:lnTo>
                <a:lnTo>
                  <a:pt x="871278" y="36823"/>
                </a:lnTo>
                <a:lnTo>
                  <a:pt x="866367" y="34760"/>
                </a:lnTo>
                <a:lnTo>
                  <a:pt x="861497" y="33007"/>
                </a:lnTo>
                <a:lnTo>
                  <a:pt x="856538" y="31519"/>
                </a:lnTo>
                <a:lnTo>
                  <a:pt x="851605" y="30236"/>
                </a:lnTo>
                <a:lnTo>
                  <a:pt x="846949" y="29305"/>
                </a:lnTo>
                <a:lnTo>
                  <a:pt x="842451" y="28754"/>
                </a:lnTo>
                <a:lnTo>
                  <a:pt x="837736" y="28472"/>
                </a:lnTo>
                <a:lnTo>
                  <a:pt x="833008" y="28472"/>
                </a:lnTo>
                <a:lnTo>
                  <a:pt x="828276" y="28755"/>
                </a:lnTo>
                <a:lnTo>
                  <a:pt x="823667" y="29309"/>
                </a:lnTo>
                <a:lnTo>
                  <a:pt x="819028" y="30236"/>
                </a:lnTo>
                <a:lnTo>
                  <a:pt x="814262" y="31476"/>
                </a:lnTo>
                <a:lnTo>
                  <a:pt x="809529" y="33021"/>
                </a:lnTo>
                <a:lnTo>
                  <a:pt x="804716" y="34850"/>
                </a:lnTo>
                <a:lnTo>
                  <a:pt x="799888" y="37071"/>
                </a:lnTo>
                <a:lnTo>
                  <a:pt x="794808" y="39712"/>
                </a:lnTo>
                <a:lnTo>
                  <a:pt x="789785" y="42525"/>
                </a:lnTo>
                <a:lnTo>
                  <a:pt x="784862" y="45676"/>
                </a:lnTo>
                <a:lnTo>
                  <a:pt x="779859" y="49249"/>
                </a:lnTo>
                <a:lnTo>
                  <a:pt x="774587" y="53256"/>
                </a:lnTo>
                <a:lnTo>
                  <a:pt x="769342" y="57453"/>
                </a:lnTo>
                <a:lnTo>
                  <a:pt x="764133" y="61932"/>
                </a:lnTo>
                <a:lnTo>
                  <a:pt x="758892" y="66754"/>
                </a:lnTo>
                <a:lnTo>
                  <a:pt x="753634" y="71904"/>
                </a:lnTo>
                <a:lnTo>
                  <a:pt x="748251" y="77287"/>
                </a:lnTo>
                <a:lnTo>
                  <a:pt x="742858" y="83004"/>
                </a:lnTo>
                <a:lnTo>
                  <a:pt x="737410" y="88888"/>
                </a:lnTo>
                <a:lnTo>
                  <a:pt x="732037" y="94906"/>
                </a:lnTo>
                <a:lnTo>
                  <a:pt x="721115" y="107794"/>
                </a:lnTo>
                <a:lnTo>
                  <a:pt x="715789" y="114424"/>
                </a:lnTo>
                <a:lnTo>
                  <a:pt x="704720" y="128371"/>
                </a:lnTo>
                <a:lnTo>
                  <a:pt x="693655" y="142755"/>
                </a:lnTo>
                <a:lnTo>
                  <a:pt x="682567" y="157392"/>
                </a:lnTo>
                <a:lnTo>
                  <a:pt x="677138" y="164704"/>
                </a:lnTo>
                <a:lnTo>
                  <a:pt x="677117" y="164732"/>
                </a:lnTo>
                <a:lnTo>
                  <a:pt x="660374" y="187168"/>
                </a:lnTo>
                <a:lnTo>
                  <a:pt x="660312" y="187250"/>
                </a:lnTo>
                <a:lnTo>
                  <a:pt x="643579" y="209338"/>
                </a:lnTo>
                <a:lnTo>
                  <a:pt x="638120" y="216579"/>
                </a:lnTo>
                <a:lnTo>
                  <a:pt x="637971" y="216774"/>
                </a:lnTo>
                <a:lnTo>
                  <a:pt x="632390" y="223918"/>
                </a:lnTo>
                <a:lnTo>
                  <a:pt x="632322" y="224004"/>
                </a:lnTo>
                <a:lnTo>
                  <a:pt x="626741" y="231036"/>
                </a:lnTo>
                <a:lnTo>
                  <a:pt x="626672" y="231122"/>
                </a:lnTo>
                <a:lnTo>
                  <a:pt x="615510" y="244963"/>
                </a:lnTo>
                <a:lnTo>
                  <a:pt x="615364" y="245140"/>
                </a:lnTo>
                <a:lnTo>
                  <a:pt x="609791" y="251829"/>
                </a:lnTo>
                <a:lnTo>
                  <a:pt x="604329" y="258405"/>
                </a:lnTo>
                <a:lnTo>
                  <a:pt x="604080" y="258697"/>
                </a:lnTo>
                <a:lnTo>
                  <a:pt x="592917" y="271422"/>
                </a:lnTo>
                <a:lnTo>
                  <a:pt x="592749" y="271611"/>
                </a:lnTo>
                <a:lnTo>
                  <a:pt x="587168" y="277750"/>
                </a:lnTo>
                <a:lnTo>
                  <a:pt x="586990" y="277943"/>
                </a:lnTo>
                <a:lnTo>
                  <a:pt x="581411" y="283856"/>
                </a:lnTo>
                <a:lnTo>
                  <a:pt x="575945" y="289657"/>
                </a:lnTo>
                <a:lnTo>
                  <a:pt x="575749" y="289860"/>
                </a:lnTo>
                <a:lnTo>
                  <a:pt x="570168" y="295553"/>
                </a:lnTo>
                <a:lnTo>
                  <a:pt x="569967" y="295754"/>
                </a:lnTo>
                <a:lnTo>
                  <a:pt x="564386" y="301223"/>
                </a:lnTo>
                <a:lnTo>
                  <a:pt x="564172" y="301429"/>
                </a:lnTo>
                <a:lnTo>
                  <a:pt x="558591" y="306675"/>
                </a:lnTo>
                <a:lnTo>
                  <a:pt x="558479" y="306779"/>
                </a:lnTo>
                <a:lnTo>
                  <a:pt x="552898" y="311913"/>
                </a:lnTo>
                <a:lnTo>
                  <a:pt x="552664" y="312124"/>
                </a:lnTo>
                <a:lnTo>
                  <a:pt x="547083" y="317035"/>
                </a:lnTo>
                <a:lnTo>
                  <a:pt x="546961" y="317142"/>
                </a:lnTo>
                <a:lnTo>
                  <a:pt x="541380" y="321941"/>
                </a:lnTo>
                <a:lnTo>
                  <a:pt x="541233" y="322066"/>
                </a:lnTo>
                <a:lnTo>
                  <a:pt x="535764" y="326642"/>
                </a:lnTo>
                <a:lnTo>
                  <a:pt x="535384" y="326949"/>
                </a:lnTo>
                <a:lnTo>
                  <a:pt x="529803" y="331303"/>
                </a:lnTo>
                <a:lnTo>
                  <a:pt x="529661" y="331412"/>
                </a:lnTo>
                <a:lnTo>
                  <a:pt x="524080" y="335653"/>
                </a:lnTo>
                <a:lnTo>
                  <a:pt x="523784" y="335872"/>
                </a:lnTo>
                <a:lnTo>
                  <a:pt x="518203" y="339890"/>
                </a:lnTo>
                <a:lnTo>
                  <a:pt x="518049" y="340000"/>
                </a:lnTo>
                <a:lnTo>
                  <a:pt x="512468" y="343907"/>
                </a:lnTo>
                <a:lnTo>
                  <a:pt x="512146" y="344126"/>
                </a:lnTo>
                <a:lnTo>
                  <a:pt x="506565" y="347809"/>
                </a:lnTo>
                <a:lnTo>
                  <a:pt x="506224" y="348027"/>
                </a:lnTo>
                <a:lnTo>
                  <a:pt x="500698" y="351453"/>
                </a:lnTo>
                <a:lnTo>
                  <a:pt x="495284" y="354879"/>
                </a:lnTo>
                <a:lnTo>
                  <a:pt x="494628" y="355269"/>
                </a:lnTo>
                <a:lnTo>
                  <a:pt x="483466" y="361520"/>
                </a:lnTo>
                <a:lnTo>
                  <a:pt x="482877" y="361832"/>
                </a:lnTo>
                <a:lnTo>
                  <a:pt x="471715" y="367413"/>
                </a:lnTo>
                <a:lnTo>
                  <a:pt x="471298" y="367613"/>
                </a:lnTo>
                <a:lnTo>
                  <a:pt x="460135" y="372748"/>
                </a:lnTo>
                <a:lnTo>
                  <a:pt x="459566" y="372995"/>
                </a:lnTo>
                <a:lnTo>
                  <a:pt x="454096" y="375227"/>
                </a:lnTo>
                <a:lnTo>
                  <a:pt x="454004" y="375265"/>
                </a:lnTo>
                <a:lnTo>
                  <a:pt x="448423" y="377497"/>
                </a:lnTo>
                <a:lnTo>
                  <a:pt x="448193" y="377587"/>
                </a:lnTo>
                <a:lnTo>
                  <a:pt x="442611" y="379708"/>
                </a:lnTo>
                <a:lnTo>
                  <a:pt x="442137" y="379878"/>
                </a:lnTo>
                <a:lnTo>
                  <a:pt x="433038" y="382972"/>
                </a:lnTo>
                <a:close/>
              </a:path>
            </a:pathLst>
          </a:custGeom>
          <a:solidFill xmlns:a="http://schemas.openxmlformats.org/drawingml/2006/main">
            <a:srgbClr val="E3EEF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6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99C52CB0-9838-40FA-8199-520E71BE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3418" y="4616391"/>
            <a:ext cx="2146474" cy="400977"/>
          </a:xfrm>
          <a:custGeom xmlns:a="http://schemas.openxmlformats.org/drawingml/2006/main">
            <a:pathLst>
              <a:path w="2146474" h="400977">
                <a:moveTo>
                  <a:pt x="432440" y="397793"/>
                </a:moveTo>
                <a:lnTo>
                  <a:pt x="421657" y="400977"/>
                </a:lnTo>
                <a:lnTo>
                  <a:pt x="0" y="400977"/>
                </a:lnTo>
                <a:lnTo>
                  <a:pt x="0" y="382607"/>
                </a:lnTo>
                <a:lnTo>
                  <a:pt x="109098" y="381968"/>
                </a:lnTo>
                <a:lnTo>
                  <a:pt x="170253" y="381300"/>
                </a:lnTo>
                <a:lnTo>
                  <a:pt x="214473" y="380522"/>
                </a:lnTo>
                <a:lnTo>
                  <a:pt x="247607" y="379525"/>
                </a:lnTo>
                <a:lnTo>
                  <a:pt x="275083" y="378421"/>
                </a:lnTo>
                <a:lnTo>
                  <a:pt x="297033" y="377104"/>
                </a:lnTo>
                <a:lnTo>
                  <a:pt x="318822" y="375462"/>
                </a:lnTo>
                <a:lnTo>
                  <a:pt x="340528" y="373291"/>
                </a:lnTo>
                <a:lnTo>
                  <a:pt x="356535" y="371143"/>
                </a:lnTo>
                <a:lnTo>
                  <a:pt x="372591" y="368574"/>
                </a:lnTo>
                <a:lnTo>
                  <a:pt x="388417" y="365387"/>
                </a:lnTo>
                <a:lnTo>
                  <a:pt x="404242" y="361589"/>
                </a:lnTo>
                <a:lnTo>
                  <a:pt x="419807" y="356993"/>
                </a:lnTo>
                <a:lnTo>
                  <a:pt x="435414" y="351478"/>
                </a:lnTo>
                <a:lnTo>
                  <a:pt x="450786" y="344979"/>
                </a:lnTo>
                <a:lnTo>
                  <a:pt x="471646" y="334445"/>
                </a:lnTo>
                <a:lnTo>
                  <a:pt x="492319" y="321667"/>
                </a:lnTo>
                <a:lnTo>
                  <a:pt x="513227" y="306195"/>
                </a:lnTo>
                <a:lnTo>
                  <a:pt x="534199" y="287858"/>
                </a:lnTo>
                <a:lnTo>
                  <a:pt x="560946" y="260788"/>
                </a:lnTo>
                <a:lnTo>
                  <a:pt x="587918" y="229592"/>
                </a:lnTo>
                <a:lnTo>
                  <a:pt x="626504" y="180060"/>
                </a:lnTo>
                <a:lnTo>
                  <a:pt x="698799" y="86232"/>
                </a:lnTo>
                <a:lnTo>
                  <a:pt x="699993" y="84815"/>
                </a:lnTo>
                <a:lnTo>
                  <a:pt x="727898" y="54454"/>
                </a:lnTo>
                <a:lnTo>
                  <a:pt x="728644" y="53682"/>
                </a:lnTo>
                <a:lnTo>
                  <a:pt x="729428" y="52949"/>
                </a:lnTo>
                <a:lnTo>
                  <a:pt x="751641" y="33192"/>
                </a:lnTo>
                <a:lnTo>
                  <a:pt x="752565" y="32415"/>
                </a:lnTo>
                <a:lnTo>
                  <a:pt x="753532" y="31692"/>
                </a:lnTo>
                <a:lnTo>
                  <a:pt x="770163" y="19972"/>
                </a:lnTo>
                <a:lnTo>
                  <a:pt x="771411" y="19157"/>
                </a:lnTo>
                <a:lnTo>
                  <a:pt x="772712" y="18430"/>
                </a:lnTo>
                <a:lnTo>
                  <a:pt x="789455" y="9835"/>
                </a:lnTo>
                <a:lnTo>
                  <a:pt x="790753" y="9223"/>
                </a:lnTo>
                <a:lnTo>
                  <a:pt x="792089" y="8700"/>
                </a:lnTo>
                <a:lnTo>
                  <a:pt x="803140" y="4793"/>
                </a:lnTo>
                <a:lnTo>
                  <a:pt x="804296" y="4421"/>
                </a:lnTo>
                <a:lnTo>
                  <a:pt x="805471" y="4115"/>
                </a:lnTo>
                <a:lnTo>
                  <a:pt x="816633" y="1548"/>
                </a:lnTo>
                <a:lnTo>
                  <a:pt x="817749" y="1322"/>
                </a:lnTo>
                <a:lnTo>
                  <a:pt x="818875" y="1157"/>
                </a:lnTo>
                <a:lnTo>
                  <a:pt x="824456" y="487"/>
                </a:lnTo>
                <a:lnTo>
                  <a:pt x="825722" y="373"/>
                </a:lnTo>
                <a:lnTo>
                  <a:pt x="831303" y="38"/>
                </a:lnTo>
                <a:lnTo>
                  <a:pt x="832582" y="0"/>
                </a:lnTo>
                <a:lnTo>
                  <a:pt x="838163" y="0"/>
                </a:lnTo>
                <a:lnTo>
                  <a:pt x="839442" y="38"/>
                </a:lnTo>
                <a:lnTo>
                  <a:pt x="845023" y="373"/>
                </a:lnTo>
                <a:lnTo>
                  <a:pt x="846339" y="493"/>
                </a:lnTo>
                <a:lnTo>
                  <a:pt x="851809" y="1163"/>
                </a:lnTo>
                <a:lnTo>
                  <a:pt x="852909" y="1327"/>
                </a:lnTo>
                <a:lnTo>
                  <a:pt x="854000" y="1548"/>
                </a:lnTo>
                <a:lnTo>
                  <a:pt x="865162" y="4115"/>
                </a:lnTo>
                <a:lnTo>
                  <a:pt x="867067" y="4647"/>
                </a:lnTo>
                <a:lnTo>
                  <a:pt x="878229" y="8331"/>
                </a:lnTo>
                <a:lnTo>
                  <a:pt x="879275" y="8707"/>
                </a:lnTo>
                <a:lnTo>
                  <a:pt x="880300" y="9136"/>
                </a:lnTo>
                <a:lnTo>
                  <a:pt x="891462" y="14159"/>
                </a:lnTo>
                <a:lnTo>
                  <a:pt x="892431" y="14624"/>
                </a:lnTo>
                <a:lnTo>
                  <a:pt x="893374" y="15138"/>
                </a:lnTo>
                <a:lnTo>
                  <a:pt x="910006" y="24737"/>
                </a:lnTo>
                <a:lnTo>
                  <a:pt x="911632" y="25776"/>
                </a:lnTo>
                <a:lnTo>
                  <a:pt x="928263" y="37497"/>
                </a:lnTo>
                <a:lnTo>
                  <a:pt x="929503" y="38440"/>
                </a:lnTo>
                <a:lnTo>
                  <a:pt x="951827" y="56745"/>
                </a:lnTo>
                <a:lnTo>
                  <a:pt x="952815" y="57608"/>
                </a:lnTo>
                <a:lnTo>
                  <a:pt x="991771" y="93773"/>
                </a:lnTo>
                <a:lnTo>
                  <a:pt x="991792" y="93792"/>
                </a:lnTo>
                <a:lnTo>
                  <a:pt x="1041288" y="139864"/>
                </a:lnTo>
                <a:lnTo>
                  <a:pt x="1068120" y="161758"/>
                </a:lnTo>
                <a:lnTo>
                  <a:pt x="1089099" y="176729"/>
                </a:lnTo>
                <a:lnTo>
                  <a:pt x="1109773" y="189195"/>
                </a:lnTo>
                <a:lnTo>
                  <a:pt x="1130506" y="199251"/>
                </a:lnTo>
                <a:lnTo>
                  <a:pt x="1145728" y="205278"/>
                </a:lnTo>
                <a:lnTo>
                  <a:pt x="1161176" y="210222"/>
                </a:lnTo>
                <a:lnTo>
                  <a:pt x="1176579" y="214150"/>
                </a:lnTo>
                <a:lnTo>
                  <a:pt x="1192162" y="217163"/>
                </a:lnTo>
                <a:lnTo>
                  <a:pt x="1207877" y="219363"/>
                </a:lnTo>
                <a:lnTo>
                  <a:pt x="1223742" y="220854"/>
                </a:lnTo>
                <a:lnTo>
                  <a:pt x="1239730" y="221927"/>
                </a:lnTo>
                <a:lnTo>
                  <a:pt x="1255865" y="222464"/>
                </a:lnTo>
                <a:lnTo>
                  <a:pt x="1277722" y="222684"/>
                </a:lnTo>
                <a:lnTo>
                  <a:pt x="1305473" y="222684"/>
                </a:lnTo>
                <a:lnTo>
                  <a:pt x="1355431" y="222461"/>
                </a:lnTo>
                <a:lnTo>
                  <a:pt x="1355740" y="222462"/>
                </a:lnTo>
                <a:lnTo>
                  <a:pt x="1378064" y="222685"/>
                </a:lnTo>
                <a:lnTo>
                  <a:pt x="1378280" y="222688"/>
                </a:lnTo>
                <a:lnTo>
                  <a:pt x="1400493" y="223135"/>
                </a:lnTo>
                <a:lnTo>
                  <a:pt x="1401028" y="223152"/>
                </a:lnTo>
                <a:lnTo>
                  <a:pt x="1423241" y="224157"/>
                </a:lnTo>
                <a:lnTo>
                  <a:pt x="1423555" y="224173"/>
                </a:lnTo>
                <a:lnTo>
                  <a:pt x="1445879" y="225513"/>
                </a:lnTo>
                <a:lnTo>
                  <a:pt x="1446312" y="225543"/>
                </a:lnTo>
                <a:lnTo>
                  <a:pt x="1468524" y="227329"/>
                </a:lnTo>
                <a:lnTo>
                  <a:pt x="1468842" y="227357"/>
                </a:lnTo>
                <a:lnTo>
                  <a:pt x="1491055" y="229478"/>
                </a:lnTo>
                <a:lnTo>
                  <a:pt x="1491653" y="229544"/>
                </a:lnTo>
                <a:lnTo>
                  <a:pt x="1519558" y="233004"/>
                </a:lnTo>
                <a:lnTo>
                  <a:pt x="1519903" y="233049"/>
                </a:lnTo>
                <a:lnTo>
                  <a:pt x="1547697" y="236956"/>
                </a:lnTo>
                <a:lnTo>
                  <a:pt x="1548246" y="237041"/>
                </a:lnTo>
                <a:lnTo>
                  <a:pt x="1581621" y="242622"/>
                </a:lnTo>
                <a:lnTo>
                  <a:pt x="1582098" y="242707"/>
                </a:lnTo>
                <a:lnTo>
                  <a:pt x="1615472" y="249070"/>
                </a:lnTo>
                <a:lnTo>
                  <a:pt x="1615846" y="249144"/>
                </a:lnTo>
                <a:lnTo>
                  <a:pt x="1654801" y="257292"/>
                </a:lnTo>
                <a:lnTo>
                  <a:pt x="1655160" y="257371"/>
                </a:lnTo>
                <a:lnTo>
                  <a:pt x="1705278" y="268756"/>
                </a:lnTo>
                <a:lnTo>
                  <a:pt x="1705551" y="268820"/>
                </a:lnTo>
                <a:lnTo>
                  <a:pt x="1783346" y="287571"/>
                </a:lnTo>
                <a:lnTo>
                  <a:pt x="1877822" y="310299"/>
                </a:lnTo>
                <a:lnTo>
                  <a:pt x="1933033" y="322605"/>
                </a:lnTo>
                <a:lnTo>
                  <a:pt x="1982775" y="332686"/>
                </a:lnTo>
                <a:lnTo>
                  <a:pt x="2026946" y="340878"/>
                </a:lnTo>
                <a:lnTo>
                  <a:pt x="2065388" y="347285"/>
                </a:lnTo>
                <a:lnTo>
                  <a:pt x="2103983" y="352925"/>
                </a:lnTo>
                <a:lnTo>
                  <a:pt x="2142611" y="358017"/>
                </a:lnTo>
                <a:lnTo>
                  <a:pt x="2146474" y="358459"/>
                </a:lnTo>
                <a:lnTo>
                  <a:pt x="2146474" y="400977"/>
                </a:lnTo>
                <a:lnTo>
                  <a:pt x="2142379" y="400977"/>
                </a:lnTo>
                <a:lnTo>
                  <a:pt x="2137568" y="400426"/>
                </a:lnTo>
                <a:lnTo>
                  <a:pt x="2137209" y="400381"/>
                </a:lnTo>
                <a:lnTo>
                  <a:pt x="2098253" y="395247"/>
                </a:lnTo>
                <a:lnTo>
                  <a:pt x="2097956" y="395206"/>
                </a:lnTo>
                <a:lnTo>
                  <a:pt x="2059000" y="389513"/>
                </a:lnTo>
                <a:lnTo>
                  <a:pt x="2058578" y="389447"/>
                </a:lnTo>
                <a:lnTo>
                  <a:pt x="2019733" y="382973"/>
                </a:lnTo>
                <a:lnTo>
                  <a:pt x="2019350" y="382905"/>
                </a:lnTo>
                <a:lnTo>
                  <a:pt x="1974813" y="374645"/>
                </a:lnTo>
                <a:lnTo>
                  <a:pt x="1974466" y="374578"/>
                </a:lnTo>
                <a:lnTo>
                  <a:pt x="1924348" y="364420"/>
                </a:lnTo>
                <a:lnTo>
                  <a:pt x="1923944" y="364334"/>
                </a:lnTo>
                <a:lnTo>
                  <a:pt x="1868356" y="351944"/>
                </a:lnTo>
                <a:lnTo>
                  <a:pt x="1868007" y="351864"/>
                </a:lnTo>
                <a:lnTo>
                  <a:pt x="1773344" y="329091"/>
                </a:lnTo>
                <a:lnTo>
                  <a:pt x="1695680" y="310371"/>
                </a:lnTo>
                <a:lnTo>
                  <a:pt x="1645878" y="299058"/>
                </a:lnTo>
                <a:lnTo>
                  <a:pt x="1607288" y="290986"/>
                </a:lnTo>
                <a:lnTo>
                  <a:pt x="1574338" y="284704"/>
                </a:lnTo>
                <a:lnTo>
                  <a:pt x="1541477" y="279209"/>
                </a:lnTo>
                <a:lnTo>
                  <a:pt x="1514130" y="275365"/>
                </a:lnTo>
                <a:lnTo>
                  <a:pt x="1486696" y="271963"/>
                </a:lnTo>
                <a:lnTo>
                  <a:pt x="1464942" y="269886"/>
                </a:lnTo>
                <a:lnTo>
                  <a:pt x="1443105" y="268131"/>
                </a:lnTo>
                <a:lnTo>
                  <a:pt x="1421154" y="266814"/>
                </a:lnTo>
                <a:lnTo>
                  <a:pt x="1399366" y="265828"/>
                </a:lnTo>
                <a:lnTo>
                  <a:pt x="1377529" y="265389"/>
                </a:lnTo>
                <a:lnTo>
                  <a:pt x="1355467" y="265169"/>
                </a:lnTo>
                <a:lnTo>
                  <a:pt x="1305616" y="265391"/>
                </a:lnTo>
                <a:lnTo>
                  <a:pt x="1305520" y="265391"/>
                </a:lnTo>
                <a:lnTo>
                  <a:pt x="1277615" y="265391"/>
                </a:lnTo>
                <a:lnTo>
                  <a:pt x="1277400" y="265390"/>
                </a:lnTo>
                <a:lnTo>
                  <a:pt x="1255188" y="265167"/>
                </a:lnTo>
                <a:lnTo>
                  <a:pt x="1254691" y="265156"/>
                </a:lnTo>
                <a:lnTo>
                  <a:pt x="1237948" y="264598"/>
                </a:lnTo>
                <a:lnTo>
                  <a:pt x="1237229" y="264562"/>
                </a:lnTo>
                <a:lnTo>
                  <a:pt x="1220598" y="263446"/>
                </a:lnTo>
                <a:lnTo>
                  <a:pt x="1220030" y="263400"/>
                </a:lnTo>
                <a:lnTo>
                  <a:pt x="1203399" y="261838"/>
                </a:lnTo>
                <a:lnTo>
                  <a:pt x="1202436" y="261725"/>
                </a:lnTo>
                <a:lnTo>
                  <a:pt x="1185692" y="259381"/>
                </a:lnTo>
                <a:lnTo>
                  <a:pt x="1184600" y="259199"/>
                </a:lnTo>
                <a:lnTo>
                  <a:pt x="1167857" y="255962"/>
                </a:lnTo>
                <a:lnTo>
                  <a:pt x="1166633" y="255688"/>
                </a:lnTo>
                <a:lnTo>
                  <a:pt x="1150001" y="251446"/>
                </a:lnTo>
                <a:lnTo>
                  <a:pt x="1148770" y="251093"/>
                </a:lnTo>
                <a:lnTo>
                  <a:pt x="1132027" y="245735"/>
                </a:lnTo>
                <a:lnTo>
                  <a:pt x="1130674" y="245251"/>
                </a:lnTo>
                <a:lnTo>
                  <a:pt x="1114042" y="238665"/>
                </a:lnTo>
                <a:lnTo>
                  <a:pt x="1112585" y="238025"/>
                </a:lnTo>
                <a:lnTo>
                  <a:pt x="1090261" y="227197"/>
                </a:lnTo>
                <a:lnTo>
                  <a:pt x="1088552" y="226270"/>
                </a:lnTo>
                <a:lnTo>
                  <a:pt x="1066340" y="212876"/>
                </a:lnTo>
                <a:lnTo>
                  <a:pt x="1064963" y="211972"/>
                </a:lnTo>
                <a:lnTo>
                  <a:pt x="1042751" y="196121"/>
                </a:lnTo>
                <a:lnTo>
                  <a:pt x="1041654" y="195284"/>
                </a:lnTo>
                <a:lnTo>
                  <a:pt x="1013749" y="172513"/>
                </a:lnTo>
                <a:lnTo>
                  <a:pt x="1012700" y="171599"/>
                </a:lnTo>
                <a:lnTo>
                  <a:pt x="962704" y="125063"/>
                </a:lnTo>
                <a:lnTo>
                  <a:pt x="924239" y="89353"/>
                </a:lnTo>
                <a:lnTo>
                  <a:pt x="903025" y="71958"/>
                </a:lnTo>
                <a:lnTo>
                  <a:pt x="887820" y="61243"/>
                </a:lnTo>
                <a:lnTo>
                  <a:pt x="872956" y="52664"/>
                </a:lnTo>
                <a:lnTo>
                  <a:pt x="863789" y="48538"/>
                </a:lnTo>
                <a:lnTo>
                  <a:pt x="854624" y="45514"/>
                </a:lnTo>
                <a:lnTo>
                  <a:pt x="845512" y="43418"/>
                </a:lnTo>
                <a:lnTo>
                  <a:pt x="841805" y="42964"/>
                </a:lnTo>
                <a:lnTo>
                  <a:pt x="837523" y="42707"/>
                </a:lnTo>
                <a:lnTo>
                  <a:pt x="833222" y="42707"/>
                </a:lnTo>
                <a:lnTo>
                  <a:pt x="828914" y="42966"/>
                </a:lnTo>
                <a:lnTo>
                  <a:pt x="825095" y="43424"/>
                </a:lnTo>
                <a:lnTo>
                  <a:pt x="816229" y="45463"/>
                </a:lnTo>
                <a:lnTo>
                  <a:pt x="807680" y="48486"/>
                </a:lnTo>
                <a:lnTo>
                  <a:pt x="793544" y="55742"/>
                </a:lnTo>
                <a:lnTo>
                  <a:pt x="779121" y="65906"/>
                </a:lnTo>
                <a:lnTo>
                  <a:pt x="758614" y="84146"/>
                </a:lnTo>
                <a:lnTo>
                  <a:pt x="732064" y="113033"/>
                </a:lnTo>
                <a:lnTo>
                  <a:pt x="660299" y="206172"/>
                </a:lnTo>
                <a:lnTo>
                  <a:pt x="660229" y="206261"/>
                </a:lnTo>
                <a:lnTo>
                  <a:pt x="621274" y="256268"/>
                </a:lnTo>
                <a:lnTo>
                  <a:pt x="620582" y="257111"/>
                </a:lnTo>
                <a:lnTo>
                  <a:pt x="592788" y="289258"/>
                </a:lnTo>
                <a:lnTo>
                  <a:pt x="591824" y="290300"/>
                </a:lnTo>
                <a:lnTo>
                  <a:pt x="564030" y="318429"/>
                </a:lnTo>
                <a:lnTo>
                  <a:pt x="562897" y="319495"/>
                </a:lnTo>
                <a:lnTo>
                  <a:pt x="540684" y="338918"/>
                </a:lnTo>
                <a:lnTo>
                  <a:pt x="539330" y="340007"/>
                </a:lnTo>
                <a:lnTo>
                  <a:pt x="517006" y="356527"/>
                </a:lnTo>
                <a:lnTo>
                  <a:pt x="515531" y="357526"/>
                </a:lnTo>
                <a:lnTo>
                  <a:pt x="493319" y="371256"/>
                </a:lnTo>
                <a:lnTo>
                  <a:pt x="491717" y="372153"/>
                </a:lnTo>
                <a:lnTo>
                  <a:pt x="469393" y="383426"/>
                </a:lnTo>
                <a:lnTo>
                  <a:pt x="468083" y="384033"/>
                </a:lnTo>
                <a:lnTo>
                  <a:pt x="451452" y="391065"/>
                </a:lnTo>
                <a:lnTo>
                  <a:pt x="450250" y="391531"/>
                </a:lnTo>
                <a:lnTo>
                  <a:pt x="433506" y="397447"/>
                </a:lnTo>
                <a:lnTo>
                  <a:pt x="432440" y="397793"/>
                </a:lnTo>
                <a:close/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AEF52-9313-4CD4-B958-CC04BD38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3418" y="3957303"/>
            <a:ext cx="2146474" cy="1060066"/>
          </a:xfrm>
          <a:custGeom xmlns:a="http://schemas.openxmlformats.org/drawingml/2006/main">
            <a:pathLst>
              <a:path w="2146474" h="1060066" fill="none">
                <a:moveTo>
                  <a:pt x="0" y="1060066"/>
                </a:moveTo>
                <a:lnTo>
                  <a:pt x="2146474" y="1060066"/>
                </a:lnTo>
                <a:lnTo>
                  <a:pt x="2146474" y="0"/>
                </a:lnTo>
                <a:lnTo>
                  <a:pt x="0" y="0"/>
                </a:lnTo>
                <a:lnTo>
                  <a:pt x="0" y="1060066"/>
                </a:lnTo>
                <a:close/>
                <a:moveTo>
                  <a:pt x="0" y="1060066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0B7CF0-EB8F-4019-9F51-5A8A73B3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5043" y="3114459"/>
            <a:ext cx="117425" cy="118765"/>
          </a:xfrm>
          <a:custGeom xmlns:a="http://schemas.openxmlformats.org/drawingml/2006/main">
            <a:pathLst>
              <a:path w="117425" h="118765">
                <a:moveTo>
                  <a:pt x="117425" y="0"/>
                </a:moveTo>
                <a:lnTo>
                  <a:pt x="81707" y="0"/>
                </a:lnTo>
                <a:lnTo>
                  <a:pt x="81707" y="3572"/>
                </a:lnTo>
                <a:cubicBezTo>
                  <a:pt x="87957" y="4018"/>
                  <a:pt x="93762" y="6251"/>
                  <a:pt x="93762" y="12055"/>
                </a:cubicBezTo>
                <a:cubicBezTo>
                  <a:pt x="93762" y="21431"/>
                  <a:pt x="75456" y="61168"/>
                  <a:pt x="66973" y="86171"/>
                </a:cubicBezTo>
                <a:lnTo>
                  <a:pt x="40630" y="20538"/>
                </a:lnTo>
                <a:cubicBezTo>
                  <a:pt x="39737" y="18306"/>
                  <a:pt x="38398" y="14288"/>
                  <a:pt x="38398" y="11609"/>
                </a:cubicBezTo>
                <a:cubicBezTo>
                  <a:pt x="38398" y="4911"/>
                  <a:pt x="44202" y="4018"/>
                  <a:pt x="50006" y="3572"/>
                </a:cubicBezTo>
                <a:lnTo>
                  <a:pt x="50006" y="0"/>
                </a:lnTo>
                <a:lnTo>
                  <a:pt x="0" y="0"/>
                </a:lnTo>
                <a:lnTo>
                  <a:pt x="0" y="3572"/>
                </a:lnTo>
                <a:cubicBezTo>
                  <a:pt x="4911" y="4018"/>
                  <a:pt x="10269" y="5358"/>
                  <a:pt x="13841" y="13395"/>
                </a:cubicBezTo>
                <a:cubicBezTo>
                  <a:pt x="23217" y="31254"/>
                  <a:pt x="47774" y="90636"/>
                  <a:pt x="54025" y="106710"/>
                </a:cubicBezTo>
                <a:cubicBezTo>
                  <a:pt x="58043" y="117872"/>
                  <a:pt x="58489" y="118765"/>
                  <a:pt x="61168" y="118765"/>
                </a:cubicBezTo>
                <a:cubicBezTo>
                  <a:pt x="62954" y="118765"/>
                  <a:pt x="65187" y="112961"/>
                  <a:pt x="67866" y="105817"/>
                </a:cubicBezTo>
                <a:lnTo>
                  <a:pt x="100459" y="23664"/>
                </a:lnTo>
                <a:cubicBezTo>
                  <a:pt x="106710" y="8483"/>
                  <a:pt x="108496" y="4465"/>
                  <a:pt x="117425" y="3572"/>
                </a:cubicBezTo>
                <a:lnTo>
                  <a:pt x="117425" y="0"/>
                </a:lnTo>
                <a:close/>
                <a:moveTo>
                  <a:pt x="117425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C7D1A-1C7D-4488-9C3D-B96D43A8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0720" y="3111780"/>
            <a:ext cx="112961" cy="120551"/>
          </a:xfrm>
          <a:custGeom xmlns:a="http://schemas.openxmlformats.org/drawingml/2006/main">
            <a:pathLst>
              <a:path w="112961" h="120551">
                <a:moveTo>
                  <a:pt x="55364" y="0"/>
                </a:moveTo>
                <a:cubicBezTo>
                  <a:pt x="20985" y="0"/>
                  <a:pt x="0" y="28129"/>
                  <a:pt x="0" y="59382"/>
                </a:cubicBezTo>
                <a:cubicBezTo>
                  <a:pt x="0" y="94208"/>
                  <a:pt x="22771" y="120551"/>
                  <a:pt x="55811" y="120551"/>
                </a:cubicBezTo>
                <a:cubicBezTo>
                  <a:pt x="95101" y="120551"/>
                  <a:pt x="112961" y="84832"/>
                  <a:pt x="112961" y="59382"/>
                </a:cubicBezTo>
                <a:cubicBezTo>
                  <a:pt x="112961" y="22324"/>
                  <a:pt x="88850" y="0"/>
                  <a:pt x="55364" y="0"/>
                </a:cubicBezTo>
                <a:close/>
                <a:moveTo>
                  <a:pt x="59382" y="113407"/>
                </a:moveTo>
                <a:cubicBezTo>
                  <a:pt x="29021" y="113407"/>
                  <a:pt x="22771" y="66080"/>
                  <a:pt x="22771" y="47327"/>
                </a:cubicBezTo>
                <a:cubicBezTo>
                  <a:pt x="22771" y="20538"/>
                  <a:pt x="37058" y="7144"/>
                  <a:pt x="53132" y="7144"/>
                </a:cubicBezTo>
                <a:cubicBezTo>
                  <a:pt x="76795" y="7144"/>
                  <a:pt x="89743" y="35272"/>
                  <a:pt x="89743" y="66973"/>
                </a:cubicBezTo>
                <a:cubicBezTo>
                  <a:pt x="89743" y="103584"/>
                  <a:pt x="72777" y="113407"/>
                  <a:pt x="59382" y="113407"/>
                </a:cubicBezTo>
                <a:close/>
                <a:moveTo>
                  <a:pt x="59382" y="11340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9F5DF-1009-4909-A814-3E9FFF28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6163" y="3054630"/>
            <a:ext cx="61168" cy="175022"/>
          </a:xfrm>
          <a:custGeom xmlns:a="http://schemas.openxmlformats.org/drawingml/2006/main">
            <a:pathLst>
              <a:path w="61168" h="175022">
                <a:moveTo>
                  <a:pt x="446" y="175022"/>
                </a:moveTo>
                <a:lnTo>
                  <a:pt x="61168" y="175022"/>
                </a:lnTo>
                <a:lnTo>
                  <a:pt x="61168" y="171004"/>
                </a:lnTo>
                <a:cubicBezTo>
                  <a:pt x="45988" y="170557"/>
                  <a:pt x="41523" y="168325"/>
                  <a:pt x="41523" y="153591"/>
                </a:cubicBezTo>
                <a:lnTo>
                  <a:pt x="41523" y="446"/>
                </a:lnTo>
                <a:lnTo>
                  <a:pt x="40630" y="0"/>
                </a:lnTo>
                <a:cubicBezTo>
                  <a:pt x="27236" y="4465"/>
                  <a:pt x="13395" y="8037"/>
                  <a:pt x="0" y="11162"/>
                </a:cubicBezTo>
                <a:lnTo>
                  <a:pt x="0" y="15180"/>
                </a:lnTo>
                <a:cubicBezTo>
                  <a:pt x="3125" y="15180"/>
                  <a:pt x="5358" y="14734"/>
                  <a:pt x="8483" y="14734"/>
                </a:cubicBezTo>
                <a:cubicBezTo>
                  <a:pt x="18752" y="14734"/>
                  <a:pt x="20092" y="18752"/>
                  <a:pt x="20092" y="30361"/>
                </a:cubicBezTo>
                <a:lnTo>
                  <a:pt x="20092" y="152698"/>
                </a:lnTo>
                <a:cubicBezTo>
                  <a:pt x="20092" y="166985"/>
                  <a:pt x="15627" y="170111"/>
                  <a:pt x="446" y="171004"/>
                </a:cubicBezTo>
                <a:lnTo>
                  <a:pt x="446" y="175022"/>
                </a:lnTo>
                <a:close/>
                <a:moveTo>
                  <a:pt x="446" y="17502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E19E90-9238-4F5F-8D48-7D2F4B54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4720" y="3114459"/>
            <a:ext cx="120551" cy="117872"/>
          </a:xfrm>
          <a:custGeom xmlns:a="http://schemas.openxmlformats.org/drawingml/2006/main">
            <a:pathLst>
              <a:path w="120551" h="117872">
                <a:moveTo>
                  <a:pt x="120551" y="102245"/>
                </a:moveTo>
                <a:cubicBezTo>
                  <a:pt x="105370" y="102691"/>
                  <a:pt x="104477" y="96887"/>
                  <a:pt x="104477" y="87957"/>
                </a:cubicBezTo>
                <a:lnTo>
                  <a:pt x="104477" y="0"/>
                </a:lnTo>
                <a:lnTo>
                  <a:pt x="64294" y="0"/>
                </a:lnTo>
                <a:lnTo>
                  <a:pt x="64294" y="4018"/>
                </a:lnTo>
                <a:cubicBezTo>
                  <a:pt x="82153" y="4911"/>
                  <a:pt x="83046" y="10269"/>
                  <a:pt x="83046" y="20538"/>
                </a:cubicBezTo>
                <a:lnTo>
                  <a:pt x="83046" y="80814"/>
                </a:lnTo>
                <a:cubicBezTo>
                  <a:pt x="83046" y="88850"/>
                  <a:pt x="81260" y="91529"/>
                  <a:pt x="79028" y="93762"/>
                </a:cubicBezTo>
                <a:cubicBezTo>
                  <a:pt x="71884" y="99120"/>
                  <a:pt x="64294" y="102691"/>
                  <a:pt x="56704" y="102691"/>
                </a:cubicBezTo>
                <a:cubicBezTo>
                  <a:pt x="39737" y="102691"/>
                  <a:pt x="37505" y="87064"/>
                  <a:pt x="37505" y="83493"/>
                </a:cubicBezTo>
                <a:lnTo>
                  <a:pt x="37505" y="0"/>
                </a:lnTo>
                <a:lnTo>
                  <a:pt x="0" y="0"/>
                </a:lnTo>
                <a:lnTo>
                  <a:pt x="0" y="3572"/>
                </a:lnTo>
                <a:cubicBezTo>
                  <a:pt x="7590" y="4018"/>
                  <a:pt x="16073" y="4465"/>
                  <a:pt x="16073" y="19645"/>
                </a:cubicBezTo>
                <a:lnTo>
                  <a:pt x="16073" y="84386"/>
                </a:lnTo>
                <a:cubicBezTo>
                  <a:pt x="16073" y="111621"/>
                  <a:pt x="36165" y="117872"/>
                  <a:pt x="46434" y="117872"/>
                </a:cubicBezTo>
                <a:cubicBezTo>
                  <a:pt x="50899" y="117872"/>
                  <a:pt x="63401" y="116532"/>
                  <a:pt x="73223" y="106710"/>
                </a:cubicBezTo>
                <a:lnTo>
                  <a:pt x="84386" y="95548"/>
                </a:lnTo>
                <a:lnTo>
                  <a:pt x="84386" y="116979"/>
                </a:lnTo>
                <a:lnTo>
                  <a:pt x="84832" y="117425"/>
                </a:lnTo>
                <a:cubicBezTo>
                  <a:pt x="96887" y="112961"/>
                  <a:pt x="106710" y="109389"/>
                  <a:pt x="120551" y="105817"/>
                </a:cubicBezTo>
                <a:lnTo>
                  <a:pt x="120551" y="102245"/>
                </a:lnTo>
                <a:close/>
                <a:moveTo>
                  <a:pt x="120551" y="10224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2DF89A-A391-48F0-9F44-D55F6254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627" y="3111780"/>
            <a:ext cx="194667" cy="117872"/>
          </a:xfrm>
          <a:custGeom xmlns:a="http://schemas.openxmlformats.org/drawingml/2006/main">
            <a:pathLst>
              <a:path w="194667" h="117872">
                <a:moveTo>
                  <a:pt x="17859" y="95994"/>
                </a:moveTo>
                <a:cubicBezTo>
                  <a:pt x="17859" y="113407"/>
                  <a:pt x="10269" y="113854"/>
                  <a:pt x="0" y="113854"/>
                </a:cubicBezTo>
                <a:lnTo>
                  <a:pt x="0" y="117872"/>
                </a:lnTo>
                <a:lnTo>
                  <a:pt x="57150" y="117872"/>
                </a:lnTo>
                <a:lnTo>
                  <a:pt x="57150" y="113854"/>
                </a:lnTo>
                <a:cubicBezTo>
                  <a:pt x="48220" y="113854"/>
                  <a:pt x="39737" y="113407"/>
                  <a:pt x="39737" y="100905"/>
                </a:cubicBezTo>
                <a:lnTo>
                  <a:pt x="39737" y="28575"/>
                </a:lnTo>
                <a:cubicBezTo>
                  <a:pt x="39737" y="27236"/>
                  <a:pt x="51346" y="13395"/>
                  <a:pt x="69205" y="13395"/>
                </a:cubicBezTo>
                <a:cubicBezTo>
                  <a:pt x="82153" y="13395"/>
                  <a:pt x="86618" y="23217"/>
                  <a:pt x="86618" y="40184"/>
                </a:cubicBezTo>
                <a:lnTo>
                  <a:pt x="86618" y="95994"/>
                </a:lnTo>
                <a:cubicBezTo>
                  <a:pt x="86618" y="112514"/>
                  <a:pt x="80814" y="113407"/>
                  <a:pt x="69205" y="113854"/>
                </a:cubicBezTo>
                <a:lnTo>
                  <a:pt x="69205" y="117872"/>
                </a:lnTo>
                <a:lnTo>
                  <a:pt x="126802" y="117872"/>
                </a:lnTo>
                <a:lnTo>
                  <a:pt x="126802" y="113854"/>
                </a:lnTo>
                <a:cubicBezTo>
                  <a:pt x="116086" y="113854"/>
                  <a:pt x="108049" y="112961"/>
                  <a:pt x="108049" y="93315"/>
                </a:cubicBezTo>
                <a:lnTo>
                  <a:pt x="108049" y="29021"/>
                </a:lnTo>
                <a:cubicBezTo>
                  <a:pt x="113854" y="20092"/>
                  <a:pt x="122783" y="13395"/>
                  <a:pt x="136624" y="13395"/>
                </a:cubicBezTo>
                <a:cubicBezTo>
                  <a:pt x="154930" y="13395"/>
                  <a:pt x="155377" y="28575"/>
                  <a:pt x="155377" y="41523"/>
                </a:cubicBezTo>
                <a:lnTo>
                  <a:pt x="155377" y="95548"/>
                </a:lnTo>
                <a:cubicBezTo>
                  <a:pt x="155377" y="112068"/>
                  <a:pt x="151358" y="112514"/>
                  <a:pt x="138410" y="113854"/>
                </a:cubicBezTo>
                <a:lnTo>
                  <a:pt x="138410" y="117872"/>
                </a:lnTo>
                <a:lnTo>
                  <a:pt x="194667" y="117872"/>
                </a:lnTo>
                <a:lnTo>
                  <a:pt x="194667" y="113854"/>
                </a:lnTo>
                <a:lnTo>
                  <a:pt x="187970" y="113407"/>
                </a:lnTo>
                <a:cubicBezTo>
                  <a:pt x="176808" y="111621"/>
                  <a:pt x="176808" y="104031"/>
                  <a:pt x="176808" y="98227"/>
                </a:cubicBezTo>
                <a:lnTo>
                  <a:pt x="176808" y="45541"/>
                </a:lnTo>
                <a:cubicBezTo>
                  <a:pt x="176808" y="26789"/>
                  <a:pt x="173236" y="0"/>
                  <a:pt x="146893" y="0"/>
                </a:cubicBezTo>
                <a:cubicBezTo>
                  <a:pt x="126355" y="0"/>
                  <a:pt x="110728" y="15180"/>
                  <a:pt x="105370" y="21431"/>
                </a:cubicBezTo>
                <a:cubicBezTo>
                  <a:pt x="102691" y="10716"/>
                  <a:pt x="94655" y="0"/>
                  <a:pt x="78135" y="0"/>
                </a:cubicBezTo>
                <a:cubicBezTo>
                  <a:pt x="64294" y="0"/>
                  <a:pt x="53578" y="8037"/>
                  <a:pt x="38398" y="19645"/>
                </a:cubicBezTo>
                <a:lnTo>
                  <a:pt x="38398" y="446"/>
                </a:lnTo>
                <a:lnTo>
                  <a:pt x="36612" y="0"/>
                </a:lnTo>
                <a:cubicBezTo>
                  <a:pt x="25003" y="4465"/>
                  <a:pt x="12948" y="8037"/>
                  <a:pt x="893" y="11609"/>
                </a:cubicBezTo>
                <a:lnTo>
                  <a:pt x="893" y="16073"/>
                </a:lnTo>
                <a:cubicBezTo>
                  <a:pt x="2679" y="15180"/>
                  <a:pt x="5358" y="14734"/>
                  <a:pt x="8930" y="14734"/>
                </a:cubicBezTo>
                <a:cubicBezTo>
                  <a:pt x="12948" y="14734"/>
                  <a:pt x="17859" y="15180"/>
                  <a:pt x="17859" y="31254"/>
                </a:cubicBezTo>
                <a:lnTo>
                  <a:pt x="17859" y="95994"/>
                </a:lnTo>
                <a:close/>
                <a:moveTo>
                  <a:pt x="17859" y="9599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6D1DA-D328-42DC-94E9-1C28B536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6218" y="3111780"/>
            <a:ext cx="102245" cy="120551"/>
          </a:xfrm>
          <a:custGeom xmlns:a="http://schemas.openxmlformats.org/drawingml/2006/main">
            <a:pathLst>
              <a:path w="102245" h="120551">
                <a:moveTo>
                  <a:pt x="98227" y="75902"/>
                </a:moveTo>
                <a:cubicBezTo>
                  <a:pt x="92422" y="85279"/>
                  <a:pt x="81260" y="102691"/>
                  <a:pt x="58489" y="102691"/>
                </a:cubicBezTo>
                <a:cubicBezTo>
                  <a:pt x="41523" y="102691"/>
                  <a:pt x="20985" y="92422"/>
                  <a:pt x="17859" y="46881"/>
                </a:cubicBezTo>
                <a:lnTo>
                  <a:pt x="97334" y="46881"/>
                </a:lnTo>
                <a:cubicBezTo>
                  <a:pt x="94655" y="13395"/>
                  <a:pt x="76349" y="0"/>
                  <a:pt x="52239" y="0"/>
                </a:cubicBezTo>
                <a:cubicBezTo>
                  <a:pt x="32147" y="0"/>
                  <a:pt x="0" y="15627"/>
                  <a:pt x="0" y="62954"/>
                </a:cubicBezTo>
                <a:cubicBezTo>
                  <a:pt x="0" y="99566"/>
                  <a:pt x="19645" y="120551"/>
                  <a:pt x="48220" y="120551"/>
                </a:cubicBezTo>
                <a:cubicBezTo>
                  <a:pt x="84832" y="120551"/>
                  <a:pt x="100012" y="85725"/>
                  <a:pt x="102245" y="77688"/>
                </a:cubicBezTo>
                <a:lnTo>
                  <a:pt x="98227" y="75902"/>
                </a:lnTo>
                <a:close/>
                <a:moveTo>
                  <a:pt x="18752" y="38844"/>
                </a:moveTo>
                <a:cubicBezTo>
                  <a:pt x="22771" y="16073"/>
                  <a:pt x="32593" y="9376"/>
                  <a:pt x="46881" y="9376"/>
                </a:cubicBezTo>
                <a:cubicBezTo>
                  <a:pt x="66973" y="9376"/>
                  <a:pt x="69652" y="26343"/>
                  <a:pt x="71438" y="38844"/>
                </a:cubicBezTo>
                <a:lnTo>
                  <a:pt x="18752" y="38844"/>
                </a:lnTo>
                <a:close/>
                <a:moveTo>
                  <a:pt x="18752" y="388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5C3377-60E4-4538-A6B0-F365F7AE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9140" y="3111780"/>
            <a:ext cx="84386" cy="117872"/>
          </a:xfrm>
          <a:custGeom xmlns:a="http://schemas.openxmlformats.org/drawingml/2006/main">
            <a:pathLst>
              <a:path w="84386" h="117872">
                <a:moveTo>
                  <a:pt x="18306" y="96441"/>
                </a:moveTo>
                <a:cubicBezTo>
                  <a:pt x="18306" y="110728"/>
                  <a:pt x="13841" y="111621"/>
                  <a:pt x="0" y="113854"/>
                </a:cubicBezTo>
                <a:lnTo>
                  <a:pt x="0" y="117872"/>
                </a:lnTo>
                <a:lnTo>
                  <a:pt x="61615" y="117872"/>
                </a:lnTo>
                <a:lnTo>
                  <a:pt x="61615" y="113854"/>
                </a:lnTo>
                <a:cubicBezTo>
                  <a:pt x="48220" y="113407"/>
                  <a:pt x="39737" y="112514"/>
                  <a:pt x="39737" y="94655"/>
                </a:cubicBezTo>
                <a:lnTo>
                  <a:pt x="39737" y="37058"/>
                </a:lnTo>
                <a:cubicBezTo>
                  <a:pt x="39737" y="29021"/>
                  <a:pt x="50899" y="16073"/>
                  <a:pt x="57150" y="16073"/>
                </a:cubicBezTo>
                <a:cubicBezTo>
                  <a:pt x="63401" y="16073"/>
                  <a:pt x="65633" y="25003"/>
                  <a:pt x="74563" y="25003"/>
                </a:cubicBezTo>
                <a:cubicBezTo>
                  <a:pt x="80814" y="25003"/>
                  <a:pt x="84386" y="20092"/>
                  <a:pt x="84386" y="13841"/>
                </a:cubicBezTo>
                <a:cubicBezTo>
                  <a:pt x="84386" y="5358"/>
                  <a:pt x="79474" y="0"/>
                  <a:pt x="70545" y="0"/>
                </a:cubicBezTo>
                <a:cubicBezTo>
                  <a:pt x="60722" y="0"/>
                  <a:pt x="52239" y="4911"/>
                  <a:pt x="40184" y="23217"/>
                </a:cubicBezTo>
                <a:lnTo>
                  <a:pt x="39737" y="23217"/>
                </a:lnTo>
                <a:lnTo>
                  <a:pt x="39737" y="446"/>
                </a:lnTo>
                <a:lnTo>
                  <a:pt x="38398" y="0"/>
                </a:lnTo>
                <a:cubicBezTo>
                  <a:pt x="25896" y="4911"/>
                  <a:pt x="12948" y="9823"/>
                  <a:pt x="446" y="13841"/>
                </a:cubicBezTo>
                <a:lnTo>
                  <a:pt x="446" y="17859"/>
                </a:lnTo>
                <a:cubicBezTo>
                  <a:pt x="2679" y="17413"/>
                  <a:pt x="5358" y="16966"/>
                  <a:pt x="9376" y="16966"/>
                </a:cubicBezTo>
                <a:cubicBezTo>
                  <a:pt x="13395" y="16966"/>
                  <a:pt x="18306" y="16966"/>
                  <a:pt x="18306" y="32147"/>
                </a:cubicBezTo>
                <a:lnTo>
                  <a:pt x="18306" y="96441"/>
                </a:lnTo>
                <a:close/>
                <a:moveTo>
                  <a:pt x="18306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627B0-AF28-4FD4-8394-394FCF00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9380" y="3111780"/>
            <a:ext cx="102245" cy="120551"/>
          </a:xfrm>
          <a:custGeom xmlns:a="http://schemas.openxmlformats.org/drawingml/2006/main">
            <a:pathLst>
              <a:path w="102245" h="120551">
                <a:moveTo>
                  <a:pt x="98227" y="75902"/>
                </a:moveTo>
                <a:cubicBezTo>
                  <a:pt x="92422" y="85279"/>
                  <a:pt x="81260" y="102691"/>
                  <a:pt x="58489" y="102691"/>
                </a:cubicBezTo>
                <a:cubicBezTo>
                  <a:pt x="41523" y="102691"/>
                  <a:pt x="20985" y="92422"/>
                  <a:pt x="17859" y="46881"/>
                </a:cubicBezTo>
                <a:lnTo>
                  <a:pt x="97334" y="46881"/>
                </a:lnTo>
                <a:cubicBezTo>
                  <a:pt x="94655" y="13395"/>
                  <a:pt x="76349" y="0"/>
                  <a:pt x="52239" y="0"/>
                </a:cubicBezTo>
                <a:cubicBezTo>
                  <a:pt x="32147" y="0"/>
                  <a:pt x="0" y="15627"/>
                  <a:pt x="0" y="62954"/>
                </a:cubicBezTo>
                <a:cubicBezTo>
                  <a:pt x="0" y="99566"/>
                  <a:pt x="19645" y="120551"/>
                  <a:pt x="48220" y="120551"/>
                </a:cubicBezTo>
                <a:cubicBezTo>
                  <a:pt x="84832" y="120551"/>
                  <a:pt x="100012" y="85725"/>
                  <a:pt x="102245" y="77688"/>
                </a:cubicBezTo>
                <a:lnTo>
                  <a:pt x="98227" y="75902"/>
                </a:lnTo>
                <a:close/>
                <a:moveTo>
                  <a:pt x="18752" y="38844"/>
                </a:moveTo>
                <a:cubicBezTo>
                  <a:pt x="22771" y="16073"/>
                  <a:pt x="32593" y="9376"/>
                  <a:pt x="46881" y="9376"/>
                </a:cubicBezTo>
                <a:cubicBezTo>
                  <a:pt x="66973" y="9376"/>
                  <a:pt x="69652" y="26343"/>
                  <a:pt x="71438" y="38844"/>
                </a:cubicBezTo>
                <a:lnTo>
                  <a:pt x="18752" y="38844"/>
                </a:lnTo>
                <a:close/>
                <a:moveTo>
                  <a:pt x="18752" y="388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AC596-BAE1-40BC-92CF-152DAF90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0920" y="3111780"/>
            <a:ext cx="120104" cy="117872"/>
          </a:xfrm>
          <a:custGeom xmlns:a="http://schemas.openxmlformats.org/drawingml/2006/main">
            <a:pathLst>
              <a:path w="120104" h="117872">
                <a:moveTo>
                  <a:pt x="16520" y="94655"/>
                </a:moveTo>
                <a:cubicBezTo>
                  <a:pt x="16520" y="109835"/>
                  <a:pt x="12502" y="113407"/>
                  <a:pt x="446" y="113854"/>
                </a:cubicBezTo>
                <a:lnTo>
                  <a:pt x="446" y="117872"/>
                </a:lnTo>
                <a:lnTo>
                  <a:pt x="54918" y="117872"/>
                </a:lnTo>
                <a:lnTo>
                  <a:pt x="54918" y="113854"/>
                </a:lnTo>
                <a:cubicBezTo>
                  <a:pt x="41523" y="113407"/>
                  <a:pt x="37951" y="108942"/>
                  <a:pt x="37951" y="100905"/>
                </a:cubicBezTo>
                <a:lnTo>
                  <a:pt x="37951" y="28575"/>
                </a:lnTo>
                <a:cubicBezTo>
                  <a:pt x="47774" y="19199"/>
                  <a:pt x="55811" y="14288"/>
                  <a:pt x="63401" y="14288"/>
                </a:cubicBezTo>
                <a:cubicBezTo>
                  <a:pt x="78581" y="14288"/>
                  <a:pt x="83046" y="23217"/>
                  <a:pt x="83046" y="38844"/>
                </a:cubicBezTo>
                <a:lnTo>
                  <a:pt x="83046" y="92422"/>
                </a:lnTo>
                <a:cubicBezTo>
                  <a:pt x="83046" y="112068"/>
                  <a:pt x="76349" y="113407"/>
                  <a:pt x="66973" y="113854"/>
                </a:cubicBezTo>
                <a:lnTo>
                  <a:pt x="66973" y="117872"/>
                </a:lnTo>
                <a:lnTo>
                  <a:pt x="120104" y="117872"/>
                </a:lnTo>
                <a:lnTo>
                  <a:pt x="120104" y="113854"/>
                </a:lnTo>
                <a:cubicBezTo>
                  <a:pt x="107603" y="112961"/>
                  <a:pt x="104477" y="108942"/>
                  <a:pt x="104477" y="97334"/>
                </a:cubicBezTo>
                <a:lnTo>
                  <a:pt x="104477" y="38398"/>
                </a:lnTo>
                <a:cubicBezTo>
                  <a:pt x="104477" y="6697"/>
                  <a:pt x="86618" y="0"/>
                  <a:pt x="74563" y="0"/>
                </a:cubicBezTo>
                <a:cubicBezTo>
                  <a:pt x="59382" y="0"/>
                  <a:pt x="50006" y="8930"/>
                  <a:pt x="37058" y="20538"/>
                </a:cubicBezTo>
                <a:lnTo>
                  <a:pt x="37058" y="446"/>
                </a:lnTo>
                <a:lnTo>
                  <a:pt x="35272" y="0"/>
                </a:lnTo>
                <a:cubicBezTo>
                  <a:pt x="23664" y="4465"/>
                  <a:pt x="11609" y="8037"/>
                  <a:pt x="0" y="11609"/>
                </a:cubicBezTo>
                <a:lnTo>
                  <a:pt x="0" y="16073"/>
                </a:lnTo>
                <a:cubicBezTo>
                  <a:pt x="893" y="15180"/>
                  <a:pt x="4018" y="14734"/>
                  <a:pt x="7590" y="14734"/>
                </a:cubicBezTo>
                <a:cubicBezTo>
                  <a:pt x="11609" y="14734"/>
                  <a:pt x="16520" y="15180"/>
                  <a:pt x="16520" y="31254"/>
                </a:cubicBezTo>
                <a:lnTo>
                  <a:pt x="16520" y="94655"/>
                </a:lnTo>
                <a:close/>
                <a:moveTo>
                  <a:pt x="16520" y="946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28A235-219F-40D0-A78A-1717E299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1721" y="3054630"/>
            <a:ext cx="119211" cy="177701"/>
          </a:xfrm>
          <a:custGeom xmlns:a="http://schemas.openxmlformats.org/drawingml/2006/main">
            <a:pathLst>
              <a:path w="119211" h="177701">
                <a:moveTo>
                  <a:pt x="80367" y="148679"/>
                </a:moveTo>
                <a:cubicBezTo>
                  <a:pt x="78581" y="158055"/>
                  <a:pt x="68312" y="164306"/>
                  <a:pt x="57596" y="164306"/>
                </a:cubicBezTo>
                <a:cubicBezTo>
                  <a:pt x="40630" y="164306"/>
                  <a:pt x="22324" y="150019"/>
                  <a:pt x="22324" y="111621"/>
                </a:cubicBezTo>
                <a:cubicBezTo>
                  <a:pt x="22324" y="76795"/>
                  <a:pt x="39737" y="64294"/>
                  <a:pt x="54025" y="64294"/>
                </a:cubicBezTo>
                <a:cubicBezTo>
                  <a:pt x="66080" y="64294"/>
                  <a:pt x="78581" y="72330"/>
                  <a:pt x="80367" y="89743"/>
                </a:cubicBezTo>
                <a:lnTo>
                  <a:pt x="80367" y="148679"/>
                </a:lnTo>
                <a:close/>
                <a:moveTo>
                  <a:pt x="119211" y="160288"/>
                </a:moveTo>
                <a:cubicBezTo>
                  <a:pt x="101798" y="161627"/>
                  <a:pt x="101798" y="156270"/>
                  <a:pt x="101798" y="146000"/>
                </a:cubicBezTo>
                <a:lnTo>
                  <a:pt x="101798" y="446"/>
                </a:lnTo>
                <a:lnTo>
                  <a:pt x="100905" y="0"/>
                </a:lnTo>
                <a:cubicBezTo>
                  <a:pt x="88404" y="4465"/>
                  <a:pt x="75902" y="8037"/>
                  <a:pt x="62954" y="11162"/>
                </a:cubicBezTo>
                <a:lnTo>
                  <a:pt x="62954" y="15180"/>
                </a:lnTo>
                <a:cubicBezTo>
                  <a:pt x="65187" y="15180"/>
                  <a:pt x="67419" y="15180"/>
                  <a:pt x="69205" y="15180"/>
                </a:cubicBezTo>
                <a:cubicBezTo>
                  <a:pt x="80367" y="15180"/>
                  <a:pt x="80367" y="20538"/>
                  <a:pt x="80367" y="28129"/>
                </a:cubicBezTo>
                <a:lnTo>
                  <a:pt x="80367" y="68312"/>
                </a:lnTo>
                <a:cubicBezTo>
                  <a:pt x="71884" y="60722"/>
                  <a:pt x="64294" y="57150"/>
                  <a:pt x="53132" y="57150"/>
                </a:cubicBezTo>
                <a:cubicBezTo>
                  <a:pt x="24557" y="57150"/>
                  <a:pt x="0" y="86618"/>
                  <a:pt x="0" y="120104"/>
                </a:cubicBezTo>
                <a:cubicBezTo>
                  <a:pt x="0" y="172343"/>
                  <a:pt x="37058" y="177701"/>
                  <a:pt x="46881" y="177701"/>
                </a:cubicBezTo>
                <a:cubicBezTo>
                  <a:pt x="65633" y="177701"/>
                  <a:pt x="75456" y="168325"/>
                  <a:pt x="79921" y="161181"/>
                </a:cubicBezTo>
                <a:lnTo>
                  <a:pt x="80367" y="161181"/>
                </a:lnTo>
                <a:lnTo>
                  <a:pt x="80367" y="176808"/>
                </a:lnTo>
                <a:lnTo>
                  <a:pt x="81260" y="177701"/>
                </a:lnTo>
                <a:cubicBezTo>
                  <a:pt x="95101" y="172789"/>
                  <a:pt x="106710" y="168771"/>
                  <a:pt x="119211" y="164306"/>
                </a:cubicBezTo>
                <a:lnTo>
                  <a:pt x="119211" y="160288"/>
                </a:lnTo>
                <a:close/>
                <a:moveTo>
                  <a:pt x="119211" y="16028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F35E69-773B-45E1-BA52-5B7204C3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9397" y="3111780"/>
            <a:ext cx="102245" cy="120551"/>
          </a:xfrm>
          <a:custGeom xmlns:a="http://schemas.openxmlformats.org/drawingml/2006/main">
            <a:pathLst>
              <a:path w="102245" h="120551">
                <a:moveTo>
                  <a:pt x="98227" y="75902"/>
                </a:moveTo>
                <a:cubicBezTo>
                  <a:pt x="92422" y="85279"/>
                  <a:pt x="81260" y="102691"/>
                  <a:pt x="58489" y="102691"/>
                </a:cubicBezTo>
                <a:cubicBezTo>
                  <a:pt x="41523" y="102691"/>
                  <a:pt x="20985" y="92422"/>
                  <a:pt x="17859" y="46881"/>
                </a:cubicBezTo>
                <a:lnTo>
                  <a:pt x="97334" y="46881"/>
                </a:lnTo>
                <a:cubicBezTo>
                  <a:pt x="94655" y="13395"/>
                  <a:pt x="76349" y="0"/>
                  <a:pt x="52239" y="0"/>
                </a:cubicBezTo>
                <a:cubicBezTo>
                  <a:pt x="32147" y="0"/>
                  <a:pt x="0" y="15627"/>
                  <a:pt x="0" y="62954"/>
                </a:cubicBezTo>
                <a:cubicBezTo>
                  <a:pt x="0" y="99566"/>
                  <a:pt x="19645" y="120551"/>
                  <a:pt x="48220" y="120551"/>
                </a:cubicBezTo>
                <a:cubicBezTo>
                  <a:pt x="84832" y="120551"/>
                  <a:pt x="100012" y="85725"/>
                  <a:pt x="102245" y="77688"/>
                </a:cubicBezTo>
                <a:lnTo>
                  <a:pt x="98227" y="75902"/>
                </a:lnTo>
                <a:close/>
                <a:moveTo>
                  <a:pt x="18752" y="38844"/>
                </a:moveTo>
                <a:cubicBezTo>
                  <a:pt x="22771" y="16073"/>
                  <a:pt x="32593" y="9376"/>
                  <a:pt x="46881" y="9376"/>
                </a:cubicBezTo>
                <a:cubicBezTo>
                  <a:pt x="66973" y="9376"/>
                  <a:pt x="69652" y="26343"/>
                  <a:pt x="71438" y="38844"/>
                </a:cubicBezTo>
                <a:lnTo>
                  <a:pt x="18752" y="38844"/>
                </a:lnTo>
                <a:close/>
                <a:moveTo>
                  <a:pt x="18752" y="3884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3F1FB-55C2-4CC7-9C7D-98038D1C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8258" y="3111780"/>
            <a:ext cx="84386" cy="117872"/>
          </a:xfrm>
          <a:custGeom xmlns:a="http://schemas.openxmlformats.org/drawingml/2006/main">
            <a:pathLst>
              <a:path w="84386" h="117872">
                <a:moveTo>
                  <a:pt x="18306" y="96441"/>
                </a:moveTo>
                <a:cubicBezTo>
                  <a:pt x="18306" y="110728"/>
                  <a:pt x="13841" y="111621"/>
                  <a:pt x="0" y="113854"/>
                </a:cubicBezTo>
                <a:lnTo>
                  <a:pt x="0" y="117872"/>
                </a:lnTo>
                <a:lnTo>
                  <a:pt x="61615" y="117872"/>
                </a:lnTo>
                <a:lnTo>
                  <a:pt x="61615" y="113854"/>
                </a:lnTo>
                <a:cubicBezTo>
                  <a:pt x="48220" y="113407"/>
                  <a:pt x="39737" y="112514"/>
                  <a:pt x="39737" y="94655"/>
                </a:cubicBezTo>
                <a:lnTo>
                  <a:pt x="39737" y="37058"/>
                </a:lnTo>
                <a:cubicBezTo>
                  <a:pt x="39737" y="29021"/>
                  <a:pt x="50899" y="16073"/>
                  <a:pt x="57150" y="16073"/>
                </a:cubicBezTo>
                <a:cubicBezTo>
                  <a:pt x="63401" y="16073"/>
                  <a:pt x="65633" y="25003"/>
                  <a:pt x="74563" y="25003"/>
                </a:cubicBezTo>
                <a:cubicBezTo>
                  <a:pt x="80814" y="25003"/>
                  <a:pt x="84386" y="20092"/>
                  <a:pt x="84386" y="13841"/>
                </a:cubicBezTo>
                <a:cubicBezTo>
                  <a:pt x="84386" y="5358"/>
                  <a:pt x="79474" y="0"/>
                  <a:pt x="70545" y="0"/>
                </a:cubicBezTo>
                <a:cubicBezTo>
                  <a:pt x="60722" y="0"/>
                  <a:pt x="52239" y="4911"/>
                  <a:pt x="40184" y="23217"/>
                </a:cubicBezTo>
                <a:lnTo>
                  <a:pt x="39737" y="23217"/>
                </a:lnTo>
                <a:lnTo>
                  <a:pt x="39737" y="446"/>
                </a:lnTo>
                <a:lnTo>
                  <a:pt x="38398" y="0"/>
                </a:lnTo>
                <a:cubicBezTo>
                  <a:pt x="25896" y="4911"/>
                  <a:pt x="12948" y="9823"/>
                  <a:pt x="446" y="13841"/>
                </a:cubicBezTo>
                <a:lnTo>
                  <a:pt x="446" y="17859"/>
                </a:lnTo>
                <a:cubicBezTo>
                  <a:pt x="2679" y="17413"/>
                  <a:pt x="5358" y="16966"/>
                  <a:pt x="9376" y="16966"/>
                </a:cubicBezTo>
                <a:cubicBezTo>
                  <a:pt x="13395" y="16966"/>
                  <a:pt x="18306" y="16966"/>
                  <a:pt x="18306" y="32147"/>
                </a:cubicBezTo>
                <a:lnTo>
                  <a:pt x="18306" y="96441"/>
                </a:lnTo>
                <a:close/>
                <a:moveTo>
                  <a:pt x="18306" y="9644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5A17D-BF08-4253-95B4-3A937493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6266" y="3054630"/>
            <a:ext cx="60722" cy="175022"/>
          </a:xfrm>
          <a:custGeom xmlns:a="http://schemas.openxmlformats.org/drawingml/2006/main">
            <a:pathLst>
              <a:path w="60722" h="175022">
                <a:moveTo>
                  <a:pt x="0" y="175022"/>
                </a:moveTo>
                <a:lnTo>
                  <a:pt x="60722" y="175022"/>
                </a:lnTo>
                <a:lnTo>
                  <a:pt x="60722" y="171004"/>
                </a:lnTo>
                <a:cubicBezTo>
                  <a:pt x="43309" y="170111"/>
                  <a:pt x="41970" y="165646"/>
                  <a:pt x="41970" y="148679"/>
                </a:cubicBezTo>
                <a:lnTo>
                  <a:pt x="41970" y="58043"/>
                </a:lnTo>
                <a:lnTo>
                  <a:pt x="40630" y="57150"/>
                </a:lnTo>
                <a:cubicBezTo>
                  <a:pt x="27682" y="62061"/>
                  <a:pt x="14288" y="66973"/>
                  <a:pt x="893" y="71438"/>
                </a:cubicBezTo>
                <a:lnTo>
                  <a:pt x="893" y="75009"/>
                </a:lnTo>
                <a:cubicBezTo>
                  <a:pt x="4465" y="74563"/>
                  <a:pt x="7590" y="74116"/>
                  <a:pt x="11162" y="74116"/>
                </a:cubicBezTo>
                <a:cubicBezTo>
                  <a:pt x="15627" y="74116"/>
                  <a:pt x="20538" y="74116"/>
                  <a:pt x="20538" y="89297"/>
                </a:cubicBezTo>
                <a:lnTo>
                  <a:pt x="20538" y="148679"/>
                </a:lnTo>
                <a:cubicBezTo>
                  <a:pt x="20538" y="168771"/>
                  <a:pt x="16073" y="170557"/>
                  <a:pt x="0" y="171004"/>
                </a:cubicBezTo>
                <a:lnTo>
                  <a:pt x="0" y="175022"/>
                </a:lnTo>
                <a:close/>
                <a:moveTo>
                  <a:pt x="16073" y="12948"/>
                </a:moveTo>
                <a:cubicBezTo>
                  <a:pt x="16073" y="17859"/>
                  <a:pt x="19645" y="26343"/>
                  <a:pt x="28575" y="26343"/>
                </a:cubicBezTo>
                <a:cubicBezTo>
                  <a:pt x="36612" y="26343"/>
                  <a:pt x="41970" y="20538"/>
                  <a:pt x="41970" y="12948"/>
                </a:cubicBezTo>
                <a:cubicBezTo>
                  <a:pt x="41970" y="5804"/>
                  <a:pt x="36612" y="0"/>
                  <a:pt x="28575" y="0"/>
                </a:cubicBezTo>
                <a:cubicBezTo>
                  <a:pt x="19645" y="0"/>
                  <a:pt x="16073" y="8037"/>
                  <a:pt x="16073" y="12948"/>
                </a:cubicBezTo>
                <a:close/>
                <a:moveTo>
                  <a:pt x="16073" y="12948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3BC04A-EB6E-42E6-B21B-505180D3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7502" y="3111780"/>
            <a:ext cx="120104" cy="117872"/>
          </a:xfrm>
          <a:custGeom xmlns:a="http://schemas.openxmlformats.org/drawingml/2006/main">
            <a:pathLst>
              <a:path w="120104" h="117872">
                <a:moveTo>
                  <a:pt x="16520" y="94655"/>
                </a:moveTo>
                <a:cubicBezTo>
                  <a:pt x="16520" y="109835"/>
                  <a:pt x="12502" y="113407"/>
                  <a:pt x="446" y="113854"/>
                </a:cubicBezTo>
                <a:lnTo>
                  <a:pt x="446" y="117872"/>
                </a:lnTo>
                <a:lnTo>
                  <a:pt x="54918" y="117872"/>
                </a:lnTo>
                <a:lnTo>
                  <a:pt x="54918" y="113854"/>
                </a:lnTo>
                <a:cubicBezTo>
                  <a:pt x="41523" y="113407"/>
                  <a:pt x="37951" y="108942"/>
                  <a:pt x="37951" y="100905"/>
                </a:cubicBezTo>
                <a:lnTo>
                  <a:pt x="37951" y="28575"/>
                </a:lnTo>
                <a:cubicBezTo>
                  <a:pt x="47774" y="19199"/>
                  <a:pt x="55811" y="14288"/>
                  <a:pt x="63401" y="14288"/>
                </a:cubicBezTo>
                <a:cubicBezTo>
                  <a:pt x="78581" y="14288"/>
                  <a:pt x="83046" y="23217"/>
                  <a:pt x="83046" y="38844"/>
                </a:cubicBezTo>
                <a:lnTo>
                  <a:pt x="83046" y="92422"/>
                </a:lnTo>
                <a:cubicBezTo>
                  <a:pt x="83046" y="112068"/>
                  <a:pt x="76349" y="113407"/>
                  <a:pt x="66973" y="113854"/>
                </a:cubicBezTo>
                <a:lnTo>
                  <a:pt x="66973" y="117872"/>
                </a:lnTo>
                <a:lnTo>
                  <a:pt x="120104" y="117872"/>
                </a:lnTo>
                <a:lnTo>
                  <a:pt x="120104" y="113854"/>
                </a:lnTo>
                <a:cubicBezTo>
                  <a:pt x="107603" y="112961"/>
                  <a:pt x="104477" y="108942"/>
                  <a:pt x="104477" y="97334"/>
                </a:cubicBezTo>
                <a:lnTo>
                  <a:pt x="104477" y="38398"/>
                </a:lnTo>
                <a:cubicBezTo>
                  <a:pt x="104477" y="6697"/>
                  <a:pt x="86618" y="0"/>
                  <a:pt x="74563" y="0"/>
                </a:cubicBezTo>
                <a:cubicBezTo>
                  <a:pt x="59382" y="0"/>
                  <a:pt x="50006" y="8930"/>
                  <a:pt x="37058" y="20538"/>
                </a:cubicBezTo>
                <a:lnTo>
                  <a:pt x="37058" y="446"/>
                </a:lnTo>
                <a:lnTo>
                  <a:pt x="35272" y="0"/>
                </a:lnTo>
                <a:cubicBezTo>
                  <a:pt x="23664" y="4465"/>
                  <a:pt x="11609" y="8037"/>
                  <a:pt x="0" y="11609"/>
                </a:cubicBezTo>
                <a:lnTo>
                  <a:pt x="0" y="16073"/>
                </a:lnTo>
                <a:cubicBezTo>
                  <a:pt x="893" y="15180"/>
                  <a:pt x="4018" y="14734"/>
                  <a:pt x="7590" y="14734"/>
                </a:cubicBezTo>
                <a:cubicBezTo>
                  <a:pt x="11609" y="14734"/>
                  <a:pt x="16520" y="15180"/>
                  <a:pt x="16520" y="31254"/>
                </a:cubicBezTo>
                <a:lnTo>
                  <a:pt x="16520" y="94655"/>
                </a:lnTo>
                <a:close/>
                <a:moveTo>
                  <a:pt x="16520" y="946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F6684-A94A-4945-95C2-F7A59FA6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8749" y="3111780"/>
            <a:ext cx="113407" cy="173682"/>
          </a:xfrm>
          <a:custGeom xmlns:a="http://schemas.openxmlformats.org/drawingml/2006/main">
            <a:pathLst>
              <a:path w="113407" h="173682">
                <a:moveTo>
                  <a:pt x="17859" y="141089"/>
                </a:moveTo>
                <a:cubicBezTo>
                  <a:pt x="17859" y="133052"/>
                  <a:pt x="22771" y="127695"/>
                  <a:pt x="30361" y="118318"/>
                </a:cubicBezTo>
                <a:cubicBezTo>
                  <a:pt x="42416" y="120997"/>
                  <a:pt x="48220" y="120997"/>
                  <a:pt x="72330" y="121890"/>
                </a:cubicBezTo>
                <a:cubicBezTo>
                  <a:pt x="91083" y="122337"/>
                  <a:pt x="104031" y="122783"/>
                  <a:pt x="104031" y="134392"/>
                </a:cubicBezTo>
                <a:cubicBezTo>
                  <a:pt x="104031" y="147786"/>
                  <a:pt x="86618" y="158948"/>
                  <a:pt x="56257" y="158948"/>
                </a:cubicBezTo>
                <a:cubicBezTo>
                  <a:pt x="27236" y="158948"/>
                  <a:pt x="17859" y="148679"/>
                  <a:pt x="17859" y="141089"/>
                </a:cubicBezTo>
                <a:close/>
                <a:moveTo>
                  <a:pt x="31700" y="30361"/>
                </a:moveTo>
                <a:cubicBezTo>
                  <a:pt x="31700" y="12948"/>
                  <a:pt x="41970" y="7144"/>
                  <a:pt x="50899" y="7144"/>
                </a:cubicBezTo>
                <a:cubicBezTo>
                  <a:pt x="73223" y="7144"/>
                  <a:pt x="77242" y="41523"/>
                  <a:pt x="77242" y="48667"/>
                </a:cubicBezTo>
                <a:cubicBezTo>
                  <a:pt x="77242" y="54471"/>
                  <a:pt x="75902" y="73223"/>
                  <a:pt x="58489" y="73223"/>
                </a:cubicBezTo>
                <a:cubicBezTo>
                  <a:pt x="38398" y="73223"/>
                  <a:pt x="31700" y="50453"/>
                  <a:pt x="31700" y="30361"/>
                </a:cubicBezTo>
                <a:close/>
                <a:moveTo>
                  <a:pt x="113407" y="18306"/>
                </a:moveTo>
                <a:lnTo>
                  <a:pt x="113407" y="8483"/>
                </a:lnTo>
                <a:lnTo>
                  <a:pt x="93762" y="8483"/>
                </a:lnTo>
                <a:cubicBezTo>
                  <a:pt x="89297" y="8483"/>
                  <a:pt x="84832" y="8037"/>
                  <a:pt x="79474" y="5804"/>
                </a:cubicBezTo>
                <a:cubicBezTo>
                  <a:pt x="69205" y="2232"/>
                  <a:pt x="63401" y="0"/>
                  <a:pt x="54471" y="0"/>
                </a:cubicBezTo>
                <a:cubicBezTo>
                  <a:pt x="35272" y="0"/>
                  <a:pt x="10716" y="12502"/>
                  <a:pt x="10716" y="42862"/>
                </a:cubicBezTo>
                <a:cubicBezTo>
                  <a:pt x="10716" y="57596"/>
                  <a:pt x="19199" y="69652"/>
                  <a:pt x="34379" y="75902"/>
                </a:cubicBezTo>
                <a:cubicBezTo>
                  <a:pt x="11609" y="96441"/>
                  <a:pt x="11609" y="99566"/>
                  <a:pt x="11609" y="104031"/>
                </a:cubicBezTo>
                <a:cubicBezTo>
                  <a:pt x="11609" y="111175"/>
                  <a:pt x="18306" y="114300"/>
                  <a:pt x="25003" y="117425"/>
                </a:cubicBezTo>
                <a:cubicBezTo>
                  <a:pt x="12055" y="126802"/>
                  <a:pt x="0" y="137517"/>
                  <a:pt x="0" y="148679"/>
                </a:cubicBezTo>
                <a:cubicBezTo>
                  <a:pt x="0" y="162520"/>
                  <a:pt x="19199" y="173682"/>
                  <a:pt x="45541" y="173682"/>
                </a:cubicBezTo>
                <a:cubicBezTo>
                  <a:pt x="68312" y="173682"/>
                  <a:pt x="111175" y="159395"/>
                  <a:pt x="111175" y="130373"/>
                </a:cubicBezTo>
                <a:cubicBezTo>
                  <a:pt x="111175" y="123230"/>
                  <a:pt x="107603" y="104477"/>
                  <a:pt x="79921" y="103138"/>
                </a:cubicBezTo>
                <a:lnTo>
                  <a:pt x="46881" y="101352"/>
                </a:lnTo>
                <a:cubicBezTo>
                  <a:pt x="39291" y="101352"/>
                  <a:pt x="26789" y="100459"/>
                  <a:pt x="26789" y="94655"/>
                </a:cubicBezTo>
                <a:cubicBezTo>
                  <a:pt x="26789" y="89297"/>
                  <a:pt x="37058" y="79028"/>
                  <a:pt x="42416" y="78581"/>
                </a:cubicBezTo>
                <a:cubicBezTo>
                  <a:pt x="43755" y="78581"/>
                  <a:pt x="53132" y="79474"/>
                  <a:pt x="56257" y="79474"/>
                </a:cubicBezTo>
                <a:cubicBezTo>
                  <a:pt x="70545" y="79474"/>
                  <a:pt x="96887" y="69652"/>
                  <a:pt x="96887" y="41970"/>
                </a:cubicBezTo>
                <a:cubicBezTo>
                  <a:pt x="96887" y="29021"/>
                  <a:pt x="94655" y="24110"/>
                  <a:pt x="91976" y="18306"/>
                </a:cubicBezTo>
                <a:lnTo>
                  <a:pt x="113407" y="18306"/>
                </a:lnTo>
                <a:close/>
                <a:moveTo>
                  <a:pt x="113407" y="18306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2CCDE-40C6-4C7A-963C-901EA6E2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6290" y="3056416"/>
            <a:ext cx="65187" cy="218777"/>
          </a:xfrm>
          <a:custGeom xmlns:a="http://schemas.openxmlformats.org/drawingml/2006/main">
            <a:pathLst>
              <a:path w="65187" h="218777">
                <a:moveTo>
                  <a:pt x="62954" y="0"/>
                </a:moveTo>
                <a:cubicBezTo>
                  <a:pt x="23217" y="23664"/>
                  <a:pt x="0" y="62061"/>
                  <a:pt x="0" y="106263"/>
                </a:cubicBezTo>
                <a:cubicBezTo>
                  <a:pt x="0" y="141536"/>
                  <a:pt x="8037" y="159841"/>
                  <a:pt x="20985" y="178147"/>
                </a:cubicBezTo>
                <a:cubicBezTo>
                  <a:pt x="30361" y="192881"/>
                  <a:pt x="47327" y="210741"/>
                  <a:pt x="62508" y="218777"/>
                </a:cubicBezTo>
                <a:lnTo>
                  <a:pt x="65187" y="214312"/>
                </a:lnTo>
                <a:cubicBezTo>
                  <a:pt x="21878" y="186630"/>
                  <a:pt x="21878" y="130373"/>
                  <a:pt x="21878" y="104477"/>
                </a:cubicBezTo>
                <a:cubicBezTo>
                  <a:pt x="21878" y="39291"/>
                  <a:pt x="46434" y="19199"/>
                  <a:pt x="65187" y="4018"/>
                </a:cubicBezTo>
                <a:lnTo>
                  <a:pt x="62954" y="0"/>
                </a:lnTo>
                <a:close/>
                <a:moveTo>
                  <a:pt x="6295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4E4F20-2191-499E-B98F-DFBE0D85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2243" y="3059988"/>
            <a:ext cx="150019" cy="169664"/>
          </a:xfrm>
          <a:custGeom xmlns:a="http://schemas.openxmlformats.org/drawingml/2006/main">
            <a:pathLst>
              <a:path w="150019" h="169664">
                <a:moveTo>
                  <a:pt x="150019" y="126355"/>
                </a:moveTo>
                <a:lnTo>
                  <a:pt x="142875" y="126355"/>
                </a:lnTo>
                <a:cubicBezTo>
                  <a:pt x="131266" y="152251"/>
                  <a:pt x="118765" y="159841"/>
                  <a:pt x="86618" y="159841"/>
                </a:cubicBezTo>
                <a:cubicBezTo>
                  <a:pt x="48220" y="159841"/>
                  <a:pt x="48220" y="159841"/>
                  <a:pt x="48220" y="149126"/>
                </a:cubicBezTo>
                <a:lnTo>
                  <a:pt x="48220" y="85725"/>
                </a:lnTo>
                <a:lnTo>
                  <a:pt x="87957" y="86171"/>
                </a:lnTo>
                <a:cubicBezTo>
                  <a:pt x="108942" y="86171"/>
                  <a:pt x="112961" y="89743"/>
                  <a:pt x="116086" y="110282"/>
                </a:cubicBezTo>
                <a:lnTo>
                  <a:pt x="121890" y="110282"/>
                </a:lnTo>
                <a:lnTo>
                  <a:pt x="121890" y="50899"/>
                </a:lnTo>
                <a:lnTo>
                  <a:pt x="116086" y="50899"/>
                </a:lnTo>
                <a:cubicBezTo>
                  <a:pt x="113407" y="69205"/>
                  <a:pt x="110728" y="75456"/>
                  <a:pt x="87957" y="75456"/>
                </a:cubicBezTo>
                <a:lnTo>
                  <a:pt x="48220" y="75456"/>
                </a:lnTo>
                <a:lnTo>
                  <a:pt x="48220" y="18306"/>
                </a:lnTo>
                <a:cubicBezTo>
                  <a:pt x="48220" y="9823"/>
                  <a:pt x="51346" y="9823"/>
                  <a:pt x="56704" y="9823"/>
                </a:cubicBezTo>
                <a:lnTo>
                  <a:pt x="91529" y="9823"/>
                </a:lnTo>
                <a:cubicBezTo>
                  <a:pt x="120104" y="9823"/>
                  <a:pt x="126355" y="13841"/>
                  <a:pt x="130373" y="36612"/>
                </a:cubicBezTo>
                <a:lnTo>
                  <a:pt x="136624" y="36612"/>
                </a:lnTo>
                <a:lnTo>
                  <a:pt x="136178" y="0"/>
                </a:lnTo>
                <a:lnTo>
                  <a:pt x="0" y="0"/>
                </a:lnTo>
                <a:lnTo>
                  <a:pt x="0" y="4911"/>
                </a:lnTo>
                <a:cubicBezTo>
                  <a:pt x="16073" y="6251"/>
                  <a:pt x="22324" y="7590"/>
                  <a:pt x="22324" y="28129"/>
                </a:cubicBezTo>
                <a:lnTo>
                  <a:pt x="22324" y="141536"/>
                </a:lnTo>
                <a:cubicBezTo>
                  <a:pt x="22324" y="161627"/>
                  <a:pt x="16520" y="163860"/>
                  <a:pt x="0" y="164753"/>
                </a:cubicBezTo>
                <a:lnTo>
                  <a:pt x="0" y="169664"/>
                </a:lnTo>
                <a:lnTo>
                  <a:pt x="138410" y="169664"/>
                </a:lnTo>
                <a:lnTo>
                  <a:pt x="150019" y="126355"/>
                </a:lnTo>
                <a:close/>
                <a:moveTo>
                  <a:pt x="150019" y="12635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7B9C0E-8BB6-43C0-8C1F-5253395F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934" y="3111780"/>
            <a:ext cx="118765" cy="173682"/>
          </a:xfrm>
          <a:custGeom xmlns:a="http://schemas.openxmlformats.org/drawingml/2006/main">
            <a:pathLst>
              <a:path w="118765" h="173682">
                <a:moveTo>
                  <a:pt x="86171" y="8930"/>
                </a:moveTo>
                <a:cubicBezTo>
                  <a:pt x="75902" y="3125"/>
                  <a:pt x="70098" y="0"/>
                  <a:pt x="57150" y="0"/>
                </a:cubicBezTo>
                <a:cubicBezTo>
                  <a:pt x="25003" y="0"/>
                  <a:pt x="0" y="28129"/>
                  <a:pt x="0" y="63401"/>
                </a:cubicBezTo>
                <a:cubicBezTo>
                  <a:pt x="0" y="102245"/>
                  <a:pt x="19199" y="120551"/>
                  <a:pt x="41970" y="120551"/>
                </a:cubicBezTo>
                <a:cubicBezTo>
                  <a:pt x="57596" y="120551"/>
                  <a:pt x="75456" y="109835"/>
                  <a:pt x="79921" y="101798"/>
                </a:cubicBezTo>
                <a:lnTo>
                  <a:pt x="81260" y="101798"/>
                </a:lnTo>
                <a:lnTo>
                  <a:pt x="81260" y="149572"/>
                </a:lnTo>
                <a:cubicBezTo>
                  <a:pt x="81260" y="162520"/>
                  <a:pt x="77688" y="168325"/>
                  <a:pt x="58489" y="169218"/>
                </a:cubicBezTo>
                <a:lnTo>
                  <a:pt x="58489" y="173682"/>
                </a:lnTo>
                <a:lnTo>
                  <a:pt x="118765" y="173682"/>
                </a:lnTo>
                <a:lnTo>
                  <a:pt x="118765" y="170111"/>
                </a:lnTo>
                <a:cubicBezTo>
                  <a:pt x="107156" y="167432"/>
                  <a:pt x="102691" y="166092"/>
                  <a:pt x="102691" y="154037"/>
                </a:cubicBezTo>
                <a:lnTo>
                  <a:pt x="102691" y="893"/>
                </a:lnTo>
                <a:lnTo>
                  <a:pt x="101798" y="0"/>
                </a:lnTo>
                <a:lnTo>
                  <a:pt x="100012" y="893"/>
                </a:lnTo>
                <a:lnTo>
                  <a:pt x="86171" y="8930"/>
                </a:lnTo>
                <a:close/>
                <a:moveTo>
                  <a:pt x="81260" y="85279"/>
                </a:moveTo>
                <a:cubicBezTo>
                  <a:pt x="80814" y="93315"/>
                  <a:pt x="80814" y="97780"/>
                  <a:pt x="67419" y="102691"/>
                </a:cubicBezTo>
                <a:cubicBezTo>
                  <a:pt x="62954" y="104477"/>
                  <a:pt x="58489" y="104924"/>
                  <a:pt x="54918" y="104924"/>
                </a:cubicBezTo>
                <a:cubicBezTo>
                  <a:pt x="32147" y="104924"/>
                  <a:pt x="21878" y="80367"/>
                  <a:pt x="21878" y="56704"/>
                </a:cubicBezTo>
                <a:cubicBezTo>
                  <a:pt x="21878" y="25896"/>
                  <a:pt x="35719" y="7144"/>
                  <a:pt x="56704" y="7144"/>
                </a:cubicBezTo>
                <a:cubicBezTo>
                  <a:pt x="80814" y="7144"/>
                  <a:pt x="81260" y="25450"/>
                  <a:pt x="81260" y="32593"/>
                </a:cubicBezTo>
                <a:lnTo>
                  <a:pt x="81260" y="85279"/>
                </a:lnTo>
                <a:close/>
                <a:moveTo>
                  <a:pt x="81260" y="8527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CCED1-26D4-4475-A15D-FEEA459C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41664" y="3204202"/>
            <a:ext cx="28575" cy="28129"/>
          </a:xfrm>
          <a:custGeom xmlns:a="http://schemas.openxmlformats.org/drawingml/2006/main">
            <a:pathLst>
              <a:path w="28575" h="28129">
                <a:moveTo>
                  <a:pt x="14288" y="28129"/>
                </a:moveTo>
                <a:cubicBezTo>
                  <a:pt x="19645" y="28129"/>
                  <a:pt x="28575" y="24110"/>
                  <a:pt x="28575" y="14288"/>
                </a:cubicBezTo>
                <a:cubicBezTo>
                  <a:pt x="28575" y="6697"/>
                  <a:pt x="21878" y="0"/>
                  <a:pt x="14288" y="0"/>
                </a:cubicBezTo>
                <a:cubicBezTo>
                  <a:pt x="6697" y="0"/>
                  <a:pt x="0" y="6251"/>
                  <a:pt x="0" y="14288"/>
                </a:cubicBezTo>
                <a:cubicBezTo>
                  <a:pt x="0" y="24110"/>
                  <a:pt x="8930" y="28129"/>
                  <a:pt x="14288" y="28129"/>
                </a:cubicBezTo>
                <a:close/>
                <a:moveTo>
                  <a:pt x="14288" y="28129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5D359F-CFAA-4FF2-8421-EA340FC3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6838" y="3059988"/>
            <a:ext cx="110282" cy="171896"/>
          </a:xfrm>
          <a:custGeom xmlns:a="http://schemas.openxmlformats.org/drawingml/2006/main">
            <a:pathLst>
              <a:path w="110282" h="171896">
                <a:moveTo>
                  <a:pt x="110282" y="0"/>
                </a:moveTo>
                <a:lnTo>
                  <a:pt x="15180" y="0"/>
                </a:lnTo>
                <a:lnTo>
                  <a:pt x="11162" y="11162"/>
                </a:lnTo>
                <a:lnTo>
                  <a:pt x="0" y="37505"/>
                </a:lnTo>
                <a:lnTo>
                  <a:pt x="4465" y="39737"/>
                </a:lnTo>
                <a:cubicBezTo>
                  <a:pt x="12948" y="26343"/>
                  <a:pt x="17859" y="18752"/>
                  <a:pt x="34379" y="18752"/>
                </a:cubicBezTo>
                <a:lnTo>
                  <a:pt x="89743" y="18752"/>
                </a:lnTo>
                <a:lnTo>
                  <a:pt x="39291" y="171896"/>
                </a:lnTo>
                <a:lnTo>
                  <a:pt x="55811" y="171896"/>
                </a:lnTo>
                <a:lnTo>
                  <a:pt x="110282" y="4018"/>
                </a:lnTo>
                <a:lnTo>
                  <a:pt x="110282" y="0"/>
                </a:lnTo>
                <a:close/>
                <a:moveTo>
                  <a:pt x="110282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C2917-7D6D-4640-9CFB-412B1D63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7639" y="3056416"/>
            <a:ext cx="65633" cy="218777"/>
          </a:xfrm>
          <a:custGeom xmlns:a="http://schemas.openxmlformats.org/drawingml/2006/main">
            <a:pathLst>
              <a:path w="65633" h="218777">
                <a:moveTo>
                  <a:pt x="2232" y="218777"/>
                </a:moveTo>
                <a:cubicBezTo>
                  <a:pt x="41970" y="195114"/>
                  <a:pt x="65633" y="156716"/>
                  <a:pt x="65633" y="112514"/>
                </a:cubicBezTo>
                <a:cubicBezTo>
                  <a:pt x="65633" y="77242"/>
                  <a:pt x="57150" y="58489"/>
                  <a:pt x="44648" y="40184"/>
                </a:cubicBezTo>
                <a:cubicBezTo>
                  <a:pt x="34826" y="25896"/>
                  <a:pt x="17859" y="8037"/>
                  <a:pt x="3125" y="0"/>
                </a:cubicBezTo>
                <a:lnTo>
                  <a:pt x="0" y="4018"/>
                </a:lnTo>
                <a:cubicBezTo>
                  <a:pt x="43309" y="32147"/>
                  <a:pt x="43309" y="87957"/>
                  <a:pt x="43309" y="114300"/>
                </a:cubicBezTo>
                <a:cubicBezTo>
                  <a:pt x="43309" y="179487"/>
                  <a:pt x="18752" y="199579"/>
                  <a:pt x="0" y="214312"/>
                </a:cubicBezTo>
                <a:lnTo>
                  <a:pt x="2232" y="218777"/>
                </a:lnTo>
                <a:close/>
                <a:moveTo>
                  <a:pt x="2232" y="218777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91C1FC-5412-441F-8568-AB1DFC37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576" y="3801256"/>
            <a:ext cx="2837408" cy="1396380"/>
          </a:xfrm>
          <a:custGeom xmlns:a="http://schemas.openxmlformats.org/drawingml/2006/main">
            <a:pathLst>
              <a:path w="2837408" h="1396380">
                <a:moveTo>
                  <a:pt x="0" y="1396380"/>
                </a:moveTo>
                <a:lnTo>
                  <a:pt x="0" y="0"/>
                </a:lnTo>
                <a:lnTo>
                  <a:pt x="2837408" y="0"/>
                </a:lnTo>
                <a:lnTo>
                  <a:pt x="2837408" y="1396380"/>
                </a:lnTo>
                <a:lnTo>
                  <a:pt x="0" y="1396380"/>
                </a:lnTo>
                <a:close/>
                <a:moveTo>
                  <a:pt x="0" y="1396380"/>
                </a:moveTo>
              </a:path>
            </a:pathLst>
          </a:custGeom>
          <a:solidFill xmlns:a="http://schemas.openxmlformats.org/drawingml/2006/main">
            <a:srgbClr val="FEFFE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6A84B4-3225-4419-B986-DD2CCB87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472" y="4011550"/>
            <a:ext cx="108384" cy="108384"/>
          </a:xfrm>
          <a:custGeom xmlns:a="http://schemas.openxmlformats.org/drawingml/2006/main">
            <a:pathLst>
              <a:path w="108384" h="108384">
                <a:moveTo>
                  <a:pt x="54136" y="0"/>
                </a:moveTo>
                <a:cubicBezTo>
                  <a:pt x="84051" y="0"/>
                  <a:pt x="108384" y="24222"/>
                  <a:pt x="108384" y="54136"/>
                </a:cubicBezTo>
                <a:cubicBezTo>
                  <a:pt x="108384" y="84051"/>
                  <a:pt x="84051" y="108384"/>
                  <a:pt x="54136" y="108384"/>
                </a:cubicBezTo>
                <a:cubicBezTo>
                  <a:pt x="24333" y="108384"/>
                  <a:pt x="0" y="84051"/>
                  <a:pt x="0" y="54136"/>
                </a:cubicBezTo>
                <a:cubicBezTo>
                  <a:pt x="0" y="24222"/>
                  <a:pt x="24333" y="0"/>
                  <a:pt x="54136" y="0"/>
                </a:cubicBezTo>
                <a:close/>
                <a:moveTo>
                  <a:pt x="54136" y="0"/>
                </a:move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14236" cap="rnd">
            <a:solidFill>
              <a:srgbClr val="08306A"/>
            </a:solidFill>
            <a:round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8FB009-95A6-448C-BDBE-BBB56C9DD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1431" y="4623234"/>
            <a:ext cx="117983" cy="142987"/>
          </a:xfrm>
          <a:custGeom xmlns:a="http://schemas.openxmlformats.org/drawingml/2006/main">
            <a:pathLst>
              <a:path w="117983" h="142987">
                <a:moveTo>
                  <a:pt x="117983" y="50118"/>
                </a:moveTo>
                <a:lnTo>
                  <a:pt x="8930" y="142987"/>
                </a:lnTo>
                <a:lnTo>
                  <a:pt x="0" y="0"/>
                </a:lnTo>
                <a:cubicBezTo>
                  <a:pt x="16966" y="41970"/>
                  <a:pt x="75902" y="67084"/>
                  <a:pt x="117983" y="50118"/>
                </a:cubicBezTo>
                <a:close/>
                <a:moveTo>
                  <a:pt x="117983" y="50118"/>
                </a:move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5F2A2-4C3D-4E33-A7F2-D960B11EB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433" y="4065687"/>
            <a:ext cx="257175" cy="606214"/>
          </a:xfrm>
          <a:custGeom xmlns:a="http://schemas.openxmlformats.org/drawingml/2006/main">
            <a:pathLst>
              <a:path w="257175" h="606214" fill="none">
                <a:moveTo>
                  <a:pt x="257175" y="0"/>
                </a:moveTo>
                <a:cubicBezTo>
                  <a:pt x="257175" y="0"/>
                  <a:pt x="81149" y="415007"/>
                  <a:pt x="0" y="606214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472" cap="rnd">
            <a:solidFill>
              <a:srgbClr val="08306A"/>
            </a:solidFill>
            <a:round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823001-F81F-48A9-B7BB-1E0D6940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614" y="4545099"/>
            <a:ext cx="171227" cy="117760"/>
          </a:xfrm>
          <a:custGeom xmlns:a="http://schemas.openxmlformats.org/drawingml/2006/main">
            <a:pathLst>
              <a:path w="171227" h="117760">
                <a:moveTo>
                  <a:pt x="86953" y="79921"/>
                </a:moveTo>
                <a:cubicBezTo>
                  <a:pt x="93315" y="68200"/>
                  <a:pt x="96887" y="55587"/>
                  <a:pt x="96887" y="51346"/>
                </a:cubicBezTo>
                <a:cubicBezTo>
                  <a:pt x="96887" y="45765"/>
                  <a:pt x="93762" y="40072"/>
                  <a:pt x="87176" y="40072"/>
                </a:cubicBezTo>
                <a:cubicBezTo>
                  <a:pt x="71326" y="40072"/>
                  <a:pt x="69540" y="67196"/>
                  <a:pt x="69317" y="74005"/>
                </a:cubicBezTo>
                <a:cubicBezTo>
                  <a:pt x="69093" y="77912"/>
                  <a:pt x="68759" y="78135"/>
                  <a:pt x="68535" y="78358"/>
                </a:cubicBezTo>
                <a:cubicBezTo>
                  <a:pt x="64629" y="82265"/>
                  <a:pt x="53690" y="89632"/>
                  <a:pt x="40184" y="89632"/>
                </a:cubicBezTo>
                <a:cubicBezTo>
                  <a:pt x="23329" y="89632"/>
                  <a:pt x="13618" y="78581"/>
                  <a:pt x="13618" y="64405"/>
                </a:cubicBezTo>
                <a:cubicBezTo>
                  <a:pt x="13618" y="56480"/>
                  <a:pt x="18194" y="37281"/>
                  <a:pt x="35830" y="13283"/>
                </a:cubicBezTo>
                <a:cubicBezTo>
                  <a:pt x="38174" y="10381"/>
                  <a:pt x="38621" y="9711"/>
                  <a:pt x="38621" y="7590"/>
                </a:cubicBezTo>
                <a:cubicBezTo>
                  <a:pt x="38621" y="4576"/>
                  <a:pt x="36054" y="2232"/>
                  <a:pt x="33263" y="2232"/>
                </a:cubicBezTo>
                <a:cubicBezTo>
                  <a:pt x="30696" y="2232"/>
                  <a:pt x="29133" y="3795"/>
                  <a:pt x="28910" y="3795"/>
                </a:cubicBezTo>
                <a:cubicBezTo>
                  <a:pt x="27682" y="5023"/>
                  <a:pt x="0" y="38509"/>
                  <a:pt x="0" y="75121"/>
                </a:cubicBezTo>
                <a:cubicBezTo>
                  <a:pt x="0" y="100905"/>
                  <a:pt x="13060" y="117760"/>
                  <a:pt x="34826" y="117760"/>
                </a:cubicBezTo>
                <a:cubicBezTo>
                  <a:pt x="52908" y="117760"/>
                  <a:pt x="67308" y="105482"/>
                  <a:pt x="72889" y="99343"/>
                </a:cubicBezTo>
                <a:cubicBezTo>
                  <a:pt x="76237" y="107045"/>
                  <a:pt x="83604" y="117760"/>
                  <a:pt x="100459" y="117760"/>
                </a:cubicBezTo>
                <a:cubicBezTo>
                  <a:pt x="122448" y="117760"/>
                  <a:pt x="142094" y="101575"/>
                  <a:pt x="153367" y="84274"/>
                </a:cubicBezTo>
                <a:cubicBezTo>
                  <a:pt x="168883" y="59941"/>
                  <a:pt x="171227" y="27236"/>
                  <a:pt x="171227" y="23775"/>
                </a:cubicBezTo>
                <a:cubicBezTo>
                  <a:pt x="171227" y="4018"/>
                  <a:pt x="159507" y="0"/>
                  <a:pt x="154149" y="0"/>
                </a:cubicBezTo>
                <a:cubicBezTo>
                  <a:pt x="144438" y="0"/>
                  <a:pt x="134727" y="10157"/>
                  <a:pt x="134727" y="19422"/>
                </a:cubicBezTo>
                <a:cubicBezTo>
                  <a:pt x="134727" y="26008"/>
                  <a:pt x="139526" y="29021"/>
                  <a:pt x="142094" y="31142"/>
                </a:cubicBezTo>
                <a:cubicBezTo>
                  <a:pt x="148791" y="35495"/>
                  <a:pt x="154372" y="41635"/>
                  <a:pt x="154372" y="49783"/>
                </a:cubicBezTo>
                <a:cubicBezTo>
                  <a:pt x="154372" y="66638"/>
                  <a:pt x="132383" y="89632"/>
                  <a:pt x="105817" y="89632"/>
                </a:cubicBezTo>
                <a:cubicBezTo>
                  <a:pt x="98338" y="89632"/>
                  <a:pt x="91529" y="87623"/>
                  <a:pt x="86953" y="7992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325C6-ECA7-4F20-B8C9-D67E065C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3179" y="4455579"/>
            <a:ext cx="44872" cy="92534"/>
          </a:xfrm>
          <a:custGeom xmlns:a="http://schemas.openxmlformats.org/drawingml/2006/main">
            <a:pathLst>
              <a:path w="44872" h="92534">
                <a:moveTo>
                  <a:pt x="43309" y="15515"/>
                </a:moveTo>
                <a:cubicBezTo>
                  <a:pt x="44760" y="12502"/>
                  <a:pt x="44872" y="11050"/>
                  <a:pt x="44872" y="9823"/>
                </a:cubicBezTo>
                <a:cubicBezTo>
                  <a:pt x="44872" y="4242"/>
                  <a:pt x="39960" y="0"/>
                  <a:pt x="34379" y="0"/>
                </a:cubicBezTo>
                <a:cubicBezTo>
                  <a:pt x="27570" y="0"/>
                  <a:pt x="25450" y="5469"/>
                  <a:pt x="24557" y="8372"/>
                </a:cubicBezTo>
                <a:lnTo>
                  <a:pt x="1005" y="85725"/>
                </a:lnTo>
                <a:cubicBezTo>
                  <a:pt x="781" y="86171"/>
                  <a:pt x="0" y="88404"/>
                  <a:pt x="0" y="88627"/>
                </a:cubicBezTo>
                <a:cubicBezTo>
                  <a:pt x="0" y="90748"/>
                  <a:pt x="5581" y="92534"/>
                  <a:pt x="7032" y="92534"/>
                </a:cubicBezTo>
                <a:cubicBezTo>
                  <a:pt x="8260" y="92534"/>
                  <a:pt x="8483" y="92199"/>
                  <a:pt x="9711" y="89520"/>
                </a:cubicBezTo>
                <a:lnTo>
                  <a:pt x="43309" y="155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72A277-E41C-4614-A2B5-6D24B1BC1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830" y="4641205"/>
            <a:ext cx="78805" cy="84051"/>
          </a:xfrm>
          <a:custGeom xmlns:a="http://schemas.openxmlformats.org/drawingml/2006/main">
            <a:pathLst>
              <a:path w="78805" h="84051">
                <a:moveTo>
                  <a:pt x="39514" y="0"/>
                </a:moveTo>
                <a:cubicBezTo>
                  <a:pt x="16297" y="0"/>
                  <a:pt x="0" y="17190"/>
                  <a:pt x="0" y="41858"/>
                </a:cubicBezTo>
                <a:cubicBezTo>
                  <a:pt x="0" y="65968"/>
                  <a:pt x="16632" y="84051"/>
                  <a:pt x="39179" y="84051"/>
                </a:cubicBezTo>
                <a:cubicBezTo>
                  <a:pt x="61615" y="84051"/>
                  <a:pt x="78805" y="65075"/>
                  <a:pt x="78805" y="40407"/>
                </a:cubicBezTo>
                <a:cubicBezTo>
                  <a:pt x="78805" y="16966"/>
                  <a:pt x="62396" y="0"/>
                  <a:pt x="39514" y="0"/>
                </a:cubicBezTo>
                <a:close/>
                <a:moveTo>
                  <a:pt x="37170" y="5023"/>
                </a:moveTo>
                <a:cubicBezTo>
                  <a:pt x="52127" y="5023"/>
                  <a:pt x="62731" y="22213"/>
                  <a:pt x="62731" y="46658"/>
                </a:cubicBezTo>
                <a:cubicBezTo>
                  <a:pt x="62731" y="66861"/>
                  <a:pt x="54694" y="79028"/>
                  <a:pt x="41300" y="79028"/>
                </a:cubicBezTo>
                <a:cubicBezTo>
                  <a:pt x="34379" y="79028"/>
                  <a:pt x="27682" y="74675"/>
                  <a:pt x="23999" y="67531"/>
                </a:cubicBezTo>
                <a:cubicBezTo>
                  <a:pt x="18976" y="58266"/>
                  <a:pt x="16073" y="45765"/>
                  <a:pt x="16073" y="33040"/>
                </a:cubicBezTo>
                <a:cubicBezTo>
                  <a:pt x="16073" y="16073"/>
                  <a:pt x="24557" y="5023"/>
                  <a:pt x="37170" y="502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8EAE94-34E1-4F89-B016-35E30E19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9308" y="4242160"/>
            <a:ext cx="136959" cy="154818"/>
          </a:xfrm>
          <a:custGeom xmlns:a="http://schemas.openxmlformats.org/drawingml/2006/main">
            <a:pathLst>
              <a:path w="136959" h="154818">
                <a:moveTo>
                  <a:pt x="76014" y="17636"/>
                </a:moveTo>
                <a:cubicBezTo>
                  <a:pt x="78023" y="9488"/>
                  <a:pt x="78693" y="7032"/>
                  <a:pt x="100012" y="7032"/>
                </a:cubicBezTo>
                <a:cubicBezTo>
                  <a:pt x="106821" y="7032"/>
                  <a:pt x="108607" y="7032"/>
                  <a:pt x="108607" y="2679"/>
                </a:cubicBezTo>
                <a:cubicBezTo>
                  <a:pt x="108607" y="0"/>
                  <a:pt x="106152" y="0"/>
                  <a:pt x="105035" y="0"/>
                </a:cubicBezTo>
                <a:cubicBezTo>
                  <a:pt x="97557" y="0"/>
                  <a:pt x="78916" y="670"/>
                  <a:pt x="71438" y="670"/>
                </a:cubicBezTo>
                <a:cubicBezTo>
                  <a:pt x="64629" y="670"/>
                  <a:pt x="48109" y="0"/>
                  <a:pt x="41300" y="0"/>
                </a:cubicBezTo>
                <a:cubicBezTo>
                  <a:pt x="39737" y="0"/>
                  <a:pt x="36947" y="0"/>
                  <a:pt x="36947" y="4465"/>
                </a:cubicBezTo>
                <a:cubicBezTo>
                  <a:pt x="36947" y="7032"/>
                  <a:pt x="39067" y="7032"/>
                  <a:pt x="43309" y="7032"/>
                </a:cubicBezTo>
                <a:cubicBezTo>
                  <a:pt x="43755" y="7032"/>
                  <a:pt x="48109" y="7032"/>
                  <a:pt x="51904" y="7479"/>
                </a:cubicBezTo>
                <a:cubicBezTo>
                  <a:pt x="56034" y="7925"/>
                  <a:pt x="58043" y="8148"/>
                  <a:pt x="58043" y="11050"/>
                </a:cubicBezTo>
                <a:cubicBezTo>
                  <a:pt x="58043" y="11943"/>
                  <a:pt x="57820" y="12725"/>
                  <a:pt x="57150" y="15404"/>
                </a:cubicBezTo>
                <a:lnTo>
                  <a:pt x="26789" y="137182"/>
                </a:lnTo>
                <a:cubicBezTo>
                  <a:pt x="24445" y="146000"/>
                  <a:pt x="23999" y="147786"/>
                  <a:pt x="6139" y="147786"/>
                </a:cubicBezTo>
                <a:cubicBezTo>
                  <a:pt x="2232" y="147786"/>
                  <a:pt x="0" y="147786"/>
                  <a:pt x="0" y="152363"/>
                </a:cubicBezTo>
                <a:cubicBezTo>
                  <a:pt x="0" y="154818"/>
                  <a:pt x="2009" y="154818"/>
                  <a:pt x="6139" y="154818"/>
                </a:cubicBezTo>
                <a:lnTo>
                  <a:pt x="111175" y="154818"/>
                </a:lnTo>
                <a:cubicBezTo>
                  <a:pt x="116532" y="154818"/>
                  <a:pt x="116756" y="154818"/>
                  <a:pt x="118207" y="151023"/>
                </a:cubicBezTo>
                <a:lnTo>
                  <a:pt x="136066" y="102022"/>
                </a:lnTo>
                <a:cubicBezTo>
                  <a:pt x="136959" y="99566"/>
                  <a:pt x="136959" y="99120"/>
                  <a:pt x="136959" y="98896"/>
                </a:cubicBezTo>
                <a:cubicBezTo>
                  <a:pt x="136959" y="97892"/>
                  <a:pt x="136289" y="96329"/>
                  <a:pt x="134280" y="96329"/>
                </a:cubicBezTo>
                <a:cubicBezTo>
                  <a:pt x="132271" y="96329"/>
                  <a:pt x="132048" y="97445"/>
                  <a:pt x="130373" y="101129"/>
                </a:cubicBezTo>
                <a:cubicBezTo>
                  <a:pt x="122672" y="122002"/>
                  <a:pt x="112737" y="147786"/>
                  <a:pt x="73558" y="147786"/>
                </a:cubicBezTo>
                <a:lnTo>
                  <a:pt x="52127" y="147786"/>
                </a:lnTo>
                <a:cubicBezTo>
                  <a:pt x="49002" y="147786"/>
                  <a:pt x="48555" y="147786"/>
                  <a:pt x="47216" y="147563"/>
                </a:cubicBezTo>
                <a:cubicBezTo>
                  <a:pt x="44872" y="147340"/>
                  <a:pt x="44202" y="147117"/>
                  <a:pt x="44202" y="145331"/>
                </a:cubicBezTo>
                <a:cubicBezTo>
                  <a:pt x="44202" y="144661"/>
                  <a:pt x="44202" y="144214"/>
                  <a:pt x="45318" y="140196"/>
                </a:cubicBezTo>
                <a:lnTo>
                  <a:pt x="76014" y="176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7E5B68-EB19-4F54-B7A9-A3B95973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992" y="4233007"/>
            <a:ext cx="62731" cy="71772"/>
          </a:xfrm>
          <a:custGeom xmlns:a="http://schemas.openxmlformats.org/drawingml/2006/main">
            <a:pathLst>
              <a:path w="62731" h="71772">
                <a:moveTo>
                  <a:pt x="50899" y="53243"/>
                </a:moveTo>
                <a:cubicBezTo>
                  <a:pt x="42081" y="62619"/>
                  <a:pt x="35942" y="66080"/>
                  <a:pt x="28129" y="66080"/>
                </a:cubicBezTo>
                <a:cubicBezTo>
                  <a:pt x="19087" y="66080"/>
                  <a:pt x="13618" y="59271"/>
                  <a:pt x="13618" y="47997"/>
                </a:cubicBezTo>
                <a:cubicBezTo>
                  <a:pt x="13618" y="34491"/>
                  <a:pt x="19199" y="20315"/>
                  <a:pt x="28129" y="10939"/>
                </a:cubicBezTo>
                <a:cubicBezTo>
                  <a:pt x="32705" y="6251"/>
                  <a:pt x="39067" y="3349"/>
                  <a:pt x="45318" y="3349"/>
                </a:cubicBezTo>
                <a:cubicBezTo>
                  <a:pt x="48890" y="3349"/>
                  <a:pt x="51234" y="4576"/>
                  <a:pt x="51234" y="6586"/>
                </a:cubicBezTo>
                <a:cubicBezTo>
                  <a:pt x="51234" y="7367"/>
                  <a:pt x="51011" y="8037"/>
                  <a:pt x="50341" y="9599"/>
                </a:cubicBezTo>
                <a:cubicBezTo>
                  <a:pt x="49225" y="11609"/>
                  <a:pt x="48890" y="12725"/>
                  <a:pt x="48890" y="14176"/>
                </a:cubicBezTo>
                <a:cubicBezTo>
                  <a:pt x="48890" y="17971"/>
                  <a:pt x="51234" y="20203"/>
                  <a:pt x="55141" y="20203"/>
                </a:cubicBezTo>
                <a:cubicBezTo>
                  <a:pt x="59382" y="20203"/>
                  <a:pt x="62731" y="16966"/>
                  <a:pt x="62731" y="12948"/>
                </a:cubicBezTo>
                <a:cubicBezTo>
                  <a:pt x="62731" y="5581"/>
                  <a:pt x="55587" y="0"/>
                  <a:pt x="46100" y="0"/>
                </a:cubicBezTo>
                <a:cubicBezTo>
                  <a:pt x="22213" y="0"/>
                  <a:pt x="0" y="23217"/>
                  <a:pt x="0" y="47997"/>
                </a:cubicBezTo>
                <a:cubicBezTo>
                  <a:pt x="0" y="63066"/>
                  <a:pt x="8595" y="71772"/>
                  <a:pt x="23329" y="71772"/>
                </a:cubicBezTo>
                <a:cubicBezTo>
                  <a:pt x="35049" y="71772"/>
                  <a:pt x="43867" y="66861"/>
                  <a:pt x="53355" y="54806"/>
                </a:cubicBezTo>
                <a:lnTo>
                  <a:pt x="50899" y="532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C7ECD5-2672-43B4-904F-DB2A6053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086" y="4233007"/>
            <a:ext cx="73000" cy="71772"/>
          </a:xfrm>
          <a:custGeom xmlns:a="http://schemas.openxmlformats.org/drawingml/2006/main">
            <a:pathLst>
              <a:path w="73000" h="71772">
                <a:moveTo>
                  <a:pt x="70991" y="52574"/>
                </a:moveTo>
                <a:cubicBezTo>
                  <a:pt x="68647" y="55029"/>
                  <a:pt x="67642" y="55811"/>
                  <a:pt x="66526" y="57038"/>
                </a:cubicBezTo>
                <a:cubicBezTo>
                  <a:pt x="61838" y="61950"/>
                  <a:pt x="59717" y="63512"/>
                  <a:pt x="58266" y="63512"/>
                </a:cubicBezTo>
                <a:cubicBezTo>
                  <a:pt x="57038" y="63512"/>
                  <a:pt x="56034" y="62619"/>
                  <a:pt x="56034" y="61503"/>
                </a:cubicBezTo>
                <a:cubicBezTo>
                  <a:pt x="56034" y="58266"/>
                  <a:pt x="62731" y="31142"/>
                  <a:pt x="70210" y="3795"/>
                </a:cubicBezTo>
                <a:cubicBezTo>
                  <a:pt x="70768" y="2232"/>
                  <a:pt x="70879" y="1898"/>
                  <a:pt x="71103" y="446"/>
                </a:cubicBezTo>
                <a:lnTo>
                  <a:pt x="70098" y="0"/>
                </a:lnTo>
                <a:lnTo>
                  <a:pt x="60387" y="1116"/>
                </a:lnTo>
                <a:lnTo>
                  <a:pt x="59941" y="1563"/>
                </a:lnTo>
                <a:lnTo>
                  <a:pt x="58155" y="9153"/>
                </a:lnTo>
                <a:cubicBezTo>
                  <a:pt x="56927" y="3349"/>
                  <a:pt x="52239" y="0"/>
                  <a:pt x="45430" y="0"/>
                </a:cubicBezTo>
                <a:cubicBezTo>
                  <a:pt x="24445" y="0"/>
                  <a:pt x="0" y="29133"/>
                  <a:pt x="0" y="54136"/>
                </a:cubicBezTo>
                <a:cubicBezTo>
                  <a:pt x="0" y="65298"/>
                  <a:pt x="6028" y="71772"/>
                  <a:pt x="16185" y="71772"/>
                </a:cubicBezTo>
                <a:cubicBezTo>
                  <a:pt x="27347" y="71772"/>
                  <a:pt x="34156" y="66526"/>
                  <a:pt x="48109" y="46881"/>
                </a:cubicBezTo>
                <a:cubicBezTo>
                  <a:pt x="44983" y="59271"/>
                  <a:pt x="44425" y="61392"/>
                  <a:pt x="44425" y="65075"/>
                </a:cubicBezTo>
                <a:cubicBezTo>
                  <a:pt x="44425" y="69763"/>
                  <a:pt x="46434" y="71661"/>
                  <a:pt x="50788" y="71661"/>
                </a:cubicBezTo>
                <a:cubicBezTo>
                  <a:pt x="57150" y="71661"/>
                  <a:pt x="61168" y="68647"/>
                  <a:pt x="73000" y="54136"/>
                </a:cubicBezTo>
                <a:lnTo>
                  <a:pt x="70991" y="52574"/>
                </a:lnTo>
                <a:close/>
                <a:moveTo>
                  <a:pt x="46434" y="3460"/>
                </a:moveTo>
                <a:cubicBezTo>
                  <a:pt x="51792" y="3795"/>
                  <a:pt x="55252" y="7702"/>
                  <a:pt x="55252" y="13171"/>
                </a:cubicBezTo>
                <a:cubicBezTo>
                  <a:pt x="55252" y="26566"/>
                  <a:pt x="47327" y="45318"/>
                  <a:pt x="36388" y="57038"/>
                </a:cubicBezTo>
                <a:cubicBezTo>
                  <a:pt x="32593" y="61392"/>
                  <a:pt x="27124" y="63959"/>
                  <a:pt x="22547" y="63959"/>
                </a:cubicBezTo>
                <a:cubicBezTo>
                  <a:pt x="17078" y="63959"/>
                  <a:pt x="13395" y="59382"/>
                  <a:pt x="13395" y="52127"/>
                </a:cubicBezTo>
                <a:cubicBezTo>
                  <a:pt x="13395" y="43532"/>
                  <a:pt x="19310" y="27124"/>
                  <a:pt x="26231" y="17301"/>
                </a:cubicBezTo>
                <a:cubicBezTo>
                  <a:pt x="32593" y="8037"/>
                  <a:pt x="39960" y="3014"/>
                  <a:pt x="46434" y="346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AA746C-2F21-49B1-B5B4-4A42B4CB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9904" y="4233007"/>
            <a:ext cx="62731" cy="71772"/>
          </a:xfrm>
          <a:custGeom xmlns:a="http://schemas.openxmlformats.org/drawingml/2006/main">
            <a:pathLst>
              <a:path w="62731" h="71772">
                <a:moveTo>
                  <a:pt x="50788" y="53243"/>
                </a:moveTo>
                <a:cubicBezTo>
                  <a:pt x="42081" y="62619"/>
                  <a:pt x="35942" y="66080"/>
                  <a:pt x="28129" y="66080"/>
                </a:cubicBezTo>
                <a:cubicBezTo>
                  <a:pt x="19087" y="66080"/>
                  <a:pt x="13618" y="59271"/>
                  <a:pt x="13618" y="47997"/>
                </a:cubicBezTo>
                <a:cubicBezTo>
                  <a:pt x="13618" y="34491"/>
                  <a:pt x="19199" y="20315"/>
                  <a:pt x="28129" y="10939"/>
                </a:cubicBezTo>
                <a:cubicBezTo>
                  <a:pt x="32705" y="6251"/>
                  <a:pt x="39067" y="3349"/>
                  <a:pt x="45207" y="3349"/>
                </a:cubicBezTo>
                <a:cubicBezTo>
                  <a:pt x="48890" y="3349"/>
                  <a:pt x="51234" y="4576"/>
                  <a:pt x="51234" y="6586"/>
                </a:cubicBezTo>
                <a:cubicBezTo>
                  <a:pt x="51234" y="7367"/>
                  <a:pt x="50899" y="8037"/>
                  <a:pt x="50341" y="9599"/>
                </a:cubicBezTo>
                <a:cubicBezTo>
                  <a:pt x="49225" y="11609"/>
                  <a:pt x="48890" y="12725"/>
                  <a:pt x="48890" y="14176"/>
                </a:cubicBezTo>
                <a:cubicBezTo>
                  <a:pt x="48890" y="17971"/>
                  <a:pt x="51234" y="20203"/>
                  <a:pt x="55141" y="20203"/>
                </a:cubicBezTo>
                <a:cubicBezTo>
                  <a:pt x="59382" y="20203"/>
                  <a:pt x="62731" y="16966"/>
                  <a:pt x="62731" y="12948"/>
                </a:cubicBezTo>
                <a:cubicBezTo>
                  <a:pt x="62731" y="5581"/>
                  <a:pt x="55587" y="0"/>
                  <a:pt x="46100" y="0"/>
                </a:cubicBezTo>
                <a:cubicBezTo>
                  <a:pt x="22213" y="0"/>
                  <a:pt x="0" y="23217"/>
                  <a:pt x="0" y="47997"/>
                </a:cubicBezTo>
                <a:cubicBezTo>
                  <a:pt x="0" y="63066"/>
                  <a:pt x="8595" y="71772"/>
                  <a:pt x="23329" y="71772"/>
                </a:cubicBezTo>
                <a:cubicBezTo>
                  <a:pt x="35049" y="71772"/>
                  <a:pt x="43867" y="66861"/>
                  <a:pt x="53355" y="54806"/>
                </a:cubicBezTo>
                <a:lnTo>
                  <a:pt x="50788" y="532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E5EFA-3B7E-4896-A4F4-62B22A92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6430" y="4194609"/>
            <a:ext cx="73000" cy="109835"/>
          </a:xfrm>
          <a:custGeom xmlns:a="http://schemas.openxmlformats.org/drawingml/2006/main">
            <a:pathLst>
              <a:path w="73000" h="109835">
                <a:moveTo>
                  <a:pt x="70879" y="89855"/>
                </a:moveTo>
                <a:cubicBezTo>
                  <a:pt x="62285" y="100682"/>
                  <a:pt x="60387" y="102357"/>
                  <a:pt x="57931" y="102357"/>
                </a:cubicBezTo>
                <a:cubicBezTo>
                  <a:pt x="56369" y="102357"/>
                  <a:pt x="55252" y="101017"/>
                  <a:pt x="55252" y="99566"/>
                </a:cubicBezTo>
                <a:cubicBezTo>
                  <a:pt x="55252" y="98003"/>
                  <a:pt x="57931" y="87957"/>
                  <a:pt x="60610" y="79697"/>
                </a:cubicBezTo>
                <a:cubicBezTo>
                  <a:pt x="65187" y="64629"/>
                  <a:pt x="68200" y="52797"/>
                  <a:pt x="68200" y="49113"/>
                </a:cubicBezTo>
                <a:cubicBezTo>
                  <a:pt x="68200" y="42751"/>
                  <a:pt x="63847" y="38398"/>
                  <a:pt x="57708" y="38398"/>
                </a:cubicBezTo>
                <a:cubicBezTo>
                  <a:pt x="47327" y="38398"/>
                  <a:pt x="36054" y="48890"/>
                  <a:pt x="21320" y="71884"/>
                </a:cubicBezTo>
                <a:lnTo>
                  <a:pt x="40407" y="781"/>
                </a:lnTo>
                <a:lnTo>
                  <a:pt x="39625" y="0"/>
                </a:lnTo>
                <a:cubicBezTo>
                  <a:pt x="30361" y="2009"/>
                  <a:pt x="24222" y="3125"/>
                  <a:pt x="14622" y="4242"/>
                </a:cubicBezTo>
                <a:lnTo>
                  <a:pt x="14622" y="6586"/>
                </a:lnTo>
                <a:lnTo>
                  <a:pt x="18752" y="6586"/>
                </a:lnTo>
                <a:cubicBezTo>
                  <a:pt x="18976" y="6586"/>
                  <a:pt x="19087" y="6586"/>
                  <a:pt x="19310" y="6474"/>
                </a:cubicBezTo>
                <a:cubicBezTo>
                  <a:pt x="21543" y="5469"/>
                  <a:pt x="25338" y="8260"/>
                  <a:pt x="25338" y="10492"/>
                </a:cubicBezTo>
                <a:cubicBezTo>
                  <a:pt x="25338" y="12725"/>
                  <a:pt x="24557" y="16632"/>
                  <a:pt x="23106" y="21320"/>
                </a:cubicBezTo>
                <a:cubicBezTo>
                  <a:pt x="22882" y="21431"/>
                  <a:pt x="22436" y="23664"/>
                  <a:pt x="21543" y="27124"/>
                </a:cubicBezTo>
                <a:lnTo>
                  <a:pt x="0" y="108496"/>
                </a:lnTo>
                <a:lnTo>
                  <a:pt x="11943" y="108496"/>
                </a:lnTo>
                <a:cubicBezTo>
                  <a:pt x="18306" y="83939"/>
                  <a:pt x="20427" y="78581"/>
                  <a:pt x="26677" y="68870"/>
                </a:cubicBezTo>
                <a:cubicBezTo>
                  <a:pt x="34937" y="56369"/>
                  <a:pt x="45765" y="46434"/>
                  <a:pt x="51346" y="46434"/>
                </a:cubicBezTo>
                <a:cubicBezTo>
                  <a:pt x="53801" y="46434"/>
                  <a:pt x="55811" y="48444"/>
                  <a:pt x="55811" y="50453"/>
                </a:cubicBezTo>
                <a:cubicBezTo>
                  <a:pt x="55811" y="51122"/>
                  <a:pt x="55252" y="53132"/>
                  <a:pt x="54694" y="55699"/>
                </a:cubicBezTo>
                <a:lnTo>
                  <a:pt x="45988" y="88627"/>
                </a:lnTo>
                <a:cubicBezTo>
                  <a:pt x="43867" y="96441"/>
                  <a:pt x="42751" y="101352"/>
                  <a:pt x="42751" y="103250"/>
                </a:cubicBezTo>
                <a:cubicBezTo>
                  <a:pt x="42751" y="107379"/>
                  <a:pt x="45430" y="109835"/>
                  <a:pt x="49783" y="109835"/>
                </a:cubicBezTo>
                <a:cubicBezTo>
                  <a:pt x="57931" y="109835"/>
                  <a:pt x="63401" y="105594"/>
                  <a:pt x="73000" y="91753"/>
                </a:cubicBezTo>
                <a:lnTo>
                  <a:pt x="70879" y="898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7C4400-53F6-4F39-8046-10069222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137" y="4233007"/>
            <a:ext cx="60499" cy="71772"/>
          </a:xfrm>
          <a:custGeom xmlns:a="http://schemas.openxmlformats.org/drawingml/2006/main">
            <a:pathLst>
              <a:path w="60499" h="71772">
                <a:moveTo>
                  <a:pt x="51904" y="52797"/>
                </a:moveTo>
                <a:cubicBezTo>
                  <a:pt x="40407" y="62061"/>
                  <a:pt x="35495" y="64629"/>
                  <a:pt x="28687" y="64629"/>
                </a:cubicBezTo>
                <a:cubicBezTo>
                  <a:pt x="19645" y="64629"/>
                  <a:pt x="13729" y="58936"/>
                  <a:pt x="13729" y="50341"/>
                </a:cubicBezTo>
                <a:cubicBezTo>
                  <a:pt x="13729" y="47997"/>
                  <a:pt x="14064" y="45541"/>
                  <a:pt x="15404" y="40518"/>
                </a:cubicBezTo>
                <a:lnTo>
                  <a:pt x="19869" y="39849"/>
                </a:lnTo>
                <a:cubicBezTo>
                  <a:pt x="43644" y="36612"/>
                  <a:pt x="60499" y="24445"/>
                  <a:pt x="60499" y="10827"/>
                </a:cubicBezTo>
                <a:cubicBezTo>
                  <a:pt x="60499" y="4130"/>
                  <a:pt x="55699" y="0"/>
                  <a:pt x="47774" y="0"/>
                </a:cubicBezTo>
                <a:cubicBezTo>
                  <a:pt x="24892" y="0"/>
                  <a:pt x="0" y="26231"/>
                  <a:pt x="0" y="50006"/>
                </a:cubicBezTo>
                <a:cubicBezTo>
                  <a:pt x="0" y="62954"/>
                  <a:pt x="8483" y="71772"/>
                  <a:pt x="20985" y="71772"/>
                </a:cubicBezTo>
                <a:cubicBezTo>
                  <a:pt x="32258" y="71772"/>
                  <a:pt x="44425" y="65298"/>
                  <a:pt x="53801" y="54694"/>
                </a:cubicBezTo>
                <a:lnTo>
                  <a:pt x="51904" y="52797"/>
                </a:lnTo>
                <a:close/>
                <a:moveTo>
                  <a:pt x="19199" y="30026"/>
                </a:moveTo>
                <a:cubicBezTo>
                  <a:pt x="24557" y="15850"/>
                  <a:pt x="36277" y="3683"/>
                  <a:pt x="44425" y="3683"/>
                </a:cubicBezTo>
                <a:cubicBezTo>
                  <a:pt x="47774" y="3683"/>
                  <a:pt x="50006" y="6251"/>
                  <a:pt x="50006" y="9823"/>
                </a:cubicBezTo>
                <a:cubicBezTo>
                  <a:pt x="50006" y="14734"/>
                  <a:pt x="46992" y="20538"/>
                  <a:pt x="42081" y="25226"/>
                </a:cubicBezTo>
                <a:cubicBezTo>
                  <a:pt x="36165" y="30807"/>
                  <a:pt x="30138" y="33710"/>
                  <a:pt x="16520" y="37058"/>
                </a:cubicBezTo>
                <a:lnTo>
                  <a:pt x="19199" y="300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24CA67-0754-4111-8A10-FF8F9438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868" y="4287031"/>
            <a:ext cx="22101" cy="36500"/>
          </a:xfrm>
          <a:custGeom xmlns:a="http://schemas.openxmlformats.org/drawingml/2006/main">
            <a:pathLst>
              <a:path w="22101" h="36500">
                <a:moveTo>
                  <a:pt x="1451" y="36500"/>
                </a:moveTo>
                <a:cubicBezTo>
                  <a:pt x="14734" y="29021"/>
                  <a:pt x="22101" y="20203"/>
                  <a:pt x="22101" y="11274"/>
                </a:cubicBezTo>
                <a:cubicBezTo>
                  <a:pt x="22101" y="4911"/>
                  <a:pt x="18083" y="0"/>
                  <a:pt x="12836" y="0"/>
                </a:cubicBezTo>
                <a:cubicBezTo>
                  <a:pt x="8260" y="0"/>
                  <a:pt x="4800" y="3125"/>
                  <a:pt x="4800" y="7479"/>
                </a:cubicBezTo>
                <a:cubicBezTo>
                  <a:pt x="4800" y="10157"/>
                  <a:pt x="5693" y="11943"/>
                  <a:pt x="8706" y="14622"/>
                </a:cubicBezTo>
                <a:cubicBezTo>
                  <a:pt x="11162" y="16855"/>
                  <a:pt x="11943" y="18083"/>
                  <a:pt x="11943" y="19645"/>
                </a:cubicBezTo>
                <a:cubicBezTo>
                  <a:pt x="11943" y="23999"/>
                  <a:pt x="8260" y="28240"/>
                  <a:pt x="0" y="33821"/>
                </a:cubicBezTo>
                <a:lnTo>
                  <a:pt x="1451" y="3650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5518B-88AD-4059-840F-49DB0D14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3730" y="4194609"/>
            <a:ext cx="81372" cy="110505"/>
          </a:xfrm>
          <a:custGeom xmlns:a="http://schemas.openxmlformats.org/drawingml/2006/main">
            <a:pathLst>
              <a:path w="81372" h="110505">
                <a:moveTo>
                  <a:pt x="71214" y="90860"/>
                </a:moveTo>
                <a:cubicBezTo>
                  <a:pt x="62619" y="100682"/>
                  <a:pt x="60833" y="102133"/>
                  <a:pt x="58155" y="102133"/>
                </a:cubicBezTo>
                <a:cubicBezTo>
                  <a:pt x="56592" y="102133"/>
                  <a:pt x="55252" y="100682"/>
                  <a:pt x="55252" y="98896"/>
                </a:cubicBezTo>
                <a:cubicBezTo>
                  <a:pt x="55252" y="96664"/>
                  <a:pt x="60387" y="77353"/>
                  <a:pt x="65633" y="59829"/>
                </a:cubicBezTo>
                <a:cubicBezTo>
                  <a:pt x="69986" y="45207"/>
                  <a:pt x="73223" y="32482"/>
                  <a:pt x="81372" y="781"/>
                </a:cubicBezTo>
                <a:lnTo>
                  <a:pt x="80590" y="0"/>
                </a:lnTo>
                <a:cubicBezTo>
                  <a:pt x="72107" y="1786"/>
                  <a:pt x="66415" y="2679"/>
                  <a:pt x="56257" y="3572"/>
                </a:cubicBezTo>
                <a:lnTo>
                  <a:pt x="56257" y="6362"/>
                </a:lnTo>
                <a:cubicBezTo>
                  <a:pt x="64963" y="6586"/>
                  <a:pt x="66080" y="7144"/>
                  <a:pt x="66080" y="10492"/>
                </a:cubicBezTo>
                <a:cubicBezTo>
                  <a:pt x="66080" y="12502"/>
                  <a:pt x="65968" y="13506"/>
                  <a:pt x="63736" y="21543"/>
                </a:cubicBezTo>
                <a:lnTo>
                  <a:pt x="56704" y="47551"/>
                </a:lnTo>
                <a:cubicBezTo>
                  <a:pt x="55476" y="40965"/>
                  <a:pt x="52574" y="38398"/>
                  <a:pt x="46434" y="38398"/>
                </a:cubicBezTo>
                <a:cubicBezTo>
                  <a:pt x="25784" y="38398"/>
                  <a:pt x="0" y="68312"/>
                  <a:pt x="0" y="92087"/>
                </a:cubicBezTo>
                <a:cubicBezTo>
                  <a:pt x="0" y="103361"/>
                  <a:pt x="6362" y="110170"/>
                  <a:pt x="16632" y="110170"/>
                </a:cubicBezTo>
                <a:cubicBezTo>
                  <a:pt x="27459" y="110170"/>
                  <a:pt x="34491" y="105147"/>
                  <a:pt x="45318" y="89297"/>
                </a:cubicBezTo>
                <a:cubicBezTo>
                  <a:pt x="43532" y="97334"/>
                  <a:pt x="43197" y="99789"/>
                  <a:pt x="43197" y="103361"/>
                </a:cubicBezTo>
                <a:cubicBezTo>
                  <a:pt x="43197" y="107603"/>
                  <a:pt x="45876" y="110505"/>
                  <a:pt x="49895" y="110505"/>
                </a:cubicBezTo>
                <a:cubicBezTo>
                  <a:pt x="56592" y="110505"/>
                  <a:pt x="64852" y="104031"/>
                  <a:pt x="73112" y="92422"/>
                </a:cubicBezTo>
                <a:lnTo>
                  <a:pt x="71214" y="90860"/>
                </a:lnTo>
                <a:close/>
                <a:moveTo>
                  <a:pt x="46993" y="42081"/>
                </a:moveTo>
                <a:cubicBezTo>
                  <a:pt x="51792" y="42416"/>
                  <a:pt x="54136" y="45430"/>
                  <a:pt x="54136" y="51122"/>
                </a:cubicBezTo>
                <a:cubicBezTo>
                  <a:pt x="54136" y="75233"/>
                  <a:pt x="37728" y="102580"/>
                  <a:pt x="22994" y="102580"/>
                </a:cubicBezTo>
                <a:cubicBezTo>
                  <a:pt x="17636" y="102580"/>
                  <a:pt x="13841" y="98227"/>
                  <a:pt x="13841" y="92087"/>
                </a:cubicBezTo>
                <a:cubicBezTo>
                  <a:pt x="13841" y="78916"/>
                  <a:pt x="21766" y="60499"/>
                  <a:pt x="32258" y="49337"/>
                </a:cubicBezTo>
                <a:cubicBezTo>
                  <a:pt x="36723" y="44760"/>
                  <a:pt x="42528" y="41746"/>
                  <a:pt x="46993" y="420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9A9DB-3649-4F2A-9640-7DD909CD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8897" y="4199186"/>
            <a:ext cx="34156" cy="105594"/>
          </a:xfrm>
          <a:custGeom xmlns:a="http://schemas.openxmlformats.org/drawingml/2006/main">
            <a:pathLst>
              <a:path w="34156" h="105594">
                <a:moveTo>
                  <a:pt x="27459" y="85725"/>
                </a:moveTo>
                <a:cubicBezTo>
                  <a:pt x="23664" y="90860"/>
                  <a:pt x="22547" y="92087"/>
                  <a:pt x="20873" y="93873"/>
                </a:cubicBezTo>
                <a:cubicBezTo>
                  <a:pt x="18306" y="96552"/>
                  <a:pt x="15850" y="98115"/>
                  <a:pt x="14399" y="98115"/>
                </a:cubicBezTo>
                <a:cubicBezTo>
                  <a:pt x="13171" y="98115"/>
                  <a:pt x="11943" y="96887"/>
                  <a:pt x="11943" y="95771"/>
                </a:cubicBezTo>
                <a:cubicBezTo>
                  <a:pt x="11943" y="94208"/>
                  <a:pt x="12278" y="91864"/>
                  <a:pt x="13395" y="88850"/>
                </a:cubicBezTo>
                <a:cubicBezTo>
                  <a:pt x="13395" y="88292"/>
                  <a:pt x="13953" y="87176"/>
                  <a:pt x="14288" y="85948"/>
                </a:cubicBezTo>
                <a:lnTo>
                  <a:pt x="14288" y="85613"/>
                </a:lnTo>
                <a:lnTo>
                  <a:pt x="14399" y="85279"/>
                </a:lnTo>
                <a:lnTo>
                  <a:pt x="28352" y="34156"/>
                </a:lnTo>
                <a:lnTo>
                  <a:pt x="27905" y="33821"/>
                </a:lnTo>
                <a:cubicBezTo>
                  <a:pt x="11943" y="36835"/>
                  <a:pt x="8706" y="37281"/>
                  <a:pt x="2456" y="37840"/>
                </a:cubicBezTo>
                <a:lnTo>
                  <a:pt x="2456" y="40407"/>
                </a:lnTo>
                <a:cubicBezTo>
                  <a:pt x="10939" y="40518"/>
                  <a:pt x="12502" y="40965"/>
                  <a:pt x="12502" y="44090"/>
                </a:cubicBezTo>
                <a:cubicBezTo>
                  <a:pt x="12502" y="45430"/>
                  <a:pt x="12055" y="47997"/>
                  <a:pt x="11050" y="51122"/>
                </a:cubicBezTo>
                <a:lnTo>
                  <a:pt x="3460" y="79251"/>
                </a:lnTo>
                <a:cubicBezTo>
                  <a:pt x="893" y="88516"/>
                  <a:pt x="0" y="93427"/>
                  <a:pt x="0" y="96552"/>
                </a:cubicBezTo>
                <a:cubicBezTo>
                  <a:pt x="0" y="102468"/>
                  <a:pt x="2456" y="105594"/>
                  <a:pt x="7255" y="105594"/>
                </a:cubicBezTo>
                <a:cubicBezTo>
                  <a:pt x="14511" y="105594"/>
                  <a:pt x="20427" y="100905"/>
                  <a:pt x="29468" y="87511"/>
                </a:cubicBezTo>
                <a:lnTo>
                  <a:pt x="27459" y="85725"/>
                </a:lnTo>
                <a:close/>
                <a:moveTo>
                  <a:pt x="26119" y="0"/>
                </a:moveTo>
                <a:cubicBezTo>
                  <a:pt x="21878" y="0"/>
                  <a:pt x="18752" y="3683"/>
                  <a:pt x="18752" y="8372"/>
                </a:cubicBezTo>
                <a:cubicBezTo>
                  <a:pt x="18752" y="13506"/>
                  <a:pt x="21766" y="16855"/>
                  <a:pt x="26343" y="16855"/>
                </a:cubicBezTo>
                <a:cubicBezTo>
                  <a:pt x="30473" y="16855"/>
                  <a:pt x="34156" y="13171"/>
                  <a:pt x="34156" y="8706"/>
                </a:cubicBezTo>
                <a:cubicBezTo>
                  <a:pt x="34156" y="4130"/>
                  <a:pt x="30473" y="0"/>
                  <a:pt x="26119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F80394-1B02-4BD8-A10D-222834D2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978" y="4233007"/>
            <a:ext cx="58266" cy="70098"/>
          </a:xfrm>
          <a:custGeom xmlns:a="http://schemas.openxmlformats.org/drawingml/2006/main">
            <a:pathLst>
              <a:path w="58266" h="70098">
                <a:moveTo>
                  <a:pt x="12055" y="70098"/>
                </a:moveTo>
                <a:cubicBezTo>
                  <a:pt x="20315" y="43086"/>
                  <a:pt x="22994" y="36165"/>
                  <a:pt x="30361" y="24110"/>
                </a:cubicBezTo>
                <a:cubicBezTo>
                  <a:pt x="35496" y="15292"/>
                  <a:pt x="39960" y="10269"/>
                  <a:pt x="42639" y="10269"/>
                </a:cubicBezTo>
                <a:cubicBezTo>
                  <a:pt x="43644" y="10269"/>
                  <a:pt x="44425" y="10939"/>
                  <a:pt x="45207" y="12502"/>
                </a:cubicBezTo>
                <a:cubicBezTo>
                  <a:pt x="46546" y="15292"/>
                  <a:pt x="47774" y="16073"/>
                  <a:pt x="51011" y="16073"/>
                </a:cubicBezTo>
                <a:cubicBezTo>
                  <a:pt x="55587" y="16073"/>
                  <a:pt x="58266" y="13171"/>
                  <a:pt x="58266" y="8260"/>
                </a:cubicBezTo>
                <a:cubicBezTo>
                  <a:pt x="58266" y="3349"/>
                  <a:pt x="55252" y="0"/>
                  <a:pt x="50788" y="0"/>
                </a:cubicBezTo>
                <a:cubicBezTo>
                  <a:pt x="47104" y="0"/>
                  <a:pt x="42862" y="2344"/>
                  <a:pt x="38733" y="6697"/>
                </a:cubicBezTo>
                <a:cubicBezTo>
                  <a:pt x="32147" y="13395"/>
                  <a:pt x="25896" y="22771"/>
                  <a:pt x="23329" y="29133"/>
                </a:cubicBezTo>
                <a:lnTo>
                  <a:pt x="21096" y="34826"/>
                </a:lnTo>
                <a:lnTo>
                  <a:pt x="29580" y="335"/>
                </a:lnTo>
                <a:lnTo>
                  <a:pt x="29021" y="0"/>
                </a:lnTo>
                <a:cubicBezTo>
                  <a:pt x="17413" y="2121"/>
                  <a:pt x="15962" y="2344"/>
                  <a:pt x="4465" y="4353"/>
                </a:cubicBezTo>
                <a:lnTo>
                  <a:pt x="4465" y="7032"/>
                </a:lnTo>
                <a:cubicBezTo>
                  <a:pt x="8148" y="6251"/>
                  <a:pt x="8706" y="6251"/>
                  <a:pt x="9823" y="6251"/>
                </a:cubicBezTo>
                <a:cubicBezTo>
                  <a:pt x="13283" y="6251"/>
                  <a:pt x="15404" y="7813"/>
                  <a:pt x="15404" y="10716"/>
                </a:cubicBezTo>
                <a:cubicBezTo>
                  <a:pt x="15404" y="12948"/>
                  <a:pt x="15404" y="12948"/>
                  <a:pt x="12836" y="23664"/>
                </a:cubicBezTo>
                <a:lnTo>
                  <a:pt x="0" y="70098"/>
                </a:lnTo>
                <a:lnTo>
                  <a:pt x="12055" y="700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6DE093-9D3A-4179-9BA2-148902AFA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8881" y="4380905"/>
            <a:ext cx="69986" cy="74675"/>
          </a:xfrm>
          <a:custGeom xmlns:a="http://schemas.openxmlformats.org/drawingml/2006/main">
            <a:pathLst>
              <a:path w="69986" h="74675">
                <a:moveTo>
                  <a:pt x="35049" y="0"/>
                </a:moveTo>
                <a:cubicBezTo>
                  <a:pt x="14399" y="0"/>
                  <a:pt x="0" y="15180"/>
                  <a:pt x="0" y="37170"/>
                </a:cubicBezTo>
                <a:cubicBezTo>
                  <a:pt x="0" y="58601"/>
                  <a:pt x="14734" y="74675"/>
                  <a:pt x="34714" y="74675"/>
                </a:cubicBezTo>
                <a:cubicBezTo>
                  <a:pt x="54694" y="74675"/>
                  <a:pt x="69986" y="57820"/>
                  <a:pt x="69986" y="35830"/>
                </a:cubicBezTo>
                <a:cubicBezTo>
                  <a:pt x="69986" y="15069"/>
                  <a:pt x="55364" y="0"/>
                  <a:pt x="35049" y="0"/>
                </a:cubicBezTo>
                <a:close/>
                <a:moveTo>
                  <a:pt x="32928" y="4465"/>
                </a:moveTo>
                <a:cubicBezTo>
                  <a:pt x="46323" y="4465"/>
                  <a:pt x="55699" y="19645"/>
                  <a:pt x="55699" y="41411"/>
                </a:cubicBezTo>
                <a:cubicBezTo>
                  <a:pt x="55699" y="59382"/>
                  <a:pt x="48555" y="70210"/>
                  <a:pt x="36612" y="70210"/>
                </a:cubicBezTo>
                <a:cubicBezTo>
                  <a:pt x="30473" y="70210"/>
                  <a:pt x="24557" y="66415"/>
                  <a:pt x="21208" y="60052"/>
                </a:cubicBezTo>
                <a:cubicBezTo>
                  <a:pt x="16743" y="51792"/>
                  <a:pt x="14176" y="40630"/>
                  <a:pt x="14176" y="29356"/>
                </a:cubicBezTo>
                <a:cubicBezTo>
                  <a:pt x="14176" y="14288"/>
                  <a:pt x="21766" y="4465"/>
                  <a:pt x="32928" y="44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08A30-65C0-4354-960D-96057D22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3361" y="3962772"/>
            <a:ext cx="136959" cy="126355"/>
          </a:xfrm>
          <a:custGeom xmlns:a="http://schemas.openxmlformats.org/drawingml/2006/main">
            <a:pathLst>
              <a:path w="136959" h="126355">
                <a:moveTo>
                  <a:pt x="21320" y="0"/>
                </a:moveTo>
                <a:lnTo>
                  <a:pt x="136959" y="84497"/>
                </a:lnTo>
                <a:lnTo>
                  <a:pt x="0" y="126355"/>
                </a:lnTo>
                <a:cubicBezTo>
                  <a:pt x="36947" y="100124"/>
                  <a:pt x="47551" y="36947"/>
                  <a:pt x="21320" y="0"/>
                </a:cubicBezTo>
                <a:close/>
                <a:moveTo>
                  <a:pt x="21320" y="0"/>
                </a:move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8" name="Clipped source stroke outline">
            <a:extLst xmlns:a="http://schemas.openxmlformats.org/drawingml/2006/main">
              <a:ext uri="{FF2B5EF4-FFF2-40B4-BE49-F238E27FC236}">
                <a16:creationId xmlns:a16="http://schemas.microsoft.com/office/drawing/2014/main" id="{E5BE244D-0312-4AEA-85F1-329272A4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576" y="3853088"/>
            <a:ext cx="975957" cy="191333"/>
          </a:xfrm>
          <a:custGeom xmlns:a="http://schemas.openxmlformats.org/drawingml/2006/main">
            <a:pathLst>
              <a:path w="975957" h="191333">
                <a:moveTo>
                  <a:pt x="17285" y="31800"/>
                </a:moveTo>
                <a:lnTo>
                  <a:pt x="0" y="28876"/>
                </a:lnTo>
                <a:lnTo>
                  <a:pt x="0" y="0"/>
                </a:lnTo>
                <a:lnTo>
                  <a:pt x="22034" y="3727"/>
                </a:lnTo>
                <a:lnTo>
                  <a:pt x="111914" y="18932"/>
                </a:lnTo>
                <a:lnTo>
                  <a:pt x="202787" y="34304"/>
                </a:lnTo>
                <a:lnTo>
                  <a:pt x="293736" y="49689"/>
                </a:lnTo>
                <a:lnTo>
                  <a:pt x="383841" y="64931"/>
                </a:lnTo>
                <a:lnTo>
                  <a:pt x="472185" y="79874"/>
                </a:lnTo>
                <a:lnTo>
                  <a:pt x="557848" y="94364"/>
                </a:lnTo>
                <a:lnTo>
                  <a:pt x="639912" y="108244"/>
                </a:lnTo>
                <a:lnTo>
                  <a:pt x="717458" y="121359"/>
                </a:lnTo>
                <a:lnTo>
                  <a:pt x="789569" y="133555"/>
                </a:lnTo>
                <a:lnTo>
                  <a:pt x="855325" y="144675"/>
                </a:lnTo>
                <a:lnTo>
                  <a:pt x="913809" y="154564"/>
                </a:lnTo>
                <a:lnTo>
                  <a:pt x="964100" y="163066"/>
                </a:lnTo>
                <a:lnTo>
                  <a:pt x="965013" y="163252"/>
                </a:lnTo>
                <a:lnTo>
                  <a:pt x="965912" y="163496"/>
                </a:lnTo>
                <a:lnTo>
                  <a:pt x="966793" y="163799"/>
                </a:lnTo>
                <a:lnTo>
                  <a:pt x="967652" y="164159"/>
                </a:lnTo>
                <a:lnTo>
                  <a:pt x="968486" y="164574"/>
                </a:lnTo>
                <a:lnTo>
                  <a:pt x="969291" y="165043"/>
                </a:lnTo>
                <a:lnTo>
                  <a:pt x="970064" y="165563"/>
                </a:lnTo>
                <a:lnTo>
                  <a:pt x="970801" y="166133"/>
                </a:lnTo>
                <a:lnTo>
                  <a:pt x="971499" y="166750"/>
                </a:lnTo>
                <a:lnTo>
                  <a:pt x="972155" y="167412"/>
                </a:lnTo>
                <a:lnTo>
                  <a:pt x="972766" y="168114"/>
                </a:lnTo>
                <a:lnTo>
                  <a:pt x="973331" y="168856"/>
                </a:lnTo>
                <a:lnTo>
                  <a:pt x="973845" y="169632"/>
                </a:lnTo>
                <a:lnTo>
                  <a:pt x="974308" y="170441"/>
                </a:lnTo>
                <a:lnTo>
                  <a:pt x="974717" y="171278"/>
                </a:lnTo>
                <a:lnTo>
                  <a:pt x="975070" y="172140"/>
                </a:lnTo>
                <a:lnTo>
                  <a:pt x="975366" y="173023"/>
                </a:lnTo>
                <a:lnTo>
                  <a:pt x="975604" y="173924"/>
                </a:lnTo>
                <a:lnTo>
                  <a:pt x="975782" y="174838"/>
                </a:lnTo>
                <a:lnTo>
                  <a:pt x="975900" y="175762"/>
                </a:lnTo>
                <a:lnTo>
                  <a:pt x="975957" y="176692"/>
                </a:lnTo>
                <a:lnTo>
                  <a:pt x="975954" y="177624"/>
                </a:lnTo>
                <a:lnTo>
                  <a:pt x="975889" y="178553"/>
                </a:lnTo>
                <a:lnTo>
                  <a:pt x="975764" y="179476"/>
                </a:lnTo>
                <a:lnTo>
                  <a:pt x="975579" y="180389"/>
                </a:lnTo>
                <a:lnTo>
                  <a:pt x="975334" y="181288"/>
                </a:lnTo>
                <a:lnTo>
                  <a:pt x="975031" y="182169"/>
                </a:lnTo>
                <a:lnTo>
                  <a:pt x="974671" y="183028"/>
                </a:lnTo>
                <a:lnTo>
                  <a:pt x="974256" y="183862"/>
                </a:lnTo>
                <a:lnTo>
                  <a:pt x="973787" y="184667"/>
                </a:lnTo>
                <a:lnTo>
                  <a:pt x="973267" y="185439"/>
                </a:lnTo>
                <a:lnTo>
                  <a:pt x="972697" y="186176"/>
                </a:lnTo>
                <a:lnTo>
                  <a:pt x="972080" y="186874"/>
                </a:lnTo>
                <a:lnTo>
                  <a:pt x="971419" y="187531"/>
                </a:lnTo>
                <a:lnTo>
                  <a:pt x="970716" y="188142"/>
                </a:lnTo>
                <a:lnTo>
                  <a:pt x="969975" y="188706"/>
                </a:lnTo>
                <a:lnTo>
                  <a:pt x="969198" y="189221"/>
                </a:lnTo>
                <a:lnTo>
                  <a:pt x="968390" y="189683"/>
                </a:lnTo>
                <a:lnTo>
                  <a:pt x="967552" y="190092"/>
                </a:lnTo>
                <a:lnTo>
                  <a:pt x="966690" y="190445"/>
                </a:lnTo>
                <a:lnTo>
                  <a:pt x="965807" y="190741"/>
                </a:lnTo>
                <a:lnTo>
                  <a:pt x="964906" y="190979"/>
                </a:lnTo>
                <a:lnTo>
                  <a:pt x="963992" y="191157"/>
                </a:lnTo>
                <a:lnTo>
                  <a:pt x="963068" y="191275"/>
                </a:lnTo>
                <a:lnTo>
                  <a:pt x="962138" y="191333"/>
                </a:lnTo>
                <a:lnTo>
                  <a:pt x="961207" y="191329"/>
                </a:lnTo>
                <a:lnTo>
                  <a:pt x="960277" y="191265"/>
                </a:lnTo>
                <a:lnTo>
                  <a:pt x="959354" y="191139"/>
                </a:lnTo>
                <a:lnTo>
                  <a:pt x="909062" y="182637"/>
                </a:lnTo>
                <a:lnTo>
                  <a:pt x="850578" y="172748"/>
                </a:lnTo>
                <a:lnTo>
                  <a:pt x="784821" y="161628"/>
                </a:lnTo>
                <a:lnTo>
                  <a:pt x="712711" y="149432"/>
                </a:lnTo>
                <a:lnTo>
                  <a:pt x="635164" y="136317"/>
                </a:lnTo>
                <a:lnTo>
                  <a:pt x="553099" y="122436"/>
                </a:lnTo>
                <a:lnTo>
                  <a:pt x="467436" y="107947"/>
                </a:lnTo>
                <a:lnTo>
                  <a:pt x="379093" y="93004"/>
                </a:lnTo>
                <a:lnTo>
                  <a:pt x="288987" y="77762"/>
                </a:lnTo>
                <a:lnTo>
                  <a:pt x="198039" y="62377"/>
                </a:lnTo>
                <a:lnTo>
                  <a:pt x="107165" y="47005"/>
                </a:lnTo>
                <a:lnTo>
                  <a:pt x="17285" y="31800"/>
                </a:lnTo>
                <a:close/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FC059-DA9B-4E13-B497-34CEC9CF9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0437" y="4125850"/>
            <a:ext cx="154372" cy="174464"/>
          </a:xfrm>
          <a:custGeom xmlns:a="http://schemas.openxmlformats.org/drawingml/2006/main">
            <a:pathLst>
              <a:path w="154372" h="174464">
                <a:moveTo>
                  <a:pt x="85613" y="19980"/>
                </a:moveTo>
                <a:cubicBezTo>
                  <a:pt x="87846" y="10716"/>
                  <a:pt x="88627" y="7925"/>
                  <a:pt x="112626" y="7925"/>
                </a:cubicBezTo>
                <a:cubicBezTo>
                  <a:pt x="120328" y="7925"/>
                  <a:pt x="122337" y="7925"/>
                  <a:pt x="122337" y="3125"/>
                </a:cubicBezTo>
                <a:cubicBezTo>
                  <a:pt x="122337" y="0"/>
                  <a:pt x="119546" y="0"/>
                  <a:pt x="118318" y="0"/>
                </a:cubicBezTo>
                <a:cubicBezTo>
                  <a:pt x="109835" y="0"/>
                  <a:pt x="88850" y="781"/>
                  <a:pt x="80479" y="781"/>
                </a:cubicBezTo>
                <a:cubicBezTo>
                  <a:pt x="72889" y="781"/>
                  <a:pt x="54136" y="0"/>
                  <a:pt x="46546" y="0"/>
                </a:cubicBezTo>
                <a:cubicBezTo>
                  <a:pt x="44760" y="0"/>
                  <a:pt x="41635" y="0"/>
                  <a:pt x="41635" y="5135"/>
                </a:cubicBezTo>
                <a:cubicBezTo>
                  <a:pt x="41635" y="7925"/>
                  <a:pt x="43979" y="7925"/>
                  <a:pt x="48778" y="7925"/>
                </a:cubicBezTo>
                <a:cubicBezTo>
                  <a:pt x="49337" y="7925"/>
                  <a:pt x="54136" y="7925"/>
                  <a:pt x="58489" y="8372"/>
                </a:cubicBezTo>
                <a:cubicBezTo>
                  <a:pt x="63066" y="8930"/>
                  <a:pt x="65410" y="9153"/>
                  <a:pt x="65410" y="12502"/>
                </a:cubicBezTo>
                <a:cubicBezTo>
                  <a:pt x="65410" y="13506"/>
                  <a:pt x="65187" y="14288"/>
                  <a:pt x="64405" y="17301"/>
                </a:cubicBezTo>
                <a:lnTo>
                  <a:pt x="30138" y="154595"/>
                </a:lnTo>
                <a:cubicBezTo>
                  <a:pt x="27570" y="164529"/>
                  <a:pt x="27124" y="166539"/>
                  <a:pt x="6921" y="166539"/>
                </a:cubicBezTo>
                <a:cubicBezTo>
                  <a:pt x="2567" y="166539"/>
                  <a:pt x="0" y="166539"/>
                  <a:pt x="0" y="171673"/>
                </a:cubicBezTo>
                <a:cubicBezTo>
                  <a:pt x="0" y="174464"/>
                  <a:pt x="2344" y="174464"/>
                  <a:pt x="6921" y="174464"/>
                </a:cubicBezTo>
                <a:lnTo>
                  <a:pt x="125239" y="174464"/>
                </a:lnTo>
                <a:cubicBezTo>
                  <a:pt x="131378" y="174464"/>
                  <a:pt x="131601" y="174464"/>
                  <a:pt x="133164" y="170111"/>
                </a:cubicBezTo>
                <a:lnTo>
                  <a:pt x="153256" y="114970"/>
                </a:lnTo>
                <a:cubicBezTo>
                  <a:pt x="154372" y="112179"/>
                  <a:pt x="154372" y="111621"/>
                  <a:pt x="154372" y="111398"/>
                </a:cubicBezTo>
                <a:cubicBezTo>
                  <a:pt x="154372" y="110393"/>
                  <a:pt x="153591" y="108496"/>
                  <a:pt x="151247" y="108496"/>
                </a:cubicBezTo>
                <a:cubicBezTo>
                  <a:pt x="148903" y="108496"/>
                  <a:pt x="148679" y="109835"/>
                  <a:pt x="146893" y="113965"/>
                </a:cubicBezTo>
                <a:cubicBezTo>
                  <a:pt x="138299" y="137406"/>
                  <a:pt x="127025" y="166539"/>
                  <a:pt x="82823" y="166539"/>
                </a:cubicBezTo>
                <a:lnTo>
                  <a:pt x="58824" y="166539"/>
                </a:lnTo>
                <a:cubicBezTo>
                  <a:pt x="55141" y="166539"/>
                  <a:pt x="54694" y="166539"/>
                  <a:pt x="53132" y="166315"/>
                </a:cubicBezTo>
                <a:cubicBezTo>
                  <a:pt x="50564" y="165981"/>
                  <a:pt x="49895" y="165757"/>
                  <a:pt x="49895" y="163748"/>
                </a:cubicBezTo>
                <a:cubicBezTo>
                  <a:pt x="49895" y="162967"/>
                  <a:pt x="49895" y="162520"/>
                  <a:pt x="51122" y="157832"/>
                </a:cubicBezTo>
                <a:lnTo>
                  <a:pt x="85613" y="19980"/>
                </a:ln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8F35B-9CB9-4294-9425-F6CDF74F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864" y="4072942"/>
            <a:ext cx="91529" cy="124346"/>
          </a:xfrm>
          <a:custGeom xmlns:a="http://schemas.openxmlformats.org/drawingml/2006/main">
            <a:pathLst>
              <a:path w="91529" h="124346">
                <a:moveTo>
                  <a:pt x="80032" y="102245"/>
                </a:moveTo>
                <a:cubicBezTo>
                  <a:pt x="70433" y="113295"/>
                  <a:pt x="68424" y="114858"/>
                  <a:pt x="65410" y="114858"/>
                </a:cubicBezTo>
                <a:cubicBezTo>
                  <a:pt x="63624" y="114858"/>
                  <a:pt x="62173" y="113295"/>
                  <a:pt x="62173" y="111286"/>
                </a:cubicBezTo>
                <a:cubicBezTo>
                  <a:pt x="62173" y="108831"/>
                  <a:pt x="67866" y="87064"/>
                  <a:pt x="73782" y="67419"/>
                </a:cubicBezTo>
                <a:cubicBezTo>
                  <a:pt x="78581" y="50899"/>
                  <a:pt x="82376" y="36612"/>
                  <a:pt x="91529" y="893"/>
                </a:cubicBezTo>
                <a:lnTo>
                  <a:pt x="90636" y="0"/>
                </a:lnTo>
                <a:cubicBezTo>
                  <a:pt x="81149" y="2009"/>
                  <a:pt x="74675" y="3014"/>
                  <a:pt x="63289" y="4130"/>
                </a:cubicBezTo>
                <a:lnTo>
                  <a:pt x="63289" y="7144"/>
                </a:lnTo>
                <a:cubicBezTo>
                  <a:pt x="73112" y="7479"/>
                  <a:pt x="74340" y="8037"/>
                  <a:pt x="74340" y="11832"/>
                </a:cubicBezTo>
                <a:cubicBezTo>
                  <a:pt x="74340" y="14064"/>
                  <a:pt x="74116" y="15180"/>
                  <a:pt x="71661" y="24333"/>
                </a:cubicBezTo>
                <a:lnTo>
                  <a:pt x="63736" y="53578"/>
                </a:lnTo>
                <a:cubicBezTo>
                  <a:pt x="62285" y="46100"/>
                  <a:pt x="59159" y="43309"/>
                  <a:pt x="52127" y="43309"/>
                </a:cubicBezTo>
                <a:cubicBezTo>
                  <a:pt x="28910" y="43309"/>
                  <a:pt x="0" y="76795"/>
                  <a:pt x="0" y="103584"/>
                </a:cubicBezTo>
                <a:cubicBezTo>
                  <a:pt x="0" y="116309"/>
                  <a:pt x="7144" y="124011"/>
                  <a:pt x="18752" y="124011"/>
                </a:cubicBezTo>
                <a:cubicBezTo>
                  <a:pt x="30919" y="124011"/>
                  <a:pt x="38733" y="118318"/>
                  <a:pt x="50899" y="100459"/>
                </a:cubicBezTo>
                <a:cubicBezTo>
                  <a:pt x="49002" y="109500"/>
                  <a:pt x="48555" y="112179"/>
                  <a:pt x="48555" y="116309"/>
                </a:cubicBezTo>
                <a:cubicBezTo>
                  <a:pt x="48555" y="121109"/>
                  <a:pt x="51681" y="124346"/>
                  <a:pt x="56145" y="124346"/>
                </a:cubicBezTo>
                <a:cubicBezTo>
                  <a:pt x="63624" y="124346"/>
                  <a:pt x="72889" y="117091"/>
                  <a:pt x="82153" y="104031"/>
                </a:cubicBezTo>
                <a:lnTo>
                  <a:pt x="80032" y="102245"/>
                </a:lnTo>
                <a:close/>
                <a:moveTo>
                  <a:pt x="52908" y="47327"/>
                </a:moveTo>
                <a:cubicBezTo>
                  <a:pt x="58266" y="47662"/>
                  <a:pt x="60945" y="51122"/>
                  <a:pt x="60945" y="57485"/>
                </a:cubicBezTo>
                <a:cubicBezTo>
                  <a:pt x="60945" y="84720"/>
                  <a:pt x="42304" y="115416"/>
                  <a:pt x="25896" y="115416"/>
                </a:cubicBezTo>
                <a:cubicBezTo>
                  <a:pt x="19869" y="115416"/>
                  <a:pt x="15515" y="110617"/>
                  <a:pt x="15515" y="103584"/>
                </a:cubicBezTo>
                <a:cubicBezTo>
                  <a:pt x="15515" y="88850"/>
                  <a:pt x="24445" y="68089"/>
                  <a:pt x="36277" y="55587"/>
                </a:cubicBezTo>
                <a:cubicBezTo>
                  <a:pt x="41300" y="50341"/>
                  <a:pt x="47885" y="46993"/>
                  <a:pt x="52908" y="47327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DF3C0-A37E-4732-B711-47D04AC4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086" y="4078077"/>
            <a:ext cx="38286" cy="118876"/>
          </a:xfrm>
          <a:custGeom xmlns:a="http://schemas.openxmlformats.org/drawingml/2006/main">
            <a:pathLst>
              <a:path w="38286" h="118876">
                <a:moveTo>
                  <a:pt x="30919" y="96552"/>
                </a:moveTo>
                <a:cubicBezTo>
                  <a:pt x="26566" y="102245"/>
                  <a:pt x="25338" y="103696"/>
                  <a:pt x="23552" y="105705"/>
                </a:cubicBezTo>
                <a:cubicBezTo>
                  <a:pt x="20538" y="108719"/>
                  <a:pt x="17859" y="110505"/>
                  <a:pt x="16185" y="110505"/>
                </a:cubicBezTo>
                <a:cubicBezTo>
                  <a:pt x="14734" y="110505"/>
                  <a:pt x="13395" y="109054"/>
                  <a:pt x="13395" y="107826"/>
                </a:cubicBezTo>
                <a:cubicBezTo>
                  <a:pt x="13395" y="106040"/>
                  <a:pt x="13841" y="103361"/>
                  <a:pt x="15180" y="99901"/>
                </a:cubicBezTo>
                <a:cubicBezTo>
                  <a:pt x="15180" y="99343"/>
                  <a:pt x="15627" y="98115"/>
                  <a:pt x="15962" y="96664"/>
                </a:cubicBezTo>
                <a:lnTo>
                  <a:pt x="15962" y="96329"/>
                </a:lnTo>
                <a:lnTo>
                  <a:pt x="16185" y="95994"/>
                </a:lnTo>
                <a:lnTo>
                  <a:pt x="31924" y="38509"/>
                </a:lnTo>
                <a:lnTo>
                  <a:pt x="31366" y="38174"/>
                </a:lnTo>
                <a:cubicBezTo>
                  <a:pt x="13395" y="41523"/>
                  <a:pt x="9823" y="42081"/>
                  <a:pt x="2791" y="42528"/>
                </a:cubicBezTo>
                <a:lnTo>
                  <a:pt x="2791" y="45430"/>
                </a:lnTo>
                <a:cubicBezTo>
                  <a:pt x="12278" y="45541"/>
                  <a:pt x="14064" y="46100"/>
                  <a:pt x="14064" y="49783"/>
                </a:cubicBezTo>
                <a:cubicBezTo>
                  <a:pt x="14064" y="51122"/>
                  <a:pt x="13506" y="54025"/>
                  <a:pt x="12502" y="57596"/>
                </a:cubicBezTo>
                <a:lnTo>
                  <a:pt x="3907" y="89185"/>
                </a:lnTo>
                <a:cubicBezTo>
                  <a:pt x="1005" y="99566"/>
                  <a:pt x="0" y="105147"/>
                  <a:pt x="0" y="108719"/>
                </a:cubicBezTo>
                <a:cubicBezTo>
                  <a:pt x="0" y="115305"/>
                  <a:pt x="2791" y="118876"/>
                  <a:pt x="8148" y="118876"/>
                </a:cubicBezTo>
                <a:cubicBezTo>
                  <a:pt x="16408" y="118876"/>
                  <a:pt x="22994" y="113519"/>
                  <a:pt x="33151" y="98450"/>
                </a:cubicBezTo>
                <a:lnTo>
                  <a:pt x="30919" y="96552"/>
                </a:lnTo>
                <a:close/>
                <a:moveTo>
                  <a:pt x="29468" y="0"/>
                </a:moveTo>
                <a:cubicBezTo>
                  <a:pt x="24557" y="0"/>
                  <a:pt x="20985" y="4130"/>
                  <a:pt x="20985" y="9488"/>
                </a:cubicBezTo>
                <a:cubicBezTo>
                  <a:pt x="20985" y="15180"/>
                  <a:pt x="24445" y="18976"/>
                  <a:pt x="29580" y="18976"/>
                </a:cubicBezTo>
                <a:cubicBezTo>
                  <a:pt x="34268" y="18976"/>
                  <a:pt x="38286" y="14846"/>
                  <a:pt x="38286" y="9823"/>
                </a:cubicBezTo>
                <a:cubicBezTo>
                  <a:pt x="38286" y="4688"/>
                  <a:pt x="34268" y="0"/>
                  <a:pt x="29468" y="0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7A505-429E-4907-A4C2-5EC73C0DB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749" y="4116251"/>
            <a:ext cx="65522" cy="78693"/>
          </a:xfrm>
          <a:custGeom xmlns:a="http://schemas.openxmlformats.org/drawingml/2006/main">
            <a:pathLst>
              <a:path w="65522" h="78693">
                <a:moveTo>
                  <a:pt x="13506" y="78693"/>
                </a:moveTo>
                <a:cubicBezTo>
                  <a:pt x="22882" y="48332"/>
                  <a:pt x="25896" y="40630"/>
                  <a:pt x="34044" y="27124"/>
                </a:cubicBezTo>
                <a:cubicBezTo>
                  <a:pt x="40072" y="17078"/>
                  <a:pt x="44983" y="11609"/>
                  <a:pt x="47997" y="11609"/>
                </a:cubicBezTo>
                <a:cubicBezTo>
                  <a:pt x="49113" y="11609"/>
                  <a:pt x="50006" y="12278"/>
                  <a:pt x="50899" y="14064"/>
                </a:cubicBezTo>
                <a:cubicBezTo>
                  <a:pt x="52350" y="17078"/>
                  <a:pt x="53801" y="17971"/>
                  <a:pt x="57373" y="17971"/>
                </a:cubicBezTo>
                <a:cubicBezTo>
                  <a:pt x="62508" y="17971"/>
                  <a:pt x="65522" y="14734"/>
                  <a:pt x="65522" y="9153"/>
                </a:cubicBezTo>
                <a:cubicBezTo>
                  <a:pt x="65522" y="3684"/>
                  <a:pt x="62173" y="0"/>
                  <a:pt x="57150" y="0"/>
                </a:cubicBezTo>
                <a:cubicBezTo>
                  <a:pt x="53020" y="0"/>
                  <a:pt x="48220" y="2567"/>
                  <a:pt x="43532" y="7367"/>
                </a:cubicBezTo>
                <a:cubicBezTo>
                  <a:pt x="36277" y="14957"/>
                  <a:pt x="29133" y="25450"/>
                  <a:pt x="26231" y="32593"/>
                </a:cubicBezTo>
                <a:lnTo>
                  <a:pt x="23775" y="39067"/>
                </a:lnTo>
                <a:lnTo>
                  <a:pt x="33263" y="335"/>
                </a:lnTo>
                <a:lnTo>
                  <a:pt x="32705" y="0"/>
                </a:lnTo>
                <a:cubicBezTo>
                  <a:pt x="19645" y="2232"/>
                  <a:pt x="17971" y="2567"/>
                  <a:pt x="5023" y="4800"/>
                </a:cubicBezTo>
                <a:lnTo>
                  <a:pt x="5023" y="7813"/>
                </a:lnTo>
                <a:cubicBezTo>
                  <a:pt x="9265" y="6921"/>
                  <a:pt x="9823" y="6921"/>
                  <a:pt x="11050" y="6921"/>
                </a:cubicBezTo>
                <a:cubicBezTo>
                  <a:pt x="14957" y="6921"/>
                  <a:pt x="17301" y="8706"/>
                  <a:pt x="17301" y="11943"/>
                </a:cubicBezTo>
                <a:cubicBezTo>
                  <a:pt x="17301" y="14399"/>
                  <a:pt x="17301" y="14399"/>
                  <a:pt x="14399" y="26566"/>
                </a:cubicBezTo>
                <a:lnTo>
                  <a:pt x="0" y="78693"/>
                </a:lnTo>
                <a:lnTo>
                  <a:pt x="13506" y="78693"/>
                </a:ln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52889-786A-43E7-A76F-47BB6352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6976" y="4240932"/>
            <a:ext cx="42416" cy="122002"/>
          </a:xfrm>
          <a:custGeom xmlns:a="http://schemas.openxmlformats.org/drawingml/2006/main">
            <a:pathLst>
              <a:path w="42416" h="122002">
                <a:moveTo>
                  <a:pt x="28463" y="39849"/>
                </a:moveTo>
                <a:lnTo>
                  <a:pt x="781" y="49671"/>
                </a:lnTo>
                <a:lnTo>
                  <a:pt x="781" y="52350"/>
                </a:lnTo>
                <a:lnTo>
                  <a:pt x="2121" y="52127"/>
                </a:lnTo>
                <a:cubicBezTo>
                  <a:pt x="4353" y="51792"/>
                  <a:pt x="6697" y="51569"/>
                  <a:pt x="8260" y="51569"/>
                </a:cubicBezTo>
                <a:cubicBezTo>
                  <a:pt x="12502" y="51569"/>
                  <a:pt x="14176" y="54471"/>
                  <a:pt x="14176" y="62285"/>
                </a:cubicBezTo>
                <a:lnTo>
                  <a:pt x="14176" y="103808"/>
                </a:lnTo>
                <a:cubicBezTo>
                  <a:pt x="14176" y="116644"/>
                  <a:pt x="12390" y="118653"/>
                  <a:pt x="0" y="119323"/>
                </a:cubicBezTo>
                <a:lnTo>
                  <a:pt x="0" y="122002"/>
                </a:lnTo>
                <a:lnTo>
                  <a:pt x="42416" y="122002"/>
                </a:lnTo>
                <a:lnTo>
                  <a:pt x="42416" y="119323"/>
                </a:lnTo>
                <a:cubicBezTo>
                  <a:pt x="30584" y="118430"/>
                  <a:pt x="29133" y="116644"/>
                  <a:pt x="29133" y="103808"/>
                </a:cubicBezTo>
                <a:lnTo>
                  <a:pt x="29133" y="40407"/>
                </a:lnTo>
                <a:lnTo>
                  <a:pt x="28463" y="39849"/>
                </a:lnTo>
                <a:close/>
                <a:moveTo>
                  <a:pt x="20092" y="0"/>
                </a:moveTo>
                <a:cubicBezTo>
                  <a:pt x="15292" y="0"/>
                  <a:pt x="11162" y="4130"/>
                  <a:pt x="11162" y="9041"/>
                </a:cubicBezTo>
                <a:cubicBezTo>
                  <a:pt x="11162" y="14064"/>
                  <a:pt x="15069" y="18194"/>
                  <a:pt x="20092" y="18194"/>
                </a:cubicBezTo>
                <a:cubicBezTo>
                  <a:pt x="25226" y="18194"/>
                  <a:pt x="29356" y="14288"/>
                  <a:pt x="29356" y="9041"/>
                </a:cubicBezTo>
                <a:cubicBezTo>
                  <a:pt x="29356" y="4130"/>
                  <a:pt x="25226" y="0"/>
                  <a:pt x="20092" y="0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8233A-2F0F-4AE2-8526-525EC373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070" y="4536951"/>
            <a:ext cx="136959" cy="154930"/>
          </a:xfrm>
          <a:custGeom xmlns:a="http://schemas.openxmlformats.org/drawingml/2006/main">
            <a:pathLst>
              <a:path w="136959" h="154930">
                <a:moveTo>
                  <a:pt x="76014" y="17748"/>
                </a:moveTo>
                <a:cubicBezTo>
                  <a:pt x="78023" y="9488"/>
                  <a:pt x="78693" y="7032"/>
                  <a:pt x="100012" y="7032"/>
                </a:cubicBezTo>
                <a:cubicBezTo>
                  <a:pt x="106821" y="7032"/>
                  <a:pt x="108607" y="7032"/>
                  <a:pt x="108607" y="2679"/>
                </a:cubicBezTo>
                <a:cubicBezTo>
                  <a:pt x="108607" y="0"/>
                  <a:pt x="106152" y="0"/>
                  <a:pt x="104924" y="0"/>
                </a:cubicBezTo>
                <a:cubicBezTo>
                  <a:pt x="97445" y="0"/>
                  <a:pt x="78916" y="670"/>
                  <a:pt x="71438" y="670"/>
                </a:cubicBezTo>
                <a:cubicBezTo>
                  <a:pt x="64629" y="670"/>
                  <a:pt x="48109" y="0"/>
                  <a:pt x="41300" y="0"/>
                </a:cubicBezTo>
                <a:cubicBezTo>
                  <a:pt x="39625" y="0"/>
                  <a:pt x="36947" y="0"/>
                  <a:pt x="36947" y="4576"/>
                </a:cubicBezTo>
                <a:cubicBezTo>
                  <a:pt x="36947" y="7032"/>
                  <a:pt x="38956" y="7032"/>
                  <a:pt x="43309" y="7032"/>
                </a:cubicBezTo>
                <a:cubicBezTo>
                  <a:pt x="43755" y="7032"/>
                  <a:pt x="48109" y="7032"/>
                  <a:pt x="51904" y="7479"/>
                </a:cubicBezTo>
                <a:cubicBezTo>
                  <a:pt x="56034" y="7925"/>
                  <a:pt x="58043" y="8148"/>
                  <a:pt x="58043" y="11162"/>
                </a:cubicBezTo>
                <a:cubicBezTo>
                  <a:pt x="58043" y="12055"/>
                  <a:pt x="57820" y="12725"/>
                  <a:pt x="57150" y="15404"/>
                </a:cubicBezTo>
                <a:lnTo>
                  <a:pt x="26677" y="137182"/>
                </a:lnTo>
                <a:cubicBezTo>
                  <a:pt x="24445" y="146000"/>
                  <a:pt x="23999" y="147898"/>
                  <a:pt x="6028" y="147898"/>
                </a:cubicBezTo>
                <a:cubicBezTo>
                  <a:pt x="2232" y="147898"/>
                  <a:pt x="0" y="147898"/>
                  <a:pt x="0" y="152363"/>
                </a:cubicBezTo>
                <a:cubicBezTo>
                  <a:pt x="0" y="154930"/>
                  <a:pt x="2009" y="154930"/>
                  <a:pt x="6028" y="154930"/>
                </a:cubicBezTo>
                <a:lnTo>
                  <a:pt x="111063" y="154930"/>
                </a:lnTo>
                <a:cubicBezTo>
                  <a:pt x="116532" y="154930"/>
                  <a:pt x="116756" y="154930"/>
                  <a:pt x="118095" y="151023"/>
                </a:cubicBezTo>
                <a:lnTo>
                  <a:pt x="136066" y="102022"/>
                </a:lnTo>
                <a:cubicBezTo>
                  <a:pt x="136959" y="99566"/>
                  <a:pt x="136959" y="99120"/>
                  <a:pt x="136959" y="98896"/>
                </a:cubicBezTo>
                <a:cubicBezTo>
                  <a:pt x="136959" y="98003"/>
                  <a:pt x="136289" y="96441"/>
                  <a:pt x="134280" y="96441"/>
                </a:cubicBezTo>
                <a:cubicBezTo>
                  <a:pt x="132159" y="96441"/>
                  <a:pt x="131936" y="97557"/>
                  <a:pt x="130373" y="101129"/>
                </a:cubicBezTo>
                <a:cubicBezTo>
                  <a:pt x="122672" y="122002"/>
                  <a:pt x="112737" y="147898"/>
                  <a:pt x="73447" y="147898"/>
                </a:cubicBezTo>
                <a:lnTo>
                  <a:pt x="52127" y="147898"/>
                </a:lnTo>
                <a:cubicBezTo>
                  <a:pt x="49002" y="147898"/>
                  <a:pt x="48555" y="147898"/>
                  <a:pt x="47104" y="147675"/>
                </a:cubicBezTo>
                <a:cubicBezTo>
                  <a:pt x="44872" y="147451"/>
                  <a:pt x="44202" y="147228"/>
                  <a:pt x="44202" y="145331"/>
                </a:cubicBezTo>
                <a:cubicBezTo>
                  <a:pt x="44202" y="144661"/>
                  <a:pt x="44202" y="144214"/>
                  <a:pt x="45318" y="140196"/>
                </a:cubicBezTo>
                <a:lnTo>
                  <a:pt x="76014" y="1774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35CE7-EB0E-4B76-B7F2-D56D2148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753" y="4527798"/>
            <a:ext cx="62731" cy="71884"/>
          </a:xfrm>
          <a:custGeom xmlns:a="http://schemas.openxmlformats.org/drawingml/2006/main">
            <a:pathLst>
              <a:path w="62731" h="71884">
                <a:moveTo>
                  <a:pt x="50788" y="53243"/>
                </a:moveTo>
                <a:cubicBezTo>
                  <a:pt x="42081" y="62619"/>
                  <a:pt x="35830" y="66191"/>
                  <a:pt x="28017" y="66191"/>
                </a:cubicBezTo>
                <a:cubicBezTo>
                  <a:pt x="19087" y="66191"/>
                  <a:pt x="13618" y="59271"/>
                  <a:pt x="13618" y="47997"/>
                </a:cubicBezTo>
                <a:cubicBezTo>
                  <a:pt x="13618" y="34491"/>
                  <a:pt x="19199" y="20315"/>
                  <a:pt x="28017" y="11050"/>
                </a:cubicBezTo>
                <a:cubicBezTo>
                  <a:pt x="32705" y="6251"/>
                  <a:pt x="38956" y="3349"/>
                  <a:pt x="45207" y="3349"/>
                </a:cubicBezTo>
                <a:cubicBezTo>
                  <a:pt x="48890" y="3349"/>
                  <a:pt x="51234" y="4688"/>
                  <a:pt x="51234" y="6586"/>
                </a:cubicBezTo>
                <a:cubicBezTo>
                  <a:pt x="51234" y="7367"/>
                  <a:pt x="50899" y="8148"/>
                  <a:pt x="50341" y="9599"/>
                </a:cubicBezTo>
                <a:cubicBezTo>
                  <a:pt x="49225" y="11609"/>
                  <a:pt x="48890" y="12725"/>
                  <a:pt x="48890" y="14176"/>
                </a:cubicBezTo>
                <a:cubicBezTo>
                  <a:pt x="48890" y="17971"/>
                  <a:pt x="51234" y="20203"/>
                  <a:pt x="55029" y="20203"/>
                </a:cubicBezTo>
                <a:cubicBezTo>
                  <a:pt x="59382" y="20203"/>
                  <a:pt x="62731" y="17078"/>
                  <a:pt x="62731" y="12948"/>
                </a:cubicBezTo>
                <a:cubicBezTo>
                  <a:pt x="62731" y="5581"/>
                  <a:pt x="55587" y="0"/>
                  <a:pt x="45988" y="0"/>
                </a:cubicBezTo>
                <a:cubicBezTo>
                  <a:pt x="22213" y="0"/>
                  <a:pt x="0" y="23217"/>
                  <a:pt x="0" y="47997"/>
                </a:cubicBezTo>
                <a:cubicBezTo>
                  <a:pt x="0" y="63066"/>
                  <a:pt x="8483" y="71884"/>
                  <a:pt x="23329" y="71884"/>
                </a:cubicBezTo>
                <a:cubicBezTo>
                  <a:pt x="35049" y="71884"/>
                  <a:pt x="43755" y="66973"/>
                  <a:pt x="53355" y="54806"/>
                </a:cubicBezTo>
                <a:lnTo>
                  <a:pt x="50788" y="532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359A3F-3413-46B8-8294-42857A5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2847" y="4527798"/>
            <a:ext cx="72889" cy="71884"/>
          </a:xfrm>
          <a:custGeom xmlns:a="http://schemas.openxmlformats.org/drawingml/2006/main">
            <a:pathLst>
              <a:path w="72889" h="71884">
                <a:moveTo>
                  <a:pt x="70991" y="52574"/>
                </a:moveTo>
                <a:cubicBezTo>
                  <a:pt x="68535" y="55029"/>
                  <a:pt x="67642" y="55811"/>
                  <a:pt x="66526" y="57038"/>
                </a:cubicBezTo>
                <a:cubicBezTo>
                  <a:pt x="61726" y="61950"/>
                  <a:pt x="59717" y="63624"/>
                  <a:pt x="58266" y="63624"/>
                </a:cubicBezTo>
                <a:cubicBezTo>
                  <a:pt x="57038" y="63624"/>
                  <a:pt x="56034" y="62619"/>
                  <a:pt x="56034" y="61503"/>
                </a:cubicBezTo>
                <a:cubicBezTo>
                  <a:pt x="56034" y="58378"/>
                  <a:pt x="62731" y="31142"/>
                  <a:pt x="70210" y="3907"/>
                </a:cubicBezTo>
                <a:cubicBezTo>
                  <a:pt x="70656" y="2232"/>
                  <a:pt x="70768" y="1898"/>
                  <a:pt x="71103" y="558"/>
                </a:cubicBezTo>
                <a:lnTo>
                  <a:pt x="69986" y="0"/>
                </a:lnTo>
                <a:lnTo>
                  <a:pt x="60387" y="1116"/>
                </a:lnTo>
                <a:lnTo>
                  <a:pt x="59829" y="1674"/>
                </a:lnTo>
                <a:lnTo>
                  <a:pt x="58155" y="9265"/>
                </a:lnTo>
                <a:cubicBezTo>
                  <a:pt x="56815" y="3349"/>
                  <a:pt x="52239" y="0"/>
                  <a:pt x="45430" y="0"/>
                </a:cubicBezTo>
                <a:cubicBezTo>
                  <a:pt x="24445" y="0"/>
                  <a:pt x="0" y="29133"/>
                  <a:pt x="0" y="54248"/>
                </a:cubicBezTo>
                <a:cubicBezTo>
                  <a:pt x="0" y="65298"/>
                  <a:pt x="6028" y="71884"/>
                  <a:pt x="16185" y="71884"/>
                </a:cubicBezTo>
                <a:cubicBezTo>
                  <a:pt x="27347" y="71884"/>
                  <a:pt x="34156" y="66638"/>
                  <a:pt x="48109" y="46881"/>
                </a:cubicBezTo>
                <a:cubicBezTo>
                  <a:pt x="44872" y="59271"/>
                  <a:pt x="44425" y="61392"/>
                  <a:pt x="44425" y="65187"/>
                </a:cubicBezTo>
                <a:cubicBezTo>
                  <a:pt x="44425" y="69763"/>
                  <a:pt x="46323" y="71661"/>
                  <a:pt x="50788" y="71661"/>
                </a:cubicBezTo>
                <a:cubicBezTo>
                  <a:pt x="57150" y="71661"/>
                  <a:pt x="61168" y="68647"/>
                  <a:pt x="72889" y="54248"/>
                </a:cubicBezTo>
                <a:lnTo>
                  <a:pt x="70991" y="52574"/>
                </a:lnTo>
                <a:close/>
                <a:moveTo>
                  <a:pt x="46323" y="3572"/>
                </a:moveTo>
                <a:cubicBezTo>
                  <a:pt x="51792" y="3907"/>
                  <a:pt x="55252" y="7702"/>
                  <a:pt x="55252" y="13283"/>
                </a:cubicBezTo>
                <a:cubicBezTo>
                  <a:pt x="55252" y="26566"/>
                  <a:pt x="47327" y="45318"/>
                  <a:pt x="36277" y="57038"/>
                </a:cubicBezTo>
                <a:cubicBezTo>
                  <a:pt x="32593" y="61392"/>
                  <a:pt x="27124" y="64070"/>
                  <a:pt x="22547" y="64070"/>
                </a:cubicBezTo>
                <a:cubicBezTo>
                  <a:pt x="16966" y="64070"/>
                  <a:pt x="13283" y="59494"/>
                  <a:pt x="13283" y="52127"/>
                </a:cubicBezTo>
                <a:cubicBezTo>
                  <a:pt x="13283" y="43532"/>
                  <a:pt x="19310" y="27236"/>
                  <a:pt x="26231" y="17413"/>
                </a:cubicBezTo>
                <a:cubicBezTo>
                  <a:pt x="32593" y="8148"/>
                  <a:pt x="39960" y="3014"/>
                  <a:pt x="46323" y="357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62D47-EC88-48BC-8741-3986ED5C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4665" y="4527798"/>
            <a:ext cx="62619" cy="71884"/>
          </a:xfrm>
          <a:custGeom xmlns:a="http://schemas.openxmlformats.org/drawingml/2006/main">
            <a:pathLst>
              <a:path w="62619" h="71884">
                <a:moveTo>
                  <a:pt x="50788" y="53243"/>
                </a:moveTo>
                <a:cubicBezTo>
                  <a:pt x="42081" y="62619"/>
                  <a:pt x="35830" y="66191"/>
                  <a:pt x="28017" y="66191"/>
                </a:cubicBezTo>
                <a:cubicBezTo>
                  <a:pt x="18976" y="66191"/>
                  <a:pt x="13618" y="59271"/>
                  <a:pt x="13618" y="47997"/>
                </a:cubicBezTo>
                <a:cubicBezTo>
                  <a:pt x="13618" y="34491"/>
                  <a:pt x="19199" y="20315"/>
                  <a:pt x="28017" y="11050"/>
                </a:cubicBezTo>
                <a:cubicBezTo>
                  <a:pt x="32705" y="6251"/>
                  <a:pt x="38956" y="3349"/>
                  <a:pt x="45207" y="3349"/>
                </a:cubicBezTo>
                <a:cubicBezTo>
                  <a:pt x="48890" y="3349"/>
                  <a:pt x="51234" y="4688"/>
                  <a:pt x="51234" y="6586"/>
                </a:cubicBezTo>
                <a:cubicBezTo>
                  <a:pt x="51234" y="7367"/>
                  <a:pt x="50899" y="8148"/>
                  <a:pt x="50341" y="9599"/>
                </a:cubicBezTo>
                <a:cubicBezTo>
                  <a:pt x="49225" y="11609"/>
                  <a:pt x="48890" y="12725"/>
                  <a:pt x="48890" y="14176"/>
                </a:cubicBezTo>
                <a:cubicBezTo>
                  <a:pt x="48890" y="17971"/>
                  <a:pt x="51234" y="20203"/>
                  <a:pt x="55029" y="20203"/>
                </a:cubicBezTo>
                <a:cubicBezTo>
                  <a:pt x="59382" y="20203"/>
                  <a:pt x="62619" y="17078"/>
                  <a:pt x="62619" y="12948"/>
                </a:cubicBezTo>
                <a:cubicBezTo>
                  <a:pt x="62619" y="5581"/>
                  <a:pt x="55587" y="0"/>
                  <a:pt x="45988" y="0"/>
                </a:cubicBezTo>
                <a:cubicBezTo>
                  <a:pt x="22213" y="0"/>
                  <a:pt x="0" y="23217"/>
                  <a:pt x="0" y="47997"/>
                </a:cubicBezTo>
                <a:cubicBezTo>
                  <a:pt x="0" y="63066"/>
                  <a:pt x="8483" y="71884"/>
                  <a:pt x="23329" y="71884"/>
                </a:cubicBezTo>
                <a:cubicBezTo>
                  <a:pt x="35049" y="71884"/>
                  <a:pt x="43755" y="66973"/>
                  <a:pt x="53355" y="54806"/>
                </a:cubicBezTo>
                <a:lnTo>
                  <a:pt x="50788" y="5324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430E8-206E-4B93-84D7-7464F388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191" y="4489400"/>
            <a:ext cx="72889" cy="109947"/>
          </a:xfrm>
          <a:custGeom xmlns:a="http://schemas.openxmlformats.org/drawingml/2006/main">
            <a:pathLst>
              <a:path w="72889" h="109947">
                <a:moveTo>
                  <a:pt x="70879" y="89855"/>
                </a:moveTo>
                <a:cubicBezTo>
                  <a:pt x="62285" y="100682"/>
                  <a:pt x="60387" y="102468"/>
                  <a:pt x="57820" y="102468"/>
                </a:cubicBezTo>
                <a:cubicBezTo>
                  <a:pt x="56369" y="102468"/>
                  <a:pt x="55252" y="101017"/>
                  <a:pt x="55252" y="99566"/>
                </a:cubicBezTo>
                <a:cubicBezTo>
                  <a:pt x="55252" y="98003"/>
                  <a:pt x="57820" y="87957"/>
                  <a:pt x="60499" y="79809"/>
                </a:cubicBezTo>
                <a:cubicBezTo>
                  <a:pt x="65187" y="64629"/>
                  <a:pt x="68200" y="52908"/>
                  <a:pt x="68200" y="49113"/>
                </a:cubicBezTo>
                <a:cubicBezTo>
                  <a:pt x="68200" y="42751"/>
                  <a:pt x="63847" y="38398"/>
                  <a:pt x="57708" y="38398"/>
                </a:cubicBezTo>
                <a:cubicBezTo>
                  <a:pt x="47327" y="38398"/>
                  <a:pt x="36054" y="48890"/>
                  <a:pt x="21320" y="71996"/>
                </a:cubicBezTo>
                <a:lnTo>
                  <a:pt x="40407" y="781"/>
                </a:lnTo>
                <a:lnTo>
                  <a:pt x="39514" y="0"/>
                </a:lnTo>
                <a:cubicBezTo>
                  <a:pt x="30361" y="2121"/>
                  <a:pt x="24110" y="3237"/>
                  <a:pt x="14622" y="4353"/>
                </a:cubicBezTo>
                <a:lnTo>
                  <a:pt x="14622" y="6697"/>
                </a:lnTo>
                <a:lnTo>
                  <a:pt x="18752" y="6697"/>
                </a:lnTo>
                <a:cubicBezTo>
                  <a:pt x="18976" y="6697"/>
                  <a:pt x="19087" y="6697"/>
                  <a:pt x="19199" y="6586"/>
                </a:cubicBezTo>
                <a:cubicBezTo>
                  <a:pt x="21431" y="5581"/>
                  <a:pt x="25226" y="8260"/>
                  <a:pt x="25226" y="10492"/>
                </a:cubicBezTo>
                <a:cubicBezTo>
                  <a:pt x="25226" y="12725"/>
                  <a:pt x="24445" y="16632"/>
                  <a:pt x="23106" y="21320"/>
                </a:cubicBezTo>
                <a:cubicBezTo>
                  <a:pt x="22882" y="21431"/>
                  <a:pt x="22436" y="23664"/>
                  <a:pt x="21431" y="27124"/>
                </a:cubicBezTo>
                <a:lnTo>
                  <a:pt x="0" y="108496"/>
                </a:lnTo>
                <a:lnTo>
                  <a:pt x="11943" y="108496"/>
                </a:lnTo>
                <a:cubicBezTo>
                  <a:pt x="18194" y="84051"/>
                  <a:pt x="20315" y="78693"/>
                  <a:pt x="26677" y="68982"/>
                </a:cubicBezTo>
                <a:cubicBezTo>
                  <a:pt x="34937" y="56369"/>
                  <a:pt x="45765" y="46546"/>
                  <a:pt x="51346" y="46546"/>
                </a:cubicBezTo>
                <a:cubicBezTo>
                  <a:pt x="53690" y="46546"/>
                  <a:pt x="55811" y="48444"/>
                  <a:pt x="55811" y="50564"/>
                </a:cubicBezTo>
                <a:cubicBezTo>
                  <a:pt x="55811" y="51122"/>
                  <a:pt x="55252" y="53243"/>
                  <a:pt x="54583" y="55811"/>
                </a:cubicBezTo>
                <a:lnTo>
                  <a:pt x="45876" y="88627"/>
                </a:lnTo>
                <a:cubicBezTo>
                  <a:pt x="43867" y="96441"/>
                  <a:pt x="42751" y="101352"/>
                  <a:pt x="42751" y="103250"/>
                </a:cubicBezTo>
                <a:cubicBezTo>
                  <a:pt x="42751" y="107380"/>
                  <a:pt x="45430" y="109947"/>
                  <a:pt x="49671" y="109947"/>
                </a:cubicBezTo>
                <a:cubicBezTo>
                  <a:pt x="57820" y="109947"/>
                  <a:pt x="63401" y="105705"/>
                  <a:pt x="72889" y="91864"/>
                </a:cubicBezTo>
                <a:lnTo>
                  <a:pt x="70879" y="8985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13FFD-84B6-428C-A8D3-D5419992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2786" y="4527798"/>
            <a:ext cx="60499" cy="71884"/>
          </a:xfrm>
          <a:custGeom xmlns:a="http://schemas.openxmlformats.org/drawingml/2006/main">
            <a:pathLst>
              <a:path w="60499" h="71884">
                <a:moveTo>
                  <a:pt x="51904" y="52797"/>
                </a:moveTo>
                <a:cubicBezTo>
                  <a:pt x="40518" y="62173"/>
                  <a:pt x="35607" y="64740"/>
                  <a:pt x="28798" y="64740"/>
                </a:cubicBezTo>
                <a:cubicBezTo>
                  <a:pt x="19757" y="64740"/>
                  <a:pt x="13841" y="58936"/>
                  <a:pt x="13841" y="50341"/>
                </a:cubicBezTo>
                <a:cubicBezTo>
                  <a:pt x="13841" y="47997"/>
                  <a:pt x="14176" y="45653"/>
                  <a:pt x="15404" y="40518"/>
                </a:cubicBezTo>
                <a:lnTo>
                  <a:pt x="19869" y="39960"/>
                </a:lnTo>
                <a:cubicBezTo>
                  <a:pt x="43755" y="36612"/>
                  <a:pt x="60499" y="24445"/>
                  <a:pt x="60499" y="10827"/>
                </a:cubicBezTo>
                <a:cubicBezTo>
                  <a:pt x="60499" y="4130"/>
                  <a:pt x="55811" y="0"/>
                  <a:pt x="47774" y="0"/>
                </a:cubicBezTo>
                <a:cubicBezTo>
                  <a:pt x="25003" y="0"/>
                  <a:pt x="0" y="26231"/>
                  <a:pt x="0" y="50118"/>
                </a:cubicBezTo>
                <a:cubicBezTo>
                  <a:pt x="0" y="62954"/>
                  <a:pt x="8595" y="71884"/>
                  <a:pt x="20985" y="71884"/>
                </a:cubicBezTo>
                <a:cubicBezTo>
                  <a:pt x="32258" y="71884"/>
                  <a:pt x="44537" y="65298"/>
                  <a:pt x="53913" y="54694"/>
                </a:cubicBezTo>
                <a:lnTo>
                  <a:pt x="51904" y="52797"/>
                </a:lnTo>
                <a:close/>
                <a:moveTo>
                  <a:pt x="19310" y="30026"/>
                </a:moveTo>
                <a:cubicBezTo>
                  <a:pt x="24668" y="15962"/>
                  <a:pt x="36388" y="3683"/>
                  <a:pt x="44537" y="3683"/>
                </a:cubicBezTo>
                <a:cubicBezTo>
                  <a:pt x="47774" y="3683"/>
                  <a:pt x="50006" y="6251"/>
                  <a:pt x="50006" y="9934"/>
                </a:cubicBezTo>
                <a:cubicBezTo>
                  <a:pt x="50006" y="14846"/>
                  <a:pt x="47104" y="20538"/>
                  <a:pt x="42081" y="25338"/>
                </a:cubicBezTo>
                <a:cubicBezTo>
                  <a:pt x="36277" y="30807"/>
                  <a:pt x="30249" y="33710"/>
                  <a:pt x="16520" y="37058"/>
                </a:cubicBezTo>
                <a:lnTo>
                  <a:pt x="19310" y="300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9E4C07-BDC7-4733-B4F1-DD4FC179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629" y="4581823"/>
            <a:ext cx="22101" cy="36612"/>
          </a:xfrm>
          <a:custGeom xmlns:a="http://schemas.openxmlformats.org/drawingml/2006/main">
            <a:pathLst>
              <a:path w="22101" h="36612">
                <a:moveTo>
                  <a:pt x="1451" y="36612"/>
                </a:moveTo>
                <a:cubicBezTo>
                  <a:pt x="14734" y="29133"/>
                  <a:pt x="22101" y="20203"/>
                  <a:pt x="22101" y="11274"/>
                </a:cubicBezTo>
                <a:cubicBezTo>
                  <a:pt x="22101" y="4911"/>
                  <a:pt x="18083" y="0"/>
                  <a:pt x="12836" y="0"/>
                </a:cubicBezTo>
                <a:cubicBezTo>
                  <a:pt x="8260" y="0"/>
                  <a:pt x="4688" y="3237"/>
                  <a:pt x="4688" y="7479"/>
                </a:cubicBezTo>
                <a:cubicBezTo>
                  <a:pt x="4688" y="10158"/>
                  <a:pt x="5693" y="11943"/>
                  <a:pt x="8706" y="14622"/>
                </a:cubicBezTo>
                <a:cubicBezTo>
                  <a:pt x="11050" y="16855"/>
                  <a:pt x="11943" y="18083"/>
                  <a:pt x="11943" y="19757"/>
                </a:cubicBezTo>
                <a:cubicBezTo>
                  <a:pt x="11943" y="23999"/>
                  <a:pt x="8260" y="28352"/>
                  <a:pt x="0" y="33821"/>
                </a:cubicBezTo>
                <a:lnTo>
                  <a:pt x="1451" y="3661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7942F9-A03E-4494-9179-816DA565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3849" y="4493977"/>
            <a:ext cx="34156" cy="105705"/>
          </a:xfrm>
          <a:custGeom xmlns:a="http://schemas.openxmlformats.org/drawingml/2006/main">
            <a:pathLst>
              <a:path w="34156" h="105705">
                <a:moveTo>
                  <a:pt x="27570" y="85837"/>
                </a:moveTo>
                <a:cubicBezTo>
                  <a:pt x="23664" y="90860"/>
                  <a:pt x="22547" y="92199"/>
                  <a:pt x="20985" y="93873"/>
                </a:cubicBezTo>
                <a:cubicBezTo>
                  <a:pt x="18306" y="96664"/>
                  <a:pt x="15962" y="98227"/>
                  <a:pt x="14511" y="98227"/>
                </a:cubicBezTo>
                <a:cubicBezTo>
                  <a:pt x="13171" y="98227"/>
                  <a:pt x="11943" y="96887"/>
                  <a:pt x="11943" y="95771"/>
                </a:cubicBezTo>
                <a:cubicBezTo>
                  <a:pt x="11943" y="94208"/>
                  <a:pt x="12390" y="91864"/>
                  <a:pt x="13506" y="88850"/>
                </a:cubicBezTo>
                <a:cubicBezTo>
                  <a:pt x="13506" y="88404"/>
                  <a:pt x="13953" y="87288"/>
                  <a:pt x="14288" y="85948"/>
                </a:cubicBezTo>
                <a:lnTo>
                  <a:pt x="14288" y="85613"/>
                </a:lnTo>
                <a:lnTo>
                  <a:pt x="14511" y="85279"/>
                </a:lnTo>
                <a:lnTo>
                  <a:pt x="28463" y="34156"/>
                </a:lnTo>
                <a:lnTo>
                  <a:pt x="27905" y="33821"/>
                </a:lnTo>
                <a:cubicBezTo>
                  <a:pt x="11943" y="36835"/>
                  <a:pt x="8706" y="37393"/>
                  <a:pt x="2567" y="37840"/>
                </a:cubicBezTo>
                <a:lnTo>
                  <a:pt x="2567" y="40407"/>
                </a:lnTo>
                <a:cubicBezTo>
                  <a:pt x="10939" y="40518"/>
                  <a:pt x="12613" y="40965"/>
                  <a:pt x="12613" y="44202"/>
                </a:cubicBezTo>
                <a:cubicBezTo>
                  <a:pt x="12613" y="45430"/>
                  <a:pt x="12055" y="47997"/>
                  <a:pt x="11162" y="51234"/>
                </a:cubicBezTo>
                <a:lnTo>
                  <a:pt x="3572" y="79363"/>
                </a:lnTo>
                <a:cubicBezTo>
                  <a:pt x="1005" y="88516"/>
                  <a:pt x="0" y="93427"/>
                  <a:pt x="0" y="96664"/>
                </a:cubicBezTo>
                <a:cubicBezTo>
                  <a:pt x="0" y="102468"/>
                  <a:pt x="2567" y="105705"/>
                  <a:pt x="7367" y="105705"/>
                </a:cubicBezTo>
                <a:cubicBezTo>
                  <a:pt x="14622" y="105705"/>
                  <a:pt x="20538" y="100905"/>
                  <a:pt x="29580" y="87511"/>
                </a:cubicBezTo>
                <a:lnTo>
                  <a:pt x="27570" y="85837"/>
                </a:lnTo>
                <a:close/>
                <a:moveTo>
                  <a:pt x="26231" y="0"/>
                </a:moveTo>
                <a:cubicBezTo>
                  <a:pt x="21989" y="0"/>
                  <a:pt x="18752" y="3684"/>
                  <a:pt x="18752" y="8483"/>
                </a:cubicBezTo>
                <a:cubicBezTo>
                  <a:pt x="18752" y="13506"/>
                  <a:pt x="21766" y="16855"/>
                  <a:pt x="26343" y="16855"/>
                </a:cubicBezTo>
                <a:cubicBezTo>
                  <a:pt x="30584" y="16855"/>
                  <a:pt x="34156" y="13171"/>
                  <a:pt x="34156" y="8818"/>
                </a:cubicBezTo>
                <a:cubicBezTo>
                  <a:pt x="34156" y="4130"/>
                  <a:pt x="30584" y="0"/>
                  <a:pt x="2623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32E334-5192-4AF2-BACD-53500746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1019" y="4527798"/>
            <a:ext cx="73000" cy="71549"/>
          </a:xfrm>
          <a:custGeom xmlns:a="http://schemas.openxmlformats.org/drawingml/2006/main">
            <a:pathLst>
              <a:path w="73000" h="71549">
                <a:moveTo>
                  <a:pt x="70768" y="51457"/>
                </a:moveTo>
                <a:lnTo>
                  <a:pt x="67531" y="55587"/>
                </a:lnTo>
                <a:cubicBezTo>
                  <a:pt x="62954" y="61503"/>
                  <a:pt x="60052" y="64070"/>
                  <a:pt x="57820" y="64070"/>
                </a:cubicBezTo>
                <a:cubicBezTo>
                  <a:pt x="56592" y="64070"/>
                  <a:pt x="55252" y="62843"/>
                  <a:pt x="55252" y="61503"/>
                </a:cubicBezTo>
                <a:cubicBezTo>
                  <a:pt x="55252" y="60387"/>
                  <a:pt x="55252" y="60387"/>
                  <a:pt x="57485" y="51457"/>
                </a:cubicBezTo>
                <a:lnTo>
                  <a:pt x="66526" y="18752"/>
                </a:lnTo>
                <a:cubicBezTo>
                  <a:pt x="67308" y="15515"/>
                  <a:pt x="67977" y="11943"/>
                  <a:pt x="67977" y="9711"/>
                </a:cubicBezTo>
                <a:cubicBezTo>
                  <a:pt x="67977" y="4018"/>
                  <a:pt x="63736" y="0"/>
                  <a:pt x="57485" y="0"/>
                </a:cubicBezTo>
                <a:cubicBezTo>
                  <a:pt x="47327" y="0"/>
                  <a:pt x="37393" y="9599"/>
                  <a:pt x="20985" y="35049"/>
                </a:cubicBezTo>
                <a:lnTo>
                  <a:pt x="31589" y="335"/>
                </a:lnTo>
                <a:lnTo>
                  <a:pt x="31142" y="0"/>
                </a:lnTo>
                <a:cubicBezTo>
                  <a:pt x="22547" y="1786"/>
                  <a:pt x="19199" y="2456"/>
                  <a:pt x="5358" y="5023"/>
                </a:cubicBezTo>
                <a:lnTo>
                  <a:pt x="5358" y="7479"/>
                </a:lnTo>
                <a:cubicBezTo>
                  <a:pt x="13506" y="7702"/>
                  <a:pt x="15515" y="8595"/>
                  <a:pt x="15515" y="11832"/>
                </a:cubicBezTo>
                <a:cubicBezTo>
                  <a:pt x="15515" y="12725"/>
                  <a:pt x="15404" y="13729"/>
                  <a:pt x="15292" y="14511"/>
                </a:cubicBezTo>
                <a:lnTo>
                  <a:pt x="0" y="70098"/>
                </a:lnTo>
                <a:lnTo>
                  <a:pt x="11943" y="70098"/>
                </a:lnTo>
                <a:cubicBezTo>
                  <a:pt x="19422" y="44983"/>
                  <a:pt x="20873" y="41523"/>
                  <a:pt x="27794" y="30696"/>
                </a:cubicBezTo>
                <a:cubicBezTo>
                  <a:pt x="37393" y="16073"/>
                  <a:pt x="45430" y="8148"/>
                  <a:pt x="51234" y="8148"/>
                </a:cubicBezTo>
                <a:cubicBezTo>
                  <a:pt x="53690" y="8148"/>
                  <a:pt x="55141" y="9934"/>
                  <a:pt x="55141" y="12725"/>
                </a:cubicBezTo>
                <a:cubicBezTo>
                  <a:pt x="55141" y="14622"/>
                  <a:pt x="54248" y="19869"/>
                  <a:pt x="52908" y="24780"/>
                </a:cubicBezTo>
                <a:lnTo>
                  <a:pt x="45876" y="51011"/>
                </a:lnTo>
                <a:cubicBezTo>
                  <a:pt x="43867" y="59159"/>
                  <a:pt x="43421" y="61392"/>
                  <a:pt x="43421" y="62954"/>
                </a:cubicBezTo>
                <a:cubicBezTo>
                  <a:pt x="43421" y="68982"/>
                  <a:pt x="45541" y="71549"/>
                  <a:pt x="50899" y="71549"/>
                </a:cubicBezTo>
                <a:cubicBezTo>
                  <a:pt x="57931" y="71549"/>
                  <a:pt x="62061" y="68200"/>
                  <a:pt x="73000" y="53578"/>
                </a:cubicBezTo>
                <a:lnTo>
                  <a:pt x="70768" y="5145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04313-291D-447F-AB62-530A1CE6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940" y="4489400"/>
            <a:ext cx="81260" cy="110505"/>
          </a:xfrm>
          <a:custGeom xmlns:a="http://schemas.openxmlformats.org/drawingml/2006/main">
            <a:pathLst>
              <a:path w="81260" h="110505">
                <a:moveTo>
                  <a:pt x="71103" y="90860"/>
                </a:moveTo>
                <a:cubicBezTo>
                  <a:pt x="62508" y="100682"/>
                  <a:pt x="60833" y="102133"/>
                  <a:pt x="58043" y="102133"/>
                </a:cubicBezTo>
                <a:cubicBezTo>
                  <a:pt x="56480" y="102133"/>
                  <a:pt x="55252" y="100682"/>
                  <a:pt x="55252" y="99008"/>
                </a:cubicBezTo>
                <a:cubicBezTo>
                  <a:pt x="55252" y="96775"/>
                  <a:pt x="60275" y="77353"/>
                  <a:pt x="65522" y="59829"/>
                </a:cubicBezTo>
                <a:cubicBezTo>
                  <a:pt x="69875" y="45318"/>
                  <a:pt x="73223" y="32593"/>
                  <a:pt x="81260" y="781"/>
                </a:cubicBezTo>
                <a:lnTo>
                  <a:pt x="80479" y="0"/>
                </a:lnTo>
                <a:cubicBezTo>
                  <a:pt x="72107" y="1786"/>
                  <a:pt x="66303" y="2679"/>
                  <a:pt x="56257" y="3683"/>
                </a:cubicBezTo>
                <a:lnTo>
                  <a:pt x="56257" y="6362"/>
                </a:lnTo>
                <a:cubicBezTo>
                  <a:pt x="64963" y="6697"/>
                  <a:pt x="66080" y="7144"/>
                  <a:pt x="66080" y="10492"/>
                </a:cubicBezTo>
                <a:cubicBezTo>
                  <a:pt x="66080" y="12502"/>
                  <a:pt x="65856" y="13506"/>
                  <a:pt x="63624" y="21655"/>
                </a:cubicBezTo>
                <a:lnTo>
                  <a:pt x="56592" y="47662"/>
                </a:lnTo>
                <a:cubicBezTo>
                  <a:pt x="55364" y="40965"/>
                  <a:pt x="52462" y="38398"/>
                  <a:pt x="46323" y="38398"/>
                </a:cubicBezTo>
                <a:cubicBezTo>
                  <a:pt x="25673" y="38398"/>
                  <a:pt x="0" y="68312"/>
                  <a:pt x="0" y="92087"/>
                </a:cubicBezTo>
                <a:cubicBezTo>
                  <a:pt x="0" y="103473"/>
                  <a:pt x="6251" y="110282"/>
                  <a:pt x="16632" y="110282"/>
                </a:cubicBezTo>
                <a:cubicBezTo>
                  <a:pt x="27459" y="110282"/>
                  <a:pt x="34379" y="105147"/>
                  <a:pt x="45207" y="89297"/>
                </a:cubicBezTo>
                <a:cubicBezTo>
                  <a:pt x="43532" y="97334"/>
                  <a:pt x="43197" y="99789"/>
                  <a:pt x="43197" y="103473"/>
                </a:cubicBezTo>
                <a:cubicBezTo>
                  <a:pt x="43197" y="107714"/>
                  <a:pt x="45876" y="110505"/>
                  <a:pt x="49783" y="110505"/>
                </a:cubicBezTo>
                <a:cubicBezTo>
                  <a:pt x="56480" y="110505"/>
                  <a:pt x="64740" y="104031"/>
                  <a:pt x="73000" y="92422"/>
                </a:cubicBezTo>
                <a:lnTo>
                  <a:pt x="71103" y="90860"/>
                </a:lnTo>
                <a:close/>
                <a:moveTo>
                  <a:pt x="46992" y="42081"/>
                </a:moveTo>
                <a:cubicBezTo>
                  <a:pt x="51792" y="42416"/>
                  <a:pt x="54136" y="45430"/>
                  <a:pt x="54136" y="51122"/>
                </a:cubicBezTo>
                <a:cubicBezTo>
                  <a:pt x="54136" y="75344"/>
                  <a:pt x="37616" y="102580"/>
                  <a:pt x="22994" y="102580"/>
                </a:cubicBezTo>
                <a:cubicBezTo>
                  <a:pt x="17636" y="102580"/>
                  <a:pt x="13729" y="98338"/>
                  <a:pt x="13729" y="92087"/>
                </a:cubicBezTo>
                <a:cubicBezTo>
                  <a:pt x="13729" y="78916"/>
                  <a:pt x="21766" y="60499"/>
                  <a:pt x="32147" y="49448"/>
                </a:cubicBezTo>
                <a:cubicBezTo>
                  <a:pt x="36612" y="44760"/>
                  <a:pt x="42528" y="41746"/>
                  <a:pt x="46992" y="420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C94AB9-54A3-48C2-9183-AE7D487F7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995" y="4493977"/>
            <a:ext cx="34156" cy="105705"/>
          </a:xfrm>
          <a:custGeom xmlns:a="http://schemas.openxmlformats.org/drawingml/2006/main">
            <a:pathLst>
              <a:path w="34156" h="105705">
                <a:moveTo>
                  <a:pt x="27570" y="85837"/>
                </a:moveTo>
                <a:cubicBezTo>
                  <a:pt x="23664" y="90860"/>
                  <a:pt x="22547" y="92199"/>
                  <a:pt x="20985" y="93873"/>
                </a:cubicBezTo>
                <a:cubicBezTo>
                  <a:pt x="18306" y="96664"/>
                  <a:pt x="15962" y="98227"/>
                  <a:pt x="14511" y="98227"/>
                </a:cubicBezTo>
                <a:cubicBezTo>
                  <a:pt x="13171" y="98227"/>
                  <a:pt x="11943" y="96887"/>
                  <a:pt x="11943" y="95771"/>
                </a:cubicBezTo>
                <a:cubicBezTo>
                  <a:pt x="11943" y="94208"/>
                  <a:pt x="12390" y="91864"/>
                  <a:pt x="13506" y="88850"/>
                </a:cubicBezTo>
                <a:cubicBezTo>
                  <a:pt x="13506" y="88404"/>
                  <a:pt x="13953" y="87288"/>
                  <a:pt x="14288" y="85948"/>
                </a:cubicBezTo>
                <a:lnTo>
                  <a:pt x="14288" y="85613"/>
                </a:lnTo>
                <a:lnTo>
                  <a:pt x="14511" y="85279"/>
                </a:lnTo>
                <a:lnTo>
                  <a:pt x="28463" y="34156"/>
                </a:lnTo>
                <a:lnTo>
                  <a:pt x="27905" y="33821"/>
                </a:lnTo>
                <a:cubicBezTo>
                  <a:pt x="11943" y="36835"/>
                  <a:pt x="8706" y="37393"/>
                  <a:pt x="2567" y="37840"/>
                </a:cubicBezTo>
                <a:lnTo>
                  <a:pt x="2567" y="40407"/>
                </a:lnTo>
                <a:cubicBezTo>
                  <a:pt x="10939" y="40518"/>
                  <a:pt x="12613" y="40965"/>
                  <a:pt x="12613" y="44202"/>
                </a:cubicBezTo>
                <a:cubicBezTo>
                  <a:pt x="12613" y="45430"/>
                  <a:pt x="12055" y="47997"/>
                  <a:pt x="11162" y="51234"/>
                </a:cubicBezTo>
                <a:lnTo>
                  <a:pt x="3572" y="79363"/>
                </a:lnTo>
                <a:cubicBezTo>
                  <a:pt x="1005" y="88516"/>
                  <a:pt x="0" y="93427"/>
                  <a:pt x="0" y="96664"/>
                </a:cubicBezTo>
                <a:cubicBezTo>
                  <a:pt x="0" y="102468"/>
                  <a:pt x="2567" y="105705"/>
                  <a:pt x="7367" y="105705"/>
                </a:cubicBezTo>
                <a:cubicBezTo>
                  <a:pt x="14622" y="105705"/>
                  <a:pt x="20538" y="100905"/>
                  <a:pt x="29580" y="87511"/>
                </a:cubicBezTo>
                <a:lnTo>
                  <a:pt x="27570" y="85837"/>
                </a:lnTo>
                <a:close/>
                <a:moveTo>
                  <a:pt x="26231" y="0"/>
                </a:moveTo>
                <a:cubicBezTo>
                  <a:pt x="21989" y="0"/>
                  <a:pt x="18752" y="3684"/>
                  <a:pt x="18752" y="8483"/>
                </a:cubicBezTo>
                <a:cubicBezTo>
                  <a:pt x="18752" y="13506"/>
                  <a:pt x="21766" y="16855"/>
                  <a:pt x="26343" y="16855"/>
                </a:cubicBezTo>
                <a:cubicBezTo>
                  <a:pt x="30584" y="16855"/>
                  <a:pt x="34156" y="13171"/>
                  <a:pt x="34156" y="8818"/>
                </a:cubicBezTo>
                <a:cubicBezTo>
                  <a:pt x="34156" y="4130"/>
                  <a:pt x="30584" y="0"/>
                  <a:pt x="26231" y="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0F229-C9BE-4614-9DE1-BD220281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0978" y="4527798"/>
            <a:ext cx="58266" cy="70098"/>
          </a:xfrm>
          <a:custGeom xmlns:a="http://schemas.openxmlformats.org/drawingml/2006/main">
            <a:pathLst>
              <a:path w="58266" h="70098">
                <a:moveTo>
                  <a:pt x="12055" y="70098"/>
                </a:moveTo>
                <a:cubicBezTo>
                  <a:pt x="20315" y="43086"/>
                  <a:pt x="22994" y="36277"/>
                  <a:pt x="30361" y="24222"/>
                </a:cubicBezTo>
                <a:cubicBezTo>
                  <a:pt x="35496" y="15292"/>
                  <a:pt x="39960" y="10381"/>
                  <a:pt x="42639" y="10381"/>
                </a:cubicBezTo>
                <a:cubicBezTo>
                  <a:pt x="43644" y="10381"/>
                  <a:pt x="44425" y="11050"/>
                  <a:pt x="45207" y="12613"/>
                </a:cubicBezTo>
                <a:cubicBezTo>
                  <a:pt x="46546" y="15292"/>
                  <a:pt x="47774" y="16073"/>
                  <a:pt x="51011" y="16073"/>
                </a:cubicBezTo>
                <a:cubicBezTo>
                  <a:pt x="55587" y="16073"/>
                  <a:pt x="58266" y="13283"/>
                  <a:pt x="58266" y="8260"/>
                </a:cubicBezTo>
                <a:cubicBezTo>
                  <a:pt x="58266" y="3349"/>
                  <a:pt x="55252" y="0"/>
                  <a:pt x="50788" y="0"/>
                </a:cubicBezTo>
                <a:cubicBezTo>
                  <a:pt x="47104" y="0"/>
                  <a:pt x="42862" y="2456"/>
                  <a:pt x="38733" y="6697"/>
                </a:cubicBezTo>
                <a:cubicBezTo>
                  <a:pt x="32147" y="13395"/>
                  <a:pt x="25896" y="22771"/>
                  <a:pt x="23329" y="29133"/>
                </a:cubicBezTo>
                <a:lnTo>
                  <a:pt x="21096" y="34826"/>
                </a:lnTo>
                <a:lnTo>
                  <a:pt x="29580" y="335"/>
                </a:lnTo>
                <a:lnTo>
                  <a:pt x="29021" y="0"/>
                </a:lnTo>
                <a:cubicBezTo>
                  <a:pt x="17413" y="2121"/>
                  <a:pt x="15962" y="2456"/>
                  <a:pt x="4465" y="4353"/>
                </a:cubicBezTo>
                <a:lnTo>
                  <a:pt x="4465" y="7032"/>
                </a:lnTo>
                <a:cubicBezTo>
                  <a:pt x="8148" y="6251"/>
                  <a:pt x="8706" y="6251"/>
                  <a:pt x="9823" y="6251"/>
                </a:cubicBezTo>
                <a:cubicBezTo>
                  <a:pt x="13283" y="6251"/>
                  <a:pt x="15404" y="7813"/>
                  <a:pt x="15404" y="10716"/>
                </a:cubicBezTo>
                <a:cubicBezTo>
                  <a:pt x="15404" y="12948"/>
                  <a:pt x="15404" y="12948"/>
                  <a:pt x="12836" y="23664"/>
                </a:cubicBezTo>
                <a:lnTo>
                  <a:pt x="0" y="70098"/>
                </a:lnTo>
                <a:lnTo>
                  <a:pt x="12055" y="7009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D1361-6C19-45DF-A7F3-CDAD1DF31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3530" y="4675696"/>
            <a:ext cx="70098" cy="74675"/>
          </a:xfrm>
          <a:custGeom xmlns:a="http://schemas.openxmlformats.org/drawingml/2006/main">
            <a:pathLst>
              <a:path w="70098" h="74675">
                <a:moveTo>
                  <a:pt x="35161" y="0"/>
                </a:moveTo>
                <a:cubicBezTo>
                  <a:pt x="14399" y="0"/>
                  <a:pt x="0" y="15292"/>
                  <a:pt x="0" y="37170"/>
                </a:cubicBezTo>
                <a:cubicBezTo>
                  <a:pt x="0" y="58601"/>
                  <a:pt x="14846" y="74675"/>
                  <a:pt x="34826" y="74675"/>
                </a:cubicBezTo>
                <a:cubicBezTo>
                  <a:pt x="54806" y="74675"/>
                  <a:pt x="70098" y="57820"/>
                  <a:pt x="70098" y="35942"/>
                </a:cubicBezTo>
                <a:cubicBezTo>
                  <a:pt x="70098" y="15180"/>
                  <a:pt x="55476" y="0"/>
                  <a:pt x="35161" y="0"/>
                </a:cubicBezTo>
                <a:close/>
                <a:moveTo>
                  <a:pt x="33040" y="4465"/>
                </a:moveTo>
                <a:cubicBezTo>
                  <a:pt x="46434" y="4465"/>
                  <a:pt x="55811" y="19757"/>
                  <a:pt x="55811" y="41523"/>
                </a:cubicBezTo>
                <a:cubicBezTo>
                  <a:pt x="55811" y="59494"/>
                  <a:pt x="48667" y="70210"/>
                  <a:pt x="36723" y="70210"/>
                </a:cubicBezTo>
                <a:cubicBezTo>
                  <a:pt x="30473" y="70210"/>
                  <a:pt x="24668" y="66415"/>
                  <a:pt x="21320" y="60052"/>
                </a:cubicBezTo>
                <a:cubicBezTo>
                  <a:pt x="16855" y="51792"/>
                  <a:pt x="14288" y="40742"/>
                  <a:pt x="14288" y="29468"/>
                </a:cubicBezTo>
                <a:cubicBezTo>
                  <a:pt x="14288" y="14288"/>
                  <a:pt x="21766" y="4465"/>
                  <a:pt x="33040" y="44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F8F70-C7C1-4C1C-92A1-73B18D9C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826" y="4060217"/>
            <a:ext cx="419807" cy="337765"/>
          </a:xfrm>
          <a:custGeom xmlns:a="http://schemas.openxmlformats.org/drawingml/2006/main">
            <a:pathLst>
              <a:path w="419807" h="337765">
                <a:moveTo>
                  <a:pt x="419807" y="84497"/>
                </a:moveTo>
                <a:lnTo>
                  <a:pt x="419807" y="253380"/>
                </a:lnTo>
                <a:cubicBezTo>
                  <a:pt x="419807" y="299926"/>
                  <a:pt x="381967" y="337765"/>
                  <a:pt x="335421" y="337765"/>
                </a:cubicBezTo>
                <a:lnTo>
                  <a:pt x="84386" y="337765"/>
                </a:lnTo>
                <a:cubicBezTo>
                  <a:pt x="37840" y="337765"/>
                  <a:pt x="0" y="299926"/>
                  <a:pt x="0" y="253380"/>
                </a:cubicBezTo>
                <a:lnTo>
                  <a:pt x="0" y="84497"/>
                </a:lnTo>
                <a:cubicBezTo>
                  <a:pt x="0" y="37840"/>
                  <a:pt x="37840" y="0"/>
                  <a:pt x="84386" y="0"/>
                </a:cubicBezTo>
                <a:lnTo>
                  <a:pt x="335421" y="0"/>
                </a:lnTo>
                <a:cubicBezTo>
                  <a:pt x="381967" y="0"/>
                  <a:pt x="419807" y="37840"/>
                  <a:pt x="419807" y="84497"/>
                </a:cubicBezTo>
                <a:close/>
                <a:moveTo>
                  <a:pt x="419807" y="84497"/>
                </a:moveTo>
              </a:path>
            </a:pathLst>
          </a:custGeom>
          <a:solidFill xmlns:a="http://schemas.openxmlformats.org/drawingml/2006/main">
            <a:srgbClr val="FF5961">
              <a:alpha val="477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DD2C16-550D-44B4-AF38-EBB4620A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009" y="4135562"/>
            <a:ext cx="61168" cy="61168"/>
          </a:xfrm>
          <a:custGeom xmlns:a="http://schemas.openxmlformats.org/drawingml/2006/main">
            <a:pathLst>
              <a:path w="61168" h="61168">
                <a:moveTo>
                  <a:pt x="30584" y="0"/>
                </a:moveTo>
                <a:cubicBezTo>
                  <a:pt x="47551" y="0"/>
                  <a:pt x="61168" y="13618"/>
                  <a:pt x="61168" y="30584"/>
                </a:cubicBezTo>
                <a:cubicBezTo>
                  <a:pt x="61168" y="47439"/>
                  <a:pt x="47551" y="61168"/>
                  <a:pt x="30584" y="61168"/>
                </a:cubicBezTo>
                <a:cubicBezTo>
                  <a:pt x="13729" y="61168"/>
                  <a:pt x="0" y="47439"/>
                  <a:pt x="0" y="30584"/>
                </a:cubicBezTo>
                <a:cubicBezTo>
                  <a:pt x="0" y="13618"/>
                  <a:pt x="13729" y="0"/>
                  <a:pt x="30584" y="0"/>
                </a:cubicBezTo>
                <a:close/>
                <a:moveTo>
                  <a:pt x="305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A3177-09A8-4780-A160-50CACE6B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009" y="4261582"/>
            <a:ext cx="61168" cy="61168"/>
          </a:xfrm>
          <a:custGeom xmlns:a="http://schemas.openxmlformats.org/drawingml/2006/main">
            <a:pathLst>
              <a:path w="61168" h="61168">
                <a:moveTo>
                  <a:pt x="30584" y="0"/>
                </a:moveTo>
                <a:cubicBezTo>
                  <a:pt x="47551" y="0"/>
                  <a:pt x="61168" y="13618"/>
                  <a:pt x="61168" y="30584"/>
                </a:cubicBezTo>
                <a:cubicBezTo>
                  <a:pt x="61168" y="47439"/>
                  <a:pt x="47551" y="61168"/>
                  <a:pt x="30584" y="61168"/>
                </a:cubicBezTo>
                <a:cubicBezTo>
                  <a:pt x="13729" y="61168"/>
                  <a:pt x="0" y="47439"/>
                  <a:pt x="0" y="30584"/>
                </a:cubicBezTo>
                <a:cubicBezTo>
                  <a:pt x="0" y="13618"/>
                  <a:pt x="13729" y="0"/>
                  <a:pt x="30584" y="0"/>
                </a:cubicBezTo>
                <a:close/>
                <a:moveTo>
                  <a:pt x="305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7ED583-7CAD-4E09-ACB8-6CB48DA1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283" y="4135562"/>
            <a:ext cx="61168" cy="61168"/>
          </a:xfrm>
          <a:custGeom xmlns:a="http://schemas.openxmlformats.org/drawingml/2006/main">
            <a:pathLst>
              <a:path w="61168" h="61168">
                <a:moveTo>
                  <a:pt x="30584" y="0"/>
                </a:moveTo>
                <a:cubicBezTo>
                  <a:pt x="47439" y="0"/>
                  <a:pt x="61168" y="13618"/>
                  <a:pt x="61168" y="30584"/>
                </a:cubicBezTo>
                <a:cubicBezTo>
                  <a:pt x="61168" y="47439"/>
                  <a:pt x="47439" y="61168"/>
                  <a:pt x="30584" y="61168"/>
                </a:cubicBezTo>
                <a:cubicBezTo>
                  <a:pt x="13729" y="61168"/>
                  <a:pt x="0" y="47439"/>
                  <a:pt x="0" y="30584"/>
                </a:cubicBezTo>
                <a:cubicBezTo>
                  <a:pt x="0" y="13618"/>
                  <a:pt x="13729" y="0"/>
                  <a:pt x="30584" y="0"/>
                </a:cubicBezTo>
                <a:close/>
                <a:moveTo>
                  <a:pt x="305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DAAE03-1033-4944-ABD4-D96A22CFE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283" y="4261582"/>
            <a:ext cx="61168" cy="61168"/>
          </a:xfrm>
          <a:custGeom xmlns:a="http://schemas.openxmlformats.org/drawingml/2006/main">
            <a:pathLst>
              <a:path w="61168" h="61168">
                <a:moveTo>
                  <a:pt x="30584" y="0"/>
                </a:moveTo>
                <a:cubicBezTo>
                  <a:pt x="47439" y="0"/>
                  <a:pt x="61168" y="13618"/>
                  <a:pt x="61168" y="30584"/>
                </a:cubicBezTo>
                <a:cubicBezTo>
                  <a:pt x="61168" y="47439"/>
                  <a:pt x="47439" y="61168"/>
                  <a:pt x="30584" y="61168"/>
                </a:cubicBezTo>
                <a:cubicBezTo>
                  <a:pt x="13729" y="61168"/>
                  <a:pt x="0" y="47439"/>
                  <a:pt x="0" y="30584"/>
                </a:cubicBezTo>
                <a:cubicBezTo>
                  <a:pt x="0" y="13618"/>
                  <a:pt x="13729" y="0"/>
                  <a:pt x="30584" y="0"/>
                </a:cubicBezTo>
                <a:close/>
                <a:moveTo>
                  <a:pt x="305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4075BF-ABEE-4540-A46C-95CF465E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090" y="4072496"/>
            <a:ext cx="61280" cy="61168"/>
          </a:xfrm>
          <a:custGeom xmlns:a="http://schemas.openxmlformats.org/drawingml/2006/main">
            <a:pathLst>
              <a:path w="61280" h="61168">
                <a:moveTo>
                  <a:pt x="30696" y="0"/>
                </a:moveTo>
                <a:cubicBezTo>
                  <a:pt x="47551" y="0"/>
                  <a:pt x="61280" y="13729"/>
                  <a:pt x="61280" y="30584"/>
                </a:cubicBezTo>
                <a:cubicBezTo>
                  <a:pt x="61280" y="47439"/>
                  <a:pt x="47551" y="61168"/>
                  <a:pt x="30696" y="61168"/>
                </a:cubicBezTo>
                <a:cubicBezTo>
                  <a:pt x="13729" y="61168"/>
                  <a:pt x="0" y="47439"/>
                  <a:pt x="0" y="30584"/>
                </a:cubicBezTo>
                <a:cubicBezTo>
                  <a:pt x="0" y="13729"/>
                  <a:pt x="13729" y="0"/>
                  <a:pt x="30696" y="0"/>
                </a:cubicBezTo>
                <a:close/>
                <a:moveTo>
                  <a:pt x="3069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BE2B59-A7C8-4790-9B9C-F9636B53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090" y="4198516"/>
            <a:ext cx="61280" cy="61168"/>
          </a:xfrm>
          <a:custGeom xmlns:a="http://schemas.openxmlformats.org/drawingml/2006/main">
            <a:pathLst>
              <a:path w="61280" h="61168">
                <a:moveTo>
                  <a:pt x="30696" y="0"/>
                </a:moveTo>
                <a:cubicBezTo>
                  <a:pt x="47551" y="0"/>
                  <a:pt x="61280" y="13729"/>
                  <a:pt x="61280" y="30584"/>
                </a:cubicBezTo>
                <a:cubicBezTo>
                  <a:pt x="61280" y="47551"/>
                  <a:pt x="47551" y="61168"/>
                  <a:pt x="30696" y="61168"/>
                </a:cubicBezTo>
                <a:cubicBezTo>
                  <a:pt x="13729" y="61168"/>
                  <a:pt x="0" y="47551"/>
                  <a:pt x="0" y="30584"/>
                </a:cubicBezTo>
                <a:cubicBezTo>
                  <a:pt x="0" y="13729"/>
                  <a:pt x="13729" y="0"/>
                  <a:pt x="30696" y="0"/>
                </a:cubicBezTo>
                <a:close/>
                <a:moveTo>
                  <a:pt x="3069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F57F00-95C5-40CB-8A7A-80ABCCA0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090" y="4324536"/>
            <a:ext cx="61280" cy="61168"/>
          </a:xfrm>
          <a:custGeom xmlns:a="http://schemas.openxmlformats.org/drawingml/2006/main">
            <a:pathLst>
              <a:path w="61280" h="61168">
                <a:moveTo>
                  <a:pt x="30696" y="0"/>
                </a:moveTo>
                <a:cubicBezTo>
                  <a:pt x="47551" y="0"/>
                  <a:pt x="61280" y="13729"/>
                  <a:pt x="61280" y="30584"/>
                </a:cubicBezTo>
                <a:cubicBezTo>
                  <a:pt x="61280" y="47551"/>
                  <a:pt x="47551" y="61168"/>
                  <a:pt x="30696" y="61168"/>
                </a:cubicBezTo>
                <a:cubicBezTo>
                  <a:pt x="13729" y="61168"/>
                  <a:pt x="0" y="47551"/>
                  <a:pt x="0" y="30584"/>
                </a:cubicBezTo>
                <a:cubicBezTo>
                  <a:pt x="0" y="13729"/>
                  <a:pt x="13729" y="0"/>
                  <a:pt x="30696" y="0"/>
                </a:cubicBezTo>
                <a:close/>
                <a:moveTo>
                  <a:pt x="3069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1C27E0-98B7-4938-9E64-D10F7243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93" y="4103080"/>
            <a:ext cx="115193" cy="63066"/>
          </a:xfrm>
          <a:custGeom xmlns:a="http://schemas.openxmlformats.org/drawingml/2006/main">
            <a:pathLst>
              <a:path w="115193" h="63066" fill="none">
                <a:moveTo>
                  <a:pt x="0" y="63066"/>
                </a:moveTo>
                <a:lnTo>
                  <a:pt x="115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06254C-1697-4927-9436-EC8062FA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93" y="4166146"/>
            <a:ext cx="115193" cy="62954"/>
          </a:xfrm>
          <a:custGeom xmlns:a="http://schemas.openxmlformats.org/drawingml/2006/main">
            <a:pathLst>
              <a:path w="115193" h="62954" fill="none">
                <a:moveTo>
                  <a:pt x="115193" y="6295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AF4BDF-22DA-4004-9E20-5E4EB8E6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93" y="4166146"/>
            <a:ext cx="115193" cy="188975"/>
          </a:xfrm>
          <a:custGeom xmlns:a="http://schemas.openxmlformats.org/drawingml/2006/main">
            <a:pathLst>
              <a:path w="115193" h="188975" fill="none">
                <a:moveTo>
                  <a:pt x="115193" y="188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E7248-1B60-468A-8368-79EA134E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93" y="4103080"/>
            <a:ext cx="115193" cy="189086"/>
          </a:xfrm>
          <a:custGeom xmlns:a="http://schemas.openxmlformats.org/drawingml/2006/main">
            <a:pathLst>
              <a:path w="115193" h="189086" fill="none">
                <a:moveTo>
                  <a:pt x="0" y="189086"/>
                </a:moveTo>
                <a:lnTo>
                  <a:pt x="115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3324D8-3AED-454B-A64A-16015768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93" y="4229100"/>
            <a:ext cx="115193" cy="63066"/>
          </a:xfrm>
          <a:custGeom xmlns:a="http://schemas.openxmlformats.org/drawingml/2006/main">
            <a:pathLst>
              <a:path w="115193" h="63066" fill="none">
                <a:moveTo>
                  <a:pt x="0" y="63066"/>
                </a:moveTo>
                <a:lnTo>
                  <a:pt x="115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33527-D8B2-418E-B750-9F048C09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93" y="4292166"/>
            <a:ext cx="115193" cy="62954"/>
          </a:xfrm>
          <a:custGeom xmlns:a="http://schemas.openxmlformats.org/drawingml/2006/main">
            <a:pathLst>
              <a:path w="115193" h="62954" fill="none">
                <a:moveTo>
                  <a:pt x="0" y="0"/>
                </a:moveTo>
                <a:lnTo>
                  <a:pt x="115193" y="62954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E023B-3D2A-4A3E-80BF-E9BF0981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786" y="4103080"/>
            <a:ext cx="115081" cy="63066"/>
          </a:xfrm>
          <a:custGeom xmlns:a="http://schemas.openxmlformats.org/drawingml/2006/main">
            <a:pathLst>
              <a:path w="115081" h="63066" fill="none">
                <a:moveTo>
                  <a:pt x="0" y="0"/>
                </a:moveTo>
                <a:lnTo>
                  <a:pt x="115081" y="63066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1127B5-5F8A-479E-A726-D90D3D22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786" y="4166146"/>
            <a:ext cx="115081" cy="62954"/>
          </a:xfrm>
          <a:custGeom xmlns:a="http://schemas.openxmlformats.org/drawingml/2006/main">
            <a:pathLst>
              <a:path w="115081" h="62954" fill="none">
                <a:moveTo>
                  <a:pt x="0" y="62954"/>
                </a:moveTo>
                <a:lnTo>
                  <a:pt x="1150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26B4B-EAEC-4C0C-B952-927081AB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786" y="4103080"/>
            <a:ext cx="115081" cy="189086"/>
          </a:xfrm>
          <a:custGeom xmlns:a="http://schemas.openxmlformats.org/drawingml/2006/main">
            <a:pathLst>
              <a:path w="115081" h="189086" fill="none">
                <a:moveTo>
                  <a:pt x="0" y="0"/>
                </a:moveTo>
                <a:lnTo>
                  <a:pt x="115081" y="189086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F49C88-263A-4053-A08D-E403C890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786" y="4166146"/>
            <a:ext cx="115081" cy="188975"/>
          </a:xfrm>
          <a:custGeom xmlns:a="http://schemas.openxmlformats.org/drawingml/2006/main">
            <a:pathLst>
              <a:path w="115081" h="188975" fill="none">
                <a:moveTo>
                  <a:pt x="0" y="188975"/>
                </a:moveTo>
                <a:lnTo>
                  <a:pt x="1150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196C2-3FAA-49B1-9703-94193599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786" y="4292166"/>
            <a:ext cx="115081" cy="62954"/>
          </a:xfrm>
          <a:custGeom xmlns:a="http://schemas.openxmlformats.org/drawingml/2006/main">
            <a:pathLst>
              <a:path w="115081" h="62954" fill="none">
                <a:moveTo>
                  <a:pt x="0" y="62954"/>
                </a:moveTo>
                <a:lnTo>
                  <a:pt x="1150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C0305-920F-4B7A-B8CB-2241A4F4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786" y="4229100"/>
            <a:ext cx="115081" cy="63066"/>
          </a:xfrm>
          <a:custGeom xmlns:a="http://schemas.openxmlformats.org/drawingml/2006/main">
            <a:pathLst>
              <a:path w="115081" h="63066" fill="none">
                <a:moveTo>
                  <a:pt x="0" y="0"/>
                </a:moveTo>
                <a:lnTo>
                  <a:pt x="115081" y="63066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0902D7-FB23-4133-B7CC-9A13EA6D2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6826" y="4478350"/>
            <a:ext cx="419807" cy="337765"/>
          </a:xfrm>
          <a:custGeom xmlns:a="http://schemas.openxmlformats.org/drawingml/2006/main">
            <a:pathLst>
              <a:path w="419807" h="337765">
                <a:moveTo>
                  <a:pt x="419807" y="84497"/>
                </a:moveTo>
                <a:lnTo>
                  <a:pt x="419807" y="253380"/>
                </a:lnTo>
                <a:cubicBezTo>
                  <a:pt x="419807" y="299926"/>
                  <a:pt x="381967" y="337765"/>
                  <a:pt x="335421" y="337765"/>
                </a:cubicBezTo>
                <a:lnTo>
                  <a:pt x="84386" y="337765"/>
                </a:lnTo>
                <a:cubicBezTo>
                  <a:pt x="37840" y="337765"/>
                  <a:pt x="0" y="299926"/>
                  <a:pt x="0" y="253380"/>
                </a:cubicBezTo>
                <a:lnTo>
                  <a:pt x="0" y="84497"/>
                </a:lnTo>
                <a:cubicBezTo>
                  <a:pt x="0" y="37840"/>
                  <a:pt x="37840" y="0"/>
                  <a:pt x="84386" y="0"/>
                </a:cubicBezTo>
                <a:lnTo>
                  <a:pt x="335421" y="0"/>
                </a:lnTo>
                <a:cubicBezTo>
                  <a:pt x="381967" y="0"/>
                  <a:pt x="419807" y="37840"/>
                  <a:pt x="419807" y="84497"/>
                </a:cubicBezTo>
                <a:close/>
                <a:moveTo>
                  <a:pt x="419807" y="84497"/>
                </a:moveTo>
              </a:path>
            </a:pathLst>
          </a:custGeom>
          <a:solidFill xmlns:a="http://schemas.openxmlformats.org/drawingml/2006/main">
            <a:srgbClr val="07316A">
              <a:alpha val="383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53133-B395-4E97-ACE5-39DC0EA7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009" y="4553694"/>
            <a:ext cx="61168" cy="61168"/>
          </a:xfrm>
          <a:custGeom xmlns:a="http://schemas.openxmlformats.org/drawingml/2006/main">
            <a:pathLst>
              <a:path w="61168" h="61168">
                <a:moveTo>
                  <a:pt x="30584" y="0"/>
                </a:moveTo>
                <a:cubicBezTo>
                  <a:pt x="47551" y="0"/>
                  <a:pt x="61168" y="13729"/>
                  <a:pt x="61168" y="30584"/>
                </a:cubicBezTo>
                <a:cubicBezTo>
                  <a:pt x="61168" y="47439"/>
                  <a:pt x="47551" y="61168"/>
                  <a:pt x="30584" y="61168"/>
                </a:cubicBezTo>
                <a:cubicBezTo>
                  <a:pt x="13729" y="61168"/>
                  <a:pt x="0" y="47439"/>
                  <a:pt x="0" y="30584"/>
                </a:cubicBezTo>
                <a:cubicBezTo>
                  <a:pt x="0" y="13729"/>
                  <a:pt x="13729" y="0"/>
                  <a:pt x="30584" y="0"/>
                </a:cubicBezTo>
                <a:close/>
                <a:moveTo>
                  <a:pt x="305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E632B6-6C3A-4D95-BE95-D0227ED2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1009" y="4679714"/>
            <a:ext cx="61168" cy="61168"/>
          </a:xfrm>
          <a:custGeom xmlns:a="http://schemas.openxmlformats.org/drawingml/2006/main">
            <a:pathLst>
              <a:path w="61168" h="61168">
                <a:moveTo>
                  <a:pt x="30584" y="0"/>
                </a:moveTo>
                <a:cubicBezTo>
                  <a:pt x="47551" y="0"/>
                  <a:pt x="61168" y="13729"/>
                  <a:pt x="61168" y="30584"/>
                </a:cubicBezTo>
                <a:cubicBezTo>
                  <a:pt x="61168" y="47439"/>
                  <a:pt x="47551" y="61168"/>
                  <a:pt x="30584" y="61168"/>
                </a:cubicBezTo>
                <a:cubicBezTo>
                  <a:pt x="13729" y="61168"/>
                  <a:pt x="0" y="47439"/>
                  <a:pt x="0" y="30584"/>
                </a:cubicBezTo>
                <a:cubicBezTo>
                  <a:pt x="0" y="13729"/>
                  <a:pt x="13729" y="0"/>
                  <a:pt x="30584" y="0"/>
                </a:cubicBezTo>
                <a:close/>
                <a:moveTo>
                  <a:pt x="305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2A0D5-0361-457E-B309-681E6C26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283" y="4553694"/>
            <a:ext cx="61168" cy="61168"/>
          </a:xfrm>
          <a:custGeom xmlns:a="http://schemas.openxmlformats.org/drawingml/2006/main">
            <a:pathLst>
              <a:path w="61168" h="61168">
                <a:moveTo>
                  <a:pt x="30584" y="0"/>
                </a:moveTo>
                <a:cubicBezTo>
                  <a:pt x="47439" y="0"/>
                  <a:pt x="61168" y="13729"/>
                  <a:pt x="61168" y="30584"/>
                </a:cubicBezTo>
                <a:cubicBezTo>
                  <a:pt x="61168" y="47439"/>
                  <a:pt x="47439" y="61168"/>
                  <a:pt x="30584" y="61168"/>
                </a:cubicBezTo>
                <a:cubicBezTo>
                  <a:pt x="13729" y="61168"/>
                  <a:pt x="0" y="47439"/>
                  <a:pt x="0" y="30584"/>
                </a:cubicBezTo>
                <a:cubicBezTo>
                  <a:pt x="0" y="13729"/>
                  <a:pt x="13729" y="0"/>
                  <a:pt x="30584" y="0"/>
                </a:cubicBezTo>
                <a:close/>
                <a:moveTo>
                  <a:pt x="305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958DB5-4013-4EE8-8A89-A45404BB7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283" y="4679714"/>
            <a:ext cx="61168" cy="61168"/>
          </a:xfrm>
          <a:custGeom xmlns:a="http://schemas.openxmlformats.org/drawingml/2006/main">
            <a:pathLst>
              <a:path w="61168" h="61168">
                <a:moveTo>
                  <a:pt x="30584" y="0"/>
                </a:moveTo>
                <a:cubicBezTo>
                  <a:pt x="47439" y="0"/>
                  <a:pt x="61168" y="13729"/>
                  <a:pt x="61168" y="30584"/>
                </a:cubicBezTo>
                <a:cubicBezTo>
                  <a:pt x="61168" y="47439"/>
                  <a:pt x="47439" y="61168"/>
                  <a:pt x="30584" y="61168"/>
                </a:cubicBezTo>
                <a:cubicBezTo>
                  <a:pt x="13729" y="61168"/>
                  <a:pt x="0" y="47439"/>
                  <a:pt x="0" y="30584"/>
                </a:cubicBezTo>
                <a:cubicBezTo>
                  <a:pt x="0" y="13729"/>
                  <a:pt x="13729" y="0"/>
                  <a:pt x="30584" y="0"/>
                </a:cubicBezTo>
                <a:close/>
                <a:moveTo>
                  <a:pt x="30584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76BEF-592B-4645-A112-C9457C28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090" y="4490628"/>
            <a:ext cx="61280" cy="61168"/>
          </a:xfrm>
          <a:custGeom xmlns:a="http://schemas.openxmlformats.org/drawingml/2006/main">
            <a:pathLst>
              <a:path w="61280" h="61168">
                <a:moveTo>
                  <a:pt x="30696" y="0"/>
                </a:moveTo>
                <a:cubicBezTo>
                  <a:pt x="47551" y="0"/>
                  <a:pt x="61280" y="13729"/>
                  <a:pt x="61280" y="30584"/>
                </a:cubicBezTo>
                <a:cubicBezTo>
                  <a:pt x="61280" y="47551"/>
                  <a:pt x="47551" y="61168"/>
                  <a:pt x="30696" y="61168"/>
                </a:cubicBezTo>
                <a:cubicBezTo>
                  <a:pt x="13729" y="61168"/>
                  <a:pt x="0" y="47551"/>
                  <a:pt x="0" y="30584"/>
                </a:cubicBezTo>
                <a:cubicBezTo>
                  <a:pt x="0" y="13729"/>
                  <a:pt x="13729" y="0"/>
                  <a:pt x="30696" y="0"/>
                </a:cubicBezTo>
                <a:close/>
                <a:moveTo>
                  <a:pt x="3069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9488CC-0E1E-4A35-91B7-CBFE3342F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090" y="4616648"/>
            <a:ext cx="61280" cy="61280"/>
          </a:xfrm>
          <a:custGeom xmlns:a="http://schemas.openxmlformats.org/drawingml/2006/main">
            <a:pathLst>
              <a:path w="61280" h="61280">
                <a:moveTo>
                  <a:pt x="30696" y="0"/>
                </a:moveTo>
                <a:cubicBezTo>
                  <a:pt x="47551" y="0"/>
                  <a:pt x="61280" y="13729"/>
                  <a:pt x="61280" y="30584"/>
                </a:cubicBezTo>
                <a:cubicBezTo>
                  <a:pt x="61280" y="47551"/>
                  <a:pt x="47551" y="61280"/>
                  <a:pt x="30696" y="61280"/>
                </a:cubicBezTo>
                <a:cubicBezTo>
                  <a:pt x="13729" y="61280"/>
                  <a:pt x="0" y="47551"/>
                  <a:pt x="0" y="30584"/>
                </a:cubicBezTo>
                <a:cubicBezTo>
                  <a:pt x="0" y="13729"/>
                  <a:pt x="13729" y="0"/>
                  <a:pt x="30696" y="0"/>
                </a:cubicBezTo>
                <a:close/>
                <a:moveTo>
                  <a:pt x="3069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F6BDD-1E68-4572-8B0D-2B2D9B9B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090" y="4742669"/>
            <a:ext cx="61280" cy="61280"/>
          </a:xfrm>
          <a:custGeom xmlns:a="http://schemas.openxmlformats.org/drawingml/2006/main">
            <a:pathLst>
              <a:path w="61280" h="61280">
                <a:moveTo>
                  <a:pt x="30696" y="0"/>
                </a:moveTo>
                <a:cubicBezTo>
                  <a:pt x="47551" y="0"/>
                  <a:pt x="61280" y="13729"/>
                  <a:pt x="61280" y="30584"/>
                </a:cubicBezTo>
                <a:cubicBezTo>
                  <a:pt x="61280" y="47551"/>
                  <a:pt x="47551" y="61280"/>
                  <a:pt x="30696" y="61280"/>
                </a:cubicBezTo>
                <a:cubicBezTo>
                  <a:pt x="13729" y="61280"/>
                  <a:pt x="0" y="47551"/>
                  <a:pt x="0" y="30584"/>
                </a:cubicBezTo>
                <a:cubicBezTo>
                  <a:pt x="0" y="13729"/>
                  <a:pt x="13729" y="0"/>
                  <a:pt x="30696" y="0"/>
                </a:cubicBezTo>
                <a:close/>
                <a:moveTo>
                  <a:pt x="30696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DCF58-FAD3-4345-A86A-A96E7081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93" y="4521212"/>
            <a:ext cx="115193" cy="63066"/>
          </a:xfrm>
          <a:custGeom xmlns:a="http://schemas.openxmlformats.org/drawingml/2006/main">
            <a:pathLst>
              <a:path w="115193" h="63066" fill="none">
                <a:moveTo>
                  <a:pt x="0" y="63066"/>
                </a:moveTo>
                <a:lnTo>
                  <a:pt x="115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C8338-666E-435D-9E73-EE058624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93" y="4584278"/>
            <a:ext cx="115193" cy="62954"/>
          </a:xfrm>
          <a:custGeom xmlns:a="http://schemas.openxmlformats.org/drawingml/2006/main">
            <a:pathLst>
              <a:path w="115193" h="62954" fill="none">
                <a:moveTo>
                  <a:pt x="115193" y="6295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638BC8-7520-4D9D-97E9-22915369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93" y="4584278"/>
            <a:ext cx="115193" cy="188975"/>
          </a:xfrm>
          <a:custGeom xmlns:a="http://schemas.openxmlformats.org/drawingml/2006/main">
            <a:pathLst>
              <a:path w="115193" h="188975" fill="none">
                <a:moveTo>
                  <a:pt x="115193" y="188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59B54D-83DC-4288-8293-6DBD39FB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93" y="4521212"/>
            <a:ext cx="115193" cy="189086"/>
          </a:xfrm>
          <a:custGeom xmlns:a="http://schemas.openxmlformats.org/drawingml/2006/main">
            <a:pathLst>
              <a:path w="115193" h="189086" fill="none">
                <a:moveTo>
                  <a:pt x="0" y="189086"/>
                </a:moveTo>
                <a:lnTo>
                  <a:pt x="115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A2D915-ED4F-4459-9658-5CD76CD9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93" y="4647233"/>
            <a:ext cx="115193" cy="63066"/>
          </a:xfrm>
          <a:custGeom xmlns:a="http://schemas.openxmlformats.org/drawingml/2006/main">
            <a:pathLst>
              <a:path w="115193" h="63066" fill="none">
                <a:moveTo>
                  <a:pt x="0" y="63066"/>
                </a:moveTo>
                <a:lnTo>
                  <a:pt x="115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1428C5-E507-452A-8881-E9E5841A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1593" y="4710299"/>
            <a:ext cx="115193" cy="62954"/>
          </a:xfrm>
          <a:custGeom xmlns:a="http://schemas.openxmlformats.org/drawingml/2006/main">
            <a:pathLst>
              <a:path w="115193" h="62954" fill="none">
                <a:moveTo>
                  <a:pt x="0" y="0"/>
                </a:moveTo>
                <a:lnTo>
                  <a:pt x="115193" y="62954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6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45849-68DB-4332-B8D9-64D70AD9C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786" y="4521212"/>
            <a:ext cx="115081" cy="63066"/>
          </a:xfrm>
          <a:custGeom xmlns:a="http://schemas.openxmlformats.org/drawingml/2006/main">
            <a:pathLst>
              <a:path w="115081" h="63066" fill="none">
                <a:moveTo>
                  <a:pt x="0" y="0"/>
                </a:moveTo>
                <a:lnTo>
                  <a:pt x="115081" y="63066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8C90B-9EB6-4553-9445-148A576A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786" y="4584278"/>
            <a:ext cx="115081" cy="62954"/>
          </a:xfrm>
          <a:custGeom xmlns:a="http://schemas.openxmlformats.org/drawingml/2006/main">
            <a:pathLst>
              <a:path w="115081" h="62954" fill="none">
                <a:moveTo>
                  <a:pt x="0" y="62954"/>
                </a:moveTo>
                <a:lnTo>
                  <a:pt x="1150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FE446-F9C2-4F49-8FE8-44628B70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786" y="4521212"/>
            <a:ext cx="115081" cy="189086"/>
          </a:xfrm>
          <a:custGeom xmlns:a="http://schemas.openxmlformats.org/drawingml/2006/main">
            <a:pathLst>
              <a:path w="115081" h="189086" fill="none">
                <a:moveTo>
                  <a:pt x="0" y="0"/>
                </a:moveTo>
                <a:lnTo>
                  <a:pt x="115081" y="189086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6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BD75F1-256C-464E-A0D2-E11D980B4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786" y="4584278"/>
            <a:ext cx="115081" cy="188975"/>
          </a:xfrm>
          <a:custGeom xmlns:a="http://schemas.openxmlformats.org/drawingml/2006/main">
            <a:pathLst>
              <a:path w="115081" h="188975" fill="none">
                <a:moveTo>
                  <a:pt x="0" y="188975"/>
                </a:moveTo>
                <a:lnTo>
                  <a:pt x="1150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1B2CB6-3194-49A5-A628-40562902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786" y="4710299"/>
            <a:ext cx="115081" cy="62954"/>
          </a:xfrm>
          <a:custGeom xmlns:a="http://schemas.openxmlformats.org/drawingml/2006/main">
            <a:pathLst>
              <a:path w="115081" h="62954" fill="none">
                <a:moveTo>
                  <a:pt x="0" y="62954"/>
                </a:moveTo>
                <a:lnTo>
                  <a:pt x="11508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7A85D2-4B11-403E-B077-9D39BFDA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6786" y="4647233"/>
            <a:ext cx="115081" cy="63066"/>
          </a:xfrm>
          <a:custGeom xmlns:a="http://schemas.openxmlformats.org/drawingml/2006/main">
            <a:pathLst>
              <a:path w="115081" h="63066" fill="none">
                <a:moveTo>
                  <a:pt x="0" y="0"/>
                </a:moveTo>
                <a:lnTo>
                  <a:pt x="115081" y="63066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6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A2F95-83FB-49AA-9DE4-349C639E9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576" y="4863443"/>
            <a:ext cx="2837408" cy="330064"/>
          </a:xfrm>
          <a:custGeom xmlns:a="http://schemas.openxmlformats.org/drawingml/2006/main">
            <a:pathLst>
              <a:path w="2837408" h="330064">
                <a:moveTo>
                  <a:pt x="0" y="330064"/>
                </a:moveTo>
                <a:lnTo>
                  <a:pt x="0" y="0"/>
                </a:lnTo>
                <a:lnTo>
                  <a:pt x="2837408" y="0"/>
                </a:lnTo>
                <a:lnTo>
                  <a:pt x="2837408" y="330064"/>
                </a:lnTo>
                <a:lnTo>
                  <a:pt x="0" y="330064"/>
                </a:lnTo>
                <a:close/>
                <a:moveTo>
                  <a:pt x="0" y="330064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16AB54-B7C9-439A-BD58-3B53A601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7576" y="3801256"/>
            <a:ext cx="2837408" cy="1396380"/>
          </a:xfrm>
          <a:custGeom xmlns:a="http://schemas.openxmlformats.org/drawingml/2006/main">
            <a:pathLst>
              <a:path w="2837408" h="1396380" fill="none">
                <a:moveTo>
                  <a:pt x="0" y="1396380"/>
                </a:moveTo>
                <a:lnTo>
                  <a:pt x="2837408" y="1396380"/>
                </a:lnTo>
                <a:lnTo>
                  <a:pt x="2837408" y="0"/>
                </a:lnTo>
                <a:lnTo>
                  <a:pt x="0" y="0"/>
                </a:lnTo>
                <a:lnTo>
                  <a:pt x="0" y="1396380"/>
                </a:lnTo>
                <a:close/>
                <a:moveTo>
                  <a:pt x="0" y="1396380"/>
                </a:move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5D4774-C0ED-46E7-9E33-BAAA5AFA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62" y="2741749"/>
            <a:ext cx="108384" cy="108384"/>
          </a:xfrm>
          <a:custGeom xmlns:a="http://schemas.openxmlformats.org/drawingml/2006/main">
            <a:pathLst>
              <a:path w="108384" h="108384">
                <a:moveTo>
                  <a:pt x="54136" y="0"/>
                </a:moveTo>
                <a:cubicBezTo>
                  <a:pt x="84051" y="0"/>
                  <a:pt x="108384" y="24222"/>
                  <a:pt x="108384" y="54136"/>
                </a:cubicBezTo>
                <a:cubicBezTo>
                  <a:pt x="108384" y="84051"/>
                  <a:pt x="84051" y="108384"/>
                  <a:pt x="54136" y="108384"/>
                </a:cubicBezTo>
                <a:cubicBezTo>
                  <a:pt x="24333" y="108384"/>
                  <a:pt x="0" y="84051"/>
                  <a:pt x="0" y="54136"/>
                </a:cubicBezTo>
                <a:cubicBezTo>
                  <a:pt x="0" y="24222"/>
                  <a:pt x="24333" y="0"/>
                  <a:pt x="54136" y="0"/>
                </a:cubicBezTo>
                <a:close/>
                <a:moveTo>
                  <a:pt x="54136" y="0"/>
                </a:move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14236" cap="rnd">
            <a:solidFill>
              <a:srgbClr val="08306A"/>
            </a:solidFill>
            <a:round/>
          </a:ln>
        </p:spPr>
      </p:sp>
      <p:sp>
        <p:nvSpPr>
          <p:cNvPr id="6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C7CFF-BE2C-49E0-9E65-00B3567A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1207" y="2293590"/>
            <a:ext cx="108384" cy="108272"/>
          </a:xfrm>
          <a:custGeom xmlns:a="http://schemas.openxmlformats.org/drawingml/2006/main">
            <a:pathLst>
              <a:path w="108384" h="108272">
                <a:moveTo>
                  <a:pt x="54248" y="0"/>
                </a:moveTo>
                <a:cubicBezTo>
                  <a:pt x="84162" y="0"/>
                  <a:pt x="108384" y="24222"/>
                  <a:pt x="108384" y="54136"/>
                </a:cubicBezTo>
                <a:cubicBezTo>
                  <a:pt x="108384" y="84051"/>
                  <a:pt x="84162" y="108272"/>
                  <a:pt x="54248" y="108272"/>
                </a:cubicBezTo>
                <a:cubicBezTo>
                  <a:pt x="24333" y="108272"/>
                  <a:pt x="0" y="84051"/>
                  <a:pt x="0" y="54136"/>
                </a:cubicBezTo>
                <a:cubicBezTo>
                  <a:pt x="0" y="24222"/>
                  <a:pt x="24333" y="0"/>
                  <a:pt x="54248" y="0"/>
                </a:cubicBezTo>
                <a:close/>
                <a:moveTo>
                  <a:pt x="54248" y="0"/>
                </a:move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14236" cap="rnd">
            <a:solidFill>
              <a:srgbClr val="08306A"/>
            </a:solidFill>
            <a:round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D72CB7-A9AD-40A8-84AD-A3195A46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1363" y="1845320"/>
            <a:ext cx="108384" cy="108384"/>
          </a:xfrm>
          <a:custGeom xmlns:a="http://schemas.openxmlformats.org/drawingml/2006/main">
            <a:pathLst>
              <a:path w="108384" h="108384">
                <a:moveTo>
                  <a:pt x="54136" y="0"/>
                </a:moveTo>
                <a:cubicBezTo>
                  <a:pt x="84051" y="0"/>
                  <a:pt x="108384" y="24222"/>
                  <a:pt x="108384" y="54136"/>
                </a:cubicBezTo>
                <a:cubicBezTo>
                  <a:pt x="108384" y="84051"/>
                  <a:pt x="84051" y="108384"/>
                  <a:pt x="54136" y="108384"/>
                </a:cubicBezTo>
                <a:cubicBezTo>
                  <a:pt x="24222" y="108384"/>
                  <a:pt x="0" y="84051"/>
                  <a:pt x="0" y="54136"/>
                </a:cubicBezTo>
                <a:cubicBezTo>
                  <a:pt x="0" y="24222"/>
                  <a:pt x="24222" y="0"/>
                  <a:pt x="54136" y="0"/>
                </a:cubicBezTo>
                <a:close/>
                <a:moveTo>
                  <a:pt x="54136" y="0"/>
                </a:move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14236" cap="rnd">
            <a:solidFill>
              <a:srgbClr val="08306A"/>
            </a:solidFill>
            <a:round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7FEFA-A98A-4637-9264-DC2C8785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9748" y="3941118"/>
            <a:ext cx="143880" cy="113519"/>
          </a:xfrm>
          <a:custGeom xmlns:a="http://schemas.openxmlformats.org/drawingml/2006/main">
            <a:pathLst>
              <a:path w="143880" h="113519">
                <a:moveTo>
                  <a:pt x="82823" y="50564"/>
                </a:moveTo>
                <a:lnTo>
                  <a:pt x="112737" y="17413"/>
                </a:lnTo>
                <a:cubicBezTo>
                  <a:pt x="115974" y="13841"/>
                  <a:pt x="117537" y="12055"/>
                  <a:pt x="138745" y="12055"/>
                </a:cubicBezTo>
                <a:lnTo>
                  <a:pt x="138745" y="0"/>
                </a:lnTo>
                <a:cubicBezTo>
                  <a:pt x="129815" y="558"/>
                  <a:pt x="116532" y="781"/>
                  <a:pt x="115305" y="781"/>
                </a:cubicBezTo>
                <a:cubicBezTo>
                  <a:pt x="108831" y="781"/>
                  <a:pt x="96106" y="335"/>
                  <a:pt x="88962" y="0"/>
                </a:cubicBezTo>
                <a:lnTo>
                  <a:pt x="88962" y="12055"/>
                </a:lnTo>
                <a:cubicBezTo>
                  <a:pt x="92534" y="12055"/>
                  <a:pt x="95548" y="12613"/>
                  <a:pt x="98673" y="14399"/>
                </a:cubicBezTo>
                <a:cubicBezTo>
                  <a:pt x="97668" y="15850"/>
                  <a:pt x="97668" y="16408"/>
                  <a:pt x="96552" y="17413"/>
                </a:cubicBezTo>
                <a:lnTo>
                  <a:pt x="75121" y="41411"/>
                </a:lnTo>
                <a:lnTo>
                  <a:pt x="50118" y="12055"/>
                </a:lnTo>
                <a:lnTo>
                  <a:pt x="60387" y="12055"/>
                </a:lnTo>
                <a:lnTo>
                  <a:pt x="60387" y="0"/>
                </a:lnTo>
                <a:cubicBezTo>
                  <a:pt x="53690" y="335"/>
                  <a:pt x="37616" y="781"/>
                  <a:pt x="29468" y="781"/>
                </a:cubicBezTo>
                <a:cubicBezTo>
                  <a:pt x="21208" y="781"/>
                  <a:pt x="9711" y="335"/>
                  <a:pt x="1339" y="0"/>
                </a:cubicBezTo>
                <a:lnTo>
                  <a:pt x="1339" y="12055"/>
                </a:lnTo>
                <a:lnTo>
                  <a:pt x="19422" y="12055"/>
                </a:lnTo>
                <a:lnTo>
                  <a:pt x="59382" y="59048"/>
                </a:lnTo>
                <a:lnTo>
                  <a:pt x="25784" y="96664"/>
                </a:lnTo>
                <a:cubicBezTo>
                  <a:pt x="21543" y="101464"/>
                  <a:pt x="12278" y="101464"/>
                  <a:pt x="0" y="101464"/>
                </a:cubicBezTo>
                <a:lnTo>
                  <a:pt x="0" y="113519"/>
                </a:lnTo>
                <a:cubicBezTo>
                  <a:pt x="8930" y="112961"/>
                  <a:pt x="22213" y="112737"/>
                  <a:pt x="23552" y="112737"/>
                </a:cubicBezTo>
                <a:cubicBezTo>
                  <a:pt x="29914" y="112737"/>
                  <a:pt x="44760" y="113184"/>
                  <a:pt x="49895" y="113519"/>
                </a:cubicBezTo>
                <a:lnTo>
                  <a:pt x="49895" y="101464"/>
                </a:lnTo>
                <a:cubicBezTo>
                  <a:pt x="45318" y="101464"/>
                  <a:pt x="40407" y="100124"/>
                  <a:pt x="40407" y="98673"/>
                </a:cubicBezTo>
                <a:cubicBezTo>
                  <a:pt x="40407" y="98450"/>
                  <a:pt x="40407" y="98115"/>
                  <a:pt x="42193" y="96106"/>
                </a:cubicBezTo>
                <a:lnTo>
                  <a:pt x="66973" y="68312"/>
                </a:lnTo>
                <a:lnTo>
                  <a:pt x="95101" y="101464"/>
                </a:lnTo>
                <a:lnTo>
                  <a:pt x="85167" y="101464"/>
                </a:lnTo>
                <a:lnTo>
                  <a:pt x="85167" y="113519"/>
                </a:lnTo>
                <a:cubicBezTo>
                  <a:pt x="91753" y="113184"/>
                  <a:pt x="107380" y="112737"/>
                  <a:pt x="115751" y="112737"/>
                </a:cubicBezTo>
                <a:cubicBezTo>
                  <a:pt x="124011" y="112737"/>
                  <a:pt x="135396" y="113184"/>
                  <a:pt x="143880" y="113519"/>
                </a:cubicBezTo>
                <a:lnTo>
                  <a:pt x="143880" y="101464"/>
                </a:lnTo>
                <a:lnTo>
                  <a:pt x="125797" y="101464"/>
                </a:lnTo>
                <a:lnTo>
                  <a:pt x="82823" y="505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FA7BA-9417-41D9-AE22-3E2753DA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366" y="3849365"/>
            <a:ext cx="44872" cy="92534"/>
          </a:xfrm>
          <a:custGeom xmlns:a="http://schemas.openxmlformats.org/drawingml/2006/main">
            <a:pathLst>
              <a:path w="44872" h="92534">
                <a:moveTo>
                  <a:pt x="43197" y="15515"/>
                </a:moveTo>
                <a:cubicBezTo>
                  <a:pt x="44648" y="12502"/>
                  <a:pt x="44872" y="11050"/>
                  <a:pt x="44872" y="9823"/>
                </a:cubicBezTo>
                <a:cubicBezTo>
                  <a:pt x="44872" y="4242"/>
                  <a:pt x="39849" y="0"/>
                  <a:pt x="34268" y="0"/>
                </a:cubicBezTo>
                <a:cubicBezTo>
                  <a:pt x="27459" y="0"/>
                  <a:pt x="25338" y="5581"/>
                  <a:pt x="24445" y="8372"/>
                </a:cubicBezTo>
                <a:lnTo>
                  <a:pt x="893" y="85837"/>
                </a:lnTo>
                <a:cubicBezTo>
                  <a:pt x="670" y="86171"/>
                  <a:pt x="0" y="88404"/>
                  <a:pt x="0" y="88627"/>
                </a:cubicBezTo>
                <a:cubicBezTo>
                  <a:pt x="0" y="90748"/>
                  <a:pt x="5469" y="92534"/>
                  <a:pt x="6920" y="92534"/>
                </a:cubicBezTo>
                <a:cubicBezTo>
                  <a:pt x="8260" y="92534"/>
                  <a:pt x="8372" y="92199"/>
                  <a:pt x="9599" y="89520"/>
                </a:cubicBezTo>
                <a:lnTo>
                  <a:pt x="43197" y="155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E2C398-031A-467D-8E85-117D2DDD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212" y="3862983"/>
            <a:ext cx="59271" cy="255501"/>
          </a:xfrm>
          <a:custGeom xmlns:a="http://schemas.openxmlformats.org/drawingml/2006/main">
            <a:pathLst>
              <a:path w="59271" h="255501">
                <a:moveTo>
                  <a:pt x="59271" y="252933"/>
                </a:moveTo>
                <a:cubicBezTo>
                  <a:pt x="59271" y="252152"/>
                  <a:pt x="59271" y="251706"/>
                  <a:pt x="54918" y="247352"/>
                </a:cubicBezTo>
                <a:cubicBezTo>
                  <a:pt x="22994" y="215094"/>
                  <a:pt x="14846" y="166874"/>
                  <a:pt x="14846" y="127695"/>
                </a:cubicBezTo>
                <a:cubicBezTo>
                  <a:pt x="14846" y="83269"/>
                  <a:pt x="24557" y="38844"/>
                  <a:pt x="55922" y="6921"/>
                </a:cubicBezTo>
                <a:cubicBezTo>
                  <a:pt x="59271" y="3795"/>
                  <a:pt x="59271" y="3349"/>
                  <a:pt x="59271" y="2567"/>
                </a:cubicBezTo>
                <a:cubicBezTo>
                  <a:pt x="59271" y="781"/>
                  <a:pt x="58266" y="0"/>
                  <a:pt x="56704" y="0"/>
                </a:cubicBezTo>
                <a:cubicBezTo>
                  <a:pt x="54248" y="0"/>
                  <a:pt x="31142" y="17413"/>
                  <a:pt x="16073" y="49783"/>
                </a:cubicBezTo>
                <a:cubicBezTo>
                  <a:pt x="3014" y="77912"/>
                  <a:pt x="0" y="106263"/>
                  <a:pt x="0" y="127695"/>
                </a:cubicBezTo>
                <a:cubicBezTo>
                  <a:pt x="0" y="147675"/>
                  <a:pt x="2902" y="178594"/>
                  <a:pt x="16855" y="207504"/>
                </a:cubicBezTo>
                <a:cubicBezTo>
                  <a:pt x="32259" y="238869"/>
                  <a:pt x="54248" y="255501"/>
                  <a:pt x="56704" y="255501"/>
                </a:cubicBezTo>
                <a:cubicBezTo>
                  <a:pt x="58266" y="255501"/>
                  <a:pt x="59271" y="254719"/>
                  <a:pt x="59271" y="252933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0AFA02-873C-40A6-9C7A-C5EFFE20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7467" y="3894683"/>
            <a:ext cx="78470" cy="162744"/>
          </a:xfrm>
          <a:custGeom xmlns:a="http://schemas.openxmlformats.org/drawingml/2006/main">
            <a:pathLst>
              <a:path w="78470" h="162744">
                <a:moveTo>
                  <a:pt x="46769" y="57708"/>
                </a:moveTo>
                <a:lnTo>
                  <a:pt x="70768" y="57708"/>
                </a:lnTo>
                <a:cubicBezTo>
                  <a:pt x="75902" y="57708"/>
                  <a:pt x="78470" y="57708"/>
                  <a:pt x="78470" y="52574"/>
                </a:cubicBezTo>
                <a:cubicBezTo>
                  <a:pt x="78470" y="49783"/>
                  <a:pt x="75902" y="49783"/>
                  <a:pt x="71214" y="49783"/>
                </a:cubicBezTo>
                <a:lnTo>
                  <a:pt x="48778" y="49783"/>
                </a:lnTo>
                <a:cubicBezTo>
                  <a:pt x="58043" y="13506"/>
                  <a:pt x="59271" y="8483"/>
                  <a:pt x="59271" y="6920"/>
                </a:cubicBezTo>
                <a:cubicBezTo>
                  <a:pt x="59271" y="2567"/>
                  <a:pt x="56145" y="0"/>
                  <a:pt x="51904" y="0"/>
                </a:cubicBezTo>
                <a:cubicBezTo>
                  <a:pt x="51122" y="0"/>
                  <a:pt x="43979" y="223"/>
                  <a:pt x="41635" y="9153"/>
                </a:cubicBezTo>
                <a:lnTo>
                  <a:pt x="31700" y="49783"/>
                </a:lnTo>
                <a:lnTo>
                  <a:pt x="7702" y="49783"/>
                </a:lnTo>
                <a:cubicBezTo>
                  <a:pt x="2567" y="49783"/>
                  <a:pt x="0" y="49783"/>
                  <a:pt x="0" y="54694"/>
                </a:cubicBezTo>
                <a:cubicBezTo>
                  <a:pt x="0" y="57708"/>
                  <a:pt x="2009" y="57708"/>
                  <a:pt x="7144" y="57708"/>
                </a:cubicBezTo>
                <a:lnTo>
                  <a:pt x="29580" y="57708"/>
                </a:lnTo>
                <a:cubicBezTo>
                  <a:pt x="11274" y="130262"/>
                  <a:pt x="10269" y="134615"/>
                  <a:pt x="10269" y="139192"/>
                </a:cubicBezTo>
                <a:cubicBezTo>
                  <a:pt x="10269" y="153033"/>
                  <a:pt x="19869" y="162744"/>
                  <a:pt x="33710" y="162744"/>
                </a:cubicBezTo>
                <a:cubicBezTo>
                  <a:pt x="59829" y="162744"/>
                  <a:pt x="74340" y="125462"/>
                  <a:pt x="74340" y="123341"/>
                </a:cubicBezTo>
                <a:cubicBezTo>
                  <a:pt x="74340" y="120774"/>
                  <a:pt x="72330" y="120774"/>
                  <a:pt x="71214" y="120774"/>
                </a:cubicBezTo>
                <a:cubicBezTo>
                  <a:pt x="68982" y="120774"/>
                  <a:pt x="68759" y="121555"/>
                  <a:pt x="67419" y="124458"/>
                </a:cubicBezTo>
                <a:cubicBezTo>
                  <a:pt x="56480" y="151023"/>
                  <a:pt x="42974" y="157162"/>
                  <a:pt x="34268" y="157162"/>
                </a:cubicBezTo>
                <a:cubicBezTo>
                  <a:pt x="28910" y="157162"/>
                  <a:pt x="26343" y="153814"/>
                  <a:pt x="26343" y="145331"/>
                </a:cubicBezTo>
                <a:cubicBezTo>
                  <a:pt x="26343" y="139192"/>
                  <a:pt x="26789" y="137406"/>
                  <a:pt x="27794" y="133052"/>
                </a:cubicBezTo>
                <a:lnTo>
                  <a:pt x="46769" y="5770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4B43E2-2A35-4EA5-8D9F-BFA34A53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7256" y="3862983"/>
            <a:ext cx="59271" cy="255501"/>
          </a:xfrm>
          <a:custGeom xmlns:a="http://schemas.openxmlformats.org/drawingml/2006/main">
            <a:pathLst>
              <a:path w="59271" h="255501">
                <a:moveTo>
                  <a:pt x="59271" y="127695"/>
                </a:moveTo>
                <a:cubicBezTo>
                  <a:pt x="59271" y="107826"/>
                  <a:pt x="56480" y="76907"/>
                  <a:pt x="42416" y="48109"/>
                </a:cubicBezTo>
                <a:cubicBezTo>
                  <a:pt x="27124" y="16632"/>
                  <a:pt x="5135" y="0"/>
                  <a:pt x="2567" y="0"/>
                </a:cubicBezTo>
                <a:cubicBezTo>
                  <a:pt x="1005" y="0"/>
                  <a:pt x="0" y="1005"/>
                  <a:pt x="0" y="2567"/>
                </a:cubicBezTo>
                <a:cubicBezTo>
                  <a:pt x="0" y="3349"/>
                  <a:pt x="0" y="3795"/>
                  <a:pt x="4800" y="8483"/>
                </a:cubicBezTo>
                <a:cubicBezTo>
                  <a:pt x="29914" y="33710"/>
                  <a:pt x="44425" y="74340"/>
                  <a:pt x="44425" y="127695"/>
                </a:cubicBezTo>
                <a:cubicBezTo>
                  <a:pt x="44425" y="171450"/>
                  <a:pt x="35049" y="216433"/>
                  <a:pt x="3349" y="248580"/>
                </a:cubicBezTo>
                <a:cubicBezTo>
                  <a:pt x="0" y="251706"/>
                  <a:pt x="0" y="252152"/>
                  <a:pt x="0" y="252933"/>
                </a:cubicBezTo>
                <a:cubicBezTo>
                  <a:pt x="0" y="254496"/>
                  <a:pt x="1005" y="255501"/>
                  <a:pt x="2567" y="255501"/>
                </a:cubicBezTo>
                <a:cubicBezTo>
                  <a:pt x="5135" y="255501"/>
                  <a:pt x="28129" y="238088"/>
                  <a:pt x="43197" y="205718"/>
                </a:cubicBezTo>
                <a:cubicBezTo>
                  <a:pt x="56257" y="177589"/>
                  <a:pt x="59271" y="149237"/>
                  <a:pt x="59271" y="1276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FE9B90-9026-4AD4-BC04-DFF240B4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710" y="1857710"/>
            <a:ext cx="143768" cy="113407"/>
          </a:xfrm>
          <a:custGeom xmlns:a="http://schemas.openxmlformats.org/drawingml/2006/main">
            <a:pathLst>
              <a:path w="143768" h="113407">
                <a:moveTo>
                  <a:pt x="82711" y="50564"/>
                </a:moveTo>
                <a:lnTo>
                  <a:pt x="112626" y="17413"/>
                </a:lnTo>
                <a:cubicBezTo>
                  <a:pt x="115974" y="13841"/>
                  <a:pt x="117537" y="11943"/>
                  <a:pt x="138745" y="11943"/>
                </a:cubicBezTo>
                <a:lnTo>
                  <a:pt x="138745" y="0"/>
                </a:lnTo>
                <a:cubicBezTo>
                  <a:pt x="129815" y="558"/>
                  <a:pt x="116421" y="781"/>
                  <a:pt x="115193" y="781"/>
                </a:cubicBezTo>
                <a:cubicBezTo>
                  <a:pt x="108831" y="781"/>
                  <a:pt x="95994" y="223"/>
                  <a:pt x="88850" y="0"/>
                </a:cubicBezTo>
                <a:lnTo>
                  <a:pt x="88850" y="11943"/>
                </a:lnTo>
                <a:cubicBezTo>
                  <a:pt x="92422" y="11943"/>
                  <a:pt x="95548" y="12502"/>
                  <a:pt x="98561" y="14288"/>
                </a:cubicBezTo>
                <a:cubicBezTo>
                  <a:pt x="97557" y="15850"/>
                  <a:pt x="97557" y="16408"/>
                  <a:pt x="96552" y="17413"/>
                </a:cubicBezTo>
                <a:lnTo>
                  <a:pt x="75121" y="41411"/>
                </a:lnTo>
                <a:lnTo>
                  <a:pt x="50118" y="11943"/>
                </a:lnTo>
                <a:lnTo>
                  <a:pt x="60275" y="11943"/>
                </a:lnTo>
                <a:lnTo>
                  <a:pt x="60275" y="0"/>
                </a:lnTo>
                <a:cubicBezTo>
                  <a:pt x="53578" y="223"/>
                  <a:pt x="37505" y="781"/>
                  <a:pt x="29356" y="781"/>
                </a:cubicBezTo>
                <a:cubicBezTo>
                  <a:pt x="21208" y="781"/>
                  <a:pt x="9711" y="223"/>
                  <a:pt x="1228" y="0"/>
                </a:cubicBezTo>
                <a:lnTo>
                  <a:pt x="1228" y="11943"/>
                </a:lnTo>
                <a:lnTo>
                  <a:pt x="19422" y="11943"/>
                </a:lnTo>
                <a:lnTo>
                  <a:pt x="59271" y="59048"/>
                </a:lnTo>
                <a:lnTo>
                  <a:pt x="25784" y="96552"/>
                </a:lnTo>
                <a:cubicBezTo>
                  <a:pt x="21431" y="101464"/>
                  <a:pt x="12278" y="101464"/>
                  <a:pt x="0" y="101464"/>
                </a:cubicBezTo>
                <a:lnTo>
                  <a:pt x="0" y="113407"/>
                </a:lnTo>
                <a:cubicBezTo>
                  <a:pt x="8930" y="112961"/>
                  <a:pt x="22213" y="112626"/>
                  <a:pt x="23552" y="112626"/>
                </a:cubicBezTo>
                <a:cubicBezTo>
                  <a:pt x="29803" y="112626"/>
                  <a:pt x="44648" y="113184"/>
                  <a:pt x="49783" y="113407"/>
                </a:cubicBezTo>
                <a:lnTo>
                  <a:pt x="49783" y="101464"/>
                </a:lnTo>
                <a:cubicBezTo>
                  <a:pt x="45207" y="101464"/>
                  <a:pt x="40407" y="100124"/>
                  <a:pt x="40407" y="98561"/>
                </a:cubicBezTo>
                <a:cubicBezTo>
                  <a:pt x="40407" y="98338"/>
                  <a:pt x="40407" y="98115"/>
                  <a:pt x="42081" y="96106"/>
                </a:cubicBezTo>
                <a:lnTo>
                  <a:pt x="66973" y="68200"/>
                </a:lnTo>
                <a:lnTo>
                  <a:pt x="94990" y="101464"/>
                </a:lnTo>
                <a:lnTo>
                  <a:pt x="85055" y="101464"/>
                </a:lnTo>
                <a:lnTo>
                  <a:pt x="85055" y="113407"/>
                </a:lnTo>
                <a:cubicBezTo>
                  <a:pt x="91641" y="113184"/>
                  <a:pt x="107268" y="112626"/>
                  <a:pt x="115751" y="112626"/>
                </a:cubicBezTo>
                <a:cubicBezTo>
                  <a:pt x="123899" y="112626"/>
                  <a:pt x="135396" y="113184"/>
                  <a:pt x="143768" y="113407"/>
                </a:cubicBezTo>
                <a:lnTo>
                  <a:pt x="143768" y="101464"/>
                </a:lnTo>
                <a:lnTo>
                  <a:pt x="125685" y="101464"/>
                </a:lnTo>
                <a:lnTo>
                  <a:pt x="82711" y="5056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6DCBF-2C0A-487E-A677-B799631C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216" y="1765957"/>
            <a:ext cx="44872" cy="92534"/>
          </a:xfrm>
          <a:custGeom xmlns:a="http://schemas.openxmlformats.org/drawingml/2006/main">
            <a:pathLst>
              <a:path w="44872" h="92534">
                <a:moveTo>
                  <a:pt x="43309" y="15515"/>
                </a:moveTo>
                <a:cubicBezTo>
                  <a:pt x="44760" y="12502"/>
                  <a:pt x="44872" y="11050"/>
                  <a:pt x="44872" y="9711"/>
                </a:cubicBezTo>
                <a:cubicBezTo>
                  <a:pt x="44872" y="4242"/>
                  <a:pt x="39849" y="0"/>
                  <a:pt x="34379" y="0"/>
                </a:cubicBezTo>
                <a:cubicBezTo>
                  <a:pt x="27459" y="0"/>
                  <a:pt x="25338" y="5469"/>
                  <a:pt x="24445" y="8260"/>
                </a:cubicBezTo>
                <a:lnTo>
                  <a:pt x="893" y="85725"/>
                </a:lnTo>
                <a:cubicBezTo>
                  <a:pt x="781" y="86060"/>
                  <a:pt x="0" y="88404"/>
                  <a:pt x="0" y="88627"/>
                </a:cubicBezTo>
                <a:cubicBezTo>
                  <a:pt x="0" y="90748"/>
                  <a:pt x="5581" y="92534"/>
                  <a:pt x="7032" y="92534"/>
                </a:cubicBezTo>
                <a:cubicBezTo>
                  <a:pt x="8260" y="92534"/>
                  <a:pt x="8483" y="92087"/>
                  <a:pt x="9711" y="89409"/>
                </a:cubicBezTo>
                <a:lnTo>
                  <a:pt x="43309" y="1551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239D6E-3CF0-4994-825F-562D3C8B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174" y="1779575"/>
            <a:ext cx="59271" cy="255389"/>
          </a:xfrm>
          <a:custGeom xmlns:a="http://schemas.openxmlformats.org/drawingml/2006/main">
            <a:pathLst>
              <a:path w="59271" h="255389">
                <a:moveTo>
                  <a:pt x="59271" y="252822"/>
                </a:moveTo>
                <a:cubicBezTo>
                  <a:pt x="59271" y="252152"/>
                  <a:pt x="59271" y="251594"/>
                  <a:pt x="54806" y="247241"/>
                </a:cubicBezTo>
                <a:cubicBezTo>
                  <a:pt x="22994" y="215094"/>
                  <a:pt x="14846" y="166762"/>
                  <a:pt x="14846" y="127695"/>
                </a:cubicBezTo>
                <a:cubicBezTo>
                  <a:pt x="14846" y="83269"/>
                  <a:pt x="24445" y="38844"/>
                  <a:pt x="55922" y="6809"/>
                </a:cubicBezTo>
                <a:cubicBezTo>
                  <a:pt x="59271" y="3795"/>
                  <a:pt x="59271" y="3349"/>
                  <a:pt x="59271" y="2456"/>
                </a:cubicBezTo>
                <a:cubicBezTo>
                  <a:pt x="59271" y="670"/>
                  <a:pt x="58266" y="0"/>
                  <a:pt x="56704" y="0"/>
                </a:cubicBezTo>
                <a:cubicBezTo>
                  <a:pt x="54136" y="0"/>
                  <a:pt x="31142" y="17413"/>
                  <a:pt x="16073" y="49783"/>
                </a:cubicBezTo>
                <a:cubicBezTo>
                  <a:pt x="3014" y="77912"/>
                  <a:pt x="0" y="106263"/>
                  <a:pt x="0" y="127695"/>
                </a:cubicBezTo>
                <a:cubicBezTo>
                  <a:pt x="0" y="147563"/>
                  <a:pt x="2791" y="178482"/>
                  <a:pt x="16855" y="207392"/>
                </a:cubicBezTo>
                <a:cubicBezTo>
                  <a:pt x="32147" y="238757"/>
                  <a:pt x="54136" y="255389"/>
                  <a:pt x="56704" y="255389"/>
                </a:cubicBezTo>
                <a:cubicBezTo>
                  <a:pt x="58266" y="255389"/>
                  <a:pt x="59271" y="254608"/>
                  <a:pt x="59271" y="252822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3CF3E-E61B-4A26-8640-618C0E44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9429" y="1811164"/>
            <a:ext cx="78358" cy="162744"/>
          </a:xfrm>
          <a:custGeom xmlns:a="http://schemas.openxmlformats.org/drawingml/2006/main">
            <a:pathLst>
              <a:path w="78358" h="162744">
                <a:moveTo>
                  <a:pt x="46658" y="57820"/>
                </a:moveTo>
                <a:lnTo>
                  <a:pt x="70656" y="57820"/>
                </a:lnTo>
                <a:cubicBezTo>
                  <a:pt x="75791" y="57820"/>
                  <a:pt x="78358" y="57820"/>
                  <a:pt x="78358" y="52685"/>
                </a:cubicBezTo>
                <a:cubicBezTo>
                  <a:pt x="78358" y="49895"/>
                  <a:pt x="75791" y="49895"/>
                  <a:pt x="71214" y="49895"/>
                </a:cubicBezTo>
                <a:lnTo>
                  <a:pt x="48778" y="49895"/>
                </a:lnTo>
                <a:cubicBezTo>
                  <a:pt x="57931" y="13506"/>
                  <a:pt x="59159" y="8483"/>
                  <a:pt x="59159" y="6921"/>
                </a:cubicBezTo>
                <a:cubicBezTo>
                  <a:pt x="59159" y="2679"/>
                  <a:pt x="56145" y="0"/>
                  <a:pt x="51792" y="0"/>
                </a:cubicBezTo>
                <a:cubicBezTo>
                  <a:pt x="51011" y="0"/>
                  <a:pt x="43867" y="335"/>
                  <a:pt x="41523" y="9265"/>
                </a:cubicBezTo>
                <a:lnTo>
                  <a:pt x="31589" y="49895"/>
                </a:lnTo>
                <a:lnTo>
                  <a:pt x="7590" y="49895"/>
                </a:lnTo>
                <a:cubicBezTo>
                  <a:pt x="2456" y="49895"/>
                  <a:pt x="0" y="49895"/>
                  <a:pt x="0" y="54694"/>
                </a:cubicBezTo>
                <a:cubicBezTo>
                  <a:pt x="0" y="57820"/>
                  <a:pt x="2009" y="57820"/>
                  <a:pt x="7144" y="57820"/>
                </a:cubicBezTo>
                <a:lnTo>
                  <a:pt x="29580" y="57820"/>
                </a:lnTo>
                <a:cubicBezTo>
                  <a:pt x="11162" y="130373"/>
                  <a:pt x="10158" y="134615"/>
                  <a:pt x="10158" y="139303"/>
                </a:cubicBezTo>
                <a:cubicBezTo>
                  <a:pt x="10158" y="153033"/>
                  <a:pt x="19869" y="162744"/>
                  <a:pt x="33710" y="162744"/>
                </a:cubicBezTo>
                <a:cubicBezTo>
                  <a:pt x="59717" y="162744"/>
                  <a:pt x="74228" y="125462"/>
                  <a:pt x="74228" y="123453"/>
                </a:cubicBezTo>
                <a:cubicBezTo>
                  <a:pt x="74228" y="120886"/>
                  <a:pt x="72219" y="120886"/>
                  <a:pt x="71214" y="120886"/>
                </a:cubicBezTo>
                <a:cubicBezTo>
                  <a:pt x="68982" y="120886"/>
                  <a:pt x="68647" y="121667"/>
                  <a:pt x="67419" y="124458"/>
                </a:cubicBezTo>
                <a:cubicBezTo>
                  <a:pt x="56369" y="151023"/>
                  <a:pt x="42862" y="157162"/>
                  <a:pt x="34156" y="157162"/>
                </a:cubicBezTo>
                <a:cubicBezTo>
                  <a:pt x="28798" y="157162"/>
                  <a:pt x="26231" y="153814"/>
                  <a:pt x="26231" y="145442"/>
                </a:cubicBezTo>
                <a:cubicBezTo>
                  <a:pt x="26231" y="139303"/>
                  <a:pt x="26789" y="137517"/>
                  <a:pt x="27794" y="133164"/>
                </a:cubicBezTo>
                <a:lnTo>
                  <a:pt x="46658" y="5782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B2D638-8424-4868-B4AB-ECCC9723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107" y="1779575"/>
            <a:ext cx="59382" cy="255389"/>
          </a:xfrm>
          <a:custGeom xmlns:a="http://schemas.openxmlformats.org/drawingml/2006/main">
            <a:pathLst>
              <a:path w="59382" h="255389">
                <a:moveTo>
                  <a:pt x="59382" y="127695"/>
                </a:moveTo>
                <a:cubicBezTo>
                  <a:pt x="59382" y="107714"/>
                  <a:pt x="56480" y="76907"/>
                  <a:pt x="42528" y="47997"/>
                </a:cubicBezTo>
                <a:cubicBezTo>
                  <a:pt x="27124" y="16520"/>
                  <a:pt x="5135" y="0"/>
                  <a:pt x="2567" y="0"/>
                </a:cubicBezTo>
                <a:cubicBezTo>
                  <a:pt x="1005" y="0"/>
                  <a:pt x="0" y="1005"/>
                  <a:pt x="0" y="2456"/>
                </a:cubicBezTo>
                <a:cubicBezTo>
                  <a:pt x="0" y="3349"/>
                  <a:pt x="0" y="3795"/>
                  <a:pt x="4911" y="8372"/>
                </a:cubicBezTo>
                <a:cubicBezTo>
                  <a:pt x="29914" y="33710"/>
                  <a:pt x="44537" y="74340"/>
                  <a:pt x="44537" y="127695"/>
                </a:cubicBezTo>
                <a:cubicBezTo>
                  <a:pt x="44537" y="171338"/>
                  <a:pt x="35049" y="216322"/>
                  <a:pt x="3349" y="248580"/>
                </a:cubicBezTo>
                <a:cubicBezTo>
                  <a:pt x="0" y="251594"/>
                  <a:pt x="0" y="252152"/>
                  <a:pt x="0" y="252822"/>
                </a:cubicBezTo>
                <a:cubicBezTo>
                  <a:pt x="0" y="254384"/>
                  <a:pt x="1005" y="255389"/>
                  <a:pt x="2567" y="255389"/>
                </a:cubicBezTo>
                <a:cubicBezTo>
                  <a:pt x="5135" y="255389"/>
                  <a:pt x="28129" y="238088"/>
                  <a:pt x="43197" y="205606"/>
                </a:cubicBezTo>
                <a:cubicBezTo>
                  <a:pt x="56257" y="177478"/>
                  <a:pt x="59382" y="149126"/>
                  <a:pt x="59382" y="12769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8ABD91-555B-4EC4-835C-0E75E352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295" y="4938386"/>
            <a:ext cx="78135" cy="205383"/>
          </a:xfrm>
          <a:custGeom xmlns:a="http://schemas.openxmlformats.org/drawingml/2006/main">
            <a:pathLst>
              <a:path w="78135" h="205383">
                <a:moveTo>
                  <a:pt x="40630" y="201811"/>
                </a:moveTo>
                <a:cubicBezTo>
                  <a:pt x="30807" y="184398"/>
                  <a:pt x="22771" y="159395"/>
                  <a:pt x="22771" y="139303"/>
                </a:cubicBezTo>
                <a:cubicBezTo>
                  <a:pt x="22771" y="80814"/>
                  <a:pt x="35272" y="35272"/>
                  <a:pt x="78135" y="4465"/>
                </a:cubicBezTo>
                <a:lnTo>
                  <a:pt x="74116" y="0"/>
                </a:lnTo>
                <a:cubicBezTo>
                  <a:pt x="25003" y="24557"/>
                  <a:pt x="0" y="66526"/>
                  <a:pt x="0" y="116532"/>
                </a:cubicBezTo>
                <a:cubicBezTo>
                  <a:pt x="0" y="145107"/>
                  <a:pt x="15627" y="183952"/>
                  <a:pt x="36165" y="205383"/>
                </a:cubicBezTo>
                <a:lnTo>
                  <a:pt x="40630" y="201811"/>
                </a:lnTo>
                <a:close/>
                <a:moveTo>
                  <a:pt x="40630" y="2018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79A10-61A0-422D-A2CE-7EA55E8A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1785" y="4987052"/>
            <a:ext cx="86171" cy="113407"/>
          </a:xfrm>
          <a:custGeom xmlns:a="http://schemas.openxmlformats.org/drawingml/2006/main">
            <a:pathLst>
              <a:path w="86171" h="113407">
                <a:moveTo>
                  <a:pt x="5358" y="76795"/>
                </a:moveTo>
                <a:lnTo>
                  <a:pt x="0" y="113407"/>
                </a:lnTo>
                <a:lnTo>
                  <a:pt x="5804" y="113407"/>
                </a:lnTo>
                <a:cubicBezTo>
                  <a:pt x="6697" y="107603"/>
                  <a:pt x="8930" y="107156"/>
                  <a:pt x="12055" y="107156"/>
                </a:cubicBezTo>
                <a:cubicBezTo>
                  <a:pt x="17859" y="107156"/>
                  <a:pt x="26343" y="113407"/>
                  <a:pt x="39291" y="112514"/>
                </a:cubicBezTo>
                <a:cubicBezTo>
                  <a:pt x="59382" y="112514"/>
                  <a:pt x="75456" y="101798"/>
                  <a:pt x="75456" y="80367"/>
                </a:cubicBezTo>
                <a:cubicBezTo>
                  <a:pt x="75456" y="54471"/>
                  <a:pt x="37951" y="35272"/>
                  <a:pt x="37951" y="20092"/>
                </a:cubicBezTo>
                <a:cubicBezTo>
                  <a:pt x="37951" y="12948"/>
                  <a:pt x="42862" y="8037"/>
                  <a:pt x="50899" y="8037"/>
                </a:cubicBezTo>
                <a:cubicBezTo>
                  <a:pt x="64740" y="8037"/>
                  <a:pt x="72330" y="19199"/>
                  <a:pt x="74563" y="34826"/>
                </a:cubicBezTo>
                <a:lnTo>
                  <a:pt x="81260" y="34826"/>
                </a:lnTo>
                <a:lnTo>
                  <a:pt x="86171" y="0"/>
                </a:lnTo>
                <a:lnTo>
                  <a:pt x="79921" y="0"/>
                </a:lnTo>
                <a:cubicBezTo>
                  <a:pt x="79028" y="3125"/>
                  <a:pt x="78581" y="5804"/>
                  <a:pt x="75009" y="5804"/>
                </a:cubicBezTo>
                <a:cubicBezTo>
                  <a:pt x="68312" y="5804"/>
                  <a:pt x="62508" y="0"/>
                  <a:pt x="48220" y="0"/>
                </a:cubicBezTo>
                <a:cubicBezTo>
                  <a:pt x="31254" y="0"/>
                  <a:pt x="16073" y="11162"/>
                  <a:pt x="16073" y="28575"/>
                </a:cubicBezTo>
                <a:cubicBezTo>
                  <a:pt x="16073" y="55811"/>
                  <a:pt x="53578" y="71438"/>
                  <a:pt x="53578" y="91083"/>
                </a:cubicBezTo>
                <a:cubicBezTo>
                  <a:pt x="53578" y="100905"/>
                  <a:pt x="46434" y="104924"/>
                  <a:pt x="37505" y="104924"/>
                </a:cubicBezTo>
                <a:cubicBezTo>
                  <a:pt x="23217" y="104924"/>
                  <a:pt x="13841" y="91083"/>
                  <a:pt x="11609" y="76795"/>
                </a:cubicBezTo>
                <a:lnTo>
                  <a:pt x="5358" y="76795"/>
                </a:lnTo>
                <a:close/>
                <a:moveTo>
                  <a:pt x="5358" y="767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8CC53-F0E0-4359-B38D-C8E7CA61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6193" y="4987052"/>
            <a:ext cx="95101" cy="112514"/>
          </a:xfrm>
          <a:custGeom xmlns:a="http://schemas.openxmlformats.org/drawingml/2006/main">
            <a:pathLst>
              <a:path w="95101" h="112514">
                <a:moveTo>
                  <a:pt x="76349" y="82153"/>
                </a:moveTo>
                <a:cubicBezTo>
                  <a:pt x="65633" y="94208"/>
                  <a:pt x="53578" y="99120"/>
                  <a:pt x="45541" y="99120"/>
                </a:cubicBezTo>
                <a:cubicBezTo>
                  <a:pt x="32593" y="99120"/>
                  <a:pt x="25896" y="91083"/>
                  <a:pt x="25896" y="78581"/>
                </a:cubicBezTo>
                <a:cubicBezTo>
                  <a:pt x="25896" y="74563"/>
                  <a:pt x="26343" y="70545"/>
                  <a:pt x="27236" y="66526"/>
                </a:cubicBezTo>
                <a:cubicBezTo>
                  <a:pt x="48667" y="61168"/>
                  <a:pt x="95101" y="48667"/>
                  <a:pt x="95101" y="20092"/>
                </a:cubicBezTo>
                <a:cubicBezTo>
                  <a:pt x="95101" y="6251"/>
                  <a:pt x="84386" y="0"/>
                  <a:pt x="67866" y="0"/>
                </a:cubicBezTo>
                <a:cubicBezTo>
                  <a:pt x="32593" y="0"/>
                  <a:pt x="0" y="39737"/>
                  <a:pt x="0" y="77688"/>
                </a:cubicBezTo>
                <a:cubicBezTo>
                  <a:pt x="0" y="100012"/>
                  <a:pt x="12948" y="112514"/>
                  <a:pt x="32593" y="112514"/>
                </a:cubicBezTo>
                <a:cubicBezTo>
                  <a:pt x="53578" y="112514"/>
                  <a:pt x="71438" y="100012"/>
                  <a:pt x="81707" y="87957"/>
                </a:cubicBezTo>
                <a:lnTo>
                  <a:pt x="76349" y="82153"/>
                </a:lnTo>
                <a:close/>
                <a:moveTo>
                  <a:pt x="63401" y="8930"/>
                </a:moveTo>
                <a:cubicBezTo>
                  <a:pt x="69652" y="8930"/>
                  <a:pt x="72777" y="12948"/>
                  <a:pt x="72777" y="18306"/>
                </a:cubicBezTo>
                <a:cubicBezTo>
                  <a:pt x="72777" y="39291"/>
                  <a:pt x="44202" y="52685"/>
                  <a:pt x="28575" y="57596"/>
                </a:cubicBezTo>
                <a:cubicBezTo>
                  <a:pt x="31254" y="43309"/>
                  <a:pt x="45095" y="8930"/>
                  <a:pt x="63401" y="8930"/>
                </a:cubicBezTo>
                <a:close/>
                <a:moveTo>
                  <a:pt x="63401" y="89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C8F623-49EB-44D4-9D3F-D74E116E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324" y="4987052"/>
            <a:ext cx="95101" cy="112514"/>
          </a:xfrm>
          <a:custGeom xmlns:a="http://schemas.openxmlformats.org/drawingml/2006/main">
            <a:pathLst>
              <a:path w="95101" h="112514">
                <a:moveTo>
                  <a:pt x="76349" y="82153"/>
                </a:moveTo>
                <a:cubicBezTo>
                  <a:pt x="65633" y="94208"/>
                  <a:pt x="53578" y="99120"/>
                  <a:pt x="45541" y="99120"/>
                </a:cubicBezTo>
                <a:cubicBezTo>
                  <a:pt x="32593" y="99120"/>
                  <a:pt x="25896" y="91083"/>
                  <a:pt x="25896" y="78581"/>
                </a:cubicBezTo>
                <a:cubicBezTo>
                  <a:pt x="25896" y="74563"/>
                  <a:pt x="26343" y="70545"/>
                  <a:pt x="27236" y="66526"/>
                </a:cubicBezTo>
                <a:cubicBezTo>
                  <a:pt x="48667" y="61168"/>
                  <a:pt x="95101" y="48667"/>
                  <a:pt x="95101" y="20092"/>
                </a:cubicBezTo>
                <a:cubicBezTo>
                  <a:pt x="95101" y="6251"/>
                  <a:pt x="84386" y="0"/>
                  <a:pt x="67866" y="0"/>
                </a:cubicBezTo>
                <a:cubicBezTo>
                  <a:pt x="32593" y="0"/>
                  <a:pt x="0" y="39737"/>
                  <a:pt x="0" y="77688"/>
                </a:cubicBezTo>
                <a:cubicBezTo>
                  <a:pt x="0" y="100012"/>
                  <a:pt x="12948" y="112514"/>
                  <a:pt x="32593" y="112514"/>
                </a:cubicBezTo>
                <a:cubicBezTo>
                  <a:pt x="53578" y="112514"/>
                  <a:pt x="71438" y="100012"/>
                  <a:pt x="81707" y="87957"/>
                </a:cubicBezTo>
                <a:lnTo>
                  <a:pt x="76349" y="82153"/>
                </a:lnTo>
                <a:close/>
                <a:moveTo>
                  <a:pt x="63401" y="8930"/>
                </a:moveTo>
                <a:cubicBezTo>
                  <a:pt x="69652" y="8930"/>
                  <a:pt x="72777" y="12948"/>
                  <a:pt x="72777" y="18306"/>
                </a:cubicBezTo>
                <a:cubicBezTo>
                  <a:pt x="72777" y="39291"/>
                  <a:pt x="44202" y="52685"/>
                  <a:pt x="28575" y="57596"/>
                </a:cubicBezTo>
                <a:cubicBezTo>
                  <a:pt x="31254" y="43309"/>
                  <a:pt x="45095" y="8930"/>
                  <a:pt x="63401" y="8930"/>
                </a:cubicBezTo>
                <a:close/>
                <a:moveTo>
                  <a:pt x="63401" y="89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79854-B0E8-4B7C-A440-A0A2B8FE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4951" y="4942850"/>
            <a:ext cx="114746" cy="157163"/>
          </a:xfrm>
          <a:custGeom xmlns:a="http://schemas.openxmlformats.org/drawingml/2006/main">
            <a:pathLst>
              <a:path w="114746" h="157162">
                <a:moveTo>
                  <a:pt x="0" y="5358"/>
                </a:moveTo>
                <a:cubicBezTo>
                  <a:pt x="8037" y="7144"/>
                  <a:pt x="12502" y="8037"/>
                  <a:pt x="12502" y="18752"/>
                </a:cubicBezTo>
                <a:lnTo>
                  <a:pt x="12502" y="157162"/>
                </a:lnTo>
                <a:lnTo>
                  <a:pt x="15180" y="157162"/>
                </a:lnTo>
                <a:lnTo>
                  <a:pt x="33040" y="144214"/>
                </a:lnTo>
                <a:cubicBezTo>
                  <a:pt x="43755" y="154484"/>
                  <a:pt x="54471" y="157162"/>
                  <a:pt x="61615" y="157162"/>
                </a:cubicBezTo>
                <a:cubicBezTo>
                  <a:pt x="99120" y="157162"/>
                  <a:pt x="114746" y="128141"/>
                  <a:pt x="114746" y="99120"/>
                </a:cubicBezTo>
                <a:cubicBezTo>
                  <a:pt x="114746" y="69205"/>
                  <a:pt x="97780" y="46434"/>
                  <a:pt x="71884" y="46434"/>
                </a:cubicBezTo>
                <a:cubicBezTo>
                  <a:pt x="56257" y="46434"/>
                  <a:pt x="47774" y="54918"/>
                  <a:pt x="44202" y="58936"/>
                </a:cubicBezTo>
                <a:lnTo>
                  <a:pt x="44202" y="0"/>
                </a:lnTo>
                <a:lnTo>
                  <a:pt x="0" y="0"/>
                </a:lnTo>
                <a:lnTo>
                  <a:pt x="0" y="5358"/>
                </a:lnTo>
                <a:close/>
                <a:moveTo>
                  <a:pt x="44202" y="71884"/>
                </a:moveTo>
                <a:cubicBezTo>
                  <a:pt x="45988" y="66973"/>
                  <a:pt x="49560" y="58489"/>
                  <a:pt x="59829" y="58489"/>
                </a:cubicBezTo>
                <a:cubicBezTo>
                  <a:pt x="79921" y="58489"/>
                  <a:pt x="81260" y="89297"/>
                  <a:pt x="81260" y="102691"/>
                </a:cubicBezTo>
                <a:cubicBezTo>
                  <a:pt x="81260" y="138410"/>
                  <a:pt x="73223" y="150019"/>
                  <a:pt x="59382" y="150019"/>
                </a:cubicBezTo>
                <a:cubicBezTo>
                  <a:pt x="46881" y="150019"/>
                  <a:pt x="44202" y="138410"/>
                  <a:pt x="44202" y="132159"/>
                </a:cubicBezTo>
                <a:lnTo>
                  <a:pt x="44202" y="71884"/>
                </a:lnTo>
                <a:close/>
                <a:moveTo>
                  <a:pt x="44202" y="71884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927C4-BFC0-4151-A00E-5595C523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848" y="4938386"/>
            <a:ext cx="77688" cy="205383"/>
          </a:xfrm>
          <a:custGeom xmlns:a="http://schemas.openxmlformats.org/drawingml/2006/main">
            <a:pathLst>
              <a:path w="77688" h="205383">
                <a:moveTo>
                  <a:pt x="37505" y="3572"/>
                </a:moveTo>
                <a:cubicBezTo>
                  <a:pt x="47327" y="20985"/>
                  <a:pt x="54918" y="46434"/>
                  <a:pt x="54918" y="66080"/>
                </a:cubicBezTo>
                <a:cubicBezTo>
                  <a:pt x="54918" y="124569"/>
                  <a:pt x="42862" y="170111"/>
                  <a:pt x="0" y="200918"/>
                </a:cubicBezTo>
                <a:lnTo>
                  <a:pt x="3572" y="205383"/>
                </a:lnTo>
                <a:cubicBezTo>
                  <a:pt x="53132" y="180826"/>
                  <a:pt x="77688" y="138857"/>
                  <a:pt x="77688" y="88850"/>
                </a:cubicBezTo>
                <a:cubicBezTo>
                  <a:pt x="77688" y="60275"/>
                  <a:pt x="62061" y="21431"/>
                  <a:pt x="41523" y="0"/>
                </a:cubicBezTo>
                <a:lnTo>
                  <a:pt x="37505" y="3572"/>
                </a:lnTo>
                <a:close/>
                <a:moveTo>
                  <a:pt x="37505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050ED-E9A7-443A-BD54-3DF9085A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546" y="4938386"/>
            <a:ext cx="78135" cy="205383"/>
          </a:xfrm>
          <a:custGeom xmlns:a="http://schemas.openxmlformats.org/drawingml/2006/main">
            <a:pathLst>
              <a:path w="78135" h="205383">
                <a:moveTo>
                  <a:pt x="40630" y="201811"/>
                </a:moveTo>
                <a:cubicBezTo>
                  <a:pt x="30807" y="184398"/>
                  <a:pt x="22771" y="159395"/>
                  <a:pt x="22771" y="139303"/>
                </a:cubicBezTo>
                <a:cubicBezTo>
                  <a:pt x="22771" y="80814"/>
                  <a:pt x="35272" y="35272"/>
                  <a:pt x="78135" y="4465"/>
                </a:cubicBezTo>
                <a:lnTo>
                  <a:pt x="74116" y="0"/>
                </a:lnTo>
                <a:cubicBezTo>
                  <a:pt x="25003" y="24557"/>
                  <a:pt x="0" y="66526"/>
                  <a:pt x="0" y="116532"/>
                </a:cubicBezTo>
                <a:cubicBezTo>
                  <a:pt x="0" y="145107"/>
                  <a:pt x="15627" y="183952"/>
                  <a:pt x="36165" y="205383"/>
                </a:cubicBezTo>
                <a:lnTo>
                  <a:pt x="40630" y="201811"/>
                </a:lnTo>
                <a:close/>
                <a:moveTo>
                  <a:pt x="40630" y="201811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46DF6B-B7C3-42E9-91C9-EA2C3D61A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9037" y="4987052"/>
            <a:ext cx="86171" cy="113407"/>
          </a:xfrm>
          <a:custGeom xmlns:a="http://schemas.openxmlformats.org/drawingml/2006/main">
            <a:pathLst>
              <a:path w="86171" h="113407">
                <a:moveTo>
                  <a:pt x="5358" y="76795"/>
                </a:moveTo>
                <a:lnTo>
                  <a:pt x="0" y="113407"/>
                </a:lnTo>
                <a:lnTo>
                  <a:pt x="5804" y="113407"/>
                </a:lnTo>
                <a:cubicBezTo>
                  <a:pt x="6697" y="107603"/>
                  <a:pt x="8930" y="107156"/>
                  <a:pt x="12055" y="107156"/>
                </a:cubicBezTo>
                <a:cubicBezTo>
                  <a:pt x="17859" y="107156"/>
                  <a:pt x="26343" y="113407"/>
                  <a:pt x="39291" y="112514"/>
                </a:cubicBezTo>
                <a:cubicBezTo>
                  <a:pt x="59382" y="112514"/>
                  <a:pt x="75456" y="101798"/>
                  <a:pt x="75456" y="80367"/>
                </a:cubicBezTo>
                <a:cubicBezTo>
                  <a:pt x="75456" y="54471"/>
                  <a:pt x="37951" y="35272"/>
                  <a:pt x="37951" y="20092"/>
                </a:cubicBezTo>
                <a:cubicBezTo>
                  <a:pt x="37951" y="12948"/>
                  <a:pt x="42862" y="8037"/>
                  <a:pt x="50899" y="8037"/>
                </a:cubicBezTo>
                <a:cubicBezTo>
                  <a:pt x="64740" y="8037"/>
                  <a:pt x="72330" y="19199"/>
                  <a:pt x="74563" y="34826"/>
                </a:cubicBezTo>
                <a:lnTo>
                  <a:pt x="81260" y="34826"/>
                </a:lnTo>
                <a:lnTo>
                  <a:pt x="86171" y="0"/>
                </a:lnTo>
                <a:lnTo>
                  <a:pt x="79921" y="0"/>
                </a:lnTo>
                <a:cubicBezTo>
                  <a:pt x="79028" y="3125"/>
                  <a:pt x="78581" y="5804"/>
                  <a:pt x="75009" y="5804"/>
                </a:cubicBezTo>
                <a:cubicBezTo>
                  <a:pt x="68312" y="5804"/>
                  <a:pt x="62508" y="0"/>
                  <a:pt x="48220" y="0"/>
                </a:cubicBezTo>
                <a:cubicBezTo>
                  <a:pt x="31254" y="0"/>
                  <a:pt x="16073" y="11162"/>
                  <a:pt x="16073" y="28575"/>
                </a:cubicBezTo>
                <a:cubicBezTo>
                  <a:pt x="16073" y="55811"/>
                  <a:pt x="53578" y="71438"/>
                  <a:pt x="53578" y="91083"/>
                </a:cubicBezTo>
                <a:cubicBezTo>
                  <a:pt x="53578" y="100905"/>
                  <a:pt x="46434" y="104924"/>
                  <a:pt x="37505" y="104924"/>
                </a:cubicBezTo>
                <a:cubicBezTo>
                  <a:pt x="23217" y="104924"/>
                  <a:pt x="13841" y="91083"/>
                  <a:pt x="11609" y="76795"/>
                </a:cubicBezTo>
                <a:lnTo>
                  <a:pt x="5358" y="76795"/>
                </a:lnTo>
                <a:close/>
                <a:moveTo>
                  <a:pt x="5358" y="76795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7329D1-334E-4C9F-8D9F-C7B05E17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3445" y="4987052"/>
            <a:ext cx="95101" cy="112514"/>
          </a:xfrm>
          <a:custGeom xmlns:a="http://schemas.openxmlformats.org/drawingml/2006/main">
            <a:pathLst>
              <a:path w="95101" h="112514">
                <a:moveTo>
                  <a:pt x="76349" y="82153"/>
                </a:moveTo>
                <a:cubicBezTo>
                  <a:pt x="65633" y="94208"/>
                  <a:pt x="53578" y="99120"/>
                  <a:pt x="45541" y="99120"/>
                </a:cubicBezTo>
                <a:cubicBezTo>
                  <a:pt x="32593" y="99120"/>
                  <a:pt x="25896" y="91083"/>
                  <a:pt x="25896" y="78581"/>
                </a:cubicBezTo>
                <a:cubicBezTo>
                  <a:pt x="25896" y="74563"/>
                  <a:pt x="26343" y="70545"/>
                  <a:pt x="27236" y="66526"/>
                </a:cubicBezTo>
                <a:cubicBezTo>
                  <a:pt x="48667" y="61168"/>
                  <a:pt x="95101" y="48667"/>
                  <a:pt x="95101" y="20092"/>
                </a:cubicBezTo>
                <a:cubicBezTo>
                  <a:pt x="95101" y="6251"/>
                  <a:pt x="84386" y="0"/>
                  <a:pt x="67866" y="0"/>
                </a:cubicBezTo>
                <a:cubicBezTo>
                  <a:pt x="32593" y="0"/>
                  <a:pt x="0" y="39737"/>
                  <a:pt x="0" y="77688"/>
                </a:cubicBezTo>
                <a:cubicBezTo>
                  <a:pt x="0" y="100012"/>
                  <a:pt x="12948" y="112514"/>
                  <a:pt x="32593" y="112514"/>
                </a:cubicBezTo>
                <a:cubicBezTo>
                  <a:pt x="53578" y="112514"/>
                  <a:pt x="71438" y="100012"/>
                  <a:pt x="81707" y="87957"/>
                </a:cubicBezTo>
                <a:lnTo>
                  <a:pt x="76349" y="82153"/>
                </a:lnTo>
                <a:close/>
                <a:moveTo>
                  <a:pt x="63401" y="8930"/>
                </a:moveTo>
                <a:cubicBezTo>
                  <a:pt x="69652" y="8930"/>
                  <a:pt x="72777" y="12948"/>
                  <a:pt x="72777" y="18306"/>
                </a:cubicBezTo>
                <a:cubicBezTo>
                  <a:pt x="72777" y="39291"/>
                  <a:pt x="44202" y="52685"/>
                  <a:pt x="28575" y="57596"/>
                </a:cubicBezTo>
                <a:cubicBezTo>
                  <a:pt x="31254" y="43309"/>
                  <a:pt x="45095" y="8930"/>
                  <a:pt x="63401" y="8930"/>
                </a:cubicBezTo>
                <a:close/>
                <a:moveTo>
                  <a:pt x="63401" y="89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03F7FC-B979-4B56-9503-F1345834E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4576" y="4987052"/>
            <a:ext cx="95101" cy="112514"/>
          </a:xfrm>
          <a:custGeom xmlns:a="http://schemas.openxmlformats.org/drawingml/2006/main">
            <a:pathLst>
              <a:path w="95101" h="112514">
                <a:moveTo>
                  <a:pt x="76349" y="82153"/>
                </a:moveTo>
                <a:cubicBezTo>
                  <a:pt x="65633" y="94208"/>
                  <a:pt x="53578" y="99120"/>
                  <a:pt x="45541" y="99120"/>
                </a:cubicBezTo>
                <a:cubicBezTo>
                  <a:pt x="32593" y="99120"/>
                  <a:pt x="25896" y="91083"/>
                  <a:pt x="25896" y="78581"/>
                </a:cubicBezTo>
                <a:cubicBezTo>
                  <a:pt x="25896" y="74563"/>
                  <a:pt x="26343" y="70545"/>
                  <a:pt x="27236" y="66526"/>
                </a:cubicBezTo>
                <a:cubicBezTo>
                  <a:pt x="48667" y="61168"/>
                  <a:pt x="95101" y="48667"/>
                  <a:pt x="95101" y="20092"/>
                </a:cubicBezTo>
                <a:cubicBezTo>
                  <a:pt x="95101" y="6251"/>
                  <a:pt x="84386" y="0"/>
                  <a:pt x="67866" y="0"/>
                </a:cubicBezTo>
                <a:cubicBezTo>
                  <a:pt x="32593" y="0"/>
                  <a:pt x="0" y="39737"/>
                  <a:pt x="0" y="77688"/>
                </a:cubicBezTo>
                <a:cubicBezTo>
                  <a:pt x="0" y="100012"/>
                  <a:pt x="12948" y="112514"/>
                  <a:pt x="32593" y="112514"/>
                </a:cubicBezTo>
                <a:cubicBezTo>
                  <a:pt x="53578" y="112514"/>
                  <a:pt x="71438" y="100012"/>
                  <a:pt x="81707" y="87957"/>
                </a:cubicBezTo>
                <a:lnTo>
                  <a:pt x="76349" y="82153"/>
                </a:lnTo>
                <a:close/>
                <a:moveTo>
                  <a:pt x="63401" y="8930"/>
                </a:moveTo>
                <a:cubicBezTo>
                  <a:pt x="69652" y="8930"/>
                  <a:pt x="72777" y="12948"/>
                  <a:pt x="72777" y="18306"/>
                </a:cubicBezTo>
                <a:cubicBezTo>
                  <a:pt x="72777" y="39291"/>
                  <a:pt x="44202" y="52685"/>
                  <a:pt x="28575" y="57596"/>
                </a:cubicBezTo>
                <a:cubicBezTo>
                  <a:pt x="31254" y="43309"/>
                  <a:pt x="45095" y="8930"/>
                  <a:pt x="63401" y="8930"/>
                </a:cubicBezTo>
                <a:close/>
                <a:moveTo>
                  <a:pt x="63401" y="893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B0112D-8A56-43C5-A3D1-DAEE8BF2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3989" y="4989285"/>
            <a:ext cx="91976" cy="110728"/>
          </a:xfrm>
          <a:custGeom xmlns:a="http://schemas.openxmlformats.org/drawingml/2006/main">
            <a:pathLst>
              <a:path w="91976" h="110728">
                <a:moveTo>
                  <a:pt x="87957" y="82600"/>
                </a:moveTo>
                <a:cubicBezTo>
                  <a:pt x="82600" y="88850"/>
                  <a:pt x="76795" y="95548"/>
                  <a:pt x="63847" y="95548"/>
                </a:cubicBezTo>
                <a:cubicBezTo>
                  <a:pt x="45988" y="95548"/>
                  <a:pt x="32147" y="77242"/>
                  <a:pt x="32147" y="45095"/>
                </a:cubicBezTo>
                <a:cubicBezTo>
                  <a:pt x="32147" y="34826"/>
                  <a:pt x="33486" y="7144"/>
                  <a:pt x="51346" y="7144"/>
                </a:cubicBezTo>
                <a:cubicBezTo>
                  <a:pt x="54918" y="7144"/>
                  <a:pt x="60722" y="8930"/>
                  <a:pt x="60722" y="15627"/>
                </a:cubicBezTo>
                <a:cubicBezTo>
                  <a:pt x="60722" y="28129"/>
                  <a:pt x="60722" y="39291"/>
                  <a:pt x="73223" y="39291"/>
                </a:cubicBezTo>
                <a:cubicBezTo>
                  <a:pt x="75456" y="39291"/>
                  <a:pt x="88850" y="39291"/>
                  <a:pt x="88850" y="24557"/>
                </a:cubicBezTo>
                <a:cubicBezTo>
                  <a:pt x="88850" y="8483"/>
                  <a:pt x="69652" y="0"/>
                  <a:pt x="53578" y="0"/>
                </a:cubicBezTo>
                <a:cubicBezTo>
                  <a:pt x="32147" y="0"/>
                  <a:pt x="0" y="13841"/>
                  <a:pt x="0" y="58489"/>
                </a:cubicBezTo>
                <a:cubicBezTo>
                  <a:pt x="0" y="86618"/>
                  <a:pt x="19645" y="110728"/>
                  <a:pt x="48667" y="110728"/>
                </a:cubicBezTo>
                <a:cubicBezTo>
                  <a:pt x="66526" y="110728"/>
                  <a:pt x="81707" y="101798"/>
                  <a:pt x="91976" y="87064"/>
                </a:cubicBezTo>
                <a:lnTo>
                  <a:pt x="87957" y="82600"/>
                </a:lnTo>
                <a:close/>
                <a:moveTo>
                  <a:pt x="87957" y="8260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1767F-C8B3-405F-A3B9-ECD83A008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8600" y="4938386"/>
            <a:ext cx="77688" cy="205383"/>
          </a:xfrm>
          <a:custGeom xmlns:a="http://schemas.openxmlformats.org/drawingml/2006/main">
            <a:pathLst>
              <a:path w="77688" h="205383">
                <a:moveTo>
                  <a:pt x="37505" y="3572"/>
                </a:moveTo>
                <a:cubicBezTo>
                  <a:pt x="47327" y="20985"/>
                  <a:pt x="54918" y="46434"/>
                  <a:pt x="54918" y="66080"/>
                </a:cubicBezTo>
                <a:cubicBezTo>
                  <a:pt x="54918" y="124569"/>
                  <a:pt x="42862" y="170111"/>
                  <a:pt x="0" y="200918"/>
                </a:cubicBezTo>
                <a:lnTo>
                  <a:pt x="3572" y="205383"/>
                </a:lnTo>
                <a:cubicBezTo>
                  <a:pt x="53132" y="180826"/>
                  <a:pt x="77688" y="138857"/>
                  <a:pt x="77688" y="88850"/>
                </a:cubicBezTo>
                <a:cubicBezTo>
                  <a:pt x="77688" y="60275"/>
                  <a:pt x="62061" y="21431"/>
                  <a:pt x="41523" y="0"/>
                </a:cubicBezTo>
                <a:lnTo>
                  <a:pt x="37505" y="3572"/>
                </a:lnTo>
                <a:close/>
                <a:moveTo>
                  <a:pt x="37505" y="357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34259-C3C4-4052-BEF4-5CFC8391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7735" y="913842"/>
            <a:ext cx="136959" cy="154818"/>
          </a:xfrm>
          <a:custGeom xmlns:a="http://schemas.openxmlformats.org/drawingml/2006/main">
            <a:pathLst>
              <a:path w="136959" h="154818">
                <a:moveTo>
                  <a:pt x="76014" y="17636"/>
                </a:moveTo>
                <a:cubicBezTo>
                  <a:pt x="78023" y="9488"/>
                  <a:pt x="78693" y="6920"/>
                  <a:pt x="100012" y="6920"/>
                </a:cubicBezTo>
                <a:cubicBezTo>
                  <a:pt x="106821" y="6920"/>
                  <a:pt x="108607" y="6920"/>
                  <a:pt x="108607" y="2679"/>
                </a:cubicBezTo>
                <a:cubicBezTo>
                  <a:pt x="108607" y="0"/>
                  <a:pt x="106152" y="0"/>
                  <a:pt x="104924" y="0"/>
                </a:cubicBezTo>
                <a:cubicBezTo>
                  <a:pt x="97557" y="0"/>
                  <a:pt x="78916" y="670"/>
                  <a:pt x="71438" y="670"/>
                </a:cubicBezTo>
                <a:cubicBezTo>
                  <a:pt x="64629" y="670"/>
                  <a:pt x="48109" y="0"/>
                  <a:pt x="41300" y="0"/>
                </a:cubicBezTo>
                <a:cubicBezTo>
                  <a:pt x="39737" y="0"/>
                  <a:pt x="36947" y="0"/>
                  <a:pt x="36947" y="4465"/>
                </a:cubicBezTo>
                <a:cubicBezTo>
                  <a:pt x="36947" y="6920"/>
                  <a:pt x="38956" y="6920"/>
                  <a:pt x="43309" y="6920"/>
                </a:cubicBezTo>
                <a:cubicBezTo>
                  <a:pt x="43755" y="6920"/>
                  <a:pt x="48109" y="6920"/>
                  <a:pt x="51904" y="7367"/>
                </a:cubicBezTo>
                <a:cubicBezTo>
                  <a:pt x="56034" y="7925"/>
                  <a:pt x="58043" y="8148"/>
                  <a:pt x="58043" y="11050"/>
                </a:cubicBezTo>
                <a:cubicBezTo>
                  <a:pt x="58043" y="11943"/>
                  <a:pt x="57820" y="12613"/>
                  <a:pt x="57150" y="15404"/>
                </a:cubicBezTo>
                <a:lnTo>
                  <a:pt x="26789" y="137182"/>
                </a:lnTo>
                <a:cubicBezTo>
                  <a:pt x="24445" y="146000"/>
                  <a:pt x="23999" y="147786"/>
                  <a:pt x="6139" y="147786"/>
                </a:cubicBezTo>
                <a:cubicBezTo>
                  <a:pt x="2232" y="147786"/>
                  <a:pt x="0" y="147786"/>
                  <a:pt x="0" y="152363"/>
                </a:cubicBezTo>
                <a:cubicBezTo>
                  <a:pt x="0" y="154818"/>
                  <a:pt x="2009" y="154818"/>
                  <a:pt x="6139" y="154818"/>
                </a:cubicBezTo>
                <a:lnTo>
                  <a:pt x="111175" y="154818"/>
                </a:lnTo>
                <a:cubicBezTo>
                  <a:pt x="116532" y="154818"/>
                  <a:pt x="116756" y="154818"/>
                  <a:pt x="118207" y="151023"/>
                </a:cubicBezTo>
                <a:lnTo>
                  <a:pt x="136066" y="102022"/>
                </a:lnTo>
                <a:cubicBezTo>
                  <a:pt x="136959" y="99454"/>
                  <a:pt x="136959" y="99120"/>
                  <a:pt x="136959" y="98896"/>
                </a:cubicBezTo>
                <a:cubicBezTo>
                  <a:pt x="136959" y="97892"/>
                  <a:pt x="136289" y="96329"/>
                  <a:pt x="134280" y="96329"/>
                </a:cubicBezTo>
                <a:cubicBezTo>
                  <a:pt x="132271" y="96329"/>
                  <a:pt x="132048" y="97445"/>
                  <a:pt x="130373" y="101129"/>
                </a:cubicBezTo>
                <a:cubicBezTo>
                  <a:pt x="122672" y="122002"/>
                  <a:pt x="112737" y="147786"/>
                  <a:pt x="73447" y="147786"/>
                </a:cubicBezTo>
                <a:lnTo>
                  <a:pt x="52127" y="147786"/>
                </a:lnTo>
                <a:cubicBezTo>
                  <a:pt x="49002" y="147786"/>
                  <a:pt x="48555" y="147786"/>
                  <a:pt x="47104" y="147563"/>
                </a:cubicBezTo>
                <a:cubicBezTo>
                  <a:pt x="44872" y="147340"/>
                  <a:pt x="44202" y="147117"/>
                  <a:pt x="44202" y="145331"/>
                </a:cubicBezTo>
                <a:cubicBezTo>
                  <a:pt x="44202" y="144661"/>
                  <a:pt x="44202" y="144214"/>
                  <a:pt x="45318" y="140084"/>
                </a:cubicBezTo>
                <a:lnTo>
                  <a:pt x="76014" y="17636"/>
                </a:ln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DC2A3-294B-4336-BC7C-73F458BC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5187" y="994321"/>
            <a:ext cx="37616" cy="108496"/>
          </a:xfrm>
          <a:custGeom xmlns:a="http://schemas.openxmlformats.org/drawingml/2006/main">
            <a:pathLst>
              <a:path w="37616" h="108496">
                <a:moveTo>
                  <a:pt x="25226" y="35495"/>
                </a:moveTo>
                <a:lnTo>
                  <a:pt x="558" y="44202"/>
                </a:lnTo>
                <a:lnTo>
                  <a:pt x="558" y="46546"/>
                </a:lnTo>
                <a:lnTo>
                  <a:pt x="1898" y="46434"/>
                </a:lnTo>
                <a:cubicBezTo>
                  <a:pt x="3795" y="46100"/>
                  <a:pt x="5804" y="45988"/>
                  <a:pt x="7255" y="45988"/>
                </a:cubicBezTo>
                <a:cubicBezTo>
                  <a:pt x="11162" y="45988"/>
                  <a:pt x="12502" y="48444"/>
                  <a:pt x="12502" y="55476"/>
                </a:cubicBezTo>
                <a:lnTo>
                  <a:pt x="12502" y="92311"/>
                </a:lnTo>
                <a:cubicBezTo>
                  <a:pt x="12502" y="103808"/>
                  <a:pt x="10939" y="105482"/>
                  <a:pt x="0" y="106152"/>
                </a:cubicBezTo>
                <a:lnTo>
                  <a:pt x="0" y="108496"/>
                </a:lnTo>
                <a:lnTo>
                  <a:pt x="37616" y="108496"/>
                </a:lnTo>
                <a:lnTo>
                  <a:pt x="37616" y="106152"/>
                </a:lnTo>
                <a:cubicBezTo>
                  <a:pt x="27124" y="105370"/>
                  <a:pt x="25896" y="103808"/>
                  <a:pt x="25896" y="92311"/>
                </a:cubicBezTo>
                <a:lnTo>
                  <a:pt x="25896" y="35942"/>
                </a:lnTo>
                <a:lnTo>
                  <a:pt x="25226" y="35495"/>
                </a:lnTo>
                <a:close/>
                <a:moveTo>
                  <a:pt x="17748" y="0"/>
                </a:moveTo>
                <a:cubicBezTo>
                  <a:pt x="13506" y="0"/>
                  <a:pt x="9823" y="3683"/>
                  <a:pt x="9823" y="8148"/>
                </a:cubicBezTo>
                <a:cubicBezTo>
                  <a:pt x="9823" y="12613"/>
                  <a:pt x="13283" y="16297"/>
                  <a:pt x="17748" y="16297"/>
                </a:cubicBezTo>
                <a:cubicBezTo>
                  <a:pt x="22436" y="16297"/>
                  <a:pt x="26008" y="12725"/>
                  <a:pt x="26008" y="8148"/>
                </a:cubicBezTo>
                <a:cubicBezTo>
                  <a:pt x="26008" y="3683"/>
                  <a:pt x="22436" y="0"/>
                  <a:pt x="17748" y="0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4FD9F-BDB8-4D8C-89A4-B3EDC78D2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192" y="898661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224470"/>
                </a:moveTo>
                <a:cubicBezTo>
                  <a:pt x="52574" y="223800"/>
                  <a:pt x="52574" y="223354"/>
                  <a:pt x="48778" y="219447"/>
                </a:cubicBezTo>
                <a:cubicBezTo>
                  <a:pt x="20427" y="190872"/>
                  <a:pt x="13171" y="148010"/>
                  <a:pt x="13171" y="113407"/>
                </a:cubicBezTo>
                <a:cubicBezTo>
                  <a:pt x="13171" y="73893"/>
                  <a:pt x="21766" y="34379"/>
                  <a:pt x="49671" y="6028"/>
                </a:cubicBezTo>
                <a:cubicBezTo>
                  <a:pt x="52574" y="3349"/>
                  <a:pt x="52574" y="2902"/>
                  <a:pt x="52574" y="2232"/>
                </a:cubicBezTo>
                <a:cubicBezTo>
                  <a:pt x="52574" y="670"/>
                  <a:pt x="51681" y="0"/>
                  <a:pt x="50341" y="0"/>
                </a:cubicBezTo>
                <a:cubicBezTo>
                  <a:pt x="48109" y="0"/>
                  <a:pt x="27682" y="15292"/>
                  <a:pt x="14288" y="44202"/>
                </a:cubicBezTo>
                <a:cubicBezTo>
                  <a:pt x="2679" y="69093"/>
                  <a:pt x="0" y="94320"/>
                  <a:pt x="0" y="113407"/>
                </a:cubicBezTo>
                <a:cubicBezTo>
                  <a:pt x="0" y="131043"/>
                  <a:pt x="2456" y="158502"/>
                  <a:pt x="14957" y="184063"/>
                </a:cubicBezTo>
                <a:cubicBezTo>
                  <a:pt x="28575" y="211968"/>
                  <a:pt x="48109" y="226702"/>
                  <a:pt x="50341" y="226702"/>
                </a:cubicBezTo>
                <a:cubicBezTo>
                  <a:pt x="51681" y="226702"/>
                  <a:pt x="52574" y="226033"/>
                  <a:pt x="52574" y="224470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3EA9C-B858-4F28-B663-CD54FB7B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2303" y="965969"/>
            <a:ext cx="115639" cy="104142"/>
          </a:xfrm>
          <a:custGeom xmlns:a="http://schemas.openxmlformats.org/drawingml/2006/main">
            <a:pathLst>
              <a:path w="115639" h="104142">
                <a:moveTo>
                  <a:pt x="115639" y="53243"/>
                </a:moveTo>
                <a:cubicBezTo>
                  <a:pt x="115639" y="22882"/>
                  <a:pt x="94766" y="0"/>
                  <a:pt x="57820" y="0"/>
                </a:cubicBezTo>
                <a:cubicBezTo>
                  <a:pt x="20538" y="0"/>
                  <a:pt x="0" y="23106"/>
                  <a:pt x="0" y="53243"/>
                </a:cubicBezTo>
                <a:cubicBezTo>
                  <a:pt x="0" y="81372"/>
                  <a:pt x="19869" y="104142"/>
                  <a:pt x="57820" y="104142"/>
                </a:cubicBezTo>
                <a:cubicBezTo>
                  <a:pt x="95882" y="104142"/>
                  <a:pt x="115639" y="81149"/>
                  <a:pt x="115639" y="53243"/>
                </a:cubicBezTo>
                <a:close/>
                <a:moveTo>
                  <a:pt x="57820" y="94990"/>
                </a:moveTo>
                <a:cubicBezTo>
                  <a:pt x="29021" y="94990"/>
                  <a:pt x="29021" y="70545"/>
                  <a:pt x="29021" y="50788"/>
                </a:cubicBezTo>
                <a:cubicBezTo>
                  <a:pt x="29021" y="40518"/>
                  <a:pt x="29021" y="29021"/>
                  <a:pt x="32817" y="21320"/>
                </a:cubicBezTo>
                <a:cubicBezTo>
                  <a:pt x="37170" y="12948"/>
                  <a:pt x="46658" y="8148"/>
                  <a:pt x="57820" y="8148"/>
                </a:cubicBezTo>
                <a:cubicBezTo>
                  <a:pt x="67307" y="8148"/>
                  <a:pt x="76795" y="11832"/>
                  <a:pt x="81818" y="19757"/>
                </a:cubicBezTo>
                <a:cubicBezTo>
                  <a:pt x="86618" y="27459"/>
                  <a:pt x="86618" y="39960"/>
                  <a:pt x="86618" y="50788"/>
                </a:cubicBezTo>
                <a:cubicBezTo>
                  <a:pt x="86618" y="70545"/>
                  <a:pt x="86618" y="94990"/>
                  <a:pt x="57820" y="94990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C8BBF-2C01-455E-B1EF-38212353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85402" y="1044662"/>
            <a:ext cx="26566" cy="67866"/>
          </a:xfrm>
          <a:custGeom xmlns:a="http://schemas.openxmlformats.org/drawingml/2006/main">
            <a:pathLst>
              <a:path w="26566" h="67866">
                <a:moveTo>
                  <a:pt x="26566" y="23775"/>
                </a:moveTo>
                <a:cubicBezTo>
                  <a:pt x="26566" y="8818"/>
                  <a:pt x="20873" y="0"/>
                  <a:pt x="12055" y="0"/>
                </a:cubicBezTo>
                <a:cubicBezTo>
                  <a:pt x="4576" y="0"/>
                  <a:pt x="0" y="5693"/>
                  <a:pt x="0" y="12055"/>
                </a:cubicBezTo>
                <a:cubicBezTo>
                  <a:pt x="0" y="18083"/>
                  <a:pt x="4576" y="23999"/>
                  <a:pt x="12055" y="23999"/>
                </a:cubicBezTo>
                <a:cubicBezTo>
                  <a:pt x="14846" y="23999"/>
                  <a:pt x="17748" y="23106"/>
                  <a:pt x="19980" y="21096"/>
                </a:cubicBezTo>
                <a:cubicBezTo>
                  <a:pt x="20650" y="20650"/>
                  <a:pt x="20873" y="20427"/>
                  <a:pt x="21208" y="20427"/>
                </a:cubicBezTo>
                <a:cubicBezTo>
                  <a:pt x="21431" y="20427"/>
                  <a:pt x="21654" y="20650"/>
                  <a:pt x="21654" y="23775"/>
                </a:cubicBezTo>
                <a:cubicBezTo>
                  <a:pt x="21654" y="40518"/>
                  <a:pt x="13618" y="54248"/>
                  <a:pt x="6139" y="61615"/>
                </a:cubicBezTo>
                <a:cubicBezTo>
                  <a:pt x="3683" y="64182"/>
                  <a:pt x="3683" y="64629"/>
                  <a:pt x="3683" y="65298"/>
                </a:cubicBezTo>
                <a:cubicBezTo>
                  <a:pt x="3683" y="66861"/>
                  <a:pt x="4800" y="67866"/>
                  <a:pt x="5916" y="67866"/>
                </a:cubicBezTo>
                <a:cubicBezTo>
                  <a:pt x="8483" y="67866"/>
                  <a:pt x="26566" y="50341"/>
                  <a:pt x="26566" y="23775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35F6B8-11E4-4F20-8C01-7716D946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3471" y="965969"/>
            <a:ext cx="151916" cy="104589"/>
          </a:xfrm>
          <a:custGeom xmlns:a="http://schemas.openxmlformats.org/drawingml/2006/main">
            <a:pathLst>
              <a:path w="151916" h="104589">
                <a:moveTo>
                  <a:pt x="77019" y="70991"/>
                </a:moveTo>
                <a:cubicBezTo>
                  <a:pt x="82711" y="60499"/>
                  <a:pt x="85948" y="49448"/>
                  <a:pt x="85948" y="45541"/>
                </a:cubicBezTo>
                <a:cubicBezTo>
                  <a:pt x="85948" y="40518"/>
                  <a:pt x="83158" y="35607"/>
                  <a:pt x="77353" y="35607"/>
                </a:cubicBezTo>
                <a:cubicBezTo>
                  <a:pt x="63178" y="35607"/>
                  <a:pt x="61615" y="59606"/>
                  <a:pt x="61392" y="65745"/>
                </a:cubicBezTo>
                <a:cubicBezTo>
                  <a:pt x="61280" y="69205"/>
                  <a:pt x="61057" y="69428"/>
                  <a:pt x="60722" y="69652"/>
                </a:cubicBezTo>
                <a:cubicBezTo>
                  <a:pt x="57373" y="73000"/>
                  <a:pt x="47551" y="79586"/>
                  <a:pt x="35607" y="79586"/>
                </a:cubicBezTo>
                <a:cubicBezTo>
                  <a:pt x="20650" y="79586"/>
                  <a:pt x="11943" y="69875"/>
                  <a:pt x="11943" y="57150"/>
                </a:cubicBezTo>
                <a:cubicBezTo>
                  <a:pt x="11943" y="50118"/>
                  <a:pt x="16073" y="33151"/>
                  <a:pt x="31700" y="11832"/>
                </a:cubicBezTo>
                <a:cubicBezTo>
                  <a:pt x="33710" y="9265"/>
                  <a:pt x="34268" y="8595"/>
                  <a:pt x="34268" y="6809"/>
                </a:cubicBezTo>
                <a:cubicBezTo>
                  <a:pt x="34268" y="4018"/>
                  <a:pt x="31924" y="2009"/>
                  <a:pt x="29468" y="2009"/>
                </a:cubicBezTo>
                <a:cubicBezTo>
                  <a:pt x="27236" y="2009"/>
                  <a:pt x="25784" y="3349"/>
                  <a:pt x="25561" y="3349"/>
                </a:cubicBezTo>
                <a:cubicBezTo>
                  <a:pt x="24445" y="4576"/>
                  <a:pt x="0" y="34268"/>
                  <a:pt x="0" y="66638"/>
                </a:cubicBezTo>
                <a:cubicBezTo>
                  <a:pt x="0" y="89520"/>
                  <a:pt x="11497" y="104589"/>
                  <a:pt x="30807" y="104589"/>
                </a:cubicBezTo>
                <a:cubicBezTo>
                  <a:pt x="46881" y="104589"/>
                  <a:pt x="59606" y="93650"/>
                  <a:pt x="64629" y="88181"/>
                </a:cubicBezTo>
                <a:cubicBezTo>
                  <a:pt x="67531" y="94990"/>
                  <a:pt x="74116" y="104589"/>
                  <a:pt x="89074" y="104589"/>
                </a:cubicBezTo>
                <a:cubicBezTo>
                  <a:pt x="108607" y="104589"/>
                  <a:pt x="126132" y="90301"/>
                  <a:pt x="136066" y="74898"/>
                </a:cubicBezTo>
                <a:cubicBezTo>
                  <a:pt x="149907" y="53243"/>
                  <a:pt x="151916" y="24222"/>
                  <a:pt x="151916" y="21096"/>
                </a:cubicBezTo>
                <a:cubicBezTo>
                  <a:pt x="151916" y="3572"/>
                  <a:pt x="141424" y="0"/>
                  <a:pt x="136736" y="0"/>
                </a:cubicBezTo>
                <a:cubicBezTo>
                  <a:pt x="128141" y="0"/>
                  <a:pt x="119546" y="9041"/>
                  <a:pt x="119546" y="17190"/>
                </a:cubicBezTo>
                <a:cubicBezTo>
                  <a:pt x="119546" y="23106"/>
                  <a:pt x="123788" y="25896"/>
                  <a:pt x="126132" y="27682"/>
                </a:cubicBezTo>
                <a:cubicBezTo>
                  <a:pt x="131936" y="31477"/>
                  <a:pt x="136959" y="36947"/>
                  <a:pt x="136959" y="44202"/>
                </a:cubicBezTo>
                <a:cubicBezTo>
                  <a:pt x="136959" y="59159"/>
                  <a:pt x="117425" y="79586"/>
                  <a:pt x="93873" y="79586"/>
                </a:cubicBezTo>
                <a:cubicBezTo>
                  <a:pt x="87288" y="79586"/>
                  <a:pt x="81149" y="77800"/>
                  <a:pt x="77019" y="70991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B44C4D-4800-44F2-A048-364208529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5321" y="1029816"/>
            <a:ext cx="70098" cy="74675"/>
          </a:xfrm>
          <a:custGeom xmlns:a="http://schemas.openxmlformats.org/drawingml/2006/main">
            <a:pathLst>
              <a:path w="70098" h="74675">
                <a:moveTo>
                  <a:pt x="35161" y="0"/>
                </a:moveTo>
                <a:cubicBezTo>
                  <a:pt x="14511" y="0"/>
                  <a:pt x="0" y="15180"/>
                  <a:pt x="0" y="37170"/>
                </a:cubicBezTo>
                <a:cubicBezTo>
                  <a:pt x="0" y="58601"/>
                  <a:pt x="14846" y="74675"/>
                  <a:pt x="34826" y="74675"/>
                </a:cubicBezTo>
                <a:cubicBezTo>
                  <a:pt x="54806" y="74675"/>
                  <a:pt x="70098" y="57820"/>
                  <a:pt x="70098" y="35830"/>
                </a:cubicBezTo>
                <a:cubicBezTo>
                  <a:pt x="70098" y="15069"/>
                  <a:pt x="55476" y="0"/>
                  <a:pt x="35161" y="0"/>
                </a:cubicBezTo>
                <a:close/>
                <a:moveTo>
                  <a:pt x="33040" y="4465"/>
                </a:moveTo>
                <a:cubicBezTo>
                  <a:pt x="46434" y="4465"/>
                  <a:pt x="55811" y="19645"/>
                  <a:pt x="55811" y="41411"/>
                </a:cubicBezTo>
                <a:cubicBezTo>
                  <a:pt x="55811" y="59382"/>
                  <a:pt x="48667" y="70210"/>
                  <a:pt x="36723" y="70210"/>
                </a:cubicBezTo>
                <a:cubicBezTo>
                  <a:pt x="30473" y="70210"/>
                  <a:pt x="24668" y="66415"/>
                  <a:pt x="21320" y="60052"/>
                </a:cubicBezTo>
                <a:cubicBezTo>
                  <a:pt x="16855" y="51792"/>
                  <a:pt x="14288" y="40630"/>
                  <a:pt x="14288" y="29356"/>
                </a:cubicBezTo>
                <a:cubicBezTo>
                  <a:pt x="14288" y="14288"/>
                  <a:pt x="21766" y="4465"/>
                  <a:pt x="33040" y="4465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C88949-37FE-4861-AD76-B36BA245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1361" y="1044662"/>
            <a:ext cx="26566" cy="67866"/>
          </a:xfrm>
          <a:custGeom xmlns:a="http://schemas.openxmlformats.org/drawingml/2006/main">
            <a:pathLst>
              <a:path w="26566" h="67866">
                <a:moveTo>
                  <a:pt x="26566" y="23775"/>
                </a:moveTo>
                <a:cubicBezTo>
                  <a:pt x="26566" y="8818"/>
                  <a:pt x="20873" y="0"/>
                  <a:pt x="12055" y="0"/>
                </a:cubicBezTo>
                <a:cubicBezTo>
                  <a:pt x="4576" y="0"/>
                  <a:pt x="0" y="5693"/>
                  <a:pt x="0" y="12055"/>
                </a:cubicBezTo>
                <a:cubicBezTo>
                  <a:pt x="0" y="18083"/>
                  <a:pt x="4576" y="23999"/>
                  <a:pt x="12055" y="23999"/>
                </a:cubicBezTo>
                <a:cubicBezTo>
                  <a:pt x="14734" y="23999"/>
                  <a:pt x="17636" y="23106"/>
                  <a:pt x="19980" y="21096"/>
                </a:cubicBezTo>
                <a:cubicBezTo>
                  <a:pt x="20650" y="20650"/>
                  <a:pt x="20873" y="20427"/>
                  <a:pt x="21096" y="20427"/>
                </a:cubicBezTo>
                <a:cubicBezTo>
                  <a:pt x="21320" y="20427"/>
                  <a:pt x="21543" y="20650"/>
                  <a:pt x="21543" y="23775"/>
                </a:cubicBezTo>
                <a:cubicBezTo>
                  <a:pt x="21543" y="40518"/>
                  <a:pt x="13618" y="54248"/>
                  <a:pt x="6139" y="61615"/>
                </a:cubicBezTo>
                <a:cubicBezTo>
                  <a:pt x="3572" y="64182"/>
                  <a:pt x="3572" y="64629"/>
                  <a:pt x="3572" y="65298"/>
                </a:cubicBezTo>
                <a:cubicBezTo>
                  <a:pt x="3572" y="66861"/>
                  <a:pt x="4800" y="67866"/>
                  <a:pt x="5916" y="67866"/>
                </a:cubicBezTo>
                <a:cubicBezTo>
                  <a:pt x="8372" y="67866"/>
                  <a:pt x="26566" y="50341"/>
                  <a:pt x="26566" y="23775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2BD2C9-836D-411C-8E19-641F6D2D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7644" y="970992"/>
            <a:ext cx="109724" cy="100459"/>
          </a:xfrm>
          <a:custGeom xmlns:a="http://schemas.openxmlformats.org/drawingml/2006/main">
            <a:pathLst>
              <a:path w="109724" h="100459">
                <a:moveTo>
                  <a:pt x="60499" y="13060"/>
                </a:moveTo>
                <a:lnTo>
                  <a:pt x="98673" y="13060"/>
                </a:lnTo>
                <a:cubicBezTo>
                  <a:pt x="101575" y="13060"/>
                  <a:pt x="109724" y="13060"/>
                  <a:pt x="109724" y="5358"/>
                </a:cubicBezTo>
                <a:cubicBezTo>
                  <a:pt x="109724" y="0"/>
                  <a:pt x="105035" y="0"/>
                  <a:pt x="100682" y="0"/>
                </a:cubicBezTo>
                <a:lnTo>
                  <a:pt x="37170" y="0"/>
                </a:lnTo>
                <a:cubicBezTo>
                  <a:pt x="32593" y="0"/>
                  <a:pt x="23775" y="0"/>
                  <a:pt x="13841" y="10604"/>
                </a:cubicBezTo>
                <a:cubicBezTo>
                  <a:pt x="6251" y="18752"/>
                  <a:pt x="0" y="29691"/>
                  <a:pt x="0" y="31031"/>
                </a:cubicBezTo>
                <a:cubicBezTo>
                  <a:pt x="0" y="31254"/>
                  <a:pt x="0" y="33263"/>
                  <a:pt x="2679" y="33263"/>
                </a:cubicBezTo>
                <a:cubicBezTo>
                  <a:pt x="4576" y="33263"/>
                  <a:pt x="5023" y="32370"/>
                  <a:pt x="6251" y="30584"/>
                </a:cubicBezTo>
                <a:cubicBezTo>
                  <a:pt x="17413" y="13060"/>
                  <a:pt x="30361" y="13060"/>
                  <a:pt x="35161" y="13060"/>
                </a:cubicBezTo>
                <a:lnTo>
                  <a:pt x="53913" y="13060"/>
                </a:lnTo>
                <a:lnTo>
                  <a:pt x="31700" y="85948"/>
                </a:lnTo>
                <a:cubicBezTo>
                  <a:pt x="30807" y="88627"/>
                  <a:pt x="29468" y="93427"/>
                  <a:pt x="29468" y="94320"/>
                </a:cubicBezTo>
                <a:cubicBezTo>
                  <a:pt x="29468" y="96775"/>
                  <a:pt x="31031" y="100459"/>
                  <a:pt x="36054" y="100459"/>
                </a:cubicBezTo>
                <a:cubicBezTo>
                  <a:pt x="43532" y="100459"/>
                  <a:pt x="44648" y="94097"/>
                  <a:pt x="45318" y="90636"/>
                </a:cubicBezTo>
                <a:lnTo>
                  <a:pt x="60499" y="13060"/>
                </a:ln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64414E-F4AD-4D34-BE4A-6EE9EB47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9692" y="898661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113407"/>
                </a:moveTo>
                <a:cubicBezTo>
                  <a:pt x="52574" y="95659"/>
                  <a:pt x="50118" y="68200"/>
                  <a:pt x="37728" y="42639"/>
                </a:cubicBezTo>
                <a:cubicBezTo>
                  <a:pt x="23999" y="14734"/>
                  <a:pt x="4576" y="0"/>
                  <a:pt x="2344" y="0"/>
                </a:cubicBezTo>
                <a:cubicBezTo>
                  <a:pt x="893" y="0"/>
                  <a:pt x="0" y="893"/>
                  <a:pt x="0" y="2232"/>
                </a:cubicBezTo>
                <a:cubicBezTo>
                  <a:pt x="0" y="2902"/>
                  <a:pt x="0" y="3349"/>
                  <a:pt x="4353" y="7479"/>
                </a:cubicBezTo>
                <a:cubicBezTo>
                  <a:pt x="26566" y="29914"/>
                  <a:pt x="39514" y="65968"/>
                  <a:pt x="39514" y="113407"/>
                </a:cubicBezTo>
                <a:cubicBezTo>
                  <a:pt x="39514" y="152140"/>
                  <a:pt x="31031" y="192100"/>
                  <a:pt x="3014" y="220675"/>
                </a:cubicBezTo>
                <a:cubicBezTo>
                  <a:pt x="0" y="223354"/>
                  <a:pt x="0" y="223800"/>
                  <a:pt x="0" y="224470"/>
                </a:cubicBezTo>
                <a:cubicBezTo>
                  <a:pt x="0" y="225809"/>
                  <a:pt x="893" y="226702"/>
                  <a:pt x="2344" y="226702"/>
                </a:cubicBezTo>
                <a:cubicBezTo>
                  <a:pt x="4576" y="226702"/>
                  <a:pt x="25003" y="211299"/>
                  <a:pt x="38286" y="182500"/>
                </a:cubicBezTo>
                <a:cubicBezTo>
                  <a:pt x="49895" y="157609"/>
                  <a:pt x="52574" y="132383"/>
                  <a:pt x="52574" y="113407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C041E5-F568-4BE7-A237-B47523EB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9405" y="1470943"/>
            <a:ext cx="137071" cy="154930"/>
          </a:xfrm>
          <a:custGeom xmlns:a="http://schemas.openxmlformats.org/drawingml/2006/main">
            <a:pathLst>
              <a:path w="137071" h="154930">
                <a:moveTo>
                  <a:pt x="76014" y="17748"/>
                </a:moveTo>
                <a:cubicBezTo>
                  <a:pt x="78135" y="9488"/>
                  <a:pt x="78693" y="7032"/>
                  <a:pt x="100012" y="7032"/>
                </a:cubicBezTo>
                <a:cubicBezTo>
                  <a:pt x="106821" y="7032"/>
                  <a:pt x="108719" y="7032"/>
                  <a:pt x="108719" y="2679"/>
                </a:cubicBezTo>
                <a:cubicBezTo>
                  <a:pt x="108719" y="0"/>
                  <a:pt x="106152" y="0"/>
                  <a:pt x="105035" y="0"/>
                </a:cubicBezTo>
                <a:cubicBezTo>
                  <a:pt x="97557" y="0"/>
                  <a:pt x="78916" y="670"/>
                  <a:pt x="71438" y="670"/>
                </a:cubicBezTo>
                <a:cubicBezTo>
                  <a:pt x="64629" y="670"/>
                  <a:pt x="48109" y="0"/>
                  <a:pt x="41300" y="0"/>
                </a:cubicBezTo>
                <a:cubicBezTo>
                  <a:pt x="39737" y="0"/>
                  <a:pt x="36947" y="0"/>
                  <a:pt x="36947" y="4465"/>
                </a:cubicBezTo>
                <a:cubicBezTo>
                  <a:pt x="36947" y="7032"/>
                  <a:pt x="39067" y="7032"/>
                  <a:pt x="43421" y="7032"/>
                </a:cubicBezTo>
                <a:cubicBezTo>
                  <a:pt x="43755" y="7032"/>
                  <a:pt x="48109" y="7032"/>
                  <a:pt x="51904" y="7479"/>
                </a:cubicBezTo>
                <a:cubicBezTo>
                  <a:pt x="56034" y="7925"/>
                  <a:pt x="58043" y="8148"/>
                  <a:pt x="58043" y="11050"/>
                </a:cubicBezTo>
                <a:cubicBezTo>
                  <a:pt x="58043" y="12055"/>
                  <a:pt x="57820" y="12725"/>
                  <a:pt x="57262" y="15404"/>
                </a:cubicBezTo>
                <a:lnTo>
                  <a:pt x="26789" y="137182"/>
                </a:lnTo>
                <a:cubicBezTo>
                  <a:pt x="24445" y="146000"/>
                  <a:pt x="24110" y="147898"/>
                  <a:pt x="6139" y="147898"/>
                </a:cubicBezTo>
                <a:cubicBezTo>
                  <a:pt x="2344" y="147898"/>
                  <a:pt x="0" y="147898"/>
                  <a:pt x="0" y="152363"/>
                </a:cubicBezTo>
                <a:cubicBezTo>
                  <a:pt x="0" y="154930"/>
                  <a:pt x="2121" y="154930"/>
                  <a:pt x="6139" y="154930"/>
                </a:cubicBezTo>
                <a:lnTo>
                  <a:pt x="111175" y="154930"/>
                </a:lnTo>
                <a:cubicBezTo>
                  <a:pt x="116644" y="154930"/>
                  <a:pt x="116756" y="154930"/>
                  <a:pt x="118207" y="151023"/>
                </a:cubicBezTo>
                <a:lnTo>
                  <a:pt x="136178" y="102022"/>
                </a:lnTo>
                <a:cubicBezTo>
                  <a:pt x="137071" y="99566"/>
                  <a:pt x="137071" y="99120"/>
                  <a:pt x="137071" y="98896"/>
                </a:cubicBezTo>
                <a:cubicBezTo>
                  <a:pt x="137071" y="97892"/>
                  <a:pt x="136289" y="96441"/>
                  <a:pt x="134280" y="96441"/>
                </a:cubicBezTo>
                <a:cubicBezTo>
                  <a:pt x="132271" y="96441"/>
                  <a:pt x="132048" y="97557"/>
                  <a:pt x="130485" y="101129"/>
                </a:cubicBezTo>
                <a:cubicBezTo>
                  <a:pt x="122672" y="122002"/>
                  <a:pt x="112737" y="147898"/>
                  <a:pt x="73558" y="147898"/>
                </a:cubicBezTo>
                <a:lnTo>
                  <a:pt x="52127" y="147898"/>
                </a:lnTo>
                <a:cubicBezTo>
                  <a:pt x="49002" y="147898"/>
                  <a:pt x="48555" y="147898"/>
                  <a:pt x="47216" y="147675"/>
                </a:cubicBezTo>
                <a:cubicBezTo>
                  <a:pt x="44872" y="147451"/>
                  <a:pt x="44202" y="147228"/>
                  <a:pt x="44202" y="145331"/>
                </a:cubicBezTo>
                <a:cubicBezTo>
                  <a:pt x="44202" y="144661"/>
                  <a:pt x="44202" y="144214"/>
                  <a:pt x="45318" y="140196"/>
                </a:cubicBezTo>
                <a:lnTo>
                  <a:pt x="76014" y="17748"/>
                </a:ln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B8567-1792-4D15-8983-7DB11956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857" y="1551533"/>
            <a:ext cx="37616" cy="108496"/>
          </a:xfrm>
          <a:custGeom xmlns:a="http://schemas.openxmlformats.org/drawingml/2006/main">
            <a:pathLst>
              <a:path w="37616" h="108496">
                <a:moveTo>
                  <a:pt x="25338" y="35384"/>
                </a:moveTo>
                <a:lnTo>
                  <a:pt x="670" y="44090"/>
                </a:lnTo>
                <a:lnTo>
                  <a:pt x="670" y="46546"/>
                </a:lnTo>
                <a:lnTo>
                  <a:pt x="1898" y="46323"/>
                </a:lnTo>
                <a:cubicBezTo>
                  <a:pt x="3795" y="45988"/>
                  <a:pt x="5916" y="45876"/>
                  <a:pt x="7255" y="45876"/>
                </a:cubicBezTo>
                <a:cubicBezTo>
                  <a:pt x="11162" y="45876"/>
                  <a:pt x="12613" y="48444"/>
                  <a:pt x="12613" y="55364"/>
                </a:cubicBezTo>
                <a:lnTo>
                  <a:pt x="12613" y="92311"/>
                </a:lnTo>
                <a:cubicBezTo>
                  <a:pt x="12613" y="103696"/>
                  <a:pt x="10939" y="105482"/>
                  <a:pt x="0" y="106040"/>
                </a:cubicBezTo>
                <a:lnTo>
                  <a:pt x="0" y="108496"/>
                </a:lnTo>
                <a:lnTo>
                  <a:pt x="37616" y="108496"/>
                </a:lnTo>
                <a:lnTo>
                  <a:pt x="37616" y="106040"/>
                </a:lnTo>
                <a:cubicBezTo>
                  <a:pt x="27236" y="105259"/>
                  <a:pt x="25896" y="103696"/>
                  <a:pt x="25896" y="92311"/>
                </a:cubicBezTo>
                <a:lnTo>
                  <a:pt x="25896" y="35830"/>
                </a:lnTo>
                <a:lnTo>
                  <a:pt x="25338" y="35384"/>
                </a:lnTo>
                <a:close/>
                <a:moveTo>
                  <a:pt x="17859" y="0"/>
                </a:moveTo>
                <a:cubicBezTo>
                  <a:pt x="13506" y="0"/>
                  <a:pt x="9934" y="3572"/>
                  <a:pt x="9934" y="8037"/>
                </a:cubicBezTo>
                <a:cubicBezTo>
                  <a:pt x="9934" y="12502"/>
                  <a:pt x="13395" y="16185"/>
                  <a:pt x="17859" y="16185"/>
                </a:cubicBezTo>
                <a:cubicBezTo>
                  <a:pt x="22436" y="16185"/>
                  <a:pt x="26119" y="12725"/>
                  <a:pt x="26119" y="8037"/>
                </a:cubicBezTo>
                <a:cubicBezTo>
                  <a:pt x="26119" y="3572"/>
                  <a:pt x="22436" y="0"/>
                  <a:pt x="17859" y="0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6FCA9C-B359-4CE1-B141-15543B41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0862" y="1455762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224470"/>
                </a:moveTo>
                <a:cubicBezTo>
                  <a:pt x="52574" y="223800"/>
                  <a:pt x="52574" y="223354"/>
                  <a:pt x="48778" y="219447"/>
                </a:cubicBezTo>
                <a:cubicBezTo>
                  <a:pt x="20427" y="190872"/>
                  <a:pt x="13171" y="148010"/>
                  <a:pt x="13171" y="113407"/>
                </a:cubicBezTo>
                <a:cubicBezTo>
                  <a:pt x="13171" y="73893"/>
                  <a:pt x="21766" y="34379"/>
                  <a:pt x="49671" y="6139"/>
                </a:cubicBezTo>
                <a:cubicBezTo>
                  <a:pt x="52574" y="3349"/>
                  <a:pt x="52574" y="2902"/>
                  <a:pt x="52574" y="2232"/>
                </a:cubicBezTo>
                <a:cubicBezTo>
                  <a:pt x="52574" y="670"/>
                  <a:pt x="51792" y="0"/>
                  <a:pt x="50341" y="0"/>
                </a:cubicBezTo>
                <a:cubicBezTo>
                  <a:pt x="48109" y="0"/>
                  <a:pt x="27682" y="15404"/>
                  <a:pt x="14288" y="44202"/>
                </a:cubicBezTo>
                <a:cubicBezTo>
                  <a:pt x="2791" y="69093"/>
                  <a:pt x="0" y="94320"/>
                  <a:pt x="0" y="113407"/>
                </a:cubicBezTo>
                <a:cubicBezTo>
                  <a:pt x="0" y="131043"/>
                  <a:pt x="2567" y="158502"/>
                  <a:pt x="14957" y="184175"/>
                </a:cubicBezTo>
                <a:cubicBezTo>
                  <a:pt x="28575" y="212080"/>
                  <a:pt x="48109" y="226702"/>
                  <a:pt x="50341" y="226702"/>
                </a:cubicBezTo>
                <a:cubicBezTo>
                  <a:pt x="51792" y="226702"/>
                  <a:pt x="52574" y="226144"/>
                  <a:pt x="52574" y="224470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755D3C-7520-4CBB-ACBB-C830E4F9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974" y="1523070"/>
            <a:ext cx="115639" cy="104142"/>
          </a:xfrm>
          <a:custGeom xmlns:a="http://schemas.openxmlformats.org/drawingml/2006/main">
            <a:pathLst>
              <a:path w="115639" h="104142">
                <a:moveTo>
                  <a:pt x="115639" y="53355"/>
                </a:moveTo>
                <a:cubicBezTo>
                  <a:pt x="115639" y="22994"/>
                  <a:pt x="94766" y="0"/>
                  <a:pt x="57820" y="0"/>
                </a:cubicBezTo>
                <a:cubicBezTo>
                  <a:pt x="20650" y="0"/>
                  <a:pt x="0" y="23217"/>
                  <a:pt x="0" y="53355"/>
                </a:cubicBezTo>
                <a:cubicBezTo>
                  <a:pt x="0" y="81483"/>
                  <a:pt x="19980" y="104142"/>
                  <a:pt x="57820" y="104142"/>
                </a:cubicBezTo>
                <a:cubicBezTo>
                  <a:pt x="95882" y="104142"/>
                  <a:pt x="115639" y="81260"/>
                  <a:pt x="115639" y="53355"/>
                </a:cubicBezTo>
                <a:close/>
                <a:moveTo>
                  <a:pt x="57820" y="95101"/>
                </a:moveTo>
                <a:cubicBezTo>
                  <a:pt x="29021" y="95101"/>
                  <a:pt x="29021" y="70545"/>
                  <a:pt x="29021" y="50899"/>
                </a:cubicBezTo>
                <a:cubicBezTo>
                  <a:pt x="29021" y="40630"/>
                  <a:pt x="29021" y="29021"/>
                  <a:pt x="32817" y="21320"/>
                </a:cubicBezTo>
                <a:cubicBezTo>
                  <a:pt x="37170" y="12948"/>
                  <a:pt x="46658" y="8148"/>
                  <a:pt x="57820" y="8148"/>
                </a:cubicBezTo>
                <a:cubicBezTo>
                  <a:pt x="67307" y="8148"/>
                  <a:pt x="76907" y="11832"/>
                  <a:pt x="81818" y="19757"/>
                </a:cubicBezTo>
                <a:cubicBezTo>
                  <a:pt x="86618" y="27459"/>
                  <a:pt x="86618" y="39960"/>
                  <a:pt x="86618" y="50899"/>
                </a:cubicBezTo>
                <a:cubicBezTo>
                  <a:pt x="86618" y="70545"/>
                  <a:pt x="86618" y="95101"/>
                  <a:pt x="57820" y="95101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523F9A-B160-40D1-9BEC-A0055E68E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7183" y="1601874"/>
            <a:ext cx="26566" cy="67754"/>
          </a:xfrm>
          <a:custGeom xmlns:a="http://schemas.openxmlformats.org/drawingml/2006/main">
            <a:pathLst>
              <a:path w="26566" h="67754">
                <a:moveTo>
                  <a:pt x="26566" y="23775"/>
                </a:moveTo>
                <a:cubicBezTo>
                  <a:pt x="26566" y="8706"/>
                  <a:pt x="20873" y="0"/>
                  <a:pt x="12055" y="0"/>
                </a:cubicBezTo>
                <a:cubicBezTo>
                  <a:pt x="4465" y="0"/>
                  <a:pt x="0" y="5581"/>
                  <a:pt x="0" y="11943"/>
                </a:cubicBezTo>
                <a:cubicBezTo>
                  <a:pt x="0" y="18083"/>
                  <a:pt x="4465" y="23999"/>
                  <a:pt x="12055" y="23999"/>
                </a:cubicBezTo>
                <a:cubicBezTo>
                  <a:pt x="14734" y="23999"/>
                  <a:pt x="17636" y="23106"/>
                  <a:pt x="19980" y="20985"/>
                </a:cubicBezTo>
                <a:cubicBezTo>
                  <a:pt x="20650" y="20538"/>
                  <a:pt x="20873" y="20315"/>
                  <a:pt x="21096" y="20315"/>
                </a:cubicBezTo>
                <a:cubicBezTo>
                  <a:pt x="21320" y="20315"/>
                  <a:pt x="21543" y="20538"/>
                  <a:pt x="21543" y="23775"/>
                </a:cubicBezTo>
                <a:cubicBezTo>
                  <a:pt x="21543" y="40518"/>
                  <a:pt x="13618" y="54136"/>
                  <a:pt x="6139" y="61615"/>
                </a:cubicBezTo>
                <a:cubicBezTo>
                  <a:pt x="3572" y="64070"/>
                  <a:pt x="3572" y="64629"/>
                  <a:pt x="3572" y="65187"/>
                </a:cubicBezTo>
                <a:cubicBezTo>
                  <a:pt x="3572" y="66861"/>
                  <a:pt x="4688" y="67754"/>
                  <a:pt x="5916" y="67754"/>
                </a:cubicBezTo>
                <a:cubicBezTo>
                  <a:pt x="8372" y="67754"/>
                  <a:pt x="26566" y="50229"/>
                  <a:pt x="26566" y="23775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B27F06-C810-41CA-ABD6-F91C3F93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5141" y="1523070"/>
            <a:ext cx="151916" cy="104589"/>
          </a:xfrm>
          <a:custGeom xmlns:a="http://schemas.openxmlformats.org/drawingml/2006/main">
            <a:pathLst>
              <a:path w="151916" h="104589">
                <a:moveTo>
                  <a:pt x="77130" y="70991"/>
                </a:moveTo>
                <a:cubicBezTo>
                  <a:pt x="82823" y="60610"/>
                  <a:pt x="85948" y="49448"/>
                  <a:pt x="85948" y="45653"/>
                </a:cubicBezTo>
                <a:cubicBezTo>
                  <a:pt x="85948" y="40630"/>
                  <a:pt x="83269" y="35607"/>
                  <a:pt x="77353" y="35607"/>
                </a:cubicBezTo>
                <a:cubicBezTo>
                  <a:pt x="63289" y="35607"/>
                  <a:pt x="61726" y="59606"/>
                  <a:pt x="61503" y="65745"/>
                </a:cubicBezTo>
                <a:cubicBezTo>
                  <a:pt x="61280" y="69205"/>
                  <a:pt x="61057" y="69428"/>
                  <a:pt x="60722" y="69652"/>
                </a:cubicBezTo>
                <a:cubicBezTo>
                  <a:pt x="57373" y="73000"/>
                  <a:pt x="47662" y="79586"/>
                  <a:pt x="35607" y="79586"/>
                </a:cubicBezTo>
                <a:cubicBezTo>
                  <a:pt x="20650" y="79586"/>
                  <a:pt x="12055" y="69875"/>
                  <a:pt x="12055" y="57150"/>
                </a:cubicBezTo>
                <a:cubicBezTo>
                  <a:pt x="12055" y="50118"/>
                  <a:pt x="16073" y="33151"/>
                  <a:pt x="31812" y="11832"/>
                </a:cubicBezTo>
                <a:cubicBezTo>
                  <a:pt x="33821" y="9376"/>
                  <a:pt x="34268" y="8595"/>
                  <a:pt x="34268" y="6809"/>
                </a:cubicBezTo>
                <a:cubicBezTo>
                  <a:pt x="34268" y="4130"/>
                  <a:pt x="31924" y="2121"/>
                  <a:pt x="29468" y="2121"/>
                </a:cubicBezTo>
                <a:cubicBezTo>
                  <a:pt x="27236" y="2121"/>
                  <a:pt x="25896" y="3460"/>
                  <a:pt x="25673" y="3460"/>
                </a:cubicBezTo>
                <a:cubicBezTo>
                  <a:pt x="24557" y="4576"/>
                  <a:pt x="0" y="34268"/>
                  <a:pt x="0" y="66638"/>
                </a:cubicBezTo>
                <a:cubicBezTo>
                  <a:pt x="0" y="89632"/>
                  <a:pt x="11609" y="104589"/>
                  <a:pt x="30807" y="104589"/>
                </a:cubicBezTo>
                <a:cubicBezTo>
                  <a:pt x="46881" y="104589"/>
                  <a:pt x="59606" y="93650"/>
                  <a:pt x="64629" y="88292"/>
                </a:cubicBezTo>
                <a:cubicBezTo>
                  <a:pt x="67531" y="95101"/>
                  <a:pt x="74116" y="104589"/>
                  <a:pt x="89185" y="104589"/>
                </a:cubicBezTo>
                <a:cubicBezTo>
                  <a:pt x="108607" y="104589"/>
                  <a:pt x="126132" y="90301"/>
                  <a:pt x="136066" y="74898"/>
                </a:cubicBezTo>
                <a:cubicBezTo>
                  <a:pt x="149907" y="53355"/>
                  <a:pt x="151916" y="24333"/>
                  <a:pt x="151916" y="21096"/>
                </a:cubicBezTo>
                <a:cubicBezTo>
                  <a:pt x="151916" y="3684"/>
                  <a:pt x="141536" y="0"/>
                  <a:pt x="136736" y="0"/>
                </a:cubicBezTo>
                <a:cubicBezTo>
                  <a:pt x="128141" y="0"/>
                  <a:pt x="119546" y="9153"/>
                  <a:pt x="119546" y="17301"/>
                </a:cubicBezTo>
                <a:cubicBezTo>
                  <a:pt x="119546" y="23217"/>
                  <a:pt x="123899" y="25896"/>
                  <a:pt x="126132" y="27682"/>
                </a:cubicBezTo>
                <a:cubicBezTo>
                  <a:pt x="132048" y="31589"/>
                  <a:pt x="136959" y="37058"/>
                  <a:pt x="136959" y="44314"/>
                </a:cubicBezTo>
                <a:cubicBezTo>
                  <a:pt x="136959" y="59271"/>
                  <a:pt x="117537" y="79586"/>
                  <a:pt x="93873" y="79586"/>
                </a:cubicBezTo>
                <a:cubicBezTo>
                  <a:pt x="87288" y="79586"/>
                  <a:pt x="81149" y="77800"/>
                  <a:pt x="77130" y="70991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E0205-BD67-4D22-BA42-E29EACD2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7103" y="1586917"/>
            <a:ext cx="69986" cy="74675"/>
          </a:xfrm>
          <a:custGeom xmlns:a="http://schemas.openxmlformats.org/drawingml/2006/main">
            <a:pathLst>
              <a:path w="69986" h="74675">
                <a:moveTo>
                  <a:pt x="35049" y="0"/>
                </a:moveTo>
                <a:cubicBezTo>
                  <a:pt x="14399" y="0"/>
                  <a:pt x="0" y="15292"/>
                  <a:pt x="0" y="37170"/>
                </a:cubicBezTo>
                <a:cubicBezTo>
                  <a:pt x="0" y="58601"/>
                  <a:pt x="14734" y="74675"/>
                  <a:pt x="34714" y="74675"/>
                </a:cubicBezTo>
                <a:cubicBezTo>
                  <a:pt x="54694" y="74675"/>
                  <a:pt x="69986" y="57820"/>
                  <a:pt x="69986" y="35830"/>
                </a:cubicBezTo>
                <a:cubicBezTo>
                  <a:pt x="69986" y="15069"/>
                  <a:pt x="55364" y="0"/>
                  <a:pt x="35049" y="0"/>
                </a:cubicBezTo>
                <a:close/>
                <a:moveTo>
                  <a:pt x="33040" y="4465"/>
                </a:moveTo>
                <a:cubicBezTo>
                  <a:pt x="46323" y="4465"/>
                  <a:pt x="55699" y="19645"/>
                  <a:pt x="55699" y="41411"/>
                </a:cubicBezTo>
                <a:cubicBezTo>
                  <a:pt x="55699" y="59382"/>
                  <a:pt x="48555" y="70210"/>
                  <a:pt x="36612" y="70210"/>
                </a:cubicBezTo>
                <a:cubicBezTo>
                  <a:pt x="30473" y="70210"/>
                  <a:pt x="24557" y="66415"/>
                  <a:pt x="21208" y="60052"/>
                </a:cubicBezTo>
                <a:cubicBezTo>
                  <a:pt x="16743" y="51792"/>
                  <a:pt x="14288" y="40742"/>
                  <a:pt x="14288" y="29356"/>
                </a:cubicBezTo>
                <a:cubicBezTo>
                  <a:pt x="14288" y="14288"/>
                  <a:pt x="21766" y="4465"/>
                  <a:pt x="33040" y="4465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829C4-A66B-421E-8122-E297E32C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031" y="1601874"/>
            <a:ext cx="26566" cy="67754"/>
          </a:xfrm>
          <a:custGeom xmlns:a="http://schemas.openxmlformats.org/drawingml/2006/main">
            <a:pathLst>
              <a:path w="26566" h="67754">
                <a:moveTo>
                  <a:pt x="26566" y="23775"/>
                </a:moveTo>
                <a:cubicBezTo>
                  <a:pt x="26566" y="8706"/>
                  <a:pt x="20873" y="0"/>
                  <a:pt x="12055" y="0"/>
                </a:cubicBezTo>
                <a:cubicBezTo>
                  <a:pt x="4576" y="0"/>
                  <a:pt x="0" y="5581"/>
                  <a:pt x="0" y="11943"/>
                </a:cubicBezTo>
                <a:cubicBezTo>
                  <a:pt x="0" y="18083"/>
                  <a:pt x="4576" y="23999"/>
                  <a:pt x="12055" y="23999"/>
                </a:cubicBezTo>
                <a:cubicBezTo>
                  <a:pt x="14734" y="23999"/>
                  <a:pt x="17748" y="23106"/>
                  <a:pt x="19980" y="20985"/>
                </a:cubicBezTo>
                <a:cubicBezTo>
                  <a:pt x="20650" y="20538"/>
                  <a:pt x="20873" y="20315"/>
                  <a:pt x="21208" y="20315"/>
                </a:cubicBezTo>
                <a:cubicBezTo>
                  <a:pt x="21320" y="20315"/>
                  <a:pt x="21543" y="20538"/>
                  <a:pt x="21543" y="23775"/>
                </a:cubicBezTo>
                <a:cubicBezTo>
                  <a:pt x="21543" y="40518"/>
                  <a:pt x="13618" y="54136"/>
                  <a:pt x="6139" y="61615"/>
                </a:cubicBezTo>
                <a:cubicBezTo>
                  <a:pt x="3683" y="64070"/>
                  <a:pt x="3683" y="64629"/>
                  <a:pt x="3683" y="65187"/>
                </a:cubicBezTo>
                <a:cubicBezTo>
                  <a:pt x="3683" y="66861"/>
                  <a:pt x="4800" y="67754"/>
                  <a:pt x="5916" y="67754"/>
                </a:cubicBezTo>
                <a:cubicBezTo>
                  <a:pt x="8483" y="67754"/>
                  <a:pt x="26566" y="50229"/>
                  <a:pt x="26566" y="23775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FBFFE-E281-48F1-87DC-E9A1A79A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9315" y="1528093"/>
            <a:ext cx="109724" cy="100459"/>
          </a:xfrm>
          <a:custGeom xmlns:a="http://schemas.openxmlformats.org/drawingml/2006/main">
            <a:pathLst>
              <a:path w="109724" h="100459">
                <a:moveTo>
                  <a:pt x="60610" y="13171"/>
                </a:moveTo>
                <a:lnTo>
                  <a:pt x="98673" y="13171"/>
                </a:lnTo>
                <a:cubicBezTo>
                  <a:pt x="101575" y="13171"/>
                  <a:pt x="109724" y="13171"/>
                  <a:pt x="109724" y="5469"/>
                </a:cubicBezTo>
                <a:cubicBezTo>
                  <a:pt x="109724" y="0"/>
                  <a:pt x="105035" y="0"/>
                  <a:pt x="100682" y="0"/>
                </a:cubicBezTo>
                <a:lnTo>
                  <a:pt x="37281" y="0"/>
                </a:lnTo>
                <a:cubicBezTo>
                  <a:pt x="32705" y="0"/>
                  <a:pt x="23887" y="0"/>
                  <a:pt x="13841" y="10604"/>
                </a:cubicBezTo>
                <a:cubicBezTo>
                  <a:pt x="6362" y="18864"/>
                  <a:pt x="0" y="29691"/>
                  <a:pt x="0" y="31031"/>
                </a:cubicBezTo>
                <a:cubicBezTo>
                  <a:pt x="0" y="31254"/>
                  <a:pt x="0" y="33375"/>
                  <a:pt x="2791" y="33375"/>
                </a:cubicBezTo>
                <a:cubicBezTo>
                  <a:pt x="4576" y="33375"/>
                  <a:pt x="5023" y="32482"/>
                  <a:pt x="6362" y="30584"/>
                </a:cubicBezTo>
                <a:cubicBezTo>
                  <a:pt x="17413" y="13171"/>
                  <a:pt x="30473" y="13171"/>
                  <a:pt x="35161" y="13171"/>
                </a:cubicBezTo>
                <a:lnTo>
                  <a:pt x="54025" y="13171"/>
                </a:lnTo>
                <a:lnTo>
                  <a:pt x="31812" y="85948"/>
                </a:lnTo>
                <a:cubicBezTo>
                  <a:pt x="30807" y="88627"/>
                  <a:pt x="29468" y="93427"/>
                  <a:pt x="29468" y="94320"/>
                </a:cubicBezTo>
                <a:cubicBezTo>
                  <a:pt x="29468" y="96887"/>
                  <a:pt x="31031" y="100459"/>
                  <a:pt x="36054" y="100459"/>
                </a:cubicBezTo>
                <a:cubicBezTo>
                  <a:pt x="43532" y="100459"/>
                  <a:pt x="44648" y="94097"/>
                  <a:pt x="45318" y="90748"/>
                </a:cubicBezTo>
                <a:lnTo>
                  <a:pt x="60610" y="13171"/>
                </a:ln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00F657-9461-47C2-8733-37DEB3F9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1474" y="1455762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113407"/>
                </a:moveTo>
                <a:cubicBezTo>
                  <a:pt x="52574" y="95659"/>
                  <a:pt x="50006" y="68200"/>
                  <a:pt x="37616" y="42639"/>
                </a:cubicBezTo>
                <a:cubicBezTo>
                  <a:pt x="23999" y="14734"/>
                  <a:pt x="4465" y="0"/>
                  <a:pt x="2232" y="0"/>
                </a:cubicBezTo>
                <a:cubicBezTo>
                  <a:pt x="893" y="0"/>
                  <a:pt x="0" y="893"/>
                  <a:pt x="0" y="2232"/>
                </a:cubicBezTo>
                <a:cubicBezTo>
                  <a:pt x="0" y="2902"/>
                  <a:pt x="0" y="3349"/>
                  <a:pt x="4242" y="7479"/>
                </a:cubicBezTo>
                <a:cubicBezTo>
                  <a:pt x="26454" y="29914"/>
                  <a:pt x="39402" y="65968"/>
                  <a:pt x="39402" y="113407"/>
                </a:cubicBezTo>
                <a:cubicBezTo>
                  <a:pt x="39402" y="152140"/>
                  <a:pt x="31031" y="192100"/>
                  <a:pt x="2902" y="220675"/>
                </a:cubicBezTo>
                <a:cubicBezTo>
                  <a:pt x="0" y="223354"/>
                  <a:pt x="0" y="223800"/>
                  <a:pt x="0" y="224470"/>
                </a:cubicBezTo>
                <a:cubicBezTo>
                  <a:pt x="0" y="225809"/>
                  <a:pt x="893" y="226702"/>
                  <a:pt x="2232" y="226702"/>
                </a:cubicBezTo>
                <a:cubicBezTo>
                  <a:pt x="4465" y="226702"/>
                  <a:pt x="24891" y="211299"/>
                  <a:pt x="38286" y="182500"/>
                </a:cubicBezTo>
                <a:cubicBezTo>
                  <a:pt x="49783" y="157609"/>
                  <a:pt x="52574" y="132494"/>
                  <a:pt x="52574" y="113407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F2C2F-B218-4EA7-AADA-D419452B2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907" y="2967670"/>
            <a:ext cx="154260" cy="174464"/>
          </a:xfrm>
          <a:custGeom xmlns:a="http://schemas.openxmlformats.org/drawingml/2006/main">
            <a:pathLst>
              <a:path w="154260" h="174464">
                <a:moveTo>
                  <a:pt x="85613" y="19869"/>
                </a:moveTo>
                <a:cubicBezTo>
                  <a:pt x="87846" y="10716"/>
                  <a:pt x="88627" y="7925"/>
                  <a:pt x="112626" y="7925"/>
                </a:cubicBezTo>
                <a:cubicBezTo>
                  <a:pt x="120328" y="7925"/>
                  <a:pt x="122337" y="7925"/>
                  <a:pt x="122337" y="3014"/>
                </a:cubicBezTo>
                <a:cubicBezTo>
                  <a:pt x="122337" y="0"/>
                  <a:pt x="119546" y="0"/>
                  <a:pt x="118318" y="0"/>
                </a:cubicBezTo>
                <a:cubicBezTo>
                  <a:pt x="109835" y="0"/>
                  <a:pt x="88850" y="781"/>
                  <a:pt x="80479" y="781"/>
                </a:cubicBezTo>
                <a:cubicBezTo>
                  <a:pt x="72777" y="781"/>
                  <a:pt x="54136" y="0"/>
                  <a:pt x="46434" y="0"/>
                </a:cubicBezTo>
                <a:cubicBezTo>
                  <a:pt x="44648" y="0"/>
                  <a:pt x="41635" y="0"/>
                  <a:pt x="41635" y="5135"/>
                </a:cubicBezTo>
                <a:cubicBezTo>
                  <a:pt x="41635" y="7925"/>
                  <a:pt x="43979" y="7925"/>
                  <a:pt x="48778" y="7925"/>
                </a:cubicBezTo>
                <a:cubicBezTo>
                  <a:pt x="49225" y="7925"/>
                  <a:pt x="54136" y="7925"/>
                  <a:pt x="58489" y="8372"/>
                </a:cubicBezTo>
                <a:cubicBezTo>
                  <a:pt x="63066" y="8930"/>
                  <a:pt x="65410" y="9153"/>
                  <a:pt x="65410" y="12502"/>
                </a:cubicBezTo>
                <a:cubicBezTo>
                  <a:pt x="65410" y="13506"/>
                  <a:pt x="65075" y="14288"/>
                  <a:pt x="64405" y="17301"/>
                </a:cubicBezTo>
                <a:lnTo>
                  <a:pt x="30138" y="154484"/>
                </a:lnTo>
                <a:cubicBezTo>
                  <a:pt x="27570" y="164529"/>
                  <a:pt x="27124" y="166539"/>
                  <a:pt x="6921" y="166539"/>
                </a:cubicBezTo>
                <a:cubicBezTo>
                  <a:pt x="2567" y="166539"/>
                  <a:pt x="0" y="166539"/>
                  <a:pt x="0" y="171673"/>
                </a:cubicBezTo>
                <a:cubicBezTo>
                  <a:pt x="0" y="174464"/>
                  <a:pt x="2344" y="174464"/>
                  <a:pt x="6921" y="174464"/>
                </a:cubicBezTo>
                <a:lnTo>
                  <a:pt x="125127" y="174464"/>
                </a:lnTo>
                <a:cubicBezTo>
                  <a:pt x="131266" y="174464"/>
                  <a:pt x="131490" y="174464"/>
                  <a:pt x="133052" y="170111"/>
                </a:cubicBezTo>
                <a:lnTo>
                  <a:pt x="153256" y="114970"/>
                </a:lnTo>
                <a:cubicBezTo>
                  <a:pt x="154260" y="112179"/>
                  <a:pt x="154260" y="111621"/>
                  <a:pt x="154260" y="111398"/>
                </a:cubicBezTo>
                <a:cubicBezTo>
                  <a:pt x="154260" y="110393"/>
                  <a:pt x="153479" y="108496"/>
                  <a:pt x="151247" y="108496"/>
                </a:cubicBezTo>
                <a:cubicBezTo>
                  <a:pt x="148903" y="108496"/>
                  <a:pt x="148679" y="109835"/>
                  <a:pt x="146893" y="113965"/>
                </a:cubicBezTo>
                <a:cubicBezTo>
                  <a:pt x="138187" y="137406"/>
                  <a:pt x="126913" y="166539"/>
                  <a:pt x="82823" y="166539"/>
                </a:cubicBezTo>
                <a:lnTo>
                  <a:pt x="58713" y="166539"/>
                </a:lnTo>
                <a:cubicBezTo>
                  <a:pt x="55141" y="166539"/>
                  <a:pt x="54694" y="166539"/>
                  <a:pt x="53132" y="166315"/>
                </a:cubicBezTo>
                <a:cubicBezTo>
                  <a:pt x="50564" y="165981"/>
                  <a:pt x="49783" y="165757"/>
                  <a:pt x="49783" y="163748"/>
                </a:cubicBezTo>
                <a:cubicBezTo>
                  <a:pt x="49783" y="162967"/>
                  <a:pt x="49783" y="162409"/>
                  <a:pt x="51011" y="157832"/>
                </a:cubicBezTo>
                <a:lnTo>
                  <a:pt x="85613" y="19869"/>
                </a:ln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56B1C9-0F9E-4A2E-A245-17C4A918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446" y="3057079"/>
            <a:ext cx="42304" cy="122113"/>
          </a:xfrm>
          <a:custGeom xmlns:a="http://schemas.openxmlformats.org/drawingml/2006/main">
            <a:pathLst>
              <a:path w="42304" h="122113">
                <a:moveTo>
                  <a:pt x="28463" y="39849"/>
                </a:moveTo>
                <a:lnTo>
                  <a:pt x="670" y="49671"/>
                </a:lnTo>
                <a:lnTo>
                  <a:pt x="670" y="52350"/>
                </a:lnTo>
                <a:lnTo>
                  <a:pt x="2121" y="52127"/>
                </a:lnTo>
                <a:cubicBezTo>
                  <a:pt x="4353" y="51792"/>
                  <a:pt x="6586" y="51681"/>
                  <a:pt x="8260" y="51681"/>
                </a:cubicBezTo>
                <a:cubicBezTo>
                  <a:pt x="12502" y="51681"/>
                  <a:pt x="14176" y="54583"/>
                  <a:pt x="14176" y="62396"/>
                </a:cubicBezTo>
                <a:lnTo>
                  <a:pt x="14176" y="103808"/>
                </a:lnTo>
                <a:cubicBezTo>
                  <a:pt x="14176" y="116644"/>
                  <a:pt x="12278" y="118653"/>
                  <a:pt x="0" y="119435"/>
                </a:cubicBezTo>
                <a:lnTo>
                  <a:pt x="0" y="122113"/>
                </a:lnTo>
                <a:lnTo>
                  <a:pt x="42304" y="122113"/>
                </a:lnTo>
                <a:lnTo>
                  <a:pt x="42304" y="119435"/>
                </a:lnTo>
                <a:cubicBezTo>
                  <a:pt x="30584" y="118542"/>
                  <a:pt x="29133" y="116644"/>
                  <a:pt x="29133" y="103808"/>
                </a:cubicBezTo>
                <a:lnTo>
                  <a:pt x="29133" y="40407"/>
                </a:lnTo>
                <a:lnTo>
                  <a:pt x="28463" y="39849"/>
                </a:lnTo>
                <a:close/>
                <a:moveTo>
                  <a:pt x="19980" y="0"/>
                </a:moveTo>
                <a:cubicBezTo>
                  <a:pt x="15180" y="0"/>
                  <a:pt x="11050" y="4130"/>
                  <a:pt x="11050" y="9153"/>
                </a:cubicBezTo>
                <a:cubicBezTo>
                  <a:pt x="11050" y="14176"/>
                  <a:pt x="15069" y="18194"/>
                  <a:pt x="19980" y="18194"/>
                </a:cubicBezTo>
                <a:cubicBezTo>
                  <a:pt x="25226" y="18194"/>
                  <a:pt x="29356" y="14288"/>
                  <a:pt x="29356" y="9153"/>
                </a:cubicBezTo>
                <a:cubicBezTo>
                  <a:pt x="29356" y="4130"/>
                  <a:pt x="25226" y="0"/>
                  <a:pt x="19980" y="0"/>
                </a:cubicBez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8755D-9A49-4D20-969C-B7F6A9BB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501" y="2950480"/>
            <a:ext cx="59271" cy="255501"/>
          </a:xfrm>
          <a:custGeom xmlns:a="http://schemas.openxmlformats.org/drawingml/2006/main">
            <a:pathLst>
              <a:path w="59271" h="255501">
                <a:moveTo>
                  <a:pt x="59271" y="252933"/>
                </a:moveTo>
                <a:cubicBezTo>
                  <a:pt x="59271" y="252152"/>
                  <a:pt x="59271" y="251706"/>
                  <a:pt x="54918" y="247352"/>
                </a:cubicBezTo>
                <a:cubicBezTo>
                  <a:pt x="22994" y="215094"/>
                  <a:pt x="14846" y="166874"/>
                  <a:pt x="14846" y="127806"/>
                </a:cubicBezTo>
                <a:cubicBezTo>
                  <a:pt x="14846" y="83381"/>
                  <a:pt x="24557" y="38844"/>
                  <a:pt x="55922" y="6921"/>
                </a:cubicBezTo>
                <a:cubicBezTo>
                  <a:pt x="59271" y="3907"/>
                  <a:pt x="59271" y="3349"/>
                  <a:pt x="59271" y="2567"/>
                </a:cubicBezTo>
                <a:cubicBezTo>
                  <a:pt x="59271" y="781"/>
                  <a:pt x="58266" y="0"/>
                  <a:pt x="56704" y="0"/>
                </a:cubicBezTo>
                <a:cubicBezTo>
                  <a:pt x="54136" y="0"/>
                  <a:pt x="31142" y="17413"/>
                  <a:pt x="16073" y="49895"/>
                </a:cubicBezTo>
                <a:cubicBezTo>
                  <a:pt x="3125" y="78023"/>
                  <a:pt x="0" y="106375"/>
                  <a:pt x="0" y="127806"/>
                </a:cubicBezTo>
                <a:cubicBezTo>
                  <a:pt x="0" y="147675"/>
                  <a:pt x="2902" y="178594"/>
                  <a:pt x="16966" y="207504"/>
                </a:cubicBezTo>
                <a:cubicBezTo>
                  <a:pt x="32258" y="238869"/>
                  <a:pt x="54136" y="255501"/>
                  <a:pt x="56704" y="255501"/>
                </a:cubicBezTo>
                <a:cubicBezTo>
                  <a:pt x="58266" y="255501"/>
                  <a:pt x="59271" y="254719"/>
                  <a:pt x="59271" y="252933"/>
                </a:cubicBez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E5976-F246-4CB2-9A38-525D0FCB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100" y="3026383"/>
            <a:ext cx="130262" cy="117314"/>
          </a:xfrm>
          <a:custGeom xmlns:a="http://schemas.openxmlformats.org/drawingml/2006/main">
            <a:pathLst>
              <a:path w="130262" h="117314">
                <a:moveTo>
                  <a:pt x="130262" y="60052"/>
                </a:moveTo>
                <a:cubicBezTo>
                  <a:pt x="130262" y="25784"/>
                  <a:pt x="106710" y="0"/>
                  <a:pt x="65075" y="0"/>
                </a:cubicBezTo>
                <a:cubicBezTo>
                  <a:pt x="23217" y="0"/>
                  <a:pt x="0" y="26119"/>
                  <a:pt x="0" y="60052"/>
                </a:cubicBezTo>
                <a:cubicBezTo>
                  <a:pt x="0" y="91753"/>
                  <a:pt x="22436" y="117314"/>
                  <a:pt x="65075" y="117314"/>
                </a:cubicBezTo>
                <a:cubicBezTo>
                  <a:pt x="108049" y="117314"/>
                  <a:pt x="130262" y="91418"/>
                  <a:pt x="130262" y="60052"/>
                </a:cubicBezTo>
                <a:close/>
                <a:moveTo>
                  <a:pt x="65075" y="107045"/>
                </a:moveTo>
                <a:cubicBezTo>
                  <a:pt x="32705" y="107045"/>
                  <a:pt x="32705" y="79474"/>
                  <a:pt x="32705" y="57262"/>
                </a:cubicBezTo>
                <a:cubicBezTo>
                  <a:pt x="32705" y="45765"/>
                  <a:pt x="32705" y="32705"/>
                  <a:pt x="36947" y="23999"/>
                </a:cubicBezTo>
                <a:cubicBezTo>
                  <a:pt x="41858" y="14622"/>
                  <a:pt x="52574" y="9153"/>
                  <a:pt x="65075" y="9153"/>
                </a:cubicBezTo>
                <a:cubicBezTo>
                  <a:pt x="75791" y="9153"/>
                  <a:pt x="86618" y="13283"/>
                  <a:pt x="92199" y="22213"/>
                </a:cubicBezTo>
                <a:cubicBezTo>
                  <a:pt x="97557" y="30919"/>
                  <a:pt x="97557" y="44983"/>
                  <a:pt x="97557" y="57262"/>
                </a:cubicBezTo>
                <a:cubicBezTo>
                  <a:pt x="97557" y="79474"/>
                  <a:pt x="97557" y="107045"/>
                  <a:pt x="65075" y="107045"/>
                </a:cubicBez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EB5C3D-5870-4084-97D7-1AF9A71B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5951" y="3115010"/>
            <a:ext cx="29914" cy="76460"/>
          </a:xfrm>
          <a:custGeom xmlns:a="http://schemas.openxmlformats.org/drawingml/2006/main">
            <a:pathLst>
              <a:path w="29914" h="76460">
                <a:moveTo>
                  <a:pt x="29914" y="26901"/>
                </a:moveTo>
                <a:cubicBezTo>
                  <a:pt x="29914" y="10046"/>
                  <a:pt x="23440" y="0"/>
                  <a:pt x="13506" y="0"/>
                </a:cubicBezTo>
                <a:cubicBezTo>
                  <a:pt x="5135" y="0"/>
                  <a:pt x="0" y="6474"/>
                  <a:pt x="0" y="13618"/>
                </a:cubicBezTo>
                <a:cubicBezTo>
                  <a:pt x="0" y="20538"/>
                  <a:pt x="5135" y="27124"/>
                  <a:pt x="13506" y="27124"/>
                </a:cubicBezTo>
                <a:cubicBezTo>
                  <a:pt x="16520" y="27124"/>
                  <a:pt x="19869" y="26119"/>
                  <a:pt x="22436" y="23775"/>
                </a:cubicBezTo>
                <a:cubicBezTo>
                  <a:pt x="23217" y="23329"/>
                  <a:pt x="23440" y="22994"/>
                  <a:pt x="23775" y="22994"/>
                </a:cubicBezTo>
                <a:cubicBezTo>
                  <a:pt x="23999" y="22994"/>
                  <a:pt x="24222" y="23329"/>
                  <a:pt x="24222" y="26901"/>
                </a:cubicBezTo>
                <a:cubicBezTo>
                  <a:pt x="24222" y="45765"/>
                  <a:pt x="15292" y="61057"/>
                  <a:pt x="6809" y="69540"/>
                </a:cubicBezTo>
                <a:cubicBezTo>
                  <a:pt x="4018" y="72330"/>
                  <a:pt x="4018" y="72889"/>
                  <a:pt x="4018" y="73558"/>
                </a:cubicBezTo>
                <a:cubicBezTo>
                  <a:pt x="4018" y="75344"/>
                  <a:pt x="5358" y="76460"/>
                  <a:pt x="6586" y="76460"/>
                </a:cubicBezTo>
                <a:cubicBezTo>
                  <a:pt x="9376" y="76460"/>
                  <a:pt x="29914" y="56704"/>
                  <a:pt x="29914" y="26901"/>
                </a:cubicBez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BA8504-67BE-49B0-8FD4-76CA767EF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606" y="3026383"/>
            <a:ext cx="171115" cy="117760"/>
          </a:xfrm>
          <a:custGeom xmlns:a="http://schemas.openxmlformats.org/drawingml/2006/main">
            <a:pathLst>
              <a:path w="171115" h="117760">
                <a:moveTo>
                  <a:pt x="86841" y="80032"/>
                </a:moveTo>
                <a:cubicBezTo>
                  <a:pt x="93204" y="68200"/>
                  <a:pt x="96775" y="55699"/>
                  <a:pt x="96775" y="51346"/>
                </a:cubicBezTo>
                <a:cubicBezTo>
                  <a:pt x="96775" y="45765"/>
                  <a:pt x="93762" y="40072"/>
                  <a:pt x="87176" y="40072"/>
                </a:cubicBezTo>
                <a:cubicBezTo>
                  <a:pt x="71326" y="40072"/>
                  <a:pt x="69428" y="67196"/>
                  <a:pt x="69205" y="74116"/>
                </a:cubicBezTo>
                <a:cubicBezTo>
                  <a:pt x="68982" y="77912"/>
                  <a:pt x="68759" y="78246"/>
                  <a:pt x="68424" y="78470"/>
                </a:cubicBezTo>
                <a:cubicBezTo>
                  <a:pt x="64629" y="82265"/>
                  <a:pt x="53578" y="89632"/>
                  <a:pt x="40072" y="89632"/>
                </a:cubicBezTo>
                <a:cubicBezTo>
                  <a:pt x="23217" y="89632"/>
                  <a:pt x="13506" y="78693"/>
                  <a:pt x="13506" y="64405"/>
                </a:cubicBezTo>
                <a:cubicBezTo>
                  <a:pt x="13506" y="56480"/>
                  <a:pt x="18083" y="37281"/>
                  <a:pt x="35719" y="13283"/>
                </a:cubicBezTo>
                <a:cubicBezTo>
                  <a:pt x="38063" y="10492"/>
                  <a:pt x="38509" y="9711"/>
                  <a:pt x="38509" y="7702"/>
                </a:cubicBezTo>
                <a:cubicBezTo>
                  <a:pt x="38509" y="4576"/>
                  <a:pt x="36054" y="2344"/>
                  <a:pt x="33263" y="2344"/>
                </a:cubicBezTo>
                <a:cubicBezTo>
                  <a:pt x="30584" y="2344"/>
                  <a:pt x="29133" y="3907"/>
                  <a:pt x="28798" y="3907"/>
                </a:cubicBezTo>
                <a:cubicBezTo>
                  <a:pt x="27570" y="5135"/>
                  <a:pt x="0" y="38621"/>
                  <a:pt x="0" y="75121"/>
                </a:cubicBezTo>
                <a:cubicBezTo>
                  <a:pt x="0" y="100905"/>
                  <a:pt x="13060" y="117760"/>
                  <a:pt x="34714" y="117760"/>
                </a:cubicBezTo>
                <a:cubicBezTo>
                  <a:pt x="52908" y="117760"/>
                  <a:pt x="67196" y="105482"/>
                  <a:pt x="72777" y="99343"/>
                </a:cubicBezTo>
                <a:cubicBezTo>
                  <a:pt x="76126" y="107045"/>
                  <a:pt x="83493" y="117760"/>
                  <a:pt x="100347" y="117760"/>
                </a:cubicBezTo>
                <a:cubicBezTo>
                  <a:pt x="122337" y="117760"/>
                  <a:pt x="141982" y="101687"/>
                  <a:pt x="153256" y="84386"/>
                </a:cubicBezTo>
                <a:cubicBezTo>
                  <a:pt x="168883" y="60052"/>
                  <a:pt x="171115" y="27347"/>
                  <a:pt x="171115" y="23775"/>
                </a:cubicBezTo>
                <a:cubicBezTo>
                  <a:pt x="171115" y="4130"/>
                  <a:pt x="159395" y="0"/>
                  <a:pt x="154037" y="0"/>
                </a:cubicBezTo>
                <a:cubicBezTo>
                  <a:pt x="144326" y="0"/>
                  <a:pt x="134615" y="10269"/>
                  <a:pt x="134615" y="19422"/>
                </a:cubicBezTo>
                <a:cubicBezTo>
                  <a:pt x="134615" y="26119"/>
                  <a:pt x="139526" y="29133"/>
                  <a:pt x="141982" y="31142"/>
                </a:cubicBezTo>
                <a:cubicBezTo>
                  <a:pt x="148679" y="35496"/>
                  <a:pt x="154260" y="41635"/>
                  <a:pt x="154260" y="49783"/>
                </a:cubicBezTo>
                <a:cubicBezTo>
                  <a:pt x="154260" y="66638"/>
                  <a:pt x="132383" y="89632"/>
                  <a:pt x="105817" y="89632"/>
                </a:cubicBezTo>
                <a:cubicBezTo>
                  <a:pt x="98338" y="89632"/>
                  <a:pt x="91418" y="87623"/>
                  <a:pt x="86841" y="80032"/>
                </a:cubicBez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38485E-4C28-4451-96CD-8278F97E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227" y="3096927"/>
            <a:ext cx="78804" cy="84051"/>
          </a:xfrm>
          <a:custGeom xmlns:a="http://schemas.openxmlformats.org/drawingml/2006/main">
            <a:pathLst>
              <a:path w="78804" h="84051">
                <a:moveTo>
                  <a:pt x="39514" y="0"/>
                </a:moveTo>
                <a:cubicBezTo>
                  <a:pt x="16297" y="0"/>
                  <a:pt x="0" y="17190"/>
                  <a:pt x="0" y="41858"/>
                </a:cubicBezTo>
                <a:cubicBezTo>
                  <a:pt x="0" y="65968"/>
                  <a:pt x="16632" y="84051"/>
                  <a:pt x="39179" y="84051"/>
                </a:cubicBezTo>
                <a:cubicBezTo>
                  <a:pt x="61615" y="84051"/>
                  <a:pt x="78804" y="65075"/>
                  <a:pt x="78804" y="40407"/>
                </a:cubicBezTo>
                <a:cubicBezTo>
                  <a:pt x="78804" y="16966"/>
                  <a:pt x="62396" y="0"/>
                  <a:pt x="39514" y="0"/>
                </a:cubicBezTo>
                <a:close/>
                <a:moveTo>
                  <a:pt x="37170" y="5023"/>
                </a:moveTo>
                <a:cubicBezTo>
                  <a:pt x="52127" y="5023"/>
                  <a:pt x="62731" y="22213"/>
                  <a:pt x="62731" y="46658"/>
                </a:cubicBezTo>
                <a:cubicBezTo>
                  <a:pt x="62731" y="66861"/>
                  <a:pt x="54694" y="79028"/>
                  <a:pt x="41300" y="79028"/>
                </a:cubicBezTo>
                <a:cubicBezTo>
                  <a:pt x="34379" y="79028"/>
                  <a:pt x="27682" y="74675"/>
                  <a:pt x="23999" y="67531"/>
                </a:cubicBezTo>
                <a:cubicBezTo>
                  <a:pt x="18976" y="58266"/>
                  <a:pt x="16073" y="45765"/>
                  <a:pt x="16073" y="33040"/>
                </a:cubicBezTo>
                <a:cubicBezTo>
                  <a:pt x="16073" y="16073"/>
                  <a:pt x="24445" y="5023"/>
                  <a:pt x="37170" y="5023"/>
                </a:cubicBez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FD9D9-D5C8-4935-B39C-CC35D895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115010"/>
            <a:ext cx="29914" cy="76460"/>
          </a:xfrm>
          <a:custGeom xmlns:a="http://schemas.openxmlformats.org/drawingml/2006/main">
            <a:pathLst>
              <a:path w="29914" h="76460">
                <a:moveTo>
                  <a:pt x="29914" y="26901"/>
                </a:moveTo>
                <a:cubicBezTo>
                  <a:pt x="29914" y="10046"/>
                  <a:pt x="23440" y="0"/>
                  <a:pt x="13506" y="0"/>
                </a:cubicBezTo>
                <a:cubicBezTo>
                  <a:pt x="5135" y="0"/>
                  <a:pt x="0" y="6474"/>
                  <a:pt x="0" y="13618"/>
                </a:cubicBezTo>
                <a:cubicBezTo>
                  <a:pt x="0" y="20538"/>
                  <a:pt x="5135" y="27124"/>
                  <a:pt x="13506" y="27124"/>
                </a:cubicBezTo>
                <a:cubicBezTo>
                  <a:pt x="16520" y="27124"/>
                  <a:pt x="19869" y="26119"/>
                  <a:pt x="22436" y="23775"/>
                </a:cubicBezTo>
                <a:cubicBezTo>
                  <a:pt x="23217" y="23329"/>
                  <a:pt x="23440" y="22994"/>
                  <a:pt x="23775" y="22994"/>
                </a:cubicBezTo>
                <a:cubicBezTo>
                  <a:pt x="23999" y="22994"/>
                  <a:pt x="24222" y="23329"/>
                  <a:pt x="24222" y="26901"/>
                </a:cubicBezTo>
                <a:cubicBezTo>
                  <a:pt x="24222" y="45765"/>
                  <a:pt x="15292" y="61057"/>
                  <a:pt x="6921" y="69540"/>
                </a:cubicBezTo>
                <a:cubicBezTo>
                  <a:pt x="4018" y="72330"/>
                  <a:pt x="4018" y="72889"/>
                  <a:pt x="4018" y="73558"/>
                </a:cubicBezTo>
                <a:cubicBezTo>
                  <a:pt x="4018" y="75344"/>
                  <a:pt x="5358" y="76460"/>
                  <a:pt x="6586" y="76460"/>
                </a:cubicBezTo>
                <a:cubicBezTo>
                  <a:pt x="9376" y="76460"/>
                  <a:pt x="29914" y="56704"/>
                  <a:pt x="29914" y="26901"/>
                </a:cubicBez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49D294-EC8E-4C32-8291-0C60713E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335" y="3032075"/>
            <a:ext cx="123676" cy="113072"/>
          </a:xfrm>
          <a:custGeom xmlns:a="http://schemas.openxmlformats.org/drawingml/2006/main">
            <a:pathLst>
              <a:path w="123676" h="113072">
                <a:moveTo>
                  <a:pt x="68200" y="14734"/>
                </a:moveTo>
                <a:lnTo>
                  <a:pt x="111063" y="14734"/>
                </a:lnTo>
                <a:cubicBezTo>
                  <a:pt x="114412" y="14734"/>
                  <a:pt x="123676" y="14734"/>
                  <a:pt x="123676" y="6139"/>
                </a:cubicBezTo>
                <a:cubicBezTo>
                  <a:pt x="123676" y="0"/>
                  <a:pt x="118318" y="0"/>
                  <a:pt x="113407" y="0"/>
                </a:cubicBezTo>
                <a:lnTo>
                  <a:pt x="41858" y="0"/>
                </a:lnTo>
                <a:cubicBezTo>
                  <a:pt x="36835" y="0"/>
                  <a:pt x="26789" y="0"/>
                  <a:pt x="15515" y="11943"/>
                </a:cubicBezTo>
                <a:cubicBezTo>
                  <a:pt x="7144" y="21208"/>
                  <a:pt x="0" y="33375"/>
                  <a:pt x="0" y="34937"/>
                </a:cubicBezTo>
                <a:cubicBezTo>
                  <a:pt x="0" y="35161"/>
                  <a:pt x="0" y="37505"/>
                  <a:pt x="3014" y="37505"/>
                </a:cubicBezTo>
                <a:cubicBezTo>
                  <a:pt x="5135" y="37505"/>
                  <a:pt x="5581" y="36500"/>
                  <a:pt x="7144" y="34379"/>
                </a:cubicBezTo>
                <a:cubicBezTo>
                  <a:pt x="19645" y="14734"/>
                  <a:pt x="34268" y="14734"/>
                  <a:pt x="39625" y="14734"/>
                </a:cubicBezTo>
                <a:lnTo>
                  <a:pt x="60834" y="14734"/>
                </a:lnTo>
                <a:lnTo>
                  <a:pt x="35719" y="96775"/>
                </a:lnTo>
                <a:cubicBezTo>
                  <a:pt x="34714" y="99789"/>
                  <a:pt x="33263" y="105259"/>
                  <a:pt x="33263" y="106263"/>
                </a:cubicBezTo>
                <a:cubicBezTo>
                  <a:pt x="33263" y="109054"/>
                  <a:pt x="35049" y="113072"/>
                  <a:pt x="40630" y="113072"/>
                </a:cubicBezTo>
                <a:cubicBezTo>
                  <a:pt x="49113" y="113072"/>
                  <a:pt x="50341" y="105928"/>
                  <a:pt x="51122" y="102133"/>
                </a:cubicBezTo>
                <a:lnTo>
                  <a:pt x="68200" y="14734"/>
                </a:ln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371B87-FED9-4D50-A97B-D9AA6B66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451" y="2950480"/>
            <a:ext cx="59382" cy="255501"/>
          </a:xfrm>
          <a:custGeom xmlns:a="http://schemas.openxmlformats.org/drawingml/2006/main">
            <a:pathLst>
              <a:path w="59382" h="255501">
                <a:moveTo>
                  <a:pt x="59382" y="127806"/>
                </a:moveTo>
                <a:cubicBezTo>
                  <a:pt x="59382" y="107826"/>
                  <a:pt x="56480" y="77019"/>
                  <a:pt x="42528" y="48109"/>
                </a:cubicBezTo>
                <a:cubicBezTo>
                  <a:pt x="27124" y="16632"/>
                  <a:pt x="5135" y="0"/>
                  <a:pt x="2567" y="0"/>
                </a:cubicBezTo>
                <a:cubicBezTo>
                  <a:pt x="1116" y="0"/>
                  <a:pt x="0" y="1116"/>
                  <a:pt x="0" y="2567"/>
                </a:cubicBezTo>
                <a:cubicBezTo>
                  <a:pt x="0" y="3349"/>
                  <a:pt x="0" y="3907"/>
                  <a:pt x="4911" y="8483"/>
                </a:cubicBezTo>
                <a:cubicBezTo>
                  <a:pt x="29914" y="33821"/>
                  <a:pt x="44537" y="74340"/>
                  <a:pt x="44537" y="127806"/>
                </a:cubicBezTo>
                <a:cubicBezTo>
                  <a:pt x="44537" y="171450"/>
                  <a:pt x="35049" y="216433"/>
                  <a:pt x="3349" y="248692"/>
                </a:cubicBezTo>
                <a:cubicBezTo>
                  <a:pt x="0" y="251706"/>
                  <a:pt x="0" y="252152"/>
                  <a:pt x="0" y="252933"/>
                </a:cubicBezTo>
                <a:cubicBezTo>
                  <a:pt x="0" y="254496"/>
                  <a:pt x="1116" y="255501"/>
                  <a:pt x="2567" y="255501"/>
                </a:cubicBezTo>
                <a:cubicBezTo>
                  <a:pt x="5135" y="255501"/>
                  <a:pt x="28129" y="238088"/>
                  <a:pt x="43197" y="205718"/>
                </a:cubicBezTo>
                <a:cubicBezTo>
                  <a:pt x="56257" y="177589"/>
                  <a:pt x="59382" y="149237"/>
                  <a:pt x="59382" y="127806"/>
                </a:cubicBezTo>
              </a:path>
            </a:pathLst>
          </a:custGeom>
          <a:solidFill xmlns:a="http://schemas.openxmlformats.org/drawingml/2006/main">
            <a:srgbClr val="00A5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4A98D8-99F4-42F8-87FD-0B027089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560" y="1446944"/>
            <a:ext cx="136959" cy="154930"/>
          </a:xfrm>
          <a:custGeom xmlns:a="http://schemas.openxmlformats.org/drawingml/2006/main">
            <a:pathLst>
              <a:path w="136959" h="154930">
                <a:moveTo>
                  <a:pt x="75902" y="17636"/>
                </a:moveTo>
                <a:cubicBezTo>
                  <a:pt x="78023" y="9488"/>
                  <a:pt x="78693" y="7032"/>
                  <a:pt x="100012" y="7032"/>
                </a:cubicBezTo>
                <a:cubicBezTo>
                  <a:pt x="106821" y="7032"/>
                  <a:pt x="108607" y="7032"/>
                  <a:pt x="108607" y="2679"/>
                </a:cubicBezTo>
                <a:cubicBezTo>
                  <a:pt x="108607" y="0"/>
                  <a:pt x="106152" y="0"/>
                  <a:pt x="104924" y="0"/>
                </a:cubicBezTo>
                <a:cubicBezTo>
                  <a:pt x="97445" y="0"/>
                  <a:pt x="78916" y="670"/>
                  <a:pt x="71438" y="670"/>
                </a:cubicBezTo>
                <a:cubicBezTo>
                  <a:pt x="64629" y="670"/>
                  <a:pt x="48109" y="0"/>
                  <a:pt x="41300" y="0"/>
                </a:cubicBezTo>
                <a:cubicBezTo>
                  <a:pt x="39625" y="0"/>
                  <a:pt x="36947" y="0"/>
                  <a:pt x="36947" y="4465"/>
                </a:cubicBezTo>
                <a:cubicBezTo>
                  <a:pt x="36947" y="7032"/>
                  <a:pt x="38956" y="7032"/>
                  <a:pt x="43309" y="7032"/>
                </a:cubicBezTo>
                <a:cubicBezTo>
                  <a:pt x="43755" y="7032"/>
                  <a:pt x="48109" y="7032"/>
                  <a:pt x="51904" y="7479"/>
                </a:cubicBezTo>
                <a:cubicBezTo>
                  <a:pt x="55922" y="7925"/>
                  <a:pt x="58043" y="8148"/>
                  <a:pt x="58043" y="11050"/>
                </a:cubicBezTo>
                <a:cubicBezTo>
                  <a:pt x="58043" y="11943"/>
                  <a:pt x="57820" y="12725"/>
                  <a:pt x="57150" y="15404"/>
                </a:cubicBezTo>
                <a:lnTo>
                  <a:pt x="26677" y="137182"/>
                </a:lnTo>
                <a:cubicBezTo>
                  <a:pt x="24445" y="146000"/>
                  <a:pt x="23999" y="147898"/>
                  <a:pt x="6028" y="147898"/>
                </a:cubicBezTo>
                <a:cubicBezTo>
                  <a:pt x="2232" y="147898"/>
                  <a:pt x="0" y="147898"/>
                  <a:pt x="0" y="152363"/>
                </a:cubicBezTo>
                <a:cubicBezTo>
                  <a:pt x="0" y="154930"/>
                  <a:pt x="2009" y="154930"/>
                  <a:pt x="6028" y="154930"/>
                </a:cubicBezTo>
                <a:lnTo>
                  <a:pt x="111063" y="154930"/>
                </a:lnTo>
                <a:cubicBezTo>
                  <a:pt x="116532" y="154930"/>
                  <a:pt x="116756" y="154930"/>
                  <a:pt x="118095" y="151023"/>
                </a:cubicBezTo>
                <a:lnTo>
                  <a:pt x="136066" y="102022"/>
                </a:lnTo>
                <a:cubicBezTo>
                  <a:pt x="136959" y="99566"/>
                  <a:pt x="136959" y="99120"/>
                  <a:pt x="136959" y="98896"/>
                </a:cubicBezTo>
                <a:cubicBezTo>
                  <a:pt x="136959" y="97892"/>
                  <a:pt x="136289" y="96329"/>
                  <a:pt x="134280" y="96329"/>
                </a:cubicBezTo>
                <a:cubicBezTo>
                  <a:pt x="132159" y="96329"/>
                  <a:pt x="131936" y="97445"/>
                  <a:pt x="130373" y="101129"/>
                </a:cubicBezTo>
                <a:cubicBezTo>
                  <a:pt x="122672" y="122002"/>
                  <a:pt x="112737" y="147898"/>
                  <a:pt x="73447" y="147898"/>
                </a:cubicBezTo>
                <a:lnTo>
                  <a:pt x="52127" y="147898"/>
                </a:lnTo>
                <a:cubicBezTo>
                  <a:pt x="49002" y="147898"/>
                  <a:pt x="48555" y="147898"/>
                  <a:pt x="47104" y="147563"/>
                </a:cubicBezTo>
                <a:cubicBezTo>
                  <a:pt x="44872" y="147340"/>
                  <a:pt x="44202" y="147228"/>
                  <a:pt x="44202" y="145331"/>
                </a:cubicBezTo>
                <a:cubicBezTo>
                  <a:pt x="44202" y="144661"/>
                  <a:pt x="44202" y="144214"/>
                  <a:pt x="45318" y="140196"/>
                </a:cubicBezTo>
                <a:lnTo>
                  <a:pt x="75902" y="1763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D71204-82C3-4FB4-8DE9-D0026206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5021" y="1562919"/>
            <a:ext cx="70098" cy="74675"/>
          </a:xfrm>
          <a:custGeom xmlns:a="http://schemas.openxmlformats.org/drawingml/2006/main">
            <a:pathLst>
              <a:path w="70098" h="74675">
                <a:moveTo>
                  <a:pt x="35161" y="0"/>
                </a:moveTo>
                <a:cubicBezTo>
                  <a:pt x="14399" y="0"/>
                  <a:pt x="0" y="15292"/>
                  <a:pt x="0" y="37170"/>
                </a:cubicBezTo>
                <a:cubicBezTo>
                  <a:pt x="0" y="58601"/>
                  <a:pt x="14846" y="74675"/>
                  <a:pt x="34826" y="74675"/>
                </a:cubicBezTo>
                <a:cubicBezTo>
                  <a:pt x="54806" y="74675"/>
                  <a:pt x="70098" y="57820"/>
                  <a:pt x="70098" y="35830"/>
                </a:cubicBezTo>
                <a:cubicBezTo>
                  <a:pt x="70098" y="15069"/>
                  <a:pt x="55476" y="0"/>
                  <a:pt x="35161" y="0"/>
                </a:cubicBezTo>
                <a:close/>
                <a:moveTo>
                  <a:pt x="33040" y="4465"/>
                </a:moveTo>
                <a:cubicBezTo>
                  <a:pt x="46434" y="4465"/>
                  <a:pt x="55811" y="19645"/>
                  <a:pt x="55811" y="41411"/>
                </a:cubicBezTo>
                <a:cubicBezTo>
                  <a:pt x="55811" y="59382"/>
                  <a:pt x="48555" y="70210"/>
                  <a:pt x="36723" y="70210"/>
                </a:cubicBezTo>
                <a:cubicBezTo>
                  <a:pt x="30473" y="70210"/>
                  <a:pt x="24668" y="66415"/>
                  <a:pt x="21320" y="60052"/>
                </a:cubicBezTo>
                <a:cubicBezTo>
                  <a:pt x="16855" y="51792"/>
                  <a:pt x="14288" y="40630"/>
                  <a:pt x="14288" y="29356"/>
                </a:cubicBezTo>
                <a:cubicBezTo>
                  <a:pt x="14288" y="14288"/>
                  <a:pt x="21766" y="4465"/>
                  <a:pt x="33040" y="44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A26CD0-B686-40A0-895C-6D6D33C9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963" y="1431764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224470"/>
                </a:moveTo>
                <a:cubicBezTo>
                  <a:pt x="52574" y="223800"/>
                  <a:pt x="52574" y="223354"/>
                  <a:pt x="48778" y="219447"/>
                </a:cubicBezTo>
                <a:cubicBezTo>
                  <a:pt x="20427" y="190872"/>
                  <a:pt x="13171" y="148010"/>
                  <a:pt x="13171" y="113407"/>
                </a:cubicBezTo>
                <a:cubicBezTo>
                  <a:pt x="13171" y="73893"/>
                  <a:pt x="21766" y="34379"/>
                  <a:pt x="49671" y="6028"/>
                </a:cubicBezTo>
                <a:cubicBezTo>
                  <a:pt x="52574" y="3349"/>
                  <a:pt x="52574" y="2902"/>
                  <a:pt x="52574" y="2232"/>
                </a:cubicBezTo>
                <a:cubicBezTo>
                  <a:pt x="52574" y="670"/>
                  <a:pt x="51681" y="0"/>
                  <a:pt x="50341" y="0"/>
                </a:cubicBezTo>
                <a:cubicBezTo>
                  <a:pt x="48109" y="0"/>
                  <a:pt x="27682" y="15404"/>
                  <a:pt x="14288" y="44202"/>
                </a:cubicBezTo>
                <a:cubicBezTo>
                  <a:pt x="2791" y="69093"/>
                  <a:pt x="0" y="94320"/>
                  <a:pt x="0" y="113407"/>
                </a:cubicBezTo>
                <a:cubicBezTo>
                  <a:pt x="0" y="131043"/>
                  <a:pt x="2567" y="158502"/>
                  <a:pt x="14957" y="184175"/>
                </a:cubicBezTo>
                <a:cubicBezTo>
                  <a:pt x="28575" y="211968"/>
                  <a:pt x="48109" y="226702"/>
                  <a:pt x="50341" y="226702"/>
                </a:cubicBezTo>
                <a:cubicBezTo>
                  <a:pt x="51681" y="226702"/>
                  <a:pt x="52574" y="226033"/>
                  <a:pt x="52574" y="2244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8B190-0129-4FD3-9DA5-7FFBDA4E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4730" y="1501192"/>
            <a:ext cx="127695" cy="100682"/>
          </a:xfrm>
          <a:custGeom xmlns:a="http://schemas.openxmlformats.org/drawingml/2006/main">
            <a:pathLst>
              <a:path w="127695" h="100682">
                <a:moveTo>
                  <a:pt x="73558" y="44872"/>
                </a:moveTo>
                <a:lnTo>
                  <a:pt x="100012" y="15404"/>
                </a:lnTo>
                <a:cubicBezTo>
                  <a:pt x="103026" y="12167"/>
                  <a:pt x="104366" y="10604"/>
                  <a:pt x="123230" y="10604"/>
                </a:cubicBezTo>
                <a:lnTo>
                  <a:pt x="123230" y="0"/>
                </a:lnTo>
                <a:cubicBezTo>
                  <a:pt x="115305" y="446"/>
                  <a:pt x="103473" y="558"/>
                  <a:pt x="102357" y="558"/>
                </a:cubicBezTo>
                <a:cubicBezTo>
                  <a:pt x="96664" y="558"/>
                  <a:pt x="85390" y="223"/>
                  <a:pt x="78916" y="0"/>
                </a:cubicBezTo>
                <a:lnTo>
                  <a:pt x="78916" y="10604"/>
                </a:lnTo>
                <a:cubicBezTo>
                  <a:pt x="82153" y="10604"/>
                  <a:pt x="84832" y="11050"/>
                  <a:pt x="87623" y="12613"/>
                </a:cubicBezTo>
                <a:cubicBezTo>
                  <a:pt x="86730" y="14064"/>
                  <a:pt x="86730" y="14399"/>
                  <a:pt x="85725" y="15404"/>
                </a:cubicBezTo>
                <a:lnTo>
                  <a:pt x="66749" y="36612"/>
                </a:lnTo>
                <a:lnTo>
                  <a:pt x="44537" y="10604"/>
                </a:lnTo>
                <a:lnTo>
                  <a:pt x="53578" y="10604"/>
                </a:lnTo>
                <a:lnTo>
                  <a:pt x="53578" y="0"/>
                </a:lnTo>
                <a:cubicBezTo>
                  <a:pt x="47662" y="223"/>
                  <a:pt x="33375" y="558"/>
                  <a:pt x="26119" y="558"/>
                </a:cubicBezTo>
                <a:cubicBezTo>
                  <a:pt x="18864" y="558"/>
                  <a:pt x="8706" y="223"/>
                  <a:pt x="1228" y="0"/>
                </a:cubicBezTo>
                <a:lnTo>
                  <a:pt x="1228" y="10604"/>
                </a:lnTo>
                <a:lnTo>
                  <a:pt x="17301" y="10604"/>
                </a:lnTo>
                <a:lnTo>
                  <a:pt x="52685" y="52350"/>
                </a:lnTo>
                <a:lnTo>
                  <a:pt x="22994" y="85725"/>
                </a:lnTo>
                <a:cubicBezTo>
                  <a:pt x="19087" y="89967"/>
                  <a:pt x="10939" y="89967"/>
                  <a:pt x="0" y="89967"/>
                </a:cubicBezTo>
                <a:lnTo>
                  <a:pt x="0" y="100682"/>
                </a:lnTo>
                <a:cubicBezTo>
                  <a:pt x="8037" y="100124"/>
                  <a:pt x="19757" y="99901"/>
                  <a:pt x="20873" y="99901"/>
                </a:cubicBezTo>
                <a:cubicBezTo>
                  <a:pt x="26566" y="99901"/>
                  <a:pt x="39737" y="100347"/>
                  <a:pt x="44202" y="100682"/>
                </a:cubicBezTo>
                <a:lnTo>
                  <a:pt x="44202" y="89967"/>
                </a:lnTo>
                <a:cubicBezTo>
                  <a:pt x="40184" y="89967"/>
                  <a:pt x="35942" y="88850"/>
                  <a:pt x="35942" y="87399"/>
                </a:cubicBezTo>
                <a:cubicBezTo>
                  <a:pt x="35942" y="87288"/>
                  <a:pt x="35942" y="87064"/>
                  <a:pt x="37505" y="85167"/>
                </a:cubicBezTo>
                <a:lnTo>
                  <a:pt x="59494" y="60499"/>
                </a:lnTo>
                <a:lnTo>
                  <a:pt x="84386" y="89967"/>
                </a:lnTo>
                <a:lnTo>
                  <a:pt x="75567" y="89967"/>
                </a:lnTo>
                <a:lnTo>
                  <a:pt x="75567" y="100682"/>
                </a:lnTo>
                <a:cubicBezTo>
                  <a:pt x="81483" y="100347"/>
                  <a:pt x="95324" y="99901"/>
                  <a:pt x="102803" y="99901"/>
                </a:cubicBezTo>
                <a:cubicBezTo>
                  <a:pt x="110058" y="99901"/>
                  <a:pt x="120216" y="100347"/>
                  <a:pt x="127695" y="100682"/>
                </a:cubicBezTo>
                <a:lnTo>
                  <a:pt x="127695" y="89967"/>
                </a:lnTo>
                <a:lnTo>
                  <a:pt x="111621" y="89967"/>
                </a:lnTo>
                <a:lnTo>
                  <a:pt x="73558" y="4487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0B964F-A00D-4ED5-8AB5-E4E54D65D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8879" y="1431764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224470"/>
                </a:moveTo>
                <a:cubicBezTo>
                  <a:pt x="52574" y="223800"/>
                  <a:pt x="52574" y="223354"/>
                  <a:pt x="48778" y="219447"/>
                </a:cubicBezTo>
                <a:cubicBezTo>
                  <a:pt x="20427" y="190872"/>
                  <a:pt x="13171" y="148010"/>
                  <a:pt x="13171" y="113407"/>
                </a:cubicBezTo>
                <a:cubicBezTo>
                  <a:pt x="13171" y="73893"/>
                  <a:pt x="21766" y="34379"/>
                  <a:pt x="49671" y="6028"/>
                </a:cubicBezTo>
                <a:cubicBezTo>
                  <a:pt x="52574" y="3349"/>
                  <a:pt x="52574" y="2902"/>
                  <a:pt x="52574" y="2232"/>
                </a:cubicBezTo>
                <a:cubicBezTo>
                  <a:pt x="52574" y="670"/>
                  <a:pt x="51792" y="0"/>
                  <a:pt x="50341" y="0"/>
                </a:cubicBezTo>
                <a:cubicBezTo>
                  <a:pt x="48109" y="0"/>
                  <a:pt x="27682" y="15404"/>
                  <a:pt x="14288" y="44202"/>
                </a:cubicBezTo>
                <a:cubicBezTo>
                  <a:pt x="2791" y="69093"/>
                  <a:pt x="0" y="94320"/>
                  <a:pt x="0" y="113407"/>
                </a:cubicBezTo>
                <a:cubicBezTo>
                  <a:pt x="0" y="131043"/>
                  <a:pt x="2567" y="158502"/>
                  <a:pt x="14957" y="184175"/>
                </a:cubicBezTo>
                <a:cubicBezTo>
                  <a:pt x="28575" y="211968"/>
                  <a:pt x="48109" y="226702"/>
                  <a:pt x="50341" y="226702"/>
                </a:cubicBezTo>
                <a:cubicBezTo>
                  <a:pt x="51792" y="226702"/>
                  <a:pt x="52574" y="226033"/>
                  <a:pt x="52574" y="224470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DA2F9-A6A0-4475-B900-B84294AB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9870" y="1459892"/>
            <a:ext cx="69652" cy="144438"/>
          </a:xfrm>
          <a:custGeom xmlns:a="http://schemas.openxmlformats.org/drawingml/2006/main">
            <a:pathLst>
              <a:path w="69652" h="144438">
                <a:moveTo>
                  <a:pt x="41523" y="51234"/>
                </a:moveTo>
                <a:lnTo>
                  <a:pt x="62843" y="51234"/>
                </a:lnTo>
                <a:cubicBezTo>
                  <a:pt x="67419" y="51234"/>
                  <a:pt x="69652" y="51234"/>
                  <a:pt x="69652" y="46658"/>
                </a:cubicBezTo>
                <a:cubicBezTo>
                  <a:pt x="69652" y="44202"/>
                  <a:pt x="67419" y="44202"/>
                  <a:pt x="63401" y="44202"/>
                </a:cubicBezTo>
                <a:lnTo>
                  <a:pt x="43421" y="44202"/>
                </a:lnTo>
                <a:cubicBezTo>
                  <a:pt x="51569" y="11943"/>
                  <a:pt x="52685" y="7479"/>
                  <a:pt x="52685" y="6028"/>
                </a:cubicBezTo>
                <a:cubicBezTo>
                  <a:pt x="52685" y="2232"/>
                  <a:pt x="50006" y="0"/>
                  <a:pt x="46100" y="0"/>
                </a:cubicBezTo>
                <a:cubicBezTo>
                  <a:pt x="45430" y="0"/>
                  <a:pt x="39067" y="223"/>
                  <a:pt x="37058" y="8148"/>
                </a:cubicBezTo>
                <a:lnTo>
                  <a:pt x="28129" y="44202"/>
                </a:lnTo>
                <a:lnTo>
                  <a:pt x="6809" y="44202"/>
                </a:lnTo>
                <a:cubicBezTo>
                  <a:pt x="2344" y="44202"/>
                  <a:pt x="0" y="44202"/>
                  <a:pt x="0" y="48555"/>
                </a:cubicBezTo>
                <a:cubicBezTo>
                  <a:pt x="0" y="51234"/>
                  <a:pt x="1898" y="51234"/>
                  <a:pt x="6474" y="51234"/>
                </a:cubicBezTo>
                <a:lnTo>
                  <a:pt x="26343" y="51234"/>
                </a:lnTo>
                <a:cubicBezTo>
                  <a:pt x="10046" y="115639"/>
                  <a:pt x="9153" y="119435"/>
                  <a:pt x="9153" y="123565"/>
                </a:cubicBezTo>
                <a:cubicBezTo>
                  <a:pt x="9153" y="135731"/>
                  <a:pt x="17748" y="144438"/>
                  <a:pt x="30026" y="144438"/>
                </a:cubicBezTo>
                <a:cubicBezTo>
                  <a:pt x="53132" y="144438"/>
                  <a:pt x="66080" y="111286"/>
                  <a:pt x="66080" y="109500"/>
                </a:cubicBezTo>
                <a:cubicBezTo>
                  <a:pt x="66080" y="107268"/>
                  <a:pt x="64294" y="107268"/>
                  <a:pt x="63401" y="107268"/>
                </a:cubicBezTo>
                <a:cubicBezTo>
                  <a:pt x="61280" y="107268"/>
                  <a:pt x="61057" y="107938"/>
                  <a:pt x="59941" y="110393"/>
                </a:cubicBezTo>
                <a:cubicBezTo>
                  <a:pt x="50230" y="134057"/>
                  <a:pt x="38174" y="139415"/>
                  <a:pt x="30473" y="139415"/>
                </a:cubicBezTo>
                <a:cubicBezTo>
                  <a:pt x="25673" y="139415"/>
                  <a:pt x="23440" y="136513"/>
                  <a:pt x="23440" y="128922"/>
                </a:cubicBezTo>
                <a:cubicBezTo>
                  <a:pt x="23440" y="123565"/>
                  <a:pt x="23887" y="121890"/>
                  <a:pt x="24780" y="118095"/>
                </a:cubicBezTo>
                <a:lnTo>
                  <a:pt x="41523" y="512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5FFB0-CFFD-4A2B-B086-AD97ED9C7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0283" y="1431764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113407"/>
                </a:moveTo>
                <a:cubicBezTo>
                  <a:pt x="52574" y="95659"/>
                  <a:pt x="50006" y="68200"/>
                  <a:pt x="37616" y="42639"/>
                </a:cubicBezTo>
                <a:cubicBezTo>
                  <a:pt x="23999" y="14734"/>
                  <a:pt x="4465" y="0"/>
                  <a:pt x="2232" y="0"/>
                </a:cubicBezTo>
                <a:cubicBezTo>
                  <a:pt x="781" y="0"/>
                  <a:pt x="0" y="893"/>
                  <a:pt x="0" y="2232"/>
                </a:cubicBezTo>
                <a:cubicBezTo>
                  <a:pt x="0" y="2902"/>
                  <a:pt x="0" y="3349"/>
                  <a:pt x="4242" y="7479"/>
                </a:cubicBezTo>
                <a:cubicBezTo>
                  <a:pt x="26454" y="29914"/>
                  <a:pt x="39402" y="65968"/>
                  <a:pt x="39402" y="113407"/>
                </a:cubicBezTo>
                <a:cubicBezTo>
                  <a:pt x="39402" y="152140"/>
                  <a:pt x="31031" y="192100"/>
                  <a:pt x="2902" y="220675"/>
                </a:cubicBezTo>
                <a:cubicBezTo>
                  <a:pt x="0" y="223354"/>
                  <a:pt x="0" y="223800"/>
                  <a:pt x="0" y="224470"/>
                </a:cubicBezTo>
                <a:cubicBezTo>
                  <a:pt x="0" y="225809"/>
                  <a:pt x="781" y="226702"/>
                  <a:pt x="2232" y="226702"/>
                </a:cubicBezTo>
                <a:cubicBezTo>
                  <a:pt x="4465" y="226702"/>
                  <a:pt x="24891" y="211299"/>
                  <a:pt x="38286" y="182500"/>
                </a:cubicBezTo>
                <a:cubicBezTo>
                  <a:pt x="49783" y="157609"/>
                  <a:pt x="52574" y="132383"/>
                  <a:pt x="52574" y="1134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CA3C5-D14D-4324-A821-A228DF9D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50" y="1577764"/>
            <a:ext cx="26566" cy="67866"/>
          </a:xfrm>
          <a:custGeom xmlns:a="http://schemas.openxmlformats.org/drawingml/2006/main">
            <a:pathLst>
              <a:path w="26566" h="67866">
                <a:moveTo>
                  <a:pt x="26566" y="23775"/>
                </a:moveTo>
                <a:cubicBezTo>
                  <a:pt x="26566" y="8818"/>
                  <a:pt x="20873" y="0"/>
                  <a:pt x="12055" y="0"/>
                </a:cubicBezTo>
                <a:cubicBezTo>
                  <a:pt x="4576" y="0"/>
                  <a:pt x="0" y="5693"/>
                  <a:pt x="0" y="12055"/>
                </a:cubicBezTo>
                <a:cubicBezTo>
                  <a:pt x="0" y="18083"/>
                  <a:pt x="4576" y="24110"/>
                  <a:pt x="12055" y="24110"/>
                </a:cubicBezTo>
                <a:cubicBezTo>
                  <a:pt x="14734" y="24110"/>
                  <a:pt x="17748" y="23217"/>
                  <a:pt x="19980" y="21096"/>
                </a:cubicBezTo>
                <a:cubicBezTo>
                  <a:pt x="20650" y="20650"/>
                  <a:pt x="20873" y="20427"/>
                  <a:pt x="21096" y="20427"/>
                </a:cubicBezTo>
                <a:cubicBezTo>
                  <a:pt x="21320" y="20427"/>
                  <a:pt x="21543" y="20650"/>
                  <a:pt x="21543" y="23775"/>
                </a:cubicBezTo>
                <a:cubicBezTo>
                  <a:pt x="21543" y="40630"/>
                  <a:pt x="13618" y="54248"/>
                  <a:pt x="6139" y="61726"/>
                </a:cubicBezTo>
                <a:cubicBezTo>
                  <a:pt x="3683" y="64182"/>
                  <a:pt x="3683" y="64629"/>
                  <a:pt x="3683" y="65298"/>
                </a:cubicBezTo>
                <a:cubicBezTo>
                  <a:pt x="3683" y="66973"/>
                  <a:pt x="4800" y="67866"/>
                  <a:pt x="5916" y="67866"/>
                </a:cubicBezTo>
                <a:cubicBezTo>
                  <a:pt x="8372" y="67866"/>
                  <a:pt x="26566" y="50341"/>
                  <a:pt x="26566" y="2377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F685E8-34A0-4FB7-8186-F3ECDC0D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217" y="1499071"/>
            <a:ext cx="151916" cy="104589"/>
          </a:xfrm>
          <a:custGeom xmlns:a="http://schemas.openxmlformats.org/drawingml/2006/main">
            <a:pathLst>
              <a:path w="151916" h="104589">
                <a:moveTo>
                  <a:pt x="77019" y="70991"/>
                </a:moveTo>
                <a:cubicBezTo>
                  <a:pt x="82711" y="60610"/>
                  <a:pt x="85948" y="49448"/>
                  <a:pt x="85948" y="45541"/>
                </a:cubicBezTo>
                <a:cubicBezTo>
                  <a:pt x="85948" y="40630"/>
                  <a:pt x="83158" y="35607"/>
                  <a:pt x="77353" y="35607"/>
                </a:cubicBezTo>
                <a:cubicBezTo>
                  <a:pt x="63178" y="35607"/>
                  <a:pt x="61615" y="59606"/>
                  <a:pt x="61503" y="65745"/>
                </a:cubicBezTo>
                <a:cubicBezTo>
                  <a:pt x="61280" y="69205"/>
                  <a:pt x="61057" y="69428"/>
                  <a:pt x="60722" y="69652"/>
                </a:cubicBezTo>
                <a:cubicBezTo>
                  <a:pt x="57373" y="73000"/>
                  <a:pt x="47662" y="79586"/>
                  <a:pt x="35607" y="79586"/>
                </a:cubicBezTo>
                <a:cubicBezTo>
                  <a:pt x="20650" y="79586"/>
                  <a:pt x="11943" y="69875"/>
                  <a:pt x="11943" y="57150"/>
                </a:cubicBezTo>
                <a:cubicBezTo>
                  <a:pt x="11943" y="50118"/>
                  <a:pt x="16073" y="33151"/>
                  <a:pt x="31700" y="11832"/>
                </a:cubicBezTo>
                <a:cubicBezTo>
                  <a:pt x="33821" y="9376"/>
                  <a:pt x="34156" y="8595"/>
                  <a:pt x="34156" y="6809"/>
                </a:cubicBezTo>
                <a:cubicBezTo>
                  <a:pt x="34156" y="4018"/>
                  <a:pt x="31924" y="2121"/>
                  <a:pt x="29468" y="2121"/>
                </a:cubicBezTo>
                <a:cubicBezTo>
                  <a:pt x="27236" y="2121"/>
                  <a:pt x="25784" y="3460"/>
                  <a:pt x="25561" y="3460"/>
                </a:cubicBezTo>
                <a:cubicBezTo>
                  <a:pt x="24445" y="4576"/>
                  <a:pt x="0" y="34268"/>
                  <a:pt x="0" y="66638"/>
                </a:cubicBezTo>
                <a:cubicBezTo>
                  <a:pt x="0" y="89520"/>
                  <a:pt x="11497" y="104589"/>
                  <a:pt x="30807" y="104589"/>
                </a:cubicBezTo>
                <a:cubicBezTo>
                  <a:pt x="46881" y="104589"/>
                  <a:pt x="59606" y="93650"/>
                  <a:pt x="64629" y="88181"/>
                </a:cubicBezTo>
                <a:cubicBezTo>
                  <a:pt x="67531" y="95101"/>
                  <a:pt x="74116" y="104589"/>
                  <a:pt x="89185" y="104589"/>
                </a:cubicBezTo>
                <a:cubicBezTo>
                  <a:pt x="108607" y="104589"/>
                  <a:pt x="126132" y="90301"/>
                  <a:pt x="136066" y="74898"/>
                </a:cubicBezTo>
                <a:cubicBezTo>
                  <a:pt x="149907" y="53355"/>
                  <a:pt x="151916" y="24333"/>
                  <a:pt x="151916" y="21096"/>
                </a:cubicBezTo>
                <a:cubicBezTo>
                  <a:pt x="151916" y="3683"/>
                  <a:pt x="141536" y="0"/>
                  <a:pt x="136736" y="0"/>
                </a:cubicBezTo>
                <a:cubicBezTo>
                  <a:pt x="128141" y="0"/>
                  <a:pt x="119546" y="9153"/>
                  <a:pt x="119546" y="17301"/>
                </a:cubicBezTo>
                <a:cubicBezTo>
                  <a:pt x="119546" y="23217"/>
                  <a:pt x="123788" y="25896"/>
                  <a:pt x="126132" y="27682"/>
                </a:cubicBezTo>
                <a:cubicBezTo>
                  <a:pt x="131936" y="31477"/>
                  <a:pt x="136959" y="36947"/>
                  <a:pt x="136959" y="44202"/>
                </a:cubicBezTo>
                <a:cubicBezTo>
                  <a:pt x="136959" y="59159"/>
                  <a:pt x="117425" y="79586"/>
                  <a:pt x="93873" y="79586"/>
                </a:cubicBezTo>
                <a:cubicBezTo>
                  <a:pt x="87288" y="79586"/>
                  <a:pt x="81149" y="77800"/>
                  <a:pt x="77019" y="7099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836A1B-C009-4484-87A9-E8633250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4969" y="1562919"/>
            <a:ext cx="69986" cy="74675"/>
          </a:xfrm>
          <a:custGeom xmlns:a="http://schemas.openxmlformats.org/drawingml/2006/main">
            <a:pathLst>
              <a:path w="69986" h="74675">
                <a:moveTo>
                  <a:pt x="35049" y="0"/>
                </a:moveTo>
                <a:cubicBezTo>
                  <a:pt x="14399" y="0"/>
                  <a:pt x="0" y="15292"/>
                  <a:pt x="0" y="37170"/>
                </a:cubicBezTo>
                <a:cubicBezTo>
                  <a:pt x="0" y="58601"/>
                  <a:pt x="14734" y="74675"/>
                  <a:pt x="34714" y="74675"/>
                </a:cubicBezTo>
                <a:cubicBezTo>
                  <a:pt x="54694" y="74675"/>
                  <a:pt x="69986" y="57820"/>
                  <a:pt x="69986" y="35830"/>
                </a:cubicBezTo>
                <a:cubicBezTo>
                  <a:pt x="69986" y="15069"/>
                  <a:pt x="55476" y="0"/>
                  <a:pt x="35049" y="0"/>
                </a:cubicBezTo>
                <a:close/>
                <a:moveTo>
                  <a:pt x="33040" y="4465"/>
                </a:moveTo>
                <a:cubicBezTo>
                  <a:pt x="46323" y="4465"/>
                  <a:pt x="55699" y="19645"/>
                  <a:pt x="55699" y="41411"/>
                </a:cubicBezTo>
                <a:cubicBezTo>
                  <a:pt x="55699" y="59382"/>
                  <a:pt x="48555" y="70210"/>
                  <a:pt x="36612" y="70210"/>
                </a:cubicBezTo>
                <a:cubicBezTo>
                  <a:pt x="30473" y="70210"/>
                  <a:pt x="24557" y="66415"/>
                  <a:pt x="21320" y="60052"/>
                </a:cubicBezTo>
                <a:cubicBezTo>
                  <a:pt x="16743" y="51792"/>
                  <a:pt x="14288" y="40630"/>
                  <a:pt x="14288" y="29356"/>
                </a:cubicBezTo>
                <a:cubicBezTo>
                  <a:pt x="14288" y="14288"/>
                  <a:pt x="21766" y="4465"/>
                  <a:pt x="33040" y="446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39F82-FE05-4BFD-996F-E80C4D76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898" y="1577764"/>
            <a:ext cx="26566" cy="67866"/>
          </a:xfrm>
          <a:custGeom xmlns:a="http://schemas.openxmlformats.org/drawingml/2006/main">
            <a:pathLst>
              <a:path w="26566" h="67866">
                <a:moveTo>
                  <a:pt x="26566" y="23775"/>
                </a:moveTo>
                <a:cubicBezTo>
                  <a:pt x="26566" y="8818"/>
                  <a:pt x="20873" y="0"/>
                  <a:pt x="12055" y="0"/>
                </a:cubicBezTo>
                <a:cubicBezTo>
                  <a:pt x="4576" y="0"/>
                  <a:pt x="0" y="5693"/>
                  <a:pt x="0" y="12055"/>
                </a:cubicBezTo>
                <a:cubicBezTo>
                  <a:pt x="0" y="18083"/>
                  <a:pt x="4576" y="24110"/>
                  <a:pt x="12055" y="24110"/>
                </a:cubicBezTo>
                <a:cubicBezTo>
                  <a:pt x="14846" y="24110"/>
                  <a:pt x="17748" y="23217"/>
                  <a:pt x="19980" y="21096"/>
                </a:cubicBezTo>
                <a:cubicBezTo>
                  <a:pt x="20650" y="20650"/>
                  <a:pt x="20873" y="20427"/>
                  <a:pt x="21208" y="20427"/>
                </a:cubicBezTo>
                <a:cubicBezTo>
                  <a:pt x="21431" y="20427"/>
                  <a:pt x="21543" y="20650"/>
                  <a:pt x="21543" y="23775"/>
                </a:cubicBezTo>
                <a:cubicBezTo>
                  <a:pt x="21543" y="40630"/>
                  <a:pt x="13618" y="54248"/>
                  <a:pt x="6139" y="61726"/>
                </a:cubicBezTo>
                <a:cubicBezTo>
                  <a:pt x="3683" y="64182"/>
                  <a:pt x="3683" y="64629"/>
                  <a:pt x="3683" y="65298"/>
                </a:cubicBezTo>
                <a:cubicBezTo>
                  <a:pt x="3683" y="66973"/>
                  <a:pt x="4800" y="67866"/>
                  <a:pt x="5916" y="67866"/>
                </a:cubicBezTo>
                <a:cubicBezTo>
                  <a:pt x="8483" y="67866"/>
                  <a:pt x="26566" y="50341"/>
                  <a:pt x="26566" y="23775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FA3795-4841-4B37-9C9F-CB341AA5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7292" y="1504094"/>
            <a:ext cx="109724" cy="100459"/>
          </a:xfrm>
          <a:custGeom xmlns:a="http://schemas.openxmlformats.org/drawingml/2006/main">
            <a:pathLst>
              <a:path w="109724" h="100459">
                <a:moveTo>
                  <a:pt x="60499" y="13060"/>
                </a:moveTo>
                <a:lnTo>
                  <a:pt x="98561" y="13060"/>
                </a:lnTo>
                <a:cubicBezTo>
                  <a:pt x="101575" y="13060"/>
                  <a:pt x="109724" y="13060"/>
                  <a:pt x="109724" y="5469"/>
                </a:cubicBezTo>
                <a:cubicBezTo>
                  <a:pt x="109724" y="0"/>
                  <a:pt x="104924" y="0"/>
                  <a:pt x="100571" y="0"/>
                </a:cubicBezTo>
                <a:lnTo>
                  <a:pt x="37170" y="0"/>
                </a:lnTo>
                <a:cubicBezTo>
                  <a:pt x="32593" y="0"/>
                  <a:pt x="23775" y="0"/>
                  <a:pt x="13729" y="10604"/>
                </a:cubicBezTo>
                <a:cubicBezTo>
                  <a:pt x="6251" y="18752"/>
                  <a:pt x="0" y="29691"/>
                  <a:pt x="0" y="31031"/>
                </a:cubicBezTo>
                <a:cubicBezTo>
                  <a:pt x="0" y="31254"/>
                  <a:pt x="0" y="33263"/>
                  <a:pt x="2679" y="33263"/>
                </a:cubicBezTo>
                <a:cubicBezTo>
                  <a:pt x="4465" y="33263"/>
                  <a:pt x="4911" y="32370"/>
                  <a:pt x="6251" y="30584"/>
                </a:cubicBezTo>
                <a:cubicBezTo>
                  <a:pt x="17413" y="13060"/>
                  <a:pt x="30361" y="13060"/>
                  <a:pt x="35049" y="13060"/>
                </a:cubicBezTo>
                <a:lnTo>
                  <a:pt x="53913" y="13060"/>
                </a:lnTo>
                <a:lnTo>
                  <a:pt x="31700" y="85948"/>
                </a:lnTo>
                <a:cubicBezTo>
                  <a:pt x="30807" y="88627"/>
                  <a:pt x="29356" y="93427"/>
                  <a:pt x="29356" y="94320"/>
                </a:cubicBezTo>
                <a:cubicBezTo>
                  <a:pt x="29356" y="96887"/>
                  <a:pt x="31031" y="100459"/>
                  <a:pt x="35942" y="100459"/>
                </a:cubicBezTo>
                <a:cubicBezTo>
                  <a:pt x="43421" y="100459"/>
                  <a:pt x="44648" y="94097"/>
                  <a:pt x="45318" y="90748"/>
                </a:cubicBezTo>
                <a:lnTo>
                  <a:pt x="60499" y="1306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F95DE0-7734-43CE-9C62-D58B830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340" y="1431764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113407"/>
                </a:moveTo>
                <a:cubicBezTo>
                  <a:pt x="52574" y="95659"/>
                  <a:pt x="50006" y="68200"/>
                  <a:pt x="37616" y="42639"/>
                </a:cubicBezTo>
                <a:cubicBezTo>
                  <a:pt x="23999" y="14734"/>
                  <a:pt x="4465" y="0"/>
                  <a:pt x="2232" y="0"/>
                </a:cubicBezTo>
                <a:cubicBezTo>
                  <a:pt x="893" y="0"/>
                  <a:pt x="0" y="893"/>
                  <a:pt x="0" y="2232"/>
                </a:cubicBezTo>
                <a:cubicBezTo>
                  <a:pt x="0" y="2902"/>
                  <a:pt x="0" y="3349"/>
                  <a:pt x="4242" y="7479"/>
                </a:cubicBezTo>
                <a:cubicBezTo>
                  <a:pt x="26454" y="29914"/>
                  <a:pt x="39402" y="65968"/>
                  <a:pt x="39402" y="113407"/>
                </a:cubicBezTo>
                <a:cubicBezTo>
                  <a:pt x="39402" y="152140"/>
                  <a:pt x="31031" y="192100"/>
                  <a:pt x="2902" y="220675"/>
                </a:cubicBezTo>
                <a:cubicBezTo>
                  <a:pt x="0" y="223354"/>
                  <a:pt x="0" y="223800"/>
                  <a:pt x="0" y="224470"/>
                </a:cubicBezTo>
                <a:cubicBezTo>
                  <a:pt x="0" y="225809"/>
                  <a:pt x="893" y="226702"/>
                  <a:pt x="2232" y="226702"/>
                </a:cubicBezTo>
                <a:cubicBezTo>
                  <a:pt x="4465" y="226702"/>
                  <a:pt x="24892" y="211299"/>
                  <a:pt x="38286" y="182500"/>
                </a:cubicBezTo>
                <a:cubicBezTo>
                  <a:pt x="49895" y="157609"/>
                  <a:pt x="52574" y="132383"/>
                  <a:pt x="52574" y="11340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3429A5-BAFF-4D9D-901E-25CC708C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798" y="4926174"/>
            <a:ext cx="154372" cy="174464"/>
          </a:xfrm>
          <a:custGeom xmlns:a="http://schemas.openxmlformats.org/drawingml/2006/main">
            <a:pathLst>
              <a:path w="154372" h="174464">
                <a:moveTo>
                  <a:pt x="85613" y="19980"/>
                </a:moveTo>
                <a:cubicBezTo>
                  <a:pt x="87846" y="10716"/>
                  <a:pt x="88627" y="7925"/>
                  <a:pt x="112626" y="7925"/>
                </a:cubicBezTo>
                <a:cubicBezTo>
                  <a:pt x="120328" y="7925"/>
                  <a:pt x="122448" y="7925"/>
                  <a:pt x="122448" y="3125"/>
                </a:cubicBezTo>
                <a:cubicBezTo>
                  <a:pt x="122448" y="0"/>
                  <a:pt x="119546" y="0"/>
                  <a:pt x="118318" y="0"/>
                </a:cubicBezTo>
                <a:cubicBezTo>
                  <a:pt x="109835" y="0"/>
                  <a:pt x="88850" y="781"/>
                  <a:pt x="80479" y="781"/>
                </a:cubicBezTo>
                <a:cubicBezTo>
                  <a:pt x="72889" y="781"/>
                  <a:pt x="54136" y="0"/>
                  <a:pt x="46546" y="0"/>
                </a:cubicBezTo>
                <a:cubicBezTo>
                  <a:pt x="44760" y="0"/>
                  <a:pt x="41635" y="0"/>
                  <a:pt x="41635" y="5135"/>
                </a:cubicBezTo>
                <a:cubicBezTo>
                  <a:pt x="41635" y="7925"/>
                  <a:pt x="43979" y="7925"/>
                  <a:pt x="48778" y="7925"/>
                </a:cubicBezTo>
                <a:cubicBezTo>
                  <a:pt x="49337" y="7925"/>
                  <a:pt x="54136" y="7925"/>
                  <a:pt x="58489" y="8372"/>
                </a:cubicBezTo>
                <a:cubicBezTo>
                  <a:pt x="63066" y="8930"/>
                  <a:pt x="65410" y="9265"/>
                  <a:pt x="65410" y="12502"/>
                </a:cubicBezTo>
                <a:cubicBezTo>
                  <a:pt x="65410" y="13506"/>
                  <a:pt x="65187" y="14288"/>
                  <a:pt x="64405" y="17413"/>
                </a:cubicBezTo>
                <a:lnTo>
                  <a:pt x="30138" y="154595"/>
                </a:lnTo>
                <a:cubicBezTo>
                  <a:pt x="27570" y="164530"/>
                  <a:pt x="27124" y="166539"/>
                  <a:pt x="6921" y="166539"/>
                </a:cubicBezTo>
                <a:cubicBezTo>
                  <a:pt x="2567" y="166539"/>
                  <a:pt x="0" y="166539"/>
                  <a:pt x="0" y="171673"/>
                </a:cubicBezTo>
                <a:cubicBezTo>
                  <a:pt x="0" y="174464"/>
                  <a:pt x="2344" y="174464"/>
                  <a:pt x="6921" y="174464"/>
                </a:cubicBezTo>
                <a:lnTo>
                  <a:pt x="125239" y="174464"/>
                </a:lnTo>
                <a:cubicBezTo>
                  <a:pt x="131378" y="174464"/>
                  <a:pt x="131601" y="174464"/>
                  <a:pt x="133164" y="170111"/>
                </a:cubicBezTo>
                <a:lnTo>
                  <a:pt x="153367" y="114970"/>
                </a:lnTo>
                <a:cubicBezTo>
                  <a:pt x="154372" y="112179"/>
                  <a:pt x="154372" y="111621"/>
                  <a:pt x="154372" y="111398"/>
                </a:cubicBezTo>
                <a:cubicBezTo>
                  <a:pt x="154372" y="110393"/>
                  <a:pt x="153479" y="108607"/>
                  <a:pt x="151247" y="108607"/>
                </a:cubicBezTo>
                <a:cubicBezTo>
                  <a:pt x="149014" y="108607"/>
                  <a:pt x="148679" y="109835"/>
                  <a:pt x="146893" y="113965"/>
                </a:cubicBezTo>
                <a:cubicBezTo>
                  <a:pt x="138187" y="137406"/>
                  <a:pt x="127025" y="166539"/>
                  <a:pt x="82823" y="166539"/>
                </a:cubicBezTo>
                <a:lnTo>
                  <a:pt x="58824" y="166539"/>
                </a:lnTo>
                <a:cubicBezTo>
                  <a:pt x="55141" y="166539"/>
                  <a:pt x="54694" y="166539"/>
                  <a:pt x="53132" y="166315"/>
                </a:cubicBezTo>
                <a:cubicBezTo>
                  <a:pt x="50564" y="166092"/>
                  <a:pt x="49783" y="165869"/>
                  <a:pt x="49783" y="163748"/>
                </a:cubicBezTo>
                <a:cubicBezTo>
                  <a:pt x="49783" y="162967"/>
                  <a:pt x="49783" y="162520"/>
                  <a:pt x="51122" y="157944"/>
                </a:cubicBezTo>
                <a:lnTo>
                  <a:pt x="85613" y="19980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A370E-69C4-4B2C-ADB1-578F70E4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904" y="4916574"/>
            <a:ext cx="70545" cy="80702"/>
          </a:xfrm>
          <a:custGeom xmlns:a="http://schemas.openxmlformats.org/drawingml/2006/main">
            <a:pathLst>
              <a:path w="70545" h="80702">
                <a:moveTo>
                  <a:pt x="57150" y="59829"/>
                </a:moveTo>
                <a:cubicBezTo>
                  <a:pt x="47327" y="70321"/>
                  <a:pt x="40407" y="74340"/>
                  <a:pt x="31589" y="74340"/>
                </a:cubicBezTo>
                <a:cubicBezTo>
                  <a:pt x="21431" y="74340"/>
                  <a:pt x="15292" y="66638"/>
                  <a:pt x="15292" y="53913"/>
                </a:cubicBezTo>
                <a:cubicBezTo>
                  <a:pt x="15292" y="38732"/>
                  <a:pt x="21654" y="22882"/>
                  <a:pt x="31589" y="12278"/>
                </a:cubicBezTo>
                <a:cubicBezTo>
                  <a:pt x="36835" y="6920"/>
                  <a:pt x="43979" y="3683"/>
                  <a:pt x="50899" y="3683"/>
                </a:cubicBezTo>
                <a:cubicBezTo>
                  <a:pt x="55029" y="3683"/>
                  <a:pt x="57708" y="5135"/>
                  <a:pt x="57708" y="7255"/>
                </a:cubicBezTo>
                <a:cubicBezTo>
                  <a:pt x="57708" y="8148"/>
                  <a:pt x="57373" y="9041"/>
                  <a:pt x="56592" y="10716"/>
                </a:cubicBezTo>
                <a:cubicBezTo>
                  <a:pt x="55364" y="12948"/>
                  <a:pt x="55029" y="14288"/>
                  <a:pt x="55029" y="15850"/>
                </a:cubicBezTo>
                <a:cubicBezTo>
                  <a:pt x="55029" y="20092"/>
                  <a:pt x="57708" y="22659"/>
                  <a:pt x="61950" y="22659"/>
                </a:cubicBezTo>
                <a:cubicBezTo>
                  <a:pt x="66861" y="22659"/>
                  <a:pt x="70545" y="19087"/>
                  <a:pt x="70545" y="14399"/>
                </a:cubicBezTo>
                <a:cubicBezTo>
                  <a:pt x="70545" y="6139"/>
                  <a:pt x="62508" y="0"/>
                  <a:pt x="51792" y="0"/>
                </a:cubicBezTo>
                <a:cubicBezTo>
                  <a:pt x="25003" y="0"/>
                  <a:pt x="0" y="26008"/>
                  <a:pt x="0" y="53913"/>
                </a:cubicBezTo>
                <a:cubicBezTo>
                  <a:pt x="0" y="70879"/>
                  <a:pt x="9599" y="80702"/>
                  <a:pt x="26231" y="80702"/>
                </a:cubicBezTo>
                <a:cubicBezTo>
                  <a:pt x="39402" y="80702"/>
                  <a:pt x="49337" y="75233"/>
                  <a:pt x="60052" y="61615"/>
                </a:cubicBezTo>
                <a:lnTo>
                  <a:pt x="57150" y="59829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036DD0-E970-49C2-84A3-BBF69DF7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8257" y="4916574"/>
            <a:ext cx="82042" cy="80702"/>
          </a:xfrm>
          <a:custGeom xmlns:a="http://schemas.openxmlformats.org/drawingml/2006/main">
            <a:pathLst>
              <a:path w="82042" h="80702">
                <a:moveTo>
                  <a:pt x="79921" y="59048"/>
                </a:moveTo>
                <a:cubicBezTo>
                  <a:pt x="77242" y="61726"/>
                  <a:pt x="76126" y="62619"/>
                  <a:pt x="74898" y="64070"/>
                </a:cubicBezTo>
                <a:cubicBezTo>
                  <a:pt x="69540" y="69652"/>
                  <a:pt x="67196" y="71438"/>
                  <a:pt x="65633" y="71438"/>
                </a:cubicBezTo>
                <a:cubicBezTo>
                  <a:pt x="64182" y="71438"/>
                  <a:pt x="63066" y="70321"/>
                  <a:pt x="63066" y="69093"/>
                </a:cubicBezTo>
                <a:cubicBezTo>
                  <a:pt x="63066" y="65522"/>
                  <a:pt x="70656" y="34937"/>
                  <a:pt x="79028" y="4242"/>
                </a:cubicBezTo>
                <a:cubicBezTo>
                  <a:pt x="79586" y="2456"/>
                  <a:pt x="79697" y="2121"/>
                  <a:pt x="80032" y="446"/>
                </a:cubicBezTo>
                <a:lnTo>
                  <a:pt x="78804" y="0"/>
                </a:lnTo>
                <a:lnTo>
                  <a:pt x="67977" y="1228"/>
                </a:lnTo>
                <a:lnTo>
                  <a:pt x="67419" y="1786"/>
                </a:lnTo>
                <a:lnTo>
                  <a:pt x="65410" y="10381"/>
                </a:lnTo>
                <a:cubicBezTo>
                  <a:pt x="63959" y="3683"/>
                  <a:pt x="58824" y="0"/>
                  <a:pt x="51122" y="0"/>
                </a:cubicBezTo>
                <a:cubicBezTo>
                  <a:pt x="27570" y="0"/>
                  <a:pt x="0" y="32705"/>
                  <a:pt x="0" y="60833"/>
                </a:cubicBezTo>
                <a:cubicBezTo>
                  <a:pt x="0" y="73335"/>
                  <a:pt x="6809" y="80702"/>
                  <a:pt x="18194" y="80702"/>
                </a:cubicBezTo>
                <a:cubicBezTo>
                  <a:pt x="30696" y="80702"/>
                  <a:pt x="38509" y="74786"/>
                  <a:pt x="54136" y="52685"/>
                </a:cubicBezTo>
                <a:cubicBezTo>
                  <a:pt x="50564" y="66638"/>
                  <a:pt x="50006" y="68870"/>
                  <a:pt x="50006" y="73223"/>
                </a:cubicBezTo>
                <a:cubicBezTo>
                  <a:pt x="50006" y="78358"/>
                  <a:pt x="52239" y="80479"/>
                  <a:pt x="57262" y="80479"/>
                </a:cubicBezTo>
                <a:cubicBezTo>
                  <a:pt x="64294" y="80479"/>
                  <a:pt x="68870" y="77130"/>
                  <a:pt x="82042" y="60833"/>
                </a:cubicBezTo>
                <a:lnTo>
                  <a:pt x="79921" y="59048"/>
                </a:lnTo>
                <a:close/>
                <a:moveTo>
                  <a:pt x="52239" y="3907"/>
                </a:moveTo>
                <a:cubicBezTo>
                  <a:pt x="58266" y="4242"/>
                  <a:pt x="62173" y="8483"/>
                  <a:pt x="62173" y="14734"/>
                </a:cubicBezTo>
                <a:cubicBezTo>
                  <a:pt x="62173" y="29803"/>
                  <a:pt x="53243" y="50899"/>
                  <a:pt x="40965" y="64070"/>
                </a:cubicBezTo>
                <a:cubicBezTo>
                  <a:pt x="36612" y="68870"/>
                  <a:pt x="30584" y="71996"/>
                  <a:pt x="25450" y="71996"/>
                </a:cubicBezTo>
                <a:cubicBezTo>
                  <a:pt x="19087" y="71996"/>
                  <a:pt x="15069" y="66749"/>
                  <a:pt x="15069" y="58601"/>
                </a:cubicBezTo>
                <a:cubicBezTo>
                  <a:pt x="15069" y="48890"/>
                  <a:pt x="21766" y="30473"/>
                  <a:pt x="29468" y="19422"/>
                </a:cubicBezTo>
                <a:cubicBezTo>
                  <a:pt x="36612" y="9041"/>
                  <a:pt x="45095" y="3349"/>
                  <a:pt x="52239" y="3907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3F46E-22A4-46DA-90C1-7715E64C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893" y="4916574"/>
            <a:ext cx="70545" cy="80702"/>
          </a:xfrm>
          <a:custGeom xmlns:a="http://schemas.openxmlformats.org/drawingml/2006/main">
            <a:pathLst>
              <a:path w="70545" h="80702">
                <a:moveTo>
                  <a:pt x="57150" y="59829"/>
                </a:moveTo>
                <a:cubicBezTo>
                  <a:pt x="47327" y="70321"/>
                  <a:pt x="40407" y="74340"/>
                  <a:pt x="31589" y="74340"/>
                </a:cubicBezTo>
                <a:cubicBezTo>
                  <a:pt x="21431" y="74340"/>
                  <a:pt x="15292" y="66638"/>
                  <a:pt x="15292" y="53913"/>
                </a:cubicBezTo>
                <a:cubicBezTo>
                  <a:pt x="15292" y="38732"/>
                  <a:pt x="21655" y="22882"/>
                  <a:pt x="31589" y="12278"/>
                </a:cubicBezTo>
                <a:cubicBezTo>
                  <a:pt x="36835" y="6920"/>
                  <a:pt x="43979" y="3683"/>
                  <a:pt x="50899" y="3683"/>
                </a:cubicBezTo>
                <a:cubicBezTo>
                  <a:pt x="55029" y="3683"/>
                  <a:pt x="57708" y="5135"/>
                  <a:pt x="57708" y="7255"/>
                </a:cubicBezTo>
                <a:cubicBezTo>
                  <a:pt x="57708" y="8148"/>
                  <a:pt x="57373" y="9041"/>
                  <a:pt x="56592" y="10716"/>
                </a:cubicBezTo>
                <a:cubicBezTo>
                  <a:pt x="55364" y="12948"/>
                  <a:pt x="55029" y="14288"/>
                  <a:pt x="55029" y="15850"/>
                </a:cubicBezTo>
                <a:cubicBezTo>
                  <a:pt x="55029" y="20092"/>
                  <a:pt x="57708" y="22659"/>
                  <a:pt x="61950" y="22659"/>
                </a:cubicBezTo>
                <a:cubicBezTo>
                  <a:pt x="66861" y="22659"/>
                  <a:pt x="70545" y="19087"/>
                  <a:pt x="70545" y="14399"/>
                </a:cubicBezTo>
                <a:cubicBezTo>
                  <a:pt x="70545" y="6139"/>
                  <a:pt x="62508" y="0"/>
                  <a:pt x="51792" y="0"/>
                </a:cubicBezTo>
                <a:cubicBezTo>
                  <a:pt x="25003" y="0"/>
                  <a:pt x="0" y="26008"/>
                  <a:pt x="0" y="53913"/>
                </a:cubicBezTo>
                <a:cubicBezTo>
                  <a:pt x="0" y="70879"/>
                  <a:pt x="9599" y="80702"/>
                  <a:pt x="26231" y="80702"/>
                </a:cubicBezTo>
                <a:cubicBezTo>
                  <a:pt x="39402" y="80702"/>
                  <a:pt x="49337" y="75233"/>
                  <a:pt x="60052" y="61615"/>
                </a:cubicBezTo>
                <a:lnTo>
                  <a:pt x="57150" y="59829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0A5F68-7571-4382-8BAA-C9CCEDDA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91" y="4873265"/>
            <a:ext cx="82041" cy="123676"/>
          </a:xfrm>
          <a:custGeom xmlns:a="http://schemas.openxmlformats.org/drawingml/2006/main">
            <a:pathLst>
              <a:path w="82041" h="123676">
                <a:moveTo>
                  <a:pt x="79697" y="101129"/>
                </a:moveTo>
                <a:cubicBezTo>
                  <a:pt x="69986" y="113295"/>
                  <a:pt x="67866" y="115305"/>
                  <a:pt x="64963" y="115305"/>
                </a:cubicBezTo>
                <a:cubicBezTo>
                  <a:pt x="63401" y="115305"/>
                  <a:pt x="62173" y="113630"/>
                  <a:pt x="62173" y="112068"/>
                </a:cubicBezTo>
                <a:cubicBezTo>
                  <a:pt x="62173" y="110282"/>
                  <a:pt x="64963" y="99008"/>
                  <a:pt x="68089" y="89743"/>
                </a:cubicBezTo>
                <a:cubicBezTo>
                  <a:pt x="73223" y="72777"/>
                  <a:pt x="76684" y="59494"/>
                  <a:pt x="76684" y="55252"/>
                </a:cubicBezTo>
                <a:cubicBezTo>
                  <a:pt x="76684" y="48109"/>
                  <a:pt x="71772" y="43309"/>
                  <a:pt x="64852" y="43309"/>
                </a:cubicBezTo>
                <a:cubicBezTo>
                  <a:pt x="53243" y="43309"/>
                  <a:pt x="40518" y="55029"/>
                  <a:pt x="23887" y="80925"/>
                </a:cubicBezTo>
                <a:lnTo>
                  <a:pt x="45430" y="893"/>
                </a:lnTo>
                <a:lnTo>
                  <a:pt x="44537" y="0"/>
                </a:lnTo>
                <a:cubicBezTo>
                  <a:pt x="34156" y="2344"/>
                  <a:pt x="27124" y="3572"/>
                  <a:pt x="16408" y="4800"/>
                </a:cubicBezTo>
                <a:lnTo>
                  <a:pt x="16408" y="7479"/>
                </a:lnTo>
                <a:lnTo>
                  <a:pt x="21096" y="7479"/>
                </a:lnTo>
                <a:cubicBezTo>
                  <a:pt x="21208" y="7479"/>
                  <a:pt x="21431" y="7479"/>
                  <a:pt x="21543" y="7367"/>
                </a:cubicBezTo>
                <a:cubicBezTo>
                  <a:pt x="24110" y="6251"/>
                  <a:pt x="28352" y="9265"/>
                  <a:pt x="28352" y="11832"/>
                </a:cubicBezTo>
                <a:cubicBezTo>
                  <a:pt x="28352" y="14288"/>
                  <a:pt x="27459" y="18752"/>
                  <a:pt x="25896" y="23999"/>
                </a:cubicBezTo>
                <a:cubicBezTo>
                  <a:pt x="25784" y="24110"/>
                  <a:pt x="25226" y="26677"/>
                  <a:pt x="24110" y="30584"/>
                </a:cubicBezTo>
                <a:lnTo>
                  <a:pt x="0" y="122113"/>
                </a:lnTo>
                <a:lnTo>
                  <a:pt x="13395" y="122113"/>
                </a:lnTo>
                <a:cubicBezTo>
                  <a:pt x="20538" y="94543"/>
                  <a:pt x="22882" y="88516"/>
                  <a:pt x="30026" y="77577"/>
                </a:cubicBezTo>
                <a:cubicBezTo>
                  <a:pt x="39291" y="63401"/>
                  <a:pt x="51457" y="52350"/>
                  <a:pt x="57708" y="52350"/>
                </a:cubicBezTo>
                <a:cubicBezTo>
                  <a:pt x="60387" y="52350"/>
                  <a:pt x="62731" y="54583"/>
                  <a:pt x="62731" y="56815"/>
                </a:cubicBezTo>
                <a:cubicBezTo>
                  <a:pt x="62731" y="57596"/>
                  <a:pt x="62173" y="59829"/>
                  <a:pt x="61392" y="62731"/>
                </a:cubicBezTo>
                <a:lnTo>
                  <a:pt x="51569" y="99678"/>
                </a:lnTo>
                <a:cubicBezTo>
                  <a:pt x="49337" y="108496"/>
                  <a:pt x="48109" y="113965"/>
                  <a:pt x="48109" y="116198"/>
                </a:cubicBezTo>
                <a:cubicBezTo>
                  <a:pt x="48109" y="120774"/>
                  <a:pt x="51122" y="123676"/>
                  <a:pt x="55922" y="123676"/>
                </a:cubicBezTo>
                <a:cubicBezTo>
                  <a:pt x="64963" y="123676"/>
                  <a:pt x="71326" y="118876"/>
                  <a:pt x="82041" y="103250"/>
                </a:cubicBezTo>
                <a:lnTo>
                  <a:pt x="79697" y="101129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07FA3-7185-4494-97EC-1EC93476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04" y="4916574"/>
            <a:ext cx="68089" cy="80702"/>
          </a:xfrm>
          <a:custGeom xmlns:a="http://schemas.openxmlformats.org/drawingml/2006/main">
            <a:pathLst>
              <a:path w="68089" h="80702">
                <a:moveTo>
                  <a:pt x="58378" y="59271"/>
                </a:moveTo>
                <a:cubicBezTo>
                  <a:pt x="45541" y="69763"/>
                  <a:pt x="39960" y="72665"/>
                  <a:pt x="32370" y="72665"/>
                </a:cubicBezTo>
                <a:cubicBezTo>
                  <a:pt x="22213" y="72665"/>
                  <a:pt x="15515" y="66303"/>
                  <a:pt x="15515" y="56592"/>
                </a:cubicBezTo>
                <a:cubicBezTo>
                  <a:pt x="15515" y="53913"/>
                  <a:pt x="15850" y="51234"/>
                  <a:pt x="17301" y="45541"/>
                </a:cubicBezTo>
                <a:lnTo>
                  <a:pt x="22324" y="44760"/>
                </a:lnTo>
                <a:cubicBezTo>
                  <a:pt x="49113" y="41077"/>
                  <a:pt x="68089" y="27459"/>
                  <a:pt x="68089" y="12055"/>
                </a:cubicBezTo>
                <a:cubicBezTo>
                  <a:pt x="68089" y="4576"/>
                  <a:pt x="62619" y="0"/>
                  <a:pt x="53801" y="0"/>
                </a:cubicBezTo>
                <a:cubicBezTo>
                  <a:pt x="28017" y="0"/>
                  <a:pt x="0" y="29468"/>
                  <a:pt x="0" y="56257"/>
                </a:cubicBezTo>
                <a:cubicBezTo>
                  <a:pt x="0" y="70656"/>
                  <a:pt x="9599" y="80702"/>
                  <a:pt x="23552" y="80702"/>
                </a:cubicBezTo>
                <a:cubicBezTo>
                  <a:pt x="36277" y="80702"/>
                  <a:pt x="50006" y="73335"/>
                  <a:pt x="60499" y="61392"/>
                </a:cubicBezTo>
                <a:lnTo>
                  <a:pt x="58378" y="59271"/>
                </a:lnTo>
                <a:close/>
                <a:moveTo>
                  <a:pt x="21655" y="33710"/>
                </a:moveTo>
                <a:cubicBezTo>
                  <a:pt x="27682" y="17748"/>
                  <a:pt x="40853" y="4018"/>
                  <a:pt x="50006" y="4018"/>
                </a:cubicBezTo>
                <a:cubicBezTo>
                  <a:pt x="53801" y="4018"/>
                  <a:pt x="56257" y="6920"/>
                  <a:pt x="56257" y="11050"/>
                </a:cubicBezTo>
                <a:cubicBezTo>
                  <a:pt x="56257" y="16520"/>
                  <a:pt x="52908" y="22994"/>
                  <a:pt x="47327" y="28352"/>
                </a:cubicBezTo>
                <a:cubicBezTo>
                  <a:pt x="40742" y="34603"/>
                  <a:pt x="33933" y="37840"/>
                  <a:pt x="18529" y="41523"/>
                </a:cubicBezTo>
                <a:lnTo>
                  <a:pt x="21655" y="33710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B183E-B422-4C80-BF53-26FAB57F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0680" y="5081104"/>
            <a:ext cx="78805" cy="83939"/>
          </a:xfrm>
          <a:custGeom xmlns:a="http://schemas.openxmlformats.org/drawingml/2006/main">
            <a:pathLst>
              <a:path w="78805" h="83939">
                <a:moveTo>
                  <a:pt x="39514" y="0"/>
                </a:moveTo>
                <a:cubicBezTo>
                  <a:pt x="16297" y="0"/>
                  <a:pt x="0" y="17190"/>
                  <a:pt x="0" y="41858"/>
                </a:cubicBezTo>
                <a:cubicBezTo>
                  <a:pt x="0" y="65968"/>
                  <a:pt x="16632" y="83939"/>
                  <a:pt x="39179" y="83939"/>
                </a:cubicBezTo>
                <a:cubicBezTo>
                  <a:pt x="61615" y="83939"/>
                  <a:pt x="78805" y="65075"/>
                  <a:pt x="78805" y="40407"/>
                </a:cubicBezTo>
                <a:cubicBezTo>
                  <a:pt x="78805" y="16966"/>
                  <a:pt x="62396" y="0"/>
                  <a:pt x="39514" y="0"/>
                </a:cubicBezTo>
                <a:close/>
                <a:moveTo>
                  <a:pt x="37170" y="5023"/>
                </a:moveTo>
                <a:cubicBezTo>
                  <a:pt x="52127" y="5023"/>
                  <a:pt x="62731" y="22101"/>
                  <a:pt x="62731" y="46658"/>
                </a:cubicBezTo>
                <a:cubicBezTo>
                  <a:pt x="62731" y="66861"/>
                  <a:pt x="54694" y="79028"/>
                  <a:pt x="41300" y="79028"/>
                </a:cubicBezTo>
                <a:cubicBezTo>
                  <a:pt x="34379" y="79028"/>
                  <a:pt x="27682" y="74675"/>
                  <a:pt x="23999" y="67531"/>
                </a:cubicBezTo>
                <a:cubicBezTo>
                  <a:pt x="18976" y="58266"/>
                  <a:pt x="16073" y="45765"/>
                  <a:pt x="16073" y="33040"/>
                </a:cubicBezTo>
                <a:cubicBezTo>
                  <a:pt x="16073" y="16073"/>
                  <a:pt x="24557" y="5023"/>
                  <a:pt x="37170" y="5023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04598-3357-4A83-BFBA-EC7377FC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7946" y="4909096"/>
            <a:ext cx="59271" cy="255501"/>
          </a:xfrm>
          <a:custGeom xmlns:a="http://schemas.openxmlformats.org/drawingml/2006/main">
            <a:pathLst>
              <a:path w="59271" h="255501">
                <a:moveTo>
                  <a:pt x="59271" y="252822"/>
                </a:moveTo>
                <a:cubicBezTo>
                  <a:pt x="59271" y="252152"/>
                  <a:pt x="59271" y="251594"/>
                  <a:pt x="54806" y="247241"/>
                </a:cubicBezTo>
                <a:cubicBezTo>
                  <a:pt x="22882" y="215094"/>
                  <a:pt x="14734" y="166762"/>
                  <a:pt x="14734" y="127695"/>
                </a:cubicBezTo>
                <a:cubicBezTo>
                  <a:pt x="14734" y="83269"/>
                  <a:pt x="24445" y="38844"/>
                  <a:pt x="55922" y="6809"/>
                </a:cubicBezTo>
                <a:cubicBezTo>
                  <a:pt x="59271" y="3795"/>
                  <a:pt x="59271" y="3349"/>
                  <a:pt x="59271" y="2456"/>
                </a:cubicBezTo>
                <a:cubicBezTo>
                  <a:pt x="59271" y="670"/>
                  <a:pt x="58155" y="0"/>
                  <a:pt x="56592" y="0"/>
                </a:cubicBezTo>
                <a:cubicBezTo>
                  <a:pt x="54136" y="0"/>
                  <a:pt x="31142" y="17413"/>
                  <a:pt x="15962" y="49783"/>
                </a:cubicBezTo>
                <a:cubicBezTo>
                  <a:pt x="3014" y="77912"/>
                  <a:pt x="0" y="106263"/>
                  <a:pt x="0" y="127695"/>
                </a:cubicBezTo>
                <a:cubicBezTo>
                  <a:pt x="0" y="147563"/>
                  <a:pt x="2791" y="178594"/>
                  <a:pt x="16855" y="207392"/>
                </a:cubicBezTo>
                <a:cubicBezTo>
                  <a:pt x="32147" y="238869"/>
                  <a:pt x="54136" y="255501"/>
                  <a:pt x="56592" y="255501"/>
                </a:cubicBezTo>
                <a:cubicBezTo>
                  <a:pt x="58155" y="255501"/>
                  <a:pt x="59271" y="254608"/>
                  <a:pt x="59271" y="252822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EB0B92-D4C2-42E2-8AA0-7B87F5C9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7867" y="4987230"/>
            <a:ext cx="143768" cy="113407"/>
          </a:xfrm>
          <a:custGeom xmlns:a="http://schemas.openxmlformats.org/drawingml/2006/main">
            <a:pathLst>
              <a:path w="143768" h="113407">
                <a:moveTo>
                  <a:pt x="82823" y="50564"/>
                </a:moveTo>
                <a:lnTo>
                  <a:pt x="112626" y="17413"/>
                </a:lnTo>
                <a:cubicBezTo>
                  <a:pt x="115974" y="13841"/>
                  <a:pt x="117537" y="12055"/>
                  <a:pt x="138745" y="12055"/>
                </a:cubicBezTo>
                <a:lnTo>
                  <a:pt x="138745" y="0"/>
                </a:lnTo>
                <a:cubicBezTo>
                  <a:pt x="129815" y="558"/>
                  <a:pt x="116532" y="781"/>
                  <a:pt x="115193" y="781"/>
                </a:cubicBezTo>
                <a:cubicBezTo>
                  <a:pt x="108831" y="781"/>
                  <a:pt x="96106" y="223"/>
                  <a:pt x="88962" y="0"/>
                </a:cubicBezTo>
                <a:lnTo>
                  <a:pt x="88962" y="12055"/>
                </a:lnTo>
                <a:cubicBezTo>
                  <a:pt x="92534" y="12055"/>
                  <a:pt x="95548" y="12502"/>
                  <a:pt x="98561" y="14288"/>
                </a:cubicBezTo>
                <a:cubicBezTo>
                  <a:pt x="97557" y="15850"/>
                  <a:pt x="97557" y="16408"/>
                  <a:pt x="96552" y="17413"/>
                </a:cubicBezTo>
                <a:lnTo>
                  <a:pt x="75121" y="41411"/>
                </a:lnTo>
                <a:lnTo>
                  <a:pt x="50118" y="12055"/>
                </a:lnTo>
                <a:lnTo>
                  <a:pt x="60275" y="12055"/>
                </a:lnTo>
                <a:lnTo>
                  <a:pt x="60275" y="0"/>
                </a:lnTo>
                <a:cubicBezTo>
                  <a:pt x="53690" y="223"/>
                  <a:pt x="37616" y="781"/>
                  <a:pt x="29356" y="781"/>
                </a:cubicBezTo>
                <a:cubicBezTo>
                  <a:pt x="21208" y="781"/>
                  <a:pt x="9711" y="223"/>
                  <a:pt x="1228" y="0"/>
                </a:cubicBezTo>
                <a:lnTo>
                  <a:pt x="1228" y="12055"/>
                </a:lnTo>
                <a:lnTo>
                  <a:pt x="19422" y="12055"/>
                </a:lnTo>
                <a:lnTo>
                  <a:pt x="59271" y="59048"/>
                </a:lnTo>
                <a:lnTo>
                  <a:pt x="25784" y="96552"/>
                </a:lnTo>
                <a:cubicBezTo>
                  <a:pt x="21431" y="101464"/>
                  <a:pt x="12278" y="101464"/>
                  <a:pt x="0" y="101464"/>
                </a:cubicBezTo>
                <a:lnTo>
                  <a:pt x="0" y="113407"/>
                </a:lnTo>
                <a:cubicBezTo>
                  <a:pt x="8930" y="112961"/>
                  <a:pt x="22213" y="112626"/>
                  <a:pt x="23552" y="112626"/>
                </a:cubicBezTo>
                <a:cubicBezTo>
                  <a:pt x="29914" y="112626"/>
                  <a:pt x="44648" y="113184"/>
                  <a:pt x="49783" y="113407"/>
                </a:cubicBezTo>
                <a:lnTo>
                  <a:pt x="49783" y="101464"/>
                </a:lnTo>
                <a:cubicBezTo>
                  <a:pt x="45207" y="101464"/>
                  <a:pt x="40407" y="100124"/>
                  <a:pt x="40407" y="98673"/>
                </a:cubicBezTo>
                <a:cubicBezTo>
                  <a:pt x="40407" y="98338"/>
                  <a:pt x="40407" y="98115"/>
                  <a:pt x="42193" y="96106"/>
                </a:cubicBezTo>
                <a:lnTo>
                  <a:pt x="66973" y="68200"/>
                </a:lnTo>
                <a:lnTo>
                  <a:pt x="95101" y="101464"/>
                </a:lnTo>
                <a:lnTo>
                  <a:pt x="85055" y="101464"/>
                </a:lnTo>
                <a:lnTo>
                  <a:pt x="85055" y="113407"/>
                </a:lnTo>
                <a:cubicBezTo>
                  <a:pt x="91753" y="113184"/>
                  <a:pt x="107268" y="112626"/>
                  <a:pt x="115751" y="112626"/>
                </a:cubicBezTo>
                <a:cubicBezTo>
                  <a:pt x="123899" y="112626"/>
                  <a:pt x="135396" y="113184"/>
                  <a:pt x="143768" y="113407"/>
                </a:cubicBezTo>
                <a:lnTo>
                  <a:pt x="143768" y="101464"/>
                </a:lnTo>
                <a:lnTo>
                  <a:pt x="125685" y="101464"/>
                </a:lnTo>
                <a:lnTo>
                  <a:pt x="82823" y="50564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6DF90D-F914-47C4-891C-2D917FF7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4583" y="4895478"/>
            <a:ext cx="44872" cy="92534"/>
          </a:xfrm>
          <a:custGeom xmlns:a="http://schemas.openxmlformats.org/drawingml/2006/main">
            <a:pathLst>
              <a:path w="44872" h="92534">
                <a:moveTo>
                  <a:pt x="43197" y="15515"/>
                </a:moveTo>
                <a:cubicBezTo>
                  <a:pt x="44648" y="12502"/>
                  <a:pt x="44872" y="11050"/>
                  <a:pt x="44872" y="9711"/>
                </a:cubicBezTo>
                <a:cubicBezTo>
                  <a:pt x="44872" y="4242"/>
                  <a:pt x="39849" y="0"/>
                  <a:pt x="34268" y="0"/>
                </a:cubicBezTo>
                <a:cubicBezTo>
                  <a:pt x="27459" y="0"/>
                  <a:pt x="25338" y="5469"/>
                  <a:pt x="24445" y="8372"/>
                </a:cubicBezTo>
                <a:lnTo>
                  <a:pt x="893" y="85725"/>
                </a:lnTo>
                <a:cubicBezTo>
                  <a:pt x="670" y="86060"/>
                  <a:pt x="0" y="88404"/>
                  <a:pt x="0" y="88627"/>
                </a:cubicBezTo>
                <a:cubicBezTo>
                  <a:pt x="0" y="90748"/>
                  <a:pt x="5469" y="92534"/>
                  <a:pt x="6921" y="92534"/>
                </a:cubicBezTo>
                <a:cubicBezTo>
                  <a:pt x="8260" y="92534"/>
                  <a:pt x="8372" y="92199"/>
                  <a:pt x="9599" y="89520"/>
                </a:cubicBezTo>
                <a:lnTo>
                  <a:pt x="43197" y="15515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FD2640-1697-45F4-8BD8-2CF96E57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192" y="5073625"/>
            <a:ext cx="29803" cy="76349"/>
          </a:xfrm>
          <a:custGeom xmlns:a="http://schemas.openxmlformats.org/drawingml/2006/main">
            <a:pathLst>
              <a:path w="29803" h="76349">
                <a:moveTo>
                  <a:pt x="29803" y="26789"/>
                </a:moveTo>
                <a:cubicBezTo>
                  <a:pt x="29803" y="9934"/>
                  <a:pt x="23440" y="0"/>
                  <a:pt x="13506" y="0"/>
                </a:cubicBezTo>
                <a:cubicBezTo>
                  <a:pt x="5023" y="0"/>
                  <a:pt x="0" y="6362"/>
                  <a:pt x="0" y="13506"/>
                </a:cubicBezTo>
                <a:cubicBezTo>
                  <a:pt x="0" y="20427"/>
                  <a:pt x="5023" y="27012"/>
                  <a:pt x="13506" y="27012"/>
                </a:cubicBezTo>
                <a:cubicBezTo>
                  <a:pt x="16520" y="27012"/>
                  <a:pt x="19869" y="26008"/>
                  <a:pt x="22436" y="23664"/>
                </a:cubicBezTo>
                <a:cubicBezTo>
                  <a:pt x="23217" y="23217"/>
                  <a:pt x="23440" y="22994"/>
                  <a:pt x="23775" y="22994"/>
                </a:cubicBezTo>
                <a:cubicBezTo>
                  <a:pt x="23999" y="22994"/>
                  <a:pt x="24222" y="23217"/>
                  <a:pt x="24222" y="26789"/>
                </a:cubicBezTo>
                <a:cubicBezTo>
                  <a:pt x="24222" y="45653"/>
                  <a:pt x="15292" y="61057"/>
                  <a:pt x="6809" y="69428"/>
                </a:cubicBezTo>
                <a:cubicBezTo>
                  <a:pt x="4018" y="72219"/>
                  <a:pt x="4018" y="72777"/>
                  <a:pt x="4018" y="73558"/>
                </a:cubicBezTo>
                <a:cubicBezTo>
                  <a:pt x="4018" y="75344"/>
                  <a:pt x="5358" y="76349"/>
                  <a:pt x="6586" y="76349"/>
                </a:cubicBezTo>
                <a:cubicBezTo>
                  <a:pt x="9376" y="76349"/>
                  <a:pt x="29803" y="56703"/>
                  <a:pt x="29803" y="26789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6FAC7-4C26-4D0E-A944-AC123B26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6637" y="4987230"/>
            <a:ext cx="143880" cy="113407"/>
          </a:xfrm>
          <a:custGeom xmlns:a="http://schemas.openxmlformats.org/drawingml/2006/main">
            <a:pathLst>
              <a:path w="143880" h="113407">
                <a:moveTo>
                  <a:pt x="82823" y="50564"/>
                </a:moveTo>
                <a:lnTo>
                  <a:pt x="112737" y="17413"/>
                </a:lnTo>
                <a:cubicBezTo>
                  <a:pt x="115974" y="13841"/>
                  <a:pt x="117537" y="12055"/>
                  <a:pt x="138745" y="12055"/>
                </a:cubicBezTo>
                <a:lnTo>
                  <a:pt x="138745" y="0"/>
                </a:lnTo>
                <a:cubicBezTo>
                  <a:pt x="129815" y="558"/>
                  <a:pt x="116532" y="781"/>
                  <a:pt x="115193" y="781"/>
                </a:cubicBezTo>
                <a:cubicBezTo>
                  <a:pt x="108942" y="781"/>
                  <a:pt x="96106" y="223"/>
                  <a:pt x="88962" y="0"/>
                </a:cubicBezTo>
                <a:lnTo>
                  <a:pt x="88962" y="12055"/>
                </a:lnTo>
                <a:cubicBezTo>
                  <a:pt x="92534" y="12055"/>
                  <a:pt x="95548" y="12502"/>
                  <a:pt x="98673" y="14288"/>
                </a:cubicBezTo>
                <a:cubicBezTo>
                  <a:pt x="97668" y="15850"/>
                  <a:pt x="97668" y="16408"/>
                  <a:pt x="96552" y="17413"/>
                </a:cubicBezTo>
                <a:lnTo>
                  <a:pt x="75121" y="41411"/>
                </a:lnTo>
                <a:lnTo>
                  <a:pt x="50118" y="12055"/>
                </a:lnTo>
                <a:lnTo>
                  <a:pt x="60387" y="12055"/>
                </a:lnTo>
                <a:lnTo>
                  <a:pt x="60387" y="0"/>
                </a:lnTo>
                <a:cubicBezTo>
                  <a:pt x="53690" y="223"/>
                  <a:pt x="37616" y="781"/>
                  <a:pt x="29468" y="781"/>
                </a:cubicBezTo>
                <a:cubicBezTo>
                  <a:pt x="21208" y="781"/>
                  <a:pt x="9711" y="223"/>
                  <a:pt x="1339" y="0"/>
                </a:cubicBezTo>
                <a:lnTo>
                  <a:pt x="1339" y="12055"/>
                </a:lnTo>
                <a:lnTo>
                  <a:pt x="19422" y="12055"/>
                </a:lnTo>
                <a:lnTo>
                  <a:pt x="59382" y="59048"/>
                </a:lnTo>
                <a:lnTo>
                  <a:pt x="25784" y="96552"/>
                </a:lnTo>
                <a:cubicBezTo>
                  <a:pt x="21543" y="101464"/>
                  <a:pt x="12278" y="101464"/>
                  <a:pt x="0" y="101464"/>
                </a:cubicBezTo>
                <a:lnTo>
                  <a:pt x="0" y="113407"/>
                </a:lnTo>
                <a:cubicBezTo>
                  <a:pt x="8930" y="112961"/>
                  <a:pt x="22213" y="112626"/>
                  <a:pt x="23552" y="112626"/>
                </a:cubicBezTo>
                <a:cubicBezTo>
                  <a:pt x="29914" y="112626"/>
                  <a:pt x="44760" y="113184"/>
                  <a:pt x="49895" y="113407"/>
                </a:cubicBezTo>
                <a:lnTo>
                  <a:pt x="49895" y="101464"/>
                </a:lnTo>
                <a:cubicBezTo>
                  <a:pt x="45318" y="101464"/>
                  <a:pt x="40407" y="100124"/>
                  <a:pt x="40407" y="98673"/>
                </a:cubicBezTo>
                <a:cubicBezTo>
                  <a:pt x="40407" y="98338"/>
                  <a:pt x="40407" y="98115"/>
                  <a:pt x="42193" y="96106"/>
                </a:cubicBezTo>
                <a:lnTo>
                  <a:pt x="66973" y="68200"/>
                </a:lnTo>
                <a:lnTo>
                  <a:pt x="95101" y="101464"/>
                </a:lnTo>
                <a:lnTo>
                  <a:pt x="85167" y="101464"/>
                </a:lnTo>
                <a:lnTo>
                  <a:pt x="85167" y="113407"/>
                </a:lnTo>
                <a:cubicBezTo>
                  <a:pt x="91753" y="113184"/>
                  <a:pt x="107379" y="112626"/>
                  <a:pt x="115751" y="112626"/>
                </a:cubicBezTo>
                <a:cubicBezTo>
                  <a:pt x="124011" y="112626"/>
                  <a:pt x="135396" y="113184"/>
                  <a:pt x="143880" y="113407"/>
                </a:cubicBezTo>
                <a:lnTo>
                  <a:pt x="143880" y="101464"/>
                </a:lnTo>
                <a:lnTo>
                  <a:pt x="125797" y="101464"/>
                </a:lnTo>
                <a:lnTo>
                  <a:pt x="82823" y="50564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F9B0D3-45D8-414E-8F60-5167EF4A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8888" y="5011899"/>
            <a:ext cx="74340" cy="127918"/>
          </a:xfrm>
          <a:custGeom xmlns:a="http://schemas.openxmlformats.org/drawingml/2006/main">
            <a:pathLst>
              <a:path w="74340" h="127918">
                <a:moveTo>
                  <a:pt x="17190" y="101352"/>
                </a:moveTo>
                <a:cubicBezTo>
                  <a:pt x="18976" y="112961"/>
                  <a:pt x="24891" y="127918"/>
                  <a:pt x="40072" y="127918"/>
                </a:cubicBezTo>
                <a:cubicBezTo>
                  <a:pt x="45765" y="127918"/>
                  <a:pt x="52239" y="125574"/>
                  <a:pt x="58601" y="121555"/>
                </a:cubicBezTo>
                <a:cubicBezTo>
                  <a:pt x="61726" y="119658"/>
                  <a:pt x="70991" y="113072"/>
                  <a:pt x="70991" y="110951"/>
                </a:cubicBezTo>
                <a:cubicBezTo>
                  <a:pt x="70991" y="109835"/>
                  <a:pt x="69652" y="107491"/>
                  <a:pt x="68089" y="107491"/>
                </a:cubicBezTo>
                <a:cubicBezTo>
                  <a:pt x="67196" y="107491"/>
                  <a:pt x="66861" y="107491"/>
                  <a:pt x="64182" y="110282"/>
                </a:cubicBezTo>
                <a:cubicBezTo>
                  <a:pt x="56480" y="116979"/>
                  <a:pt x="48220" y="122895"/>
                  <a:pt x="40184" y="122895"/>
                </a:cubicBezTo>
                <a:cubicBezTo>
                  <a:pt x="28129" y="122895"/>
                  <a:pt x="28129" y="102022"/>
                  <a:pt x="28129" y="98561"/>
                </a:cubicBezTo>
                <a:cubicBezTo>
                  <a:pt x="28129" y="96329"/>
                  <a:pt x="28129" y="95883"/>
                  <a:pt x="28463" y="92534"/>
                </a:cubicBezTo>
                <a:cubicBezTo>
                  <a:pt x="28575" y="90748"/>
                  <a:pt x="28575" y="90413"/>
                  <a:pt x="30807" y="88404"/>
                </a:cubicBezTo>
                <a:cubicBezTo>
                  <a:pt x="40630" y="79139"/>
                  <a:pt x="74340" y="46658"/>
                  <a:pt x="74340" y="15515"/>
                </a:cubicBezTo>
                <a:cubicBezTo>
                  <a:pt x="74340" y="12836"/>
                  <a:pt x="74340" y="0"/>
                  <a:pt x="62508" y="0"/>
                </a:cubicBezTo>
                <a:cubicBezTo>
                  <a:pt x="47774" y="0"/>
                  <a:pt x="35719" y="22994"/>
                  <a:pt x="32928" y="28352"/>
                </a:cubicBezTo>
                <a:cubicBezTo>
                  <a:pt x="25115" y="43532"/>
                  <a:pt x="20873" y="58266"/>
                  <a:pt x="18976" y="67196"/>
                </a:cubicBezTo>
                <a:cubicBezTo>
                  <a:pt x="16297" y="79139"/>
                  <a:pt x="16297" y="85390"/>
                  <a:pt x="16297" y="94097"/>
                </a:cubicBezTo>
                <a:cubicBezTo>
                  <a:pt x="15069" y="95436"/>
                  <a:pt x="4800" y="104477"/>
                  <a:pt x="3125" y="105928"/>
                </a:cubicBezTo>
                <a:cubicBezTo>
                  <a:pt x="223" y="108384"/>
                  <a:pt x="0" y="108607"/>
                  <a:pt x="0" y="109724"/>
                </a:cubicBezTo>
                <a:cubicBezTo>
                  <a:pt x="0" y="110951"/>
                  <a:pt x="1674" y="112961"/>
                  <a:pt x="3125" y="112961"/>
                </a:cubicBezTo>
                <a:cubicBezTo>
                  <a:pt x="4353" y="112961"/>
                  <a:pt x="9153" y="108384"/>
                  <a:pt x="10381" y="107156"/>
                </a:cubicBezTo>
                <a:lnTo>
                  <a:pt x="17190" y="101352"/>
                </a:lnTo>
                <a:close/>
                <a:moveTo>
                  <a:pt x="30026" y="80925"/>
                </a:moveTo>
                <a:cubicBezTo>
                  <a:pt x="33263" y="62731"/>
                  <a:pt x="47439" y="5023"/>
                  <a:pt x="62396" y="5023"/>
                </a:cubicBezTo>
                <a:cubicBezTo>
                  <a:pt x="66526" y="5023"/>
                  <a:pt x="68647" y="7813"/>
                  <a:pt x="68647" y="14288"/>
                </a:cubicBezTo>
                <a:cubicBezTo>
                  <a:pt x="68647" y="16408"/>
                  <a:pt x="68647" y="32370"/>
                  <a:pt x="53243" y="54248"/>
                </a:cubicBezTo>
                <a:cubicBezTo>
                  <a:pt x="44202" y="67196"/>
                  <a:pt x="34379" y="76795"/>
                  <a:pt x="30026" y="80925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BC830-5576-4412-9C09-B9EA6DFF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073625"/>
            <a:ext cx="29914" cy="76349"/>
          </a:xfrm>
          <a:custGeom xmlns:a="http://schemas.openxmlformats.org/drawingml/2006/main">
            <a:pathLst>
              <a:path w="29914" h="76349">
                <a:moveTo>
                  <a:pt x="29914" y="26789"/>
                </a:moveTo>
                <a:cubicBezTo>
                  <a:pt x="29914" y="9934"/>
                  <a:pt x="23440" y="0"/>
                  <a:pt x="13506" y="0"/>
                </a:cubicBezTo>
                <a:cubicBezTo>
                  <a:pt x="5135" y="0"/>
                  <a:pt x="0" y="6362"/>
                  <a:pt x="0" y="13506"/>
                </a:cubicBezTo>
                <a:cubicBezTo>
                  <a:pt x="0" y="20427"/>
                  <a:pt x="5135" y="27012"/>
                  <a:pt x="13506" y="27012"/>
                </a:cubicBezTo>
                <a:cubicBezTo>
                  <a:pt x="16632" y="27012"/>
                  <a:pt x="19980" y="26008"/>
                  <a:pt x="22436" y="23664"/>
                </a:cubicBezTo>
                <a:cubicBezTo>
                  <a:pt x="23217" y="23217"/>
                  <a:pt x="23440" y="22994"/>
                  <a:pt x="23775" y="22994"/>
                </a:cubicBezTo>
                <a:cubicBezTo>
                  <a:pt x="23999" y="22994"/>
                  <a:pt x="24222" y="23217"/>
                  <a:pt x="24222" y="26789"/>
                </a:cubicBezTo>
                <a:cubicBezTo>
                  <a:pt x="24222" y="45653"/>
                  <a:pt x="15292" y="61057"/>
                  <a:pt x="6921" y="69428"/>
                </a:cubicBezTo>
                <a:cubicBezTo>
                  <a:pt x="4130" y="72219"/>
                  <a:pt x="4130" y="72777"/>
                  <a:pt x="4130" y="73558"/>
                </a:cubicBezTo>
                <a:cubicBezTo>
                  <a:pt x="4130" y="75344"/>
                  <a:pt x="5358" y="76349"/>
                  <a:pt x="6586" y="76349"/>
                </a:cubicBezTo>
                <a:cubicBezTo>
                  <a:pt x="9376" y="76349"/>
                  <a:pt x="29914" y="56703"/>
                  <a:pt x="29914" y="26789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D002B-A5E7-4BB3-B777-E95AAEBB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3982" y="4984998"/>
            <a:ext cx="171115" cy="117760"/>
          </a:xfrm>
          <a:custGeom xmlns:a="http://schemas.openxmlformats.org/drawingml/2006/main">
            <a:pathLst>
              <a:path w="171115" h="117760">
                <a:moveTo>
                  <a:pt x="86841" y="79921"/>
                </a:moveTo>
                <a:cubicBezTo>
                  <a:pt x="93204" y="68200"/>
                  <a:pt x="96775" y="55587"/>
                  <a:pt x="96775" y="51346"/>
                </a:cubicBezTo>
                <a:cubicBezTo>
                  <a:pt x="96775" y="45653"/>
                  <a:pt x="93762" y="40072"/>
                  <a:pt x="87064" y="40072"/>
                </a:cubicBezTo>
                <a:cubicBezTo>
                  <a:pt x="71326" y="40072"/>
                  <a:pt x="69428" y="67084"/>
                  <a:pt x="69205" y="74005"/>
                </a:cubicBezTo>
                <a:cubicBezTo>
                  <a:pt x="68982" y="77800"/>
                  <a:pt x="68647" y="78135"/>
                  <a:pt x="68424" y="78358"/>
                </a:cubicBezTo>
                <a:cubicBezTo>
                  <a:pt x="64629" y="82265"/>
                  <a:pt x="53578" y="89632"/>
                  <a:pt x="40072" y="89632"/>
                </a:cubicBezTo>
                <a:cubicBezTo>
                  <a:pt x="23217" y="89632"/>
                  <a:pt x="13506" y="78581"/>
                  <a:pt x="13506" y="64294"/>
                </a:cubicBezTo>
                <a:cubicBezTo>
                  <a:pt x="13506" y="56369"/>
                  <a:pt x="18083" y="37281"/>
                  <a:pt x="35719" y="13171"/>
                </a:cubicBezTo>
                <a:cubicBezTo>
                  <a:pt x="38063" y="10381"/>
                  <a:pt x="38509" y="9711"/>
                  <a:pt x="38509" y="7590"/>
                </a:cubicBezTo>
                <a:cubicBezTo>
                  <a:pt x="38509" y="4576"/>
                  <a:pt x="36054" y="2232"/>
                  <a:pt x="33151" y="2232"/>
                </a:cubicBezTo>
                <a:cubicBezTo>
                  <a:pt x="30584" y="2232"/>
                  <a:pt x="29133" y="3795"/>
                  <a:pt x="28798" y="3795"/>
                </a:cubicBezTo>
                <a:cubicBezTo>
                  <a:pt x="27570" y="5023"/>
                  <a:pt x="0" y="38509"/>
                  <a:pt x="0" y="75009"/>
                </a:cubicBezTo>
                <a:cubicBezTo>
                  <a:pt x="0" y="100905"/>
                  <a:pt x="12948" y="117760"/>
                  <a:pt x="34714" y="117760"/>
                </a:cubicBezTo>
                <a:cubicBezTo>
                  <a:pt x="52908" y="117760"/>
                  <a:pt x="67196" y="105482"/>
                  <a:pt x="72777" y="99343"/>
                </a:cubicBezTo>
                <a:cubicBezTo>
                  <a:pt x="76126" y="107045"/>
                  <a:pt x="83493" y="117760"/>
                  <a:pt x="100347" y="117760"/>
                </a:cubicBezTo>
                <a:cubicBezTo>
                  <a:pt x="122337" y="117760"/>
                  <a:pt x="141982" y="101575"/>
                  <a:pt x="153256" y="84274"/>
                </a:cubicBezTo>
                <a:cubicBezTo>
                  <a:pt x="168771" y="59941"/>
                  <a:pt x="171115" y="27236"/>
                  <a:pt x="171115" y="23664"/>
                </a:cubicBezTo>
                <a:cubicBezTo>
                  <a:pt x="171115" y="4018"/>
                  <a:pt x="159395" y="0"/>
                  <a:pt x="154037" y="0"/>
                </a:cubicBezTo>
                <a:cubicBezTo>
                  <a:pt x="144326" y="0"/>
                  <a:pt x="134615" y="10158"/>
                  <a:pt x="134615" y="19310"/>
                </a:cubicBezTo>
                <a:cubicBezTo>
                  <a:pt x="134615" y="26008"/>
                  <a:pt x="139415" y="29021"/>
                  <a:pt x="141982" y="31142"/>
                </a:cubicBezTo>
                <a:cubicBezTo>
                  <a:pt x="148679" y="35495"/>
                  <a:pt x="154260" y="41635"/>
                  <a:pt x="154260" y="49783"/>
                </a:cubicBezTo>
                <a:cubicBezTo>
                  <a:pt x="154260" y="66638"/>
                  <a:pt x="132271" y="89632"/>
                  <a:pt x="105705" y="89632"/>
                </a:cubicBezTo>
                <a:cubicBezTo>
                  <a:pt x="98338" y="89632"/>
                  <a:pt x="91418" y="87511"/>
                  <a:pt x="86841" y="79921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4DBCE0-7B2F-4B1B-A926-6DC2888B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7644" y="4895478"/>
            <a:ext cx="44872" cy="92534"/>
          </a:xfrm>
          <a:custGeom xmlns:a="http://schemas.openxmlformats.org/drawingml/2006/main">
            <a:pathLst>
              <a:path w="44872" h="92534">
                <a:moveTo>
                  <a:pt x="43309" y="15515"/>
                </a:moveTo>
                <a:cubicBezTo>
                  <a:pt x="44760" y="12502"/>
                  <a:pt x="44872" y="11050"/>
                  <a:pt x="44872" y="9711"/>
                </a:cubicBezTo>
                <a:cubicBezTo>
                  <a:pt x="44872" y="4242"/>
                  <a:pt x="39960" y="0"/>
                  <a:pt x="34379" y="0"/>
                </a:cubicBezTo>
                <a:cubicBezTo>
                  <a:pt x="27570" y="0"/>
                  <a:pt x="25338" y="5469"/>
                  <a:pt x="24557" y="8372"/>
                </a:cubicBezTo>
                <a:lnTo>
                  <a:pt x="893" y="85725"/>
                </a:lnTo>
                <a:cubicBezTo>
                  <a:pt x="781" y="86060"/>
                  <a:pt x="0" y="88404"/>
                  <a:pt x="0" y="88627"/>
                </a:cubicBezTo>
                <a:cubicBezTo>
                  <a:pt x="0" y="90748"/>
                  <a:pt x="5581" y="92534"/>
                  <a:pt x="7032" y="92534"/>
                </a:cubicBezTo>
                <a:cubicBezTo>
                  <a:pt x="8260" y="92534"/>
                  <a:pt x="8483" y="92199"/>
                  <a:pt x="9711" y="89520"/>
                </a:cubicBezTo>
                <a:lnTo>
                  <a:pt x="43309" y="15515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51D51-3DC4-4C34-B83A-F5DA6E3D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701" y="5081104"/>
            <a:ext cx="78804" cy="83939"/>
          </a:xfrm>
          <a:custGeom xmlns:a="http://schemas.openxmlformats.org/drawingml/2006/main">
            <a:pathLst>
              <a:path w="78804" h="83939">
                <a:moveTo>
                  <a:pt x="39514" y="0"/>
                </a:moveTo>
                <a:cubicBezTo>
                  <a:pt x="16297" y="0"/>
                  <a:pt x="0" y="17190"/>
                  <a:pt x="0" y="41858"/>
                </a:cubicBezTo>
                <a:cubicBezTo>
                  <a:pt x="0" y="65968"/>
                  <a:pt x="16632" y="83939"/>
                  <a:pt x="39179" y="83939"/>
                </a:cubicBezTo>
                <a:cubicBezTo>
                  <a:pt x="61726" y="83939"/>
                  <a:pt x="78804" y="65075"/>
                  <a:pt x="78804" y="40407"/>
                </a:cubicBezTo>
                <a:cubicBezTo>
                  <a:pt x="78804" y="16966"/>
                  <a:pt x="62396" y="0"/>
                  <a:pt x="39514" y="0"/>
                </a:cubicBezTo>
                <a:close/>
                <a:moveTo>
                  <a:pt x="37170" y="5023"/>
                </a:moveTo>
                <a:cubicBezTo>
                  <a:pt x="52239" y="5023"/>
                  <a:pt x="62731" y="22101"/>
                  <a:pt x="62731" y="46658"/>
                </a:cubicBezTo>
                <a:cubicBezTo>
                  <a:pt x="62731" y="66861"/>
                  <a:pt x="54694" y="79028"/>
                  <a:pt x="41300" y="79028"/>
                </a:cubicBezTo>
                <a:cubicBezTo>
                  <a:pt x="34379" y="79028"/>
                  <a:pt x="27682" y="74675"/>
                  <a:pt x="23999" y="67531"/>
                </a:cubicBezTo>
                <a:cubicBezTo>
                  <a:pt x="18976" y="58266"/>
                  <a:pt x="16073" y="45765"/>
                  <a:pt x="16073" y="33040"/>
                </a:cubicBezTo>
                <a:cubicBezTo>
                  <a:pt x="16073" y="16073"/>
                  <a:pt x="24557" y="5023"/>
                  <a:pt x="37170" y="5023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20CE2-5E70-4A47-A917-E4369872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5024" y="5073625"/>
            <a:ext cx="29914" cy="76349"/>
          </a:xfrm>
          <a:custGeom xmlns:a="http://schemas.openxmlformats.org/drawingml/2006/main">
            <a:pathLst>
              <a:path w="29914" h="76349">
                <a:moveTo>
                  <a:pt x="29914" y="26789"/>
                </a:moveTo>
                <a:cubicBezTo>
                  <a:pt x="29914" y="9934"/>
                  <a:pt x="23440" y="0"/>
                  <a:pt x="13506" y="0"/>
                </a:cubicBezTo>
                <a:cubicBezTo>
                  <a:pt x="5135" y="0"/>
                  <a:pt x="0" y="6362"/>
                  <a:pt x="0" y="13506"/>
                </a:cubicBezTo>
                <a:cubicBezTo>
                  <a:pt x="0" y="20427"/>
                  <a:pt x="5135" y="27012"/>
                  <a:pt x="13506" y="27012"/>
                </a:cubicBezTo>
                <a:cubicBezTo>
                  <a:pt x="16632" y="27012"/>
                  <a:pt x="19980" y="26008"/>
                  <a:pt x="22436" y="23664"/>
                </a:cubicBezTo>
                <a:cubicBezTo>
                  <a:pt x="23217" y="23217"/>
                  <a:pt x="23440" y="22994"/>
                  <a:pt x="23775" y="22994"/>
                </a:cubicBezTo>
                <a:cubicBezTo>
                  <a:pt x="23999" y="22994"/>
                  <a:pt x="24222" y="23217"/>
                  <a:pt x="24222" y="26789"/>
                </a:cubicBezTo>
                <a:cubicBezTo>
                  <a:pt x="24222" y="45653"/>
                  <a:pt x="15292" y="61057"/>
                  <a:pt x="6920" y="69428"/>
                </a:cubicBezTo>
                <a:cubicBezTo>
                  <a:pt x="4130" y="72219"/>
                  <a:pt x="4130" y="72777"/>
                  <a:pt x="4130" y="73558"/>
                </a:cubicBezTo>
                <a:cubicBezTo>
                  <a:pt x="4130" y="75344"/>
                  <a:pt x="5358" y="76349"/>
                  <a:pt x="6586" y="76349"/>
                </a:cubicBezTo>
                <a:cubicBezTo>
                  <a:pt x="9376" y="76349"/>
                  <a:pt x="29914" y="56703"/>
                  <a:pt x="29914" y="26789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7BFBAA-40ED-40B6-8CF7-2A9EB63D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3809" y="4990579"/>
            <a:ext cx="123676" cy="113184"/>
          </a:xfrm>
          <a:custGeom xmlns:a="http://schemas.openxmlformats.org/drawingml/2006/main">
            <a:pathLst>
              <a:path w="123676" h="113184">
                <a:moveTo>
                  <a:pt x="68200" y="14846"/>
                </a:moveTo>
                <a:lnTo>
                  <a:pt x="111175" y="14846"/>
                </a:lnTo>
                <a:cubicBezTo>
                  <a:pt x="114523" y="14846"/>
                  <a:pt x="123676" y="14846"/>
                  <a:pt x="123676" y="6139"/>
                </a:cubicBezTo>
                <a:cubicBezTo>
                  <a:pt x="123676" y="0"/>
                  <a:pt x="118318" y="0"/>
                  <a:pt x="113519" y="0"/>
                </a:cubicBezTo>
                <a:lnTo>
                  <a:pt x="41970" y="0"/>
                </a:lnTo>
                <a:cubicBezTo>
                  <a:pt x="36835" y="0"/>
                  <a:pt x="26901" y="0"/>
                  <a:pt x="15627" y="11943"/>
                </a:cubicBezTo>
                <a:cubicBezTo>
                  <a:pt x="7144" y="21208"/>
                  <a:pt x="0" y="33486"/>
                  <a:pt x="0" y="35049"/>
                </a:cubicBezTo>
                <a:cubicBezTo>
                  <a:pt x="0" y="35272"/>
                  <a:pt x="0" y="37505"/>
                  <a:pt x="3125" y="37505"/>
                </a:cubicBezTo>
                <a:cubicBezTo>
                  <a:pt x="5135" y="37505"/>
                  <a:pt x="5581" y="36500"/>
                  <a:pt x="7144" y="34491"/>
                </a:cubicBezTo>
                <a:cubicBezTo>
                  <a:pt x="19645" y="14846"/>
                  <a:pt x="34268" y="14846"/>
                  <a:pt x="39625" y="14846"/>
                </a:cubicBezTo>
                <a:lnTo>
                  <a:pt x="60833" y="14846"/>
                </a:lnTo>
                <a:lnTo>
                  <a:pt x="35830" y="96775"/>
                </a:lnTo>
                <a:cubicBezTo>
                  <a:pt x="34826" y="99901"/>
                  <a:pt x="33263" y="105259"/>
                  <a:pt x="33263" y="106263"/>
                </a:cubicBezTo>
                <a:cubicBezTo>
                  <a:pt x="33263" y="109054"/>
                  <a:pt x="35049" y="113184"/>
                  <a:pt x="40630" y="113184"/>
                </a:cubicBezTo>
                <a:cubicBezTo>
                  <a:pt x="49113" y="113184"/>
                  <a:pt x="50341" y="106040"/>
                  <a:pt x="51122" y="102133"/>
                </a:cubicBezTo>
                <a:lnTo>
                  <a:pt x="68200" y="14846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B0CD3C-955B-4748-AB65-BF0F96BE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1037" y="4909096"/>
            <a:ext cx="59271" cy="255501"/>
          </a:xfrm>
          <a:custGeom xmlns:a="http://schemas.openxmlformats.org/drawingml/2006/main">
            <a:pathLst>
              <a:path w="59271" h="255501">
                <a:moveTo>
                  <a:pt x="59271" y="127695"/>
                </a:moveTo>
                <a:cubicBezTo>
                  <a:pt x="59271" y="107714"/>
                  <a:pt x="56369" y="76907"/>
                  <a:pt x="42416" y="47997"/>
                </a:cubicBezTo>
                <a:cubicBezTo>
                  <a:pt x="27012" y="16520"/>
                  <a:pt x="5135" y="0"/>
                  <a:pt x="2567" y="0"/>
                </a:cubicBezTo>
                <a:cubicBezTo>
                  <a:pt x="1005" y="0"/>
                  <a:pt x="0" y="1005"/>
                  <a:pt x="0" y="2456"/>
                </a:cubicBezTo>
                <a:cubicBezTo>
                  <a:pt x="0" y="3349"/>
                  <a:pt x="0" y="3795"/>
                  <a:pt x="4800" y="8372"/>
                </a:cubicBezTo>
                <a:cubicBezTo>
                  <a:pt x="29803" y="33710"/>
                  <a:pt x="44425" y="74340"/>
                  <a:pt x="44425" y="127695"/>
                </a:cubicBezTo>
                <a:cubicBezTo>
                  <a:pt x="44425" y="171338"/>
                  <a:pt x="34937" y="216322"/>
                  <a:pt x="3237" y="248580"/>
                </a:cubicBezTo>
                <a:cubicBezTo>
                  <a:pt x="0" y="251594"/>
                  <a:pt x="0" y="252152"/>
                  <a:pt x="0" y="252822"/>
                </a:cubicBezTo>
                <a:cubicBezTo>
                  <a:pt x="0" y="254384"/>
                  <a:pt x="1005" y="255501"/>
                  <a:pt x="2567" y="255501"/>
                </a:cubicBezTo>
                <a:cubicBezTo>
                  <a:pt x="5135" y="255501"/>
                  <a:pt x="28129" y="238088"/>
                  <a:pt x="43197" y="205606"/>
                </a:cubicBezTo>
                <a:cubicBezTo>
                  <a:pt x="56145" y="177478"/>
                  <a:pt x="59271" y="149126"/>
                  <a:pt x="59271" y="127695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A52411-3732-455D-8C62-13399C740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9931" y="4195614"/>
            <a:ext cx="192212" cy="192212"/>
          </a:xfrm>
          <a:custGeom xmlns:a="http://schemas.openxmlformats.org/drawingml/2006/main">
            <a:pathLst>
              <a:path w="192212" h="192212">
                <a:moveTo>
                  <a:pt x="0" y="192212"/>
                </a:moveTo>
                <a:cubicBezTo>
                  <a:pt x="48109" y="144214"/>
                  <a:pt x="48109" y="48109"/>
                  <a:pt x="0" y="0"/>
                </a:cubicBezTo>
                <a:lnTo>
                  <a:pt x="192212" y="96106"/>
                </a:lnTo>
                <a:lnTo>
                  <a:pt x="0" y="192212"/>
                </a:lnTo>
                <a:close/>
                <a:moveTo>
                  <a:pt x="0" y="192212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D23D80-6F2E-46F5-BC05-A539BAB6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9038" y="4291719"/>
            <a:ext cx="1109290" cy="10"/>
          </a:xfrm>
          <a:custGeom xmlns:a="http://schemas.openxmlformats.org/drawingml/2006/main">
            <a:pathLst>
              <a:path w="1109290" h="1" fill="none">
                <a:moveTo>
                  <a:pt x="110929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707" cap="rnd">
            <a:solidFill>
              <a:srgbClr val="000000"/>
            </a:solidFill>
            <a:round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0BCE9-3DA7-4C63-ADCE-DFD165C4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1108" y="4007979"/>
            <a:ext cx="500509" cy="402617"/>
          </a:xfrm>
          <a:custGeom xmlns:a="http://schemas.openxmlformats.org/drawingml/2006/main">
            <a:pathLst>
              <a:path w="500509" h="402617">
                <a:moveTo>
                  <a:pt x="500509" y="100682"/>
                </a:moveTo>
                <a:lnTo>
                  <a:pt x="500509" y="302047"/>
                </a:lnTo>
                <a:cubicBezTo>
                  <a:pt x="500509" y="357522"/>
                  <a:pt x="455414" y="402617"/>
                  <a:pt x="399827" y="402617"/>
                </a:cubicBezTo>
                <a:lnTo>
                  <a:pt x="100682" y="402617"/>
                </a:lnTo>
                <a:cubicBezTo>
                  <a:pt x="45095" y="402617"/>
                  <a:pt x="0" y="357522"/>
                  <a:pt x="0" y="302047"/>
                </a:cubicBezTo>
                <a:lnTo>
                  <a:pt x="0" y="100682"/>
                </a:lnTo>
                <a:cubicBezTo>
                  <a:pt x="0" y="45095"/>
                  <a:pt x="45095" y="0"/>
                  <a:pt x="100682" y="0"/>
                </a:cubicBezTo>
                <a:lnTo>
                  <a:pt x="399827" y="0"/>
                </a:lnTo>
                <a:cubicBezTo>
                  <a:pt x="455414" y="0"/>
                  <a:pt x="500509" y="45095"/>
                  <a:pt x="500509" y="100682"/>
                </a:cubicBezTo>
                <a:close/>
                <a:moveTo>
                  <a:pt x="500509" y="100682"/>
                </a:moveTo>
              </a:path>
            </a:pathLst>
          </a:custGeom>
          <a:solidFill xmlns:a="http://schemas.openxmlformats.org/drawingml/2006/main">
            <a:srgbClr val="07316A">
              <a:alpha val="3832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A8AD0-55E8-43C7-AF7D-25BDA166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7680" y="4097722"/>
            <a:ext cx="72889" cy="73000"/>
          </a:xfrm>
          <a:custGeom xmlns:a="http://schemas.openxmlformats.org/drawingml/2006/main">
            <a:pathLst>
              <a:path w="72889" h="73000">
                <a:moveTo>
                  <a:pt x="36500" y="0"/>
                </a:moveTo>
                <a:cubicBezTo>
                  <a:pt x="56592" y="0"/>
                  <a:pt x="72889" y="16408"/>
                  <a:pt x="72889" y="36500"/>
                </a:cubicBezTo>
                <a:cubicBezTo>
                  <a:pt x="72889" y="56592"/>
                  <a:pt x="56592" y="73000"/>
                  <a:pt x="36500" y="73000"/>
                </a:cubicBezTo>
                <a:cubicBezTo>
                  <a:pt x="16297" y="73000"/>
                  <a:pt x="0" y="56592"/>
                  <a:pt x="0" y="36500"/>
                </a:cubicBezTo>
                <a:cubicBezTo>
                  <a:pt x="0" y="16408"/>
                  <a:pt x="16297" y="0"/>
                  <a:pt x="36500" y="0"/>
                </a:cubicBezTo>
                <a:close/>
                <a:moveTo>
                  <a:pt x="36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0553FC-ABF8-4B88-837E-42E20E34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7680" y="4247964"/>
            <a:ext cx="72889" cy="73000"/>
          </a:xfrm>
          <a:custGeom xmlns:a="http://schemas.openxmlformats.org/drawingml/2006/main">
            <a:pathLst>
              <a:path w="72889" h="73000">
                <a:moveTo>
                  <a:pt x="36500" y="0"/>
                </a:moveTo>
                <a:cubicBezTo>
                  <a:pt x="56592" y="0"/>
                  <a:pt x="72889" y="16297"/>
                  <a:pt x="72889" y="36500"/>
                </a:cubicBezTo>
                <a:cubicBezTo>
                  <a:pt x="72889" y="56592"/>
                  <a:pt x="56592" y="73000"/>
                  <a:pt x="36500" y="73000"/>
                </a:cubicBezTo>
                <a:cubicBezTo>
                  <a:pt x="16297" y="73000"/>
                  <a:pt x="0" y="56592"/>
                  <a:pt x="0" y="36500"/>
                </a:cubicBezTo>
                <a:cubicBezTo>
                  <a:pt x="0" y="16297"/>
                  <a:pt x="16297" y="0"/>
                  <a:pt x="36500" y="0"/>
                </a:cubicBezTo>
                <a:close/>
                <a:moveTo>
                  <a:pt x="36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85E49-A5E3-4358-A3AD-4D35A33A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157" y="4097722"/>
            <a:ext cx="72889" cy="73000"/>
          </a:xfrm>
          <a:custGeom xmlns:a="http://schemas.openxmlformats.org/drawingml/2006/main">
            <a:pathLst>
              <a:path w="72889" h="73000">
                <a:moveTo>
                  <a:pt x="36500" y="0"/>
                </a:moveTo>
                <a:cubicBezTo>
                  <a:pt x="56592" y="0"/>
                  <a:pt x="72889" y="16408"/>
                  <a:pt x="72889" y="36500"/>
                </a:cubicBezTo>
                <a:cubicBezTo>
                  <a:pt x="72889" y="56592"/>
                  <a:pt x="56592" y="73000"/>
                  <a:pt x="36500" y="73000"/>
                </a:cubicBezTo>
                <a:cubicBezTo>
                  <a:pt x="16297" y="73000"/>
                  <a:pt x="0" y="56592"/>
                  <a:pt x="0" y="36500"/>
                </a:cubicBezTo>
                <a:cubicBezTo>
                  <a:pt x="0" y="16408"/>
                  <a:pt x="16297" y="0"/>
                  <a:pt x="36500" y="0"/>
                </a:cubicBezTo>
                <a:close/>
                <a:moveTo>
                  <a:pt x="36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B0973-AD8A-4415-BA28-D3D86AAF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2157" y="4247964"/>
            <a:ext cx="72889" cy="73000"/>
          </a:xfrm>
          <a:custGeom xmlns:a="http://schemas.openxmlformats.org/drawingml/2006/main">
            <a:pathLst>
              <a:path w="72889" h="73000">
                <a:moveTo>
                  <a:pt x="36500" y="0"/>
                </a:moveTo>
                <a:cubicBezTo>
                  <a:pt x="56592" y="0"/>
                  <a:pt x="72889" y="16297"/>
                  <a:pt x="72889" y="36500"/>
                </a:cubicBezTo>
                <a:cubicBezTo>
                  <a:pt x="72889" y="56592"/>
                  <a:pt x="56592" y="73000"/>
                  <a:pt x="36500" y="73000"/>
                </a:cubicBezTo>
                <a:cubicBezTo>
                  <a:pt x="16297" y="73000"/>
                  <a:pt x="0" y="56592"/>
                  <a:pt x="0" y="36500"/>
                </a:cubicBezTo>
                <a:cubicBezTo>
                  <a:pt x="0" y="16297"/>
                  <a:pt x="16297" y="0"/>
                  <a:pt x="36500" y="0"/>
                </a:cubicBezTo>
                <a:close/>
                <a:moveTo>
                  <a:pt x="36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805A56-CFBA-4D97-9998-2D9EE664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863" y="4022601"/>
            <a:ext cx="73000" cy="73000"/>
          </a:xfrm>
          <a:custGeom xmlns:a="http://schemas.openxmlformats.org/drawingml/2006/main">
            <a:pathLst>
              <a:path w="73000" h="73000">
                <a:moveTo>
                  <a:pt x="36500" y="0"/>
                </a:moveTo>
                <a:cubicBezTo>
                  <a:pt x="56592" y="0"/>
                  <a:pt x="73000" y="16408"/>
                  <a:pt x="73000" y="36500"/>
                </a:cubicBezTo>
                <a:cubicBezTo>
                  <a:pt x="73000" y="56592"/>
                  <a:pt x="56592" y="73000"/>
                  <a:pt x="36500" y="73000"/>
                </a:cubicBezTo>
                <a:cubicBezTo>
                  <a:pt x="16408" y="73000"/>
                  <a:pt x="0" y="56592"/>
                  <a:pt x="0" y="36500"/>
                </a:cubicBezTo>
                <a:cubicBezTo>
                  <a:pt x="0" y="16408"/>
                  <a:pt x="16408" y="0"/>
                  <a:pt x="36500" y="0"/>
                </a:cubicBezTo>
                <a:close/>
                <a:moveTo>
                  <a:pt x="36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3263D-712E-49E6-A1E9-DBD4E32F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863" y="4172843"/>
            <a:ext cx="73000" cy="73000"/>
          </a:xfrm>
          <a:custGeom xmlns:a="http://schemas.openxmlformats.org/drawingml/2006/main">
            <a:pathLst>
              <a:path w="73000" h="73000">
                <a:moveTo>
                  <a:pt x="36500" y="0"/>
                </a:moveTo>
                <a:cubicBezTo>
                  <a:pt x="56592" y="0"/>
                  <a:pt x="73000" y="16297"/>
                  <a:pt x="73000" y="36500"/>
                </a:cubicBezTo>
                <a:cubicBezTo>
                  <a:pt x="73000" y="56592"/>
                  <a:pt x="56592" y="73000"/>
                  <a:pt x="36500" y="73000"/>
                </a:cubicBezTo>
                <a:cubicBezTo>
                  <a:pt x="16408" y="73000"/>
                  <a:pt x="0" y="56592"/>
                  <a:pt x="0" y="36500"/>
                </a:cubicBezTo>
                <a:cubicBezTo>
                  <a:pt x="0" y="16297"/>
                  <a:pt x="16408" y="0"/>
                  <a:pt x="36500" y="0"/>
                </a:cubicBezTo>
                <a:close/>
                <a:moveTo>
                  <a:pt x="36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DAC45-7ED1-4506-93B4-F1733F63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4863" y="4323085"/>
            <a:ext cx="73000" cy="72889"/>
          </a:xfrm>
          <a:custGeom xmlns:a="http://schemas.openxmlformats.org/drawingml/2006/main">
            <a:pathLst>
              <a:path w="73000" h="72889">
                <a:moveTo>
                  <a:pt x="36500" y="0"/>
                </a:moveTo>
                <a:cubicBezTo>
                  <a:pt x="56592" y="0"/>
                  <a:pt x="73000" y="16297"/>
                  <a:pt x="73000" y="36500"/>
                </a:cubicBezTo>
                <a:cubicBezTo>
                  <a:pt x="73000" y="56592"/>
                  <a:pt x="56592" y="72889"/>
                  <a:pt x="36500" y="72889"/>
                </a:cubicBezTo>
                <a:cubicBezTo>
                  <a:pt x="16408" y="72889"/>
                  <a:pt x="0" y="56592"/>
                  <a:pt x="0" y="36500"/>
                </a:cubicBezTo>
                <a:cubicBezTo>
                  <a:pt x="0" y="16297"/>
                  <a:pt x="16408" y="0"/>
                  <a:pt x="36500" y="0"/>
                </a:cubicBezTo>
                <a:close/>
                <a:moveTo>
                  <a:pt x="36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3F0F0-EC88-4D6D-ABA8-7D8DA2F3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180" y="4059101"/>
            <a:ext cx="137182" cy="75121"/>
          </a:xfrm>
          <a:custGeom xmlns:a="http://schemas.openxmlformats.org/drawingml/2006/main">
            <a:pathLst>
              <a:path w="137182" h="75121" fill="none">
                <a:moveTo>
                  <a:pt x="0" y="75121"/>
                </a:moveTo>
                <a:lnTo>
                  <a:pt x="137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425EF-1A20-4B2F-AC57-FF23A4DC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180" y="4134222"/>
            <a:ext cx="137182" cy="75121"/>
          </a:xfrm>
          <a:custGeom xmlns:a="http://schemas.openxmlformats.org/drawingml/2006/main">
            <a:pathLst>
              <a:path w="137182" h="75121" fill="none">
                <a:moveTo>
                  <a:pt x="137182" y="751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2255F8-517B-4FA4-BCB1-93320F35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180" y="4134222"/>
            <a:ext cx="137182" cy="225363"/>
          </a:xfrm>
          <a:custGeom xmlns:a="http://schemas.openxmlformats.org/drawingml/2006/main">
            <a:pathLst>
              <a:path w="137182" h="225363" fill="none">
                <a:moveTo>
                  <a:pt x="137182" y="2253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607ED-F1EA-4CBA-A8FB-B64636BE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180" y="4059101"/>
            <a:ext cx="137182" cy="225363"/>
          </a:xfrm>
          <a:custGeom xmlns:a="http://schemas.openxmlformats.org/drawingml/2006/main">
            <a:pathLst>
              <a:path w="137182" h="225363" fill="none">
                <a:moveTo>
                  <a:pt x="0" y="225363"/>
                </a:moveTo>
                <a:lnTo>
                  <a:pt x="137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72487-FC9D-45A9-861E-A4A86664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180" y="4209343"/>
            <a:ext cx="137182" cy="75121"/>
          </a:xfrm>
          <a:custGeom xmlns:a="http://schemas.openxmlformats.org/drawingml/2006/main">
            <a:pathLst>
              <a:path w="137182" h="75121" fill="none">
                <a:moveTo>
                  <a:pt x="0" y="75121"/>
                </a:moveTo>
                <a:lnTo>
                  <a:pt x="137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58781-F9D0-445C-8A8B-49A662C9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4180" y="4284464"/>
            <a:ext cx="137182" cy="75121"/>
          </a:xfrm>
          <a:custGeom xmlns:a="http://schemas.openxmlformats.org/drawingml/2006/main">
            <a:pathLst>
              <a:path w="137182" h="75121" fill="none">
                <a:moveTo>
                  <a:pt x="0" y="0"/>
                </a:moveTo>
                <a:lnTo>
                  <a:pt x="137182" y="75121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0165C-68DA-4F11-B77A-9E6E4A57F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363" y="4059101"/>
            <a:ext cx="137294" cy="75121"/>
          </a:xfrm>
          <a:custGeom xmlns:a="http://schemas.openxmlformats.org/drawingml/2006/main">
            <a:pathLst>
              <a:path w="137294" h="75121" fill="none">
                <a:moveTo>
                  <a:pt x="0" y="0"/>
                </a:moveTo>
                <a:lnTo>
                  <a:pt x="137294" y="75121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10A0C8-C3AF-43CF-ACD5-13AEAC30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363" y="4134222"/>
            <a:ext cx="137294" cy="75121"/>
          </a:xfrm>
          <a:custGeom xmlns:a="http://schemas.openxmlformats.org/drawingml/2006/main">
            <a:pathLst>
              <a:path w="137294" h="75121" fill="none">
                <a:moveTo>
                  <a:pt x="0" y="75121"/>
                </a:moveTo>
                <a:lnTo>
                  <a:pt x="1372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04A252-D9E2-49B3-8EA6-0ADE6B09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363" y="4059101"/>
            <a:ext cx="137294" cy="225363"/>
          </a:xfrm>
          <a:custGeom xmlns:a="http://schemas.openxmlformats.org/drawingml/2006/main">
            <a:pathLst>
              <a:path w="137294" h="225363" fill="none">
                <a:moveTo>
                  <a:pt x="0" y="0"/>
                </a:moveTo>
                <a:lnTo>
                  <a:pt x="137294" y="225363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476080-FDD8-48F1-BA1C-D85B9A71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363" y="4134222"/>
            <a:ext cx="137294" cy="225363"/>
          </a:xfrm>
          <a:custGeom xmlns:a="http://schemas.openxmlformats.org/drawingml/2006/main">
            <a:pathLst>
              <a:path w="137294" h="225363" fill="none">
                <a:moveTo>
                  <a:pt x="0" y="225363"/>
                </a:moveTo>
                <a:lnTo>
                  <a:pt x="1372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A32BA-5747-49B1-8F36-6F9230A8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363" y="4284464"/>
            <a:ext cx="137294" cy="75121"/>
          </a:xfrm>
          <a:custGeom xmlns:a="http://schemas.openxmlformats.org/drawingml/2006/main">
            <a:pathLst>
              <a:path w="137294" h="75121" fill="none">
                <a:moveTo>
                  <a:pt x="0" y="75121"/>
                </a:moveTo>
                <a:lnTo>
                  <a:pt x="13729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63EC17-170B-42FF-A126-F2F1AC76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1363" y="4209343"/>
            <a:ext cx="137294" cy="75121"/>
          </a:xfrm>
          <a:custGeom xmlns:a="http://schemas.openxmlformats.org/drawingml/2006/main">
            <a:pathLst>
              <a:path w="137294" h="75121" fill="none">
                <a:moveTo>
                  <a:pt x="0" y="0"/>
                </a:moveTo>
                <a:lnTo>
                  <a:pt x="137294" y="75121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1CC3B-F3E7-4687-AD16-05822B30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9903" y="4094150"/>
            <a:ext cx="127471" cy="232507"/>
          </a:xfrm>
          <a:custGeom xmlns:a="http://schemas.openxmlformats.org/drawingml/2006/main">
            <a:pathLst>
              <a:path w="127471" h="232507">
                <a:moveTo>
                  <a:pt x="80256" y="77912"/>
                </a:moveTo>
                <a:lnTo>
                  <a:pt x="102133" y="77912"/>
                </a:lnTo>
                <a:cubicBezTo>
                  <a:pt x="107268" y="77912"/>
                  <a:pt x="109835" y="77912"/>
                  <a:pt x="109835" y="72777"/>
                </a:cubicBezTo>
                <a:cubicBezTo>
                  <a:pt x="109835" y="69986"/>
                  <a:pt x="107268" y="69986"/>
                  <a:pt x="103026" y="69986"/>
                </a:cubicBezTo>
                <a:lnTo>
                  <a:pt x="81707" y="69986"/>
                </a:lnTo>
                <a:lnTo>
                  <a:pt x="87176" y="40853"/>
                </a:lnTo>
                <a:cubicBezTo>
                  <a:pt x="88181" y="35495"/>
                  <a:pt x="91753" y="17413"/>
                  <a:pt x="93204" y="14288"/>
                </a:cubicBezTo>
                <a:cubicBezTo>
                  <a:pt x="95548" y="9488"/>
                  <a:pt x="99901" y="5581"/>
                  <a:pt x="105259" y="5581"/>
                </a:cubicBezTo>
                <a:cubicBezTo>
                  <a:pt x="106263" y="5581"/>
                  <a:pt x="112961" y="5581"/>
                  <a:pt x="117760" y="10269"/>
                </a:cubicBezTo>
                <a:cubicBezTo>
                  <a:pt x="106487" y="11274"/>
                  <a:pt x="104031" y="20203"/>
                  <a:pt x="104031" y="23999"/>
                </a:cubicBezTo>
                <a:cubicBezTo>
                  <a:pt x="104031" y="29914"/>
                  <a:pt x="108607" y="32928"/>
                  <a:pt x="113407" y="32928"/>
                </a:cubicBezTo>
                <a:cubicBezTo>
                  <a:pt x="120104" y="32928"/>
                  <a:pt x="127471" y="27347"/>
                  <a:pt x="127471" y="17636"/>
                </a:cubicBezTo>
                <a:cubicBezTo>
                  <a:pt x="127471" y="5916"/>
                  <a:pt x="115751" y="0"/>
                  <a:pt x="105259" y="0"/>
                </a:cubicBezTo>
                <a:cubicBezTo>
                  <a:pt x="96552" y="0"/>
                  <a:pt x="80479" y="4576"/>
                  <a:pt x="72777" y="29914"/>
                </a:cubicBezTo>
                <a:cubicBezTo>
                  <a:pt x="71326" y="35272"/>
                  <a:pt x="70545" y="37840"/>
                  <a:pt x="64405" y="69986"/>
                </a:cubicBezTo>
                <a:lnTo>
                  <a:pt x="46769" y="69986"/>
                </a:lnTo>
                <a:cubicBezTo>
                  <a:pt x="41858" y="69986"/>
                  <a:pt x="39067" y="69986"/>
                  <a:pt x="39067" y="74898"/>
                </a:cubicBezTo>
                <a:cubicBezTo>
                  <a:pt x="39067" y="77912"/>
                  <a:pt x="41411" y="77912"/>
                  <a:pt x="46211" y="77912"/>
                </a:cubicBezTo>
                <a:lnTo>
                  <a:pt x="63066" y="77912"/>
                </a:lnTo>
                <a:lnTo>
                  <a:pt x="43979" y="178817"/>
                </a:lnTo>
                <a:cubicBezTo>
                  <a:pt x="39402" y="203597"/>
                  <a:pt x="34937" y="226814"/>
                  <a:pt x="21654" y="226814"/>
                </a:cubicBezTo>
                <a:cubicBezTo>
                  <a:pt x="20762" y="226814"/>
                  <a:pt x="14288" y="226814"/>
                  <a:pt x="9488" y="222238"/>
                </a:cubicBezTo>
                <a:cubicBezTo>
                  <a:pt x="21208" y="221456"/>
                  <a:pt x="23552" y="212303"/>
                  <a:pt x="23552" y="208397"/>
                </a:cubicBezTo>
                <a:cubicBezTo>
                  <a:pt x="23552" y="202592"/>
                  <a:pt x="18864" y="199467"/>
                  <a:pt x="14064" y="199467"/>
                </a:cubicBezTo>
                <a:cubicBezTo>
                  <a:pt x="7367" y="199467"/>
                  <a:pt x="0" y="205160"/>
                  <a:pt x="0" y="214871"/>
                </a:cubicBezTo>
                <a:cubicBezTo>
                  <a:pt x="0" y="226368"/>
                  <a:pt x="11274" y="232507"/>
                  <a:pt x="21654" y="232507"/>
                </a:cubicBezTo>
                <a:cubicBezTo>
                  <a:pt x="35719" y="232507"/>
                  <a:pt x="45988" y="217438"/>
                  <a:pt x="50564" y="207727"/>
                </a:cubicBezTo>
                <a:cubicBezTo>
                  <a:pt x="58713" y="191542"/>
                  <a:pt x="64629" y="160734"/>
                  <a:pt x="64852" y="158837"/>
                </a:cubicBezTo>
                <a:lnTo>
                  <a:pt x="80256" y="77912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B25D1-530B-4D0E-A45D-8DB33401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8917" y="4052069"/>
            <a:ext cx="38398" cy="118765"/>
          </a:xfrm>
          <a:custGeom xmlns:a="http://schemas.openxmlformats.org/drawingml/2006/main">
            <a:pathLst>
              <a:path w="38398" h="118765">
                <a:moveTo>
                  <a:pt x="30919" y="96441"/>
                </a:moveTo>
                <a:cubicBezTo>
                  <a:pt x="26566" y="102245"/>
                  <a:pt x="25338" y="103584"/>
                  <a:pt x="23552" y="105594"/>
                </a:cubicBezTo>
                <a:cubicBezTo>
                  <a:pt x="20538" y="108607"/>
                  <a:pt x="17859" y="110393"/>
                  <a:pt x="16185" y="110393"/>
                </a:cubicBezTo>
                <a:cubicBezTo>
                  <a:pt x="14734" y="110393"/>
                  <a:pt x="13395" y="108942"/>
                  <a:pt x="13395" y="107714"/>
                </a:cubicBezTo>
                <a:cubicBezTo>
                  <a:pt x="13395" y="105928"/>
                  <a:pt x="13841" y="103250"/>
                  <a:pt x="15069" y="99901"/>
                </a:cubicBezTo>
                <a:cubicBezTo>
                  <a:pt x="15069" y="99343"/>
                  <a:pt x="15627" y="98115"/>
                  <a:pt x="15962" y="96664"/>
                </a:cubicBezTo>
                <a:lnTo>
                  <a:pt x="15962" y="96329"/>
                </a:lnTo>
                <a:lnTo>
                  <a:pt x="16185" y="95994"/>
                </a:lnTo>
                <a:lnTo>
                  <a:pt x="31924" y="38398"/>
                </a:lnTo>
                <a:lnTo>
                  <a:pt x="31366" y="38063"/>
                </a:lnTo>
                <a:cubicBezTo>
                  <a:pt x="13395" y="41411"/>
                  <a:pt x="9823" y="41970"/>
                  <a:pt x="2791" y="42528"/>
                </a:cubicBezTo>
                <a:lnTo>
                  <a:pt x="2791" y="45318"/>
                </a:lnTo>
                <a:cubicBezTo>
                  <a:pt x="12278" y="45541"/>
                  <a:pt x="14064" y="46100"/>
                  <a:pt x="14064" y="49671"/>
                </a:cubicBezTo>
                <a:cubicBezTo>
                  <a:pt x="14064" y="51122"/>
                  <a:pt x="13506" y="53913"/>
                  <a:pt x="12502" y="57485"/>
                </a:cubicBezTo>
                <a:lnTo>
                  <a:pt x="3907" y="89185"/>
                </a:lnTo>
                <a:cubicBezTo>
                  <a:pt x="1005" y="99454"/>
                  <a:pt x="0" y="105035"/>
                  <a:pt x="0" y="108607"/>
                </a:cubicBezTo>
                <a:cubicBezTo>
                  <a:pt x="0" y="115193"/>
                  <a:pt x="2791" y="118765"/>
                  <a:pt x="8148" y="118765"/>
                </a:cubicBezTo>
                <a:cubicBezTo>
                  <a:pt x="16408" y="118765"/>
                  <a:pt x="22994" y="113519"/>
                  <a:pt x="33151" y="98450"/>
                </a:cubicBezTo>
                <a:lnTo>
                  <a:pt x="30919" y="96441"/>
                </a:lnTo>
                <a:close/>
                <a:moveTo>
                  <a:pt x="29468" y="0"/>
                </a:moveTo>
                <a:cubicBezTo>
                  <a:pt x="24557" y="0"/>
                  <a:pt x="21096" y="4130"/>
                  <a:pt x="21096" y="9488"/>
                </a:cubicBezTo>
                <a:cubicBezTo>
                  <a:pt x="21096" y="15180"/>
                  <a:pt x="24445" y="18976"/>
                  <a:pt x="29580" y="18976"/>
                </a:cubicBezTo>
                <a:cubicBezTo>
                  <a:pt x="34268" y="18976"/>
                  <a:pt x="38398" y="14846"/>
                  <a:pt x="38398" y="9823"/>
                </a:cubicBezTo>
                <a:cubicBezTo>
                  <a:pt x="38398" y="4576"/>
                  <a:pt x="34268" y="0"/>
                  <a:pt x="29468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228AB1-B007-4C01-9C41-D93E3E78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0999" y="4090132"/>
            <a:ext cx="82153" cy="80367"/>
          </a:xfrm>
          <a:custGeom xmlns:a="http://schemas.openxmlformats.org/drawingml/2006/main">
            <a:pathLst>
              <a:path w="82153" h="80367">
                <a:moveTo>
                  <a:pt x="79697" y="57931"/>
                </a:moveTo>
                <a:lnTo>
                  <a:pt x="75902" y="62508"/>
                </a:lnTo>
                <a:cubicBezTo>
                  <a:pt x="70768" y="69093"/>
                  <a:pt x="67531" y="71996"/>
                  <a:pt x="65075" y="71996"/>
                </a:cubicBezTo>
                <a:cubicBezTo>
                  <a:pt x="63624" y="71996"/>
                  <a:pt x="62173" y="70545"/>
                  <a:pt x="62173" y="69093"/>
                </a:cubicBezTo>
                <a:cubicBezTo>
                  <a:pt x="62173" y="67866"/>
                  <a:pt x="62173" y="67866"/>
                  <a:pt x="64740" y="57931"/>
                </a:cubicBezTo>
                <a:lnTo>
                  <a:pt x="74898" y="21096"/>
                </a:lnTo>
                <a:cubicBezTo>
                  <a:pt x="75791" y="17301"/>
                  <a:pt x="76460" y="13395"/>
                  <a:pt x="76460" y="10939"/>
                </a:cubicBezTo>
                <a:cubicBezTo>
                  <a:pt x="76460" y="4465"/>
                  <a:pt x="71661" y="0"/>
                  <a:pt x="64740" y="0"/>
                </a:cubicBezTo>
                <a:cubicBezTo>
                  <a:pt x="53243" y="0"/>
                  <a:pt x="41970" y="10716"/>
                  <a:pt x="23552" y="39291"/>
                </a:cubicBezTo>
                <a:lnTo>
                  <a:pt x="35607" y="335"/>
                </a:lnTo>
                <a:lnTo>
                  <a:pt x="35049" y="0"/>
                </a:lnTo>
                <a:cubicBezTo>
                  <a:pt x="25450" y="2009"/>
                  <a:pt x="21654" y="2679"/>
                  <a:pt x="6139" y="5469"/>
                </a:cubicBezTo>
                <a:lnTo>
                  <a:pt x="6139" y="8372"/>
                </a:lnTo>
                <a:cubicBezTo>
                  <a:pt x="15180" y="8595"/>
                  <a:pt x="17525" y="9599"/>
                  <a:pt x="17525" y="13171"/>
                </a:cubicBezTo>
                <a:cubicBezTo>
                  <a:pt x="17525" y="14288"/>
                  <a:pt x="17301" y="15404"/>
                  <a:pt x="17190" y="16185"/>
                </a:cubicBezTo>
                <a:lnTo>
                  <a:pt x="0" y="78804"/>
                </a:lnTo>
                <a:lnTo>
                  <a:pt x="13395" y="78804"/>
                </a:lnTo>
                <a:cubicBezTo>
                  <a:pt x="21766" y="50564"/>
                  <a:pt x="23440" y="46658"/>
                  <a:pt x="31254" y="34491"/>
                </a:cubicBezTo>
                <a:cubicBezTo>
                  <a:pt x="41970" y="17971"/>
                  <a:pt x="51122" y="9041"/>
                  <a:pt x="57708" y="9041"/>
                </a:cubicBezTo>
                <a:cubicBezTo>
                  <a:pt x="60387" y="9041"/>
                  <a:pt x="62061" y="11050"/>
                  <a:pt x="62061" y="14288"/>
                </a:cubicBezTo>
                <a:cubicBezTo>
                  <a:pt x="62061" y="16408"/>
                  <a:pt x="60945" y="22324"/>
                  <a:pt x="59494" y="27905"/>
                </a:cubicBezTo>
                <a:lnTo>
                  <a:pt x="51681" y="57373"/>
                </a:lnTo>
                <a:cubicBezTo>
                  <a:pt x="49337" y="66415"/>
                  <a:pt x="48778" y="68982"/>
                  <a:pt x="48778" y="70768"/>
                </a:cubicBezTo>
                <a:cubicBezTo>
                  <a:pt x="48778" y="77577"/>
                  <a:pt x="51346" y="80367"/>
                  <a:pt x="57150" y="80367"/>
                </a:cubicBezTo>
                <a:cubicBezTo>
                  <a:pt x="65187" y="80367"/>
                  <a:pt x="69875" y="76684"/>
                  <a:pt x="82153" y="60164"/>
                </a:cubicBezTo>
                <a:lnTo>
                  <a:pt x="79697" y="57931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3AAE7-AC3C-49AD-88EB-35847A83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2305" y="4046823"/>
            <a:ext cx="91529" cy="124457"/>
          </a:xfrm>
          <a:custGeom xmlns:a="http://schemas.openxmlformats.org/drawingml/2006/main">
            <a:pathLst>
              <a:path w="91529" h="124457">
                <a:moveTo>
                  <a:pt x="80032" y="102245"/>
                </a:moveTo>
                <a:cubicBezTo>
                  <a:pt x="70433" y="113295"/>
                  <a:pt x="68424" y="114970"/>
                  <a:pt x="65410" y="114970"/>
                </a:cubicBezTo>
                <a:cubicBezTo>
                  <a:pt x="63624" y="114970"/>
                  <a:pt x="62173" y="113295"/>
                  <a:pt x="62173" y="111398"/>
                </a:cubicBezTo>
                <a:cubicBezTo>
                  <a:pt x="62173" y="108831"/>
                  <a:pt x="67866" y="87064"/>
                  <a:pt x="73782" y="67419"/>
                </a:cubicBezTo>
                <a:cubicBezTo>
                  <a:pt x="78693" y="51011"/>
                  <a:pt x="82376" y="36723"/>
                  <a:pt x="91529" y="1005"/>
                </a:cubicBezTo>
                <a:lnTo>
                  <a:pt x="90636" y="0"/>
                </a:lnTo>
                <a:cubicBezTo>
                  <a:pt x="81149" y="2009"/>
                  <a:pt x="74675" y="3125"/>
                  <a:pt x="63289" y="4130"/>
                </a:cubicBezTo>
                <a:lnTo>
                  <a:pt x="63289" y="7144"/>
                </a:lnTo>
                <a:cubicBezTo>
                  <a:pt x="73112" y="7590"/>
                  <a:pt x="74340" y="8037"/>
                  <a:pt x="74340" y="11832"/>
                </a:cubicBezTo>
                <a:cubicBezTo>
                  <a:pt x="74340" y="14176"/>
                  <a:pt x="74116" y="15292"/>
                  <a:pt x="71661" y="24333"/>
                </a:cubicBezTo>
                <a:lnTo>
                  <a:pt x="63736" y="53690"/>
                </a:lnTo>
                <a:cubicBezTo>
                  <a:pt x="62396" y="46100"/>
                  <a:pt x="59159" y="43309"/>
                  <a:pt x="52127" y="43309"/>
                </a:cubicBezTo>
                <a:cubicBezTo>
                  <a:pt x="28910" y="43309"/>
                  <a:pt x="0" y="76907"/>
                  <a:pt x="0" y="103696"/>
                </a:cubicBezTo>
                <a:cubicBezTo>
                  <a:pt x="0" y="116309"/>
                  <a:pt x="7144" y="124011"/>
                  <a:pt x="18752" y="124011"/>
                </a:cubicBezTo>
                <a:cubicBezTo>
                  <a:pt x="30919" y="124011"/>
                  <a:pt x="38733" y="118318"/>
                  <a:pt x="50899" y="100459"/>
                </a:cubicBezTo>
                <a:cubicBezTo>
                  <a:pt x="49002" y="109612"/>
                  <a:pt x="48555" y="112291"/>
                  <a:pt x="48555" y="116309"/>
                </a:cubicBezTo>
                <a:cubicBezTo>
                  <a:pt x="48555" y="121220"/>
                  <a:pt x="51681" y="124457"/>
                  <a:pt x="56145" y="124457"/>
                </a:cubicBezTo>
                <a:cubicBezTo>
                  <a:pt x="63624" y="124457"/>
                  <a:pt x="72889" y="117091"/>
                  <a:pt x="82153" y="104031"/>
                </a:cubicBezTo>
                <a:lnTo>
                  <a:pt x="80032" y="102245"/>
                </a:lnTo>
                <a:close/>
                <a:moveTo>
                  <a:pt x="52908" y="47439"/>
                </a:moveTo>
                <a:cubicBezTo>
                  <a:pt x="58266" y="47774"/>
                  <a:pt x="60945" y="51122"/>
                  <a:pt x="60945" y="57596"/>
                </a:cubicBezTo>
                <a:cubicBezTo>
                  <a:pt x="60945" y="84720"/>
                  <a:pt x="42304" y="115416"/>
                  <a:pt x="25896" y="115416"/>
                </a:cubicBezTo>
                <a:cubicBezTo>
                  <a:pt x="19869" y="115416"/>
                  <a:pt x="15515" y="110617"/>
                  <a:pt x="15515" y="103696"/>
                </a:cubicBezTo>
                <a:cubicBezTo>
                  <a:pt x="15515" y="88850"/>
                  <a:pt x="24445" y="68089"/>
                  <a:pt x="36277" y="55587"/>
                </a:cubicBezTo>
                <a:cubicBezTo>
                  <a:pt x="41300" y="50453"/>
                  <a:pt x="47885" y="46992"/>
                  <a:pt x="52908" y="47439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36C319-E306-4478-A6A7-DF8EC6422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624" y="4052069"/>
            <a:ext cx="38398" cy="118765"/>
          </a:xfrm>
          <a:custGeom xmlns:a="http://schemas.openxmlformats.org/drawingml/2006/main">
            <a:pathLst>
              <a:path w="38398" h="118765">
                <a:moveTo>
                  <a:pt x="30919" y="96441"/>
                </a:moveTo>
                <a:cubicBezTo>
                  <a:pt x="26677" y="102245"/>
                  <a:pt x="25338" y="103584"/>
                  <a:pt x="23552" y="105594"/>
                </a:cubicBezTo>
                <a:cubicBezTo>
                  <a:pt x="20538" y="108607"/>
                  <a:pt x="17859" y="110393"/>
                  <a:pt x="16297" y="110393"/>
                </a:cubicBezTo>
                <a:cubicBezTo>
                  <a:pt x="14846" y="110393"/>
                  <a:pt x="13395" y="108942"/>
                  <a:pt x="13395" y="107714"/>
                </a:cubicBezTo>
                <a:cubicBezTo>
                  <a:pt x="13395" y="105928"/>
                  <a:pt x="13953" y="103250"/>
                  <a:pt x="15180" y="99901"/>
                </a:cubicBezTo>
                <a:cubicBezTo>
                  <a:pt x="15180" y="99343"/>
                  <a:pt x="15739" y="98115"/>
                  <a:pt x="16073" y="96664"/>
                </a:cubicBezTo>
                <a:lnTo>
                  <a:pt x="16073" y="96329"/>
                </a:lnTo>
                <a:lnTo>
                  <a:pt x="16297" y="95994"/>
                </a:lnTo>
                <a:lnTo>
                  <a:pt x="32035" y="38398"/>
                </a:lnTo>
                <a:lnTo>
                  <a:pt x="31477" y="38063"/>
                </a:lnTo>
                <a:cubicBezTo>
                  <a:pt x="13395" y="41411"/>
                  <a:pt x="9823" y="41970"/>
                  <a:pt x="2902" y="42528"/>
                </a:cubicBezTo>
                <a:lnTo>
                  <a:pt x="2902" y="45318"/>
                </a:lnTo>
                <a:cubicBezTo>
                  <a:pt x="12390" y="45541"/>
                  <a:pt x="14176" y="46100"/>
                  <a:pt x="14176" y="49671"/>
                </a:cubicBezTo>
                <a:cubicBezTo>
                  <a:pt x="14176" y="51122"/>
                  <a:pt x="13618" y="53913"/>
                  <a:pt x="12502" y="57485"/>
                </a:cubicBezTo>
                <a:lnTo>
                  <a:pt x="3907" y="89185"/>
                </a:lnTo>
                <a:cubicBezTo>
                  <a:pt x="1116" y="99454"/>
                  <a:pt x="0" y="105035"/>
                  <a:pt x="0" y="108607"/>
                </a:cubicBezTo>
                <a:cubicBezTo>
                  <a:pt x="0" y="115193"/>
                  <a:pt x="2902" y="118765"/>
                  <a:pt x="8260" y="118765"/>
                </a:cubicBezTo>
                <a:cubicBezTo>
                  <a:pt x="16408" y="118765"/>
                  <a:pt x="23106" y="113519"/>
                  <a:pt x="33263" y="98450"/>
                </a:cubicBezTo>
                <a:lnTo>
                  <a:pt x="30919" y="96441"/>
                </a:lnTo>
                <a:close/>
                <a:moveTo>
                  <a:pt x="29468" y="0"/>
                </a:moveTo>
                <a:cubicBezTo>
                  <a:pt x="24668" y="0"/>
                  <a:pt x="21096" y="4130"/>
                  <a:pt x="21096" y="9488"/>
                </a:cubicBezTo>
                <a:cubicBezTo>
                  <a:pt x="21096" y="15180"/>
                  <a:pt x="24445" y="18976"/>
                  <a:pt x="29691" y="18976"/>
                </a:cubicBezTo>
                <a:cubicBezTo>
                  <a:pt x="34268" y="18976"/>
                  <a:pt x="38398" y="14846"/>
                  <a:pt x="38398" y="9823"/>
                </a:cubicBezTo>
                <a:cubicBezTo>
                  <a:pt x="38398" y="4576"/>
                  <a:pt x="34268" y="0"/>
                  <a:pt x="29468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F9386E-006C-4E0B-85AD-CE3A4F7C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7189" y="4090132"/>
            <a:ext cx="65522" cy="78804"/>
          </a:xfrm>
          <a:custGeom xmlns:a="http://schemas.openxmlformats.org/drawingml/2006/main">
            <a:pathLst>
              <a:path w="65522" h="78804">
                <a:moveTo>
                  <a:pt x="13618" y="78804"/>
                </a:moveTo>
                <a:cubicBezTo>
                  <a:pt x="22882" y="48444"/>
                  <a:pt x="25896" y="40742"/>
                  <a:pt x="34156" y="27124"/>
                </a:cubicBezTo>
                <a:cubicBezTo>
                  <a:pt x="40072" y="17078"/>
                  <a:pt x="44983" y="11609"/>
                  <a:pt x="47997" y="11609"/>
                </a:cubicBezTo>
                <a:cubicBezTo>
                  <a:pt x="49113" y="11609"/>
                  <a:pt x="50006" y="12278"/>
                  <a:pt x="50899" y="14064"/>
                </a:cubicBezTo>
                <a:cubicBezTo>
                  <a:pt x="52350" y="17078"/>
                  <a:pt x="53801" y="17971"/>
                  <a:pt x="57373" y="17971"/>
                </a:cubicBezTo>
                <a:cubicBezTo>
                  <a:pt x="62508" y="17971"/>
                  <a:pt x="65522" y="14846"/>
                  <a:pt x="65522" y="9265"/>
                </a:cubicBezTo>
                <a:cubicBezTo>
                  <a:pt x="65522" y="3683"/>
                  <a:pt x="62173" y="0"/>
                  <a:pt x="57150" y="0"/>
                </a:cubicBezTo>
                <a:cubicBezTo>
                  <a:pt x="53020" y="0"/>
                  <a:pt x="48220" y="2679"/>
                  <a:pt x="43644" y="7479"/>
                </a:cubicBezTo>
                <a:cubicBezTo>
                  <a:pt x="36277" y="14957"/>
                  <a:pt x="29133" y="25561"/>
                  <a:pt x="26231" y="32705"/>
                </a:cubicBezTo>
                <a:lnTo>
                  <a:pt x="23775" y="39067"/>
                </a:lnTo>
                <a:lnTo>
                  <a:pt x="33263" y="335"/>
                </a:lnTo>
                <a:lnTo>
                  <a:pt x="32705" y="0"/>
                </a:lnTo>
                <a:cubicBezTo>
                  <a:pt x="19645" y="2344"/>
                  <a:pt x="17971" y="2679"/>
                  <a:pt x="5023" y="4800"/>
                </a:cubicBezTo>
                <a:lnTo>
                  <a:pt x="5023" y="7813"/>
                </a:lnTo>
                <a:cubicBezTo>
                  <a:pt x="9265" y="6920"/>
                  <a:pt x="9823" y="6920"/>
                  <a:pt x="11050" y="6920"/>
                </a:cubicBezTo>
                <a:cubicBezTo>
                  <a:pt x="14957" y="6920"/>
                  <a:pt x="17301" y="8706"/>
                  <a:pt x="17301" y="11943"/>
                </a:cubicBezTo>
                <a:cubicBezTo>
                  <a:pt x="17301" y="14511"/>
                  <a:pt x="17301" y="14511"/>
                  <a:pt x="14399" y="26566"/>
                </a:cubicBezTo>
                <a:lnTo>
                  <a:pt x="0" y="78804"/>
                </a:lnTo>
                <a:lnTo>
                  <a:pt x="13618" y="78804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F231C-55D4-4A8E-962A-CA8E1E2A7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793" y="4211241"/>
            <a:ext cx="125127" cy="125685"/>
          </a:xfrm>
          <a:custGeom xmlns:a="http://schemas.openxmlformats.org/drawingml/2006/main">
            <a:pathLst>
              <a:path w="125127" h="125685">
                <a:moveTo>
                  <a:pt x="125127" y="95659"/>
                </a:moveTo>
                <a:lnTo>
                  <a:pt x="118988" y="95659"/>
                </a:lnTo>
                <a:cubicBezTo>
                  <a:pt x="118876" y="96217"/>
                  <a:pt x="117202" y="104589"/>
                  <a:pt x="115863" y="108719"/>
                </a:cubicBezTo>
                <a:cubicBezTo>
                  <a:pt x="114746" y="111509"/>
                  <a:pt x="114188" y="112961"/>
                  <a:pt x="103138" y="112961"/>
                </a:cubicBezTo>
                <a:lnTo>
                  <a:pt x="87957" y="112961"/>
                </a:lnTo>
                <a:cubicBezTo>
                  <a:pt x="90971" y="102915"/>
                  <a:pt x="96217" y="95994"/>
                  <a:pt x="106152" y="82600"/>
                </a:cubicBezTo>
                <a:cubicBezTo>
                  <a:pt x="114970" y="70768"/>
                  <a:pt x="122783" y="59048"/>
                  <a:pt x="122783" y="44537"/>
                </a:cubicBezTo>
                <a:cubicBezTo>
                  <a:pt x="122783" y="20427"/>
                  <a:pt x="96887" y="0"/>
                  <a:pt x="62619" y="0"/>
                </a:cubicBezTo>
                <a:cubicBezTo>
                  <a:pt x="28240" y="0"/>
                  <a:pt x="2344" y="20427"/>
                  <a:pt x="2344" y="44537"/>
                </a:cubicBezTo>
                <a:cubicBezTo>
                  <a:pt x="2344" y="60275"/>
                  <a:pt x="10939" y="71884"/>
                  <a:pt x="23440" y="88739"/>
                </a:cubicBezTo>
                <a:cubicBezTo>
                  <a:pt x="28687" y="95436"/>
                  <a:pt x="34379" y="103473"/>
                  <a:pt x="37170" y="112961"/>
                </a:cubicBezTo>
                <a:lnTo>
                  <a:pt x="21989" y="112961"/>
                </a:lnTo>
                <a:cubicBezTo>
                  <a:pt x="11274" y="112961"/>
                  <a:pt x="10604" y="111509"/>
                  <a:pt x="9711" y="109500"/>
                </a:cubicBezTo>
                <a:cubicBezTo>
                  <a:pt x="8260" y="106152"/>
                  <a:pt x="6139" y="95994"/>
                  <a:pt x="6139" y="95659"/>
                </a:cubicBezTo>
                <a:lnTo>
                  <a:pt x="0" y="95659"/>
                </a:lnTo>
                <a:lnTo>
                  <a:pt x="6474" y="125685"/>
                </a:lnTo>
                <a:lnTo>
                  <a:pt x="38621" y="125685"/>
                </a:lnTo>
                <a:cubicBezTo>
                  <a:pt x="42416" y="125685"/>
                  <a:pt x="43644" y="125685"/>
                  <a:pt x="43644" y="121779"/>
                </a:cubicBezTo>
                <a:cubicBezTo>
                  <a:pt x="43644" y="108831"/>
                  <a:pt x="37058" y="93650"/>
                  <a:pt x="33263" y="84944"/>
                </a:cubicBezTo>
                <a:cubicBezTo>
                  <a:pt x="26454" y="69205"/>
                  <a:pt x="21431" y="57596"/>
                  <a:pt x="21431" y="44314"/>
                </a:cubicBezTo>
                <a:cubicBezTo>
                  <a:pt x="21431" y="18976"/>
                  <a:pt x="41635" y="5023"/>
                  <a:pt x="62619" y="5023"/>
                </a:cubicBezTo>
                <a:cubicBezTo>
                  <a:pt x="83716" y="5023"/>
                  <a:pt x="103696" y="19199"/>
                  <a:pt x="103696" y="44314"/>
                </a:cubicBezTo>
                <a:cubicBezTo>
                  <a:pt x="103696" y="57820"/>
                  <a:pt x="98338" y="70098"/>
                  <a:pt x="92199" y="84051"/>
                </a:cubicBezTo>
                <a:cubicBezTo>
                  <a:pt x="88292" y="92980"/>
                  <a:pt x="81595" y="108719"/>
                  <a:pt x="81595" y="121555"/>
                </a:cubicBezTo>
                <a:cubicBezTo>
                  <a:pt x="81595" y="125685"/>
                  <a:pt x="82600" y="125685"/>
                  <a:pt x="86730" y="125685"/>
                </a:cubicBezTo>
                <a:lnTo>
                  <a:pt x="118653" y="125685"/>
                </a:lnTo>
                <a:lnTo>
                  <a:pt x="125127" y="95659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D5A5B-57AC-4682-8074-195B2DA2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0267" y="4490963"/>
            <a:ext cx="154372" cy="174464"/>
          </a:xfrm>
          <a:custGeom xmlns:a="http://schemas.openxmlformats.org/drawingml/2006/main">
            <a:pathLst>
              <a:path w="154372" h="174464">
                <a:moveTo>
                  <a:pt x="85613" y="19869"/>
                </a:moveTo>
                <a:cubicBezTo>
                  <a:pt x="87846" y="10716"/>
                  <a:pt x="88627" y="7925"/>
                  <a:pt x="112626" y="7925"/>
                </a:cubicBezTo>
                <a:cubicBezTo>
                  <a:pt x="120328" y="7925"/>
                  <a:pt x="122337" y="7925"/>
                  <a:pt x="122337" y="3014"/>
                </a:cubicBezTo>
                <a:cubicBezTo>
                  <a:pt x="122337" y="0"/>
                  <a:pt x="119546" y="0"/>
                  <a:pt x="118318" y="0"/>
                </a:cubicBezTo>
                <a:cubicBezTo>
                  <a:pt x="109835" y="0"/>
                  <a:pt x="88850" y="781"/>
                  <a:pt x="80479" y="781"/>
                </a:cubicBezTo>
                <a:cubicBezTo>
                  <a:pt x="72777" y="781"/>
                  <a:pt x="54136" y="0"/>
                  <a:pt x="46434" y="0"/>
                </a:cubicBezTo>
                <a:cubicBezTo>
                  <a:pt x="44760" y="0"/>
                  <a:pt x="41635" y="0"/>
                  <a:pt x="41635" y="5135"/>
                </a:cubicBezTo>
                <a:cubicBezTo>
                  <a:pt x="41635" y="7925"/>
                  <a:pt x="43979" y="7925"/>
                  <a:pt x="48778" y="7925"/>
                </a:cubicBezTo>
                <a:cubicBezTo>
                  <a:pt x="49337" y="7925"/>
                  <a:pt x="54136" y="7925"/>
                  <a:pt x="58489" y="8372"/>
                </a:cubicBezTo>
                <a:cubicBezTo>
                  <a:pt x="63066" y="8930"/>
                  <a:pt x="65410" y="9153"/>
                  <a:pt x="65410" y="12502"/>
                </a:cubicBezTo>
                <a:cubicBezTo>
                  <a:pt x="65410" y="13506"/>
                  <a:pt x="65075" y="14288"/>
                  <a:pt x="64405" y="17301"/>
                </a:cubicBezTo>
                <a:lnTo>
                  <a:pt x="30138" y="154484"/>
                </a:lnTo>
                <a:cubicBezTo>
                  <a:pt x="27570" y="164530"/>
                  <a:pt x="27124" y="166539"/>
                  <a:pt x="6920" y="166539"/>
                </a:cubicBezTo>
                <a:cubicBezTo>
                  <a:pt x="2456" y="166539"/>
                  <a:pt x="0" y="166539"/>
                  <a:pt x="0" y="171673"/>
                </a:cubicBezTo>
                <a:cubicBezTo>
                  <a:pt x="0" y="174464"/>
                  <a:pt x="2344" y="174464"/>
                  <a:pt x="6920" y="174464"/>
                </a:cubicBezTo>
                <a:lnTo>
                  <a:pt x="125127" y="174464"/>
                </a:lnTo>
                <a:cubicBezTo>
                  <a:pt x="131266" y="174464"/>
                  <a:pt x="131490" y="174464"/>
                  <a:pt x="133052" y="170111"/>
                </a:cubicBezTo>
                <a:lnTo>
                  <a:pt x="153256" y="114970"/>
                </a:lnTo>
                <a:cubicBezTo>
                  <a:pt x="154372" y="112179"/>
                  <a:pt x="154372" y="111621"/>
                  <a:pt x="154372" y="111398"/>
                </a:cubicBezTo>
                <a:cubicBezTo>
                  <a:pt x="154372" y="110393"/>
                  <a:pt x="153479" y="108496"/>
                  <a:pt x="151247" y="108496"/>
                </a:cubicBezTo>
                <a:cubicBezTo>
                  <a:pt x="148903" y="108496"/>
                  <a:pt x="148679" y="109835"/>
                  <a:pt x="146893" y="113854"/>
                </a:cubicBezTo>
                <a:cubicBezTo>
                  <a:pt x="138187" y="137406"/>
                  <a:pt x="126913" y="166539"/>
                  <a:pt x="82823" y="166539"/>
                </a:cubicBezTo>
                <a:lnTo>
                  <a:pt x="58713" y="166539"/>
                </a:lnTo>
                <a:cubicBezTo>
                  <a:pt x="55141" y="166539"/>
                  <a:pt x="54694" y="166539"/>
                  <a:pt x="53132" y="166315"/>
                </a:cubicBezTo>
                <a:cubicBezTo>
                  <a:pt x="50564" y="165981"/>
                  <a:pt x="49783" y="165757"/>
                  <a:pt x="49783" y="163748"/>
                </a:cubicBezTo>
                <a:cubicBezTo>
                  <a:pt x="49783" y="162967"/>
                  <a:pt x="49783" y="162409"/>
                  <a:pt x="51011" y="157832"/>
                </a:cubicBezTo>
                <a:lnTo>
                  <a:pt x="85613" y="19869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C6CDB-8442-4F40-93E6-102E4917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2722" y="4443189"/>
            <a:ext cx="38398" cy="118876"/>
          </a:xfrm>
          <a:custGeom xmlns:a="http://schemas.openxmlformats.org/drawingml/2006/main">
            <a:pathLst>
              <a:path w="38398" h="118876">
                <a:moveTo>
                  <a:pt x="30919" y="96552"/>
                </a:moveTo>
                <a:cubicBezTo>
                  <a:pt x="26566" y="102245"/>
                  <a:pt x="25338" y="103696"/>
                  <a:pt x="23552" y="105594"/>
                </a:cubicBezTo>
                <a:cubicBezTo>
                  <a:pt x="20538" y="108607"/>
                  <a:pt x="17859" y="110393"/>
                  <a:pt x="16185" y="110393"/>
                </a:cubicBezTo>
                <a:cubicBezTo>
                  <a:pt x="14846" y="110393"/>
                  <a:pt x="13395" y="109054"/>
                  <a:pt x="13395" y="107714"/>
                </a:cubicBezTo>
                <a:cubicBezTo>
                  <a:pt x="13395" y="105928"/>
                  <a:pt x="13953" y="103361"/>
                  <a:pt x="15180" y="99901"/>
                </a:cubicBezTo>
                <a:cubicBezTo>
                  <a:pt x="15180" y="99343"/>
                  <a:pt x="15739" y="98115"/>
                  <a:pt x="16073" y="96664"/>
                </a:cubicBezTo>
                <a:lnTo>
                  <a:pt x="16073" y="96329"/>
                </a:lnTo>
                <a:lnTo>
                  <a:pt x="16185" y="95994"/>
                </a:lnTo>
                <a:lnTo>
                  <a:pt x="32035" y="38398"/>
                </a:lnTo>
                <a:lnTo>
                  <a:pt x="31477" y="38063"/>
                </a:lnTo>
                <a:cubicBezTo>
                  <a:pt x="13395" y="41523"/>
                  <a:pt x="9823" y="41970"/>
                  <a:pt x="2902" y="42528"/>
                </a:cubicBezTo>
                <a:lnTo>
                  <a:pt x="2902" y="45430"/>
                </a:lnTo>
                <a:cubicBezTo>
                  <a:pt x="12278" y="45541"/>
                  <a:pt x="14064" y="46100"/>
                  <a:pt x="14064" y="49671"/>
                </a:cubicBezTo>
                <a:cubicBezTo>
                  <a:pt x="14064" y="51122"/>
                  <a:pt x="13618" y="54025"/>
                  <a:pt x="12502" y="57485"/>
                </a:cubicBezTo>
                <a:lnTo>
                  <a:pt x="3907" y="89185"/>
                </a:lnTo>
                <a:cubicBezTo>
                  <a:pt x="1116" y="99566"/>
                  <a:pt x="0" y="105147"/>
                  <a:pt x="0" y="108607"/>
                </a:cubicBezTo>
                <a:cubicBezTo>
                  <a:pt x="0" y="115305"/>
                  <a:pt x="2902" y="118876"/>
                  <a:pt x="8260" y="118876"/>
                </a:cubicBezTo>
                <a:cubicBezTo>
                  <a:pt x="16408" y="118876"/>
                  <a:pt x="22994" y="113519"/>
                  <a:pt x="33263" y="98450"/>
                </a:cubicBezTo>
                <a:lnTo>
                  <a:pt x="30919" y="96552"/>
                </a:lnTo>
                <a:close/>
                <a:moveTo>
                  <a:pt x="29468" y="0"/>
                </a:moveTo>
                <a:cubicBezTo>
                  <a:pt x="24668" y="0"/>
                  <a:pt x="21096" y="4130"/>
                  <a:pt x="21096" y="9488"/>
                </a:cubicBezTo>
                <a:cubicBezTo>
                  <a:pt x="21096" y="15180"/>
                  <a:pt x="24445" y="18976"/>
                  <a:pt x="29691" y="18976"/>
                </a:cubicBezTo>
                <a:cubicBezTo>
                  <a:pt x="34268" y="18976"/>
                  <a:pt x="38398" y="14846"/>
                  <a:pt x="38398" y="9823"/>
                </a:cubicBezTo>
                <a:cubicBezTo>
                  <a:pt x="38398" y="4688"/>
                  <a:pt x="34268" y="0"/>
                  <a:pt x="29468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31E8E2-BF48-4551-B96E-786E6A18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4915" y="4481252"/>
            <a:ext cx="82153" cy="80367"/>
          </a:xfrm>
          <a:custGeom xmlns:a="http://schemas.openxmlformats.org/drawingml/2006/main">
            <a:pathLst>
              <a:path w="82153" h="80367">
                <a:moveTo>
                  <a:pt x="79697" y="57931"/>
                </a:moveTo>
                <a:lnTo>
                  <a:pt x="75902" y="62508"/>
                </a:lnTo>
                <a:cubicBezTo>
                  <a:pt x="70768" y="69205"/>
                  <a:pt x="67531" y="71996"/>
                  <a:pt x="64963" y="71996"/>
                </a:cubicBezTo>
                <a:cubicBezTo>
                  <a:pt x="63512" y="71996"/>
                  <a:pt x="62173" y="70545"/>
                  <a:pt x="62173" y="69205"/>
                </a:cubicBezTo>
                <a:cubicBezTo>
                  <a:pt x="62173" y="67866"/>
                  <a:pt x="62173" y="67866"/>
                  <a:pt x="64629" y="57931"/>
                </a:cubicBezTo>
                <a:lnTo>
                  <a:pt x="74786" y="21096"/>
                </a:lnTo>
                <a:cubicBezTo>
                  <a:pt x="75679" y="17301"/>
                  <a:pt x="76460" y="13395"/>
                  <a:pt x="76460" y="10939"/>
                </a:cubicBezTo>
                <a:cubicBezTo>
                  <a:pt x="76460" y="4465"/>
                  <a:pt x="71661" y="0"/>
                  <a:pt x="64629" y="0"/>
                </a:cubicBezTo>
                <a:cubicBezTo>
                  <a:pt x="53243" y="0"/>
                  <a:pt x="41970" y="10716"/>
                  <a:pt x="23552" y="39291"/>
                </a:cubicBezTo>
                <a:lnTo>
                  <a:pt x="35496" y="335"/>
                </a:lnTo>
                <a:lnTo>
                  <a:pt x="35049" y="0"/>
                </a:lnTo>
                <a:cubicBezTo>
                  <a:pt x="25338" y="2009"/>
                  <a:pt x="21543" y="2679"/>
                  <a:pt x="6028" y="5581"/>
                </a:cubicBezTo>
                <a:lnTo>
                  <a:pt x="6028" y="8372"/>
                </a:lnTo>
                <a:cubicBezTo>
                  <a:pt x="15180" y="8595"/>
                  <a:pt x="17413" y="9599"/>
                  <a:pt x="17413" y="13283"/>
                </a:cubicBezTo>
                <a:cubicBezTo>
                  <a:pt x="17413" y="14288"/>
                  <a:pt x="17301" y="15404"/>
                  <a:pt x="17078" y="16297"/>
                </a:cubicBezTo>
                <a:lnTo>
                  <a:pt x="0" y="78804"/>
                </a:lnTo>
                <a:lnTo>
                  <a:pt x="13395" y="78804"/>
                </a:lnTo>
                <a:cubicBezTo>
                  <a:pt x="21766" y="50564"/>
                  <a:pt x="23329" y="46658"/>
                  <a:pt x="31254" y="34491"/>
                </a:cubicBezTo>
                <a:cubicBezTo>
                  <a:pt x="41970" y="18083"/>
                  <a:pt x="51011" y="9153"/>
                  <a:pt x="57708" y="9153"/>
                </a:cubicBezTo>
                <a:cubicBezTo>
                  <a:pt x="60387" y="9153"/>
                  <a:pt x="61950" y="11162"/>
                  <a:pt x="61950" y="14288"/>
                </a:cubicBezTo>
                <a:cubicBezTo>
                  <a:pt x="61950" y="16408"/>
                  <a:pt x="60833" y="22324"/>
                  <a:pt x="59494" y="27905"/>
                </a:cubicBezTo>
                <a:lnTo>
                  <a:pt x="51569" y="57373"/>
                </a:lnTo>
                <a:cubicBezTo>
                  <a:pt x="49337" y="66526"/>
                  <a:pt x="48778" y="68982"/>
                  <a:pt x="48778" y="70768"/>
                </a:cubicBezTo>
                <a:cubicBezTo>
                  <a:pt x="48778" y="77577"/>
                  <a:pt x="51234" y="80367"/>
                  <a:pt x="57150" y="80367"/>
                </a:cubicBezTo>
                <a:cubicBezTo>
                  <a:pt x="65187" y="80367"/>
                  <a:pt x="69875" y="76684"/>
                  <a:pt x="82153" y="60275"/>
                </a:cubicBezTo>
                <a:lnTo>
                  <a:pt x="79697" y="57931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2E07DC-66D7-4185-A3EC-6FA1F2E2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109" y="4438055"/>
            <a:ext cx="91529" cy="124346"/>
          </a:xfrm>
          <a:custGeom xmlns:a="http://schemas.openxmlformats.org/drawingml/2006/main">
            <a:pathLst>
              <a:path w="91529" h="124346">
                <a:moveTo>
                  <a:pt x="80144" y="102133"/>
                </a:moveTo>
                <a:cubicBezTo>
                  <a:pt x="70433" y="113295"/>
                  <a:pt x="68535" y="114858"/>
                  <a:pt x="65410" y="114858"/>
                </a:cubicBezTo>
                <a:cubicBezTo>
                  <a:pt x="63624" y="114858"/>
                  <a:pt x="62173" y="113295"/>
                  <a:pt x="62173" y="111286"/>
                </a:cubicBezTo>
                <a:cubicBezTo>
                  <a:pt x="62173" y="108831"/>
                  <a:pt x="67977" y="86953"/>
                  <a:pt x="73782" y="67308"/>
                </a:cubicBezTo>
                <a:cubicBezTo>
                  <a:pt x="78693" y="50899"/>
                  <a:pt x="82376" y="36612"/>
                  <a:pt x="91529" y="893"/>
                </a:cubicBezTo>
                <a:lnTo>
                  <a:pt x="90636" y="0"/>
                </a:lnTo>
                <a:cubicBezTo>
                  <a:pt x="81149" y="1898"/>
                  <a:pt x="74786" y="3014"/>
                  <a:pt x="63289" y="4130"/>
                </a:cubicBezTo>
                <a:lnTo>
                  <a:pt x="63289" y="7144"/>
                </a:lnTo>
                <a:cubicBezTo>
                  <a:pt x="73112" y="7479"/>
                  <a:pt x="74340" y="8037"/>
                  <a:pt x="74340" y="11832"/>
                </a:cubicBezTo>
                <a:cubicBezTo>
                  <a:pt x="74340" y="14064"/>
                  <a:pt x="74228" y="15180"/>
                  <a:pt x="71661" y="24333"/>
                </a:cubicBezTo>
                <a:lnTo>
                  <a:pt x="63847" y="53578"/>
                </a:lnTo>
                <a:cubicBezTo>
                  <a:pt x="62396" y="46100"/>
                  <a:pt x="59159" y="43197"/>
                  <a:pt x="52239" y="43197"/>
                </a:cubicBezTo>
                <a:cubicBezTo>
                  <a:pt x="29022" y="43197"/>
                  <a:pt x="0" y="76795"/>
                  <a:pt x="0" y="103584"/>
                </a:cubicBezTo>
                <a:cubicBezTo>
                  <a:pt x="0" y="116309"/>
                  <a:pt x="7255" y="124011"/>
                  <a:pt x="18752" y="124011"/>
                </a:cubicBezTo>
                <a:cubicBezTo>
                  <a:pt x="30919" y="124011"/>
                  <a:pt x="38844" y="118318"/>
                  <a:pt x="51011" y="100347"/>
                </a:cubicBezTo>
                <a:cubicBezTo>
                  <a:pt x="49002" y="109500"/>
                  <a:pt x="48667" y="112179"/>
                  <a:pt x="48667" y="116309"/>
                </a:cubicBezTo>
                <a:cubicBezTo>
                  <a:pt x="48667" y="121109"/>
                  <a:pt x="51681" y="124346"/>
                  <a:pt x="56145" y="124346"/>
                </a:cubicBezTo>
                <a:cubicBezTo>
                  <a:pt x="63624" y="124346"/>
                  <a:pt x="73000" y="116979"/>
                  <a:pt x="82265" y="103919"/>
                </a:cubicBezTo>
                <a:lnTo>
                  <a:pt x="80144" y="102133"/>
                </a:lnTo>
                <a:close/>
                <a:moveTo>
                  <a:pt x="52908" y="47327"/>
                </a:moveTo>
                <a:cubicBezTo>
                  <a:pt x="58266" y="47662"/>
                  <a:pt x="60945" y="51011"/>
                  <a:pt x="60945" y="57485"/>
                </a:cubicBezTo>
                <a:cubicBezTo>
                  <a:pt x="60945" y="84609"/>
                  <a:pt x="42416" y="115416"/>
                  <a:pt x="26008" y="115416"/>
                </a:cubicBezTo>
                <a:cubicBezTo>
                  <a:pt x="19869" y="115416"/>
                  <a:pt x="15627" y="110617"/>
                  <a:pt x="15627" y="103584"/>
                </a:cubicBezTo>
                <a:cubicBezTo>
                  <a:pt x="15627" y="88739"/>
                  <a:pt x="24557" y="68089"/>
                  <a:pt x="36388" y="55587"/>
                </a:cubicBezTo>
                <a:cubicBezTo>
                  <a:pt x="41300" y="50341"/>
                  <a:pt x="47997" y="46992"/>
                  <a:pt x="52908" y="47327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F9AFC-8FE8-467B-934C-07BDF3C5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0541" y="4443189"/>
            <a:ext cx="38398" cy="118876"/>
          </a:xfrm>
          <a:custGeom xmlns:a="http://schemas.openxmlformats.org/drawingml/2006/main">
            <a:pathLst>
              <a:path w="38398" h="118876">
                <a:moveTo>
                  <a:pt x="30919" y="96552"/>
                </a:moveTo>
                <a:cubicBezTo>
                  <a:pt x="26566" y="102245"/>
                  <a:pt x="25338" y="103696"/>
                  <a:pt x="23552" y="105594"/>
                </a:cubicBezTo>
                <a:cubicBezTo>
                  <a:pt x="20538" y="108607"/>
                  <a:pt x="17859" y="110393"/>
                  <a:pt x="16185" y="110393"/>
                </a:cubicBezTo>
                <a:cubicBezTo>
                  <a:pt x="14734" y="110393"/>
                  <a:pt x="13283" y="109054"/>
                  <a:pt x="13283" y="107714"/>
                </a:cubicBezTo>
                <a:cubicBezTo>
                  <a:pt x="13283" y="105928"/>
                  <a:pt x="13841" y="103361"/>
                  <a:pt x="15180" y="99901"/>
                </a:cubicBezTo>
                <a:cubicBezTo>
                  <a:pt x="15180" y="99343"/>
                  <a:pt x="15627" y="98115"/>
                  <a:pt x="15962" y="96664"/>
                </a:cubicBezTo>
                <a:lnTo>
                  <a:pt x="15962" y="96329"/>
                </a:lnTo>
                <a:lnTo>
                  <a:pt x="16185" y="95994"/>
                </a:lnTo>
                <a:lnTo>
                  <a:pt x="31924" y="38398"/>
                </a:lnTo>
                <a:lnTo>
                  <a:pt x="31366" y="38063"/>
                </a:lnTo>
                <a:cubicBezTo>
                  <a:pt x="13283" y="41523"/>
                  <a:pt x="9823" y="41970"/>
                  <a:pt x="2791" y="42528"/>
                </a:cubicBezTo>
                <a:lnTo>
                  <a:pt x="2791" y="45430"/>
                </a:lnTo>
                <a:cubicBezTo>
                  <a:pt x="12278" y="45541"/>
                  <a:pt x="14064" y="46100"/>
                  <a:pt x="14064" y="49671"/>
                </a:cubicBezTo>
                <a:cubicBezTo>
                  <a:pt x="14064" y="51122"/>
                  <a:pt x="13506" y="54025"/>
                  <a:pt x="12502" y="57485"/>
                </a:cubicBezTo>
                <a:lnTo>
                  <a:pt x="3907" y="89185"/>
                </a:lnTo>
                <a:cubicBezTo>
                  <a:pt x="1005" y="99566"/>
                  <a:pt x="0" y="105147"/>
                  <a:pt x="0" y="108607"/>
                </a:cubicBezTo>
                <a:cubicBezTo>
                  <a:pt x="0" y="115305"/>
                  <a:pt x="2791" y="118876"/>
                  <a:pt x="8148" y="118876"/>
                </a:cubicBezTo>
                <a:cubicBezTo>
                  <a:pt x="16408" y="118876"/>
                  <a:pt x="22994" y="113519"/>
                  <a:pt x="33151" y="98450"/>
                </a:cubicBezTo>
                <a:lnTo>
                  <a:pt x="30919" y="96552"/>
                </a:lnTo>
                <a:close/>
                <a:moveTo>
                  <a:pt x="29468" y="0"/>
                </a:moveTo>
                <a:cubicBezTo>
                  <a:pt x="24557" y="0"/>
                  <a:pt x="21096" y="4130"/>
                  <a:pt x="21096" y="9488"/>
                </a:cubicBezTo>
                <a:cubicBezTo>
                  <a:pt x="21096" y="15180"/>
                  <a:pt x="24445" y="18976"/>
                  <a:pt x="29580" y="18976"/>
                </a:cubicBezTo>
                <a:cubicBezTo>
                  <a:pt x="34268" y="18976"/>
                  <a:pt x="38398" y="14846"/>
                  <a:pt x="38398" y="9823"/>
                </a:cubicBezTo>
                <a:cubicBezTo>
                  <a:pt x="38398" y="4688"/>
                  <a:pt x="34268" y="0"/>
                  <a:pt x="29468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921A8-3C99-4AAE-BE1A-117F888A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8203" y="4481252"/>
            <a:ext cx="65522" cy="78804"/>
          </a:xfrm>
          <a:custGeom xmlns:a="http://schemas.openxmlformats.org/drawingml/2006/main">
            <a:pathLst>
              <a:path w="65522" h="78804">
                <a:moveTo>
                  <a:pt x="13618" y="78804"/>
                </a:moveTo>
                <a:cubicBezTo>
                  <a:pt x="22882" y="48444"/>
                  <a:pt x="25896" y="40742"/>
                  <a:pt x="34156" y="27124"/>
                </a:cubicBezTo>
                <a:cubicBezTo>
                  <a:pt x="39960" y="17190"/>
                  <a:pt x="44983" y="11609"/>
                  <a:pt x="47997" y="11609"/>
                </a:cubicBezTo>
                <a:cubicBezTo>
                  <a:pt x="49113" y="11609"/>
                  <a:pt x="50006" y="12390"/>
                  <a:pt x="50899" y="14176"/>
                </a:cubicBezTo>
                <a:cubicBezTo>
                  <a:pt x="52350" y="17190"/>
                  <a:pt x="53801" y="18083"/>
                  <a:pt x="57373" y="18083"/>
                </a:cubicBezTo>
                <a:cubicBezTo>
                  <a:pt x="62508" y="18083"/>
                  <a:pt x="65522" y="14846"/>
                  <a:pt x="65522" y="9265"/>
                </a:cubicBezTo>
                <a:cubicBezTo>
                  <a:pt x="65522" y="3795"/>
                  <a:pt x="62173" y="0"/>
                  <a:pt x="57150" y="0"/>
                </a:cubicBezTo>
                <a:cubicBezTo>
                  <a:pt x="53020" y="0"/>
                  <a:pt x="48220" y="2679"/>
                  <a:pt x="43532" y="7479"/>
                </a:cubicBezTo>
                <a:cubicBezTo>
                  <a:pt x="36277" y="15069"/>
                  <a:pt x="29133" y="25561"/>
                  <a:pt x="26231" y="32705"/>
                </a:cubicBezTo>
                <a:lnTo>
                  <a:pt x="23775" y="39179"/>
                </a:lnTo>
                <a:lnTo>
                  <a:pt x="33263" y="335"/>
                </a:lnTo>
                <a:lnTo>
                  <a:pt x="32705" y="0"/>
                </a:lnTo>
                <a:cubicBezTo>
                  <a:pt x="19645" y="2344"/>
                  <a:pt x="17971" y="2679"/>
                  <a:pt x="4911" y="4800"/>
                </a:cubicBezTo>
                <a:lnTo>
                  <a:pt x="4911" y="7813"/>
                </a:lnTo>
                <a:cubicBezTo>
                  <a:pt x="9265" y="6920"/>
                  <a:pt x="9823" y="6920"/>
                  <a:pt x="11050" y="6920"/>
                </a:cubicBezTo>
                <a:cubicBezTo>
                  <a:pt x="14957" y="6920"/>
                  <a:pt x="17301" y="8706"/>
                  <a:pt x="17301" y="11943"/>
                </a:cubicBezTo>
                <a:cubicBezTo>
                  <a:pt x="17301" y="14511"/>
                  <a:pt x="17301" y="14511"/>
                  <a:pt x="14399" y="26677"/>
                </a:cubicBezTo>
                <a:lnTo>
                  <a:pt x="0" y="78804"/>
                </a:lnTo>
                <a:lnTo>
                  <a:pt x="13618" y="78804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653D9-15B4-4684-ABB5-25E3C21F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806" y="4605933"/>
            <a:ext cx="42416" cy="122113"/>
          </a:xfrm>
          <a:custGeom xmlns:a="http://schemas.openxmlformats.org/drawingml/2006/main">
            <a:pathLst>
              <a:path w="42416" h="122113">
                <a:moveTo>
                  <a:pt x="28463" y="39960"/>
                </a:moveTo>
                <a:lnTo>
                  <a:pt x="670" y="49783"/>
                </a:lnTo>
                <a:lnTo>
                  <a:pt x="670" y="52462"/>
                </a:lnTo>
                <a:lnTo>
                  <a:pt x="2121" y="52239"/>
                </a:lnTo>
                <a:cubicBezTo>
                  <a:pt x="4353" y="51904"/>
                  <a:pt x="6586" y="51681"/>
                  <a:pt x="8260" y="51681"/>
                </a:cubicBezTo>
                <a:cubicBezTo>
                  <a:pt x="12502" y="51681"/>
                  <a:pt x="14176" y="54583"/>
                  <a:pt x="14176" y="62396"/>
                </a:cubicBezTo>
                <a:lnTo>
                  <a:pt x="14176" y="103919"/>
                </a:lnTo>
                <a:cubicBezTo>
                  <a:pt x="14176" y="116756"/>
                  <a:pt x="12278" y="118765"/>
                  <a:pt x="0" y="119435"/>
                </a:cubicBezTo>
                <a:lnTo>
                  <a:pt x="0" y="122113"/>
                </a:lnTo>
                <a:lnTo>
                  <a:pt x="42416" y="122113"/>
                </a:lnTo>
                <a:lnTo>
                  <a:pt x="42416" y="119435"/>
                </a:lnTo>
                <a:cubicBezTo>
                  <a:pt x="30584" y="118542"/>
                  <a:pt x="29133" y="116756"/>
                  <a:pt x="29133" y="103919"/>
                </a:cubicBezTo>
                <a:lnTo>
                  <a:pt x="29133" y="40407"/>
                </a:lnTo>
                <a:lnTo>
                  <a:pt x="28463" y="39960"/>
                </a:lnTo>
                <a:close/>
                <a:moveTo>
                  <a:pt x="19980" y="0"/>
                </a:moveTo>
                <a:cubicBezTo>
                  <a:pt x="15180" y="0"/>
                  <a:pt x="11050" y="4130"/>
                  <a:pt x="11050" y="9153"/>
                </a:cubicBezTo>
                <a:cubicBezTo>
                  <a:pt x="11050" y="14176"/>
                  <a:pt x="15069" y="18306"/>
                  <a:pt x="19980" y="18306"/>
                </a:cubicBezTo>
                <a:cubicBezTo>
                  <a:pt x="25226" y="18306"/>
                  <a:pt x="29356" y="14399"/>
                  <a:pt x="29356" y="9153"/>
                </a:cubicBezTo>
                <a:cubicBezTo>
                  <a:pt x="29356" y="4130"/>
                  <a:pt x="25226" y="0"/>
                  <a:pt x="19980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C65E4-B78B-4D98-A8BF-527510C9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328" y="4707508"/>
            <a:ext cx="22771" cy="55029"/>
          </a:xfrm>
          <a:custGeom xmlns:a="http://schemas.openxmlformats.org/drawingml/2006/main">
            <a:pathLst>
              <a:path w="22771" h="55029">
                <a:moveTo>
                  <a:pt x="17748" y="17748"/>
                </a:moveTo>
                <a:cubicBezTo>
                  <a:pt x="17748" y="27570"/>
                  <a:pt x="15962" y="38956"/>
                  <a:pt x="3795" y="50341"/>
                </a:cubicBezTo>
                <a:cubicBezTo>
                  <a:pt x="3125" y="51122"/>
                  <a:pt x="2567" y="51681"/>
                  <a:pt x="2567" y="52574"/>
                </a:cubicBezTo>
                <a:cubicBezTo>
                  <a:pt x="2567" y="53801"/>
                  <a:pt x="4018" y="55029"/>
                  <a:pt x="5023" y="55029"/>
                </a:cubicBezTo>
                <a:cubicBezTo>
                  <a:pt x="7590" y="55029"/>
                  <a:pt x="22771" y="40742"/>
                  <a:pt x="22771" y="19422"/>
                </a:cubicBezTo>
                <a:cubicBezTo>
                  <a:pt x="22771" y="8372"/>
                  <a:pt x="18417" y="0"/>
                  <a:pt x="10269" y="0"/>
                </a:cubicBezTo>
                <a:cubicBezTo>
                  <a:pt x="4353" y="0"/>
                  <a:pt x="0" y="4576"/>
                  <a:pt x="0" y="10157"/>
                </a:cubicBezTo>
                <a:cubicBezTo>
                  <a:pt x="0" y="15962"/>
                  <a:pt x="4130" y="20538"/>
                  <a:pt x="10381" y="20538"/>
                </a:cubicBezTo>
                <a:cubicBezTo>
                  <a:pt x="14734" y="20538"/>
                  <a:pt x="17636" y="17748"/>
                  <a:pt x="17748" y="17748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74CE9A-3DBE-4320-8061-1B32428C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236" y="4602473"/>
            <a:ext cx="125016" cy="125574"/>
          </a:xfrm>
          <a:custGeom xmlns:a="http://schemas.openxmlformats.org/drawingml/2006/main">
            <a:pathLst>
              <a:path w="125016" h="125574">
                <a:moveTo>
                  <a:pt x="125016" y="95548"/>
                </a:moveTo>
                <a:lnTo>
                  <a:pt x="118988" y="95548"/>
                </a:lnTo>
                <a:cubicBezTo>
                  <a:pt x="118765" y="96106"/>
                  <a:pt x="117202" y="104477"/>
                  <a:pt x="115751" y="108607"/>
                </a:cubicBezTo>
                <a:cubicBezTo>
                  <a:pt x="114746" y="111509"/>
                  <a:pt x="114188" y="112849"/>
                  <a:pt x="103026" y="112849"/>
                </a:cubicBezTo>
                <a:lnTo>
                  <a:pt x="87846" y="112849"/>
                </a:lnTo>
                <a:cubicBezTo>
                  <a:pt x="90971" y="102915"/>
                  <a:pt x="96106" y="95883"/>
                  <a:pt x="106040" y="82488"/>
                </a:cubicBezTo>
                <a:cubicBezTo>
                  <a:pt x="114858" y="70768"/>
                  <a:pt x="122783" y="58936"/>
                  <a:pt x="122783" y="44425"/>
                </a:cubicBezTo>
                <a:cubicBezTo>
                  <a:pt x="122783" y="20315"/>
                  <a:pt x="96775" y="0"/>
                  <a:pt x="62508" y="0"/>
                </a:cubicBezTo>
                <a:cubicBezTo>
                  <a:pt x="28240" y="0"/>
                  <a:pt x="2232" y="20315"/>
                  <a:pt x="2232" y="44425"/>
                </a:cubicBezTo>
                <a:cubicBezTo>
                  <a:pt x="2232" y="60164"/>
                  <a:pt x="10827" y="71772"/>
                  <a:pt x="23329" y="88627"/>
                </a:cubicBezTo>
                <a:cubicBezTo>
                  <a:pt x="28575" y="95324"/>
                  <a:pt x="34268" y="103473"/>
                  <a:pt x="37058" y="112849"/>
                </a:cubicBezTo>
                <a:lnTo>
                  <a:pt x="21878" y="112849"/>
                </a:lnTo>
                <a:cubicBezTo>
                  <a:pt x="11162" y="112849"/>
                  <a:pt x="10492" y="111509"/>
                  <a:pt x="9599" y="109500"/>
                </a:cubicBezTo>
                <a:cubicBezTo>
                  <a:pt x="8148" y="106040"/>
                  <a:pt x="6028" y="95883"/>
                  <a:pt x="6028" y="95548"/>
                </a:cubicBezTo>
                <a:lnTo>
                  <a:pt x="0" y="95548"/>
                </a:lnTo>
                <a:lnTo>
                  <a:pt x="6362" y="125574"/>
                </a:lnTo>
                <a:lnTo>
                  <a:pt x="38509" y="125574"/>
                </a:lnTo>
                <a:cubicBezTo>
                  <a:pt x="42304" y="125574"/>
                  <a:pt x="43532" y="125574"/>
                  <a:pt x="43532" y="121667"/>
                </a:cubicBezTo>
                <a:cubicBezTo>
                  <a:pt x="43532" y="108719"/>
                  <a:pt x="36947" y="93538"/>
                  <a:pt x="33151" y="84832"/>
                </a:cubicBezTo>
                <a:cubicBezTo>
                  <a:pt x="26343" y="69093"/>
                  <a:pt x="21431" y="57485"/>
                  <a:pt x="21431" y="44202"/>
                </a:cubicBezTo>
                <a:cubicBezTo>
                  <a:pt x="21431" y="18864"/>
                  <a:pt x="41635" y="5023"/>
                  <a:pt x="62508" y="5023"/>
                </a:cubicBezTo>
                <a:cubicBezTo>
                  <a:pt x="83604" y="5023"/>
                  <a:pt x="103584" y="19087"/>
                  <a:pt x="103584" y="44202"/>
                </a:cubicBezTo>
                <a:cubicBezTo>
                  <a:pt x="103584" y="57708"/>
                  <a:pt x="98227" y="69986"/>
                  <a:pt x="92199" y="83939"/>
                </a:cubicBezTo>
                <a:cubicBezTo>
                  <a:pt x="88181" y="92869"/>
                  <a:pt x="81483" y="108607"/>
                  <a:pt x="81483" y="121444"/>
                </a:cubicBezTo>
                <a:cubicBezTo>
                  <a:pt x="81483" y="125574"/>
                  <a:pt x="82488" y="125574"/>
                  <a:pt x="86618" y="125574"/>
                </a:cubicBezTo>
                <a:lnTo>
                  <a:pt x="118542" y="125574"/>
                </a:lnTo>
                <a:lnTo>
                  <a:pt x="125016" y="95548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49CC4-BA1D-4F6E-8321-DE5C7B78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3517" y="4007979"/>
            <a:ext cx="500509" cy="402617"/>
          </a:xfrm>
          <a:custGeom xmlns:a="http://schemas.openxmlformats.org/drawingml/2006/main">
            <a:pathLst>
              <a:path w="500509" h="402617">
                <a:moveTo>
                  <a:pt x="500509" y="100682"/>
                </a:moveTo>
                <a:lnTo>
                  <a:pt x="500509" y="302047"/>
                </a:lnTo>
                <a:cubicBezTo>
                  <a:pt x="500509" y="357522"/>
                  <a:pt x="455414" y="402617"/>
                  <a:pt x="399827" y="402617"/>
                </a:cubicBezTo>
                <a:lnTo>
                  <a:pt x="100682" y="402617"/>
                </a:lnTo>
                <a:cubicBezTo>
                  <a:pt x="45095" y="402617"/>
                  <a:pt x="0" y="357522"/>
                  <a:pt x="0" y="302047"/>
                </a:cubicBezTo>
                <a:lnTo>
                  <a:pt x="0" y="100682"/>
                </a:lnTo>
                <a:cubicBezTo>
                  <a:pt x="0" y="45095"/>
                  <a:pt x="45095" y="0"/>
                  <a:pt x="100682" y="0"/>
                </a:cubicBezTo>
                <a:lnTo>
                  <a:pt x="399827" y="0"/>
                </a:lnTo>
                <a:cubicBezTo>
                  <a:pt x="455414" y="0"/>
                  <a:pt x="500509" y="45095"/>
                  <a:pt x="500509" y="100682"/>
                </a:cubicBezTo>
                <a:close/>
                <a:moveTo>
                  <a:pt x="500509" y="100682"/>
                </a:moveTo>
              </a:path>
            </a:pathLst>
          </a:custGeom>
          <a:solidFill xmlns:a="http://schemas.openxmlformats.org/drawingml/2006/main">
            <a:srgbClr val="FF5961">
              <a:alpha val="4779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16A0CE-6A89-4C45-A81A-30CA4848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089" y="4097722"/>
            <a:ext cx="72889" cy="73000"/>
          </a:xfrm>
          <a:custGeom xmlns:a="http://schemas.openxmlformats.org/drawingml/2006/main">
            <a:pathLst>
              <a:path w="72889" h="73000">
                <a:moveTo>
                  <a:pt x="36500" y="0"/>
                </a:moveTo>
                <a:cubicBezTo>
                  <a:pt x="56592" y="0"/>
                  <a:pt x="72889" y="16408"/>
                  <a:pt x="72889" y="36500"/>
                </a:cubicBezTo>
                <a:cubicBezTo>
                  <a:pt x="72889" y="56592"/>
                  <a:pt x="56592" y="73000"/>
                  <a:pt x="36500" y="73000"/>
                </a:cubicBezTo>
                <a:cubicBezTo>
                  <a:pt x="16297" y="73000"/>
                  <a:pt x="0" y="56592"/>
                  <a:pt x="0" y="36500"/>
                </a:cubicBezTo>
                <a:cubicBezTo>
                  <a:pt x="0" y="16408"/>
                  <a:pt x="16297" y="0"/>
                  <a:pt x="36500" y="0"/>
                </a:cubicBezTo>
                <a:close/>
                <a:moveTo>
                  <a:pt x="36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A69491-AC01-42F2-B396-04A68A3E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089" y="4247964"/>
            <a:ext cx="72889" cy="73000"/>
          </a:xfrm>
          <a:custGeom xmlns:a="http://schemas.openxmlformats.org/drawingml/2006/main">
            <a:pathLst>
              <a:path w="72889" h="73000">
                <a:moveTo>
                  <a:pt x="36500" y="0"/>
                </a:moveTo>
                <a:cubicBezTo>
                  <a:pt x="56592" y="0"/>
                  <a:pt x="72889" y="16297"/>
                  <a:pt x="72889" y="36500"/>
                </a:cubicBezTo>
                <a:cubicBezTo>
                  <a:pt x="72889" y="56592"/>
                  <a:pt x="56592" y="73000"/>
                  <a:pt x="36500" y="73000"/>
                </a:cubicBezTo>
                <a:cubicBezTo>
                  <a:pt x="16297" y="73000"/>
                  <a:pt x="0" y="56592"/>
                  <a:pt x="0" y="36500"/>
                </a:cubicBezTo>
                <a:cubicBezTo>
                  <a:pt x="0" y="16297"/>
                  <a:pt x="16297" y="0"/>
                  <a:pt x="36500" y="0"/>
                </a:cubicBezTo>
                <a:close/>
                <a:moveTo>
                  <a:pt x="36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02C51A-88E1-4D19-B2B6-1360333E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566" y="4097722"/>
            <a:ext cx="72889" cy="73000"/>
          </a:xfrm>
          <a:custGeom xmlns:a="http://schemas.openxmlformats.org/drawingml/2006/main">
            <a:pathLst>
              <a:path w="72889" h="73000">
                <a:moveTo>
                  <a:pt x="36388" y="0"/>
                </a:moveTo>
                <a:cubicBezTo>
                  <a:pt x="56592" y="0"/>
                  <a:pt x="72889" y="16408"/>
                  <a:pt x="72889" y="36500"/>
                </a:cubicBezTo>
                <a:cubicBezTo>
                  <a:pt x="72889" y="56592"/>
                  <a:pt x="56592" y="73000"/>
                  <a:pt x="36388" y="73000"/>
                </a:cubicBezTo>
                <a:cubicBezTo>
                  <a:pt x="16297" y="73000"/>
                  <a:pt x="0" y="56592"/>
                  <a:pt x="0" y="36500"/>
                </a:cubicBezTo>
                <a:cubicBezTo>
                  <a:pt x="0" y="16408"/>
                  <a:pt x="16297" y="0"/>
                  <a:pt x="36388" y="0"/>
                </a:cubicBezTo>
                <a:close/>
                <a:moveTo>
                  <a:pt x="3638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F128F-CDAC-44E5-AA44-002E91CE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4566" y="4247964"/>
            <a:ext cx="72889" cy="73000"/>
          </a:xfrm>
          <a:custGeom xmlns:a="http://schemas.openxmlformats.org/drawingml/2006/main">
            <a:pathLst>
              <a:path w="72889" h="73000">
                <a:moveTo>
                  <a:pt x="36388" y="0"/>
                </a:moveTo>
                <a:cubicBezTo>
                  <a:pt x="56592" y="0"/>
                  <a:pt x="72889" y="16297"/>
                  <a:pt x="72889" y="36500"/>
                </a:cubicBezTo>
                <a:cubicBezTo>
                  <a:pt x="72889" y="56592"/>
                  <a:pt x="56592" y="73000"/>
                  <a:pt x="36388" y="73000"/>
                </a:cubicBezTo>
                <a:cubicBezTo>
                  <a:pt x="16297" y="73000"/>
                  <a:pt x="0" y="56592"/>
                  <a:pt x="0" y="36500"/>
                </a:cubicBezTo>
                <a:cubicBezTo>
                  <a:pt x="0" y="16297"/>
                  <a:pt x="16297" y="0"/>
                  <a:pt x="36388" y="0"/>
                </a:cubicBezTo>
                <a:close/>
                <a:moveTo>
                  <a:pt x="36388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D69FD-7B31-43D6-8B9B-257EE826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272" y="4022601"/>
            <a:ext cx="73000" cy="73000"/>
          </a:xfrm>
          <a:custGeom xmlns:a="http://schemas.openxmlformats.org/drawingml/2006/main">
            <a:pathLst>
              <a:path w="73000" h="73000">
                <a:moveTo>
                  <a:pt x="36500" y="0"/>
                </a:moveTo>
                <a:cubicBezTo>
                  <a:pt x="56592" y="0"/>
                  <a:pt x="73000" y="16408"/>
                  <a:pt x="73000" y="36500"/>
                </a:cubicBezTo>
                <a:cubicBezTo>
                  <a:pt x="73000" y="56592"/>
                  <a:pt x="56592" y="73000"/>
                  <a:pt x="36500" y="73000"/>
                </a:cubicBezTo>
                <a:cubicBezTo>
                  <a:pt x="16408" y="73000"/>
                  <a:pt x="0" y="56592"/>
                  <a:pt x="0" y="36500"/>
                </a:cubicBezTo>
                <a:cubicBezTo>
                  <a:pt x="0" y="16408"/>
                  <a:pt x="16408" y="0"/>
                  <a:pt x="36500" y="0"/>
                </a:cubicBezTo>
                <a:close/>
                <a:moveTo>
                  <a:pt x="36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AA1A4-1DB1-45AB-B53F-40172191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272" y="4172843"/>
            <a:ext cx="73000" cy="73000"/>
          </a:xfrm>
          <a:custGeom xmlns:a="http://schemas.openxmlformats.org/drawingml/2006/main">
            <a:pathLst>
              <a:path w="73000" h="73000">
                <a:moveTo>
                  <a:pt x="36500" y="0"/>
                </a:moveTo>
                <a:cubicBezTo>
                  <a:pt x="56592" y="0"/>
                  <a:pt x="73000" y="16297"/>
                  <a:pt x="73000" y="36500"/>
                </a:cubicBezTo>
                <a:cubicBezTo>
                  <a:pt x="73000" y="56592"/>
                  <a:pt x="56592" y="73000"/>
                  <a:pt x="36500" y="73000"/>
                </a:cubicBezTo>
                <a:cubicBezTo>
                  <a:pt x="16408" y="73000"/>
                  <a:pt x="0" y="56592"/>
                  <a:pt x="0" y="36500"/>
                </a:cubicBezTo>
                <a:cubicBezTo>
                  <a:pt x="0" y="16297"/>
                  <a:pt x="16408" y="0"/>
                  <a:pt x="36500" y="0"/>
                </a:cubicBezTo>
                <a:close/>
                <a:moveTo>
                  <a:pt x="36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58230-75CC-43DF-BB43-7DDED8CA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272" y="4323085"/>
            <a:ext cx="73000" cy="72889"/>
          </a:xfrm>
          <a:custGeom xmlns:a="http://schemas.openxmlformats.org/drawingml/2006/main">
            <a:pathLst>
              <a:path w="73000" h="72889">
                <a:moveTo>
                  <a:pt x="36500" y="0"/>
                </a:moveTo>
                <a:cubicBezTo>
                  <a:pt x="56592" y="0"/>
                  <a:pt x="73000" y="16297"/>
                  <a:pt x="73000" y="36500"/>
                </a:cubicBezTo>
                <a:cubicBezTo>
                  <a:pt x="73000" y="56592"/>
                  <a:pt x="56592" y="72889"/>
                  <a:pt x="36500" y="72889"/>
                </a:cubicBezTo>
                <a:cubicBezTo>
                  <a:pt x="16408" y="72889"/>
                  <a:pt x="0" y="56592"/>
                  <a:pt x="0" y="36500"/>
                </a:cubicBezTo>
                <a:cubicBezTo>
                  <a:pt x="0" y="16297"/>
                  <a:pt x="16408" y="0"/>
                  <a:pt x="36500" y="0"/>
                </a:cubicBezTo>
                <a:close/>
                <a:moveTo>
                  <a:pt x="3650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1BD9F-4C0C-4AAD-B4C2-929D2245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589" y="4059101"/>
            <a:ext cx="137182" cy="75121"/>
          </a:xfrm>
          <a:custGeom xmlns:a="http://schemas.openxmlformats.org/drawingml/2006/main">
            <a:pathLst>
              <a:path w="137182" h="75121" fill="none">
                <a:moveTo>
                  <a:pt x="0" y="75121"/>
                </a:moveTo>
                <a:lnTo>
                  <a:pt x="137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678DC2-7115-44C7-9AE9-4F047AC0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589" y="4134222"/>
            <a:ext cx="137182" cy="75121"/>
          </a:xfrm>
          <a:custGeom xmlns:a="http://schemas.openxmlformats.org/drawingml/2006/main">
            <a:pathLst>
              <a:path w="137182" h="75121" fill="none">
                <a:moveTo>
                  <a:pt x="137182" y="7512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0D9371-4BA4-4FC7-A40C-5C2B835A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589" y="4134222"/>
            <a:ext cx="137182" cy="225363"/>
          </a:xfrm>
          <a:custGeom xmlns:a="http://schemas.openxmlformats.org/drawingml/2006/main">
            <a:pathLst>
              <a:path w="137182" h="225363" fill="none">
                <a:moveTo>
                  <a:pt x="137182" y="2253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85D99-75C2-4D7C-8C93-78F65976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589" y="4059101"/>
            <a:ext cx="137182" cy="225363"/>
          </a:xfrm>
          <a:custGeom xmlns:a="http://schemas.openxmlformats.org/drawingml/2006/main">
            <a:pathLst>
              <a:path w="137182" h="225363" fill="none">
                <a:moveTo>
                  <a:pt x="0" y="225363"/>
                </a:moveTo>
                <a:lnTo>
                  <a:pt x="137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C7B49-3AF2-4A16-B11C-63750AF1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589" y="4209343"/>
            <a:ext cx="137182" cy="75121"/>
          </a:xfrm>
          <a:custGeom xmlns:a="http://schemas.openxmlformats.org/drawingml/2006/main">
            <a:pathLst>
              <a:path w="137182" h="75121" fill="none">
                <a:moveTo>
                  <a:pt x="0" y="75121"/>
                </a:moveTo>
                <a:lnTo>
                  <a:pt x="137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2D8E1-ECAD-42B6-B87B-248A6540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589" y="4284464"/>
            <a:ext cx="137182" cy="75121"/>
          </a:xfrm>
          <a:custGeom xmlns:a="http://schemas.openxmlformats.org/drawingml/2006/main">
            <a:pathLst>
              <a:path w="137182" h="75121" fill="none">
                <a:moveTo>
                  <a:pt x="0" y="0"/>
                </a:moveTo>
                <a:lnTo>
                  <a:pt x="137182" y="75121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71CE89-AB6A-4C15-9807-2B3045C9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772" y="4059101"/>
            <a:ext cx="137182" cy="75121"/>
          </a:xfrm>
          <a:custGeom xmlns:a="http://schemas.openxmlformats.org/drawingml/2006/main">
            <a:pathLst>
              <a:path w="137182" h="75121" fill="none">
                <a:moveTo>
                  <a:pt x="0" y="0"/>
                </a:moveTo>
                <a:lnTo>
                  <a:pt x="137182" y="75121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E3BED0-73F0-4F62-9201-6D06AB7F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772" y="4134222"/>
            <a:ext cx="137182" cy="75121"/>
          </a:xfrm>
          <a:custGeom xmlns:a="http://schemas.openxmlformats.org/drawingml/2006/main">
            <a:pathLst>
              <a:path w="137182" h="75121" fill="none">
                <a:moveTo>
                  <a:pt x="0" y="75121"/>
                </a:moveTo>
                <a:lnTo>
                  <a:pt x="137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A8FAA3-2B99-42A5-927F-C3D98451C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772" y="4059101"/>
            <a:ext cx="137182" cy="225363"/>
          </a:xfrm>
          <a:custGeom xmlns:a="http://schemas.openxmlformats.org/drawingml/2006/main">
            <a:pathLst>
              <a:path w="137182" h="225363" fill="none">
                <a:moveTo>
                  <a:pt x="0" y="0"/>
                </a:moveTo>
                <a:lnTo>
                  <a:pt x="137182" y="225363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214883-2BF8-4FD2-AED4-DD9B3967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772" y="4134222"/>
            <a:ext cx="137182" cy="225363"/>
          </a:xfrm>
          <a:custGeom xmlns:a="http://schemas.openxmlformats.org/drawingml/2006/main">
            <a:pathLst>
              <a:path w="137182" h="225363" fill="none">
                <a:moveTo>
                  <a:pt x="0" y="225363"/>
                </a:moveTo>
                <a:lnTo>
                  <a:pt x="137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B6EF3-6EBB-4226-8C7C-7E1A18BD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772" y="4284464"/>
            <a:ext cx="137182" cy="75121"/>
          </a:xfrm>
          <a:custGeom xmlns:a="http://schemas.openxmlformats.org/drawingml/2006/main">
            <a:pathLst>
              <a:path w="137182" h="75121" fill="none">
                <a:moveTo>
                  <a:pt x="0" y="75121"/>
                </a:moveTo>
                <a:lnTo>
                  <a:pt x="13718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CCB90-E129-46E2-855B-4AD3F21EE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3772" y="4209343"/>
            <a:ext cx="137182" cy="75121"/>
          </a:xfrm>
          <a:custGeom xmlns:a="http://schemas.openxmlformats.org/drawingml/2006/main">
            <a:pathLst>
              <a:path w="137182" h="75121" fill="none">
                <a:moveTo>
                  <a:pt x="0" y="0"/>
                </a:moveTo>
                <a:lnTo>
                  <a:pt x="137182" y="75121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sq">
            <a:solidFill>
              <a:srgbClr val="000000"/>
            </a:solidFill>
            <a:miter/>
          </a:ln>
        </p:spPr>
      </p:sp>
      <p:sp>
        <p:nvSpPr>
          <p:cNvPr id="7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329947-2257-4560-951F-387FE82D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7736" y="4104419"/>
            <a:ext cx="127471" cy="232507"/>
          </a:xfrm>
          <a:custGeom xmlns:a="http://schemas.openxmlformats.org/drawingml/2006/main">
            <a:pathLst>
              <a:path w="127471" h="232507">
                <a:moveTo>
                  <a:pt x="80256" y="77912"/>
                </a:moveTo>
                <a:lnTo>
                  <a:pt x="102133" y="77912"/>
                </a:lnTo>
                <a:cubicBezTo>
                  <a:pt x="107268" y="77912"/>
                  <a:pt x="109835" y="77912"/>
                  <a:pt x="109835" y="72777"/>
                </a:cubicBezTo>
                <a:cubicBezTo>
                  <a:pt x="109835" y="69986"/>
                  <a:pt x="107268" y="69986"/>
                  <a:pt x="102915" y="69986"/>
                </a:cubicBezTo>
                <a:lnTo>
                  <a:pt x="81707" y="69986"/>
                </a:lnTo>
                <a:lnTo>
                  <a:pt x="87064" y="40853"/>
                </a:lnTo>
                <a:cubicBezTo>
                  <a:pt x="88181" y="35495"/>
                  <a:pt x="91641" y="17413"/>
                  <a:pt x="93204" y="14288"/>
                </a:cubicBezTo>
                <a:cubicBezTo>
                  <a:pt x="95548" y="9488"/>
                  <a:pt x="99901" y="5693"/>
                  <a:pt x="105259" y="5693"/>
                </a:cubicBezTo>
                <a:cubicBezTo>
                  <a:pt x="106263" y="5693"/>
                  <a:pt x="112849" y="5693"/>
                  <a:pt x="117760" y="10269"/>
                </a:cubicBezTo>
                <a:cubicBezTo>
                  <a:pt x="106487" y="11274"/>
                  <a:pt x="103919" y="20203"/>
                  <a:pt x="103919" y="23999"/>
                </a:cubicBezTo>
                <a:cubicBezTo>
                  <a:pt x="103919" y="29914"/>
                  <a:pt x="108496" y="32928"/>
                  <a:pt x="113407" y="32928"/>
                </a:cubicBezTo>
                <a:cubicBezTo>
                  <a:pt x="119993" y="32928"/>
                  <a:pt x="127471" y="27347"/>
                  <a:pt x="127471" y="17636"/>
                </a:cubicBezTo>
                <a:cubicBezTo>
                  <a:pt x="127471" y="5916"/>
                  <a:pt x="115639" y="0"/>
                  <a:pt x="105259" y="0"/>
                </a:cubicBezTo>
                <a:cubicBezTo>
                  <a:pt x="96552" y="0"/>
                  <a:pt x="80367" y="4576"/>
                  <a:pt x="72777" y="29914"/>
                </a:cubicBezTo>
                <a:cubicBezTo>
                  <a:pt x="71326" y="35272"/>
                  <a:pt x="70433" y="37840"/>
                  <a:pt x="64405" y="69986"/>
                </a:cubicBezTo>
                <a:lnTo>
                  <a:pt x="46658" y="69986"/>
                </a:lnTo>
                <a:cubicBezTo>
                  <a:pt x="41858" y="69986"/>
                  <a:pt x="39067" y="69986"/>
                  <a:pt x="39067" y="74898"/>
                </a:cubicBezTo>
                <a:cubicBezTo>
                  <a:pt x="39067" y="77912"/>
                  <a:pt x="41411" y="77912"/>
                  <a:pt x="46211" y="77912"/>
                </a:cubicBezTo>
                <a:lnTo>
                  <a:pt x="63066" y="77912"/>
                </a:lnTo>
                <a:lnTo>
                  <a:pt x="43867" y="178817"/>
                </a:lnTo>
                <a:cubicBezTo>
                  <a:pt x="39291" y="203597"/>
                  <a:pt x="34937" y="226926"/>
                  <a:pt x="21655" y="226926"/>
                </a:cubicBezTo>
                <a:cubicBezTo>
                  <a:pt x="20650" y="226926"/>
                  <a:pt x="14288" y="226926"/>
                  <a:pt x="9376" y="222238"/>
                </a:cubicBezTo>
                <a:cubicBezTo>
                  <a:pt x="21208" y="221456"/>
                  <a:pt x="23440" y="212303"/>
                  <a:pt x="23440" y="208508"/>
                </a:cubicBezTo>
                <a:cubicBezTo>
                  <a:pt x="23440" y="202592"/>
                  <a:pt x="18864" y="199467"/>
                  <a:pt x="14064" y="199467"/>
                </a:cubicBezTo>
                <a:cubicBezTo>
                  <a:pt x="7367" y="199467"/>
                  <a:pt x="0" y="205160"/>
                  <a:pt x="0" y="214871"/>
                </a:cubicBezTo>
                <a:cubicBezTo>
                  <a:pt x="0" y="226368"/>
                  <a:pt x="11162" y="232507"/>
                  <a:pt x="21655" y="232507"/>
                </a:cubicBezTo>
                <a:cubicBezTo>
                  <a:pt x="35719" y="232507"/>
                  <a:pt x="45876" y="217438"/>
                  <a:pt x="50564" y="207727"/>
                </a:cubicBezTo>
                <a:cubicBezTo>
                  <a:pt x="58713" y="191653"/>
                  <a:pt x="64629" y="160734"/>
                  <a:pt x="64852" y="158948"/>
                </a:cubicBezTo>
                <a:lnTo>
                  <a:pt x="80256" y="77912"/>
                </a:ln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A7106-A4C8-4A62-BA50-6692F90C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709" y="4057092"/>
            <a:ext cx="91529" cy="124458"/>
          </a:xfrm>
          <a:custGeom xmlns:a="http://schemas.openxmlformats.org/drawingml/2006/main">
            <a:pathLst>
              <a:path w="91529" h="124458">
                <a:moveTo>
                  <a:pt x="80144" y="102245"/>
                </a:moveTo>
                <a:cubicBezTo>
                  <a:pt x="70433" y="113295"/>
                  <a:pt x="68424" y="114970"/>
                  <a:pt x="65410" y="114970"/>
                </a:cubicBezTo>
                <a:cubicBezTo>
                  <a:pt x="63624" y="114970"/>
                  <a:pt x="62173" y="113295"/>
                  <a:pt x="62173" y="111398"/>
                </a:cubicBezTo>
                <a:cubicBezTo>
                  <a:pt x="62173" y="108942"/>
                  <a:pt x="67977" y="87064"/>
                  <a:pt x="73782" y="67419"/>
                </a:cubicBezTo>
                <a:cubicBezTo>
                  <a:pt x="78693" y="51011"/>
                  <a:pt x="82376" y="36723"/>
                  <a:pt x="91529" y="1005"/>
                </a:cubicBezTo>
                <a:lnTo>
                  <a:pt x="90636" y="0"/>
                </a:lnTo>
                <a:cubicBezTo>
                  <a:pt x="81149" y="2009"/>
                  <a:pt x="74675" y="3125"/>
                  <a:pt x="63289" y="4130"/>
                </a:cubicBezTo>
                <a:lnTo>
                  <a:pt x="63289" y="7144"/>
                </a:lnTo>
                <a:cubicBezTo>
                  <a:pt x="73112" y="7590"/>
                  <a:pt x="74340" y="8037"/>
                  <a:pt x="74340" y="11832"/>
                </a:cubicBezTo>
                <a:cubicBezTo>
                  <a:pt x="74340" y="14176"/>
                  <a:pt x="74116" y="15292"/>
                  <a:pt x="71661" y="24333"/>
                </a:cubicBezTo>
                <a:lnTo>
                  <a:pt x="63847" y="53690"/>
                </a:lnTo>
                <a:cubicBezTo>
                  <a:pt x="62396" y="46211"/>
                  <a:pt x="59159" y="43309"/>
                  <a:pt x="52239" y="43309"/>
                </a:cubicBezTo>
                <a:cubicBezTo>
                  <a:pt x="29021" y="43309"/>
                  <a:pt x="0" y="76907"/>
                  <a:pt x="0" y="103696"/>
                </a:cubicBezTo>
                <a:cubicBezTo>
                  <a:pt x="0" y="116309"/>
                  <a:pt x="7144" y="124011"/>
                  <a:pt x="18752" y="124011"/>
                </a:cubicBezTo>
                <a:cubicBezTo>
                  <a:pt x="30919" y="124011"/>
                  <a:pt x="38844" y="118318"/>
                  <a:pt x="51011" y="100459"/>
                </a:cubicBezTo>
                <a:cubicBezTo>
                  <a:pt x="49002" y="109612"/>
                  <a:pt x="48667" y="112291"/>
                  <a:pt x="48667" y="116309"/>
                </a:cubicBezTo>
                <a:cubicBezTo>
                  <a:pt x="48667" y="121220"/>
                  <a:pt x="51681" y="124458"/>
                  <a:pt x="56145" y="124458"/>
                </a:cubicBezTo>
                <a:cubicBezTo>
                  <a:pt x="63624" y="124458"/>
                  <a:pt x="72889" y="117091"/>
                  <a:pt x="82265" y="104031"/>
                </a:cubicBezTo>
                <a:lnTo>
                  <a:pt x="80144" y="102245"/>
                </a:lnTo>
                <a:close/>
                <a:moveTo>
                  <a:pt x="52908" y="47439"/>
                </a:moveTo>
                <a:cubicBezTo>
                  <a:pt x="58266" y="47774"/>
                  <a:pt x="60945" y="51122"/>
                  <a:pt x="60945" y="57596"/>
                </a:cubicBezTo>
                <a:cubicBezTo>
                  <a:pt x="60945" y="84720"/>
                  <a:pt x="42416" y="115528"/>
                  <a:pt x="26008" y="115528"/>
                </a:cubicBezTo>
                <a:cubicBezTo>
                  <a:pt x="19869" y="115528"/>
                  <a:pt x="15627" y="110616"/>
                  <a:pt x="15627" y="103696"/>
                </a:cubicBezTo>
                <a:cubicBezTo>
                  <a:pt x="15627" y="88850"/>
                  <a:pt x="24557" y="68089"/>
                  <a:pt x="36277" y="55587"/>
                </a:cubicBezTo>
                <a:cubicBezTo>
                  <a:pt x="41300" y="50453"/>
                  <a:pt x="47885" y="47104"/>
                  <a:pt x="52908" y="47439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7F258-5693-4844-A4E6-0CEB56DA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4931" y="4062338"/>
            <a:ext cx="38398" cy="118765"/>
          </a:xfrm>
          <a:custGeom xmlns:a="http://schemas.openxmlformats.org/drawingml/2006/main">
            <a:pathLst>
              <a:path w="38398" h="118765">
                <a:moveTo>
                  <a:pt x="30919" y="96441"/>
                </a:moveTo>
                <a:cubicBezTo>
                  <a:pt x="26566" y="102245"/>
                  <a:pt x="25338" y="103696"/>
                  <a:pt x="23552" y="105594"/>
                </a:cubicBezTo>
                <a:cubicBezTo>
                  <a:pt x="20538" y="108607"/>
                  <a:pt x="17859" y="110393"/>
                  <a:pt x="16185" y="110393"/>
                </a:cubicBezTo>
                <a:cubicBezTo>
                  <a:pt x="14846" y="110393"/>
                  <a:pt x="13395" y="108942"/>
                  <a:pt x="13395" y="107714"/>
                </a:cubicBezTo>
                <a:cubicBezTo>
                  <a:pt x="13395" y="105928"/>
                  <a:pt x="13953" y="103250"/>
                  <a:pt x="15180" y="99901"/>
                </a:cubicBezTo>
                <a:cubicBezTo>
                  <a:pt x="15180" y="99343"/>
                  <a:pt x="15739" y="98115"/>
                  <a:pt x="16073" y="96664"/>
                </a:cubicBezTo>
                <a:lnTo>
                  <a:pt x="16073" y="96329"/>
                </a:lnTo>
                <a:lnTo>
                  <a:pt x="16185" y="95994"/>
                </a:lnTo>
                <a:lnTo>
                  <a:pt x="32035" y="38398"/>
                </a:lnTo>
                <a:lnTo>
                  <a:pt x="31477" y="38063"/>
                </a:lnTo>
                <a:cubicBezTo>
                  <a:pt x="13395" y="41411"/>
                  <a:pt x="9823" y="41970"/>
                  <a:pt x="2902" y="42528"/>
                </a:cubicBezTo>
                <a:lnTo>
                  <a:pt x="2902" y="45318"/>
                </a:lnTo>
                <a:cubicBezTo>
                  <a:pt x="12278" y="45541"/>
                  <a:pt x="14064" y="46100"/>
                  <a:pt x="14064" y="49671"/>
                </a:cubicBezTo>
                <a:cubicBezTo>
                  <a:pt x="14064" y="51122"/>
                  <a:pt x="13506" y="53913"/>
                  <a:pt x="12502" y="57485"/>
                </a:cubicBezTo>
                <a:lnTo>
                  <a:pt x="3907" y="89185"/>
                </a:lnTo>
                <a:cubicBezTo>
                  <a:pt x="1116" y="99454"/>
                  <a:pt x="0" y="105035"/>
                  <a:pt x="0" y="108607"/>
                </a:cubicBezTo>
                <a:cubicBezTo>
                  <a:pt x="0" y="115305"/>
                  <a:pt x="2902" y="118765"/>
                  <a:pt x="8260" y="118765"/>
                </a:cubicBezTo>
                <a:cubicBezTo>
                  <a:pt x="16408" y="118765"/>
                  <a:pt x="22994" y="113519"/>
                  <a:pt x="33263" y="98450"/>
                </a:cubicBezTo>
                <a:lnTo>
                  <a:pt x="30919" y="96441"/>
                </a:lnTo>
                <a:close/>
                <a:moveTo>
                  <a:pt x="29468" y="0"/>
                </a:moveTo>
                <a:cubicBezTo>
                  <a:pt x="24668" y="0"/>
                  <a:pt x="21096" y="4130"/>
                  <a:pt x="21096" y="9488"/>
                </a:cubicBezTo>
                <a:cubicBezTo>
                  <a:pt x="21096" y="15180"/>
                  <a:pt x="24445" y="18976"/>
                  <a:pt x="29691" y="18976"/>
                </a:cubicBezTo>
                <a:cubicBezTo>
                  <a:pt x="34268" y="18976"/>
                  <a:pt x="38398" y="14846"/>
                  <a:pt x="38398" y="9823"/>
                </a:cubicBezTo>
                <a:cubicBezTo>
                  <a:pt x="38398" y="4576"/>
                  <a:pt x="34268" y="0"/>
                  <a:pt x="29468" y="0"/>
                </a:cubicBez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AA15C9-BE61-4DBB-8192-1732E622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2593" y="4100401"/>
            <a:ext cx="65633" cy="78804"/>
          </a:xfrm>
          <a:custGeom xmlns:a="http://schemas.openxmlformats.org/drawingml/2006/main">
            <a:pathLst>
              <a:path w="65633" h="78804">
                <a:moveTo>
                  <a:pt x="13618" y="78804"/>
                </a:moveTo>
                <a:cubicBezTo>
                  <a:pt x="22882" y="48444"/>
                  <a:pt x="25896" y="40742"/>
                  <a:pt x="34156" y="27124"/>
                </a:cubicBezTo>
                <a:cubicBezTo>
                  <a:pt x="40072" y="17078"/>
                  <a:pt x="45095" y="11609"/>
                  <a:pt x="48109" y="11609"/>
                </a:cubicBezTo>
                <a:cubicBezTo>
                  <a:pt x="49113" y="11609"/>
                  <a:pt x="50006" y="12278"/>
                  <a:pt x="51011" y="14064"/>
                </a:cubicBezTo>
                <a:cubicBezTo>
                  <a:pt x="52350" y="17078"/>
                  <a:pt x="53801" y="17971"/>
                  <a:pt x="57373" y="17971"/>
                </a:cubicBezTo>
                <a:cubicBezTo>
                  <a:pt x="62619" y="17971"/>
                  <a:pt x="65633" y="14846"/>
                  <a:pt x="65633" y="9265"/>
                </a:cubicBezTo>
                <a:cubicBezTo>
                  <a:pt x="65633" y="3795"/>
                  <a:pt x="62173" y="0"/>
                  <a:pt x="57150" y="0"/>
                </a:cubicBezTo>
                <a:cubicBezTo>
                  <a:pt x="53132" y="0"/>
                  <a:pt x="48220" y="2679"/>
                  <a:pt x="43644" y="7479"/>
                </a:cubicBezTo>
                <a:cubicBezTo>
                  <a:pt x="36277" y="14957"/>
                  <a:pt x="29133" y="25561"/>
                  <a:pt x="26231" y="32705"/>
                </a:cubicBezTo>
                <a:lnTo>
                  <a:pt x="23775" y="39067"/>
                </a:lnTo>
                <a:lnTo>
                  <a:pt x="33263" y="335"/>
                </a:lnTo>
                <a:lnTo>
                  <a:pt x="32705" y="0"/>
                </a:lnTo>
                <a:cubicBezTo>
                  <a:pt x="19645" y="2344"/>
                  <a:pt x="18083" y="2679"/>
                  <a:pt x="5023" y="4800"/>
                </a:cubicBezTo>
                <a:lnTo>
                  <a:pt x="5023" y="7813"/>
                </a:lnTo>
                <a:cubicBezTo>
                  <a:pt x="9265" y="6920"/>
                  <a:pt x="9823" y="6920"/>
                  <a:pt x="11162" y="6920"/>
                </a:cubicBezTo>
                <a:cubicBezTo>
                  <a:pt x="14957" y="6920"/>
                  <a:pt x="17301" y="8706"/>
                  <a:pt x="17301" y="11943"/>
                </a:cubicBezTo>
                <a:cubicBezTo>
                  <a:pt x="17301" y="14511"/>
                  <a:pt x="17301" y="14511"/>
                  <a:pt x="14511" y="26566"/>
                </a:cubicBezTo>
                <a:lnTo>
                  <a:pt x="0" y="78804"/>
                </a:lnTo>
                <a:lnTo>
                  <a:pt x="13618" y="78804"/>
                </a:lnTo>
              </a:path>
            </a:pathLst>
          </a:custGeom>
          <a:solidFill xmlns:a="http://schemas.openxmlformats.org/drawingml/2006/main">
            <a:srgbClr val="FF596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FA0109-8F77-40A5-B3D5-7B72A581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6820" y="4808748"/>
            <a:ext cx="497830" cy="201588"/>
          </a:xfrm>
          <a:custGeom xmlns:a="http://schemas.openxmlformats.org/drawingml/2006/main">
            <a:pathLst>
              <a:path w="497830" h="201588">
                <a:moveTo>
                  <a:pt x="0" y="201588"/>
                </a:moveTo>
                <a:lnTo>
                  <a:pt x="0" y="0"/>
                </a:lnTo>
                <a:lnTo>
                  <a:pt x="497830" y="0"/>
                </a:lnTo>
                <a:lnTo>
                  <a:pt x="497830" y="201588"/>
                </a:lnTo>
                <a:lnTo>
                  <a:pt x="0" y="201588"/>
                </a:lnTo>
                <a:close/>
                <a:moveTo>
                  <a:pt x="0" y="201588"/>
                </a:moveTo>
              </a:path>
            </a:pathLst>
          </a:cu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975DA-B2AA-42F4-B506-4A5B1C04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912" y="4829175"/>
            <a:ext cx="132606" cy="121444"/>
          </a:xfrm>
          <a:custGeom xmlns:a="http://schemas.openxmlformats.org/drawingml/2006/main">
            <a:pathLst>
              <a:path w="132606" h="121444">
                <a:moveTo>
                  <a:pt x="73112" y="15962"/>
                </a:moveTo>
                <a:lnTo>
                  <a:pt x="119211" y="15962"/>
                </a:lnTo>
                <a:cubicBezTo>
                  <a:pt x="122783" y="15962"/>
                  <a:pt x="132606" y="15962"/>
                  <a:pt x="132606" y="6586"/>
                </a:cubicBezTo>
                <a:cubicBezTo>
                  <a:pt x="132606" y="0"/>
                  <a:pt x="126913" y="0"/>
                  <a:pt x="121667" y="0"/>
                </a:cubicBezTo>
                <a:lnTo>
                  <a:pt x="44983" y="0"/>
                </a:lnTo>
                <a:cubicBezTo>
                  <a:pt x="39514" y="0"/>
                  <a:pt x="28798" y="0"/>
                  <a:pt x="16743" y="12948"/>
                </a:cubicBezTo>
                <a:cubicBezTo>
                  <a:pt x="7702" y="22771"/>
                  <a:pt x="0" y="35942"/>
                  <a:pt x="0" y="37616"/>
                </a:cubicBezTo>
                <a:cubicBezTo>
                  <a:pt x="0" y="37840"/>
                  <a:pt x="0" y="40295"/>
                  <a:pt x="3349" y="40295"/>
                </a:cubicBezTo>
                <a:cubicBezTo>
                  <a:pt x="5469" y="40295"/>
                  <a:pt x="6028" y="39179"/>
                  <a:pt x="7702" y="36947"/>
                </a:cubicBezTo>
                <a:cubicBezTo>
                  <a:pt x="21096" y="15962"/>
                  <a:pt x="36723" y="15962"/>
                  <a:pt x="42528" y="15962"/>
                </a:cubicBezTo>
                <a:lnTo>
                  <a:pt x="65298" y="15962"/>
                </a:lnTo>
                <a:lnTo>
                  <a:pt x="38398" y="103808"/>
                </a:lnTo>
                <a:cubicBezTo>
                  <a:pt x="37281" y="107156"/>
                  <a:pt x="35719" y="112849"/>
                  <a:pt x="35719" y="113965"/>
                </a:cubicBezTo>
                <a:cubicBezTo>
                  <a:pt x="35719" y="116979"/>
                  <a:pt x="37616" y="121444"/>
                  <a:pt x="43532" y="121444"/>
                </a:cubicBezTo>
                <a:cubicBezTo>
                  <a:pt x="52685" y="121444"/>
                  <a:pt x="54025" y="113742"/>
                  <a:pt x="54806" y="109612"/>
                </a:cubicBezTo>
                <a:lnTo>
                  <a:pt x="73112" y="15962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65B9F-8BD0-4B2F-A931-AE235C7E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2162" y="4866233"/>
            <a:ext cx="64070" cy="64070"/>
          </a:xfrm>
          <a:custGeom xmlns:a="http://schemas.openxmlformats.org/drawingml/2006/main">
            <a:pathLst>
              <a:path w="64070" h="64070">
                <a:moveTo>
                  <a:pt x="0" y="0"/>
                </a:moveTo>
                <a:lnTo>
                  <a:pt x="64070" y="32035"/>
                </a:lnTo>
                <a:lnTo>
                  <a:pt x="0" y="64070"/>
                </a:lnTo>
                <a:cubicBezTo>
                  <a:pt x="15962" y="47997"/>
                  <a:pt x="15962" y="15962"/>
                  <a:pt x="0" y="0"/>
                </a:cubicBez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88B580-09A1-44D4-ADDA-0C4A38C7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797" y="4898268"/>
            <a:ext cx="287201" cy="10"/>
          </a:xfrm>
          <a:custGeom xmlns:a="http://schemas.openxmlformats.org/drawingml/2006/main">
            <a:pathLst>
              <a:path w="287201" h="1" fill="none">
                <a:moveTo>
                  <a:pt x="0" y="0"/>
                </a:moveTo>
                <a:lnTo>
                  <a:pt x="2872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36" cap="rnd">
            <a:solidFill>
              <a:srgbClr val="000000"/>
            </a:solidFill>
            <a:round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A6069A-7B3A-4551-9BAC-C028BF49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8478" y="4075956"/>
            <a:ext cx="136959" cy="154930"/>
          </a:xfrm>
          <a:custGeom xmlns:a="http://schemas.openxmlformats.org/drawingml/2006/main">
            <a:pathLst>
              <a:path w="136959" h="154930">
                <a:moveTo>
                  <a:pt x="76014" y="17748"/>
                </a:moveTo>
                <a:cubicBezTo>
                  <a:pt x="78023" y="9599"/>
                  <a:pt x="78693" y="7032"/>
                  <a:pt x="100012" y="7032"/>
                </a:cubicBezTo>
                <a:cubicBezTo>
                  <a:pt x="106821" y="7032"/>
                  <a:pt x="108607" y="7032"/>
                  <a:pt x="108607" y="2791"/>
                </a:cubicBezTo>
                <a:cubicBezTo>
                  <a:pt x="108607" y="0"/>
                  <a:pt x="106152" y="0"/>
                  <a:pt x="105035" y="0"/>
                </a:cubicBezTo>
                <a:cubicBezTo>
                  <a:pt x="97557" y="0"/>
                  <a:pt x="78916" y="670"/>
                  <a:pt x="71438" y="670"/>
                </a:cubicBezTo>
                <a:cubicBezTo>
                  <a:pt x="64629" y="670"/>
                  <a:pt x="48109" y="0"/>
                  <a:pt x="41300" y="0"/>
                </a:cubicBezTo>
                <a:cubicBezTo>
                  <a:pt x="39625" y="0"/>
                  <a:pt x="36947" y="0"/>
                  <a:pt x="36947" y="4576"/>
                </a:cubicBezTo>
                <a:cubicBezTo>
                  <a:pt x="36947" y="7032"/>
                  <a:pt x="39067" y="7032"/>
                  <a:pt x="43309" y="7032"/>
                </a:cubicBezTo>
                <a:cubicBezTo>
                  <a:pt x="43755" y="7032"/>
                  <a:pt x="48109" y="7032"/>
                  <a:pt x="51904" y="7479"/>
                </a:cubicBezTo>
                <a:cubicBezTo>
                  <a:pt x="56034" y="8037"/>
                  <a:pt x="58043" y="8260"/>
                  <a:pt x="58043" y="11162"/>
                </a:cubicBezTo>
                <a:cubicBezTo>
                  <a:pt x="58043" y="12055"/>
                  <a:pt x="57820" y="12725"/>
                  <a:pt x="57150" y="15515"/>
                </a:cubicBezTo>
                <a:lnTo>
                  <a:pt x="26789" y="137294"/>
                </a:lnTo>
                <a:cubicBezTo>
                  <a:pt x="24445" y="146112"/>
                  <a:pt x="23999" y="147898"/>
                  <a:pt x="6139" y="147898"/>
                </a:cubicBezTo>
                <a:cubicBezTo>
                  <a:pt x="2232" y="147898"/>
                  <a:pt x="0" y="147898"/>
                  <a:pt x="0" y="152474"/>
                </a:cubicBezTo>
                <a:cubicBezTo>
                  <a:pt x="0" y="154930"/>
                  <a:pt x="2009" y="154930"/>
                  <a:pt x="6139" y="154930"/>
                </a:cubicBezTo>
                <a:lnTo>
                  <a:pt x="111175" y="154930"/>
                </a:lnTo>
                <a:cubicBezTo>
                  <a:pt x="116532" y="154930"/>
                  <a:pt x="116756" y="154930"/>
                  <a:pt x="118207" y="151135"/>
                </a:cubicBezTo>
                <a:lnTo>
                  <a:pt x="136066" y="102133"/>
                </a:lnTo>
                <a:cubicBezTo>
                  <a:pt x="136959" y="99566"/>
                  <a:pt x="136959" y="99120"/>
                  <a:pt x="136959" y="98896"/>
                </a:cubicBezTo>
                <a:cubicBezTo>
                  <a:pt x="136959" y="98003"/>
                  <a:pt x="136289" y="96441"/>
                  <a:pt x="134280" y="96441"/>
                </a:cubicBezTo>
                <a:cubicBezTo>
                  <a:pt x="132159" y="96441"/>
                  <a:pt x="131936" y="97557"/>
                  <a:pt x="130373" y="101240"/>
                </a:cubicBezTo>
                <a:cubicBezTo>
                  <a:pt x="122672" y="122113"/>
                  <a:pt x="112737" y="147898"/>
                  <a:pt x="73558" y="147898"/>
                </a:cubicBezTo>
                <a:lnTo>
                  <a:pt x="52127" y="147898"/>
                </a:lnTo>
                <a:cubicBezTo>
                  <a:pt x="49002" y="147898"/>
                  <a:pt x="48555" y="147898"/>
                  <a:pt x="47216" y="147675"/>
                </a:cubicBezTo>
                <a:cubicBezTo>
                  <a:pt x="44872" y="147451"/>
                  <a:pt x="44202" y="147228"/>
                  <a:pt x="44202" y="145442"/>
                </a:cubicBezTo>
                <a:cubicBezTo>
                  <a:pt x="44202" y="144773"/>
                  <a:pt x="44202" y="144326"/>
                  <a:pt x="45318" y="140196"/>
                </a:cubicBezTo>
                <a:lnTo>
                  <a:pt x="76014" y="17748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92C32-07F2-4B28-9AB6-27ACEF09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8162" y="4066915"/>
            <a:ext cx="62731" cy="71772"/>
          </a:xfrm>
          <a:custGeom xmlns:a="http://schemas.openxmlformats.org/drawingml/2006/main">
            <a:pathLst>
              <a:path w="62731" h="71772">
                <a:moveTo>
                  <a:pt x="50788" y="53243"/>
                </a:moveTo>
                <a:cubicBezTo>
                  <a:pt x="42081" y="62619"/>
                  <a:pt x="35830" y="66080"/>
                  <a:pt x="28129" y="66080"/>
                </a:cubicBezTo>
                <a:cubicBezTo>
                  <a:pt x="19087" y="66080"/>
                  <a:pt x="13618" y="59271"/>
                  <a:pt x="13618" y="47997"/>
                </a:cubicBezTo>
                <a:cubicBezTo>
                  <a:pt x="13618" y="34491"/>
                  <a:pt x="19199" y="20315"/>
                  <a:pt x="28129" y="10939"/>
                </a:cubicBezTo>
                <a:cubicBezTo>
                  <a:pt x="32705" y="6251"/>
                  <a:pt x="39067" y="3349"/>
                  <a:pt x="45207" y="3349"/>
                </a:cubicBezTo>
                <a:cubicBezTo>
                  <a:pt x="48890" y="3349"/>
                  <a:pt x="51234" y="4576"/>
                  <a:pt x="51234" y="6474"/>
                </a:cubicBezTo>
                <a:cubicBezTo>
                  <a:pt x="51234" y="7367"/>
                  <a:pt x="50899" y="8037"/>
                  <a:pt x="50341" y="9488"/>
                </a:cubicBezTo>
                <a:cubicBezTo>
                  <a:pt x="49225" y="11609"/>
                  <a:pt x="48890" y="12725"/>
                  <a:pt x="48890" y="14064"/>
                </a:cubicBezTo>
                <a:cubicBezTo>
                  <a:pt x="48890" y="17971"/>
                  <a:pt x="51234" y="20203"/>
                  <a:pt x="55141" y="20203"/>
                </a:cubicBezTo>
                <a:cubicBezTo>
                  <a:pt x="59382" y="20203"/>
                  <a:pt x="62731" y="16966"/>
                  <a:pt x="62731" y="12836"/>
                </a:cubicBezTo>
                <a:cubicBezTo>
                  <a:pt x="62731" y="5581"/>
                  <a:pt x="55587" y="0"/>
                  <a:pt x="46100" y="0"/>
                </a:cubicBezTo>
                <a:cubicBezTo>
                  <a:pt x="22213" y="0"/>
                  <a:pt x="0" y="23217"/>
                  <a:pt x="0" y="47997"/>
                </a:cubicBezTo>
                <a:cubicBezTo>
                  <a:pt x="0" y="63066"/>
                  <a:pt x="8595" y="71772"/>
                  <a:pt x="23329" y="71772"/>
                </a:cubicBezTo>
                <a:cubicBezTo>
                  <a:pt x="35049" y="71772"/>
                  <a:pt x="43867" y="66861"/>
                  <a:pt x="53355" y="54806"/>
                </a:cubicBezTo>
                <a:lnTo>
                  <a:pt x="50788" y="53243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28F595-A49B-4D14-8B04-D5B09FC0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7255" y="4066915"/>
            <a:ext cx="72889" cy="71772"/>
          </a:xfrm>
          <a:custGeom xmlns:a="http://schemas.openxmlformats.org/drawingml/2006/main">
            <a:pathLst>
              <a:path w="72889" h="71772">
                <a:moveTo>
                  <a:pt x="70991" y="52574"/>
                </a:moveTo>
                <a:cubicBezTo>
                  <a:pt x="68647" y="54918"/>
                  <a:pt x="67642" y="55811"/>
                  <a:pt x="66526" y="57038"/>
                </a:cubicBezTo>
                <a:cubicBezTo>
                  <a:pt x="61838" y="61950"/>
                  <a:pt x="59717" y="63512"/>
                  <a:pt x="58266" y="63512"/>
                </a:cubicBezTo>
                <a:cubicBezTo>
                  <a:pt x="57038" y="63512"/>
                  <a:pt x="56034" y="62619"/>
                  <a:pt x="56034" y="61503"/>
                </a:cubicBezTo>
                <a:cubicBezTo>
                  <a:pt x="56034" y="58266"/>
                  <a:pt x="62731" y="31142"/>
                  <a:pt x="70210" y="3795"/>
                </a:cubicBezTo>
                <a:cubicBezTo>
                  <a:pt x="70656" y="2232"/>
                  <a:pt x="70879" y="1898"/>
                  <a:pt x="71103" y="446"/>
                </a:cubicBezTo>
                <a:lnTo>
                  <a:pt x="69986" y="0"/>
                </a:lnTo>
                <a:lnTo>
                  <a:pt x="60387" y="1116"/>
                </a:lnTo>
                <a:lnTo>
                  <a:pt x="59941" y="1563"/>
                </a:lnTo>
                <a:lnTo>
                  <a:pt x="58155" y="9153"/>
                </a:lnTo>
                <a:cubicBezTo>
                  <a:pt x="56927" y="3349"/>
                  <a:pt x="52239" y="0"/>
                  <a:pt x="45430" y="0"/>
                </a:cubicBezTo>
                <a:cubicBezTo>
                  <a:pt x="24445" y="0"/>
                  <a:pt x="0" y="29021"/>
                  <a:pt x="0" y="54136"/>
                </a:cubicBezTo>
                <a:cubicBezTo>
                  <a:pt x="0" y="65298"/>
                  <a:pt x="6028" y="71772"/>
                  <a:pt x="16185" y="71772"/>
                </a:cubicBezTo>
                <a:cubicBezTo>
                  <a:pt x="27347" y="71772"/>
                  <a:pt x="34156" y="66526"/>
                  <a:pt x="48109" y="46881"/>
                </a:cubicBezTo>
                <a:cubicBezTo>
                  <a:pt x="44983" y="59271"/>
                  <a:pt x="44425" y="61280"/>
                  <a:pt x="44425" y="65075"/>
                </a:cubicBezTo>
                <a:cubicBezTo>
                  <a:pt x="44425" y="69763"/>
                  <a:pt x="46323" y="71661"/>
                  <a:pt x="50788" y="71661"/>
                </a:cubicBezTo>
                <a:cubicBezTo>
                  <a:pt x="57150" y="71661"/>
                  <a:pt x="61168" y="68647"/>
                  <a:pt x="72889" y="54136"/>
                </a:cubicBezTo>
                <a:lnTo>
                  <a:pt x="70991" y="52574"/>
                </a:lnTo>
                <a:close/>
                <a:moveTo>
                  <a:pt x="46323" y="3460"/>
                </a:moveTo>
                <a:cubicBezTo>
                  <a:pt x="51792" y="3795"/>
                  <a:pt x="55252" y="7590"/>
                  <a:pt x="55252" y="13171"/>
                </a:cubicBezTo>
                <a:cubicBezTo>
                  <a:pt x="55252" y="26566"/>
                  <a:pt x="47327" y="45207"/>
                  <a:pt x="36388" y="57038"/>
                </a:cubicBezTo>
                <a:cubicBezTo>
                  <a:pt x="32593" y="61280"/>
                  <a:pt x="27124" y="63959"/>
                  <a:pt x="22547" y="63959"/>
                </a:cubicBezTo>
                <a:cubicBezTo>
                  <a:pt x="16966" y="63959"/>
                  <a:pt x="13395" y="59382"/>
                  <a:pt x="13395" y="52127"/>
                </a:cubicBezTo>
                <a:cubicBezTo>
                  <a:pt x="13395" y="43532"/>
                  <a:pt x="19422" y="27124"/>
                  <a:pt x="26231" y="17301"/>
                </a:cubicBezTo>
                <a:cubicBezTo>
                  <a:pt x="32593" y="8037"/>
                  <a:pt x="40072" y="3014"/>
                  <a:pt x="46323" y="346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08A0C-2101-45F7-B8AD-2691BA9A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89073" y="4066915"/>
            <a:ext cx="62731" cy="71772"/>
          </a:xfrm>
          <a:custGeom xmlns:a="http://schemas.openxmlformats.org/drawingml/2006/main">
            <a:pathLst>
              <a:path w="62731" h="71772">
                <a:moveTo>
                  <a:pt x="50788" y="53243"/>
                </a:moveTo>
                <a:cubicBezTo>
                  <a:pt x="42081" y="62619"/>
                  <a:pt x="35830" y="66080"/>
                  <a:pt x="28017" y="66080"/>
                </a:cubicBezTo>
                <a:cubicBezTo>
                  <a:pt x="19087" y="66080"/>
                  <a:pt x="13618" y="59271"/>
                  <a:pt x="13618" y="47997"/>
                </a:cubicBezTo>
                <a:cubicBezTo>
                  <a:pt x="13618" y="34491"/>
                  <a:pt x="19199" y="20315"/>
                  <a:pt x="28017" y="10939"/>
                </a:cubicBezTo>
                <a:cubicBezTo>
                  <a:pt x="32705" y="6251"/>
                  <a:pt x="39067" y="3349"/>
                  <a:pt x="45207" y="3349"/>
                </a:cubicBezTo>
                <a:cubicBezTo>
                  <a:pt x="48890" y="3349"/>
                  <a:pt x="51234" y="4576"/>
                  <a:pt x="51234" y="6474"/>
                </a:cubicBezTo>
                <a:cubicBezTo>
                  <a:pt x="51234" y="7367"/>
                  <a:pt x="50899" y="8037"/>
                  <a:pt x="50341" y="9488"/>
                </a:cubicBezTo>
                <a:cubicBezTo>
                  <a:pt x="49225" y="11609"/>
                  <a:pt x="48890" y="12725"/>
                  <a:pt x="48890" y="14064"/>
                </a:cubicBezTo>
                <a:cubicBezTo>
                  <a:pt x="48890" y="17971"/>
                  <a:pt x="51234" y="20203"/>
                  <a:pt x="55141" y="20203"/>
                </a:cubicBezTo>
                <a:cubicBezTo>
                  <a:pt x="59382" y="20203"/>
                  <a:pt x="62731" y="16966"/>
                  <a:pt x="62731" y="12836"/>
                </a:cubicBezTo>
                <a:cubicBezTo>
                  <a:pt x="62731" y="5581"/>
                  <a:pt x="55587" y="0"/>
                  <a:pt x="45988" y="0"/>
                </a:cubicBezTo>
                <a:cubicBezTo>
                  <a:pt x="22213" y="0"/>
                  <a:pt x="0" y="23217"/>
                  <a:pt x="0" y="47997"/>
                </a:cubicBezTo>
                <a:cubicBezTo>
                  <a:pt x="0" y="63066"/>
                  <a:pt x="8483" y="71772"/>
                  <a:pt x="23329" y="71772"/>
                </a:cubicBezTo>
                <a:cubicBezTo>
                  <a:pt x="35049" y="71772"/>
                  <a:pt x="43867" y="66861"/>
                  <a:pt x="53355" y="54806"/>
                </a:cubicBezTo>
                <a:lnTo>
                  <a:pt x="50788" y="53243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1D8650-798C-41BC-8104-580FB7CD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55600" y="4028405"/>
            <a:ext cx="73000" cy="109947"/>
          </a:xfrm>
          <a:custGeom xmlns:a="http://schemas.openxmlformats.org/drawingml/2006/main">
            <a:pathLst>
              <a:path w="73000" h="109947">
                <a:moveTo>
                  <a:pt x="70879" y="89967"/>
                </a:moveTo>
                <a:cubicBezTo>
                  <a:pt x="62285" y="100794"/>
                  <a:pt x="60387" y="102468"/>
                  <a:pt x="57820" y="102468"/>
                </a:cubicBezTo>
                <a:cubicBezTo>
                  <a:pt x="56369" y="102468"/>
                  <a:pt x="55252" y="101129"/>
                  <a:pt x="55252" y="99678"/>
                </a:cubicBezTo>
                <a:cubicBezTo>
                  <a:pt x="55252" y="98003"/>
                  <a:pt x="57820" y="88069"/>
                  <a:pt x="60499" y="79809"/>
                </a:cubicBezTo>
                <a:cubicBezTo>
                  <a:pt x="65187" y="64740"/>
                  <a:pt x="68200" y="52908"/>
                  <a:pt x="68200" y="49113"/>
                </a:cubicBezTo>
                <a:cubicBezTo>
                  <a:pt x="68200" y="42751"/>
                  <a:pt x="63847" y="38509"/>
                  <a:pt x="57708" y="38509"/>
                </a:cubicBezTo>
                <a:cubicBezTo>
                  <a:pt x="47327" y="38509"/>
                  <a:pt x="36054" y="49002"/>
                  <a:pt x="21320" y="71996"/>
                </a:cubicBezTo>
                <a:lnTo>
                  <a:pt x="40407" y="893"/>
                </a:lnTo>
                <a:lnTo>
                  <a:pt x="39625" y="0"/>
                </a:lnTo>
                <a:cubicBezTo>
                  <a:pt x="30361" y="2121"/>
                  <a:pt x="24222" y="3237"/>
                  <a:pt x="14622" y="4353"/>
                </a:cubicBezTo>
                <a:lnTo>
                  <a:pt x="14622" y="6697"/>
                </a:lnTo>
                <a:lnTo>
                  <a:pt x="18752" y="6697"/>
                </a:lnTo>
                <a:cubicBezTo>
                  <a:pt x="18976" y="6697"/>
                  <a:pt x="19087" y="6697"/>
                  <a:pt x="19310" y="6586"/>
                </a:cubicBezTo>
                <a:cubicBezTo>
                  <a:pt x="21431" y="5581"/>
                  <a:pt x="25338" y="8372"/>
                  <a:pt x="25338" y="10492"/>
                </a:cubicBezTo>
                <a:cubicBezTo>
                  <a:pt x="25338" y="12725"/>
                  <a:pt x="24445" y="16743"/>
                  <a:pt x="23106" y="21320"/>
                </a:cubicBezTo>
                <a:cubicBezTo>
                  <a:pt x="22882" y="21431"/>
                  <a:pt x="22436" y="23664"/>
                  <a:pt x="21431" y="27236"/>
                </a:cubicBezTo>
                <a:lnTo>
                  <a:pt x="0" y="108496"/>
                </a:lnTo>
                <a:lnTo>
                  <a:pt x="11943" y="108496"/>
                </a:lnTo>
                <a:cubicBezTo>
                  <a:pt x="18306" y="84051"/>
                  <a:pt x="20315" y="78693"/>
                  <a:pt x="26677" y="68982"/>
                </a:cubicBezTo>
                <a:cubicBezTo>
                  <a:pt x="34937" y="56480"/>
                  <a:pt x="45765" y="46546"/>
                  <a:pt x="51346" y="46546"/>
                </a:cubicBezTo>
                <a:cubicBezTo>
                  <a:pt x="53690" y="46546"/>
                  <a:pt x="55811" y="48444"/>
                  <a:pt x="55811" y="50564"/>
                </a:cubicBezTo>
                <a:cubicBezTo>
                  <a:pt x="55811" y="51234"/>
                  <a:pt x="55252" y="53243"/>
                  <a:pt x="54694" y="55811"/>
                </a:cubicBezTo>
                <a:lnTo>
                  <a:pt x="45988" y="88739"/>
                </a:lnTo>
                <a:cubicBezTo>
                  <a:pt x="43867" y="96441"/>
                  <a:pt x="42751" y="101352"/>
                  <a:pt x="42751" y="103250"/>
                </a:cubicBezTo>
                <a:cubicBezTo>
                  <a:pt x="42751" y="107491"/>
                  <a:pt x="45430" y="109947"/>
                  <a:pt x="49671" y="109947"/>
                </a:cubicBezTo>
                <a:cubicBezTo>
                  <a:pt x="57820" y="109947"/>
                  <a:pt x="63401" y="105705"/>
                  <a:pt x="73000" y="91864"/>
                </a:cubicBezTo>
                <a:lnTo>
                  <a:pt x="70879" y="89967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AA27B0-6B0B-455F-A1AA-9C8C05BA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4404" y="4066915"/>
            <a:ext cx="60499" cy="71772"/>
          </a:xfrm>
          <a:custGeom xmlns:a="http://schemas.openxmlformats.org/drawingml/2006/main">
            <a:pathLst>
              <a:path w="60499" h="71772">
                <a:moveTo>
                  <a:pt x="51904" y="52685"/>
                </a:moveTo>
                <a:cubicBezTo>
                  <a:pt x="40518" y="62061"/>
                  <a:pt x="35495" y="64629"/>
                  <a:pt x="28687" y="64629"/>
                </a:cubicBezTo>
                <a:cubicBezTo>
                  <a:pt x="19645" y="64629"/>
                  <a:pt x="13841" y="58936"/>
                  <a:pt x="13841" y="50341"/>
                </a:cubicBezTo>
                <a:cubicBezTo>
                  <a:pt x="13841" y="47997"/>
                  <a:pt x="14064" y="45541"/>
                  <a:pt x="15404" y="40518"/>
                </a:cubicBezTo>
                <a:lnTo>
                  <a:pt x="19869" y="39849"/>
                </a:lnTo>
                <a:cubicBezTo>
                  <a:pt x="43644" y="36500"/>
                  <a:pt x="60499" y="24445"/>
                  <a:pt x="60499" y="10827"/>
                </a:cubicBezTo>
                <a:cubicBezTo>
                  <a:pt x="60499" y="4130"/>
                  <a:pt x="55811" y="0"/>
                  <a:pt x="47774" y="0"/>
                </a:cubicBezTo>
                <a:cubicBezTo>
                  <a:pt x="24891" y="0"/>
                  <a:pt x="0" y="26231"/>
                  <a:pt x="0" y="50006"/>
                </a:cubicBezTo>
                <a:cubicBezTo>
                  <a:pt x="0" y="62843"/>
                  <a:pt x="8595" y="71772"/>
                  <a:pt x="20985" y="71772"/>
                </a:cubicBezTo>
                <a:cubicBezTo>
                  <a:pt x="32258" y="71772"/>
                  <a:pt x="44425" y="65298"/>
                  <a:pt x="53801" y="54694"/>
                </a:cubicBezTo>
                <a:lnTo>
                  <a:pt x="51904" y="52685"/>
                </a:lnTo>
                <a:close/>
                <a:moveTo>
                  <a:pt x="19199" y="30026"/>
                </a:moveTo>
                <a:cubicBezTo>
                  <a:pt x="24668" y="15850"/>
                  <a:pt x="36388" y="3683"/>
                  <a:pt x="44425" y="3683"/>
                </a:cubicBezTo>
                <a:cubicBezTo>
                  <a:pt x="47774" y="3683"/>
                  <a:pt x="50006" y="6251"/>
                  <a:pt x="50006" y="9823"/>
                </a:cubicBezTo>
                <a:cubicBezTo>
                  <a:pt x="50006" y="14734"/>
                  <a:pt x="47104" y="20427"/>
                  <a:pt x="42081" y="25226"/>
                </a:cubicBezTo>
                <a:cubicBezTo>
                  <a:pt x="36277" y="30807"/>
                  <a:pt x="30138" y="33598"/>
                  <a:pt x="16520" y="36947"/>
                </a:cubicBezTo>
                <a:lnTo>
                  <a:pt x="19199" y="30026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6DFBF-A0B3-4E9E-B5B5-3F4B2C61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929" y="4179317"/>
            <a:ext cx="37616" cy="108496"/>
          </a:xfrm>
          <a:custGeom xmlns:a="http://schemas.openxmlformats.org/drawingml/2006/main">
            <a:pathLst>
              <a:path w="37616" h="108496">
                <a:moveTo>
                  <a:pt x="25226" y="35496"/>
                </a:moveTo>
                <a:lnTo>
                  <a:pt x="670" y="44202"/>
                </a:lnTo>
                <a:lnTo>
                  <a:pt x="670" y="46546"/>
                </a:lnTo>
                <a:lnTo>
                  <a:pt x="1898" y="46434"/>
                </a:lnTo>
                <a:cubicBezTo>
                  <a:pt x="3795" y="46100"/>
                  <a:pt x="5804" y="45988"/>
                  <a:pt x="7255" y="45988"/>
                </a:cubicBezTo>
                <a:cubicBezTo>
                  <a:pt x="11050" y="45988"/>
                  <a:pt x="12502" y="48444"/>
                  <a:pt x="12502" y="55476"/>
                </a:cubicBezTo>
                <a:lnTo>
                  <a:pt x="12502" y="92311"/>
                </a:lnTo>
                <a:cubicBezTo>
                  <a:pt x="12502" y="103808"/>
                  <a:pt x="10939" y="105482"/>
                  <a:pt x="0" y="106152"/>
                </a:cubicBezTo>
                <a:lnTo>
                  <a:pt x="0" y="108496"/>
                </a:lnTo>
                <a:lnTo>
                  <a:pt x="37616" y="108496"/>
                </a:lnTo>
                <a:lnTo>
                  <a:pt x="37616" y="106152"/>
                </a:lnTo>
                <a:cubicBezTo>
                  <a:pt x="27124" y="105370"/>
                  <a:pt x="25896" y="103808"/>
                  <a:pt x="25896" y="92311"/>
                </a:cubicBezTo>
                <a:lnTo>
                  <a:pt x="25896" y="35942"/>
                </a:lnTo>
                <a:lnTo>
                  <a:pt x="25226" y="35496"/>
                </a:lnTo>
                <a:close/>
                <a:moveTo>
                  <a:pt x="17748" y="0"/>
                </a:moveTo>
                <a:cubicBezTo>
                  <a:pt x="13506" y="0"/>
                  <a:pt x="9823" y="3684"/>
                  <a:pt x="9823" y="8148"/>
                </a:cubicBezTo>
                <a:cubicBezTo>
                  <a:pt x="9823" y="12613"/>
                  <a:pt x="13283" y="16297"/>
                  <a:pt x="17748" y="16297"/>
                </a:cubicBezTo>
                <a:cubicBezTo>
                  <a:pt x="22436" y="16297"/>
                  <a:pt x="26008" y="12725"/>
                  <a:pt x="26008" y="8148"/>
                </a:cubicBezTo>
                <a:cubicBezTo>
                  <a:pt x="26008" y="3684"/>
                  <a:pt x="22436" y="0"/>
                  <a:pt x="17748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C68D10-485A-48B5-91CE-5631B590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4528" y="4060887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224470"/>
                </a:moveTo>
                <a:cubicBezTo>
                  <a:pt x="52574" y="223800"/>
                  <a:pt x="52574" y="223354"/>
                  <a:pt x="48778" y="219447"/>
                </a:cubicBezTo>
                <a:cubicBezTo>
                  <a:pt x="20427" y="190872"/>
                  <a:pt x="13171" y="148010"/>
                  <a:pt x="13171" y="113295"/>
                </a:cubicBezTo>
                <a:cubicBezTo>
                  <a:pt x="13171" y="73893"/>
                  <a:pt x="21766" y="34379"/>
                  <a:pt x="49671" y="6028"/>
                </a:cubicBezTo>
                <a:cubicBezTo>
                  <a:pt x="52574" y="3349"/>
                  <a:pt x="52574" y="2902"/>
                  <a:pt x="52574" y="2232"/>
                </a:cubicBezTo>
                <a:cubicBezTo>
                  <a:pt x="52574" y="670"/>
                  <a:pt x="51681" y="0"/>
                  <a:pt x="50341" y="0"/>
                </a:cubicBezTo>
                <a:cubicBezTo>
                  <a:pt x="47997" y="0"/>
                  <a:pt x="27682" y="15292"/>
                  <a:pt x="14288" y="44202"/>
                </a:cubicBezTo>
                <a:cubicBezTo>
                  <a:pt x="2679" y="69093"/>
                  <a:pt x="0" y="94208"/>
                  <a:pt x="0" y="113295"/>
                </a:cubicBezTo>
                <a:cubicBezTo>
                  <a:pt x="0" y="131043"/>
                  <a:pt x="2456" y="158502"/>
                  <a:pt x="14957" y="184063"/>
                </a:cubicBezTo>
                <a:cubicBezTo>
                  <a:pt x="28575" y="211968"/>
                  <a:pt x="47997" y="226702"/>
                  <a:pt x="50341" y="226702"/>
                </a:cubicBezTo>
                <a:cubicBezTo>
                  <a:pt x="51681" y="226702"/>
                  <a:pt x="52574" y="226033"/>
                  <a:pt x="52574" y="22447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72753-7D2B-48A5-927B-098D3B4C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5296" y="4130204"/>
            <a:ext cx="127695" cy="100682"/>
          </a:xfrm>
          <a:custGeom xmlns:a="http://schemas.openxmlformats.org/drawingml/2006/main">
            <a:pathLst>
              <a:path w="127695" h="100682">
                <a:moveTo>
                  <a:pt x="73447" y="44872"/>
                </a:moveTo>
                <a:lnTo>
                  <a:pt x="100012" y="15404"/>
                </a:lnTo>
                <a:cubicBezTo>
                  <a:pt x="103026" y="12278"/>
                  <a:pt x="104366" y="10716"/>
                  <a:pt x="123118" y="10716"/>
                </a:cubicBezTo>
                <a:lnTo>
                  <a:pt x="123118" y="0"/>
                </a:lnTo>
                <a:cubicBezTo>
                  <a:pt x="115193" y="447"/>
                  <a:pt x="103473" y="670"/>
                  <a:pt x="102245" y="670"/>
                </a:cubicBezTo>
                <a:cubicBezTo>
                  <a:pt x="96664" y="670"/>
                  <a:pt x="85279" y="223"/>
                  <a:pt x="78916" y="0"/>
                </a:cubicBezTo>
                <a:lnTo>
                  <a:pt x="78916" y="10716"/>
                </a:lnTo>
                <a:cubicBezTo>
                  <a:pt x="82153" y="10716"/>
                  <a:pt x="84832" y="11162"/>
                  <a:pt x="87511" y="12725"/>
                </a:cubicBezTo>
                <a:cubicBezTo>
                  <a:pt x="86618" y="14064"/>
                  <a:pt x="86618" y="14511"/>
                  <a:pt x="85725" y="15404"/>
                </a:cubicBezTo>
                <a:lnTo>
                  <a:pt x="66638" y="36723"/>
                </a:lnTo>
                <a:lnTo>
                  <a:pt x="44425" y="10716"/>
                </a:lnTo>
                <a:lnTo>
                  <a:pt x="53467" y="10716"/>
                </a:lnTo>
                <a:lnTo>
                  <a:pt x="53467" y="0"/>
                </a:lnTo>
                <a:cubicBezTo>
                  <a:pt x="47662" y="223"/>
                  <a:pt x="33375" y="670"/>
                  <a:pt x="26008" y="670"/>
                </a:cubicBezTo>
                <a:cubicBezTo>
                  <a:pt x="18752" y="670"/>
                  <a:pt x="8595" y="223"/>
                  <a:pt x="1116" y="0"/>
                </a:cubicBezTo>
                <a:lnTo>
                  <a:pt x="1116" y="10716"/>
                </a:lnTo>
                <a:lnTo>
                  <a:pt x="17301" y="10716"/>
                </a:lnTo>
                <a:lnTo>
                  <a:pt x="52574" y="52350"/>
                </a:lnTo>
                <a:lnTo>
                  <a:pt x="22882" y="85725"/>
                </a:lnTo>
                <a:cubicBezTo>
                  <a:pt x="18976" y="90078"/>
                  <a:pt x="10939" y="90078"/>
                  <a:pt x="0" y="90078"/>
                </a:cubicBezTo>
                <a:lnTo>
                  <a:pt x="0" y="100682"/>
                </a:lnTo>
                <a:cubicBezTo>
                  <a:pt x="7925" y="100236"/>
                  <a:pt x="19757" y="100012"/>
                  <a:pt x="20873" y="100012"/>
                </a:cubicBezTo>
                <a:cubicBezTo>
                  <a:pt x="26566" y="100012"/>
                  <a:pt x="39625" y="100459"/>
                  <a:pt x="44202" y="100682"/>
                </a:cubicBezTo>
                <a:lnTo>
                  <a:pt x="44202" y="90078"/>
                </a:lnTo>
                <a:cubicBezTo>
                  <a:pt x="40072" y="90078"/>
                  <a:pt x="35830" y="88962"/>
                  <a:pt x="35830" y="87511"/>
                </a:cubicBezTo>
                <a:cubicBezTo>
                  <a:pt x="35830" y="87288"/>
                  <a:pt x="35830" y="87064"/>
                  <a:pt x="37393" y="85279"/>
                </a:cubicBezTo>
                <a:lnTo>
                  <a:pt x="59382" y="60610"/>
                </a:lnTo>
                <a:lnTo>
                  <a:pt x="84386" y="90078"/>
                </a:lnTo>
                <a:lnTo>
                  <a:pt x="75568" y="90078"/>
                </a:lnTo>
                <a:lnTo>
                  <a:pt x="75568" y="100682"/>
                </a:lnTo>
                <a:cubicBezTo>
                  <a:pt x="81372" y="100459"/>
                  <a:pt x="95213" y="100012"/>
                  <a:pt x="102803" y="100012"/>
                </a:cubicBezTo>
                <a:cubicBezTo>
                  <a:pt x="110058" y="100012"/>
                  <a:pt x="120216" y="100459"/>
                  <a:pt x="127695" y="100682"/>
                </a:cubicBezTo>
                <a:lnTo>
                  <a:pt x="127695" y="90078"/>
                </a:lnTo>
                <a:lnTo>
                  <a:pt x="111509" y="90078"/>
                </a:lnTo>
                <a:lnTo>
                  <a:pt x="73447" y="44872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5C50FA-893B-49B9-AD6A-ADD80CD4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59333" y="4206887"/>
            <a:ext cx="26566" cy="67754"/>
          </a:xfrm>
          <a:custGeom xmlns:a="http://schemas.openxmlformats.org/drawingml/2006/main">
            <a:pathLst>
              <a:path w="26566" h="67754">
                <a:moveTo>
                  <a:pt x="26566" y="23775"/>
                </a:moveTo>
                <a:cubicBezTo>
                  <a:pt x="26566" y="8818"/>
                  <a:pt x="20873" y="0"/>
                  <a:pt x="12055" y="0"/>
                </a:cubicBezTo>
                <a:cubicBezTo>
                  <a:pt x="4465" y="0"/>
                  <a:pt x="0" y="5693"/>
                  <a:pt x="0" y="12055"/>
                </a:cubicBezTo>
                <a:cubicBezTo>
                  <a:pt x="0" y="18083"/>
                  <a:pt x="4465" y="23999"/>
                  <a:pt x="12055" y="23999"/>
                </a:cubicBezTo>
                <a:cubicBezTo>
                  <a:pt x="14734" y="23999"/>
                  <a:pt x="17636" y="23106"/>
                  <a:pt x="19980" y="21096"/>
                </a:cubicBezTo>
                <a:cubicBezTo>
                  <a:pt x="20650" y="20650"/>
                  <a:pt x="20873" y="20427"/>
                  <a:pt x="21096" y="20427"/>
                </a:cubicBezTo>
                <a:cubicBezTo>
                  <a:pt x="21320" y="20427"/>
                  <a:pt x="21543" y="20650"/>
                  <a:pt x="21543" y="23775"/>
                </a:cubicBezTo>
                <a:cubicBezTo>
                  <a:pt x="21543" y="40518"/>
                  <a:pt x="13618" y="54136"/>
                  <a:pt x="6139" y="61615"/>
                </a:cubicBezTo>
                <a:cubicBezTo>
                  <a:pt x="3572" y="64182"/>
                  <a:pt x="3572" y="64629"/>
                  <a:pt x="3572" y="65298"/>
                </a:cubicBezTo>
                <a:cubicBezTo>
                  <a:pt x="3572" y="66861"/>
                  <a:pt x="4688" y="67754"/>
                  <a:pt x="5916" y="67754"/>
                </a:cubicBezTo>
                <a:cubicBezTo>
                  <a:pt x="8372" y="67754"/>
                  <a:pt x="26566" y="50341"/>
                  <a:pt x="26566" y="23775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615F4C-A910-409A-8910-C38901BF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128195"/>
            <a:ext cx="151916" cy="104589"/>
          </a:xfrm>
          <a:custGeom xmlns:a="http://schemas.openxmlformats.org/drawingml/2006/main">
            <a:pathLst>
              <a:path w="151916" h="104589">
                <a:moveTo>
                  <a:pt x="77019" y="70991"/>
                </a:moveTo>
                <a:cubicBezTo>
                  <a:pt x="82711" y="60499"/>
                  <a:pt x="85948" y="49448"/>
                  <a:pt x="85948" y="45541"/>
                </a:cubicBezTo>
                <a:cubicBezTo>
                  <a:pt x="85948" y="40518"/>
                  <a:pt x="83158" y="35607"/>
                  <a:pt x="77353" y="35607"/>
                </a:cubicBezTo>
                <a:cubicBezTo>
                  <a:pt x="63178" y="35607"/>
                  <a:pt x="61615" y="59606"/>
                  <a:pt x="61392" y="65745"/>
                </a:cubicBezTo>
                <a:cubicBezTo>
                  <a:pt x="61168" y="69205"/>
                  <a:pt x="60945" y="69428"/>
                  <a:pt x="60722" y="69652"/>
                </a:cubicBezTo>
                <a:cubicBezTo>
                  <a:pt x="57373" y="73000"/>
                  <a:pt x="47551" y="79586"/>
                  <a:pt x="35607" y="79586"/>
                </a:cubicBezTo>
                <a:cubicBezTo>
                  <a:pt x="20650" y="79586"/>
                  <a:pt x="11943" y="69875"/>
                  <a:pt x="11943" y="57150"/>
                </a:cubicBezTo>
                <a:cubicBezTo>
                  <a:pt x="11943" y="50118"/>
                  <a:pt x="16073" y="33040"/>
                  <a:pt x="31700" y="11832"/>
                </a:cubicBezTo>
                <a:cubicBezTo>
                  <a:pt x="33710" y="9265"/>
                  <a:pt x="34268" y="8595"/>
                  <a:pt x="34268" y="6809"/>
                </a:cubicBezTo>
                <a:cubicBezTo>
                  <a:pt x="34268" y="4018"/>
                  <a:pt x="31924" y="2009"/>
                  <a:pt x="29468" y="2009"/>
                </a:cubicBezTo>
                <a:cubicBezTo>
                  <a:pt x="27236" y="2009"/>
                  <a:pt x="25784" y="3349"/>
                  <a:pt x="25561" y="3349"/>
                </a:cubicBezTo>
                <a:cubicBezTo>
                  <a:pt x="24445" y="4576"/>
                  <a:pt x="0" y="34156"/>
                  <a:pt x="0" y="66638"/>
                </a:cubicBezTo>
                <a:cubicBezTo>
                  <a:pt x="0" y="89520"/>
                  <a:pt x="11497" y="104589"/>
                  <a:pt x="30807" y="104589"/>
                </a:cubicBezTo>
                <a:cubicBezTo>
                  <a:pt x="46881" y="104589"/>
                  <a:pt x="59606" y="93650"/>
                  <a:pt x="64629" y="88181"/>
                </a:cubicBezTo>
                <a:cubicBezTo>
                  <a:pt x="67531" y="94990"/>
                  <a:pt x="74116" y="104589"/>
                  <a:pt x="89074" y="104589"/>
                </a:cubicBezTo>
                <a:cubicBezTo>
                  <a:pt x="108607" y="104589"/>
                  <a:pt x="126020" y="90301"/>
                  <a:pt x="136066" y="74786"/>
                </a:cubicBezTo>
                <a:cubicBezTo>
                  <a:pt x="149907" y="53243"/>
                  <a:pt x="151916" y="24222"/>
                  <a:pt x="151916" y="21096"/>
                </a:cubicBezTo>
                <a:cubicBezTo>
                  <a:pt x="151916" y="3572"/>
                  <a:pt x="141424" y="0"/>
                  <a:pt x="136736" y="0"/>
                </a:cubicBezTo>
                <a:cubicBezTo>
                  <a:pt x="128141" y="0"/>
                  <a:pt x="119435" y="9041"/>
                  <a:pt x="119435" y="17190"/>
                </a:cubicBezTo>
                <a:cubicBezTo>
                  <a:pt x="119435" y="23106"/>
                  <a:pt x="123788" y="25896"/>
                  <a:pt x="126020" y="27682"/>
                </a:cubicBezTo>
                <a:cubicBezTo>
                  <a:pt x="131936" y="31477"/>
                  <a:pt x="136959" y="36947"/>
                  <a:pt x="136959" y="44202"/>
                </a:cubicBezTo>
                <a:cubicBezTo>
                  <a:pt x="136959" y="59159"/>
                  <a:pt x="117425" y="79586"/>
                  <a:pt x="93873" y="79586"/>
                </a:cubicBezTo>
                <a:cubicBezTo>
                  <a:pt x="87288" y="79586"/>
                  <a:pt x="81149" y="77800"/>
                  <a:pt x="77019" y="70991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585DB-299D-4471-BD5A-264951B4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4341" y="4156546"/>
            <a:ext cx="37616" cy="108496"/>
          </a:xfrm>
          <a:custGeom xmlns:a="http://schemas.openxmlformats.org/drawingml/2006/main">
            <a:pathLst>
              <a:path w="37616" h="108496">
                <a:moveTo>
                  <a:pt x="25226" y="35495"/>
                </a:moveTo>
                <a:lnTo>
                  <a:pt x="558" y="44202"/>
                </a:lnTo>
                <a:lnTo>
                  <a:pt x="558" y="46546"/>
                </a:lnTo>
                <a:lnTo>
                  <a:pt x="1898" y="46434"/>
                </a:lnTo>
                <a:cubicBezTo>
                  <a:pt x="3795" y="46100"/>
                  <a:pt x="5804" y="45988"/>
                  <a:pt x="7255" y="45988"/>
                </a:cubicBezTo>
                <a:cubicBezTo>
                  <a:pt x="11050" y="45988"/>
                  <a:pt x="12502" y="48444"/>
                  <a:pt x="12502" y="55476"/>
                </a:cubicBezTo>
                <a:lnTo>
                  <a:pt x="12502" y="92311"/>
                </a:lnTo>
                <a:cubicBezTo>
                  <a:pt x="12502" y="103808"/>
                  <a:pt x="10939" y="105482"/>
                  <a:pt x="0" y="106152"/>
                </a:cubicBezTo>
                <a:lnTo>
                  <a:pt x="0" y="108496"/>
                </a:lnTo>
                <a:lnTo>
                  <a:pt x="37616" y="108496"/>
                </a:lnTo>
                <a:lnTo>
                  <a:pt x="37616" y="106152"/>
                </a:lnTo>
                <a:cubicBezTo>
                  <a:pt x="27124" y="105370"/>
                  <a:pt x="25896" y="103808"/>
                  <a:pt x="25896" y="92311"/>
                </a:cubicBezTo>
                <a:lnTo>
                  <a:pt x="25896" y="35942"/>
                </a:lnTo>
                <a:lnTo>
                  <a:pt x="25226" y="35495"/>
                </a:lnTo>
                <a:close/>
                <a:moveTo>
                  <a:pt x="17748" y="0"/>
                </a:moveTo>
                <a:cubicBezTo>
                  <a:pt x="13506" y="0"/>
                  <a:pt x="9823" y="3683"/>
                  <a:pt x="9823" y="8148"/>
                </a:cubicBezTo>
                <a:cubicBezTo>
                  <a:pt x="9823" y="12613"/>
                  <a:pt x="13283" y="16297"/>
                  <a:pt x="17748" y="16297"/>
                </a:cubicBezTo>
                <a:cubicBezTo>
                  <a:pt x="22324" y="16297"/>
                  <a:pt x="26008" y="12725"/>
                  <a:pt x="26008" y="8148"/>
                </a:cubicBezTo>
                <a:cubicBezTo>
                  <a:pt x="26008" y="3683"/>
                  <a:pt x="22324" y="0"/>
                  <a:pt x="17748" y="0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76B8F-DD1F-4C81-87FA-803BAE6B1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235" y="4206887"/>
            <a:ext cx="26566" cy="67754"/>
          </a:xfrm>
          <a:custGeom xmlns:a="http://schemas.openxmlformats.org/drawingml/2006/main">
            <a:pathLst>
              <a:path w="26566" h="67754">
                <a:moveTo>
                  <a:pt x="26566" y="23775"/>
                </a:moveTo>
                <a:cubicBezTo>
                  <a:pt x="26566" y="8818"/>
                  <a:pt x="20873" y="0"/>
                  <a:pt x="11943" y="0"/>
                </a:cubicBezTo>
                <a:cubicBezTo>
                  <a:pt x="4465" y="0"/>
                  <a:pt x="0" y="5693"/>
                  <a:pt x="0" y="12055"/>
                </a:cubicBezTo>
                <a:cubicBezTo>
                  <a:pt x="0" y="18083"/>
                  <a:pt x="4465" y="23999"/>
                  <a:pt x="11943" y="23999"/>
                </a:cubicBezTo>
                <a:cubicBezTo>
                  <a:pt x="14734" y="23999"/>
                  <a:pt x="17636" y="23106"/>
                  <a:pt x="19869" y="21096"/>
                </a:cubicBezTo>
                <a:cubicBezTo>
                  <a:pt x="20650" y="20650"/>
                  <a:pt x="20873" y="20427"/>
                  <a:pt x="21096" y="20427"/>
                </a:cubicBezTo>
                <a:cubicBezTo>
                  <a:pt x="21320" y="20427"/>
                  <a:pt x="21543" y="20650"/>
                  <a:pt x="21543" y="23775"/>
                </a:cubicBezTo>
                <a:cubicBezTo>
                  <a:pt x="21543" y="40518"/>
                  <a:pt x="13618" y="54136"/>
                  <a:pt x="6139" y="61615"/>
                </a:cubicBezTo>
                <a:cubicBezTo>
                  <a:pt x="3572" y="64182"/>
                  <a:pt x="3572" y="64629"/>
                  <a:pt x="3572" y="65298"/>
                </a:cubicBezTo>
                <a:cubicBezTo>
                  <a:pt x="3572" y="66861"/>
                  <a:pt x="4688" y="67754"/>
                  <a:pt x="5916" y="67754"/>
                </a:cubicBezTo>
                <a:cubicBezTo>
                  <a:pt x="8372" y="67754"/>
                  <a:pt x="26566" y="50341"/>
                  <a:pt x="26566" y="23775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68B502-F65F-4588-A1F1-AA3BEDC8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4518" y="4133217"/>
            <a:ext cx="109724" cy="100459"/>
          </a:xfrm>
          <a:custGeom xmlns:a="http://schemas.openxmlformats.org/drawingml/2006/main">
            <a:pathLst>
              <a:path w="109724" h="100459">
                <a:moveTo>
                  <a:pt x="60499" y="13060"/>
                </a:moveTo>
                <a:lnTo>
                  <a:pt x="98561" y="13060"/>
                </a:lnTo>
                <a:cubicBezTo>
                  <a:pt x="101575" y="13060"/>
                  <a:pt x="109724" y="13060"/>
                  <a:pt x="109724" y="5358"/>
                </a:cubicBezTo>
                <a:cubicBezTo>
                  <a:pt x="109724" y="0"/>
                  <a:pt x="104924" y="0"/>
                  <a:pt x="100682" y="0"/>
                </a:cubicBezTo>
                <a:lnTo>
                  <a:pt x="37170" y="0"/>
                </a:lnTo>
                <a:cubicBezTo>
                  <a:pt x="32593" y="0"/>
                  <a:pt x="23775" y="0"/>
                  <a:pt x="13841" y="10604"/>
                </a:cubicBezTo>
                <a:cubicBezTo>
                  <a:pt x="6251" y="18752"/>
                  <a:pt x="0" y="29691"/>
                  <a:pt x="0" y="31031"/>
                </a:cubicBezTo>
                <a:cubicBezTo>
                  <a:pt x="0" y="31254"/>
                  <a:pt x="0" y="33263"/>
                  <a:pt x="2679" y="33263"/>
                </a:cubicBezTo>
                <a:cubicBezTo>
                  <a:pt x="4576" y="33263"/>
                  <a:pt x="4911" y="32370"/>
                  <a:pt x="6251" y="30584"/>
                </a:cubicBezTo>
                <a:cubicBezTo>
                  <a:pt x="17413" y="13060"/>
                  <a:pt x="30361" y="13060"/>
                  <a:pt x="35161" y="13060"/>
                </a:cubicBezTo>
                <a:lnTo>
                  <a:pt x="53913" y="13060"/>
                </a:lnTo>
                <a:lnTo>
                  <a:pt x="31700" y="85948"/>
                </a:lnTo>
                <a:cubicBezTo>
                  <a:pt x="30807" y="88627"/>
                  <a:pt x="29468" y="93427"/>
                  <a:pt x="29468" y="94320"/>
                </a:cubicBezTo>
                <a:cubicBezTo>
                  <a:pt x="29468" y="96775"/>
                  <a:pt x="31031" y="100459"/>
                  <a:pt x="36054" y="100459"/>
                </a:cubicBezTo>
                <a:cubicBezTo>
                  <a:pt x="43421" y="100459"/>
                  <a:pt x="44648" y="94097"/>
                  <a:pt x="45318" y="90636"/>
                </a:cubicBezTo>
                <a:lnTo>
                  <a:pt x="60499" y="13060"/>
                </a:ln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8151C-42DB-438F-8B0E-54E53CD5B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6565" y="4060887"/>
            <a:ext cx="52574" cy="226702"/>
          </a:xfrm>
          <a:custGeom xmlns:a="http://schemas.openxmlformats.org/drawingml/2006/main">
            <a:pathLst>
              <a:path w="52574" h="226702">
                <a:moveTo>
                  <a:pt x="52574" y="113295"/>
                </a:moveTo>
                <a:cubicBezTo>
                  <a:pt x="52574" y="95659"/>
                  <a:pt x="50118" y="68200"/>
                  <a:pt x="37616" y="42528"/>
                </a:cubicBezTo>
                <a:cubicBezTo>
                  <a:pt x="23999" y="14622"/>
                  <a:pt x="4576" y="0"/>
                  <a:pt x="2232" y="0"/>
                </a:cubicBezTo>
                <a:cubicBezTo>
                  <a:pt x="893" y="0"/>
                  <a:pt x="0" y="893"/>
                  <a:pt x="0" y="2232"/>
                </a:cubicBezTo>
                <a:cubicBezTo>
                  <a:pt x="0" y="2902"/>
                  <a:pt x="0" y="3349"/>
                  <a:pt x="4242" y="7479"/>
                </a:cubicBezTo>
                <a:cubicBezTo>
                  <a:pt x="26454" y="29803"/>
                  <a:pt x="39514" y="65968"/>
                  <a:pt x="39514" y="113295"/>
                </a:cubicBezTo>
                <a:cubicBezTo>
                  <a:pt x="39514" y="152140"/>
                  <a:pt x="31031" y="191988"/>
                  <a:pt x="2902" y="220563"/>
                </a:cubicBezTo>
                <a:cubicBezTo>
                  <a:pt x="0" y="223354"/>
                  <a:pt x="0" y="223800"/>
                  <a:pt x="0" y="224470"/>
                </a:cubicBezTo>
                <a:cubicBezTo>
                  <a:pt x="0" y="225809"/>
                  <a:pt x="893" y="226702"/>
                  <a:pt x="2232" y="226702"/>
                </a:cubicBezTo>
                <a:cubicBezTo>
                  <a:pt x="4576" y="226702"/>
                  <a:pt x="24892" y="211299"/>
                  <a:pt x="38286" y="182500"/>
                </a:cubicBezTo>
                <a:cubicBezTo>
                  <a:pt x="49895" y="157609"/>
                  <a:pt x="52574" y="132383"/>
                  <a:pt x="52574" y="113295"/>
                </a:cubicBezTo>
              </a:path>
            </a:pathLst>
          </a:custGeom>
          <a:solidFill xmlns:a="http://schemas.openxmlformats.org/drawingml/2006/main">
            <a:srgbClr val="08306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5FA506-5C33-444D-A47F-D1C968F8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8325" y="101129"/>
            <a:ext cx="154372" cy="174464"/>
          </a:xfrm>
          <a:custGeom xmlns:a="http://schemas.openxmlformats.org/drawingml/2006/main">
            <a:pathLst>
              <a:path w="154372" h="174464">
                <a:moveTo>
                  <a:pt x="85613" y="19869"/>
                </a:moveTo>
                <a:cubicBezTo>
                  <a:pt x="87957" y="10716"/>
                  <a:pt x="88739" y="7925"/>
                  <a:pt x="112737" y="7925"/>
                </a:cubicBezTo>
                <a:cubicBezTo>
                  <a:pt x="120439" y="7925"/>
                  <a:pt x="122448" y="7925"/>
                  <a:pt x="122448" y="3014"/>
                </a:cubicBezTo>
                <a:cubicBezTo>
                  <a:pt x="122448" y="0"/>
                  <a:pt x="119658" y="0"/>
                  <a:pt x="118318" y="0"/>
                </a:cubicBezTo>
                <a:cubicBezTo>
                  <a:pt x="109947" y="0"/>
                  <a:pt x="88962" y="670"/>
                  <a:pt x="80590" y="670"/>
                </a:cubicBezTo>
                <a:cubicBezTo>
                  <a:pt x="72889" y="670"/>
                  <a:pt x="54248" y="0"/>
                  <a:pt x="46546" y="0"/>
                </a:cubicBezTo>
                <a:cubicBezTo>
                  <a:pt x="44760" y="0"/>
                  <a:pt x="41746" y="0"/>
                  <a:pt x="41746" y="5135"/>
                </a:cubicBezTo>
                <a:cubicBezTo>
                  <a:pt x="41746" y="7925"/>
                  <a:pt x="43979" y="7925"/>
                  <a:pt x="48890" y="7925"/>
                </a:cubicBezTo>
                <a:cubicBezTo>
                  <a:pt x="49337" y="7925"/>
                  <a:pt x="54248" y="7925"/>
                  <a:pt x="58601" y="8372"/>
                </a:cubicBezTo>
                <a:cubicBezTo>
                  <a:pt x="63178" y="8930"/>
                  <a:pt x="65410" y="9153"/>
                  <a:pt x="65410" y="12502"/>
                </a:cubicBezTo>
                <a:cubicBezTo>
                  <a:pt x="65410" y="13506"/>
                  <a:pt x="65187" y="14287"/>
                  <a:pt x="64405" y="17301"/>
                </a:cubicBezTo>
                <a:lnTo>
                  <a:pt x="30249" y="154484"/>
                </a:lnTo>
                <a:cubicBezTo>
                  <a:pt x="27682" y="164530"/>
                  <a:pt x="27124" y="166539"/>
                  <a:pt x="6920" y="166539"/>
                </a:cubicBezTo>
                <a:cubicBezTo>
                  <a:pt x="2567" y="166539"/>
                  <a:pt x="0" y="166539"/>
                  <a:pt x="0" y="171673"/>
                </a:cubicBezTo>
                <a:cubicBezTo>
                  <a:pt x="0" y="174464"/>
                  <a:pt x="2344" y="174464"/>
                  <a:pt x="6920" y="174464"/>
                </a:cubicBezTo>
                <a:lnTo>
                  <a:pt x="125239" y="174464"/>
                </a:lnTo>
                <a:cubicBezTo>
                  <a:pt x="131378" y="174464"/>
                  <a:pt x="131601" y="174464"/>
                  <a:pt x="133164" y="170111"/>
                </a:cubicBezTo>
                <a:lnTo>
                  <a:pt x="153367" y="114970"/>
                </a:lnTo>
                <a:cubicBezTo>
                  <a:pt x="154372" y="112179"/>
                  <a:pt x="154372" y="111621"/>
                  <a:pt x="154372" y="111398"/>
                </a:cubicBezTo>
                <a:cubicBezTo>
                  <a:pt x="154372" y="110393"/>
                  <a:pt x="153591" y="108496"/>
                  <a:pt x="151358" y="108496"/>
                </a:cubicBezTo>
                <a:cubicBezTo>
                  <a:pt x="149014" y="108496"/>
                  <a:pt x="148679" y="109835"/>
                  <a:pt x="146893" y="113854"/>
                </a:cubicBezTo>
                <a:cubicBezTo>
                  <a:pt x="138299" y="137406"/>
                  <a:pt x="127025" y="166539"/>
                  <a:pt x="82823" y="166539"/>
                </a:cubicBezTo>
                <a:lnTo>
                  <a:pt x="58824" y="166539"/>
                </a:lnTo>
                <a:cubicBezTo>
                  <a:pt x="55252" y="166539"/>
                  <a:pt x="54694" y="166539"/>
                  <a:pt x="53132" y="166204"/>
                </a:cubicBezTo>
                <a:cubicBezTo>
                  <a:pt x="50676" y="165981"/>
                  <a:pt x="49895" y="165757"/>
                  <a:pt x="49895" y="163748"/>
                </a:cubicBezTo>
                <a:cubicBezTo>
                  <a:pt x="49895" y="162967"/>
                  <a:pt x="49895" y="162409"/>
                  <a:pt x="51122" y="157832"/>
                </a:cubicBezTo>
                <a:lnTo>
                  <a:pt x="85613" y="19869"/>
                </a:ln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05400B-473C-4BE9-A83C-D1E1282A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7765" y="190537"/>
            <a:ext cx="42416" cy="122113"/>
          </a:xfrm>
          <a:custGeom xmlns:a="http://schemas.openxmlformats.org/drawingml/2006/main">
            <a:pathLst>
              <a:path w="42416" h="122113">
                <a:moveTo>
                  <a:pt x="28463" y="39849"/>
                </a:moveTo>
                <a:lnTo>
                  <a:pt x="781" y="49671"/>
                </a:lnTo>
                <a:lnTo>
                  <a:pt x="781" y="52350"/>
                </a:lnTo>
                <a:lnTo>
                  <a:pt x="2121" y="52127"/>
                </a:lnTo>
                <a:cubicBezTo>
                  <a:pt x="4353" y="51792"/>
                  <a:pt x="6697" y="51569"/>
                  <a:pt x="8260" y="51569"/>
                </a:cubicBezTo>
                <a:cubicBezTo>
                  <a:pt x="12502" y="51569"/>
                  <a:pt x="14176" y="54471"/>
                  <a:pt x="14176" y="62396"/>
                </a:cubicBezTo>
                <a:lnTo>
                  <a:pt x="14176" y="103808"/>
                </a:lnTo>
                <a:cubicBezTo>
                  <a:pt x="14176" y="116644"/>
                  <a:pt x="12390" y="118653"/>
                  <a:pt x="0" y="119435"/>
                </a:cubicBezTo>
                <a:lnTo>
                  <a:pt x="0" y="122113"/>
                </a:lnTo>
                <a:lnTo>
                  <a:pt x="42416" y="122113"/>
                </a:lnTo>
                <a:lnTo>
                  <a:pt x="42416" y="119435"/>
                </a:lnTo>
                <a:cubicBezTo>
                  <a:pt x="30584" y="118542"/>
                  <a:pt x="29133" y="116644"/>
                  <a:pt x="29133" y="103808"/>
                </a:cubicBezTo>
                <a:lnTo>
                  <a:pt x="29133" y="40407"/>
                </a:lnTo>
                <a:lnTo>
                  <a:pt x="28463" y="39849"/>
                </a:lnTo>
                <a:close/>
                <a:moveTo>
                  <a:pt x="19980" y="0"/>
                </a:moveTo>
                <a:cubicBezTo>
                  <a:pt x="15180" y="0"/>
                  <a:pt x="11050" y="4130"/>
                  <a:pt x="11050" y="9041"/>
                </a:cubicBezTo>
                <a:cubicBezTo>
                  <a:pt x="11050" y="14176"/>
                  <a:pt x="15069" y="18194"/>
                  <a:pt x="19980" y="18194"/>
                </a:cubicBezTo>
                <a:cubicBezTo>
                  <a:pt x="25226" y="18194"/>
                  <a:pt x="29356" y="14288"/>
                  <a:pt x="29356" y="9041"/>
                </a:cubicBezTo>
                <a:cubicBezTo>
                  <a:pt x="29356" y="4130"/>
                  <a:pt x="25226" y="0"/>
                  <a:pt x="19980" y="0"/>
                </a:cubicBezTo>
              </a:path>
            </a:pathLst>
          </a:custGeom>
          <a:solidFill xmlns:a="http://schemas.openxmlformats.org/drawingml/2006/main">
            <a:srgbClr val="0093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2095893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2026-09-05T18:10:20.8790000Z</dcterms:created>
  <dcterms:modified xsi:type="dcterms:W3CDTF">2026-09-05T18:10:20.8790000Z</dcterms:modified>
</coreProperties>
</file>