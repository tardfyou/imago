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811579376f49f1" /><Relationship Type="http://schemas.openxmlformats.org/officeDocument/2006/relationships/extended-properties" Target="/docProps/app.xml" Id="Rbd89dcddea6c4c3c" /><Relationship Type="http://schemas.openxmlformats.org/officeDocument/2006/relationships/officeDocument" Target="/ppt/presentation.xml" Id="Re372c601f92442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eb7e233e3b4d64"/>
  </p:sldMasterIdLst>
  <p:notesMasterIdLst>
    <p:notesMasterId xmlns:r="http://schemas.openxmlformats.org/officeDocument/2006/relationships" r:id="R9c3158ce6ba04b76"/>
  </p:notesMasterIdLst>
  <p:sldIdLst>
    <p:sldId xmlns:r="http://schemas.openxmlformats.org/officeDocument/2006/relationships" id="256" r:id="R09667ed15bc24394"/>
  </p:sldIdLst>
  <p:sldSz cx="6286500" cy="8401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38173463a04586" /><Relationship Type="http://schemas.openxmlformats.org/officeDocument/2006/relationships/slideMaster" Target="/ppt/slideMasters/slideMaster1.xml" Id="R05eb7e233e3b4d64" /><Relationship Type="http://schemas.openxmlformats.org/officeDocument/2006/relationships/notesMaster" Target="/ppt/notesMasters/notesMaster1.xml" Id="R9c3158ce6ba04b76" /><Relationship Type="http://schemas.openxmlformats.org/officeDocument/2006/relationships/presProps" Target="/ppt/presProps.xml" Id="R7ff9da85affe487d" /><Relationship Type="http://schemas.openxmlformats.org/officeDocument/2006/relationships/tableStyles" Target="/ppt/tableStyles.xml" Id="R7837eb94be7249be" /><Relationship Type="http://schemas.openxmlformats.org/officeDocument/2006/relationships/slide" Target="/ppt/slides/slide1.xml" Id="R09667ed15bc243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5f5a60f76d44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1fbdee66034022" /><Relationship Type="http://schemas.openxmlformats.org/officeDocument/2006/relationships/notesMaster" Target="/ppt/notesMasters/notesMaster1.xml" Id="R1cdc1027fadd44f7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素材ID：AI-036</ns1:t>
            </ns1:r>
          </ns1:p>
          <ns1:p>
            <ns1:r>
              <ns1:t>论文：VeriTaS: The First Dynamic Benchmark for Multimodal Automated Fact-Checking</ns1:t>
            </ns1:r>
          </ns1:p>
          <ns1:p>
            <ns1:r>
              <ns1:t>会议：ACL 2026</ns1:t>
            </ns1:r>
          </ns1:p>
          <ns1:p>
            <ns1:r>
              <ns1:t>奖项：Best Resource Paper</ns1:t>
            </ns1:r>
          </ns1:p>
          <ns1:p>
            <ns1:r>
              <ns1:t>图号：Figure 3，PDF第5页</ns1:t>
            </ns1:r>
          </ns1:p>
          <ns1:p>
            <ns1:r>
              <ns1:t>类型：方法细节</ns1:t>
            </ns1:r>
          </ns1:p>
          <ns1:p>
            <ns1:r>
              <ns1:t>借鉴点：按完整性、上下文覆盖、真实性、含义和媒体真伪逐级分支，输出成对正负判定。</ns1:t>
            </ns1:r>
          </ns1:p>
          <ns1:p>
            <ns1:r>
              <ns1:t>论文URL：https://aclanthology.org/2026.acl-long.1948/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dbfadafbfd4f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ef4c0d579d49c3" /><Relationship Type="http://schemas.openxmlformats.org/officeDocument/2006/relationships/slideLayout" Target="/ppt/slideLayouts/slideLayout1.xml" Id="R75d4301cf15a4a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d4301cf15a4a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049e8c4df4e13" /><Relationship Type="http://schemas.openxmlformats.org/officeDocument/2006/relationships/image" Target="/ppt/media/image.png" Id="R9716ec2916fb4f9e" /><Relationship Type="http://schemas.openxmlformats.org/officeDocument/2006/relationships/image" Target="/ppt/media/image2.png" Id="R2e9ab9165ecf46ef" /><Relationship Type="http://schemas.openxmlformats.org/officeDocument/2006/relationships/image" Target="/ppt/media/image3.png" Id="R894fc5af6dab4b40" /><Relationship Type="http://schemas.openxmlformats.org/officeDocument/2006/relationships/image" Target="/ppt/media/image4.png" Id="R9ccc185fdd304bff" /><Relationship Type="http://schemas.openxmlformats.org/officeDocument/2006/relationships/image" Target="/ppt/media/image5.png" Id="Ra5b619919f904569" /><Relationship Type="http://schemas.openxmlformats.org/officeDocument/2006/relationships/notesSlide" Target="/ppt/notesSlides/notesSlide1.xml" Id="R0a5d7fe3ac6449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DDAFA-CBC2-4293-A7BB-3E81097A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016" y="7594998"/>
            <a:ext cx="1545415" cy="616266"/>
          </a:xfrm>
          <a:custGeom xmlns:a="http://schemas.openxmlformats.org/drawingml/2006/main">
            <a:pathLst>
              <a:path w="1545415" h="616266">
                <a:moveTo>
                  <a:pt x="1545415" y="82105"/>
                </a:moveTo>
                <a:lnTo>
                  <a:pt x="1545415" y="534160"/>
                </a:lnTo>
                <a:cubicBezTo>
                  <a:pt x="1545415" y="579476"/>
                  <a:pt x="1508637" y="616266"/>
                  <a:pt x="1463312" y="616266"/>
                </a:cubicBezTo>
                <a:lnTo>
                  <a:pt x="82105" y="616266"/>
                </a:lnTo>
                <a:cubicBezTo>
                  <a:pt x="36791" y="616266"/>
                  <a:pt x="0" y="579476"/>
                  <a:pt x="0" y="534160"/>
                </a:cubicBezTo>
                <a:lnTo>
                  <a:pt x="0" y="82105"/>
                </a:lnTo>
                <a:cubicBezTo>
                  <a:pt x="0" y="36791"/>
                  <a:pt x="36791" y="0"/>
                  <a:pt x="82105" y="0"/>
                </a:cubicBezTo>
                <a:lnTo>
                  <a:pt x="1463312" y="0"/>
                </a:lnTo>
                <a:cubicBezTo>
                  <a:pt x="1508637" y="0"/>
                  <a:pt x="1545415" y="36791"/>
                  <a:pt x="1545415" y="82105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6ec2916fb4f9e"/>
          <a:stretch xmlns:a="http://schemas.openxmlformats.org/drawingml/2006/main"/>
        </p:blipFill>
        <p:spPr>
          <a:xfrm xmlns:a="http://schemas.openxmlformats.org/drawingml/2006/main">
            <a:off x="1961269" y="6804398"/>
            <a:ext cx="1190156" cy="1185525"/>
          </a:xfrm>
          <a:prstGeom xmlns:a="http://schemas.openxmlformats.org/drawingml/2006/main" prst="rect">
            <a:avLst/>
          </a:prstGeom>
        </p:spPr>
      </p:pic>
      <p:sp>
        <p:nvSpPr>
          <p:cNvPr id="3" name="Text MEDIA">
            <a:extLst xmlns:a="http://schemas.openxmlformats.org/drawingml/2006/main">
              <a:ext uri="{FF2B5EF4-FFF2-40B4-BE49-F238E27FC236}">
                <a16:creationId xmlns:a16="http://schemas.microsoft.com/office/drawing/2014/main" id="{D5ECFDF0-F7FC-444C-BDDC-4E48B446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903" y="7684913"/>
            <a:ext cx="410126" cy="82873"/>
          </a:xfrm>
          <a:custGeom xmlns:a="http://schemas.openxmlformats.org/drawingml/2006/main">
            <a:pathLst>
              <a:path w="410126" h="82873">
                <a:moveTo>
                  <a:pt x="0" y="0"/>
                </a:moveTo>
                <a:lnTo>
                  <a:pt x="33692" y="0"/>
                </a:lnTo>
                <a:lnTo>
                  <a:pt x="46694" y="50425"/>
                </a:lnTo>
                <a:lnTo>
                  <a:pt x="59639" y="0"/>
                </a:lnTo>
                <a:lnTo>
                  <a:pt x="93218" y="0"/>
                </a:lnTo>
                <a:lnTo>
                  <a:pt x="93218" y="82873"/>
                </a:lnTo>
                <a:lnTo>
                  <a:pt x="72302" y="82873"/>
                </a:lnTo>
                <a:lnTo>
                  <a:pt x="72302" y="19673"/>
                </a:lnTo>
                <a:lnTo>
                  <a:pt x="56078" y="82873"/>
                </a:lnTo>
                <a:lnTo>
                  <a:pt x="37140" y="82873"/>
                </a:lnTo>
                <a:lnTo>
                  <a:pt x="20973" y="19673"/>
                </a:lnTo>
                <a:lnTo>
                  <a:pt x="20973" y="82873"/>
                </a:lnTo>
                <a:lnTo>
                  <a:pt x="0" y="82873"/>
                </a:lnTo>
                <a:lnTo>
                  <a:pt x="0" y="0"/>
                </a:lnTo>
                <a:close/>
                <a:moveTo>
                  <a:pt x="109494" y="0"/>
                </a:moveTo>
                <a:lnTo>
                  <a:pt x="178121" y="0"/>
                </a:lnTo>
                <a:lnTo>
                  <a:pt x="178121" y="17750"/>
                </a:lnTo>
                <a:lnTo>
                  <a:pt x="135158" y="17750"/>
                </a:lnTo>
                <a:lnTo>
                  <a:pt x="135158" y="30866"/>
                </a:lnTo>
                <a:lnTo>
                  <a:pt x="175012" y="30866"/>
                </a:lnTo>
                <a:lnTo>
                  <a:pt x="175012" y="47825"/>
                </a:lnTo>
                <a:lnTo>
                  <a:pt x="135158" y="47825"/>
                </a:lnTo>
                <a:lnTo>
                  <a:pt x="135158" y="64105"/>
                </a:lnTo>
                <a:lnTo>
                  <a:pt x="179365" y="64105"/>
                </a:lnTo>
                <a:lnTo>
                  <a:pt x="179365" y="82873"/>
                </a:lnTo>
                <a:lnTo>
                  <a:pt x="109494" y="82873"/>
                </a:lnTo>
                <a:lnTo>
                  <a:pt x="109494" y="0"/>
                </a:lnTo>
                <a:close/>
                <a:moveTo>
                  <a:pt x="193501" y="0"/>
                </a:moveTo>
                <a:lnTo>
                  <a:pt x="231546" y="0"/>
                </a:lnTo>
                <a:cubicBezTo>
                  <a:pt x="239046" y="0"/>
                  <a:pt x="245104" y="1018"/>
                  <a:pt x="249720" y="3053"/>
                </a:cubicBezTo>
                <a:cubicBezTo>
                  <a:pt x="254337" y="5088"/>
                  <a:pt x="258153" y="8008"/>
                  <a:pt x="261168" y="11815"/>
                </a:cubicBezTo>
                <a:cubicBezTo>
                  <a:pt x="264183" y="15621"/>
                  <a:pt x="266369" y="20049"/>
                  <a:pt x="267725" y="25099"/>
                </a:cubicBezTo>
                <a:cubicBezTo>
                  <a:pt x="269082" y="30149"/>
                  <a:pt x="269760" y="35501"/>
                  <a:pt x="269760" y="41154"/>
                </a:cubicBezTo>
                <a:cubicBezTo>
                  <a:pt x="269760" y="50010"/>
                  <a:pt x="268752" y="56879"/>
                  <a:pt x="266736" y="61759"/>
                </a:cubicBezTo>
                <a:cubicBezTo>
                  <a:pt x="264720" y="66640"/>
                  <a:pt x="261922" y="70729"/>
                  <a:pt x="258341" y="74026"/>
                </a:cubicBezTo>
                <a:cubicBezTo>
                  <a:pt x="254761" y="77324"/>
                  <a:pt x="250917" y="79519"/>
                  <a:pt x="246809" y="80612"/>
                </a:cubicBezTo>
                <a:cubicBezTo>
                  <a:pt x="241194" y="82120"/>
                  <a:pt x="236106" y="82873"/>
                  <a:pt x="231546" y="82873"/>
                </a:cubicBezTo>
                <a:lnTo>
                  <a:pt x="193501" y="82873"/>
                </a:lnTo>
                <a:lnTo>
                  <a:pt x="193501" y="0"/>
                </a:lnTo>
                <a:moveTo>
                  <a:pt x="219109" y="18768"/>
                </a:moveTo>
                <a:lnTo>
                  <a:pt x="219109" y="63992"/>
                </a:lnTo>
                <a:lnTo>
                  <a:pt x="225384" y="63992"/>
                </a:lnTo>
                <a:cubicBezTo>
                  <a:pt x="230736" y="63992"/>
                  <a:pt x="234542" y="63400"/>
                  <a:pt x="236803" y="62215"/>
                </a:cubicBezTo>
                <a:cubicBezTo>
                  <a:pt x="239065" y="61029"/>
                  <a:pt x="240836" y="58959"/>
                  <a:pt x="242117" y="56004"/>
                </a:cubicBezTo>
                <a:cubicBezTo>
                  <a:pt x="243399" y="53049"/>
                  <a:pt x="244039" y="48259"/>
                  <a:pt x="244039" y="41635"/>
                </a:cubicBezTo>
                <a:cubicBezTo>
                  <a:pt x="244039" y="32864"/>
                  <a:pt x="242607" y="26861"/>
                  <a:pt x="239743" y="23624"/>
                </a:cubicBezTo>
                <a:cubicBezTo>
                  <a:pt x="236879" y="20387"/>
                  <a:pt x="232130" y="18768"/>
                  <a:pt x="225497" y="18768"/>
                </a:cubicBezTo>
                <a:lnTo>
                  <a:pt x="219109" y="18768"/>
                </a:lnTo>
                <a:close/>
                <a:moveTo>
                  <a:pt x="284229" y="0"/>
                </a:moveTo>
                <a:lnTo>
                  <a:pt x="309893" y="0"/>
                </a:lnTo>
                <a:lnTo>
                  <a:pt x="309893" y="82873"/>
                </a:lnTo>
                <a:lnTo>
                  <a:pt x="284229" y="82873"/>
                </a:lnTo>
                <a:lnTo>
                  <a:pt x="284229" y="0"/>
                </a:lnTo>
                <a:close/>
                <a:moveTo>
                  <a:pt x="379261" y="69193"/>
                </a:moveTo>
                <a:lnTo>
                  <a:pt x="350091" y="69193"/>
                </a:lnTo>
                <a:lnTo>
                  <a:pt x="346077" y="82873"/>
                </a:lnTo>
                <a:lnTo>
                  <a:pt x="319904" y="82873"/>
                </a:lnTo>
                <a:lnTo>
                  <a:pt x="351052" y="0"/>
                </a:lnTo>
                <a:lnTo>
                  <a:pt x="378978" y="0"/>
                </a:lnTo>
                <a:lnTo>
                  <a:pt x="410126" y="82873"/>
                </a:lnTo>
                <a:lnTo>
                  <a:pt x="383331" y="82873"/>
                </a:lnTo>
                <a:lnTo>
                  <a:pt x="379261" y="69193"/>
                </a:lnTo>
                <a:moveTo>
                  <a:pt x="373890" y="51216"/>
                </a:moveTo>
                <a:lnTo>
                  <a:pt x="364732" y="21459"/>
                </a:lnTo>
                <a:lnTo>
                  <a:pt x="355631" y="51216"/>
                </a:lnTo>
                <a:lnTo>
                  <a:pt x="373890" y="51216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Authenticity">
            <a:extLst xmlns:a="http://schemas.openxmlformats.org/drawingml/2006/main">
              <a:ext uri="{FF2B5EF4-FFF2-40B4-BE49-F238E27FC236}">
                <a16:creationId xmlns:a16="http://schemas.microsoft.com/office/drawing/2014/main" id="{C981C7D0-A135-412C-BC0F-C26C193C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409" y="7846740"/>
            <a:ext cx="1295411" cy="178824"/>
          </a:xfrm>
          <a:custGeom xmlns:a="http://schemas.openxmlformats.org/drawingml/2006/main">
            <a:pathLst>
              <a:path w="1295411" h="178824">
                <a:moveTo>
                  <a:pt x="98928" y="115322"/>
                </a:moveTo>
                <a:lnTo>
                  <a:pt x="50312" y="115322"/>
                </a:lnTo>
                <a:lnTo>
                  <a:pt x="43623" y="138122"/>
                </a:lnTo>
                <a:lnTo>
                  <a:pt x="0" y="138122"/>
                </a:lnTo>
                <a:lnTo>
                  <a:pt x="51914" y="0"/>
                </a:lnTo>
                <a:lnTo>
                  <a:pt x="98457" y="0"/>
                </a:lnTo>
                <a:lnTo>
                  <a:pt x="150371" y="138122"/>
                </a:lnTo>
                <a:lnTo>
                  <a:pt x="105712" y="138122"/>
                </a:lnTo>
                <a:lnTo>
                  <a:pt x="98928" y="115322"/>
                </a:lnTo>
                <a:moveTo>
                  <a:pt x="89977" y="85361"/>
                </a:moveTo>
                <a:lnTo>
                  <a:pt x="74714" y="35764"/>
                </a:lnTo>
                <a:lnTo>
                  <a:pt x="59545" y="85361"/>
                </a:lnTo>
                <a:lnTo>
                  <a:pt x="89977" y="85361"/>
                </a:lnTo>
                <a:close/>
                <a:moveTo>
                  <a:pt x="265039" y="138122"/>
                </a:moveTo>
                <a:lnTo>
                  <a:pt x="229236" y="138122"/>
                </a:lnTo>
                <a:lnTo>
                  <a:pt x="229236" y="121917"/>
                </a:lnTo>
                <a:cubicBezTo>
                  <a:pt x="223897" y="128575"/>
                  <a:pt x="218511" y="133317"/>
                  <a:pt x="213078" y="136144"/>
                </a:cubicBezTo>
                <a:cubicBezTo>
                  <a:pt x="207645" y="138970"/>
                  <a:pt x="200971" y="140383"/>
                  <a:pt x="193057" y="140383"/>
                </a:cubicBezTo>
                <a:cubicBezTo>
                  <a:pt x="182505" y="140383"/>
                  <a:pt x="174229" y="137227"/>
                  <a:pt x="168231" y="130915"/>
                </a:cubicBezTo>
                <a:cubicBezTo>
                  <a:pt x="162232" y="124602"/>
                  <a:pt x="159233" y="114882"/>
                  <a:pt x="159233" y="101754"/>
                </a:cubicBezTo>
                <a:lnTo>
                  <a:pt x="159233" y="38064"/>
                </a:lnTo>
                <a:lnTo>
                  <a:pt x="197768" y="38064"/>
                </a:lnTo>
                <a:lnTo>
                  <a:pt x="197768" y="93086"/>
                </a:lnTo>
                <a:cubicBezTo>
                  <a:pt x="197768" y="99368"/>
                  <a:pt x="198930" y="103827"/>
                  <a:pt x="201254" y="106465"/>
                </a:cubicBezTo>
                <a:cubicBezTo>
                  <a:pt x="203578" y="109103"/>
                  <a:pt x="206844" y="110422"/>
                  <a:pt x="211053" y="110422"/>
                </a:cubicBezTo>
                <a:cubicBezTo>
                  <a:pt x="215638" y="110422"/>
                  <a:pt x="219391" y="108664"/>
                  <a:pt x="222312" y="105146"/>
                </a:cubicBezTo>
                <a:cubicBezTo>
                  <a:pt x="225232" y="101629"/>
                  <a:pt x="226693" y="95316"/>
                  <a:pt x="226693" y="86209"/>
                </a:cubicBezTo>
                <a:lnTo>
                  <a:pt x="226693" y="38064"/>
                </a:lnTo>
                <a:lnTo>
                  <a:pt x="265039" y="38064"/>
                </a:lnTo>
                <a:lnTo>
                  <a:pt x="265039" y="138122"/>
                </a:lnTo>
                <a:close/>
                <a:moveTo>
                  <a:pt x="334554" y="0"/>
                </a:moveTo>
                <a:lnTo>
                  <a:pt x="334554" y="38064"/>
                </a:lnTo>
                <a:lnTo>
                  <a:pt x="355658" y="38064"/>
                </a:lnTo>
                <a:lnTo>
                  <a:pt x="355658" y="66140"/>
                </a:lnTo>
                <a:lnTo>
                  <a:pt x="334554" y="66140"/>
                </a:lnTo>
                <a:lnTo>
                  <a:pt x="334554" y="101590"/>
                </a:lnTo>
                <a:cubicBezTo>
                  <a:pt x="334554" y="105853"/>
                  <a:pt x="334962" y="108674"/>
                  <a:pt x="335778" y="110051"/>
                </a:cubicBezTo>
                <a:cubicBezTo>
                  <a:pt x="337035" y="112183"/>
                  <a:pt x="339233" y="113249"/>
                  <a:pt x="342374" y="113249"/>
                </a:cubicBezTo>
                <a:cubicBezTo>
                  <a:pt x="345200" y="113249"/>
                  <a:pt x="349157" y="112434"/>
                  <a:pt x="354245" y="110805"/>
                </a:cubicBezTo>
                <a:lnTo>
                  <a:pt x="357071" y="137274"/>
                </a:lnTo>
                <a:cubicBezTo>
                  <a:pt x="347587" y="139347"/>
                  <a:pt x="338731" y="140383"/>
                  <a:pt x="330502" y="140383"/>
                </a:cubicBezTo>
                <a:cubicBezTo>
                  <a:pt x="320955" y="140383"/>
                  <a:pt x="313920" y="139161"/>
                  <a:pt x="309398" y="136715"/>
                </a:cubicBezTo>
                <a:cubicBezTo>
                  <a:pt x="304875" y="134267"/>
                  <a:pt x="301530" y="130551"/>
                  <a:pt x="299363" y="125565"/>
                </a:cubicBezTo>
                <a:cubicBezTo>
                  <a:pt x="297196" y="120577"/>
                  <a:pt x="296113" y="112500"/>
                  <a:pt x="296113" y="101333"/>
                </a:cubicBezTo>
                <a:lnTo>
                  <a:pt x="296113" y="66140"/>
                </a:lnTo>
                <a:lnTo>
                  <a:pt x="281980" y="66140"/>
                </a:lnTo>
                <a:lnTo>
                  <a:pt x="281980" y="38064"/>
                </a:lnTo>
                <a:lnTo>
                  <a:pt x="296113" y="38064"/>
                </a:lnTo>
                <a:lnTo>
                  <a:pt x="296113" y="19691"/>
                </a:lnTo>
                <a:lnTo>
                  <a:pt x="334554" y="0"/>
                </a:lnTo>
                <a:close/>
                <a:moveTo>
                  <a:pt x="373927" y="0"/>
                </a:moveTo>
                <a:lnTo>
                  <a:pt x="412273" y="0"/>
                </a:lnTo>
                <a:lnTo>
                  <a:pt x="412273" y="50951"/>
                </a:lnTo>
                <a:cubicBezTo>
                  <a:pt x="417487" y="45524"/>
                  <a:pt x="422669" y="41642"/>
                  <a:pt x="427819" y="39306"/>
                </a:cubicBezTo>
                <a:cubicBezTo>
                  <a:pt x="432970" y="36970"/>
                  <a:pt x="439062" y="35802"/>
                  <a:pt x="446097" y="35802"/>
                </a:cubicBezTo>
                <a:cubicBezTo>
                  <a:pt x="456524" y="35802"/>
                  <a:pt x="464737" y="38974"/>
                  <a:pt x="470735" y="45318"/>
                </a:cubicBezTo>
                <a:cubicBezTo>
                  <a:pt x="476734" y="51662"/>
                  <a:pt x="479733" y="61398"/>
                  <a:pt x="479733" y="74526"/>
                </a:cubicBezTo>
                <a:lnTo>
                  <a:pt x="479733" y="138122"/>
                </a:lnTo>
                <a:lnTo>
                  <a:pt x="441198" y="138122"/>
                </a:lnTo>
                <a:lnTo>
                  <a:pt x="441198" y="83170"/>
                </a:lnTo>
                <a:cubicBezTo>
                  <a:pt x="441198" y="76899"/>
                  <a:pt x="440036" y="72462"/>
                  <a:pt x="437712" y="69859"/>
                </a:cubicBezTo>
                <a:cubicBezTo>
                  <a:pt x="435388" y="67254"/>
                  <a:pt x="432122" y="65952"/>
                  <a:pt x="427913" y="65952"/>
                </a:cubicBezTo>
                <a:cubicBezTo>
                  <a:pt x="423265" y="65952"/>
                  <a:pt x="419497" y="67709"/>
                  <a:pt x="416607" y="71222"/>
                </a:cubicBezTo>
                <a:cubicBezTo>
                  <a:pt x="413718" y="74734"/>
                  <a:pt x="412273" y="81038"/>
                  <a:pt x="412273" y="90133"/>
                </a:cubicBezTo>
                <a:lnTo>
                  <a:pt x="412273" y="138122"/>
                </a:lnTo>
                <a:lnTo>
                  <a:pt x="373927" y="138122"/>
                </a:lnTo>
                <a:lnTo>
                  <a:pt x="373927" y="0"/>
                </a:lnTo>
                <a:close/>
                <a:moveTo>
                  <a:pt x="613692" y="97609"/>
                </a:moveTo>
                <a:lnTo>
                  <a:pt x="536811" y="97609"/>
                </a:lnTo>
                <a:cubicBezTo>
                  <a:pt x="537502" y="103735"/>
                  <a:pt x="539166" y="108299"/>
                  <a:pt x="541804" y="111300"/>
                </a:cubicBezTo>
                <a:cubicBezTo>
                  <a:pt x="545510" y="115614"/>
                  <a:pt x="550347" y="117771"/>
                  <a:pt x="556314" y="117771"/>
                </a:cubicBezTo>
                <a:cubicBezTo>
                  <a:pt x="560082" y="117771"/>
                  <a:pt x="563663" y="116839"/>
                  <a:pt x="567055" y="114974"/>
                </a:cubicBezTo>
                <a:cubicBezTo>
                  <a:pt x="569127" y="113793"/>
                  <a:pt x="571357" y="111710"/>
                  <a:pt x="573744" y="108727"/>
                </a:cubicBezTo>
                <a:lnTo>
                  <a:pt x="611525" y="112118"/>
                </a:lnTo>
                <a:cubicBezTo>
                  <a:pt x="605746" y="122202"/>
                  <a:pt x="598774" y="129434"/>
                  <a:pt x="590609" y="133815"/>
                </a:cubicBezTo>
                <a:cubicBezTo>
                  <a:pt x="582443" y="138194"/>
                  <a:pt x="570729" y="140383"/>
                  <a:pt x="555466" y="140383"/>
                </a:cubicBezTo>
                <a:cubicBezTo>
                  <a:pt x="542213" y="140383"/>
                  <a:pt x="531786" y="138515"/>
                  <a:pt x="524186" y="134778"/>
                </a:cubicBezTo>
                <a:cubicBezTo>
                  <a:pt x="516586" y="131040"/>
                  <a:pt x="510289" y="125105"/>
                  <a:pt x="505295" y="116971"/>
                </a:cubicBezTo>
                <a:cubicBezTo>
                  <a:pt x="500302" y="108836"/>
                  <a:pt x="497805" y="99273"/>
                  <a:pt x="497805" y="88281"/>
                </a:cubicBezTo>
                <a:cubicBezTo>
                  <a:pt x="497805" y="72641"/>
                  <a:pt x="502814" y="59985"/>
                  <a:pt x="512833" y="50312"/>
                </a:cubicBezTo>
                <a:cubicBezTo>
                  <a:pt x="522851" y="40639"/>
                  <a:pt x="536685" y="35802"/>
                  <a:pt x="554335" y="35802"/>
                </a:cubicBezTo>
                <a:cubicBezTo>
                  <a:pt x="568656" y="35802"/>
                  <a:pt x="579962" y="37969"/>
                  <a:pt x="588253" y="42303"/>
                </a:cubicBezTo>
                <a:cubicBezTo>
                  <a:pt x="596544" y="46637"/>
                  <a:pt x="602857" y="52919"/>
                  <a:pt x="607191" y="61147"/>
                </a:cubicBezTo>
                <a:cubicBezTo>
                  <a:pt x="611525" y="69375"/>
                  <a:pt x="613692" y="80085"/>
                  <a:pt x="613692" y="93275"/>
                </a:cubicBezTo>
                <a:lnTo>
                  <a:pt x="613692" y="97609"/>
                </a:lnTo>
                <a:moveTo>
                  <a:pt x="574686" y="79142"/>
                </a:moveTo>
                <a:cubicBezTo>
                  <a:pt x="573932" y="71797"/>
                  <a:pt x="571938" y="66538"/>
                  <a:pt x="568703" y="63364"/>
                </a:cubicBezTo>
                <a:cubicBezTo>
                  <a:pt x="565469" y="60190"/>
                  <a:pt x="561213" y="58603"/>
                  <a:pt x="555937" y="58603"/>
                </a:cubicBezTo>
                <a:cubicBezTo>
                  <a:pt x="549844" y="58603"/>
                  <a:pt x="544976" y="61000"/>
                  <a:pt x="541333" y="65793"/>
                </a:cubicBezTo>
                <a:cubicBezTo>
                  <a:pt x="539009" y="68780"/>
                  <a:pt x="537533" y="73230"/>
                  <a:pt x="536905" y="79142"/>
                </a:cubicBezTo>
                <a:lnTo>
                  <a:pt x="574686" y="79142"/>
                </a:lnTo>
                <a:close/>
                <a:moveTo>
                  <a:pt x="631293" y="38064"/>
                </a:moveTo>
                <a:lnTo>
                  <a:pt x="667001" y="38064"/>
                </a:lnTo>
                <a:lnTo>
                  <a:pt x="667001" y="54419"/>
                </a:lnTo>
                <a:cubicBezTo>
                  <a:pt x="672340" y="47742"/>
                  <a:pt x="677742" y="42970"/>
                  <a:pt x="683206" y="40104"/>
                </a:cubicBezTo>
                <a:cubicBezTo>
                  <a:pt x="688671" y="37236"/>
                  <a:pt x="695329" y="35802"/>
                  <a:pt x="703180" y="35802"/>
                </a:cubicBezTo>
                <a:cubicBezTo>
                  <a:pt x="713795" y="35802"/>
                  <a:pt x="722102" y="38959"/>
                  <a:pt x="728101" y="45271"/>
                </a:cubicBezTo>
                <a:cubicBezTo>
                  <a:pt x="734099" y="51584"/>
                  <a:pt x="737099" y="61335"/>
                  <a:pt x="737099" y="74526"/>
                </a:cubicBezTo>
                <a:lnTo>
                  <a:pt x="737099" y="138122"/>
                </a:lnTo>
                <a:lnTo>
                  <a:pt x="698564" y="138122"/>
                </a:lnTo>
                <a:lnTo>
                  <a:pt x="698564" y="83170"/>
                </a:lnTo>
                <a:cubicBezTo>
                  <a:pt x="698564" y="76899"/>
                  <a:pt x="697402" y="72462"/>
                  <a:pt x="695078" y="69859"/>
                </a:cubicBezTo>
                <a:cubicBezTo>
                  <a:pt x="692754" y="67254"/>
                  <a:pt x="689487" y="65952"/>
                  <a:pt x="685279" y="65952"/>
                </a:cubicBezTo>
                <a:cubicBezTo>
                  <a:pt x="680631" y="65952"/>
                  <a:pt x="676862" y="67709"/>
                  <a:pt x="673973" y="71222"/>
                </a:cubicBezTo>
                <a:cubicBezTo>
                  <a:pt x="671084" y="74734"/>
                  <a:pt x="669639" y="81038"/>
                  <a:pt x="669639" y="90133"/>
                </a:cubicBezTo>
                <a:lnTo>
                  <a:pt x="669639" y="138122"/>
                </a:lnTo>
                <a:lnTo>
                  <a:pt x="631293" y="138122"/>
                </a:lnTo>
                <a:lnTo>
                  <a:pt x="631293" y="38064"/>
                </a:lnTo>
                <a:close/>
                <a:moveTo>
                  <a:pt x="806236" y="0"/>
                </a:moveTo>
                <a:lnTo>
                  <a:pt x="806236" y="38064"/>
                </a:lnTo>
                <a:lnTo>
                  <a:pt x="827341" y="38064"/>
                </a:lnTo>
                <a:lnTo>
                  <a:pt x="827341" y="66140"/>
                </a:lnTo>
                <a:lnTo>
                  <a:pt x="806236" y="66140"/>
                </a:lnTo>
                <a:lnTo>
                  <a:pt x="806236" y="101590"/>
                </a:lnTo>
                <a:cubicBezTo>
                  <a:pt x="806236" y="105853"/>
                  <a:pt x="806644" y="108674"/>
                  <a:pt x="807461" y="110051"/>
                </a:cubicBezTo>
                <a:cubicBezTo>
                  <a:pt x="808717" y="112183"/>
                  <a:pt x="810916" y="113249"/>
                  <a:pt x="814056" y="113249"/>
                </a:cubicBezTo>
                <a:cubicBezTo>
                  <a:pt x="816883" y="113249"/>
                  <a:pt x="820840" y="112434"/>
                  <a:pt x="825928" y="110805"/>
                </a:cubicBezTo>
                <a:lnTo>
                  <a:pt x="828754" y="137274"/>
                </a:lnTo>
                <a:cubicBezTo>
                  <a:pt x="819270" y="139347"/>
                  <a:pt x="810413" y="140383"/>
                  <a:pt x="802185" y="140383"/>
                </a:cubicBezTo>
                <a:cubicBezTo>
                  <a:pt x="792638" y="140383"/>
                  <a:pt x="785603" y="139161"/>
                  <a:pt x="781080" y="136715"/>
                </a:cubicBezTo>
                <a:cubicBezTo>
                  <a:pt x="776558" y="134267"/>
                  <a:pt x="773213" y="130551"/>
                  <a:pt x="771046" y="125565"/>
                </a:cubicBezTo>
                <a:cubicBezTo>
                  <a:pt x="768879" y="120577"/>
                  <a:pt x="767796" y="112500"/>
                  <a:pt x="767796" y="101333"/>
                </a:cubicBezTo>
                <a:lnTo>
                  <a:pt x="767796" y="66140"/>
                </a:lnTo>
                <a:lnTo>
                  <a:pt x="753663" y="66140"/>
                </a:lnTo>
                <a:lnTo>
                  <a:pt x="753663" y="38064"/>
                </a:lnTo>
                <a:lnTo>
                  <a:pt x="767796" y="38064"/>
                </a:lnTo>
                <a:lnTo>
                  <a:pt x="767796" y="19691"/>
                </a:lnTo>
                <a:lnTo>
                  <a:pt x="806236" y="0"/>
                </a:lnTo>
                <a:close/>
                <a:moveTo>
                  <a:pt x="847023" y="0"/>
                </a:moveTo>
                <a:lnTo>
                  <a:pt x="885369" y="0"/>
                </a:lnTo>
                <a:lnTo>
                  <a:pt x="885369" y="26004"/>
                </a:lnTo>
                <a:lnTo>
                  <a:pt x="847023" y="26004"/>
                </a:lnTo>
                <a:lnTo>
                  <a:pt x="847023" y="0"/>
                </a:lnTo>
                <a:moveTo>
                  <a:pt x="847023" y="38064"/>
                </a:moveTo>
                <a:lnTo>
                  <a:pt x="885369" y="38064"/>
                </a:lnTo>
                <a:lnTo>
                  <a:pt x="885369" y="138122"/>
                </a:lnTo>
                <a:lnTo>
                  <a:pt x="847023" y="138122"/>
                </a:lnTo>
                <a:lnTo>
                  <a:pt x="847023" y="38064"/>
                </a:lnTo>
                <a:close/>
                <a:moveTo>
                  <a:pt x="984503" y="98928"/>
                </a:moveTo>
                <a:lnTo>
                  <a:pt x="1020965" y="103074"/>
                </a:lnTo>
                <a:cubicBezTo>
                  <a:pt x="1018956" y="110674"/>
                  <a:pt x="1015658" y="117253"/>
                  <a:pt x="1011073" y="122812"/>
                </a:cubicBezTo>
                <a:cubicBezTo>
                  <a:pt x="1006487" y="128371"/>
                  <a:pt x="1000630" y="132689"/>
                  <a:pt x="993501" y="135767"/>
                </a:cubicBezTo>
                <a:cubicBezTo>
                  <a:pt x="986372" y="138845"/>
                  <a:pt x="977312" y="140383"/>
                  <a:pt x="966320" y="140383"/>
                </a:cubicBezTo>
                <a:cubicBezTo>
                  <a:pt x="955704" y="140383"/>
                  <a:pt x="946864" y="139395"/>
                  <a:pt x="939797" y="137419"/>
                </a:cubicBezTo>
                <a:cubicBezTo>
                  <a:pt x="932731" y="135442"/>
                  <a:pt x="926654" y="132242"/>
                  <a:pt x="921566" y="127817"/>
                </a:cubicBezTo>
                <a:cubicBezTo>
                  <a:pt x="916479" y="123393"/>
                  <a:pt x="912490" y="118200"/>
                  <a:pt x="909601" y="112239"/>
                </a:cubicBezTo>
                <a:cubicBezTo>
                  <a:pt x="906712" y="106276"/>
                  <a:pt x="905267" y="98369"/>
                  <a:pt x="905267" y="88517"/>
                </a:cubicBezTo>
                <a:cubicBezTo>
                  <a:pt x="905267" y="78226"/>
                  <a:pt x="907026" y="69660"/>
                  <a:pt x="910543" y="62819"/>
                </a:cubicBezTo>
                <a:cubicBezTo>
                  <a:pt x="913118" y="57798"/>
                  <a:pt x="916636" y="53295"/>
                  <a:pt x="921095" y="49311"/>
                </a:cubicBezTo>
                <a:cubicBezTo>
                  <a:pt x="925555" y="45326"/>
                  <a:pt x="930140" y="42361"/>
                  <a:pt x="934851" y="40416"/>
                </a:cubicBezTo>
                <a:cubicBezTo>
                  <a:pt x="942326" y="37340"/>
                  <a:pt x="951904" y="35802"/>
                  <a:pt x="963587" y="35802"/>
                </a:cubicBezTo>
                <a:cubicBezTo>
                  <a:pt x="979918" y="35802"/>
                  <a:pt x="992371" y="38731"/>
                  <a:pt x="1000944" y="44588"/>
                </a:cubicBezTo>
                <a:cubicBezTo>
                  <a:pt x="1009518" y="50445"/>
                  <a:pt x="1015532" y="59011"/>
                  <a:pt x="1018987" y="70286"/>
                </a:cubicBezTo>
                <a:lnTo>
                  <a:pt x="982902" y="74997"/>
                </a:lnTo>
                <a:cubicBezTo>
                  <a:pt x="981771" y="70757"/>
                  <a:pt x="979714" y="67562"/>
                  <a:pt x="976731" y="65410"/>
                </a:cubicBezTo>
                <a:cubicBezTo>
                  <a:pt x="973747" y="63259"/>
                  <a:pt x="969743" y="62183"/>
                  <a:pt x="964718" y="62183"/>
                </a:cubicBezTo>
                <a:cubicBezTo>
                  <a:pt x="958374" y="62183"/>
                  <a:pt x="953239" y="64440"/>
                  <a:pt x="949313" y="68952"/>
                </a:cubicBezTo>
                <a:cubicBezTo>
                  <a:pt x="945388" y="73465"/>
                  <a:pt x="943425" y="80297"/>
                  <a:pt x="943425" y="89447"/>
                </a:cubicBezTo>
                <a:cubicBezTo>
                  <a:pt x="943425" y="97603"/>
                  <a:pt x="945372" y="103798"/>
                  <a:pt x="949266" y="108032"/>
                </a:cubicBezTo>
                <a:cubicBezTo>
                  <a:pt x="953161" y="112264"/>
                  <a:pt x="958123" y="114380"/>
                  <a:pt x="964153" y="114380"/>
                </a:cubicBezTo>
                <a:cubicBezTo>
                  <a:pt x="969177" y="114380"/>
                  <a:pt x="973402" y="113115"/>
                  <a:pt x="976825" y="110587"/>
                </a:cubicBezTo>
                <a:cubicBezTo>
                  <a:pt x="980248" y="108057"/>
                  <a:pt x="982808" y="104171"/>
                  <a:pt x="984503" y="98928"/>
                </a:cubicBezTo>
                <a:close/>
                <a:moveTo>
                  <a:pt x="1039980" y="0"/>
                </a:moveTo>
                <a:lnTo>
                  <a:pt x="1078326" y="0"/>
                </a:lnTo>
                <a:lnTo>
                  <a:pt x="1078326" y="26004"/>
                </a:lnTo>
                <a:lnTo>
                  <a:pt x="1039980" y="26004"/>
                </a:lnTo>
                <a:lnTo>
                  <a:pt x="1039980" y="0"/>
                </a:lnTo>
                <a:moveTo>
                  <a:pt x="1039980" y="38064"/>
                </a:moveTo>
                <a:lnTo>
                  <a:pt x="1078326" y="38064"/>
                </a:lnTo>
                <a:lnTo>
                  <a:pt x="1078326" y="138122"/>
                </a:lnTo>
                <a:lnTo>
                  <a:pt x="1039980" y="138122"/>
                </a:lnTo>
                <a:lnTo>
                  <a:pt x="1039980" y="38064"/>
                </a:lnTo>
                <a:close/>
                <a:moveTo>
                  <a:pt x="1149101" y="0"/>
                </a:moveTo>
                <a:lnTo>
                  <a:pt x="1149101" y="38064"/>
                </a:lnTo>
                <a:lnTo>
                  <a:pt x="1170205" y="38064"/>
                </a:lnTo>
                <a:lnTo>
                  <a:pt x="1170205" y="66140"/>
                </a:lnTo>
                <a:lnTo>
                  <a:pt x="1149101" y="66140"/>
                </a:lnTo>
                <a:lnTo>
                  <a:pt x="1149101" y="101590"/>
                </a:lnTo>
                <a:cubicBezTo>
                  <a:pt x="1149101" y="105853"/>
                  <a:pt x="1149509" y="108674"/>
                  <a:pt x="1150326" y="110051"/>
                </a:cubicBezTo>
                <a:cubicBezTo>
                  <a:pt x="1151582" y="112183"/>
                  <a:pt x="1153780" y="113249"/>
                  <a:pt x="1156921" y="113249"/>
                </a:cubicBezTo>
                <a:cubicBezTo>
                  <a:pt x="1159747" y="113249"/>
                  <a:pt x="1163704" y="112434"/>
                  <a:pt x="1168792" y="110805"/>
                </a:cubicBezTo>
                <a:lnTo>
                  <a:pt x="1171619" y="137274"/>
                </a:lnTo>
                <a:cubicBezTo>
                  <a:pt x="1162134" y="139347"/>
                  <a:pt x="1153278" y="140383"/>
                  <a:pt x="1145049" y="140383"/>
                </a:cubicBezTo>
                <a:cubicBezTo>
                  <a:pt x="1135502" y="140383"/>
                  <a:pt x="1128467" y="139161"/>
                  <a:pt x="1123945" y="136715"/>
                </a:cubicBezTo>
                <a:cubicBezTo>
                  <a:pt x="1119422" y="134267"/>
                  <a:pt x="1116078" y="130551"/>
                  <a:pt x="1113911" y="125565"/>
                </a:cubicBezTo>
                <a:cubicBezTo>
                  <a:pt x="1111744" y="120577"/>
                  <a:pt x="1110660" y="112500"/>
                  <a:pt x="1110660" y="101333"/>
                </a:cubicBezTo>
                <a:lnTo>
                  <a:pt x="1110660" y="66140"/>
                </a:lnTo>
                <a:lnTo>
                  <a:pt x="1096528" y="66140"/>
                </a:lnTo>
                <a:lnTo>
                  <a:pt x="1096528" y="38064"/>
                </a:lnTo>
                <a:lnTo>
                  <a:pt x="1110660" y="38064"/>
                </a:lnTo>
                <a:lnTo>
                  <a:pt x="1110660" y="19691"/>
                </a:lnTo>
                <a:lnTo>
                  <a:pt x="1149101" y="0"/>
                </a:lnTo>
                <a:close/>
                <a:moveTo>
                  <a:pt x="1177357" y="38064"/>
                </a:moveTo>
                <a:lnTo>
                  <a:pt x="1217870" y="38064"/>
                </a:lnTo>
                <a:lnTo>
                  <a:pt x="1238504" y="104675"/>
                </a:lnTo>
                <a:lnTo>
                  <a:pt x="1257630" y="38064"/>
                </a:lnTo>
                <a:lnTo>
                  <a:pt x="1295411" y="38064"/>
                </a:lnTo>
                <a:lnTo>
                  <a:pt x="1255746" y="145038"/>
                </a:lnTo>
                <a:cubicBezTo>
                  <a:pt x="1251223" y="157243"/>
                  <a:pt x="1246607" y="165485"/>
                  <a:pt x="1241896" y="169764"/>
                </a:cubicBezTo>
                <a:cubicBezTo>
                  <a:pt x="1235238" y="175804"/>
                  <a:pt x="1225094" y="178824"/>
                  <a:pt x="1211464" y="178824"/>
                </a:cubicBezTo>
                <a:cubicBezTo>
                  <a:pt x="1205936" y="178824"/>
                  <a:pt x="1197394" y="178070"/>
                  <a:pt x="1185837" y="176563"/>
                </a:cubicBezTo>
                <a:lnTo>
                  <a:pt x="1182822" y="149788"/>
                </a:lnTo>
                <a:cubicBezTo>
                  <a:pt x="1188349" y="151558"/>
                  <a:pt x="1194504" y="152443"/>
                  <a:pt x="1201288" y="152443"/>
                </a:cubicBezTo>
                <a:cubicBezTo>
                  <a:pt x="1205811" y="152443"/>
                  <a:pt x="1209469" y="151400"/>
                  <a:pt x="1212264" y="149313"/>
                </a:cubicBezTo>
                <a:cubicBezTo>
                  <a:pt x="1215060" y="147227"/>
                  <a:pt x="1217431" y="143496"/>
                  <a:pt x="1219378" y="138119"/>
                </a:cubicBezTo>
                <a:lnTo>
                  <a:pt x="1177357" y="38064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Themedia'soriginality.">
            <a:extLst xmlns:a="http://schemas.openxmlformats.org/drawingml/2006/main">
              <a:ext uri="{FF2B5EF4-FFF2-40B4-BE49-F238E27FC236}">
                <a16:creationId xmlns:a16="http://schemas.microsoft.com/office/drawing/2014/main" id="{D45399AE-BE46-4411-A255-7D5749EA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560" y="8055792"/>
            <a:ext cx="1159058" cy="107294"/>
          </a:xfrm>
          <a:custGeom xmlns:a="http://schemas.openxmlformats.org/drawingml/2006/main">
            <a:pathLst>
              <a:path w="1159058" h="107294">
                <a:moveTo>
                  <a:pt x="27304" y="82873"/>
                </a:moveTo>
                <a:lnTo>
                  <a:pt x="27304" y="9780"/>
                </a:lnTo>
                <a:lnTo>
                  <a:pt x="0" y="9780"/>
                </a:lnTo>
                <a:lnTo>
                  <a:pt x="0" y="0"/>
                </a:lnTo>
                <a:lnTo>
                  <a:pt x="65688" y="0"/>
                </a:lnTo>
                <a:lnTo>
                  <a:pt x="65688" y="9780"/>
                </a:lnTo>
                <a:lnTo>
                  <a:pt x="38271" y="9780"/>
                </a:lnTo>
                <a:lnTo>
                  <a:pt x="38271" y="82873"/>
                </a:lnTo>
                <a:lnTo>
                  <a:pt x="27304" y="82873"/>
                </a:lnTo>
                <a:close/>
                <a:moveTo>
                  <a:pt x="75633" y="82873"/>
                </a:moveTo>
                <a:lnTo>
                  <a:pt x="75633" y="0"/>
                </a:lnTo>
                <a:lnTo>
                  <a:pt x="85808" y="0"/>
                </a:lnTo>
                <a:lnTo>
                  <a:pt x="85808" y="29735"/>
                </a:lnTo>
                <a:cubicBezTo>
                  <a:pt x="90557" y="24233"/>
                  <a:pt x="96549" y="21481"/>
                  <a:pt x="103785" y="21481"/>
                </a:cubicBezTo>
                <a:cubicBezTo>
                  <a:pt x="108232" y="21481"/>
                  <a:pt x="112095" y="22358"/>
                  <a:pt x="115374" y="24110"/>
                </a:cubicBezTo>
                <a:cubicBezTo>
                  <a:pt x="118652" y="25863"/>
                  <a:pt x="120999" y="28284"/>
                  <a:pt x="122412" y="31374"/>
                </a:cubicBezTo>
                <a:cubicBezTo>
                  <a:pt x="123825" y="34465"/>
                  <a:pt x="124532" y="38949"/>
                  <a:pt x="124532" y="44828"/>
                </a:cubicBezTo>
                <a:lnTo>
                  <a:pt x="124532" y="82873"/>
                </a:lnTo>
                <a:lnTo>
                  <a:pt x="114356" y="82873"/>
                </a:lnTo>
                <a:lnTo>
                  <a:pt x="114356" y="44828"/>
                </a:lnTo>
                <a:cubicBezTo>
                  <a:pt x="114356" y="39741"/>
                  <a:pt x="113254" y="36038"/>
                  <a:pt x="111049" y="33720"/>
                </a:cubicBezTo>
                <a:cubicBezTo>
                  <a:pt x="108844" y="31403"/>
                  <a:pt x="105726" y="30244"/>
                  <a:pt x="101693" y="30244"/>
                </a:cubicBezTo>
                <a:cubicBezTo>
                  <a:pt x="98678" y="30244"/>
                  <a:pt x="95843" y="31026"/>
                  <a:pt x="93186" y="32590"/>
                </a:cubicBezTo>
                <a:cubicBezTo>
                  <a:pt x="90529" y="34154"/>
                  <a:pt x="88635" y="36274"/>
                  <a:pt x="87504" y="38949"/>
                </a:cubicBezTo>
                <a:cubicBezTo>
                  <a:pt x="86374" y="41625"/>
                  <a:pt x="85808" y="45318"/>
                  <a:pt x="85808" y="50029"/>
                </a:cubicBezTo>
                <a:lnTo>
                  <a:pt x="85808" y="82873"/>
                </a:lnTo>
                <a:lnTo>
                  <a:pt x="75633" y="82873"/>
                </a:lnTo>
                <a:close/>
                <a:moveTo>
                  <a:pt x="181124" y="63540"/>
                </a:moveTo>
                <a:lnTo>
                  <a:pt x="191638" y="64840"/>
                </a:lnTo>
                <a:cubicBezTo>
                  <a:pt x="189980" y="70983"/>
                  <a:pt x="186909" y="75751"/>
                  <a:pt x="182424" y="79142"/>
                </a:cubicBezTo>
                <a:cubicBezTo>
                  <a:pt x="177939" y="82534"/>
                  <a:pt x="172211" y="84230"/>
                  <a:pt x="165239" y="84230"/>
                </a:cubicBezTo>
                <a:cubicBezTo>
                  <a:pt x="156458" y="84230"/>
                  <a:pt x="149495" y="81526"/>
                  <a:pt x="144351" y="76118"/>
                </a:cubicBezTo>
                <a:cubicBezTo>
                  <a:pt x="139206" y="70710"/>
                  <a:pt x="136634" y="63125"/>
                  <a:pt x="136634" y="53365"/>
                </a:cubicBezTo>
                <a:cubicBezTo>
                  <a:pt x="136634" y="43264"/>
                  <a:pt x="139235" y="35426"/>
                  <a:pt x="144436" y="29848"/>
                </a:cubicBezTo>
                <a:cubicBezTo>
                  <a:pt x="149636" y="24270"/>
                  <a:pt x="156382" y="21481"/>
                  <a:pt x="164673" y="21481"/>
                </a:cubicBezTo>
                <a:cubicBezTo>
                  <a:pt x="172701" y="21481"/>
                  <a:pt x="179258" y="24210"/>
                  <a:pt x="184346" y="29666"/>
                </a:cubicBezTo>
                <a:cubicBezTo>
                  <a:pt x="189434" y="35121"/>
                  <a:pt x="191977" y="42796"/>
                  <a:pt x="191977" y="52692"/>
                </a:cubicBezTo>
                <a:cubicBezTo>
                  <a:pt x="191977" y="53293"/>
                  <a:pt x="191959" y="54196"/>
                  <a:pt x="191921" y="55400"/>
                </a:cubicBezTo>
                <a:lnTo>
                  <a:pt x="147149" y="55400"/>
                </a:lnTo>
                <a:cubicBezTo>
                  <a:pt x="147526" y="61976"/>
                  <a:pt x="149391" y="67012"/>
                  <a:pt x="152745" y="70507"/>
                </a:cubicBezTo>
                <a:cubicBezTo>
                  <a:pt x="156100" y="74003"/>
                  <a:pt x="160283" y="75751"/>
                  <a:pt x="165295" y="75751"/>
                </a:cubicBezTo>
                <a:cubicBezTo>
                  <a:pt x="169026" y="75751"/>
                  <a:pt x="172211" y="74780"/>
                  <a:pt x="174849" y="72839"/>
                </a:cubicBezTo>
                <a:cubicBezTo>
                  <a:pt x="177487" y="70897"/>
                  <a:pt x="179579" y="67797"/>
                  <a:pt x="181124" y="63540"/>
                </a:cubicBezTo>
                <a:moveTo>
                  <a:pt x="147714" y="46920"/>
                </a:moveTo>
                <a:lnTo>
                  <a:pt x="181237" y="46920"/>
                </a:lnTo>
                <a:cubicBezTo>
                  <a:pt x="180784" y="41953"/>
                  <a:pt x="179503" y="38227"/>
                  <a:pt x="177393" y="35743"/>
                </a:cubicBezTo>
                <a:cubicBezTo>
                  <a:pt x="174152" y="31888"/>
                  <a:pt x="169950" y="29961"/>
                  <a:pt x="164786" y="29961"/>
                </a:cubicBezTo>
                <a:cubicBezTo>
                  <a:pt x="160113" y="29961"/>
                  <a:pt x="156184" y="31500"/>
                  <a:pt x="153000" y="34577"/>
                </a:cubicBezTo>
                <a:cubicBezTo>
                  <a:pt x="149815" y="37653"/>
                  <a:pt x="148053" y="41768"/>
                  <a:pt x="147714" y="46920"/>
                </a:cubicBezTo>
                <a:close/>
                <a:moveTo>
                  <a:pt x="236582" y="82873"/>
                </a:moveTo>
                <a:lnTo>
                  <a:pt x="236582" y="22838"/>
                </a:lnTo>
                <a:lnTo>
                  <a:pt x="245683" y="22838"/>
                </a:lnTo>
                <a:lnTo>
                  <a:pt x="245683" y="31205"/>
                </a:lnTo>
                <a:cubicBezTo>
                  <a:pt x="247568" y="28282"/>
                  <a:pt x="250074" y="25930"/>
                  <a:pt x="253202" y="24151"/>
                </a:cubicBezTo>
                <a:cubicBezTo>
                  <a:pt x="256330" y="22371"/>
                  <a:pt x="259891" y="21481"/>
                  <a:pt x="263886" y="21481"/>
                </a:cubicBezTo>
                <a:cubicBezTo>
                  <a:pt x="268333" y="21481"/>
                  <a:pt x="271979" y="22400"/>
                  <a:pt x="274825" y="24237"/>
                </a:cubicBezTo>
                <a:cubicBezTo>
                  <a:pt x="277670" y="26073"/>
                  <a:pt x="279677" y="28641"/>
                  <a:pt x="280845" y="31940"/>
                </a:cubicBezTo>
                <a:cubicBezTo>
                  <a:pt x="285594" y="24968"/>
                  <a:pt x="291774" y="21481"/>
                  <a:pt x="299387" y="21481"/>
                </a:cubicBezTo>
                <a:cubicBezTo>
                  <a:pt x="305342" y="21481"/>
                  <a:pt x="309920" y="23130"/>
                  <a:pt x="313124" y="26428"/>
                </a:cubicBezTo>
                <a:cubicBezTo>
                  <a:pt x="316327" y="29725"/>
                  <a:pt x="317929" y="34804"/>
                  <a:pt x="317929" y="41663"/>
                </a:cubicBezTo>
                <a:lnTo>
                  <a:pt x="317929" y="82873"/>
                </a:lnTo>
                <a:lnTo>
                  <a:pt x="307810" y="82873"/>
                </a:lnTo>
                <a:lnTo>
                  <a:pt x="307810" y="45014"/>
                </a:lnTo>
                <a:cubicBezTo>
                  <a:pt x="307810" y="40939"/>
                  <a:pt x="307480" y="38006"/>
                  <a:pt x="306821" y="36215"/>
                </a:cubicBezTo>
                <a:cubicBezTo>
                  <a:pt x="306161" y="34422"/>
                  <a:pt x="304965" y="32979"/>
                  <a:pt x="303231" y="31885"/>
                </a:cubicBezTo>
                <a:cubicBezTo>
                  <a:pt x="301497" y="30791"/>
                  <a:pt x="299462" y="30244"/>
                  <a:pt x="297126" y="30244"/>
                </a:cubicBezTo>
                <a:cubicBezTo>
                  <a:pt x="292905" y="30244"/>
                  <a:pt x="289400" y="31649"/>
                  <a:pt x="286611" y="34460"/>
                </a:cubicBezTo>
                <a:cubicBezTo>
                  <a:pt x="283822" y="37271"/>
                  <a:pt x="282428" y="41769"/>
                  <a:pt x="282428" y="47957"/>
                </a:cubicBezTo>
                <a:lnTo>
                  <a:pt x="282428" y="82873"/>
                </a:lnTo>
                <a:lnTo>
                  <a:pt x="272252" y="82873"/>
                </a:lnTo>
                <a:lnTo>
                  <a:pt x="272252" y="43825"/>
                </a:lnTo>
                <a:cubicBezTo>
                  <a:pt x="272252" y="39298"/>
                  <a:pt x="271423" y="35903"/>
                  <a:pt x="269765" y="33639"/>
                </a:cubicBezTo>
                <a:cubicBezTo>
                  <a:pt x="268107" y="31375"/>
                  <a:pt x="265393" y="30244"/>
                  <a:pt x="261625" y="30244"/>
                </a:cubicBezTo>
                <a:cubicBezTo>
                  <a:pt x="258761" y="30244"/>
                  <a:pt x="256113" y="30999"/>
                  <a:pt x="253682" y="32508"/>
                </a:cubicBezTo>
                <a:cubicBezTo>
                  <a:pt x="251251" y="34017"/>
                  <a:pt x="249490" y="36224"/>
                  <a:pt x="248397" y="39130"/>
                </a:cubicBezTo>
                <a:cubicBezTo>
                  <a:pt x="247304" y="42034"/>
                  <a:pt x="246757" y="46221"/>
                  <a:pt x="246757" y="51692"/>
                </a:cubicBezTo>
                <a:lnTo>
                  <a:pt x="246757" y="82873"/>
                </a:lnTo>
                <a:lnTo>
                  <a:pt x="236582" y="82873"/>
                </a:lnTo>
                <a:close/>
                <a:moveTo>
                  <a:pt x="374131" y="63540"/>
                </a:moveTo>
                <a:lnTo>
                  <a:pt x="384645" y="64840"/>
                </a:lnTo>
                <a:cubicBezTo>
                  <a:pt x="382987" y="70983"/>
                  <a:pt x="379916" y="75751"/>
                  <a:pt x="375431" y="79142"/>
                </a:cubicBezTo>
                <a:cubicBezTo>
                  <a:pt x="370946" y="82534"/>
                  <a:pt x="365218" y="84230"/>
                  <a:pt x="358246" y="84230"/>
                </a:cubicBezTo>
                <a:cubicBezTo>
                  <a:pt x="349465" y="84230"/>
                  <a:pt x="342502" y="81526"/>
                  <a:pt x="337358" y="76118"/>
                </a:cubicBezTo>
                <a:cubicBezTo>
                  <a:pt x="332213" y="70710"/>
                  <a:pt x="329641" y="63125"/>
                  <a:pt x="329641" y="53365"/>
                </a:cubicBezTo>
                <a:cubicBezTo>
                  <a:pt x="329641" y="43264"/>
                  <a:pt x="332242" y="35426"/>
                  <a:pt x="337443" y="29848"/>
                </a:cubicBezTo>
                <a:cubicBezTo>
                  <a:pt x="342643" y="24270"/>
                  <a:pt x="349389" y="21481"/>
                  <a:pt x="357680" y="21481"/>
                </a:cubicBezTo>
                <a:cubicBezTo>
                  <a:pt x="365708" y="21481"/>
                  <a:pt x="372265" y="24210"/>
                  <a:pt x="377353" y="29666"/>
                </a:cubicBezTo>
                <a:cubicBezTo>
                  <a:pt x="382441" y="35121"/>
                  <a:pt x="384984" y="42796"/>
                  <a:pt x="384984" y="52692"/>
                </a:cubicBezTo>
                <a:cubicBezTo>
                  <a:pt x="384984" y="53293"/>
                  <a:pt x="384966" y="54196"/>
                  <a:pt x="384928" y="55400"/>
                </a:cubicBezTo>
                <a:lnTo>
                  <a:pt x="340156" y="55400"/>
                </a:lnTo>
                <a:cubicBezTo>
                  <a:pt x="340533" y="61976"/>
                  <a:pt x="342398" y="67012"/>
                  <a:pt x="345752" y="70507"/>
                </a:cubicBezTo>
                <a:cubicBezTo>
                  <a:pt x="349107" y="74003"/>
                  <a:pt x="353290" y="75751"/>
                  <a:pt x="358302" y="75751"/>
                </a:cubicBezTo>
                <a:cubicBezTo>
                  <a:pt x="362033" y="75751"/>
                  <a:pt x="365218" y="74780"/>
                  <a:pt x="367856" y="72839"/>
                </a:cubicBezTo>
                <a:cubicBezTo>
                  <a:pt x="370494" y="70897"/>
                  <a:pt x="372585" y="67797"/>
                  <a:pt x="374131" y="63540"/>
                </a:cubicBezTo>
                <a:moveTo>
                  <a:pt x="340721" y="46920"/>
                </a:moveTo>
                <a:lnTo>
                  <a:pt x="374244" y="46920"/>
                </a:lnTo>
                <a:cubicBezTo>
                  <a:pt x="373791" y="41953"/>
                  <a:pt x="372510" y="38227"/>
                  <a:pt x="370400" y="35743"/>
                </a:cubicBezTo>
                <a:cubicBezTo>
                  <a:pt x="367159" y="31888"/>
                  <a:pt x="362956" y="29961"/>
                  <a:pt x="357793" y="29961"/>
                </a:cubicBezTo>
                <a:cubicBezTo>
                  <a:pt x="353120" y="29961"/>
                  <a:pt x="349191" y="31500"/>
                  <a:pt x="346007" y="34577"/>
                </a:cubicBezTo>
                <a:cubicBezTo>
                  <a:pt x="342822" y="37653"/>
                  <a:pt x="341060" y="41768"/>
                  <a:pt x="340721" y="46920"/>
                </a:cubicBezTo>
                <a:close/>
                <a:moveTo>
                  <a:pt x="436376" y="82873"/>
                </a:moveTo>
                <a:lnTo>
                  <a:pt x="436376" y="75298"/>
                </a:lnTo>
                <a:cubicBezTo>
                  <a:pt x="432570" y="81253"/>
                  <a:pt x="426973" y="84230"/>
                  <a:pt x="419586" y="84230"/>
                </a:cubicBezTo>
                <a:cubicBezTo>
                  <a:pt x="414800" y="84230"/>
                  <a:pt x="410400" y="82911"/>
                  <a:pt x="406387" y="80273"/>
                </a:cubicBezTo>
                <a:cubicBezTo>
                  <a:pt x="402373" y="77635"/>
                  <a:pt x="399264" y="73951"/>
                  <a:pt x="397059" y="69221"/>
                </a:cubicBezTo>
                <a:cubicBezTo>
                  <a:pt x="394854" y="64492"/>
                  <a:pt x="393752" y="59055"/>
                  <a:pt x="393752" y="52912"/>
                </a:cubicBezTo>
                <a:cubicBezTo>
                  <a:pt x="393752" y="46920"/>
                  <a:pt x="394751" y="41484"/>
                  <a:pt x="396748" y="36603"/>
                </a:cubicBezTo>
                <a:cubicBezTo>
                  <a:pt x="398746" y="31723"/>
                  <a:pt x="401742" y="27982"/>
                  <a:pt x="405737" y="25382"/>
                </a:cubicBezTo>
                <a:cubicBezTo>
                  <a:pt x="409731" y="22782"/>
                  <a:pt x="414197" y="21481"/>
                  <a:pt x="419134" y="21481"/>
                </a:cubicBezTo>
                <a:cubicBezTo>
                  <a:pt x="422752" y="21481"/>
                  <a:pt x="425974" y="22245"/>
                  <a:pt x="428801" y="23771"/>
                </a:cubicBezTo>
                <a:cubicBezTo>
                  <a:pt x="431627" y="25297"/>
                  <a:pt x="433926" y="27285"/>
                  <a:pt x="435698" y="29735"/>
                </a:cubicBezTo>
                <a:lnTo>
                  <a:pt x="435698" y="0"/>
                </a:lnTo>
                <a:lnTo>
                  <a:pt x="445817" y="0"/>
                </a:lnTo>
                <a:lnTo>
                  <a:pt x="445817" y="82873"/>
                </a:lnTo>
                <a:lnTo>
                  <a:pt x="436376" y="82873"/>
                </a:lnTo>
                <a:moveTo>
                  <a:pt x="404210" y="52884"/>
                </a:moveTo>
                <a:cubicBezTo>
                  <a:pt x="404210" y="60544"/>
                  <a:pt x="405831" y="66270"/>
                  <a:pt x="409072" y="70062"/>
                </a:cubicBezTo>
                <a:cubicBezTo>
                  <a:pt x="412313" y="73854"/>
                  <a:pt x="416138" y="75751"/>
                  <a:pt x="420547" y="75751"/>
                </a:cubicBezTo>
                <a:cubicBezTo>
                  <a:pt x="424995" y="75751"/>
                  <a:pt x="428773" y="73939"/>
                  <a:pt x="431882" y="70317"/>
                </a:cubicBezTo>
                <a:cubicBezTo>
                  <a:pt x="434991" y="66693"/>
                  <a:pt x="436546" y="61163"/>
                  <a:pt x="436546" y="53728"/>
                </a:cubicBezTo>
                <a:cubicBezTo>
                  <a:pt x="436546" y="45543"/>
                  <a:pt x="434963" y="39536"/>
                  <a:pt x="431797" y="35706"/>
                </a:cubicBezTo>
                <a:cubicBezTo>
                  <a:pt x="428631" y="31876"/>
                  <a:pt x="424731" y="29961"/>
                  <a:pt x="420095" y="29961"/>
                </a:cubicBezTo>
                <a:cubicBezTo>
                  <a:pt x="415573" y="29961"/>
                  <a:pt x="411795" y="31801"/>
                  <a:pt x="408761" y="35482"/>
                </a:cubicBezTo>
                <a:cubicBezTo>
                  <a:pt x="405727" y="39161"/>
                  <a:pt x="404210" y="44962"/>
                  <a:pt x="404210" y="52884"/>
                </a:cubicBezTo>
                <a:close/>
                <a:moveTo>
                  <a:pt x="461877" y="11758"/>
                </a:moveTo>
                <a:lnTo>
                  <a:pt x="461877" y="0"/>
                </a:lnTo>
                <a:lnTo>
                  <a:pt x="472052" y="0"/>
                </a:lnTo>
                <a:lnTo>
                  <a:pt x="472052" y="11758"/>
                </a:lnTo>
                <a:lnTo>
                  <a:pt x="461877" y="11758"/>
                </a:lnTo>
                <a:moveTo>
                  <a:pt x="461877" y="82873"/>
                </a:moveTo>
                <a:lnTo>
                  <a:pt x="461877" y="22838"/>
                </a:lnTo>
                <a:lnTo>
                  <a:pt x="472052" y="22838"/>
                </a:lnTo>
                <a:lnTo>
                  <a:pt x="472052" y="82873"/>
                </a:lnTo>
                <a:lnTo>
                  <a:pt x="461877" y="82873"/>
                </a:lnTo>
                <a:close/>
                <a:moveTo>
                  <a:pt x="526720" y="75461"/>
                </a:moveTo>
                <a:cubicBezTo>
                  <a:pt x="522952" y="78667"/>
                  <a:pt x="519324" y="80930"/>
                  <a:pt x="515838" y="82250"/>
                </a:cubicBezTo>
                <a:cubicBezTo>
                  <a:pt x="512352" y="83570"/>
                  <a:pt x="508612" y="84230"/>
                  <a:pt x="504617" y="84230"/>
                </a:cubicBezTo>
                <a:cubicBezTo>
                  <a:pt x="498022" y="84230"/>
                  <a:pt x="492953" y="82618"/>
                  <a:pt x="489411" y="79393"/>
                </a:cubicBezTo>
                <a:cubicBezTo>
                  <a:pt x="485868" y="76169"/>
                  <a:pt x="484097" y="72048"/>
                  <a:pt x="484097" y="67033"/>
                </a:cubicBezTo>
                <a:cubicBezTo>
                  <a:pt x="484097" y="64092"/>
                  <a:pt x="484766" y="61405"/>
                  <a:pt x="486104" y="58973"/>
                </a:cubicBezTo>
                <a:cubicBezTo>
                  <a:pt x="487441" y="56540"/>
                  <a:pt x="489194" y="54588"/>
                  <a:pt x="491361" y="53117"/>
                </a:cubicBezTo>
                <a:cubicBezTo>
                  <a:pt x="493528" y="51646"/>
                  <a:pt x="495968" y="50534"/>
                  <a:pt x="498681" y="49780"/>
                </a:cubicBezTo>
                <a:cubicBezTo>
                  <a:pt x="500679" y="49251"/>
                  <a:pt x="503694" y="48742"/>
                  <a:pt x="507726" y="48252"/>
                </a:cubicBezTo>
                <a:cubicBezTo>
                  <a:pt x="515942" y="47279"/>
                  <a:pt x="521991" y="46119"/>
                  <a:pt x="525873" y="44772"/>
                </a:cubicBezTo>
                <a:cubicBezTo>
                  <a:pt x="525910" y="43383"/>
                  <a:pt x="525929" y="42501"/>
                  <a:pt x="525929" y="42126"/>
                </a:cubicBezTo>
                <a:cubicBezTo>
                  <a:pt x="525929" y="37995"/>
                  <a:pt x="524968" y="35086"/>
                  <a:pt x="523046" y="33397"/>
                </a:cubicBezTo>
                <a:cubicBezTo>
                  <a:pt x="520446" y="31106"/>
                  <a:pt x="516583" y="29961"/>
                  <a:pt x="511457" y="29961"/>
                </a:cubicBezTo>
                <a:cubicBezTo>
                  <a:pt x="506671" y="29961"/>
                  <a:pt x="503138" y="30800"/>
                  <a:pt x="500858" y="32477"/>
                </a:cubicBezTo>
                <a:cubicBezTo>
                  <a:pt x="498578" y="34154"/>
                  <a:pt x="496891" y="37122"/>
                  <a:pt x="495798" y="41380"/>
                </a:cubicBezTo>
                <a:lnTo>
                  <a:pt x="485849" y="40023"/>
                </a:lnTo>
                <a:cubicBezTo>
                  <a:pt x="486754" y="35752"/>
                  <a:pt x="488242" y="32302"/>
                  <a:pt x="490315" y="29675"/>
                </a:cubicBezTo>
                <a:cubicBezTo>
                  <a:pt x="492388" y="27047"/>
                  <a:pt x="495384" y="25025"/>
                  <a:pt x="499303" y="23608"/>
                </a:cubicBezTo>
                <a:cubicBezTo>
                  <a:pt x="503223" y="22190"/>
                  <a:pt x="507764" y="21481"/>
                  <a:pt x="512927" y="21481"/>
                </a:cubicBezTo>
                <a:cubicBezTo>
                  <a:pt x="518053" y="21481"/>
                  <a:pt x="522217" y="22084"/>
                  <a:pt x="525420" y="23290"/>
                </a:cubicBezTo>
                <a:cubicBezTo>
                  <a:pt x="528624" y="24496"/>
                  <a:pt x="530979" y="26013"/>
                  <a:pt x="532487" y="27841"/>
                </a:cubicBezTo>
                <a:cubicBezTo>
                  <a:pt x="533994" y="29669"/>
                  <a:pt x="535049" y="31977"/>
                  <a:pt x="535652" y="34766"/>
                </a:cubicBezTo>
                <a:cubicBezTo>
                  <a:pt x="535991" y="36500"/>
                  <a:pt x="536161" y="39628"/>
                  <a:pt x="536161" y="44150"/>
                </a:cubicBezTo>
                <a:lnTo>
                  <a:pt x="536161" y="57717"/>
                </a:lnTo>
                <a:cubicBezTo>
                  <a:pt x="536161" y="67177"/>
                  <a:pt x="536378" y="73160"/>
                  <a:pt x="536811" y="75666"/>
                </a:cubicBezTo>
                <a:cubicBezTo>
                  <a:pt x="537245" y="78172"/>
                  <a:pt x="538102" y="80574"/>
                  <a:pt x="539383" y="82873"/>
                </a:cubicBezTo>
                <a:lnTo>
                  <a:pt x="528756" y="82873"/>
                </a:lnTo>
                <a:cubicBezTo>
                  <a:pt x="527700" y="80761"/>
                  <a:pt x="527022" y="78290"/>
                  <a:pt x="526720" y="75461"/>
                </a:cubicBezTo>
                <a:moveTo>
                  <a:pt x="525873" y="52686"/>
                </a:moveTo>
                <a:cubicBezTo>
                  <a:pt x="522179" y="54207"/>
                  <a:pt x="516639" y="55499"/>
                  <a:pt x="509253" y="56562"/>
                </a:cubicBezTo>
                <a:cubicBezTo>
                  <a:pt x="505069" y="57167"/>
                  <a:pt x="502111" y="57849"/>
                  <a:pt x="500377" y="58606"/>
                </a:cubicBezTo>
                <a:cubicBezTo>
                  <a:pt x="498644" y="59362"/>
                  <a:pt x="497306" y="60469"/>
                  <a:pt x="496364" y="61927"/>
                </a:cubicBezTo>
                <a:cubicBezTo>
                  <a:pt x="495422" y="63384"/>
                  <a:pt x="494950" y="65002"/>
                  <a:pt x="494950" y="66780"/>
                </a:cubicBezTo>
                <a:cubicBezTo>
                  <a:pt x="494950" y="69504"/>
                  <a:pt x="495977" y="71775"/>
                  <a:pt x="498031" y="73592"/>
                </a:cubicBezTo>
                <a:cubicBezTo>
                  <a:pt x="500085" y="75408"/>
                  <a:pt x="503091" y="76316"/>
                  <a:pt x="507048" y="76316"/>
                </a:cubicBezTo>
                <a:cubicBezTo>
                  <a:pt x="510967" y="76316"/>
                  <a:pt x="514453" y="75454"/>
                  <a:pt x="517506" y="73731"/>
                </a:cubicBezTo>
                <a:cubicBezTo>
                  <a:pt x="520559" y="72008"/>
                  <a:pt x="522801" y="69651"/>
                  <a:pt x="524233" y="66660"/>
                </a:cubicBezTo>
                <a:cubicBezTo>
                  <a:pt x="525326" y="64349"/>
                  <a:pt x="525873" y="60941"/>
                  <a:pt x="525873" y="56435"/>
                </a:cubicBezTo>
                <a:lnTo>
                  <a:pt x="525873" y="52686"/>
                </a:lnTo>
                <a:close/>
                <a:moveTo>
                  <a:pt x="551995" y="29396"/>
                </a:moveTo>
                <a:lnTo>
                  <a:pt x="549395" y="13876"/>
                </a:lnTo>
                <a:lnTo>
                  <a:pt x="549395" y="0"/>
                </a:lnTo>
                <a:lnTo>
                  <a:pt x="560984" y="0"/>
                </a:lnTo>
                <a:lnTo>
                  <a:pt x="560984" y="13876"/>
                </a:lnTo>
                <a:lnTo>
                  <a:pt x="558270" y="29396"/>
                </a:lnTo>
                <a:lnTo>
                  <a:pt x="551995" y="29396"/>
                </a:lnTo>
                <a:close/>
                <a:moveTo>
                  <a:pt x="569970" y="64897"/>
                </a:moveTo>
                <a:lnTo>
                  <a:pt x="580032" y="63314"/>
                </a:lnTo>
                <a:cubicBezTo>
                  <a:pt x="580597" y="67329"/>
                  <a:pt x="582171" y="70405"/>
                  <a:pt x="584752" y="72544"/>
                </a:cubicBezTo>
                <a:cubicBezTo>
                  <a:pt x="587334" y="74682"/>
                  <a:pt x="590942" y="75751"/>
                  <a:pt x="595578" y="75751"/>
                </a:cubicBezTo>
                <a:cubicBezTo>
                  <a:pt x="600251" y="75751"/>
                  <a:pt x="603718" y="74807"/>
                  <a:pt x="605979" y="72919"/>
                </a:cubicBezTo>
                <a:cubicBezTo>
                  <a:pt x="608241" y="71030"/>
                  <a:pt x="609371" y="68814"/>
                  <a:pt x="609371" y="66273"/>
                </a:cubicBezTo>
                <a:cubicBezTo>
                  <a:pt x="609371" y="63992"/>
                  <a:pt x="608373" y="62197"/>
                  <a:pt x="606375" y="60888"/>
                </a:cubicBezTo>
                <a:cubicBezTo>
                  <a:pt x="604981" y="59991"/>
                  <a:pt x="601514" y="58850"/>
                  <a:pt x="595974" y="57467"/>
                </a:cubicBezTo>
                <a:cubicBezTo>
                  <a:pt x="588512" y="55581"/>
                  <a:pt x="583339" y="53950"/>
                  <a:pt x="580456" y="52573"/>
                </a:cubicBezTo>
                <a:cubicBezTo>
                  <a:pt x="577573" y="51196"/>
                  <a:pt x="575387" y="49291"/>
                  <a:pt x="573899" y="46858"/>
                </a:cubicBezTo>
                <a:cubicBezTo>
                  <a:pt x="572410" y="44425"/>
                  <a:pt x="571666" y="41738"/>
                  <a:pt x="571666" y="38796"/>
                </a:cubicBezTo>
                <a:cubicBezTo>
                  <a:pt x="571666" y="36118"/>
                  <a:pt x="572278" y="33637"/>
                  <a:pt x="573503" y="31355"/>
                </a:cubicBezTo>
                <a:cubicBezTo>
                  <a:pt x="574728" y="29072"/>
                  <a:pt x="576395" y="27177"/>
                  <a:pt x="578506" y="25668"/>
                </a:cubicBezTo>
                <a:cubicBezTo>
                  <a:pt x="580089" y="24499"/>
                  <a:pt x="582246" y="23509"/>
                  <a:pt x="584978" y="22699"/>
                </a:cubicBezTo>
                <a:cubicBezTo>
                  <a:pt x="587711" y="21887"/>
                  <a:pt x="590641" y="21481"/>
                  <a:pt x="593769" y="21481"/>
                </a:cubicBezTo>
                <a:cubicBezTo>
                  <a:pt x="598480" y="21481"/>
                  <a:pt x="602616" y="22165"/>
                  <a:pt x="606177" y="23531"/>
                </a:cubicBezTo>
                <a:cubicBezTo>
                  <a:pt x="609739" y="24896"/>
                  <a:pt x="612367" y="26745"/>
                  <a:pt x="614063" y="29080"/>
                </a:cubicBezTo>
                <a:cubicBezTo>
                  <a:pt x="615759" y="31413"/>
                  <a:pt x="616927" y="34533"/>
                  <a:pt x="617568" y="38441"/>
                </a:cubicBezTo>
                <a:lnTo>
                  <a:pt x="607619" y="39797"/>
                </a:lnTo>
                <a:cubicBezTo>
                  <a:pt x="607167" y="36707"/>
                  <a:pt x="605857" y="34295"/>
                  <a:pt x="603690" y="32561"/>
                </a:cubicBezTo>
                <a:cubicBezTo>
                  <a:pt x="601523" y="30828"/>
                  <a:pt x="598461" y="29961"/>
                  <a:pt x="594504" y="29961"/>
                </a:cubicBezTo>
                <a:cubicBezTo>
                  <a:pt x="589831" y="29961"/>
                  <a:pt x="586495" y="30730"/>
                  <a:pt x="584498" y="32268"/>
                </a:cubicBezTo>
                <a:cubicBezTo>
                  <a:pt x="582501" y="33805"/>
                  <a:pt x="581502" y="35605"/>
                  <a:pt x="581502" y="37669"/>
                </a:cubicBezTo>
                <a:cubicBezTo>
                  <a:pt x="581502" y="38981"/>
                  <a:pt x="581916" y="40162"/>
                  <a:pt x="582745" y="41212"/>
                </a:cubicBezTo>
                <a:cubicBezTo>
                  <a:pt x="583575" y="42299"/>
                  <a:pt x="584875" y="43199"/>
                  <a:pt x="586646" y="43912"/>
                </a:cubicBezTo>
                <a:cubicBezTo>
                  <a:pt x="587664" y="44287"/>
                  <a:pt x="590660" y="45150"/>
                  <a:pt x="595634" y="46500"/>
                </a:cubicBezTo>
                <a:cubicBezTo>
                  <a:pt x="602833" y="48421"/>
                  <a:pt x="607854" y="49993"/>
                  <a:pt x="610700" y="51216"/>
                </a:cubicBezTo>
                <a:cubicBezTo>
                  <a:pt x="613545" y="52440"/>
                  <a:pt x="615778" y="54220"/>
                  <a:pt x="617399" y="56555"/>
                </a:cubicBezTo>
                <a:cubicBezTo>
                  <a:pt x="619019" y="58889"/>
                  <a:pt x="619829" y="61788"/>
                  <a:pt x="619829" y="65252"/>
                </a:cubicBezTo>
                <a:cubicBezTo>
                  <a:pt x="619829" y="68641"/>
                  <a:pt x="618840" y="71833"/>
                  <a:pt x="616862" y="74827"/>
                </a:cubicBezTo>
                <a:cubicBezTo>
                  <a:pt x="614883" y="77819"/>
                  <a:pt x="612028" y="80135"/>
                  <a:pt x="608297" y="81773"/>
                </a:cubicBezTo>
                <a:cubicBezTo>
                  <a:pt x="604566" y="83411"/>
                  <a:pt x="600345" y="84230"/>
                  <a:pt x="595634" y="84230"/>
                </a:cubicBezTo>
                <a:cubicBezTo>
                  <a:pt x="587833" y="84230"/>
                  <a:pt x="581888" y="82605"/>
                  <a:pt x="577799" y="79354"/>
                </a:cubicBezTo>
                <a:cubicBezTo>
                  <a:pt x="573710" y="76104"/>
                  <a:pt x="571100" y="71285"/>
                  <a:pt x="569970" y="64897"/>
                </a:cubicBezTo>
                <a:close/>
                <a:moveTo>
                  <a:pt x="660301" y="52856"/>
                </a:moveTo>
                <a:cubicBezTo>
                  <a:pt x="660301" y="41738"/>
                  <a:pt x="663392" y="33504"/>
                  <a:pt x="669572" y="28152"/>
                </a:cubicBezTo>
                <a:cubicBezTo>
                  <a:pt x="674735" y="23705"/>
                  <a:pt x="681029" y="21481"/>
                  <a:pt x="688453" y="21481"/>
                </a:cubicBezTo>
                <a:cubicBezTo>
                  <a:pt x="696707" y="21481"/>
                  <a:pt x="703453" y="24186"/>
                  <a:pt x="708691" y="29594"/>
                </a:cubicBezTo>
                <a:cubicBezTo>
                  <a:pt x="713930" y="35002"/>
                  <a:pt x="716549" y="42473"/>
                  <a:pt x="716549" y="52008"/>
                </a:cubicBezTo>
                <a:cubicBezTo>
                  <a:pt x="716549" y="59734"/>
                  <a:pt x="715390" y="65811"/>
                  <a:pt x="713072" y="70239"/>
                </a:cubicBezTo>
                <a:cubicBezTo>
                  <a:pt x="710755" y="74667"/>
                  <a:pt x="707382" y="78106"/>
                  <a:pt x="702953" y="80556"/>
                </a:cubicBezTo>
                <a:cubicBezTo>
                  <a:pt x="698525" y="83005"/>
                  <a:pt x="693692" y="84230"/>
                  <a:pt x="688453" y="84230"/>
                </a:cubicBezTo>
                <a:cubicBezTo>
                  <a:pt x="680049" y="84230"/>
                  <a:pt x="673256" y="81535"/>
                  <a:pt x="668074" y="76146"/>
                </a:cubicBezTo>
                <a:cubicBezTo>
                  <a:pt x="662892" y="70757"/>
                  <a:pt x="660301" y="62994"/>
                  <a:pt x="660301" y="52856"/>
                </a:cubicBezTo>
                <a:moveTo>
                  <a:pt x="670759" y="52828"/>
                </a:moveTo>
                <a:cubicBezTo>
                  <a:pt x="670759" y="60487"/>
                  <a:pt x="672436" y="66223"/>
                  <a:pt x="675791" y="70034"/>
                </a:cubicBezTo>
                <a:cubicBezTo>
                  <a:pt x="679145" y="73845"/>
                  <a:pt x="683366" y="75751"/>
                  <a:pt x="688453" y="75751"/>
                </a:cubicBezTo>
                <a:cubicBezTo>
                  <a:pt x="693503" y="75751"/>
                  <a:pt x="697705" y="73836"/>
                  <a:pt x="701060" y="70006"/>
                </a:cubicBezTo>
                <a:cubicBezTo>
                  <a:pt x="704414" y="66176"/>
                  <a:pt x="706091" y="60337"/>
                  <a:pt x="706091" y="52490"/>
                </a:cubicBezTo>
                <a:cubicBezTo>
                  <a:pt x="706091" y="45093"/>
                  <a:pt x="704404" y="39489"/>
                  <a:pt x="701031" y="35678"/>
                </a:cubicBezTo>
                <a:cubicBezTo>
                  <a:pt x="697658" y="31867"/>
                  <a:pt x="693466" y="29961"/>
                  <a:pt x="688453" y="29961"/>
                </a:cubicBezTo>
                <a:cubicBezTo>
                  <a:pt x="683366" y="29961"/>
                  <a:pt x="679145" y="31857"/>
                  <a:pt x="675791" y="35649"/>
                </a:cubicBezTo>
                <a:cubicBezTo>
                  <a:pt x="672436" y="39442"/>
                  <a:pt x="670759" y="45168"/>
                  <a:pt x="670759" y="52828"/>
                </a:cubicBezTo>
                <a:close/>
                <a:moveTo>
                  <a:pt x="728369" y="82873"/>
                </a:moveTo>
                <a:lnTo>
                  <a:pt x="728369" y="22838"/>
                </a:lnTo>
                <a:lnTo>
                  <a:pt x="737527" y="22838"/>
                </a:lnTo>
                <a:lnTo>
                  <a:pt x="737527" y="31883"/>
                </a:lnTo>
                <a:cubicBezTo>
                  <a:pt x="739864" y="27648"/>
                  <a:pt x="742022" y="24856"/>
                  <a:pt x="744000" y="23506"/>
                </a:cubicBezTo>
                <a:cubicBezTo>
                  <a:pt x="745979" y="22156"/>
                  <a:pt x="748155" y="21481"/>
                  <a:pt x="750529" y="21481"/>
                </a:cubicBezTo>
                <a:cubicBezTo>
                  <a:pt x="753959" y="21481"/>
                  <a:pt x="757445" y="22570"/>
                  <a:pt x="760987" y="24746"/>
                </a:cubicBezTo>
                <a:lnTo>
                  <a:pt x="757483" y="34144"/>
                </a:lnTo>
                <a:cubicBezTo>
                  <a:pt x="754995" y="32674"/>
                  <a:pt x="752508" y="31940"/>
                  <a:pt x="750021" y="31940"/>
                </a:cubicBezTo>
                <a:cubicBezTo>
                  <a:pt x="747797" y="31940"/>
                  <a:pt x="745800" y="32610"/>
                  <a:pt x="744028" y="33950"/>
                </a:cubicBezTo>
                <a:cubicBezTo>
                  <a:pt x="742257" y="35289"/>
                  <a:pt x="740995" y="37147"/>
                  <a:pt x="740241" y="39523"/>
                </a:cubicBezTo>
                <a:cubicBezTo>
                  <a:pt x="739110" y="43145"/>
                  <a:pt x="738545" y="47106"/>
                  <a:pt x="738545" y="51407"/>
                </a:cubicBezTo>
                <a:lnTo>
                  <a:pt x="738545" y="82873"/>
                </a:lnTo>
                <a:lnTo>
                  <a:pt x="728369" y="82873"/>
                </a:lnTo>
                <a:close/>
                <a:moveTo>
                  <a:pt x="767103" y="11758"/>
                </a:moveTo>
                <a:lnTo>
                  <a:pt x="767103" y="0"/>
                </a:lnTo>
                <a:lnTo>
                  <a:pt x="777279" y="0"/>
                </a:lnTo>
                <a:lnTo>
                  <a:pt x="777279" y="11758"/>
                </a:lnTo>
                <a:lnTo>
                  <a:pt x="767103" y="11758"/>
                </a:lnTo>
                <a:moveTo>
                  <a:pt x="767103" y="82873"/>
                </a:moveTo>
                <a:lnTo>
                  <a:pt x="767103" y="22838"/>
                </a:lnTo>
                <a:lnTo>
                  <a:pt x="777279" y="22838"/>
                </a:lnTo>
                <a:lnTo>
                  <a:pt x="777279" y="82873"/>
                </a:lnTo>
                <a:lnTo>
                  <a:pt x="767103" y="82873"/>
                </a:lnTo>
                <a:close/>
                <a:moveTo>
                  <a:pt x="790906" y="87848"/>
                </a:moveTo>
                <a:lnTo>
                  <a:pt x="800799" y="89318"/>
                </a:lnTo>
                <a:cubicBezTo>
                  <a:pt x="801214" y="92370"/>
                  <a:pt x="802363" y="94594"/>
                  <a:pt x="804247" y="95988"/>
                </a:cubicBezTo>
                <a:cubicBezTo>
                  <a:pt x="806772" y="97873"/>
                  <a:pt x="810221" y="98815"/>
                  <a:pt x="814592" y="98815"/>
                </a:cubicBezTo>
                <a:cubicBezTo>
                  <a:pt x="819303" y="98815"/>
                  <a:pt x="822940" y="97870"/>
                  <a:pt x="825503" y="95981"/>
                </a:cubicBezTo>
                <a:cubicBezTo>
                  <a:pt x="828065" y="94093"/>
                  <a:pt x="829799" y="91449"/>
                  <a:pt x="830703" y="88049"/>
                </a:cubicBezTo>
                <a:cubicBezTo>
                  <a:pt x="831231" y="85973"/>
                  <a:pt x="831476" y="81611"/>
                  <a:pt x="831438" y="74963"/>
                </a:cubicBezTo>
                <a:cubicBezTo>
                  <a:pt x="826991" y="80236"/>
                  <a:pt x="821451" y="82873"/>
                  <a:pt x="814818" y="82873"/>
                </a:cubicBezTo>
                <a:cubicBezTo>
                  <a:pt x="806565" y="82873"/>
                  <a:pt x="800177" y="79896"/>
                  <a:pt x="795655" y="73942"/>
                </a:cubicBezTo>
                <a:cubicBezTo>
                  <a:pt x="791132" y="67987"/>
                  <a:pt x="788871" y="60845"/>
                  <a:pt x="788871" y="52517"/>
                </a:cubicBezTo>
                <a:cubicBezTo>
                  <a:pt x="788871" y="46788"/>
                  <a:pt x="789907" y="41503"/>
                  <a:pt x="791980" y="36660"/>
                </a:cubicBezTo>
                <a:cubicBezTo>
                  <a:pt x="794053" y="31817"/>
                  <a:pt x="797059" y="28077"/>
                  <a:pt x="800997" y="25439"/>
                </a:cubicBezTo>
                <a:cubicBezTo>
                  <a:pt x="804935" y="22801"/>
                  <a:pt x="809561" y="21481"/>
                  <a:pt x="814875" y="21481"/>
                </a:cubicBezTo>
                <a:cubicBezTo>
                  <a:pt x="821960" y="21481"/>
                  <a:pt x="827802" y="24365"/>
                  <a:pt x="832399" y="30131"/>
                </a:cubicBezTo>
                <a:lnTo>
                  <a:pt x="832399" y="22838"/>
                </a:lnTo>
                <a:lnTo>
                  <a:pt x="841783" y="22838"/>
                </a:lnTo>
                <a:lnTo>
                  <a:pt x="841783" y="74768"/>
                </a:lnTo>
                <a:cubicBezTo>
                  <a:pt x="841783" y="84121"/>
                  <a:pt x="840832" y="90748"/>
                  <a:pt x="838929" y="94651"/>
                </a:cubicBezTo>
                <a:cubicBezTo>
                  <a:pt x="837025" y="98554"/>
                  <a:pt x="834011" y="101637"/>
                  <a:pt x="829884" y="103899"/>
                </a:cubicBezTo>
                <a:cubicBezTo>
                  <a:pt x="825757" y="106163"/>
                  <a:pt x="820679" y="107294"/>
                  <a:pt x="814649" y="107294"/>
                </a:cubicBezTo>
                <a:cubicBezTo>
                  <a:pt x="807488" y="107294"/>
                  <a:pt x="801703" y="105679"/>
                  <a:pt x="797294" y="102447"/>
                </a:cubicBezTo>
                <a:cubicBezTo>
                  <a:pt x="792885" y="99215"/>
                  <a:pt x="790755" y="94349"/>
                  <a:pt x="790906" y="87848"/>
                </a:cubicBezTo>
                <a:moveTo>
                  <a:pt x="799329" y="51783"/>
                </a:moveTo>
                <a:cubicBezTo>
                  <a:pt x="799329" y="59640"/>
                  <a:pt x="800893" y="65373"/>
                  <a:pt x="804021" y="68981"/>
                </a:cubicBezTo>
                <a:cubicBezTo>
                  <a:pt x="807149" y="72590"/>
                  <a:pt x="811069" y="74394"/>
                  <a:pt x="815780" y="74394"/>
                </a:cubicBezTo>
                <a:cubicBezTo>
                  <a:pt x="820453" y="74394"/>
                  <a:pt x="824372" y="72599"/>
                  <a:pt x="827538" y="69009"/>
                </a:cubicBezTo>
                <a:cubicBezTo>
                  <a:pt x="830703" y="65420"/>
                  <a:pt x="832286" y="59790"/>
                  <a:pt x="832286" y="52121"/>
                </a:cubicBezTo>
                <a:cubicBezTo>
                  <a:pt x="832286" y="44791"/>
                  <a:pt x="830656" y="39265"/>
                  <a:pt x="827396" y="35543"/>
                </a:cubicBezTo>
                <a:cubicBezTo>
                  <a:pt x="824137" y="31822"/>
                  <a:pt x="820208" y="29961"/>
                  <a:pt x="815610" y="29961"/>
                </a:cubicBezTo>
                <a:cubicBezTo>
                  <a:pt x="811087" y="29961"/>
                  <a:pt x="807243" y="31794"/>
                  <a:pt x="804078" y="35459"/>
                </a:cubicBezTo>
                <a:cubicBezTo>
                  <a:pt x="800912" y="39124"/>
                  <a:pt x="799329" y="44565"/>
                  <a:pt x="799329" y="51783"/>
                </a:cubicBezTo>
                <a:close/>
                <a:moveTo>
                  <a:pt x="857222" y="11758"/>
                </a:moveTo>
                <a:lnTo>
                  <a:pt x="857222" y="0"/>
                </a:lnTo>
                <a:lnTo>
                  <a:pt x="867397" y="0"/>
                </a:lnTo>
                <a:lnTo>
                  <a:pt x="867397" y="11758"/>
                </a:lnTo>
                <a:lnTo>
                  <a:pt x="857222" y="11758"/>
                </a:lnTo>
                <a:moveTo>
                  <a:pt x="857222" y="82873"/>
                </a:moveTo>
                <a:lnTo>
                  <a:pt x="857222" y="22838"/>
                </a:lnTo>
                <a:lnTo>
                  <a:pt x="867397" y="22838"/>
                </a:lnTo>
                <a:lnTo>
                  <a:pt x="867397" y="82873"/>
                </a:lnTo>
                <a:lnTo>
                  <a:pt x="857222" y="82873"/>
                </a:lnTo>
                <a:close/>
                <a:moveTo>
                  <a:pt x="882890" y="82873"/>
                </a:moveTo>
                <a:lnTo>
                  <a:pt x="882890" y="22838"/>
                </a:lnTo>
                <a:lnTo>
                  <a:pt x="892048" y="22838"/>
                </a:lnTo>
                <a:lnTo>
                  <a:pt x="892048" y="31318"/>
                </a:lnTo>
                <a:cubicBezTo>
                  <a:pt x="896458" y="24760"/>
                  <a:pt x="902827" y="21481"/>
                  <a:pt x="911156" y="21481"/>
                </a:cubicBezTo>
                <a:cubicBezTo>
                  <a:pt x="914774" y="21481"/>
                  <a:pt x="918099" y="22132"/>
                  <a:pt x="921133" y="23432"/>
                </a:cubicBezTo>
                <a:cubicBezTo>
                  <a:pt x="924167" y="24732"/>
                  <a:pt x="926438" y="26437"/>
                  <a:pt x="927945" y="28548"/>
                </a:cubicBezTo>
                <a:cubicBezTo>
                  <a:pt x="929453" y="30658"/>
                  <a:pt x="930508" y="33164"/>
                  <a:pt x="931111" y="36066"/>
                </a:cubicBezTo>
                <a:cubicBezTo>
                  <a:pt x="931488" y="37951"/>
                  <a:pt x="931676" y="41248"/>
                  <a:pt x="931676" y="45959"/>
                </a:cubicBezTo>
                <a:lnTo>
                  <a:pt x="931676" y="82873"/>
                </a:lnTo>
                <a:lnTo>
                  <a:pt x="921501" y="82873"/>
                </a:lnTo>
                <a:lnTo>
                  <a:pt x="921501" y="46316"/>
                </a:lnTo>
                <a:cubicBezTo>
                  <a:pt x="921501" y="42166"/>
                  <a:pt x="921105" y="39062"/>
                  <a:pt x="920313" y="37006"/>
                </a:cubicBezTo>
                <a:cubicBezTo>
                  <a:pt x="919522" y="34950"/>
                  <a:pt x="918118" y="33309"/>
                  <a:pt x="916102" y="32083"/>
                </a:cubicBezTo>
                <a:cubicBezTo>
                  <a:pt x="914086" y="30857"/>
                  <a:pt x="911721" y="30244"/>
                  <a:pt x="909007" y="30244"/>
                </a:cubicBezTo>
                <a:cubicBezTo>
                  <a:pt x="904673" y="30244"/>
                  <a:pt x="900933" y="31621"/>
                  <a:pt x="897786" y="34376"/>
                </a:cubicBezTo>
                <a:cubicBezTo>
                  <a:pt x="894639" y="37129"/>
                  <a:pt x="893066" y="42354"/>
                  <a:pt x="893066" y="50050"/>
                </a:cubicBezTo>
                <a:lnTo>
                  <a:pt x="893066" y="82873"/>
                </a:lnTo>
                <a:lnTo>
                  <a:pt x="882890" y="82873"/>
                </a:lnTo>
                <a:close/>
                <a:moveTo>
                  <a:pt x="986459" y="75461"/>
                </a:moveTo>
                <a:cubicBezTo>
                  <a:pt x="982691" y="78667"/>
                  <a:pt x="979063" y="80930"/>
                  <a:pt x="975577" y="82250"/>
                </a:cubicBezTo>
                <a:cubicBezTo>
                  <a:pt x="972091" y="83570"/>
                  <a:pt x="968351" y="84230"/>
                  <a:pt x="964356" y="84230"/>
                </a:cubicBezTo>
                <a:cubicBezTo>
                  <a:pt x="957761" y="84230"/>
                  <a:pt x="952692" y="82618"/>
                  <a:pt x="949149" y="79393"/>
                </a:cubicBezTo>
                <a:cubicBezTo>
                  <a:pt x="945607" y="76169"/>
                  <a:pt x="943835" y="72048"/>
                  <a:pt x="943835" y="67033"/>
                </a:cubicBezTo>
                <a:cubicBezTo>
                  <a:pt x="943835" y="64092"/>
                  <a:pt x="944504" y="61405"/>
                  <a:pt x="945842" y="58973"/>
                </a:cubicBezTo>
                <a:cubicBezTo>
                  <a:pt x="947180" y="56540"/>
                  <a:pt x="948933" y="54588"/>
                  <a:pt x="951100" y="53117"/>
                </a:cubicBezTo>
                <a:cubicBezTo>
                  <a:pt x="953267" y="51646"/>
                  <a:pt x="955707" y="50534"/>
                  <a:pt x="958420" y="49780"/>
                </a:cubicBezTo>
                <a:cubicBezTo>
                  <a:pt x="960418" y="49251"/>
                  <a:pt x="963433" y="48742"/>
                  <a:pt x="967465" y="48252"/>
                </a:cubicBezTo>
                <a:cubicBezTo>
                  <a:pt x="975681" y="47279"/>
                  <a:pt x="981730" y="46119"/>
                  <a:pt x="985611" y="44772"/>
                </a:cubicBezTo>
                <a:cubicBezTo>
                  <a:pt x="985649" y="43383"/>
                  <a:pt x="985668" y="42501"/>
                  <a:pt x="985668" y="42126"/>
                </a:cubicBezTo>
                <a:cubicBezTo>
                  <a:pt x="985668" y="37995"/>
                  <a:pt x="984707" y="35086"/>
                  <a:pt x="982785" y="33397"/>
                </a:cubicBezTo>
                <a:cubicBezTo>
                  <a:pt x="980184" y="31106"/>
                  <a:pt x="976322" y="29961"/>
                  <a:pt x="971196" y="29961"/>
                </a:cubicBezTo>
                <a:cubicBezTo>
                  <a:pt x="966410" y="29961"/>
                  <a:pt x="962877" y="30800"/>
                  <a:pt x="960597" y="32477"/>
                </a:cubicBezTo>
                <a:cubicBezTo>
                  <a:pt x="958317" y="34154"/>
                  <a:pt x="956630" y="37122"/>
                  <a:pt x="955537" y="41380"/>
                </a:cubicBezTo>
                <a:lnTo>
                  <a:pt x="945588" y="40023"/>
                </a:lnTo>
                <a:cubicBezTo>
                  <a:pt x="946492" y="35752"/>
                  <a:pt x="947981" y="32302"/>
                  <a:pt x="950054" y="29675"/>
                </a:cubicBezTo>
                <a:cubicBezTo>
                  <a:pt x="952127" y="27047"/>
                  <a:pt x="955123" y="25025"/>
                  <a:pt x="959042" y="23608"/>
                </a:cubicBezTo>
                <a:cubicBezTo>
                  <a:pt x="962962" y="22190"/>
                  <a:pt x="967503" y="21481"/>
                  <a:pt x="972666" y="21481"/>
                </a:cubicBezTo>
                <a:cubicBezTo>
                  <a:pt x="977791" y="21481"/>
                  <a:pt x="981956" y="22084"/>
                  <a:pt x="985159" y="23290"/>
                </a:cubicBezTo>
                <a:cubicBezTo>
                  <a:pt x="988362" y="24496"/>
                  <a:pt x="990718" y="26013"/>
                  <a:pt x="992225" y="27841"/>
                </a:cubicBezTo>
                <a:cubicBezTo>
                  <a:pt x="993733" y="29669"/>
                  <a:pt x="994788" y="31977"/>
                  <a:pt x="995391" y="34766"/>
                </a:cubicBezTo>
                <a:cubicBezTo>
                  <a:pt x="995730" y="36500"/>
                  <a:pt x="995900" y="39628"/>
                  <a:pt x="995900" y="44150"/>
                </a:cubicBezTo>
                <a:lnTo>
                  <a:pt x="995900" y="57717"/>
                </a:lnTo>
                <a:cubicBezTo>
                  <a:pt x="995900" y="67177"/>
                  <a:pt x="996117" y="73160"/>
                  <a:pt x="996550" y="75666"/>
                </a:cubicBezTo>
                <a:cubicBezTo>
                  <a:pt x="996983" y="78172"/>
                  <a:pt x="997841" y="80574"/>
                  <a:pt x="999122" y="82873"/>
                </a:cubicBezTo>
                <a:lnTo>
                  <a:pt x="988494" y="82873"/>
                </a:lnTo>
                <a:cubicBezTo>
                  <a:pt x="987439" y="80761"/>
                  <a:pt x="986761" y="78290"/>
                  <a:pt x="986459" y="75461"/>
                </a:cubicBezTo>
                <a:moveTo>
                  <a:pt x="985611" y="52686"/>
                </a:moveTo>
                <a:cubicBezTo>
                  <a:pt x="981918" y="54207"/>
                  <a:pt x="976378" y="55499"/>
                  <a:pt x="968991" y="56562"/>
                </a:cubicBezTo>
                <a:cubicBezTo>
                  <a:pt x="964808" y="57167"/>
                  <a:pt x="961850" y="57849"/>
                  <a:pt x="960116" y="58606"/>
                </a:cubicBezTo>
                <a:cubicBezTo>
                  <a:pt x="958383" y="59362"/>
                  <a:pt x="957045" y="60469"/>
                  <a:pt x="956103" y="61927"/>
                </a:cubicBezTo>
                <a:cubicBezTo>
                  <a:pt x="955160" y="63384"/>
                  <a:pt x="954689" y="65002"/>
                  <a:pt x="954689" y="66780"/>
                </a:cubicBezTo>
                <a:cubicBezTo>
                  <a:pt x="954689" y="69504"/>
                  <a:pt x="955716" y="71775"/>
                  <a:pt x="957770" y="73592"/>
                </a:cubicBezTo>
                <a:cubicBezTo>
                  <a:pt x="959824" y="75408"/>
                  <a:pt x="962830" y="76316"/>
                  <a:pt x="966787" y="76316"/>
                </a:cubicBezTo>
                <a:cubicBezTo>
                  <a:pt x="970706" y="76316"/>
                  <a:pt x="974192" y="75454"/>
                  <a:pt x="977245" y="73731"/>
                </a:cubicBezTo>
                <a:cubicBezTo>
                  <a:pt x="980298" y="72008"/>
                  <a:pt x="982540" y="69651"/>
                  <a:pt x="983972" y="66660"/>
                </a:cubicBezTo>
                <a:cubicBezTo>
                  <a:pt x="985065" y="64349"/>
                  <a:pt x="985611" y="60941"/>
                  <a:pt x="985611" y="56435"/>
                </a:cubicBezTo>
                <a:lnTo>
                  <a:pt x="985611" y="52686"/>
                </a:lnTo>
                <a:close/>
                <a:moveTo>
                  <a:pt x="1011451" y="82873"/>
                </a:moveTo>
                <a:lnTo>
                  <a:pt x="1011451" y="0"/>
                </a:lnTo>
                <a:lnTo>
                  <a:pt x="1021627" y="0"/>
                </a:lnTo>
                <a:lnTo>
                  <a:pt x="1021627" y="82873"/>
                </a:lnTo>
                <a:lnTo>
                  <a:pt x="1011451" y="82873"/>
                </a:lnTo>
                <a:close/>
                <a:moveTo>
                  <a:pt x="1037459" y="11758"/>
                </a:moveTo>
                <a:lnTo>
                  <a:pt x="1037459" y="0"/>
                </a:lnTo>
                <a:lnTo>
                  <a:pt x="1047634" y="0"/>
                </a:lnTo>
                <a:lnTo>
                  <a:pt x="1047634" y="11758"/>
                </a:lnTo>
                <a:lnTo>
                  <a:pt x="1037459" y="11758"/>
                </a:lnTo>
                <a:moveTo>
                  <a:pt x="1037459" y="82873"/>
                </a:moveTo>
                <a:lnTo>
                  <a:pt x="1037459" y="22838"/>
                </a:lnTo>
                <a:lnTo>
                  <a:pt x="1047634" y="22838"/>
                </a:lnTo>
                <a:lnTo>
                  <a:pt x="1047634" y="82873"/>
                </a:lnTo>
                <a:lnTo>
                  <a:pt x="1037459" y="82873"/>
                </a:lnTo>
                <a:close/>
                <a:moveTo>
                  <a:pt x="1085344" y="73885"/>
                </a:moveTo>
                <a:lnTo>
                  <a:pt x="1086814" y="82873"/>
                </a:lnTo>
                <a:cubicBezTo>
                  <a:pt x="1083950" y="83401"/>
                  <a:pt x="1081387" y="83665"/>
                  <a:pt x="1079126" y="83665"/>
                </a:cubicBezTo>
                <a:cubicBezTo>
                  <a:pt x="1075432" y="83665"/>
                  <a:pt x="1072568" y="83081"/>
                  <a:pt x="1070533" y="81912"/>
                </a:cubicBezTo>
                <a:cubicBezTo>
                  <a:pt x="1068498" y="80744"/>
                  <a:pt x="1067066" y="79208"/>
                  <a:pt x="1066237" y="77305"/>
                </a:cubicBezTo>
                <a:cubicBezTo>
                  <a:pt x="1065408" y="75402"/>
                  <a:pt x="1064993" y="71398"/>
                  <a:pt x="1064993" y="65292"/>
                </a:cubicBezTo>
                <a:lnTo>
                  <a:pt x="1064993" y="30752"/>
                </a:lnTo>
                <a:lnTo>
                  <a:pt x="1057531" y="30752"/>
                </a:lnTo>
                <a:lnTo>
                  <a:pt x="1057531" y="22838"/>
                </a:lnTo>
                <a:lnTo>
                  <a:pt x="1064993" y="22838"/>
                </a:lnTo>
                <a:lnTo>
                  <a:pt x="1064993" y="7930"/>
                </a:lnTo>
                <a:lnTo>
                  <a:pt x="1075112" y="1809"/>
                </a:lnTo>
                <a:lnTo>
                  <a:pt x="1075112" y="22838"/>
                </a:lnTo>
                <a:lnTo>
                  <a:pt x="1085344" y="22838"/>
                </a:lnTo>
                <a:lnTo>
                  <a:pt x="1085344" y="30752"/>
                </a:lnTo>
                <a:lnTo>
                  <a:pt x="1075112" y="30752"/>
                </a:lnTo>
                <a:lnTo>
                  <a:pt x="1075112" y="65858"/>
                </a:lnTo>
                <a:cubicBezTo>
                  <a:pt x="1075112" y="68760"/>
                  <a:pt x="1075291" y="70625"/>
                  <a:pt x="1075649" y="71454"/>
                </a:cubicBezTo>
                <a:cubicBezTo>
                  <a:pt x="1076007" y="72283"/>
                  <a:pt x="1076591" y="72943"/>
                  <a:pt x="1077401" y="73433"/>
                </a:cubicBezTo>
                <a:cubicBezTo>
                  <a:pt x="1078212" y="73923"/>
                  <a:pt x="1079371" y="74168"/>
                  <a:pt x="1080878" y="74168"/>
                </a:cubicBezTo>
                <a:cubicBezTo>
                  <a:pt x="1082009" y="74168"/>
                  <a:pt x="1083497" y="74073"/>
                  <a:pt x="1085344" y="73885"/>
                </a:cubicBezTo>
                <a:close/>
                <a:moveTo>
                  <a:pt x="1094837" y="106051"/>
                </a:moveTo>
                <a:lnTo>
                  <a:pt x="1093707" y="96497"/>
                </a:lnTo>
                <a:cubicBezTo>
                  <a:pt x="1095930" y="97100"/>
                  <a:pt x="1097871" y="97402"/>
                  <a:pt x="1099529" y="97402"/>
                </a:cubicBezTo>
                <a:cubicBezTo>
                  <a:pt x="1101790" y="97402"/>
                  <a:pt x="1103599" y="97020"/>
                  <a:pt x="1104956" y="96257"/>
                </a:cubicBezTo>
                <a:cubicBezTo>
                  <a:pt x="1106313" y="95495"/>
                  <a:pt x="1107425" y="94427"/>
                  <a:pt x="1108291" y="93054"/>
                </a:cubicBezTo>
                <a:cubicBezTo>
                  <a:pt x="1108932" y="92025"/>
                  <a:pt x="1109969" y="89470"/>
                  <a:pt x="1111401" y="85391"/>
                </a:cubicBezTo>
                <a:cubicBezTo>
                  <a:pt x="1111589" y="84818"/>
                  <a:pt x="1111891" y="83979"/>
                  <a:pt x="1112305" y="82873"/>
                </a:cubicBezTo>
                <a:lnTo>
                  <a:pt x="1089523" y="22838"/>
                </a:lnTo>
                <a:lnTo>
                  <a:pt x="1100490" y="22838"/>
                </a:lnTo>
                <a:lnTo>
                  <a:pt x="1112983" y="57523"/>
                </a:lnTo>
                <a:cubicBezTo>
                  <a:pt x="1114604" y="61923"/>
                  <a:pt x="1116055" y="66548"/>
                  <a:pt x="1117336" y="71398"/>
                </a:cubicBezTo>
                <a:cubicBezTo>
                  <a:pt x="1118505" y="66735"/>
                  <a:pt x="1119899" y="62186"/>
                  <a:pt x="1121520" y="57749"/>
                </a:cubicBezTo>
                <a:lnTo>
                  <a:pt x="1134352" y="22838"/>
                </a:lnTo>
                <a:lnTo>
                  <a:pt x="1144527" y="22838"/>
                </a:lnTo>
                <a:lnTo>
                  <a:pt x="1121689" y="83932"/>
                </a:lnTo>
                <a:cubicBezTo>
                  <a:pt x="1119239" y="90531"/>
                  <a:pt x="1117336" y="95076"/>
                  <a:pt x="1115980" y="97564"/>
                </a:cubicBezTo>
                <a:cubicBezTo>
                  <a:pt x="1114171" y="100921"/>
                  <a:pt x="1112098" y="103381"/>
                  <a:pt x="1109761" y="104947"/>
                </a:cubicBezTo>
                <a:cubicBezTo>
                  <a:pt x="1107425" y="106512"/>
                  <a:pt x="1104636" y="107294"/>
                  <a:pt x="1101395" y="107294"/>
                </a:cubicBezTo>
                <a:cubicBezTo>
                  <a:pt x="1099435" y="107294"/>
                  <a:pt x="1097249" y="106880"/>
                  <a:pt x="1094837" y="106051"/>
                </a:cubicBezTo>
                <a:close/>
                <a:moveTo>
                  <a:pt x="1147469" y="82873"/>
                </a:moveTo>
                <a:lnTo>
                  <a:pt x="1147469" y="71228"/>
                </a:lnTo>
                <a:lnTo>
                  <a:pt x="1159058" y="71228"/>
                </a:lnTo>
                <a:lnTo>
                  <a:pt x="1159058" y="82873"/>
                </a:lnTo>
                <a:lnTo>
                  <a:pt x="1147469" y="82873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45E60-86BD-44C1-9FE8-2C224304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770" y="7526730"/>
            <a:ext cx="232150" cy="232152"/>
          </a:xfrm>
          <a:custGeom xmlns:a="http://schemas.openxmlformats.org/drawingml/2006/main">
            <a:pathLst>
              <a:path w="232150" h="232152">
                <a:moveTo>
                  <a:pt x="116075" y="0"/>
                </a:moveTo>
                <a:cubicBezTo>
                  <a:pt x="180139" y="0"/>
                  <a:pt x="232150" y="52011"/>
                  <a:pt x="232150" y="116075"/>
                </a:cubicBezTo>
                <a:cubicBezTo>
                  <a:pt x="232150" y="180139"/>
                  <a:pt x="180139" y="232152"/>
                  <a:pt x="116075" y="232152"/>
                </a:cubicBezTo>
                <a:cubicBezTo>
                  <a:pt x="52011" y="232152"/>
                  <a:pt x="0" y="180139"/>
                  <a:pt x="0" y="116075"/>
                </a:cubicBezTo>
                <a:cubicBezTo>
                  <a:pt x="0" y="52011"/>
                  <a:pt x="52011" y="0"/>
                  <a:pt x="116075" y="0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1">
            <a:extLst xmlns:a="http://schemas.openxmlformats.org/drawingml/2006/main">
              <a:ext uri="{FF2B5EF4-FFF2-40B4-BE49-F238E27FC236}">
                <a16:creationId xmlns:a16="http://schemas.microsoft.com/office/drawing/2014/main" id="{F1B27FCC-E72D-4825-85B3-FB296BCF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6952" y="7582205"/>
            <a:ext cx="53025" cy="121201"/>
          </a:xfrm>
          <a:custGeom xmlns:a="http://schemas.openxmlformats.org/drawingml/2006/main">
            <a:pathLst>
              <a:path w="53025" h="121201">
                <a:moveTo>
                  <a:pt x="53025" y="121201"/>
                </a:moveTo>
                <a:lnTo>
                  <a:pt x="29888" y="121201"/>
                </a:lnTo>
                <a:lnTo>
                  <a:pt x="29888" y="34101"/>
                </a:lnTo>
                <a:cubicBezTo>
                  <a:pt x="21435" y="42036"/>
                  <a:pt x="11472" y="47905"/>
                  <a:pt x="0" y="51708"/>
                </a:cubicBezTo>
                <a:lnTo>
                  <a:pt x="0" y="30630"/>
                </a:lnTo>
                <a:cubicBezTo>
                  <a:pt x="6038" y="28648"/>
                  <a:pt x="12598" y="24892"/>
                  <a:pt x="19679" y="19362"/>
                </a:cubicBezTo>
                <a:cubicBezTo>
                  <a:pt x="26760" y="13830"/>
                  <a:pt x="31618" y="7376"/>
                  <a:pt x="34252" y="0"/>
                </a:cubicBezTo>
                <a:lnTo>
                  <a:pt x="53025" y="0"/>
                </a:lnTo>
                <a:lnTo>
                  <a:pt x="53025" y="12120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188F3-0EC5-4942-9175-F49A2103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690" y="5945521"/>
            <a:ext cx="2088076" cy="767514"/>
          </a:xfrm>
          <a:custGeom xmlns:a="http://schemas.openxmlformats.org/drawingml/2006/main">
            <a:pathLst>
              <a:path w="2088076" h="767514">
                <a:moveTo>
                  <a:pt x="2088076" y="102248"/>
                </a:moveTo>
                <a:lnTo>
                  <a:pt x="2088076" y="665257"/>
                </a:lnTo>
                <a:cubicBezTo>
                  <a:pt x="2088076" y="721694"/>
                  <a:pt x="2042249" y="767514"/>
                  <a:pt x="1985809" y="767514"/>
                </a:cubicBezTo>
                <a:lnTo>
                  <a:pt x="102255" y="767514"/>
                </a:lnTo>
                <a:cubicBezTo>
                  <a:pt x="45819" y="767514"/>
                  <a:pt x="0" y="721694"/>
                  <a:pt x="0" y="665257"/>
                </a:cubicBezTo>
                <a:lnTo>
                  <a:pt x="0" y="102248"/>
                </a:lnTo>
                <a:cubicBezTo>
                  <a:pt x="0" y="45827"/>
                  <a:pt x="45819" y="0"/>
                  <a:pt x="102255" y="0"/>
                </a:cubicBezTo>
                <a:lnTo>
                  <a:pt x="1985809" y="0"/>
                </a:lnTo>
                <a:cubicBezTo>
                  <a:pt x="2042249" y="0"/>
                  <a:pt x="2088076" y="45827"/>
                  <a:pt x="2088076" y="102248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ab9165ecf46ef"/>
          <a:stretch xmlns:a="http://schemas.openxmlformats.org/drawingml/2006/main"/>
        </p:blipFill>
        <p:spPr>
          <a:xfrm xmlns:a="http://schemas.openxmlformats.org/drawingml/2006/main">
            <a:off x="1961269" y="5154897"/>
            <a:ext cx="1190156" cy="1185525"/>
          </a:xfrm>
          <a:prstGeom xmlns:a="http://schemas.openxmlformats.org/drawingml/2006/main" prst="rect">
            <a:avLst/>
          </a:prstGeom>
        </p:spPr>
      </p:pic>
      <p:sp>
        <p:nvSpPr>
          <p:cNvPr id="10" name="Text MEDIA">
            <a:extLst xmlns:a="http://schemas.openxmlformats.org/drawingml/2006/main">
              <a:ext uri="{FF2B5EF4-FFF2-40B4-BE49-F238E27FC236}">
                <a16:creationId xmlns:a16="http://schemas.microsoft.com/office/drawing/2014/main" id="{9383FCF4-8B12-499B-A492-728E7721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903" y="6035441"/>
            <a:ext cx="410126" cy="82873"/>
          </a:xfrm>
          <a:custGeom xmlns:a="http://schemas.openxmlformats.org/drawingml/2006/main">
            <a:pathLst>
              <a:path w="410126" h="82873">
                <a:moveTo>
                  <a:pt x="0" y="0"/>
                </a:moveTo>
                <a:lnTo>
                  <a:pt x="33692" y="0"/>
                </a:lnTo>
                <a:lnTo>
                  <a:pt x="46694" y="50425"/>
                </a:lnTo>
                <a:lnTo>
                  <a:pt x="59639" y="0"/>
                </a:lnTo>
                <a:lnTo>
                  <a:pt x="93218" y="0"/>
                </a:lnTo>
                <a:lnTo>
                  <a:pt x="93218" y="82873"/>
                </a:lnTo>
                <a:lnTo>
                  <a:pt x="72302" y="82873"/>
                </a:lnTo>
                <a:lnTo>
                  <a:pt x="72302" y="19673"/>
                </a:lnTo>
                <a:lnTo>
                  <a:pt x="56078" y="82873"/>
                </a:lnTo>
                <a:lnTo>
                  <a:pt x="37140" y="82873"/>
                </a:lnTo>
                <a:lnTo>
                  <a:pt x="20973" y="19673"/>
                </a:lnTo>
                <a:lnTo>
                  <a:pt x="20973" y="82873"/>
                </a:lnTo>
                <a:lnTo>
                  <a:pt x="0" y="82873"/>
                </a:lnTo>
                <a:lnTo>
                  <a:pt x="0" y="0"/>
                </a:lnTo>
                <a:close/>
                <a:moveTo>
                  <a:pt x="109494" y="0"/>
                </a:moveTo>
                <a:lnTo>
                  <a:pt x="178121" y="0"/>
                </a:lnTo>
                <a:lnTo>
                  <a:pt x="178121" y="17750"/>
                </a:lnTo>
                <a:lnTo>
                  <a:pt x="135158" y="17750"/>
                </a:lnTo>
                <a:lnTo>
                  <a:pt x="135158" y="30866"/>
                </a:lnTo>
                <a:lnTo>
                  <a:pt x="175012" y="30866"/>
                </a:lnTo>
                <a:lnTo>
                  <a:pt x="175012" y="47825"/>
                </a:lnTo>
                <a:lnTo>
                  <a:pt x="135158" y="47825"/>
                </a:lnTo>
                <a:lnTo>
                  <a:pt x="135158" y="64105"/>
                </a:lnTo>
                <a:lnTo>
                  <a:pt x="179365" y="64105"/>
                </a:lnTo>
                <a:lnTo>
                  <a:pt x="179365" y="82873"/>
                </a:lnTo>
                <a:lnTo>
                  <a:pt x="109494" y="82873"/>
                </a:lnTo>
                <a:lnTo>
                  <a:pt x="109494" y="0"/>
                </a:lnTo>
                <a:close/>
                <a:moveTo>
                  <a:pt x="193501" y="0"/>
                </a:moveTo>
                <a:lnTo>
                  <a:pt x="231546" y="0"/>
                </a:lnTo>
                <a:cubicBezTo>
                  <a:pt x="239046" y="0"/>
                  <a:pt x="245104" y="1018"/>
                  <a:pt x="249720" y="3053"/>
                </a:cubicBezTo>
                <a:cubicBezTo>
                  <a:pt x="254337" y="5088"/>
                  <a:pt x="258153" y="8008"/>
                  <a:pt x="261168" y="11815"/>
                </a:cubicBezTo>
                <a:cubicBezTo>
                  <a:pt x="264183" y="15621"/>
                  <a:pt x="266369" y="20049"/>
                  <a:pt x="267725" y="25099"/>
                </a:cubicBezTo>
                <a:cubicBezTo>
                  <a:pt x="269082" y="30149"/>
                  <a:pt x="269760" y="35501"/>
                  <a:pt x="269760" y="41154"/>
                </a:cubicBezTo>
                <a:cubicBezTo>
                  <a:pt x="269760" y="50010"/>
                  <a:pt x="268752" y="56879"/>
                  <a:pt x="266736" y="61759"/>
                </a:cubicBezTo>
                <a:cubicBezTo>
                  <a:pt x="264720" y="66640"/>
                  <a:pt x="261922" y="70729"/>
                  <a:pt x="258341" y="74026"/>
                </a:cubicBezTo>
                <a:cubicBezTo>
                  <a:pt x="254761" y="77324"/>
                  <a:pt x="250917" y="79519"/>
                  <a:pt x="246809" y="80612"/>
                </a:cubicBezTo>
                <a:cubicBezTo>
                  <a:pt x="241194" y="82120"/>
                  <a:pt x="236106" y="82873"/>
                  <a:pt x="231546" y="82873"/>
                </a:cubicBezTo>
                <a:lnTo>
                  <a:pt x="193501" y="82873"/>
                </a:lnTo>
                <a:lnTo>
                  <a:pt x="193501" y="0"/>
                </a:lnTo>
                <a:moveTo>
                  <a:pt x="219109" y="18768"/>
                </a:moveTo>
                <a:lnTo>
                  <a:pt x="219109" y="63992"/>
                </a:lnTo>
                <a:lnTo>
                  <a:pt x="225384" y="63992"/>
                </a:lnTo>
                <a:cubicBezTo>
                  <a:pt x="230736" y="63992"/>
                  <a:pt x="234542" y="63400"/>
                  <a:pt x="236803" y="62215"/>
                </a:cubicBezTo>
                <a:cubicBezTo>
                  <a:pt x="239065" y="61029"/>
                  <a:pt x="240836" y="58959"/>
                  <a:pt x="242117" y="56004"/>
                </a:cubicBezTo>
                <a:cubicBezTo>
                  <a:pt x="243399" y="53049"/>
                  <a:pt x="244039" y="48259"/>
                  <a:pt x="244039" y="41635"/>
                </a:cubicBezTo>
                <a:cubicBezTo>
                  <a:pt x="244039" y="32864"/>
                  <a:pt x="242607" y="26861"/>
                  <a:pt x="239743" y="23624"/>
                </a:cubicBezTo>
                <a:cubicBezTo>
                  <a:pt x="236879" y="20387"/>
                  <a:pt x="232130" y="18768"/>
                  <a:pt x="225497" y="18768"/>
                </a:cubicBezTo>
                <a:lnTo>
                  <a:pt x="219109" y="18768"/>
                </a:lnTo>
                <a:close/>
                <a:moveTo>
                  <a:pt x="284229" y="0"/>
                </a:moveTo>
                <a:lnTo>
                  <a:pt x="309893" y="0"/>
                </a:lnTo>
                <a:lnTo>
                  <a:pt x="309893" y="82873"/>
                </a:lnTo>
                <a:lnTo>
                  <a:pt x="284229" y="82873"/>
                </a:lnTo>
                <a:lnTo>
                  <a:pt x="284229" y="0"/>
                </a:lnTo>
                <a:close/>
                <a:moveTo>
                  <a:pt x="379261" y="69193"/>
                </a:moveTo>
                <a:lnTo>
                  <a:pt x="350091" y="69193"/>
                </a:lnTo>
                <a:lnTo>
                  <a:pt x="346077" y="82873"/>
                </a:lnTo>
                <a:lnTo>
                  <a:pt x="319904" y="82873"/>
                </a:lnTo>
                <a:lnTo>
                  <a:pt x="351052" y="0"/>
                </a:lnTo>
                <a:lnTo>
                  <a:pt x="378978" y="0"/>
                </a:lnTo>
                <a:lnTo>
                  <a:pt x="410126" y="82873"/>
                </a:lnTo>
                <a:lnTo>
                  <a:pt x="383331" y="82873"/>
                </a:lnTo>
                <a:lnTo>
                  <a:pt x="379261" y="69193"/>
                </a:lnTo>
                <a:moveTo>
                  <a:pt x="373890" y="51216"/>
                </a:moveTo>
                <a:lnTo>
                  <a:pt x="364732" y="21459"/>
                </a:lnTo>
                <a:lnTo>
                  <a:pt x="355631" y="51216"/>
                </a:lnTo>
                <a:lnTo>
                  <a:pt x="373890" y="51216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Contexualization">
            <a:extLst xmlns:a="http://schemas.openxmlformats.org/drawingml/2006/main">
              <a:ext uri="{FF2B5EF4-FFF2-40B4-BE49-F238E27FC236}">
                <a16:creationId xmlns:a16="http://schemas.microsoft.com/office/drawing/2014/main" id="{AEC06635-6514-4082-B782-F3D507F2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131" y="6194818"/>
            <a:ext cx="1750953" cy="143022"/>
          </a:xfrm>
          <a:custGeom xmlns:a="http://schemas.openxmlformats.org/drawingml/2006/main">
            <a:pathLst>
              <a:path w="1750953" h="143022">
                <a:moveTo>
                  <a:pt x="96949" y="84042"/>
                </a:moveTo>
                <a:lnTo>
                  <a:pt x="134354" y="95386"/>
                </a:lnTo>
                <a:cubicBezTo>
                  <a:pt x="131841" y="105887"/>
                  <a:pt x="127884" y="114660"/>
                  <a:pt x="122482" y="121705"/>
                </a:cubicBezTo>
                <a:cubicBezTo>
                  <a:pt x="117080" y="128748"/>
                  <a:pt x="110375" y="134061"/>
                  <a:pt x="102367" y="137645"/>
                </a:cubicBezTo>
                <a:cubicBezTo>
                  <a:pt x="94358" y="141229"/>
                  <a:pt x="84167" y="143022"/>
                  <a:pt x="71793" y="143022"/>
                </a:cubicBezTo>
                <a:cubicBezTo>
                  <a:pt x="56782" y="143022"/>
                  <a:pt x="44518" y="140838"/>
                  <a:pt x="35002" y="136471"/>
                </a:cubicBezTo>
                <a:cubicBezTo>
                  <a:pt x="25486" y="132101"/>
                  <a:pt x="17273" y="124418"/>
                  <a:pt x="10364" y="113420"/>
                </a:cubicBezTo>
                <a:cubicBezTo>
                  <a:pt x="3455" y="102420"/>
                  <a:pt x="0" y="88340"/>
                  <a:pt x="0" y="71181"/>
                </a:cubicBezTo>
                <a:cubicBezTo>
                  <a:pt x="0" y="48302"/>
                  <a:pt x="6077" y="30719"/>
                  <a:pt x="18231" y="18431"/>
                </a:cubicBezTo>
                <a:cubicBezTo>
                  <a:pt x="30385" y="6144"/>
                  <a:pt x="47580" y="0"/>
                  <a:pt x="69815" y="0"/>
                </a:cubicBezTo>
                <a:cubicBezTo>
                  <a:pt x="87214" y="0"/>
                  <a:pt x="100891" y="3516"/>
                  <a:pt x="110846" y="10549"/>
                </a:cubicBezTo>
                <a:cubicBezTo>
                  <a:pt x="120802" y="17582"/>
                  <a:pt x="128198" y="28383"/>
                  <a:pt x="133035" y="42951"/>
                </a:cubicBezTo>
                <a:lnTo>
                  <a:pt x="95348" y="51254"/>
                </a:lnTo>
                <a:cubicBezTo>
                  <a:pt x="94029" y="47087"/>
                  <a:pt x="92647" y="44039"/>
                  <a:pt x="91202" y="42109"/>
                </a:cubicBezTo>
                <a:cubicBezTo>
                  <a:pt x="88815" y="38876"/>
                  <a:pt x="85895" y="36389"/>
                  <a:pt x="82440" y="34648"/>
                </a:cubicBezTo>
                <a:cubicBezTo>
                  <a:pt x="78985" y="32905"/>
                  <a:pt x="75122" y="32034"/>
                  <a:pt x="70851" y="32034"/>
                </a:cubicBezTo>
                <a:cubicBezTo>
                  <a:pt x="61178" y="32034"/>
                  <a:pt x="53767" y="35928"/>
                  <a:pt x="48616" y="43717"/>
                </a:cubicBezTo>
                <a:cubicBezTo>
                  <a:pt x="44722" y="49495"/>
                  <a:pt x="42775" y="58572"/>
                  <a:pt x="42775" y="70945"/>
                </a:cubicBezTo>
                <a:cubicBezTo>
                  <a:pt x="42775" y="86271"/>
                  <a:pt x="45099" y="96777"/>
                  <a:pt x="49747" y="102461"/>
                </a:cubicBezTo>
                <a:cubicBezTo>
                  <a:pt x="54395" y="108146"/>
                  <a:pt x="60927" y="110988"/>
                  <a:pt x="69344" y="110988"/>
                </a:cubicBezTo>
                <a:cubicBezTo>
                  <a:pt x="77509" y="110988"/>
                  <a:pt x="83680" y="108687"/>
                  <a:pt x="87857" y="104086"/>
                </a:cubicBezTo>
                <a:cubicBezTo>
                  <a:pt x="92034" y="99485"/>
                  <a:pt x="95065" y="92804"/>
                  <a:pt x="96949" y="84042"/>
                </a:cubicBezTo>
                <a:close/>
                <a:moveTo>
                  <a:pt x="147820" y="90825"/>
                </a:moveTo>
                <a:cubicBezTo>
                  <a:pt x="147820" y="75562"/>
                  <a:pt x="152971" y="62984"/>
                  <a:pt x="163272" y="53091"/>
                </a:cubicBezTo>
                <a:cubicBezTo>
                  <a:pt x="173573" y="43199"/>
                  <a:pt x="187486" y="38252"/>
                  <a:pt x="205010" y="38252"/>
                </a:cubicBezTo>
                <a:cubicBezTo>
                  <a:pt x="225047" y="38252"/>
                  <a:pt x="240185" y="44062"/>
                  <a:pt x="250423" y="55682"/>
                </a:cubicBezTo>
                <a:cubicBezTo>
                  <a:pt x="258651" y="65041"/>
                  <a:pt x="262765" y="76567"/>
                  <a:pt x="262765" y="90260"/>
                </a:cubicBezTo>
                <a:cubicBezTo>
                  <a:pt x="262765" y="105649"/>
                  <a:pt x="257662" y="118258"/>
                  <a:pt x="247455" y="128088"/>
                </a:cubicBezTo>
                <a:cubicBezTo>
                  <a:pt x="237248" y="137918"/>
                  <a:pt x="223131" y="142833"/>
                  <a:pt x="205104" y="142833"/>
                </a:cubicBezTo>
                <a:cubicBezTo>
                  <a:pt x="189025" y="142833"/>
                  <a:pt x="176023" y="138750"/>
                  <a:pt x="166099" y="130585"/>
                </a:cubicBezTo>
                <a:cubicBezTo>
                  <a:pt x="153913" y="120472"/>
                  <a:pt x="147820" y="107219"/>
                  <a:pt x="147820" y="90825"/>
                </a:cubicBezTo>
                <a:moveTo>
                  <a:pt x="186261" y="90684"/>
                </a:moveTo>
                <a:cubicBezTo>
                  <a:pt x="186261" y="99587"/>
                  <a:pt x="188067" y="106171"/>
                  <a:pt x="191678" y="110434"/>
                </a:cubicBezTo>
                <a:cubicBezTo>
                  <a:pt x="195290" y="114698"/>
                  <a:pt x="199828" y="116829"/>
                  <a:pt x="205293" y="116829"/>
                </a:cubicBezTo>
                <a:cubicBezTo>
                  <a:pt x="210820" y="116829"/>
                  <a:pt x="215358" y="114729"/>
                  <a:pt x="218907" y="110528"/>
                </a:cubicBezTo>
                <a:cubicBezTo>
                  <a:pt x="222456" y="106328"/>
                  <a:pt x="224231" y="99587"/>
                  <a:pt x="224231" y="90307"/>
                </a:cubicBezTo>
                <a:cubicBezTo>
                  <a:pt x="224231" y="81655"/>
                  <a:pt x="222440" y="75213"/>
                  <a:pt x="218860" y="70981"/>
                </a:cubicBezTo>
                <a:cubicBezTo>
                  <a:pt x="215280" y="66749"/>
                  <a:pt x="210852" y="64633"/>
                  <a:pt x="205576" y="64633"/>
                </a:cubicBezTo>
                <a:cubicBezTo>
                  <a:pt x="199985" y="64633"/>
                  <a:pt x="195369" y="66780"/>
                  <a:pt x="191726" y="71075"/>
                </a:cubicBezTo>
                <a:cubicBezTo>
                  <a:pt x="188083" y="75370"/>
                  <a:pt x="186261" y="81906"/>
                  <a:pt x="186261" y="90684"/>
                </a:cubicBezTo>
                <a:close/>
                <a:moveTo>
                  <a:pt x="281214" y="40513"/>
                </a:moveTo>
                <a:lnTo>
                  <a:pt x="316922" y="40513"/>
                </a:lnTo>
                <a:lnTo>
                  <a:pt x="316922" y="56869"/>
                </a:lnTo>
                <a:cubicBezTo>
                  <a:pt x="322261" y="50191"/>
                  <a:pt x="327663" y="45420"/>
                  <a:pt x="333128" y="42554"/>
                </a:cubicBezTo>
                <a:cubicBezTo>
                  <a:pt x="338592" y="39686"/>
                  <a:pt x="345250" y="38252"/>
                  <a:pt x="353102" y="38252"/>
                </a:cubicBezTo>
                <a:cubicBezTo>
                  <a:pt x="363717" y="38252"/>
                  <a:pt x="372024" y="41408"/>
                  <a:pt x="378022" y="47721"/>
                </a:cubicBezTo>
                <a:cubicBezTo>
                  <a:pt x="384021" y="54034"/>
                  <a:pt x="387020" y="63785"/>
                  <a:pt x="387020" y="76975"/>
                </a:cubicBezTo>
                <a:lnTo>
                  <a:pt x="387020" y="140572"/>
                </a:lnTo>
                <a:lnTo>
                  <a:pt x="348485" y="140572"/>
                </a:lnTo>
                <a:lnTo>
                  <a:pt x="348485" y="85620"/>
                </a:lnTo>
                <a:cubicBezTo>
                  <a:pt x="348485" y="79348"/>
                  <a:pt x="347323" y="74911"/>
                  <a:pt x="344999" y="72309"/>
                </a:cubicBezTo>
                <a:cubicBezTo>
                  <a:pt x="342675" y="69704"/>
                  <a:pt x="339409" y="68402"/>
                  <a:pt x="335200" y="68402"/>
                </a:cubicBezTo>
                <a:cubicBezTo>
                  <a:pt x="330552" y="68402"/>
                  <a:pt x="326784" y="70158"/>
                  <a:pt x="323894" y="73672"/>
                </a:cubicBezTo>
                <a:cubicBezTo>
                  <a:pt x="321005" y="77183"/>
                  <a:pt x="319560" y="83487"/>
                  <a:pt x="319560" y="92583"/>
                </a:cubicBezTo>
                <a:lnTo>
                  <a:pt x="319560" y="140572"/>
                </a:lnTo>
                <a:lnTo>
                  <a:pt x="281214" y="140572"/>
                </a:lnTo>
                <a:lnTo>
                  <a:pt x="281214" y="40513"/>
                </a:lnTo>
                <a:close/>
                <a:moveTo>
                  <a:pt x="456157" y="2450"/>
                </a:moveTo>
                <a:lnTo>
                  <a:pt x="456157" y="40513"/>
                </a:lnTo>
                <a:lnTo>
                  <a:pt x="477262" y="40513"/>
                </a:lnTo>
                <a:lnTo>
                  <a:pt x="477262" y="68590"/>
                </a:lnTo>
                <a:lnTo>
                  <a:pt x="456157" y="68590"/>
                </a:lnTo>
                <a:lnTo>
                  <a:pt x="456157" y="104039"/>
                </a:lnTo>
                <a:cubicBezTo>
                  <a:pt x="456157" y="108303"/>
                  <a:pt x="456566" y="111123"/>
                  <a:pt x="457382" y="112501"/>
                </a:cubicBezTo>
                <a:cubicBezTo>
                  <a:pt x="458638" y="114633"/>
                  <a:pt x="460837" y="115699"/>
                  <a:pt x="463977" y="115699"/>
                </a:cubicBezTo>
                <a:cubicBezTo>
                  <a:pt x="466804" y="115699"/>
                  <a:pt x="470761" y="114884"/>
                  <a:pt x="475849" y="113255"/>
                </a:cubicBezTo>
                <a:lnTo>
                  <a:pt x="478675" y="139724"/>
                </a:lnTo>
                <a:cubicBezTo>
                  <a:pt x="469191" y="141797"/>
                  <a:pt x="460334" y="142833"/>
                  <a:pt x="452106" y="142833"/>
                </a:cubicBezTo>
                <a:cubicBezTo>
                  <a:pt x="442559" y="142833"/>
                  <a:pt x="435524" y="141610"/>
                  <a:pt x="431001" y="139165"/>
                </a:cubicBezTo>
                <a:cubicBezTo>
                  <a:pt x="426479" y="136717"/>
                  <a:pt x="423134" y="133000"/>
                  <a:pt x="420967" y="128015"/>
                </a:cubicBezTo>
                <a:cubicBezTo>
                  <a:pt x="418800" y="123027"/>
                  <a:pt x="417717" y="114950"/>
                  <a:pt x="417717" y="103783"/>
                </a:cubicBezTo>
                <a:lnTo>
                  <a:pt x="417717" y="68590"/>
                </a:lnTo>
                <a:lnTo>
                  <a:pt x="403584" y="68590"/>
                </a:lnTo>
                <a:lnTo>
                  <a:pt x="403584" y="40513"/>
                </a:lnTo>
                <a:lnTo>
                  <a:pt x="417717" y="40513"/>
                </a:lnTo>
                <a:lnTo>
                  <a:pt x="417717" y="22141"/>
                </a:lnTo>
                <a:lnTo>
                  <a:pt x="456157" y="2450"/>
                </a:lnTo>
                <a:close/>
                <a:moveTo>
                  <a:pt x="606613" y="100059"/>
                </a:moveTo>
                <a:lnTo>
                  <a:pt x="529732" y="100059"/>
                </a:lnTo>
                <a:cubicBezTo>
                  <a:pt x="530423" y="106185"/>
                  <a:pt x="532087" y="110748"/>
                  <a:pt x="534725" y="113749"/>
                </a:cubicBezTo>
                <a:cubicBezTo>
                  <a:pt x="538431" y="118064"/>
                  <a:pt x="543268" y="120221"/>
                  <a:pt x="549235" y="120221"/>
                </a:cubicBezTo>
                <a:cubicBezTo>
                  <a:pt x="553004" y="120221"/>
                  <a:pt x="556584" y="119289"/>
                  <a:pt x="559976" y="117424"/>
                </a:cubicBezTo>
                <a:cubicBezTo>
                  <a:pt x="562048" y="116242"/>
                  <a:pt x="564278" y="114160"/>
                  <a:pt x="566665" y="111176"/>
                </a:cubicBezTo>
                <a:lnTo>
                  <a:pt x="604446" y="114568"/>
                </a:lnTo>
                <a:cubicBezTo>
                  <a:pt x="598667" y="124651"/>
                  <a:pt x="591695" y="131883"/>
                  <a:pt x="583530" y="136264"/>
                </a:cubicBezTo>
                <a:cubicBezTo>
                  <a:pt x="575364" y="140644"/>
                  <a:pt x="563650" y="142833"/>
                  <a:pt x="548387" y="142833"/>
                </a:cubicBezTo>
                <a:cubicBezTo>
                  <a:pt x="535134" y="142833"/>
                  <a:pt x="524707" y="140964"/>
                  <a:pt x="517107" y="137227"/>
                </a:cubicBezTo>
                <a:cubicBezTo>
                  <a:pt x="509507" y="133490"/>
                  <a:pt x="503210" y="127554"/>
                  <a:pt x="498216" y="119420"/>
                </a:cubicBezTo>
                <a:cubicBezTo>
                  <a:pt x="493223" y="111286"/>
                  <a:pt x="490726" y="101723"/>
                  <a:pt x="490726" y="90731"/>
                </a:cubicBezTo>
                <a:cubicBezTo>
                  <a:pt x="490726" y="75091"/>
                  <a:pt x="495735" y="62435"/>
                  <a:pt x="505754" y="52762"/>
                </a:cubicBezTo>
                <a:cubicBezTo>
                  <a:pt x="515772" y="43089"/>
                  <a:pt x="529606" y="38252"/>
                  <a:pt x="547256" y="38252"/>
                </a:cubicBezTo>
                <a:cubicBezTo>
                  <a:pt x="561577" y="38252"/>
                  <a:pt x="572883" y="40419"/>
                  <a:pt x="581174" y="44753"/>
                </a:cubicBezTo>
                <a:cubicBezTo>
                  <a:pt x="589466" y="49087"/>
                  <a:pt x="595778" y="55368"/>
                  <a:pt x="600112" y="63597"/>
                </a:cubicBezTo>
                <a:cubicBezTo>
                  <a:pt x="604446" y="71825"/>
                  <a:pt x="606613" y="82534"/>
                  <a:pt x="606613" y="95725"/>
                </a:cubicBezTo>
                <a:lnTo>
                  <a:pt x="606613" y="100059"/>
                </a:lnTo>
                <a:moveTo>
                  <a:pt x="567607" y="81592"/>
                </a:moveTo>
                <a:cubicBezTo>
                  <a:pt x="566853" y="74247"/>
                  <a:pt x="564859" y="68988"/>
                  <a:pt x="561624" y="65814"/>
                </a:cubicBezTo>
                <a:cubicBezTo>
                  <a:pt x="558390" y="62640"/>
                  <a:pt x="554134" y="61053"/>
                  <a:pt x="548858" y="61053"/>
                </a:cubicBezTo>
                <a:cubicBezTo>
                  <a:pt x="542765" y="61053"/>
                  <a:pt x="537897" y="63449"/>
                  <a:pt x="534254" y="68243"/>
                </a:cubicBezTo>
                <a:cubicBezTo>
                  <a:pt x="531930" y="71230"/>
                  <a:pt x="530454" y="75680"/>
                  <a:pt x="529826" y="81592"/>
                </a:cubicBezTo>
                <a:lnTo>
                  <a:pt x="567607" y="81592"/>
                </a:lnTo>
                <a:close/>
                <a:moveTo>
                  <a:pt x="610568" y="40513"/>
                </a:moveTo>
                <a:lnTo>
                  <a:pt x="656075" y="40513"/>
                </a:lnTo>
                <a:lnTo>
                  <a:pt x="671997" y="68402"/>
                </a:lnTo>
                <a:lnTo>
                  <a:pt x="690464" y="40513"/>
                </a:lnTo>
                <a:lnTo>
                  <a:pt x="732767" y="40513"/>
                </a:lnTo>
                <a:lnTo>
                  <a:pt x="698661" y="88187"/>
                </a:lnTo>
                <a:lnTo>
                  <a:pt x="735217" y="140572"/>
                </a:lnTo>
                <a:lnTo>
                  <a:pt x="690464" y="140572"/>
                </a:lnTo>
                <a:lnTo>
                  <a:pt x="671997" y="108350"/>
                </a:lnTo>
                <a:lnTo>
                  <a:pt x="650233" y="140572"/>
                </a:lnTo>
                <a:lnTo>
                  <a:pt x="608683" y="140572"/>
                </a:lnTo>
                <a:lnTo>
                  <a:pt x="645051" y="88187"/>
                </a:lnTo>
                <a:lnTo>
                  <a:pt x="610568" y="40513"/>
                </a:lnTo>
                <a:close/>
                <a:moveTo>
                  <a:pt x="853347" y="140572"/>
                </a:moveTo>
                <a:lnTo>
                  <a:pt x="817545" y="140572"/>
                </a:lnTo>
                <a:lnTo>
                  <a:pt x="817545" y="124367"/>
                </a:lnTo>
                <a:cubicBezTo>
                  <a:pt x="812206" y="131025"/>
                  <a:pt x="806820" y="135767"/>
                  <a:pt x="801386" y="138593"/>
                </a:cubicBezTo>
                <a:cubicBezTo>
                  <a:pt x="795953" y="141420"/>
                  <a:pt x="789279" y="142833"/>
                  <a:pt x="781365" y="142833"/>
                </a:cubicBezTo>
                <a:cubicBezTo>
                  <a:pt x="770813" y="142833"/>
                  <a:pt x="762537" y="139677"/>
                  <a:pt x="756539" y="133364"/>
                </a:cubicBezTo>
                <a:cubicBezTo>
                  <a:pt x="750540" y="127052"/>
                  <a:pt x="747541" y="117332"/>
                  <a:pt x="747541" y="104204"/>
                </a:cubicBezTo>
                <a:lnTo>
                  <a:pt x="747541" y="40513"/>
                </a:lnTo>
                <a:lnTo>
                  <a:pt x="786076" y="40513"/>
                </a:lnTo>
                <a:lnTo>
                  <a:pt x="786076" y="95536"/>
                </a:lnTo>
                <a:cubicBezTo>
                  <a:pt x="786076" y="101817"/>
                  <a:pt x="787238" y="106277"/>
                  <a:pt x="789562" y="108915"/>
                </a:cubicBezTo>
                <a:cubicBezTo>
                  <a:pt x="791886" y="111553"/>
                  <a:pt x="795152" y="112872"/>
                  <a:pt x="799361" y="112872"/>
                </a:cubicBezTo>
                <a:cubicBezTo>
                  <a:pt x="803946" y="112872"/>
                  <a:pt x="807699" y="111113"/>
                  <a:pt x="810620" y="107596"/>
                </a:cubicBezTo>
                <a:cubicBezTo>
                  <a:pt x="813540" y="104078"/>
                  <a:pt x="815001" y="97766"/>
                  <a:pt x="815001" y="88658"/>
                </a:cubicBezTo>
                <a:lnTo>
                  <a:pt x="815001" y="40513"/>
                </a:lnTo>
                <a:lnTo>
                  <a:pt x="853347" y="40513"/>
                </a:lnTo>
                <a:lnTo>
                  <a:pt x="853347" y="140572"/>
                </a:lnTo>
                <a:close/>
                <a:moveTo>
                  <a:pt x="911556" y="72924"/>
                </a:moveTo>
                <a:lnTo>
                  <a:pt x="874905" y="68967"/>
                </a:lnTo>
                <a:cubicBezTo>
                  <a:pt x="876287" y="62580"/>
                  <a:pt x="878281" y="57555"/>
                  <a:pt x="880888" y="53892"/>
                </a:cubicBezTo>
                <a:cubicBezTo>
                  <a:pt x="883495" y="50228"/>
                  <a:pt x="887248" y="47050"/>
                  <a:pt x="892147" y="44359"/>
                </a:cubicBezTo>
                <a:cubicBezTo>
                  <a:pt x="895664" y="42417"/>
                  <a:pt x="900501" y="40915"/>
                  <a:pt x="906656" y="39851"/>
                </a:cubicBezTo>
                <a:cubicBezTo>
                  <a:pt x="912812" y="38785"/>
                  <a:pt x="919470" y="38252"/>
                  <a:pt x="926630" y="38252"/>
                </a:cubicBezTo>
                <a:cubicBezTo>
                  <a:pt x="938125" y="38252"/>
                  <a:pt x="947358" y="38896"/>
                  <a:pt x="954330" y="40184"/>
                </a:cubicBezTo>
                <a:cubicBezTo>
                  <a:pt x="961302" y="41471"/>
                  <a:pt x="967112" y="44156"/>
                  <a:pt x="971760" y="48239"/>
                </a:cubicBezTo>
                <a:cubicBezTo>
                  <a:pt x="975027" y="51066"/>
                  <a:pt x="977602" y="55070"/>
                  <a:pt x="979486" y="60252"/>
                </a:cubicBezTo>
                <a:cubicBezTo>
                  <a:pt x="981370" y="65434"/>
                  <a:pt x="982313" y="70380"/>
                  <a:pt x="982313" y="75091"/>
                </a:cubicBezTo>
                <a:lnTo>
                  <a:pt x="982313" y="119279"/>
                </a:lnTo>
                <a:cubicBezTo>
                  <a:pt x="982313" y="123990"/>
                  <a:pt x="982611" y="127680"/>
                  <a:pt x="983208" y="130349"/>
                </a:cubicBezTo>
                <a:cubicBezTo>
                  <a:pt x="983804" y="133019"/>
                  <a:pt x="985108" y="136426"/>
                  <a:pt x="987118" y="140572"/>
                </a:cubicBezTo>
                <a:lnTo>
                  <a:pt x="951127" y="140572"/>
                </a:lnTo>
                <a:cubicBezTo>
                  <a:pt x="949682" y="137997"/>
                  <a:pt x="948740" y="136034"/>
                  <a:pt x="948300" y="134683"/>
                </a:cubicBezTo>
                <a:cubicBezTo>
                  <a:pt x="947861" y="133333"/>
                  <a:pt x="947421" y="131213"/>
                  <a:pt x="946981" y="128324"/>
                </a:cubicBezTo>
                <a:cubicBezTo>
                  <a:pt x="941956" y="133160"/>
                  <a:pt x="936963" y="136615"/>
                  <a:pt x="932001" y="138688"/>
                </a:cubicBezTo>
                <a:cubicBezTo>
                  <a:pt x="925217" y="141451"/>
                  <a:pt x="917334" y="142833"/>
                  <a:pt x="908352" y="142833"/>
                </a:cubicBezTo>
                <a:cubicBezTo>
                  <a:pt x="896418" y="142833"/>
                  <a:pt x="887357" y="140065"/>
                  <a:pt x="881171" y="134530"/>
                </a:cubicBezTo>
                <a:cubicBezTo>
                  <a:pt x="874984" y="128995"/>
                  <a:pt x="871890" y="122171"/>
                  <a:pt x="871890" y="114059"/>
                </a:cubicBezTo>
                <a:cubicBezTo>
                  <a:pt x="871890" y="106447"/>
                  <a:pt x="874120" y="100188"/>
                  <a:pt x="878580" y="95283"/>
                </a:cubicBezTo>
                <a:cubicBezTo>
                  <a:pt x="883039" y="90378"/>
                  <a:pt x="891268" y="86730"/>
                  <a:pt x="903264" y="84339"/>
                </a:cubicBezTo>
                <a:cubicBezTo>
                  <a:pt x="917648" y="81446"/>
                  <a:pt x="926976" y="79417"/>
                  <a:pt x="931247" y="78253"/>
                </a:cubicBezTo>
                <a:cubicBezTo>
                  <a:pt x="935518" y="77089"/>
                  <a:pt x="940041" y="75564"/>
                  <a:pt x="944814" y="73678"/>
                </a:cubicBezTo>
                <a:cubicBezTo>
                  <a:pt x="944814" y="69002"/>
                  <a:pt x="943841" y="65729"/>
                  <a:pt x="941893" y="63859"/>
                </a:cubicBezTo>
                <a:cubicBezTo>
                  <a:pt x="939946" y="61988"/>
                  <a:pt x="936523" y="61053"/>
                  <a:pt x="931624" y="61053"/>
                </a:cubicBezTo>
                <a:cubicBezTo>
                  <a:pt x="925343" y="61053"/>
                  <a:pt x="920632" y="62058"/>
                  <a:pt x="917491" y="64068"/>
                </a:cubicBezTo>
                <a:cubicBezTo>
                  <a:pt x="915042" y="65638"/>
                  <a:pt x="913063" y="68590"/>
                  <a:pt x="911556" y="72924"/>
                </a:cubicBezTo>
                <a:moveTo>
                  <a:pt x="944814" y="93086"/>
                </a:moveTo>
                <a:cubicBezTo>
                  <a:pt x="939538" y="94971"/>
                  <a:pt x="934042" y="96635"/>
                  <a:pt x="928326" y="98080"/>
                </a:cubicBezTo>
                <a:cubicBezTo>
                  <a:pt x="920538" y="100153"/>
                  <a:pt x="915607" y="102194"/>
                  <a:pt x="913534" y="104204"/>
                </a:cubicBezTo>
                <a:cubicBezTo>
                  <a:pt x="911399" y="106277"/>
                  <a:pt x="910331" y="108632"/>
                  <a:pt x="910331" y="111270"/>
                </a:cubicBezTo>
                <a:cubicBezTo>
                  <a:pt x="910331" y="114285"/>
                  <a:pt x="911383" y="116751"/>
                  <a:pt x="913487" y="118666"/>
                </a:cubicBezTo>
                <a:cubicBezTo>
                  <a:pt x="915591" y="120582"/>
                  <a:pt x="918685" y="121540"/>
                  <a:pt x="922767" y="121540"/>
                </a:cubicBezTo>
                <a:cubicBezTo>
                  <a:pt x="927039" y="121540"/>
                  <a:pt x="931011" y="120504"/>
                  <a:pt x="934686" y="118431"/>
                </a:cubicBezTo>
                <a:cubicBezTo>
                  <a:pt x="938360" y="116358"/>
                  <a:pt x="940967" y="113830"/>
                  <a:pt x="942506" y="110846"/>
                </a:cubicBezTo>
                <a:cubicBezTo>
                  <a:pt x="944045" y="107863"/>
                  <a:pt x="944814" y="103984"/>
                  <a:pt x="944814" y="99211"/>
                </a:cubicBezTo>
                <a:lnTo>
                  <a:pt x="944814" y="93086"/>
                </a:lnTo>
                <a:close/>
                <a:moveTo>
                  <a:pt x="1006603" y="2450"/>
                </a:moveTo>
                <a:lnTo>
                  <a:pt x="1045044" y="2450"/>
                </a:lnTo>
                <a:lnTo>
                  <a:pt x="1045044" y="140572"/>
                </a:lnTo>
                <a:lnTo>
                  <a:pt x="1006603" y="140572"/>
                </a:lnTo>
                <a:lnTo>
                  <a:pt x="1006603" y="2450"/>
                </a:lnTo>
                <a:close/>
                <a:moveTo>
                  <a:pt x="1070971" y="2450"/>
                </a:moveTo>
                <a:lnTo>
                  <a:pt x="1109317" y="2450"/>
                </a:lnTo>
                <a:lnTo>
                  <a:pt x="1109317" y="28454"/>
                </a:lnTo>
                <a:lnTo>
                  <a:pt x="1070971" y="28454"/>
                </a:lnTo>
                <a:lnTo>
                  <a:pt x="1070971" y="2450"/>
                </a:lnTo>
                <a:moveTo>
                  <a:pt x="1070971" y="40513"/>
                </a:moveTo>
                <a:lnTo>
                  <a:pt x="1109317" y="40513"/>
                </a:lnTo>
                <a:lnTo>
                  <a:pt x="1109317" y="140572"/>
                </a:lnTo>
                <a:lnTo>
                  <a:pt x="1070971" y="140572"/>
                </a:lnTo>
                <a:lnTo>
                  <a:pt x="1070971" y="40513"/>
                </a:lnTo>
                <a:close/>
                <a:moveTo>
                  <a:pt x="1129497" y="40513"/>
                </a:moveTo>
                <a:lnTo>
                  <a:pt x="1222301" y="40513"/>
                </a:lnTo>
                <a:lnTo>
                  <a:pt x="1222301" y="62937"/>
                </a:lnTo>
                <a:lnTo>
                  <a:pt x="1171801" y="114380"/>
                </a:lnTo>
                <a:lnTo>
                  <a:pt x="1225411" y="114380"/>
                </a:lnTo>
                <a:lnTo>
                  <a:pt x="1225411" y="140572"/>
                </a:lnTo>
                <a:lnTo>
                  <a:pt x="1125729" y="140572"/>
                </a:lnTo>
                <a:lnTo>
                  <a:pt x="1125729" y="115699"/>
                </a:lnTo>
                <a:lnTo>
                  <a:pt x="1173591" y="66706"/>
                </a:lnTo>
                <a:lnTo>
                  <a:pt x="1129497" y="66706"/>
                </a:lnTo>
                <a:lnTo>
                  <a:pt x="1129497" y="40513"/>
                </a:lnTo>
                <a:close/>
                <a:moveTo>
                  <a:pt x="1276109" y="72924"/>
                </a:moveTo>
                <a:lnTo>
                  <a:pt x="1239458" y="68967"/>
                </a:lnTo>
                <a:cubicBezTo>
                  <a:pt x="1240840" y="62580"/>
                  <a:pt x="1242834" y="57555"/>
                  <a:pt x="1245441" y="53892"/>
                </a:cubicBezTo>
                <a:cubicBezTo>
                  <a:pt x="1248048" y="50228"/>
                  <a:pt x="1251801" y="47050"/>
                  <a:pt x="1256700" y="44359"/>
                </a:cubicBezTo>
                <a:cubicBezTo>
                  <a:pt x="1260217" y="42417"/>
                  <a:pt x="1265054" y="40915"/>
                  <a:pt x="1271209" y="39851"/>
                </a:cubicBezTo>
                <a:cubicBezTo>
                  <a:pt x="1277365" y="38785"/>
                  <a:pt x="1284023" y="38252"/>
                  <a:pt x="1291183" y="38252"/>
                </a:cubicBezTo>
                <a:cubicBezTo>
                  <a:pt x="1302678" y="38252"/>
                  <a:pt x="1311911" y="38896"/>
                  <a:pt x="1318883" y="40184"/>
                </a:cubicBezTo>
                <a:cubicBezTo>
                  <a:pt x="1325855" y="41471"/>
                  <a:pt x="1331665" y="44156"/>
                  <a:pt x="1336313" y="48239"/>
                </a:cubicBezTo>
                <a:cubicBezTo>
                  <a:pt x="1339579" y="51066"/>
                  <a:pt x="1342155" y="55070"/>
                  <a:pt x="1344039" y="60252"/>
                </a:cubicBezTo>
                <a:cubicBezTo>
                  <a:pt x="1345923" y="65434"/>
                  <a:pt x="1346866" y="70380"/>
                  <a:pt x="1346866" y="75091"/>
                </a:cubicBezTo>
                <a:lnTo>
                  <a:pt x="1346866" y="119279"/>
                </a:lnTo>
                <a:cubicBezTo>
                  <a:pt x="1346866" y="123990"/>
                  <a:pt x="1347164" y="127680"/>
                  <a:pt x="1347761" y="130349"/>
                </a:cubicBezTo>
                <a:cubicBezTo>
                  <a:pt x="1348357" y="133019"/>
                  <a:pt x="1349661" y="136426"/>
                  <a:pt x="1351671" y="140572"/>
                </a:cubicBezTo>
                <a:lnTo>
                  <a:pt x="1315680" y="140572"/>
                </a:lnTo>
                <a:cubicBezTo>
                  <a:pt x="1314235" y="137997"/>
                  <a:pt x="1313293" y="136034"/>
                  <a:pt x="1312853" y="134683"/>
                </a:cubicBezTo>
                <a:cubicBezTo>
                  <a:pt x="1312414" y="133333"/>
                  <a:pt x="1311974" y="131213"/>
                  <a:pt x="1311534" y="128324"/>
                </a:cubicBezTo>
                <a:cubicBezTo>
                  <a:pt x="1306509" y="133160"/>
                  <a:pt x="1301516" y="136615"/>
                  <a:pt x="1296554" y="138688"/>
                </a:cubicBezTo>
                <a:cubicBezTo>
                  <a:pt x="1289770" y="141451"/>
                  <a:pt x="1281887" y="142833"/>
                  <a:pt x="1272905" y="142833"/>
                </a:cubicBezTo>
                <a:cubicBezTo>
                  <a:pt x="1260971" y="142833"/>
                  <a:pt x="1251910" y="140065"/>
                  <a:pt x="1245724" y="134530"/>
                </a:cubicBezTo>
                <a:cubicBezTo>
                  <a:pt x="1239537" y="128995"/>
                  <a:pt x="1236443" y="122171"/>
                  <a:pt x="1236443" y="114059"/>
                </a:cubicBezTo>
                <a:cubicBezTo>
                  <a:pt x="1236443" y="106447"/>
                  <a:pt x="1238673" y="100188"/>
                  <a:pt x="1243133" y="95283"/>
                </a:cubicBezTo>
                <a:cubicBezTo>
                  <a:pt x="1247592" y="90378"/>
                  <a:pt x="1255820" y="86730"/>
                  <a:pt x="1267817" y="84339"/>
                </a:cubicBezTo>
                <a:cubicBezTo>
                  <a:pt x="1282201" y="81446"/>
                  <a:pt x="1291529" y="79417"/>
                  <a:pt x="1295800" y="78253"/>
                </a:cubicBezTo>
                <a:cubicBezTo>
                  <a:pt x="1300071" y="77089"/>
                  <a:pt x="1304593" y="75564"/>
                  <a:pt x="1309367" y="73678"/>
                </a:cubicBezTo>
                <a:cubicBezTo>
                  <a:pt x="1309367" y="69002"/>
                  <a:pt x="1308394" y="65729"/>
                  <a:pt x="1306446" y="63859"/>
                </a:cubicBezTo>
                <a:cubicBezTo>
                  <a:pt x="1304499" y="61988"/>
                  <a:pt x="1301076" y="61053"/>
                  <a:pt x="1296177" y="61053"/>
                </a:cubicBezTo>
                <a:cubicBezTo>
                  <a:pt x="1289896" y="61053"/>
                  <a:pt x="1285185" y="62058"/>
                  <a:pt x="1282044" y="64068"/>
                </a:cubicBezTo>
                <a:cubicBezTo>
                  <a:pt x="1279595" y="65638"/>
                  <a:pt x="1277616" y="68590"/>
                  <a:pt x="1276109" y="72924"/>
                </a:cubicBezTo>
                <a:moveTo>
                  <a:pt x="1309367" y="93086"/>
                </a:moveTo>
                <a:cubicBezTo>
                  <a:pt x="1304091" y="94971"/>
                  <a:pt x="1298595" y="96635"/>
                  <a:pt x="1292879" y="98080"/>
                </a:cubicBezTo>
                <a:cubicBezTo>
                  <a:pt x="1285091" y="100153"/>
                  <a:pt x="1280160" y="102194"/>
                  <a:pt x="1278087" y="104204"/>
                </a:cubicBezTo>
                <a:cubicBezTo>
                  <a:pt x="1275951" y="106277"/>
                  <a:pt x="1274884" y="108632"/>
                  <a:pt x="1274884" y="111270"/>
                </a:cubicBezTo>
                <a:cubicBezTo>
                  <a:pt x="1274884" y="114285"/>
                  <a:pt x="1275936" y="116751"/>
                  <a:pt x="1278040" y="118666"/>
                </a:cubicBezTo>
                <a:cubicBezTo>
                  <a:pt x="1280144" y="120582"/>
                  <a:pt x="1283238" y="121540"/>
                  <a:pt x="1287320" y="121540"/>
                </a:cubicBezTo>
                <a:cubicBezTo>
                  <a:pt x="1291592" y="121540"/>
                  <a:pt x="1295564" y="120504"/>
                  <a:pt x="1299239" y="118431"/>
                </a:cubicBezTo>
                <a:cubicBezTo>
                  <a:pt x="1302913" y="116358"/>
                  <a:pt x="1305520" y="113830"/>
                  <a:pt x="1307059" y="110846"/>
                </a:cubicBezTo>
                <a:cubicBezTo>
                  <a:pt x="1308598" y="107863"/>
                  <a:pt x="1309367" y="103984"/>
                  <a:pt x="1309367" y="99211"/>
                </a:cubicBezTo>
                <a:lnTo>
                  <a:pt x="1309367" y="93086"/>
                </a:lnTo>
                <a:close/>
                <a:moveTo>
                  <a:pt x="1412817" y="2450"/>
                </a:moveTo>
                <a:lnTo>
                  <a:pt x="1412817" y="40513"/>
                </a:lnTo>
                <a:lnTo>
                  <a:pt x="1433922" y="40513"/>
                </a:lnTo>
                <a:lnTo>
                  <a:pt x="1433922" y="68590"/>
                </a:lnTo>
                <a:lnTo>
                  <a:pt x="1412817" y="68590"/>
                </a:lnTo>
                <a:lnTo>
                  <a:pt x="1412817" y="104039"/>
                </a:lnTo>
                <a:cubicBezTo>
                  <a:pt x="1412817" y="108303"/>
                  <a:pt x="1413226" y="111123"/>
                  <a:pt x="1414042" y="112501"/>
                </a:cubicBezTo>
                <a:cubicBezTo>
                  <a:pt x="1415298" y="114633"/>
                  <a:pt x="1417497" y="115699"/>
                  <a:pt x="1420637" y="115699"/>
                </a:cubicBezTo>
                <a:cubicBezTo>
                  <a:pt x="1423464" y="115699"/>
                  <a:pt x="1427421" y="114884"/>
                  <a:pt x="1432509" y="113255"/>
                </a:cubicBezTo>
                <a:lnTo>
                  <a:pt x="1435335" y="139724"/>
                </a:lnTo>
                <a:cubicBezTo>
                  <a:pt x="1425851" y="141797"/>
                  <a:pt x="1416994" y="142833"/>
                  <a:pt x="1408766" y="142833"/>
                </a:cubicBezTo>
                <a:cubicBezTo>
                  <a:pt x="1399219" y="142833"/>
                  <a:pt x="1392184" y="141610"/>
                  <a:pt x="1387661" y="139165"/>
                </a:cubicBezTo>
                <a:cubicBezTo>
                  <a:pt x="1383139" y="136717"/>
                  <a:pt x="1379794" y="133000"/>
                  <a:pt x="1377627" y="128015"/>
                </a:cubicBezTo>
                <a:cubicBezTo>
                  <a:pt x="1375460" y="123027"/>
                  <a:pt x="1374377" y="114950"/>
                  <a:pt x="1374377" y="103783"/>
                </a:cubicBezTo>
                <a:lnTo>
                  <a:pt x="1374377" y="68590"/>
                </a:lnTo>
                <a:lnTo>
                  <a:pt x="1360244" y="68590"/>
                </a:lnTo>
                <a:lnTo>
                  <a:pt x="1360244" y="40513"/>
                </a:lnTo>
                <a:lnTo>
                  <a:pt x="1374377" y="40513"/>
                </a:lnTo>
                <a:lnTo>
                  <a:pt x="1374377" y="22141"/>
                </a:lnTo>
                <a:lnTo>
                  <a:pt x="1412817" y="2450"/>
                </a:lnTo>
                <a:close/>
                <a:moveTo>
                  <a:pt x="1453604" y="2450"/>
                </a:moveTo>
                <a:lnTo>
                  <a:pt x="1491950" y="2450"/>
                </a:lnTo>
                <a:lnTo>
                  <a:pt x="1491950" y="28454"/>
                </a:lnTo>
                <a:lnTo>
                  <a:pt x="1453604" y="28454"/>
                </a:lnTo>
                <a:lnTo>
                  <a:pt x="1453604" y="2450"/>
                </a:lnTo>
                <a:moveTo>
                  <a:pt x="1453604" y="40513"/>
                </a:moveTo>
                <a:lnTo>
                  <a:pt x="1491950" y="40513"/>
                </a:lnTo>
                <a:lnTo>
                  <a:pt x="1491950" y="140572"/>
                </a:lnTo>
                <a:lnTo>
                  <a:pt x="1453604" y="140572"/>
                </a:lnTo>
                <a:lnTo>
                  <a:pt x="1453604" y="40513"/>
                </a:lnTo>
                <a:close/>
                <a:moveTo>
                  <a:pt x="1511754" y="90825"/>
                </a:moveTo>
                <a:cubicBezTo>
                  <a:pt x="1511754" y="75562"/>
                  <a:pt x="1516904" y="62984"/>
                  <a:pt x="1527205" y="53091"/>
                </a:cubicBezTo>
                <a:cubicBezTo>
                  <a:pt x="1537507" y="43199"/>
                  <a:pt x="1551419" y="38252"/>
                  <a:pt x="1568944" y="38252"/>
                </a:cubicBezTo>
                <a:cubicBezTo>
                  <a:pt x="1588980" y="38252"/>
                  <a:pt x="1604118" y="44062"/>
                  <a:pt x="1614356" y="55682"/>
                </a:cubicBezTo>
                <a:cubicBezTo>
                  <a:pt x="1622585" y="65041"/>
                  <a:pt x="1626699" y="76567"/>
                  <a:pt x="1626699" y="90260"/>
                </a:cubicBezTo>
                <a:cubicBezTo>
                  <a:pt x="1626699" y="105649"/>
                  <a:pt x="1621595" y="118258"/>
                  <a:pt x="1611388" y="128088"/>
                </a:cubicBezTo>
                <a:cubicBezTo>
                  <a:pt x="1601182" y="137918"/>
                  <a:pt x="1587065" y="142833"/>
                  <a:pt x="1569038" y="142833"/>
                </a:cubicBezTo>
                <a:cubicBezTo>
                  <a:pt x="1552958" y="142833"/>
                  <a:pt x="1539956" y="138750"/>
                  <a:pt x="1530032" y="130585"/>
                </a:cubicBezTo>
                <a:cubicBezTo>
                  <a:pt x="1517847" y="120472"/>
                  <a:pt x="1511754" y="107219"/>
                  <a:pt x="1511754" y="90825"/>
                </a:cubicBezTo>
                <a:moveTo>
                  <a:pt x="1550194" y="90684"/>
                </a:moveTo>
                <a:cubicBezTo>
                  <a:pt x="1550194" y="99587"/>
                  <a:pt x="1552000" y="106171"/>
                  <a:pt x="1555612" y="110434"/>
                </a:cubicBezTo>
                <a:cubicBezTo>
                  <a:pt x="1559224" y="114698"/>
                  <a:pt x="1563762" y="116829"/>
                  <a:pt x="1569226" y="116829"/>
                </a:cubicBezTo>
                <a:cubicBezTo>
                  <a:pt x="1574754" y="116829"/>
                  <a:pt x="1579292" y="114729"/>
                  <a:pt x="1582841" y="110528"/>
                </a:cubicBezTo>
                <a:cubicBezTo>
                  <a:pt x="1586390" y="106328"/>
                  <a:pt x="1588164" y="99587"/>
                  <a:pt x="1588164" y="90307"/>
                </a:cubicBezTo>
                <a:cubicBezTo>
                  <a:pt x="1588164" y="81655"/>
                  <a:pt x="1586374" y="75213"/>
                  <a:pt x="1582794" y="70981"/>
                </a:cubicBezTo>
                <a:cubicBezTo>
                  <a:pt x="1579213" y="66749"/>
                  <a:pt x="1574785" y="64633"/>
                  <a:pt x="1569509" y="64633"/>
                </a:cubicBezTo>
                <a:cubicBezTo>
                  <a:pt x="1563919" y="64633"/>
                  <a:pt x="1559302" y="66780"/>
                  <a:pt x="1555659" y="71075"/>
                </a:cubicBezTo>
                <a:cubicBezTo>
                  <a:pt x="1552016" y="75370"/>
                  <a:pt x="1550194" y="81906"/>
                  <a:pt x="1550194" y="90684"/>
                </a:cubicBezTo>
                <a:close/>
                <a:moveTo>
                  <a:pt x="1645147" y="40513"/>
                </a:moveTo>
                <a:lnTo>
                  <a:pt x="1680856" y="40513"/>
                </a:lnTo>
                <a:lnTo>
                  <a:pt x="1680856" y="56869"/>
                </a:lnTo>
                <a:cubicBezTo>
                  <a:pt x="1686195" y="50191"/>
                  <a:pt x="1691596" y="45420"/>
                  <a:pt x="1697061" y="42554"/>
                </a:cubicBezTo>
                <a:cubicBezTo>
                  <a:pt x="1702526" y="39686"/>
                  <a:pt x="1709184" y="38252"/>
                  <a:pt x="1717035" y="38252"/>
                </a:cubicBezTo>
                <a:cubicBezTo>
                  <a:pt x="1727650" y="38252"/>
                  <a:pt x="1735957" y="41408"/>
                  <a:pt x="1741955" y="47721"/>
                </a:cubicBezTo>
                <a:cubicBezTo>
                  <a:pt x="1747954" y="54034"/>
                  <a:pt x="1750953" y="63785"/>
                  <a:pt x="1750953" y="76975"/>
                </a:cubicBezTo>
                <a:lnTo>
                  <a:pt x="1750953" y="140572"/>
                </a:lnTo>
                <a:lnTo>
                  <a:pt x="1712418" y="140572"/>
                </a:lnTo>
                <a:lnTo>
                  <a:pt x="1712418" y="85620"/>
                </a:lnTo>
                <a:cubicBezTo>
                  <a:pt x="1712418" y="79348"/>
                  <a:pt x="1711256" y="74911"/>
                  <a:pt x="1708932" y="72309"/>
                </a:cubicBezTo>
                <a:cubicBezTo>
                  <a:pt x="1706608" y="69704"/>
                  <a:pt x="1703342" y="68402"/>
                  <a:pt x="1699134" y="68402"/>
                </a:cubicBezTo>
                <a:cubicBezTo>
                  <a:pt x="1694486" y="68402"/>
                  <a:pt x="1690717" y="70158"/>
                  <a:pt x="1687828" y="73672"/>
                </a:cubicBezTo>
                <a:cubicBezTo>
                  <a:pt x="1684938" y="77183"/>
                  <a:pt x="1683494" y="83487"/>
                  <a:pt x="1683494" y="92583"/>
                </a:cubicBezTo>
                <a:lnTo>
                  <a:pt x="1683494" y="140572"/>
                </a:lnTo>
                <a:lnTo>
                  <a:pt x="1645147" y="140572"/>
                </a:lnTo>
                <a:lnTo>
                  <a:pt x="1645147" y="40513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Theaccuracyofthemedia’scontext">
            <a:extLst xmlns:a="http://schemas.openxmlformats.org/drawingml/2006/main">
              <a:ext uri="{FF2B5EF4-FFF2-40B4-BE49-F238E27FC236}">
                <a16:creationId xmlns:a16="http://schemas.microsoft.com/office/drawing/2014/main" id="{20CE3C2B-F9A4-4464-B51D-3EF12560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843" y="6404956"/>
            <a:ext cx="1847702" cy="108651"/>
          </a:xfrm>
          <a:custGeom xmlns:a="http://schemas.openxmlformats.org/drawingml/2006/main">
            <a:pathLst>
              <a:path w="1847702" h="108651">
                <a:moveTo>
                  <a:pt x="27304" y="84230"/>
                </a:moveTo>
                <a:lnTo>
                  <a:pt x="27304" y="11136"/>
                </a:lnTo>
                <a:lnTo>
                  <a:pt x="0" y="11136"/>
                </a:lnTo>
                <a:lnTo>
                  <a:pt x="0" y="1357"/>
                </a:lnTo>
                <a:lnTo>
                  <a:pt x="65688" y="1357"/>
                </a:lnTo>
                <a:lnTo>
                  <a:pt x="65688" y="11136"/>
                </a:lnTo>
                <a:lnTo>
                  <a:pt x="38271" y="11136"/>
                </a:lnTo>
                <a:lnTo>
                  <a:pt x="38271" y="84230"/>
                </a:lnTo>
                <a:lnTo>
                  <a:pt x="27304" y="84230"/>
                </a:lnTo>
                <a:close/>
                <a:moveTo>
                  <a:pt x="75633" y="84230"/>
                </a:moveTo>
                <a:lnTo>
                  <a:pt x="75633" y="1357"/>
                </a:lnTo>
                <a:lnTo>
                  <a:pt x="85808" y="1357"/>
                </a:lnTo>
                <a:lnTo>
                  <a:pt x="85808" y="31092"/>
                </a:lnTo>
                <a:cubicBezTo>
                  <a:pt x="90557" y="25589"/>
                  <a:pt x="96549" y="22838"/>
                  <a:pt x="103785" y="22838"/>
                </a:cubicBezTo>
                <a:cubicBezTo>
                  <a:pt x="108232" y="22838"/>
                  <a:pt x="112095" y="23714"/>
                  <a:pt x="115374" y="25467"/>
                </a:cubicBezTo>
                <a:cubicBezTo>
                  <a:pt x="118652" y="27219"/>
                  <a:pt x="120998" y="29641"/>
                  <a:pt x="122412" y="32731"/>
                </a:cubicBezTo>
                <a:cubicBezTo>
                  <a:pt x="123825" y="35821"/>
                  <a:pt x="124532" y="40306"/>
                  <a:pt x="124532" y="46185"/>
                </a:cubicBezTo>
                <a:lnTo>
                  <a:pt x="124532" y="84230"/>
                </a:lnTo>
                <a:lnTo>
                  <a:pt x="114356" y="84230"/>
                </a:lnTo>
                <a:lnTo>
                  <a:pt x="114356" y="46185"/>
                </a:lnTo>
                <a:cubicBezTo>
                  <a:pt x="114356" y="41098"/>
                  <a:pt x="113254" y="37395"/>
                  <a:pt x="111049" y="35077"/>
                </a:cubicBezTo>
                <a:cubicBezTo>
                  <a:pt x="108844" y="32759"/>
                  <a:pt x="105726" y="31600"/>
                  <a:pt x="101693" y="31600"/>
                </a:cubicBezTo>
                <a:cubicBezTo>
                  <a:pt x="98678" y="31600"/>
                  <a:pt x="95842" y="32382"/>
                  <a:pt x="93186" y="33946"/>
                </a:cubicBezTo>
                <a:cubicBezTo>
                  <a:pt x="90529" y="35510"/>
                  <a:pt x="88635" y="37630"/>
                  <a:pt x="87504" y="40306"/>
                </a:cubicBezTo>
                <a:cubicBezTo>
                  <a:pt x="86374" y="42982"/>
                  <a:pt x="85808" y="46675"/>
                  <a:pt x="85808" y="51386"/>
                </a:cubicBezTo>
                <a:lnTo>
                  <a:pt x="85808" y="84230"/>
                </a:lnTo>
                <a:lnTo>
                  <a:pt x="75633" y="84230"/>
                </a:lnTo>
                <a:close/>
                <a:moveTo>
                  <a:pt x="181124" y="64897"/>
                </a:moveTo>
                <a:lnTo>
                  <a:pt x="191638" y="66197"/>
                </a:lnTo>
                <a:cubicBezTo>
                  <a:pt x="189980" y="72340"/>
                  <a:pt x="186909" y="77107"/>
                  <a:pt x="182424" y="80499"/>
                </a:cubicBezTo>
                <a:cubicBezTo>
                  <a:pt x="177939" y="83891"/>
                  <a:pt x="172211" y="85587"/>
                  <a:pt x="165239" y="85587"/>
                </a:cubicBezTo>
                <a:cubicBezTo>
                  <a:pt x="156458" y="85587"/>
                  <a:pt x="149495" y="82883"/>
                  <a:pt x="144351" y="77475"/>
                </a:cubicBezTo>
                <a:cubicBezTo>
                  <a:pt x="139207" y="72067"/>
                  <a:pt x="136634" y="64482"/>
                  <a:pt x="136634" y="54721"/>
                </a:cubicBezTo>
                <a:cubicBezTo>
                  <a:pt x="136634" y="44621"/>
                  <a:pt x="139235" y="36782"/>
                  <a:pt x="144436" y="31205"/>
                </a:cubicBezTo>
                <a:cubicBezTo>
                  <a:pt x="149636" y="25627"/>
                  <a:pt x="156382" y="22838"/>
                  <a:pt x="164673" y="22838"/>
                </a:cubicBezTo>
                <a:cubicBezTo>
                  <a:pt x="172701" y="22838"/>
                  <a:pt x="179258" y="25566"/>
                  <a:pt x="184346" y="31023"/>
                </a:cubicBezTo>
                <a:cubicBezTo>
                  <a:pt x="189434" y="36478"/>
                  <a:pt x="191978" y="44153"/>
                  <a:pt x="191978" y="54048"/>
                </a:cubicBezTo>
                <a:cubicBezTo>
                  <a:pt x="191978" y="54650"/>
                  <a:pt x="191959" y="55553"/>
                  <a:pt x="191921" y="56756"/>
                </a:cubicBezTo>
                <a:lnTo>
                  <a:pt x="147149" y="56756"/>
                </a:lnTo>
                <a:cubicBezTo>
                  <a:pt x="147526" y="63333"/>
                  <a:pt x="149391" y="68369"/>
                  <a:pt x="152746" y="71864"/>
                </a:cubicBezTo>
                <a:cubicBezTo>
                  <a:pt x="156100" y="75360"/>
                  <a:pt x="160283" y="77107"/>
                  <a:pt x="165295" y="77107"/>
                </a:cubicBezTo>
                <a:cubicBezTo>
                  <a:pt x="169026" y="77107"/>
                  <a:pt x="172211" y="76137"/>
                  <a:pt x="174849" y="74196"/>
                </a:cubicBezTo>
                <a:cubicBezTo>
                  <a:pt x="177487" y="72254"/>
                  <a:pt x="179579" y="69154"/>
                  <a:pt x="181124" y="64897"/>
                </a:cubicBezTo>
                <a:moveTo>
                  <a:pt x="147714" y="48277"/>
                </a:moveTo>
                <a:lnTo>
                  <a:pt x="181237" y="48277"/>
                </a:lnTo>
                <a:cubicBezTo>
                  <a:pt x="180785" y="43309"/>
                  <a:pt x="179503" y="39584"/>
                  <a:pt x="177393" y="37100"/>
                </a:cubicBezTo>
                <a:cubicBezTo>
                  <a:pt x="174152" y="33245"/>
                  <a:pt x="169950" y="31318"/>
                  <a:pt x="164787" y="31318"/>
                </a:cubicBezTo>
                <a:cubicBezTo>
                  <a:pt x="160113" y="31318"/>
                  <a:pt x="156185" y="32856"/>
                  <a:pt x="153000" y="35934"/>
                </a:cubicBezTo>
                <a:cubicBezTo>
                  <a:pt x="149815" y="39010"/>
                  <a:pt x="148054" y="43124"/>
                  <a:pt x="147714" y="48277"/>
                </a:cubicBezTo>
                <a:close/>
                <a:moveTo>
                  <a:pt x="275757" y="76818"/>
                </a:moveTo>
                <a:cubicBezTo>
                  <a:pt x="271989" y="80023"/>
                  <a:pt x="268361" y="82286"/>
                  <a:pt x="264875" y="83606"/>
                </a:cubicBezTo>
                <a:cubicBezTo>
                  <a:pt x="261389" y="84927"/>
                  <a:pt x="257649" y="85587"/>
                  <a:pt x="253654" y="85587"/>
                </a:cubicBezTo>
                <a:cubicBezTo>
                  <a:pt x="247059" y="85587"/>
                  <a:pt x="241990" y="83975"/>
                  <a:pt x="238447" y="80750"/>
                </a:cubicBezTo>
                <a:cubicBezTo>
                  <a:pt x="234905" y="77525"/>
                  <a:pt x="233133" y="73405"/>
                  <a:pt x="233133" y="68389"/>
                </a:cubicBezTo>
                <a:cubicBezTo>
                  <a:pt x="233133" y="65448"/>
                  <a:pt x="233802" y="62762"/>
                  <a:pt x="235140" y="60330"/>
                </a:cubicBezTo>
                <a:cubicBezTo>
                  <a:pt x="236478" y="57897"/>
                  <a:pt x="238231" y="55945"/>
                  <a:pt x="240398" y="54474"/>
                </a:cubicBezTo>
                <a:cubicBezTo>
                  <a:pt x="242565" y="53003"/>
                  <a:pt x="245005" y="51891"/>
                  <a:pt x="247718" y="51137"/>
                </a:cubicBezTo>
                <a:cubicBezTo>
                  <a:pt x="249716" y="50608"/>
                  <a:pt x="252731" y="50099"/>
                  <a:pt x="256763" y="49609"/>
                </a:cubicBezTo>
                <a:cubicBezTo>
                  <a:pt x="264979" y="48636"/>
                  <a:pt x="271028" y="47476"/>
                  <a:pt x="274909" y="46129"/>
                </a:cubicBezTo>
                <a:cubicBezTo>
                  <a:pt x="274947" y="44740"/>
                  <a:pt x="274966" y="43858"/>
                  <a:pt x="274966" y="43482"/>
                </a:cubicBezTo>
                <a:cubicBezTo>
                  <a:pt x="274966" y="39352"/>
                  <a:pt x="274005" y="36443"/>
                  <a:pt x="272083" y="34754"/>
                </a:cubicBezTo>
                <a:cubicBezTo>
                  <a:pt x="269482" y="32463"/>
                  <a:pt x="265620" y="31318"/>
                  <a:pt x="260494" y="31318"/>
                </a:cubicBezTo>
                <a:cubicBezTo>
                  <a:pt x="255708" y="31318"/>
                  <a:pt x="252175" y="32156"/>
                  <a:pt x="249895" y="33833"/>
                </a:cubicBezTo>
                <a:cubicBezTo>
                  <a:pt x="247615" y="35510"/>
                  <a:pt x="245928" y="38478"/>
                  <a:pt x="244835" y="42737"/>
                </a:cubicBezTo>
                <a:lnTo>
                  <a:pt x="234886" y="41380"/>
                </a:lnTo>
                <a:cubicBezTo>
                  <a:pt x="235790" y="37109"/>
                  <a:pt x="237279" y="33659"/>
                  <a:pt x="239352" y="31032"/>
                </a:cubicBezTo>
                <a:cubicBezTo>
                  <a:pt x="241425" y="28404"/>
                  <a:pt x="244421" y="26382"/>
                  <a:pt x="248340" y="24965"/>
                </a:cubicBezTo>
                <a:cubicBezTo>
                  <a:pt x="252260" y="23547"/>
                  <a:pt x="256801" y="22838"/>
                  <a:pt x="261964" y="22838"/>
                </a:cubicBezTo>
                <a:cubicBezTo>
                  <a:pt x="267089" y="22838"/>
                  <a:pt x="271254" y="23441"/>
                  <a:pt x="274457" y="24647"/>
                </a:cubicBezTo>
                <a:cubicBezTo>
                  <a:pt x="277660" y="25853"/>
                  <a:pt x="280016" y="27370"/>
                  <a:pt x="281523" y="29198"/>
                </a:cubicBezTo>
                <a:cubicBezTo>
                  <a:pt x="283031" y="31026"/>
                  <a:pt x="284086" y="33334"/>
                  <a:pt x="284689" y="36123"/>
                </a:cubicBezTo>
                <a:cubicBezTo>
                  <a:pt x="285028" y="37856"/>
                  <a:pt x="285198" y="40984"/>
                  <a:pt x="285198" y="45507"/>
                </a:cubicBezTo>
                <a:lnTo>
                  <a:pt x="285198" y="59074"/>
                </a:lnTo>
                <a:cubicBezTo>
                  <a:pt x="285198" y="68534"/>
                  <a:pt x="285415" y="74516"/>
                  <a:pt x="285848" y="77022"/>
                </a:cubicBezTo>
                <a:cubicBezTo>
                  <a:pt x="286281" y="79529"/>
                  <a:pt x="287139" y="81931"/>
                  <a:pt x="288420" y="84230"/>
                </a:cubicBezTo>
                <a:lnTo>
                  <a:pt x="277792" y="84230"/>
                </a:lnTo>
                <a:cubicBezTo>
                  <a:pt x="276737" y="82117"/>
                  <a:pt x="276059" y="79646"/>
                  <a:pt x="275757" y="76818"/>
                </a:cubicBezTo>
                <a:moveTo>
                  <a:pt x="274909" y="54043"/>
                </a:moveTo>
                <a:cubicBezTo>
                  <a:pt x="271216" y="55563"/>
                  <a:pt x="265676" y="56855"/>
                  <a:pt x="258289" y="57919"/>
                </a:cubicBezTo>
                <a:cubicBezTo>
                  <a:pt x="254106" y="58524"/>
                  <a:pt x="251148" y="59205"/>
                  <a:pt x="249414" y="59963"/>
                </a:cubicBezTo>
                <a:cubicBezTo>
                  <a:pt x="247681" y="60719"/>
                  <a:pt x="246343" y="61826"/>
                  <a:pt x="245401" y="63284"/>
                </a:cubicBezTo>
                <a:cubicBezTo>
                  <a:pt x="244458" y="64741"/>
                  <a:pt x="243987" y="66358"/>
                  <a:pt x="243987" y="68137"/>
                </a:cubicBezTo>
                <a:cubicBezTo>
                  <a:pt x="243987" y="70861"/>
                  <a:pt x="245014" y="73131"/>
                  <a:pt x="247068" y="74949"/>
                </a:cubicBezTo>
                <a:cubicBezTo>
                  <a:pt x="249122" y="76765"/>
                  <a:pt x="252128" y="77673"/>
                  <a:pt x="256085" y="77673"/>
                </a:cubicBezTo>
                <a:cubicBezTo>
                  <a:pt x="260004" y="77673"/>
                  <a:pt x="263490" y="76811"/>
                  <a:pt x="266543" y="75088"/>
                </a:cubicBezTo>
                <a:cubicBezTo>
                  <a:pt x="269596" y="73365"/>
                  <a:pt x="271838" y="71008"/>
                  <a:pt x="273270" y="68017"/>
                </a:cubicBezTo>
                <a:cubicBezTo>
                  <a:pt x="274363" y="65706"/>
                  <a:pt x="274909" y="62298"/>
                  <a:pt x="274909" y="57792"/>
                </a:cubicBezTo>
                <a:lnTo>
                  <a:pt x="274909" y="54043"/>
                </a:lnTo>
                <a:close/>
                <a:moveTo>
                  <a:pt x="340151" y="62183"/>
                </a:moveTo>
                <a:lnTo>
                  <a:pt x="350157" y="63483"/>
                </a:lnTo>
                <a:cubicBezTo>
                  <a:pt x="349064" y="70398"/>
                  <a:pt x="346265" y="75811"/>
                  <a:pt x="341762" y="79722"/>
                </a:cubicBezTo>
                <a:cubicBezTo>
                  <a:pt x="337258" y="83632"/>
                  <a:pt x="331728" y="85587"/>
                  <a:pt x="325170" y="85587"/>
                </a:cubicBezTo>
                <a:cubicBezTo>
                  <a:pt x="316955" y="85587"/>
                  <a:pt x="310350" y="82902"/>
                  <a:pt x="305356" y="77531"/>
                </a:cubicBezTo>
                <a:cubicBezTo>
                  <a:pt x="300363" y="72161"/>
                  <a:pt x="297866" y="64463"/>
                  <a:pt x="297866" y="54439"/>
                </a:cubicBezTo>
                <a:cubicBezTo>
                  <a:pt x="297866" y="47957"/>
                  <a:pt x="298940" y="42285"/>
                  <a:pt x="301088" y="37423"/>
                </a:cubicBezTo>
                <a:cubicBezTo>
                  <a:pt x="303237" y="32561"/>
                  <a:pt x="306506" y="28915"/>
                  <a:pt x="310896" y="26484"/>
                </a:cubicBezTo>
                <a:cubicBezTo>
                  <a:pt x="315287" y="24054"/>
                  <a:pt x="320064" y="22838"/>
                  <a:pt x="325227" y="22838"/>
                </a:cubicBezTo>
                <a:cubicBezTo>
                  <a:pt x="331747" y="22838"/>
                  <a:pt x="337079" y="24492"/>
                  <a:pt x="341225" y="27801"/>
                </a:cubicBezTo>
                <a:cubicBezTo>
                  <a:pt x="345370" y="31108"/>
                  <a:pt x="348027" y="35804"/>
                  <a:pt x="349196" y="41889"/>
                </a:cubicBezTo>
                <a:lnTo>
                  <a:pt x="339303" y="43415"/>
                </a:lnTo>
                <a:cubicBezTo>
                  <a:pt x="338361" y="39402"/>
                  <a:pt x="336693" y="36382"/>
                  <a:pt x="334300" y="34356"/>
                </a:cubicBezTo>
                <a:cubicBezTo>
                  <a:pt x="331907" y="32331"/>
                  <a:pt x="329014" y="31318"/>
                  <a:pt x="325623" y="31318"/>
                </a:cubicBezTo>
                <a:cubicBezTo>
                  <a:pt x="320497" y="31318"/>
                  <a:pt x="316333" y="33146"/>
                  <a:pt x="313129" y="36803"/>
                </a:cubicBezTo>
                <a:cubicBezTo>
                  <a:pt x="309926" y="40459"/>
                  <a:pt x="308324" y="46243"/>
                  <a:pt x="308324" y="54156"/>
                </a:cubicBezTo>
                <a:cubicBezTo>
                  <a:pt x="308324" y="62182"/>
                  <a:pt x="309869" y="68014"/>
                  <a:pt x="312960" y="71652"/>
                </a:cubicBezTo>
                <a:cubicBezTo>
                  <a:pt x="316050" y="75289"/>
                  <a:pt x="320083" y="77107"/>
                  <a:pt x="325057" y="77107"/>
                </a:cubicBezTo>
                <a:cubicBezTo>
                  <a:pt x="329052" y="77107"/>
                  <a:pt x="332387" y="75887"/>
                  <a:pt x="335063" y="73447"/>
                </a:cubicBezTo>
                <a:cubicBezTo>
                  <a:pt x="337739" y="71007"/>
                  <a:pt x="339435" y="67252"/>
                  <a:pt x="340151" y="62183"/>
                </a:cubicBezTo>
                <a:close/>
                <a:moveTo>
                  <a:pt x="398038" y="62183"/>
                </a:moveTo>
                <a:lnTo>
                  <a:pt x="408044" y="63483"/>
                </a:lnTo>
                <a:cubicBezTo>
                  <a:pt x="406951" y="70398"/>
                  <a:pt x="404152" y="75811"/>
                  <a:pt x="399649" y="79722"/>
                </a:cubicBezTo>
                <a:cubicBezTo>
                  <a:pt x="395145" y="83632"/>
                  <a:pt x="389615" y="85587"/>
                  <a:pt x="383057" y="85587"/>
                </a:cubicBezTo>
                <a:cubicBezTo>
                  <a:pt x="374841" y="85587"/>
                  <a:pt x="368237" y="82902"/>
                  <a:pt x="363243" y="77531"/>
                </a:cubicBezTo>
                <a:cubicBezTo>
                  <a:pt x="358250" y="72161"/>
                  <a:pt x="355753" y="64463"/>
                  <a:pt x="355753" y="54439"/>
                </a:cubicBezTo>
                <a:cubicBezTo>
                  <a:pt x="355753" y="47957"/>
                  <a:pt x="356827" y="42285"/>
                  <a:pt x="358975" y="37423"/>
                </a:cubicBezTo>
                <a:cubicBezTo>
                  <a:pt x="361123" y="32561"/>
                  <a:pt x="364393" y="28915"/>
                  <a:pt x="368783" y="26484"/>
                </a:cubicBezTo>
                <a:cubicBezTo>
                  <a:pt x="373174" y="24054"/>
                  <a:pt x="377951" y="22838"/>
                  <a:pt x="383114" y="22838"/>
                </a:cubicBezTo>
                <a:cubicBezTo>
                  <a:pt x="389634" y="22838"/>
                  <a:pt x="394966" y="24492"/>
                  <a:pt x="399112" y="27801"/>
                </a:cubicBezTo>
                <a:cubicBezTo>
                  <a:pt x="403257" y="31108"/>
                  <a:pt x="405914" y="35804"/>
                  <a:pt x="407083" y="41889"/>
                </a:cubicBezTo>
                <a:lnTo>
                  <a:pt x="397190" y="43415"/>
                </a:lnTo>
                <a:cubicBezTo>
                  <a:pt x="396248" y="39402"/>
                  <a:pt x="394580" y="36382"/>
                  <a:pt x="392187" y="34356"/>
                </a:cubicBezTo>
                <a:cubicBezTo>
                  <a:pt x="389794" y="32331"/>
                  <a:pt x="386901" y="31318"/>
                  <a:pt x="383509" y="31318"/>
                </a:cubicBezTo>
                <a:cubicBezTo>
                  <a:pt x="378384" y="31318"/>
                  <a:pt x="374220" y="33146"/>
                  <a:pt x="371016" y="36803"/>
                </a:cubicBezTo>
                <a:cubicBezTo>
                  <a:pt x="367813" y="40459"/>
                  <a:pt x="366211" y="46243"/>
                  <a:pt x="366211" y="54156"/>
                </a:cubicBezTo>
                <a:cubicBezTo>
                  <a:pt x="366211" y="62182"/>
                  <a:pt x="367756" y="68014"/>
                  <a:pt x="370847" y="71652"/>
                </a:cubicBezTo>
                <a:cubicBezTo>
                  <a:pt x="373937" y="75289"/>
                  <a:pt x="377969" y="77107"/>
                  <a:pt x="382944" y="77107"/>
                </a:cubicBezTo>
                <a:cubicBezTo>
                  <a:pt x="386939" y="77107"/>
                  <a:pt x="390274" y="75887"/>
                  <a:pt x="392950" y="73447"/>
                </a:cubicBezTo>
                <a:cubicBezTo>
                  <a:pt x="395626" y="71007"/>
                  <a:pt x="397322" y="67252"/>
                  <a:pt x="398038" y="62183"/>
                </a:cubicBezTo>
                <a:close/>
                <a:moveTo>
                  <a:pt x="456094" y="84230"/>
                </a:moveTo>
                <a:lnTo>
                  <a:pt x="456094" y="75411"/>
                </a:lnTo>
                <a:cubicBezTo>
                  <a:pt x="451421" y="82195"/>
                  <a:pt x="445071" y="85587"/>
                  <a:pt x="437044" y="85587"/>
                </a:cubicBezTo>
                <a:cubicBezTo>
                  <a:pt x="433501" y="85587"/>
                  <a:pt x="430194" y="84908"/>
                  <a:pt x="427123" y="83552"/>
                </a:cubicBezTo>
                <a:cubicBezTo>
                  <a:pt x="424051" y="82195"/>
                  <a:pt x="421771" y="80490"/>
                  <a:pt x="420283" y="78436"/>
                </a:cubicBezTo>
                <a:cubicBezTo>
                  <a:pt x="418794" y="76382"/>
                  <a:pt x="417748" y="73866"/>
                  <a:pt x="417145" y="70889"/>
                </a:cubicBezTo>
                <a:cubicBezTo>
                  <a:pt x="416731" y="68892"/>
                  <a:pt x="416523" y="65726"/>
                  <a:pt x="416523" y="61392"/>
                </a:cubicBezTo>
                <a:lnTo>
                  <a:pt x="416523" y="24195"/>
                </a:lnTo>
                <a:lnTo>
                  <a:pt x="426699" y="24195"/>
                </a:lnTo>
                <a:lnTo>
                  <a:pt x="426699" y="57491"/>
                </a:lnTo>
                <a:cubicBezTo>
                  <a:pt x="426699" y="62805"/>
                  <a:pt x="426906" y="66385"/>
                  <a:pt x="427321" y="68232"/>
                </a:cubicBezTo>
                <a:cubicBezTo>
                  <a:pt x="427961" y="70908"/>
                  <a:pt x="429318" y="73009"/>
                  <a:pt x="431391" y="74535"/>
                </a:cubicBezTo>
                <a:cubicBezTo>
                  <a:pt x="433464" y="76061"/>
                  <a:pt x="436026" y="76825"/>
                  <a:pt x="439079" y="76825"/>
                </a:cubicBezTo>
                <a:cubicBezTo>
                  <a:pt x="442132" y="76825"/>
                  <a:pt x="444996" y="76043"/>
                  <a:pt x="447671" y="74479"/>
                </a:cubicBezTo>
                <a:cubicBezTo>
                  <a:pt x="450347" y="72915"/>
                  <a:pt x="452241" y="70785"/>
                  <a:pt x="453353" y="68091"/>
                </a:cubicBezTo>
                <a:cubicBezTo>
                  <a:pt x="454465" y="65396"/>
                  <a:pt x="455020" y="61486"/>
                  <a:pt x="455020" y="56361"/>
                </a:cubicBezTo>
                <a:lnTo>
                  <a:pt x="455020" y="24195"/>
                </a:lnTo>
                <a:lnTo>
                  <a:pt x="465196" y="24195"/>
                </a:lnTo>
                <a:lnTo>
                  <a:pt x="465196" y="84230"/>
                </a:lnTo>
                <a:lnTo>
                  <a:pt x="456094" y="84230"/>
                </a:lnTo>
                <a:close/>
                <a:moveTo>
                  <a:pt x="481030" y="84230"/>
                </a:moveTo>
                <a:lnTo>
                  <a:pt x="481030" y="24195"/>
                </a:lnTo>
                <a:lnTo>
                  <a:pt x="490188" y="24195"/>
                </a:lnTo>
                <a:lnTo>
                  <a:pt x="490188" y="33240"/>
                </a:lnTo>
                <a:cubicBezTo>
                  <a:pt x="492524" y="29005"/>
                  <a:pt x="494682" y="26212"/>
                  <a:pt x="496660" y="24863"/>
                </a:cubicBezTo>
                <a:cubicBezTo>
                  <a:pt x="498639" y="23513"/>
                  <a:pt x="500815" y="22838"/>
                  <a:pt x="503189" y="22838"/>
                </a:cubicBezTo>
                <a:cubicBezTo>
                  <a:pt x="506619" y="22838"/>
                  <a:pt x="510105" y="23926"/>
                  <a:pt x="513648" y="26103"/>
                </a:cubicBezTo>
                <a:lnTo>
                  <a:pt x="510143" y="35501"/>
                </a:lnTo>
                <a:cubicBezTo>
                  <a:pt x="507655" y="34031"/>
                  <a:pt x="505168" y="33296"/>
                  <a:pt x="502681" y="33296"/>
                </a:cubicBezTo>
                <a:cubicBezTo>
                  <a:pt x="500457" y="33296"/>
                  <a:pt x="498460" y="33966"/>
                  <a:pt x="496689" y="35307"/>
                </a:cubicBezTo>
                <a:cubicBezTo>
                  <a:pt x="494917" y="36646"/>
                  <a:pt x="493655" y="38504"/>
                  <a:pt x="492901" y="40880"/>
                </a:cubicBezTo>
                <a:cubicBezTo>
                  <a:pt x="491770" y="44502"/>
                  <a:pt x="491205" y="48463"/>
                  <a:pt x="491205" y="52764"/>
                </a:cubicBezTo>
                <a:lnTo>
                  <a:pt x="491205" y="84230"/>
                </a:lnTo>
                <a:lnTo>
                  <a:pt x="481030" y="84230"/>
                </a:lnTo>
                <a:close/>
                <a:moveTo>
                  <a:pt x="558883" y="76818"/>
                </a:moveTo>
                <a:cubicBezTo>
                  <a:pt x="555114" y="80023"/>
                  <a:pt x="551487" y="82286"/>
                  <a:pt x="548001" y="83606"/>
                </a:cubicBezTo>
                <a:cubicBezTo>
                  <a:pt x="544515" y="84927"/>
                  <a:pt x="540774" y="85587"/>
                  <a:pt x="536779" y="85587"/>
                </a:cubicBezTo>
                <a:cubicBezTo>
                  <a:pt x="530184" y="85587"/>
                  <a:pt x="525115" y="83975"/>
                  <a:pt x="521573" y="80750"/>
                </a:cubicBezTo>
                <a:cubicBezTo>
                  <a:pt x="518030" y="77525"/>
                  <a:pt x="516259" y="73405"/>
                  <a:pt x="516259" y="68389"/>
                </a:cubicBezTo>
                <a:cubicBezTo>
                  <a:pt x="516259" y="65448"/>
                  <a:pt x="516928" y="62762"/>
                  <a:pt x="518266" y="60330"/>
                </a:cubicBezTo>
                <a:cubicBezTo>
                  <a:pt x="519604" y="57897"/>
                  <a:pt x="521356" y="55945"/>
                  <a:pt x="523523" y="54474"/>
                </a:cubicBezTo>
                <a:cubicBezTo>
                  <a:pt x="525690" y="53003"/>
                  <a:pt x="528130" y="51891"/>
                  <a:pt x="530844" y="51137"/>
                </a:cubicBezTo>
                <a:cubicBezTo>
                  <a:pt x="532841" y="50608"/>
                  <a:pt x="535856" y="50099"/>
                  <a:pt x="539889" y="49609"/>
                </a:cubicBezTo>
                <a:cubicBezTo>
                  <a:pt x="548104" y="48636"/>
                  <a:pt x="554153" y="47476"/>
                  <a:pt x="558035" y="46129"/>
                </a:cubicBezTo>
                <a:cubicBezTo>
                  <a:pt x="558072" y="44740"/>
                  <a:pt x="558091" y="43858"/>
                  <a:pt x="558091" y="43482"/>
                </a:cubicBezTo>
                <a:cubicBezTo>
                  <a:pt x="558091" y="39352"/>
                  <a:pt x="557130" y="36443"/>
                  <a:pt x="555208" y="34754"/>
                </a:cubicBezTo>
                <a:cubicBezTo>
                  <a:pt x="552608" y="32463"/>
                  <a:pt x="548745" y="31318"/>
                  <a:pt x="543620" y="31318"/>
                </a:cubicBezTo>
                <a:cubicBezTo>
                  <a:pt x="538833" y="31318"/>
                  <a:pt x="535300" y="32156"/>
                  <a:pt x="533020" y="33833"/>
                </a:cubicBezTo>
                <a:cubicBezTo>
                  <a:pt x="530740" y="35510"/>
                  <a:pt x="529054" y="38478"/>
                  <a:pt x="527961" y="42737"/>
                </a:cubicBezTo>
                <a:lnTo>
                  <a:pt x="518011" y="41380"/>
                </a:lnTo>
                <a:cubicBezTo>
                  <a:pt x="518916" y="37109"/>
                  <a:pt x="520404" y="33659"/>
                  <a:pt x="522477" y="31032"/>
                </a:cubicBezTo>
                <a:cubicBezTo>
                  <a:pt x="524550" y="28404"/>
                  <a:pt x="527546" y="26382"/>
                  <a:pt x="531466" y="24965"/>
                </a:cubicBezTo>
                <a:cubicBezTo>
                  <a:pt x="535385" y="23547"/>
                  <a:pt x="539926" y="22838"/>
                  <a:pt x="545089" y="22838"/>
                </a:cubicBezTo>
                <a:cubicBezTo>
                  <a:pt x="550215" y="22838"/>
                  <a:pt x="554379" y="23441"/>
                  <a:pt x="557582" y="24647"/>
                </a:cubicBezTo>
                <a:cubicBezTo>
                  <a:pt x="560786" y="25853"/>
                  <a:pt x="563141" y="27370"/>
                  <a:pt x="564649" y="29198"/>
                </a:cubicBezTo>
                <a:cubicBezTo>
                  <a:pt x="566156" y="31026"/>
                  <a:pt x="567211" y="33334"/>
                  <a:pt x="567814" y="36123"/>
                </a:cubicBezTo>
                <a:cubicBezTo>
                  <a:pt x="568154" y="37856"/>
                  <a:pt x="568323" y="40984"/>
                  <a:pt x="568323" y="45507"/>
                </a:cubicBezTo>
                <a:lnTo>
                  <a:pt x="568323" y="59074"/>
                </a:lnTo>
                <a:cubicBezTo>
                  <a:pt x="568323" y="68534"/>
                  <a:pt x="568540" y="74516"/>
                  <a:pt x="568973" y="77022"/>
                </a:cubicBezTo>
                <a:cubicBezTo>
                  <a:pt x="569407" y="79529"/>
                  <a:pt x="570264" y="81931"/>
                  <a:pt x="571545" y="84230"/>
                </a:cubicBezTo>
                <a:lnTo>
                  <a:pt x="560918" y="84230"/>
                </a:lnTo>
                <a:cubicBezTo>
                  <a:pt x="559863" y="82117"/>
                  <a:pt x="559184" y="79646"/>
                  <a:pt x="558883" y="76818"/>
                </a:cubicBezTo>
                <a:moveTo>
                  <a:pt x="558035" y="54043"/>
                </a:moveTo>
                <a:cubicBezTo>
                  <a:pt x="554341" y="55563"/>
                  <a:pt x="548801" y="56855"/>
                  <a:pt x="541415" y="57919"/>
                </a:cubicBezTo>
                <a:cubicBezTo>
                  <a:pt x="537232" y="58524"/>
                  <a:pt x="534273" y="59205"/>
                  <a:pt x="532540" y="59963"/>
                </a:cubicBezTo>
                <a:cubicBezTo>
                  <a:pt x="530806" y="60719"/>
                  <a:pt x="529468" y="61826"/>
                  <a:pt x="528526" y="63284"/>
                </a:cubicBezTo>
                <a:cubicBezTo>
                  <a:pt x="527584" y="64741"/>
                  <a:pt x="527113" y="66358"/>
                  <a:pt x="527113" y="68137"/>
                </a:cubicBezTo>
                <a:cubicBezTo>
                  <a:pt x="527113" y="70861"/>
                  <a:pt x="528140" y="73131"/>
                  <a:pt x="530194" y="74949"/>
                </a:cubicBezTo>
                <a:cubicBezTo>
                  <a:pt x="532248" y="76765"/>
                  <a:pt x="535253" y="77673"/>
                  <a:pt x="539210" y="77673"/>
                </a:cubicBezTo>
                <a:cubicBezTo>
                  <a:pt x="543130" y="77673"/>
                  <a:pt x="546616" y="76811"/>
                  <a:pt x="549668" y="75088"/>
                </a:cubicBezTo>
                <a:cubicBezTo>
                  <a:pt x="552721" y="73365"/>
                  <a:pt x="554963" y="71008"/>
                  <a:pt x="556395" y="68017"/>
                </a:cubicBezTo>
                <a:cubicBezTo>
                  <a:pt x="557488" y="65706"/>
                  <a:pt x="558035" y="62298"/>
                  <a:pt x="558035" y="57792"/>
                </a:cubicBezTo>
                <a:lnTo>
                  <a:pt x="558035" y="54043"/>
                </a:lnTo>
                <a:close/>
                <a:moveTo>
                  <a:pt x="623276" y="62183"/>
                </a:moveTo>
                <a:lnTo>
                  <a:pt x="633282" y="63483"/>
                </a:lnTo>
                <a:cubicBezTo>
                  <a:pt x="632189" y="70398"/>
                  <a:pt x="629391" y="75811"/>
                  <a:pt x="624887" y="79722"/>
                </a:cubicBezTo>
                <a:cubicBezTo>
                  <a:pt x="620384" y="83632"/>
                  <a:pt x="614853" y="85587"/>
                  <a:pt x="608296" y="85587"/>
                </a:cubicBezTo>
                <a:cubicBezTo>
                  <a:pt x="600080" y="85587"/>
                  <a:pt x="593475" y="82902"/>
                  <a:pt x="588482" y="77531"/>
                </a:cubicBezTo>
                <a:cubicBezTo>
                  <a:pt x="583488" y="72161"/>
                  <a:pt x="580991" y="64463"/>
                  <a:pt x="580991" y="54439"/>
                </a:cubicBezTo>
                <a:cubicBezTo>
                  <a:pt x="580991" y="47957"/>
                  <a:pt x="582066" y="42285"/>
                  <a:pt x="584214" y="37423"/>
                </a:cubicBezTo>
                <a:cubicBezTo>
                  <a:pt x="586362" y="32561"/>
                  <a:pt x="589631" y="28915"/>
                  <a:pt x="594022" y="26484"/>
                </a:cubicBezTo>
                <a:cubicBezTo>
                  <a:pt x="598412" y="24054"/>
                  <a:pt x="603189" y="22838"/>
                  <a:pt x="608352" y="22838"/>
                </a:cubicBezTo>
                <a:cubicBezTo>
                  <a:pt x="614872" y="22838"/>
                  <a:pt x="620205" y="24492"/>
                  <a:pt x="624350" y="27801"/>
                </a:cubicBezTo>
                <a:cubicBezTo>
                  <a:pt x="628496" y="31108"/>
                  <a:pt x="631153" y="35804"/>
                  <a:pt x="632321" y="41889"/>
                </a:cubicBezTo>
                <a:lnTo>
                  <a:pt x="622428" y="43415"/>
                </a:lnTo>
                <a:cubicBezTo>
                  <a:pt x="621486" y="39402"/>
                  <a:pt x="619818" y="36382"/>
                  <a:pt x="617425" y="34356"/>
                </a:cubicBezTo>
                <a:cubicBezTo>
                  <a:pt x="615032" y="32331"/>
                  <a:pt x="612140" y="31318"/>
                  <a:pt x="608748" y="31318"/>
                </a:cubicBezTo>
                <a:cubicBezTo>
                  <a:pt x="603622" y="31318"/>
                  <a:pt x="599458" y="33146"/>
                  <a:pt x="596255" y="36803"/>
                </a:cubicBezTo>
                <a:cubicBezTo>
                  <a:pt x="593051" y="40459"/>
                  <a:pt x="591450" y="46243"/>
                  <a:pt x="591450" y="54156"/>
                </a:cubicBezTo>
                <a:cubicBezTo>
                  <a:pt x="591450" y="62182"/>
                  <a:pt x="592995" y="68014"/>
                  <a:pt x="596085" y="71652"/>
                </a:cubicBezTo>
                <a:cubicBezTo>
                  <a:pt x="599175" y="75289"/>
                  <a:pt x="603208" y="77107"/>
                  <a:pt x="608183" y="77107"/>
                </a:cubicBezTo>
                <a:cubicBezTo>
                  <a:pt x="612177" y="77107"/>
                  <a:pt x="615513" y="75887"/>
                  <a:pt x="618188" y="73447"/>
                </a:cubicBezTo>
                <a:cubicBezTo>
                  <a:pt x="620864" y="71007"/>
                  <a:pt x="622560" y="67252"/>
                  <a:pt x="623276" y="62183"/>
                </a:cubicBezTo>
                <a:close/>
                <a:moveTo>
                  <a:pt x="641535" y="107407"/>
                </a:moveTo>
                <a:lnTo>
                  <a:pt x="640405" y="97854"/>
                </a:lnTo>
                <a:cubicBezTo>
                  <a:pt x="642628" y="98457"/>
                  <a:pt x="644569" y="98758"/>
                  <a:pt x="646227" y="98758"/>
                </a:cubicBezTo>
                <a:cubicBezTo>
                  <a:pt x="648489" y="98758"/>
                  <a:pt x="650298" y="98377"/>
                  <a:pt x="651654" y="97614"/>
                </a:cubicBezTo>
                <a:cubicBezTo>
                  <a:pt x="653011" y="96852"/>
                  <a:pt x="654123" y="95784"/>
                  <a:pt x="654990" y="94411"/>
                </a:cubicBezTo>
                <a:cubicBezTo>
                  <a:pt x="655630" y="93382"/>
                  <a:pt x="656667" y="90827"/>
                  <a:pt x="658099" y="86747"/>
                </a:cubicBezTo>
                <a:cubicBezTo>
                  <a:pt x="658287" y="86175"/>
                  <a:pt x="658589" y="85336"/>
                  <a:pt x="659003" y="84230"/>
                </a:cubicBezTo>
                <a:lnTo>
                  <a:pt x="636222" y="24195"/>
                </a:lnTo>
                <a:lnTo>
                  <a:pt x="647188" y="24195"/>
                </a:lnTo>
                <a:lnTo>
                  <a:pt x="659682" y="58880"/>
                </a:lnTo>
                <a:cubicBezTo>
                  <a:pt x="661302" y="63280"/>
                  <a:pt x="662753" y="67905"/>
                  <a:pt x="664034" y="72754"/>
                </a:cubicBezTo>
                <a:cubicBezTo>
                  <a:pt x="665203" y="68092"/>
                  <a:pt x="666597" y="63542"/>
                  <a:pt x="668218" y="59106"/>
                </a:cubicBezTo>
                <a:lnTo>
                  <a:pt x="681050" y="24195"/>
                </a:lnTo>
                <a:lnTo>
                  <a:pt x="691225" y="24195"/>
                </a:lnTo>
                <a:lnTo>
                  <a:pt x="668387" y="85288"/>
                </a:lnTo>
                <a:cubicBezTo>
                  <a:pt x="665938" y="91888"/>
                  <a:pt x="664034" y="96432"/>
                  <a:pt x="662678" y="98921"/>
                </a:cubicBezTo>
                <a:cubicBezTo>
                  <a:pt x="660869" y="102277"/>
                  <a:pt x="658796" y="104738"/>
                  <a:pt x="656459" y="106303"/>
                </a:cubicBezTo>
                <a:cubicBezTo>
                  <a:pt x="654123" y="107869"/>
                  <a:pt x="651334" y="108651"/>
                  <a:pt x="648093" y="108651"/>
                </a:cubicBezTo>
                <a:cubicBezTo>
                  <a:pt x="646133" y="108651"/>
                  <a:pt x="643947" y="108237"/>
                  <a:pt x="641535" y="107407"/>
                </a:cubicBezTo>
                <a:close/>
                <a:moveTo>
                  <a:pt x="728249" y="54213"/>
                </a:moveTo>
                <a:cubicBezTo>
                  <a:pt x="728249" y="43095"/>
                  <a:pt x="731339" y="34860"/>
                  <a:pt x="737520" y="29509"/>
                </a:cubicBezTo>
                <a:cubicBezTo>
                  <a:pt x="742683" y="25062"/>
                  <a:pt x="748977" y="22838"/>
                  <a:pt x="756401" y="22838"/>
                </a:cubicBezTo>
                <a:cubicBezTo>
                  <a:pt x="764654" y="22838"/>
                  <a:pt x="771400" y="25542"/>
                  <a:pt x="776639" y="30950"/>
                </a:cubicBezTo>
                <a:cubicBezTo>
                  <a:pt x="781877" y="36358"/>
                  <a:pt x="784496" y="43830"/>
                  <a:pt x="784496" y="53365"/>
                </a:cubicBezTo>
                <a:cubicBezTo>
                  <a:pt x="784496" y="61090"/>
                  <a:pt x="783338" y="67167"/>
                  <a:pt x="781020" y="71596"/>
                </a:cubicBezTo>
                <a:cubicBezTo>
                  <a:pt x="778702" y="76024"/>
                  <a:pt x="775329" y="79463"/>
                  <a:pt x="770901" y="81912"/>
                </a:cubicBezTo>
                <a:cubicBezTo>
                  <a:pt x="766473" y="84362"/>
                  <a:pt x="761639" y="85587"/>
                  <a:pt x="756401" y="85587"/>
                </a:cubicBezTo>
                <a:cubicBezTo>
                  <a:pt x="747997" y="85587"/>
                  <a:pt x="741204" y="82892"/>
                  <a:pt x="736022" y="77503"/>
                </a:cubicBezTo>
                <a:cubicBezTo>
                  <a:pt x="730840" y="72114"/>
                  <a:pt x="728249" y="64350"/>
                  <a:pt x="728249" y="54213"/>
                </a:cubicBezTo>
                <a:moveTo>
                  <a:pt x="738707" y="54184"/>
                </a:moveTo>
                <a:cubicBezTo>
                  <a:pt x="738707" y="61844"/>
                  <a:pt x="740384" y="67580"/>
                  <a:pt x="743738" y="71391"/>
                </a:cubicBezTo>
                <a:cubicBezTo>
                  <a:pt x="747092" y="75202"/>
                  <a:pt x="751313" y="77107"/>
                  <a:pt x="756401" y="77107"/>
                </a:cubicBezTo>
                <a:cubicBezTo>
                  <a:pt x="761451" y="77107"/>
                  <a:pt x="765653" y="75192"/>
                  <a:pt x="769007" y="71362"/>
                </a:cubicBezTo>
                <a:cubicBezTo>
                  <a:pt x="772361" y="67532"/>
                  <a:pt x="774038" y="61694"/>
                  <a:pt x="774038" y="53847"/>
                </a:cubicBezTo>
                <a:cubicBezTo>
                  <a:pt x="774038" y="46450"/>
                  <a:pt x="772352" y="40845"/>
                  <a:pt x="768979" y="37034"/>
                </a:cubicBezTo>
                <a:cubicBezTo>
                  <a:pt x="765606" y="33223"/>
                  <a:pt x="761413" y="31318"/>
                  <a:pt x="756401" y="31318"/>
                </a:cubicBezTo>
                <a:cubicBezTo>
                  <a:pt x="751313" y="31318"/>
                  <a:pt x="747092" y="33214"/>
                  <a:pt x="743738" y="37006"/>
                </a:cubicBezTo>
                <a:cubicBezTo>
                  <a:pt x="740384" y="40798"/>
                  <a:pt x="738707" y="46524"/>
                  <a:pt x="738707" y="54184"/>
                </a:cubicBezTo>
                <a:close/>
                <a:moveTo>
                  <a:pt x="798861" y="84230"/>
                </a:moveTo>
                <a:lnTo>
                  <a:pt x="798861" y="32109"/>
                </a:lnTo>
                <a:lnTo>
                  <a:pt x="789873" y="32109"/>
                </a:lnTo>
                <a:lnTo>
                  <a:pt x="789873" y="24195"/>
                </a:lnTo>
                <a:lnTo>
                  <a:pt x="798861" y="24195"/>
                </a:lnTo>
                <a:lnTo>
                  <a:pt x="798861" y="17821"/>
                </a:lnTo>
                <a:cubicBezTo>
                  <a:pt x="798861" y="13798"/>
                  <a:pt x="799219" y="10809"/>
                  <a:pt x="799935" y="8854"/>
                </a:cubicBezTo>
                <a:cubicBezTo>
                  <a:pt x="800915" y="6223"/>
                  <a:pt x="802639" y="4090"/>
                  <a:pt x="805107" y="2454"/>
                </a:cubicBezTo>
                <a:cubicBezTo>
                  <a:pt x="807576" y="818"/>
                  <a:pt x="811034" y="0"/>
                  <a:pt x="815481" y="0"/>
                </a:cubicBezTo>
                <a:cubicBezTo>
                  <a:pt x="818345" y="0"/>
                  <a:pt x="821511" y="339"/>
                  <a:pt x="824978" y="1018"/>
                </a:cubicBezTo>
                <a:lnTo>
                  <a:pt x="823452" y="9893"/>
                </a:lnTo>
                <a:cubicBezTo>
                  <a:pt x="821341" y="9516"/>
                  <a:pt x="819344" y="9327"/>
                  <a:pt x="817459" y="9327"/>
                </a:cubicBezTo>
                <a:cubicBezTo>
                  <a:pt x="814369" y="9327"/>
                  <a:pt x="812183" y="9985"/>
                  <a:pt x="810902" y="11299"/>
                </a:cubicBezTo>
                <a:cubicBezTo>
                  <a:pt x="809620" y="12613"/>
                  <a:pt x="808980" y="15072"/>
                  <a:pt x="808980" y="18676"/>
                </a:cubicBezTo>
                <a:lnTo>
                  <a:pt x="808980" y="24195"/>
                </a:lnTo>
                <a:lnTo>
                  <a:pt x="820682" y="24195"/>
                </a:lnTo>
                <a:lnTo>
                  <a:pt x="820682" y="32109"/>
                </a:lnTo>
                <a:lnTo>
                  <a:pt x="808980" y="32109"/>
                </a:lnTo>
                <a:lnTo>
                  <a:pt x="808980" y="84230"/>
                </a:lnTo>
                <a:lnTo>
                  <a:pt x="798861" y="84230"/>
                </a:lnTo>
                <a:close/>
                <a:moveTo>
                  <a:pt x="882970" y="75242"/>
                </a:moveTo>
                <a:lnTo>
                  <a:pt x="884440" y="84230"/>
                </a:lnTo>
                <a:cubicBezTo>
                  <a:pt x="881576" y="84758"/>
                  <a:pt x="879013" y="85022"/>
                  <a:pt x="876752" y="85022"/>
                </a:cubicBezTo>
                <a:cubicBezTo>
                  <a:pt x="873059" y="85022"/>
                  <a:pt x="870194" y="84437"/>
                  <a:pt x="868159" y="83269"/>
                </a:cubicBezTo>
                <a:cubicBezTo>
                  <a:pt x="866124" y="82101"/>
                  <a:pt x="864692" y="80565"/>
                  <a:pt x="863863" y="78662"/>
                </a:cubicBezTo>
                <a:cubicBezTo>
                  <a:pt x="863034" y="76759"/>
                  <a:pt x="862619" y="72754"/>
                  <a:pt x="862619" y="66649"/>
                </a:cubicBezTo>
                <a:lnTo>
                  <a:pt x="862619" y="32109"/>
                </a:lnTo>
                <a:lnTo>
                  <a:pt x="855157" y="32109"/>
                </a:lnTo>
                <a:lnTo>
                  <a:pt x="855157" y="24195"/>
                </a:lnTo>
                <a:lnTo>
                  <a:pt x="862619" y="24195"/>
                </a:lnTo>
                <a:lnTo>
                  <a:pt x="862619" y="9287"/>
                </a:lnTo>
                <a:lnTo>
                  <a:pt x="872738" y="3166"/>
                </a:lnTo>
                <a:lnTo>
                  <a:pt x="872738" y="24195"/>
                </a:lnTo>
                <a:lnTo>
                  <a:pt x="882970" y="24195"/>
                </a:lnTo>
                <a:lnTo>
                  <a:pt x="882970" y="32109"/>
                </a:lnTo>
                <a:lnTo>
                  <a:pt x="872738" y="32109"/>
                </a:lnTo>
                <a:lnTo>
                  <a:pt x="872738" y="67214"/>
                </a:lnTo>
                <a:cubicBezTo>
                  <a:pt x="872738" y="70116"/>
                  <a:pt x="872917" y="71982"/>
                  <a:pt x="873275" y="72811"/>
                </a:cubicBezTo>
                <a:cubicBezTo>
                  <a:pt x="873633" y="73640"/>
                  <a:pt x="874217" y="74300"/>
                  <a:pt x="875028" y="74790"/>
                </a:cubicBezTo>
                <a:cubicBezTo>
                  <a:pt x="875838" y="75279"/>
                  <a:pt x="876997" y="75524"/>
                  <a:pt x="878504" y="75524"/>
                </a:cubicBezTo>
                <a:cubicBezTo>
                  <a:pt x="879635" y="75524"/>
                  <a:pt x="881124" y="75430"/>
                  <a:pt x="882970" y="75242"/>
                </a:cubicBezTo>
                <a:close/>
                <a:moveTo>
                  <a:pt x="892916" y="84230"/>
                </a:moveTo>
                <a:lnTo>
                  <a:pt x="892916" y="1357"/>
                </a:lnTo>
                <a:lnTo>
                  <a:pt x="903091" y="1357"/>
                </a:lnTo>
                <a:lnTo>
                  <a:pt x="903091" y="31092"/>
                </a:lnTo>
                <a:cubicBezTo>
                  <a:pt x="907840" y="25589"/>
                  <a:pt x="913832" y="22838"/>
                  <a:pt x="921068" y="22838"/>
                </a:cubicBezTo>
                <a:cubicBezTo>
                  <a:pt x="925515" y="22838"/>
                  <a:pt x="929378" y="23714"/>
                  <a:pt x="932657" y="25467"/>
                </a:cubicBezTo>
                <a:cubicBezTo>
                  <a:pt x="935935" y="27219"/>
                  <a:pt x="938281" y="29641"/>
                  <a:pt x="939695" y="32731"/>
                </a:cubicBezTo>
                <a:cubicBezTo>
                  <a:pt x="941108" y="35821"/>
                  <a:pt x="941815" y="40306"/>
                  <a:pt x="941815" y="46185"/>
                </a:cubicBezTo>
                <a:lnTo>
                  <a:pt x="941815" y="84230"/>
                </a:lnTo>
                <a:lnTo>
                  <a:pt x="931639" y="84230"/>
                </a:lnTo>
                <a:lnTo>
                  <a:pt x="931639" y="46185"/>
                </a:lnTo>
                <a:cubicBezTo>
                  <a:pt x="931639" y="41098"/>
                  <a:pt x="930537" y="37395"/>
                  <a:pt x="928332" y="35077"/>
                </a:cubicBezTo>
                <a:cubicBezTo>
                  <a:pt x="926127" y="32759"/>
                  <a:pt x="923009" y="31600"/>
                  <a:pt x="918976" y="31600"/>
                </a:cubicBezTo>
                <a:cubicBezTo>
                  <a:pt x="915961" y="31600"/>
                  <a:pt x="913125" y="32382"/>
                  <a:pt x="910469" y="33946"/>
                </a:cubicBezTo>
                <a:cubicBezTo>
                  <a:pt x="907812" y="35510"/>
                  <a:pt x="905918" y="37630"/>
                  <a:pt x="904787" y="40306"/>
                </a:cubicBezTo>
                <a:cubicBezTo>
                  <a:pt x="903657" y="42982"/>
                  <a:pt x="903091" y="46675"/>
                  <a:pt x="903091" y="51386"/>
                </a:cubicBezTo>
                <a:lnTo>
                  <a:pt x="903091" y="84230"/>
                </a:lnTo>
                <a:lnTo>
                  <a:pt x="892916" y="84230"/>
                </a:lnTo>
                <a:close/>
                <a:moveTo>
                  <a:pt x="998407" y="64897"/>
                </a:moveTo>
                <a:lnTo>
                  <a:pt x="1008921" y="66197"/>
                </a:lnTo>
                <a:cubicBezTo>
                  <a:pt x="1007263" y="72340"/>
                  <a:pt x="1004192" y="77107"/>
                  <a:pt x="999707" y="80499"/>
                </a:cubicBezTo>
                <a:cubicBezTo>
                  <a:pt x="995222" y="83891"/>
                  <a:pt x="989494" y="85587"/>
                  <a:pt x="982522" y="85587"/>
                </a:cubicBezTo>
                <a:cubicBezTo>
                  <a:pt x="973741" y="85587"/>
                  <a:pt x="966778" y="82883"/>
                  <a:pt x="961634" y="77475"/>
                </a:cubicBezTo>
                <a:cubicBezTo>
                  <a:pt x="956490" y="72067"/>
                  <a:pt x="953918" y="64482"/>
                  <a:pt x="953918" y="54721"/>
                </a:cubicBezTo>
                <a:cubicBezTo>
                  <a:pt x="953918" y="44621"/>
                  <a:pt x="956518" y="36782"/>
                  <a:pt x="961719" y="31205"/>
                </a:cubicBezTo>
                <a:cubicBezTo>
                  <a:pt x="966919" y="25627"/>
                  <a:pt x="973665" y="22838"/>
                  <a:pt x="981957" y="22838"/>
                </a:cubicBezTo>
                <a:cubicBezTo>
                  <a:pt x="989984" y="22838"/>
                  <a:pt x="996541" y="25566"/>
                  <a:pt x="1001629" y="31023"/>
                </a:cubicBezTo>
                <a:cubicBezTo>
                  <a:pt x="1006717" y="36478"/>
                  <a:pt x="1009261" y="44153"/>
                  <a:pt x="1009261" y="54048"/>
                </a:cubicBezTo>
                <a:cubicBezTo>
                  <a:pt x="1009261" y="54650"/>
                  <a:pt x="1009242" y="55553"/>
                  <a:pt x="1009204" y="56756"/>
                </a:cubicBezTo>
                <a:lnTo>
                  <a:pt x="964432" y="56756"/>
                </a:lnTo>
                <a:cubicBezTo>
                  <a:pt x="964809" y="63333"/>
                  <a:pt x="966675" y="68369"/>
                  <a:pt x="970029" y="71864"/>
                </a:cubicBezTo>
                <a:cubicBezTo>
                  <a:pt x="973383" y="75360"/>
                  <a:pt x="977566" y="77107"/>
                  <a:pt x="982578" y="77107"/>
                </a:cubicBezTo>
                <a:cubicBezTo>
                  <a:pt x="986309" y="77107"/>
                  <a:pt x="989494" y="76137"/>
                  <a:pt x="992132" y="74196"/>
                </a:cubicBezTo>
                <a:cubicBezTo>
                  <a:pt x="994770" y="72254"/>
                  <a:pt x="996862" y="69154"/>
                  <a:pt x="998407" y="64897"/>
                </a:cubicBezTo>
                <a:moveTo>
                  <a:pt x="964997" y="48277"/>
                </a:moveTo>
                <a:lnTo>
                  <a:pt x="998520" y="48277"/>
                </a:lnTo>
                <a:cubicBezTo>
                  <a:pt x="998068" y="43309"/>
                  <a:pt x="996786" y="39584"/>
                  <a:pt x="994676" y="37100"/>
                </a:cubicBezTo>
                <a:cubicBezTo>
                  <a:pt x="991435" y="33245"/>
                  <a:pt x="987233" y="31318"/>
                  <a:pt x="982070" y="31318"/>
                </a:cubicBezTo>
                <a:cubicBezTo>
                  <a:pt x="977396" y="31318"/>
                  <a:pt x="973468" y="32856"/>
                  <a:pt x="970283" y="35934"/>
                </a:cubicBezTo>
                <a:cubicBezTo>
                  <a:pt x="967098" y="39010"/>
                  <a:pt x="965337" y="43124"/>
                  <a:pt x="964997" y="48277"/>
                </a:cubicBezTo>
                <a:close/>
                <a:moveTo>
                  <a:pt x="1053865" y="84230"/>
                </a:moveTo>
                <a:lnTo>
                  <a:pt x="1053865" y="24195"/>
                </a:lnTo>
                <a:lnTo>
                  <a:pt x="1062966" y="24195"/>
                </a:lnTo>
                <a:lnTo>
                  <a:pt x="1062966" y="32561"/>
                </a:lnTo>
                <a:cubicBezTo>
                  <a:pt x="1064851" y="29638"/>
                  <a:pt x="1067357" y="27287"/>
                  <a:pt x="1070485" y="25508"/>
                </a:cubicBezTo>
                <a:cubicBezTo>
                  <a:pt x="1073613" y="23728"/>
                  <a:pt x="1077174" y="22838"/>
                  <a:pt x="1081169" y="22838"/>
                </a:cubicBezTo>
                <a:cubicBezTo>
                  <a:pt x="1085616" y="22838"/>
                  <a:pt x="1089262" y="23757"/>
                  <a:pt x="1092108" y="25594"/>
                </a:cubicBezTo>
                <a:cubicBezTo>
                  <a:pt x="1094953" y="27430"/>
                  <a:pt x="1096960" y="29998"/>
                  <a:pt x="1098128" y="33296"/>
                </a:cubicBezTo>
                <a:cubicBezTo>
                  <a:pt x="1102877" y="26324"/>
                  <a:pt x="1109057" y="22838"/>
                  <a:pt x="1116670" y="22838"/>
                </a:cubicBezTo>
                <a:cubicBezTo>
                  <a:pt x="1122624" y="22838"/>
                  <a:pt x="1127203" y="24487"/>
                  <a:pt x="1130407" y="27785"/>
                </a:cubicBezTo>
                <a:cubicBezTo>
                  <a:pt x="1133610" y="31082"/>
                  <a:pt x="1135212" y="36161"/>
                  <a:pt x="1135212" y="43020"/>
                </a:cubicBezTo>
                <a:lnTo>
                  <a:pt x="1135212" y="84230"/>
                </a:lnTo>
                <a:lnTo>
                  <a:pt x="1125093" y="84230"/>
                </a:lnTo>
                <a:lnTo>
                  <a:pt x="1125093" y="46371"/>
                </a:lnTo>
                <a:cubicBezTo>
                  <a:pt x="1125093" y="42296"/>
                  <a:pt x="1124763" y="39363"/>
                  <a:pt x="1124104" y="37571"/>
                </a:cubicBezTo>
                <a:cubicBezTo>
                  <a:pt x="1123444" y="35779"/>
                  <a:pt x="1122248" y="34336"/>
                  <a:pt x="1120514" y="33242"/>
                </a:cubicBezTo>
                <a:cubicBezTo>
                  <a:pt x="1118780" y="32147"/>
                  <a:pt x="1116745" y="31600"/>
                  <a:pt x="1114409" y="31600"/>
                </a:cubicBezTo>
                <a:cubicBezTo>
                  <a:pt x="1110188" y="31600"/>
                  <a:pt x="1106683" y="33006"/>
                  <a:pt x="1103894" y="35817"/>
                </a:cubicBezTo>
                <a:cubicBezTo>
                  <a:pt x="1101105" y="38627"/>
                  <a:pt x="1099711" y="43126"/>
                  <a:pt x="1099711" y="49314"/>
                </a:cubicBezTo>
                <a:lnTo>
                  <a:pt x="1099711" y="84230"/>
                </a:lnTo>
                <a:lnTo>
                  <a:pt x="1089535" y="84230"/>
                </a:lnTo>
                <a:lnTo>
                  <a:pt x="1089535" y="45182"/>
                </a:lnTo>
                <a:cubicBezTo>
                  <a:pt x="1089535" y="40655"/>
                  <a:pt x="1088706" y="37259"/>
                  <a:pt x="1087048" y="34996"/>
                </a:cubicBezTo>
                <a:cubicBezTo>
                  <a:pt x="1085390" y="32732"/>
                  <a:pt x="1082676" y="31600"/>
                  <a:pt x="1078908" y="31600"/>
                </a:cubicBezTo>
                <a:cubicBezTo>
                  <a:pt x="1076044" y="31600"/>
                  <a:pt x="1073396" y="32355"/>
                  <a:pt x="1070965" y="33865"/>
                </a:cubicBezTo>
                <a:cubicBezTo>
                  <a:pt x="1068534" y="35374"/>
                  <a:pt x="1066773" y="37581"/>
                  <a:pt x="1065680" y="40486"/>
                </a:cubicBezTo>
                <a:cubicBezTo>
                  <a:pt x="1064587" y="43391"/>
                  <a:pt x="1064040" y="47578"/>
                  <a:pt x="1064040" y="53048"/>
                </a:cubicBezTo>
                <a:lnTo>
                  <a:pt x="1064040" y="84230"/>
                </a:lnTo>
                <a:lnTo>
                  <a:pt x="1053865" y="84230"/>
                </a:lnTo>
                <a:close/>
                <a:moveTo>
                  <a:pt x="1191414" y="64897"/>
                </a:moveTo>
                <a:lnTo>
                  <a:pt x="1201928" y="66197"/>
                </a:lnTo>
                <a:cubicBezTo>
                  <a:pt x="1200270" y="72340"/>
                  <a:pt x="1197199" y="77107"/>
                  <a:pt x="1192714" y="80499"/>
                </a:cubicBezTo>
                <a:cubicBezTo>
                  <a:pt x="1188229" y="83891"/>
                  <a:pt x="1182501" y="85587"/>
                  <a:pt x="1175529" y="85587"/>
                </a:cubicBezTo>
                <a:cubicBezTo>
                  <a:pt x="1166748" y="85587"/>
                  <a:pt x="1159785" y="82883"/>
                  <a:pt x="1154641" y="77475"/>
                </a:cubicBezTo>
                <a:cubicBezTo>
                  <a:pt x="1149497" y="72067"/>
                  <a:pt x="1146924" y="64482"/>
                  <a:pt x="1146924" y="54721"/>
                </a:cubicBezTo>
                <a:cubicBezTo>
                  <a:pt x="1146924" y="44621"/>
                  <a:pt x="1149525" y="36782"/>
                  <a:pt x="1154726" y="31205"/>
                </a:cubicBezTo>
                <a:cubicBezTo>
                  <a:pt x="1159926" y="25627"/>
                  <a:pt x="1166672" y="22838"/>
                  <a:pt x="1174963" y="22838"/>
                </a:cubicBezTo>
                <a:cubicBezTo>
                  <a:pt x="1182991" y="22838"/>
                  <a:pt x="1189548" y="25566"/>
                  <a:pt x="1194636" y="31023"/>
                </a:cubicBezTo>
                <a:cubicBezTo>
                  <a:pt x="1199724" y="36478"/>
                  <a:pt x="1202268" y="44153"/>
                  <a:pt x="1202268" y="54048"/>
                </a:cubicBezTo>
                <a:cubicBezTo>
                  <a:pt x="1202268" y="54650"/>
                  <a:pt x="1202249" y="55553"/>
                  <a:pt x="1202211" y="56756"/>
                </a:cubicBezTo>
                <a:lnTo>
                  <a:pt x="1157439" y="56756"/>
                </a:lnTo>
                <a:cubicBezTo>
                  <a:pt x="1157816" y="63333"/>
                  <a:pt x="1159681" y="68369"/>
                  <a:pt x="1163036" y="71864"/>
                </a:cubicBezTo>
                <a:cubicBezTo>
                  <a:pt x="1166390" y="75360"/>
                  <a:pt x="1170573" y="77107"/>
                  <a:pt x="1175585" y="77107"/>
                </a:cubicBezTo>
                <a:cubicBezTo>
                  <a:pt x="1179316" y="77107"/>
                  <a:pt x="1182501" y="76137"/>
                  <a:pt x="1185139" y="74196"/>
                </a:cubicBezTo>
                <a:cubicBezTo>
                  <a:pt x="1187777" y="72254"/>
                  <a:pt x="1189869" y="69154"/>
                  <a:pt x="1191414" y="64897"/>
                </a:cubicBezTo>
                <a:moveTo>
                  <a:pt x="1158004" y="48277"/>
                </a:moveTo>
                <a:lnTo>
                  <a:pt x="1191527" y="48277"/>
                </a:lnTo>
                <a:cubicBezTo>
                  <a:pt x="1191075" y="43309"/>
                  <a:pt x="1189793" y="39584"/>
                  <a:pt x="1187683" y="37100"/>
                </a:cubicBezTo>
                <a:cubicBezTo>
                  <a:pt x="1184442" y="33245"/>
                  <a:pt x="1180240" y="31318"/>
                  <a:pt x="1175077" y="31318"/>
                </a:cubicBezTo>
                <a:cubicBezTo>
                  <a:pt x="1170403" y="31318"/>
                  <a:pt x="1166475" y="32856"/>
                  <a:pt x="1163290" y="35934"/>
                </a:cubicBezTo>
                <a:cubicBezTo>
                  <a:pt x="1160105" y="39010"/>
                  <a:pt x="1158344" y="43124"/>
                  <a:pt x="1158004" y="48277"/>
                </a:cubicBezTo>
                <a:close/>
                <a:moveTo>
                  <a:pt x="1253659" y="84230"/>
                </a:moveTo>
                <a:lnTo>
                  <a:pt x="1253659" y="76655"/>
                </a:lnTo>
                <a:cubicBezTo>
                  <a:pt x="1249853" y="82610"/>
                  <a:pt x="1244256" y="85587"/>
                  <a:pt x="1236870" y="85587"/>
                </a:cubicBezTo>
                <a:cubicBezTo>
                  <a:pt x="1232083" y="85587"/>
                  <a:pt x="1227683" y="84268"/>
                  <a:pt x="1223670" y="81630"/>
                </a:cubicBezTo>
                <a:cubicBezTo>
                  <a:pt x="1219656" y="78992"/>
                  <a:pt x="1216547" y="75308"/>
                  <a:pt x="1214342" y="70578"/>
                </a:cubicBezTo>
                <a:cubicBezTo>
                  <a:pt x="1212138" y="65848"/>
                  <a:pt x="1211035" y="60412"/>
                  <a:pt x="1211035" y="54269"/>
                </a:cubicBezTo>
                <a:cubicBezTo>
                  <a:pt x="1211035" y="48277"/>
                  <a:pt x="1212034" y="42841"/>
                  <a:pt x="1214031" y="37960"/>
                </a:cubicBezTo>
                <a:cubicBezTo>
                  <a:pt x="1216029" y="33080"/>
                  <a:pt x="1219025" y="29339"/>
                  <a:pt x="1223020" y="26739"/>
                </a:cubicBezTo>
                <a:cubicBezTo>
                  <a:pt x="1227015" y="24138"/>
                  <a:pt x="1231480" y="22838"/>
                  <a:pt x="1236417" y="22838"/>
                </a:cubicBezTo>
                <a:cubicBezTo>
                  <a:pt x="1240035" y="22838"/>
                  <a:pt x="1243258" y="23601"/>
                  <a:pt x="1246084" y="25128"/>
                </a:cubicBezTo>
                <a:cubicBezTo>
                  <a:pt x="1248911" y="26654"/>
                  <a:pt x="1251209" y="28642"/>
                  <a:pt x="1252981" y="31092"/>
                </a:cubicBezTo>
                <a:lnTo>
                  <a:pt x="1252981" y="1357"/>
                </a:lnTo>
                <a:lnTo>
                  <a:pt x="1263100" y="1357"/>
                </a:lnTo>
                <a:lnTo>
                  <a:pt x="1263100" y="84230"/>
                </a:lnTo>
                <a:lnTo>
                  <a:pt x="1253659" y="84230"/>
                </a:lnTo>
                <a:moveTo>
                  <a:pt x="1221493" y="54241"/>
                </a:moveTo>
                <a:cubicBezTo>
                  <a:pt x="1221493" y="61901"/>
                  <a:pt x="1223114" y="67627"/>
                  <a:pt x="1226355" y="71419"/>
                </a:cubicBezTo>
                <a:cubicBezTo>
                  <a:pt x="1229596" y="75211"/>
                  <a:pt x="1233421" y="77107"/>
                  <a:pt x="1237831" y="77107"/>
                </a:cubicBezTo>
                <a:cubicBezTo>
                  <a:pt x="1242278" y="77107"/>
                  <a:pt x="1246056" y="75296"/>
                  <a:pt x="1249165" y="71673"/>
                </a:cubicBezTo>
                <a:cubicBezTo>
                  <a:pt x="1252274" y="68049"/>
                  <a:pt x="1253829" y="62520"/>
                  <a:pt x="1253829" y="55085"/>
                </a:cubicBezTo>
                <a:cubicBezTo>
                  <a:pt x="1253829" y="46900"/>
                  <a:pt x="1252246" y="40893"/>
                  <a:pt x="1249080" y="37063"/>
                </a:cubicBezTo>
                <a:cubicBezTo>
                  <a:pt x="1245914" y="33233"/>
                  <a:pt x="1242014" y="31318"/>
                  <a:pt x="1237378" y="31318"/>
                </a:cubicBezTo>
                <a:cubicBezTo>
                  <a:pt x="1232856" y="31318"/>
                  <a:pt x="1229078" y="33158"/>
                  <a:pt x="1226044" y="36838"/>
                </a:cubicBezTo>
                <a:cubicBezTo>
                  <a:pt x="1223010" y="40517"/>
                  <a:pt x="1221493" y="46318"/>
                  <a:pt x="1221493" y="54241"/>
                </a:cubicBezTo>
                <a:close/>
                <a:moveTo>
                  <a:pt x="1279160" y="13115"/>
                </a:moveTo>
                <a:lnTo>
                  <a:pt x="1279160" y="1357"/>
                </a:lnTo>
                <a:lnTo>
                  <a:pt x="1289335" y="1357"/>
                </a:lnTo>
                <a:lnTo>
                  <a:pt x="1289335" y="13115"/>
                </a:lnTo>
                <a:lnTo>
                  <a:pt x="1279160" y="13115"/>
                </a:lnTo>
                <a:moveTo>
                  <a:pt x="1279160" y="84230"/>
                </a:moveTo>
                <a:lnTo>
                  <a:pt x="1279160" y="24195"/>
                </a:lnTo>
                <a:lnTo>
                  <a:pt x="1289335" y="24195"/>
                </a:lnTo>
                <a:lnTo>
                  <a:pt x="1289335" y="84230"/>
                </a:lnTo>
                <a:lnTo>
                  <a:pt x="1279160" y="84230"/>
                </a:lnTo>
                <a:close/>
                <a:moveTo>
                  <a:pt x="1344004" y="76818"/>
                </a:moveTo>
                <a:cubicBezTo>
                  <a:pt x="1340235" y="80023"/>
                  <a:pt x="1336608" y="82286"/>
                  <a:pt x="1333122" y="83606"/>
                </a:cubicBezTo>
                <a:cubicBezTo>
                  <a:pt x="1329636" y="84927"/>
                  <a:pt x="1325895" y="85587"/>
                  <a:pt x="1321900" y="85587"/>
                </a:cubicBezTo>
                <a:cubicBezTo>
                  <a:pt x="1315305" y="85587"/>
                  <a:pt x="1310236" y="83975"/>
                  <a:pt x="1306694" y="80750"/>
                </a:cubicBezTo>
                <a:cubicBezTo>
                  <a:pt x="1303151" y="77525"/>
                  <a:pt x="1301380" y="73405"/>
                  <a:pt x="1301380" y="68389"/>
                </a:cubicBezTo>
                <a:cubicBezTo>
                  <a:pt x="1301380" y="65448"/>
                  <a:pt x="1302049" y="62762"/>
                  <a:pt x="1303387" y="60330"/>
                </a:cubicBezTo>
                <a:cubicBezTo>
                  <a:pt x="1304725" y="57897"/>
                  <a:pt x="1306477" y="55945"/>
                  <a:pt x="1308644" y="54474"/>
                </a:cubicBezTo>
                <a:cubicBezTo>
                  <a:pt x="1310811" y="53003"/>
                  <a:pt x="1313251" y="51891"/>
                  <a:pt x="1315965" y="51137"/>
                </a:cubicBezTo>
                <a:cubicBezTo>
                  <a:pt x="1317962" y="50608"/>
                  <a:pt x="1320977" y="50099"/>
                  <a:pt x="1325010" y="49609"/>
                </a:cubicBezTo>
                <a:cubicBezTo>
                  <a:pt x="1333225" y="48636"/>
                  <a:pt x="1339274" y="47476"/>
                  <a:pt x="1343156" y="46129"/>
                </a:cubicBezTo>
                <a:cubicBezTo>
                  <a:pt x="1343193" y="44740"/>
                  <a:pt x="1343212" y="43858"/>
                  <a:pt x="1343212" y="43482"/>
                </a:cubicBezTo>
                <a:cubicBezTo>
                  <a:pt x="1343212" y="39352"/>
                  <a:pt x="1342251" y="36443"/>
                  <a:pt x="1340329" y="34754"/>
                </a:cubicBezTo>
                <a:cubicBezTo>
                  <a:pt x="1337729" y="32463"/>
                  <a:pt x="1333866" y="31318"/>
                  <a:pt x="1328741" y="31318"/>
                </a:cubicBezTo>
                <a:cubicBezTo>
                  <a:pt x="1323954" y="31318"/>
                  <a:pt x="1320421" y="32156"/>
                  <a:pt x="1318141" y="33833"/>
                </a:cubicBezTo>
                <a:cubicBezTo>
                  <a:pt x="1315861" y="35510"/>
                  <a:pt x="1314175" y="38478"/>
                  <a:pt x="1313082" y="42737"/>
                </a:cubicBezTo>
                <a:lnTo>
                  <a:pt x="1303132" y="41380"/>
                </a:lnTo>
                <a:cubicBezTo>
                  <a:pt x="1304037" y="37109"/>
                  <a:pt x="1305525" y="33659"/>
                  <a:pt x="1307598" y="31032"/>
                </a:cubicBezTo>
                <a:cubicBezTo>
                  <a:pt x="1309671" y="28404"/>
                  <a:pt x="1312667" y="26382"/>
                  <a:pt x="1316586" y="24965"/>
                </a:cubicBezTo>
                <a:cubicBezTo>
                  <a:pt x="1320506" y="23547"/>
                  <a:pt x="1325047" y="22838"/>
                  <a:pt x="1330210" y="22838"/>
                </a:cubicBezTo>
                <a:cubicBezTo>
                  <a:pt x="1335336" y="22838"/>
                  <a:pt x="1339500" y="23441"/>
                  <a:pt x="1342703" y="24647"/>
                </a:cubicBezTo>
                <a:cubicBezTo>
                  <a:pt x="1345907" y="25853"/>
                  <a:pt x="1348262" y="27370"/>
                  <a:pt x="1349770" y="29198"/>
                </a:cubicBezTo>
                <a:cubicBezTo>
                  <a:pt x="1351277" y="31026"/>
                  <a:pt x="1352332" y="33334"/>
                  <a:pt x="1352935" y="36123"/>
                </a:cubicBezTo>
                <a:cubicBezTo>
                  <a:pt x="1353275" y="37856"/>
                  <a:pt x="1353444" y="40984"/>
                  <a:pt x="1353444" y="45507"/>
                </a:cubicBezTo>
                <a:lnTo>
                  <a:pt x="1353444" y="59074"/>
                </a:lnTo>
                <a:cubicBezTo>
                  <a:pt x="1353444" y="68534"/>
                  <a:pt x="1353661" y="74516"/>
                  <a:pt x="1354094" y="77022"/>
                </a:cubicBezTo>
                <a:cubicBezTo>
                  <a:pt x="1354528" y="79529"/>
                  <a:pt x="1355385" y="81931"/>
                  <a:pt x="1356666" y="84230"/>
                </a:cubicBezTo>
                <a:lnTo>
                  <a:pt x="1346039" y="84230"/>
                </a:lnTo>
                <a:cubicBezTo>
                  <a:pt x="1344984" y="82117"/>
                  <a:pt x="1344305" y="79646"/>
                  <a:pt x="1344004" y="76818"/>
                </a:cubicBezTo>
                <a:moveTo>
                  <a:pt x="1343156" y="54043"/>
                </a:moveTo>
                <a:cubicBezTo>
                  <a:pt x="1339462" y="55563"/>
                  <a:pt x="1333922" y="56855"/>
                  <a:pt x="1326536" y="57919"/>
                </a:cubicBezTo>
                <a:cubicBezTo>
                  <a:pt x="1322353" y="58524"/>
                  <a:pt x="1319394" y="59205"/>
                  <a:pt x="1317661" y="59963"/>
                </a:cubicBezTo>
                <a:cubicBezTo>
                  <a:pt x="1315927" y="60719"/>
                  <a:pt x="1314589" y="61826"/>
                  <a:pt x="1313647" y="63284"/>
                </a:cubicBezTo>
                <a:cubicBezTo>
                  <a:pt x="1312705" y="64741"/>
                  <a:pt x="1312234" y="66358"/>
                  <a:pt x="1312234" y="68137"/>
                </a:cubicBezTo>
                <a:cubicBezTo>
                  <a:pt x="1312234" y="70861"/>
                  <a:pt x="1313261" y="73131"/>
                  <a:pt x="1315315" y="74949"/>
                </a:cubicBezTo>
                <a:cubicBezTo>
                  <a:pt x="1317368" y="76765"/>
                  <a:pt x="1320374" y="77673"/>
                  <a:pt x="1324331" y="77673"/>
                </a:cubicBezTo>
                <a:cubicBezTo>
                  <a:pt x="1328251" y="77673"/>
                  <a:pt x="1331737" y="76811"/>
                  <a:pt x="1334789" y="75088"/>
                </a:cubicBezTo>
                <a:cubicBezTo>
                  <a:pt x="1337842" y="73365"/>
                  <a:pt x="1340084" y="71008"/>
                  <a:pt x="1341516" y="68017"/>
                </a:cubicBezTo>
                <a:cubicBezTo>
                  <a:pt x="1342609" y="65706"/>
                  <a:pt x="1343156" y="62298"/>
                  <a:pt x="1343156" y="57792"/>
                </a:cubicBezTo>
                <a:lnTo>
                  <a:pt x="1343156" y="54043"/>
                </a:lnTo>
                <a:close/>
                <a:moveTo>
                  <a:pt x="1368600" y="12267"/>
                </a:moveTo>
                <a:lnTo>
                  <a:pt x="1368600" y="452"/>
                </a:lnTo>
                <a:lnTo>
                  <a:pt x="1379510" y="452"/>
                </a:lnTo>
                <a:lnTo>
                  <a:pt x="1379510" y="9780"/>
                </a:lnTo>
                <a:cubicBezTo>
                  <a:pt x="1379510" y="14830"/>
                  <a:pt x="1378926" y="18467"/>
                  <a:pt x="1377758" y="20690"/>
                </a:cubicBezTo>
                <a:cubicBezTo>
                  <a:pt x="1376137" y="23743"/>
                  <a:pt x="1373612" y="26042"/>
                  <a:pt x="1370183" y="27587"/>
                </a:cubicBezTo>
                <a:lnTo>
                  <a:pt x="1367695" y="23573"/>
                </a:lnTo>
                <a:cubicBezTo>
                  <a:pt x="1369730" y="22744"/>
                  <a:pt x="1371247" y="21434"/>
                  <a:pt x="1372246" y="19644"/>
                </a:cubicBezTo>
                <a:cubicBezTo>
                  <a:pt x="1373245" y="17854"/>
                  <a:pt x="1373801" y="15395"/>
                  <a:pt x="1373914" y="12267"/>
                </a:cubicBezTo>
                <a:lnTo>
                  <a:pt x="1368600" y="12267"/>
                </a:lnTo>
                <a:close/>
                <a:moveTo>
                  <a:pt x="1388781" y="66253"/>
                </a:moveTo>
                <a:lnTo>
                  <a:pt x="1398843" y="64671"/>
                </a:lnTo>
                <a:cubicBezTo>
                  <a:pt x="1399408" y="68685"/>
                  <a:pt x="1400982" y="71762"/>
                  <a:pt x="1403563" y="73901"/>
                </a:cubicBezTo>
                <a:cubicBezTo>
                  <a:pt x="1406145" y="76039"/>
                  <a:pt x="1409753" y="77107"/>
                  <a:pt x="1414389" y="77107"/>
                </a:cubicBezTo>
                <a:cubicBezTo>
                  <a:pt x="1419062" y="77107"/>
                  <a:pt x="1422529" y="76163"/>
                  <a:pt x="1424791" y="74275"/>
                </a:cubicBezTo>
                <a:cubicBezTo>
                  <a:pt x="1427052" y="72386"/>
                  <a:pt x="1428182" y="70171"/>
                  <a:pt x="1428182" y="67630"/>
                </a:cubicBezTo>
                <a:cubicBezTo>
                  <a:pt x="1428182" y="65348"/>
                  <a:pt x="1427184" y="63554"/>
                  <a:pt x="1425186" y="62245"/>
                </a:cubicBezTo>
                <a:cubicBezTo>
                  <a:pt x="1423792" y="61348"/>
                  <a:pt x="1420325" y="60207"/>
                  <a:pt x="1414785" y="58823"/>
                </a:cubicBezTo>
                <a:cubicBezTo>
                  <a:pt x="1407323" y="56938"/>
                  <a:pt x="1402150" y="55307"/>
                  <a:pt x="1399267" y="53930"/>
                </a:cubicBezTo>
                <a:cubicBezTo>
                  <a:pt x="1396384" y="52553"/>
                  <a:pt x="1394198" y="50648"/>
                  <a:pt x="1392710" y="48215"/>
                </a:cubicBezTo>
                <a:cubicBezTo>
                  <a:pt x="1391221" y="45782"/>
                  <a:pt x="1390477" y="43094"/>
                  <a:pt x="1390477" y="40152"/>
                </a:cubicBezTo>
                <a:cubicBezTo>
                  <a:pt x="1390477" y="37474"/>
                  <a:pt x="1391089" y="34994"/>
                  <a:pt x="1392314" y="32712"/>
                </a:cubicBezTo>
                <a:cubicBezTo>
                  <a:pt x="1393539" y="30429"/>
                  <a:pt x="1395206" y="28534"/>
                  <a:pt x="1397317" y="27025"/>
                </a:cubicBezTo>
                <a:cubicBezTo>
                  <a:pt x="1398900" y="25856"/>
                  <a:pt x="1401057" y="24866"/>
                  <a:pt x="1403790" y="24055"/>
                </a:cubicBezTo>
                <a:cubicBezTo>
                  <a:pt x="1406522" y="23244"/>
                  <a:pt x="1409452" y="22838"/>
                  <a:pt x="1412580" y="22838"/>
                </a:cubicBezTo>
                <a:cubicBezTo>
                  <a:pt x="1417291" y="22838"/>
                  <a:pt x="1421427" y="23521"/>
                  <a:pt x="1424988" y="24887"/>
                </a:cubicBezTo>
                <a:cubicBezTo>
                  <a:pt x="1428550" y="26252"/>
                  <a:pt x="1431178" y="28102"/>
                  <a:pt x="1432874" y="30436"/>
                </a:cubicBezTo>
                <a:cubicBezTo>
                  <a:pt x="1434570" y="32769"/>
                  <a:pt x="1435739" y="35890"/>
                  <a:pt x="1436379" y="39797"/>
                </a:cubicBezTo>
                <a:lnTo>
                  <a:pt x="1426430" y="41154"/>
                </a:lnTo>
                <a:cubicBezTo>
                  <a:pt x="1425978" y="38064"/>
                  <a:pt x="1424668" y="35652"/>
                  <a:pt x="1422501" y="33918"/>
                </a:cubicBezTo>
                <a:cubicBezTo>
                  <a:pt x="1420334" y="32185"/>
                  <a:pt x="1417272" y="31318"/>
                  <a:pt x="1413315" y="31318"/>
                </a:cubicBezTo>
                <a:cubicBezTo>
                  <a:pt x="1408642" y="31318"/>
                  <a:pt x="1405306" y="32087"/>
                  <a:pt x="1403309" y="33625"/>
                </a:cubicBezTo>
                <a:cubicBezTo>
                  <a:pt x="1401312" y="35162"/>
                  <a:pt x="1400313" y="36962"/>
                  <a:pt x="1400313" y="39025"/>
                </a:cubicBezTo>
                <a:cubicBezTo>
                  <a:pt x="1400313" y="40337"/>
                  <a:pt x="1400727" y="41519"/>
                  <a:pt x="1401557" y="42569"/>
                </a:cubicBezTo>
                <a:cubicBezTo>
                  <a:pt x="1402386" y="43656"/>
                  <a:pt x="1403686" y="44556"/>
                  <a:pt x="1405457" y="45268"/>
                </a:cubicBezTo>
                <a:cubicBezTo>
                  <a:pt x="1406475" y="45644"/>
                  <a:pt x="1409471" y="46507"/>
                  <a:pt x="1414445" y="47856"/>
                </a:cubicBezTo>
                <a:cubicBezTo>
                  <a:pt x="1421644" y="49777"/>
                  <a:pt x="1426665" y="51349"/>
                  <a:pt x="1429511" y="52573"/>
                </a:cubicBezTo>
                <a:cubicBezTo>
                  <a:pt x="1432356" y="53797"/>
                  <a:pt x="1434589" y="55576"/>
                  <a:pt x="1436210" y="57912"/>
                </a:cubicBezTo>
                <a:cubicBezTo>
                  <a:pt x="1437830" y="60246"/>
                  <a:pt x="1438640" y="63145"/>
                  <a:pt x="1438640" y="66609"/>
                </a:cubicBezTo>
                <a:cubicBezTo>
                  <a:pt x="1438640" y="69998"/>
                  <a:pt x="1437651" y="73190"/>
                  <a:pt x="1435673" y="76183"/>
                </a:cubicBezTo>
                <a:cubicBezTo>
                  <a:pt x="1433694" y="79176"/>
                  <a:pt x="1430839" y="81491"/>
                  <a:pt x="1427108" y="83130"/>
                </a:cubicBezTo>
                <a:cubicBezTo>
                  <a:pt x="1423377" y="84768"/>
                  <a:pt x="1419156" y="85587"/>
                  <a:pt x="1414445" y="85587"/>
                </a:cubicBezTo>
                <a:cubicBezTo>
                  <a:pt x="1406644" y="85587"/>
                  <a:pt x="1400699" y="83962"/>
                  <a:pt x="1396610" y="80711"/>
                </a:cubicBezTo>
                <a:cubicBezTo>
                  <a:pt x="1392521" y="77461"/>
                  <a:pt x="1389911" y="72641"/>
                  <a:pt x="1388781" y="66253"/>
                </a:cubicBezTo>
                <a:close/>
                <a:moveTo>
                  <a:pt x="1522075" y="62183"/>
                </a:moveTo>
                <a:lnTo>
                  <a:pt x="1532081" y="63483"/>
                </a:lnTo>
                <a:cubicBezTo>
                  <a:pt x="1530988" y="70398"/>
                  <a:pt x="1528190" y="75811"/>
                  <a:pt x="1523686" y="79722"/>
                </a:cubicBezTo>
                <a:cubicBezTo>
                  <a:pt x="1519183" y="83632"/>
                  <a:pt x="1513652" y="85587"/>
                  <a:pt x="1507095" y="85587"/>
                </a:cubicBezTo>
                <a:cubicBezTo>
                  <a:pt x="1498879" y="85587"/>
                  <a:pt x="1492274" y="82902"/>
                  <a:pt x="1487281" y="77531"/>
                </a:cubicBezTo>
                <a:cubicBezTo>
                  <a:pt x="1482287" y="72161"/>
                  <a:pt x="1479791" y="64463"/>
                  <a:pt x="1479791" y="54439"/>
                </a:cubicBezTo>
                <a:cubicBezTo>
                  <a:pt x="1479791" y="47957"/>
                  <a:pt x="1480865" y="42285"/>
                  <a:pt x="1483013" y="37423"/>
                </a:cubicBezTo>
                <a:cubicBezTo>
                  <a:pt x="1485161" y="32561"/>
                  <a:pt x="1488430" y="28915"/>
                  <a:pt x="1492821" y="26484"/>
                </a:cubicBezTo>
                <a:cubicBezTo>
                  <a:pt x="1497211" y="24054"/>
                  <a:pt x="1501988" y="22838"/>
                  <a:pt x="1507151" y="22838"/>
                </a:cubicBezTo>
                <a:cubicBezTo>
                  <a:pt x="1513671" y="22838"/>
                  <a:pt x="1519004" y="24492"/>
                  <a:pt x="1523149" y="27801"/>
                </a:cubicBezTo>
                <a:cubicBezTo>
                  <a:pt x="1527295" y="31108"/>
                  <a:pt x="1529952" y="35804"/>
                  <a:pt x="1531120" y="41889"/>
                </a:cubicBezTo>
                <a:lnTo>
                  <a:pt x="1521227" y="43415"/>
                </a:lnTo>
                <a:cubicBezTo>
                  <a:pt x="1520285" y="39402"/>
                  <a:pt x="1518618" y="36382"/>
                  <a:pt x="1516224" y="34356"/>
                </a:cubicBezTo>
                <a:cubicBezTo>
                  <a:pt x="1513831" y="32331"/>
                  <a:pt x="1510939" y="31318"/>
                  <a:pt x="1507547" y="31318"/>
                </a:cubicBezTo>
                <a:cubicBezTo>
                  <a:pt x="1502422" y="31318"/>
                  <a:pt x="1498257" y="33146"/>
                  <a:pt x="1495054" y="36803"/>
                </a:cubicBezTo>
                <a:cubicBezTo>
                  <a:pt x="1491851" y="40459"/>
                  <a:pt x="1490249" y="46243"/>
                  <a:pt x="1490249" y="54156"/>
                </a:cubicBezTo>
                <a:cubicBezTo>
                  <a:pt x="1490249" y="62182"/>
                  <a:pt x="1491794" y="68014"/>
                  <a:pt x="1494884" y="71652"/>
                </a:cubicBezTo>
                <a:cubicBezTo>
                  <a:pt x="1497975" y="75289"/>
                  <a:pt x="1502007" y="77107"/>
                  <a:pt x="1506982" y="77107"/>
                </a:cubicBezTo>
                <a:cubicBezTo>
                  <a:pt x="1510977" y="77107"/>
                  <a:pt x="1514312" y="75887"/>
                  <a:pt x="1516988" y="73447"/>
                </a:cubicBezTo>
                <a:cubicBezTo>
                  <a:pt x="1519663" y="71007"/>
                  <a:pt x="1521359" y="67252"/>
                  <a:pt x="1522075" y="62183"/>
                </a:cubicBezTo>
                <a:close/>
                <a:moveTo>
                  <a:pt x="1537000" y="54213"/>
                </a:moveTo>
                <a:cubicBezTo>
                  <a:pt x="1537000" y="43095"/>
                  <a:pt x="1540090" y="34860"/>
                  <a:pt x="1546271" y="29509"/>
                </a:cubicBezTo>
                <a:cubicBezTo>
                  <a:pt x="1551434" y="25062"/>
                  <a:pt x="1557727" y="22838"/>
                  <a:pt x="1565152" y="22838"/>
                </a:cubicBezTo>
                <a:cubicBezTo>
                  <a:pt x="1573405" y="22838"/>
                  <a:pt x="1580151" y="25542"/>
                  <a:pt x="1585389" y="30950"/>
                </a:cubicBezTo>
                <a:cubicBezTo>
                  <a:pt x="1590628" y="36358"/>
                  <a:pt x="1593247" y="43830"/>
                  <a:pt x="1593247" y="53365"/>
                </a:cubicBezTo>
                <a:cubicBezTo>
                  <a:pt x="1593247" y="61090"/>
                  <a:pt x="1592088" y="67167"/>
                  <a:pt x="1589771" y="71596"/>
                </a:cubicBezTo>
                <a:cubicBezTo>
                  <a:pt x="1587453" y="76024"/>
                  <a:pt x="1584080" y="79463"/>
                  <a:pt x="1579652" y="81912"/>
                </a:cubicBezTo>
                <a:cubicBezTo>
                  <a:pt x="1575223" y="84362"/>
                  <a:pt x="1570390" y="85587"/>
                  <a:pt x="1565152" y="85587"/>
                </a:cubicBezTo>
                <a:cubicBezTo>
                  <a:pt x="1556747" y="85587"/>
                  <a:pt x="1549954" y="82892"/>
                  <a:pt x="1544773" y="77503"/>
                </a:cubicBezTo>
                <a:cubicBezTo>
                  <a:pt x="1539591" y="72114"/>
                  <a:pt x="1537000" y="64350"/>
                  <a:pt x="1537000" y="54213"/>
                </a:cubicBezTo>
                <a:moveTo>
                  <a:pt x="1547458" y="54184"/>
                </a:moveTo>
                <a:cubicBezTo>
                  <a:pt x="1547458" y="61844"/>
                  <a:pt x="1549135" y="67580"/>
                  <a:pt x="1552489" y="71391"/>
                </a:cubicBezTo>
                <a:cubicBezTo>
                  <a:pt x="1555843" y="75202"/>
                  <a:pt x="1560064" y="77107"/>
                  <a:pt x="1565152" y="77107"/>
                </a:cubicBezTo>
                <a:cubicBezTo>
                  <a:pt x="1570202" y="77107"/>
                  <a:pt x="1574404" y="75192"/>
                  <a:pt x="1577758" y="71362"/>
                </a:cubicBezTo>
                <a:cubicBezTo>
                  <a:pt x="1581112" y="67532"/>
                  <a:pt x="1582789" y="61694"/>
                  <a:pt x="1582789" y="53847"/>
                </a:cubicBezTo>
                <a:cubicBezTo>
                  <a:pt x="1582789" y="46450"/>
                  <a:pt x="1581103" y="40845"/>
                  <a:pt x="1577730" y="37034"/>
                </a:cubicBezTo>
                <a:cubicBezTo>
                  <a:pt x="1574357" y="33223"/>
                  <a:pt x="1570164" y="31318"/>
                  <a:pt x="1565152" y="31318"/>
                </a:cubicBezTo>
                <a:cubicBezTo>
                  <a:pt x="1560064" y="31318"/>
                  <a:pt x="1555843" y="33214"/>
                  <a:pt x="1552489" y="37006"/>
                </a:cubicBezTo>
                <a:cubicBezTo>
                  <a:pt x="1549135" y="40798"/>
                  <a:pt x="1547458" y="46524"/>
                  <a:pt x="1547458" y="54184"/>
                </a:cubicBezTo>
                <a:close/>
                <a:moveTo>
                  <a:pt x="1605181" y="84230"/>
                </a:moveTo>
                <a:lnTo>
                  <a:pt x="1605181" y="24195"/>
                </a:lnTo>
                <a:lnTo>
                  <a:pt x="1614338" y="24195"/>
                </a:lnTo>
                <a:lnTo>
                  <a:pt x="1614338" y="32674"/>
                </a:lnTo>
                <a:cubicBezTo>
                  <a:pt x="1618748" y="26117"/>
                  <a:pt x="1625117" y="22838"/>
                  <a:pt x="1633446" y="22838"/>
                </a:cubicBezTo>
                <a:cubicBezTo>
                  <a:pt x="1637064" y="22838"/>
                  <a:pt x="1640389" y="23488"/>
                  <a:pt x="1643423" y="24789"/>
                </a:cubicBezTo>
                <a:cubicBezTo>
                  <a:pt x="1646457" y="26089"/>
                  <a:pt x="1648728" y="27794"/>
                  <a:pt x="1650235" y="29905"/>
                </a:cubicBezTo>
                <a:cubicBezTo>
                  <a:pt x="1651743" y="32015"/>
                  <a:pt x="1652798" y="34521"/>
                  <a:pt x="1653401" y="37423"/>
                </a:cubicBezTo>
                <a:cubicBezTo>
                  <a:pt x="1653778" y="39307"/>
                  <a:pt x="1653966" y="42605"/>
                  <a:pt x="1653966" y="47316"/>
                </a:cubicBezTo>
                <a:lnTo>
                  <a:pt x="1653966" y="84230"/>
                </a:lnTo>
                <a:lnTo>
                  <a:pt x="1643791" y="84230"/>
                </a:lnTo>
                <a:lnTo>
                  <a:pt x="1643791" y="47673"/>
                </a:lnTo>
                <a:cubicBezTo>
                  <a:pt x="1643791" y="43522"/>
                  <a:pt x="1643395" y="40419"/>
                  <a:pt x="1642604" y="38363"/>
                </a:cubicBezTo>
                <a:cubicBezTo>
                  <a:pt x="1641812" y="36307"/>
                  <a:pt x="1640408" y="34665"/>
                  <a:pt x="1638392" y="33439"/>
                </a:cubicBezTo>
                <a:cubicBezTo>
                  <a:pt x="1636376" y="32213"/>
                  <a:pt x="1634011" y="31600"/>
                  <a:pt x="1631298" y="31600"/>
                </a:cubicBezTo>
                <a:cubicBezTo>
                  <a:pt x="1626964" y="31600"/>
                  <a:pt x="1623223" y="32978"/>
                  <a:pt x="1620076" y="35732"/>
                </a:cubicBezTo>
                <a:cubicBezTo>
                  <a:pt x="1616929" y="38486"/>
                  <a:pt x="1615356" y="43711"/>
                  <a:pt x="1615356" y="51407"/>
                </a:cubicBezTo>
                <a:lnTo>
                  <a:pt x="1615356" y="84230"/>
                </a:lnTo>
                <a:lnTo>
                  <a:pt x="1605181" y="84230"/>
                </a:lnTo>
                <a:close/>
                <a:moveTo>
                  <a:pt x="1691790" y="75242"/>
                </a:moveTo>
                <a:lnTo>
                  <a:pt x="1693260" y="84230"/>
                </a:lnTo>
                <a:cubicBezTo>
                  <a:pt x="1690396" y="84758"/>
                  <a:pt x="1687833" y="85022"/>
                  <a:pt x="1685572" y="85022"/>
                </a:cubicBezTo>
                <a:cubicBezTo>
                  <a:pt x="1681879" y="85022"/>
                  <a:pt x="1679015" y="84437"/>
                  <a:pt x="1676980" y="83269"/>
                </a:cubicBezTo>
                <a:cubicBezTo>
                  <a:pt x="1674944" y="82101"/>
                  <a:pt x="1673512" y="80565"/>
                  <a:pt x="1672683" y="78662"/>
                </a:cubicBezTo>
                <a:cubicBezTo>
                  <a:pt x="1671854" y="76759"/>
                  <a:pt x="1671440" y="72754"/>
                  <a:pt x="1671440" y="66649"/>
                </a:cubicBezTo>
                <a:lnTo>
                  <a:pt x="1671440" y="32109"/>
                </a:lnTo>
                <a:lnTo>
                  <a:pt x="1663978" y="32109"/>
                </a:lnTo>
                <a:lnTo>
                  <a:pt x="1663978" y="24195"/>
                </a:lnTo>
                <a:lnTo>
                  <a:pt x="1671440" y="24195"/>
                </a:lnTo>
                <a:lnTo>
                  <a:pt x="1671440" y="9287"/>
                </a:lnTo>
                <a:lnTo>
                  <a:pt x="1681558" y="3166"/>
                </a:lnTo>
                <a:lnTo>
                  <a:pt x="1681558" y="24195"/>
                </a:lnTo>
                <a:lnTo>
                  <a:pt x="1691790" y="24195"/>
                </a:lnTo>
                <a:lnTo>
                  <a:pt x="1691790" y="32109"/>
                </a:lnTo>
                <a:lnTo>
                  <a:pt x="1681558" y="32109"/>
                </a:lnTo>
                <a:lnTo>
                  <a:pt x="1681558" y="67214"/>
                </a:lnTo>
                <a:cubicBezTo>
                  <a:pt x="1681558" y="70116"/>
                  <a:pt x="1681738" y="71982"/>
                  <a:pt x="1682096" y="72811"/>
                </a:cubicBezTo>
                <a:cubicBezTo>
                  <a:pt x="1682454" y="73640"/>
                  <a:pt x="1683038" y="74300"/>
                  <a:pt x="1683848" y="74790"/>
                </a:cubicBezTo>
                <a:cubicBezTo>
                  <a:pt x="1684658" y="75279"/>
                  <a:pt x="1685817" y="75524"/>
                  <a:pt x="1687325" y="75524"/>
                </a:cubicBezTo>
                <a:cubicBezTo>
                  <a:pt x="1688455" y="75524"/>
                  <a:pt x="1689944" y="75430"/>
                  <a:pt x="1691790" y="75242"/>
                </a:cubicBezTo>
                <a:close/>
                <a:moveTo>
                  <a:pt x="1742834" y="64897"/>
                </a:moveTo>
                <a:lnTo>
                  <a:pt x="1753348" y="66197"/>
                </a:lnTo>
                <a:cubicBezTo>
                  <a:pt x="1751690" y="72340"/>
                  <a:pt x="1748618" y="77107"/>
                  <a:pt x="1744134" y="80499"/>
                </a:cubicBezTo>
                <a:cubicBezTo>
                  <a:pt x="1739649" y="83891"/>
                  <a:pt x="1733921" y="85587"/>
                  <a:pt x="1726949" y="85587"/>
                </a:cubicBezTo>
                <a:cubicBezTo>
                  <a:pt x="1718167" y="85587"/>
                  <a:pt x="1711205" y="82883"/>
                  <a:pt x="1706061" y="77475"/>
                </a:cubicBezTo>
                <a:cubicBezTo>
                  <a:pt x="1700916" y="72067"/>
                  <a:pt x="1698344" y="64482"/>
                  <a:pt x="1698344" y="54721"/>
                </a:cubicBezTo>
                <a:cubicBezTo>
                  <a:pt x="1698344" y="44621"/>
                  <a:pt x="1700945" y="36782"/>
                  <a:pt x="1706145" y="31205"/>
                </a:cubicBezTo>
                <a:cubicBezTo>
                  <a:pt x="1711346" y="25627"/>
                  <a:pt x="1718092" y="22838"/>
                  <a:pt x="1726383" y="22838"/>
                </a:cubicBezTo>
                <a:cubicBezTo>
                  <a:pt x="1734411" y="22838"/>
                  <a:pt x="1740968" y="25566"/>
                  <a:pt x="1746056" y="31023"/>
                </a:cubicBezTo>
                <a:cubicBezTo>
                  <a:pt x="1751143" y="36478"/>
                  <a:pt x="1753687" y="44153"/>
                  <a:pt x="1753687" y="54048"/>
                </a:cubicBezTo>
                <a:cubicBezTo>
                  <a:pt x="1753687" y="54650"/>
                  <a:pt x="1753669" y="55553"/>
                  <a:pt x="1753631" y="56756"/>
                </a:cubicBezTo>
                <a:lnTo>
                  <a:pt x="1708859" y="56756"/>
                </a:lnTo>
                <a:cubicBezTo>
                  <a:pt x="1709236" y="63333"/>
                  <a:pt x="1711101" y="68369"/>
                  <a:pt x="1714455" y="71864"/>
                </a:cubicBezTo>
                <a:cubicBezTo>
                  <a:pt x="1717809" y="75360"/>
                  <a:pt x="1721993" y="77107"/>
                  <a:pt x="1727005" y="77107"/>
                </a:cubicBezTo>
                <a:cubicBezTo>
                  <a:pt x="1730736" y="77107"/>
                  <a:pt x="1733921" y="76137"/>
                  <a:pt x="1736559" y="74196"/>
                </a:cubicBezTo>
                <a:cubicBezTo>
                  <a:pt x="1739197" y="72254"/>
                  <a:pt x="1741288" y="69154"/>
                  <a:pt x="1742834" y="64897"/>
                </a:cubicBezTo>
                <a:moveTo>
                  <a:pt x="1709424" y="48277"/>
                </a:moveTo>
                <a:lnTo>
                  <a:pt x="1742947" y="48277"/>
                </a:lnTo>
                <a:cubicBezTo>
                  <a:pt x="1742494" y="43309"/>
                  <a:pt x="1741213" y="39584"/>
                  <a:pt x="1739103" y="37100"/>
                </a:cubicBezTo>
                <a:cubicBezTo>
                  <a:pt x="1735861" y="33245"/>
                  <a:pt x="1731659" y="31318"/>
                  <a:pt x="1726496" y="31318"/>
                </a:cubicBezTo>
                <a:cubicBezTo>
                  <a:pt x="1721823" y="31318"/>
                  <a:pt x="1717894" y="32856"/>
                  <a:pt x="1714710" y="35934"/>
                </a:cubicBezTo>
                <a:cubicBezTo>
                  <a:pt x="1711525" y="39010"/>
                  <a:pt x="1709763" y="43124"/>
                  <a:pt x="1709424" y="48277"/>
                </a:cubicBezTo>
                <a:close/>
                <a:moveTo>
                  <a:pt x="1759346" y="84230"/>
                </a:moveTo>
                <a:lnTo>
                  <a:pt x="1781279" y="53025"/>
                </a:lnTo>
                <a:lnTo>
                  <a:pt x="1760985" y="24195"/>
                </a:lnTo>
                <a:lnTo>
                  <a:pt x="1773704" y="24195"/>
                </a:lnTo>
                <a:lnTo>
                  <a:pt x="1782919" y="38271"/>
                </a:lnTo>
                <a:cubicBezTo>
                  <a:pt x="1784652" y="40947"/>
                  <a:pt x="1786047" y="43189"/>
                  <a:pt x="1787102" y="44998"/>
                </a:cubicBezTo>
                <a:cubicBezTo>
                  <a:pt x="1788760" y="42511"/>
                  <a:pt x="1790287" y="40306"/>
                  <a:pt x="1791681" y="38384"/>
                </a:cubicBezTo>
                <a:lnTo>
                  <a:pt x="1801800" y="24195"/>
                </a:lnTo>
                <a:lnTo>
                  <a:pt x="1813954" y="24195"/>
                </a:lnTo>
                <a:lnTo>
                  <a:pt x="1793207" y="52460"/>
                </a:lnTo>
                <a:lnTo>
                  <a:pt x="1815537" y="84230"/>
                </a:lnTo>
                <a:lnTo>
                  <a:pt x="1803044" y="84230"/>
                </a:lnTo>
                <a:lnTo>
                  <a:pt x="1790720" y="65575"/>
                </a:lnTo>
                <a:lnTo>
                  <a:pt x="1787441" y="60544"/>
                </a:lnTo>
                <a:lnTo>
                  <a:pt x="1771669" y="84230"/>
                </a:lnTo>
                <a:lnTo>
                  <a:pt x="1759346" y="84230"/>
                </a:lnTo>
                <a:close/>
                <a:moveTo>
                  <a:pt x="1846233" y="75242"/>
                </a:moveTo>
                <a:lnTo>
                  <a:pt x="1847702" y="84230"/>
                </a:lnTo>
                <a:cubicBezTo>
                  <a:pt x="1844838" y="84758"/>
                  <a:pt x="1842276" y="85022"/>
                  <a:pt x="1840014" y="85022"/>
                </a:cubicBezTo>
                <a:cubicBezTo>
                  <a:pt x="1836321" y="85022"/>
                  <a:pt x="1833457" y="84437"/>
                  <a:pt x="1831422" y="83269"/>
                </a:cubicBezTo>
                <a:cubicBezTo>
                  <a:pt x="1829387" y="82101"/>
                  <a:pt x="1827955" y="80565"/>
                  <a:pt x="1827125" y="78662"/>
                </a:cubicBezTo>
                <a:cubicBezTo>
                  <a:pt x="1826296" y="76759"/>
                  <a:pt x="1825882" y="72754"/>
                  <a:pt x="1825882" y="66649"/>
                </a:cubicBezTo>
                <a:lnTo>
                  <a:pt x="1825882" y="32109"/>
                </a:lnTo>
                <a:lnTo>
                  <a:pt x="1818420" y="32109"/>
                </a:lnTo>
                <a:lnTo>
                  <a:pt x="1818420" y="24195"/>
                </a:lnTo>
                <a:lnTo>
                  <a:pt x="1825882" y="24195"/>
                </a:lnTo>
                <a:lnTo>
                  <a:pt x="1825882" y="9287"/>
                </a:lnTo>
                <a:lnTo>
                  <a:pt x="1836001" y="3166"/>
                </a:lnTo>
                <a:lnTo>
                  <a:pt x="1836001" y="24195"/>
                </a:lnTo>
                <a:lnTo>
                  <a:pt x="1846233" y="24195"/>
                </a:lnTo>
                <a:lnTo>
                  <a:pt x="1846233" y="32109"/>
                </a:lnTo>
                <a:lnTo>
                  <a:pt x="1836001" y="32109"/>
                </a:lnTo>
                <a:lnTo>
                  <a:pt x="1836001" y="67214"/>
                </a:lnTo>
                <a:cubicBezTo>
                  <a:pt x="1836001" y="70116"/>
                  <a:pt x="1836180" y="71982"/>
                  <a:pt x="1836538" y="72811"/>
                </a:cubicBezTo>
                <a:cubicBezTo>
                  <a:pt x="1836896" y="73640"/>
                  <a:pt x="1837480" y="74300"/>
                  <a:pt x="1838290" y="74790"/>
                </a:cubicBezTo>
                <a:cubicBezTo>
                  <a:pt x="1839100" y="75279"/>
                  <a:pt x="1840259" y="75524"/>
                  <a:pt x="1841767" y="75524"/>
                </a:cubicBezTo>
                <a:cubicBezTo>
                  <a:pt x="1842897" y="75524"/>
                  <a:pt x="1844386" y="75430"/>
                  <a:pt x="1846233" y="75242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asdescribedorimpliedintheclaim.">
            <a:extLst xmlns:a="http://schemas.openxmlformats.org/drawingml/2006/main">
              <a:ext uri="{FF2B5EF4-FFF2-40B4-BE49-F238E27FC236}">
                <a16:creationId xmlns:a16="http://schemas.microsoft.com/office/drawing/2014/main" id="{B4ED5642-F576-403E-9AAD-2CD8E7CD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38" y="6540821"/>
            <a:ext cx="1826217" cy="105938"/>
          </a:xfrm>
          <a:custGeom xmlns:a="http://schemas.openxmlformats.org/drawingml/2006/main">
            <a:pathLst>
              <a:path w="1826217" h="105938">
                <a:moveTo>
                  <a:pt x="42624" y="75461"/>
                </a:moveTo>
                <a:cubicBezTo>
                  <a:pt x="38855" y="78667"/>
                  <a:pt x="35228" y="80930"/>
                  <a:pt x="31742" y="82250"/>
                </a:cubicBezTo>
                <a:cubicBezTo>
                  <a:pt x="28256" y="83570"/>
                  <a:pt x="24515" y="84230"/>
                  <a:pt x="20520" y="84230"/>
                </a:cubicBezTo>
                <a:cubicBezTo>
                  <a:pt x="13925" y="84230"/>
                  <a:pt x="8856" y="82618"/>
                  <a:pt x="5314" y="79393"/>
                </a:cubicBezTo>
                <a:cubicBezTo>
                  <a:pt x="1771" y="76169"/>
                  <a:pt x="0" y="72048"/>
                  <a:pt x="0" y="67033"/>
                </a:cubicBezTo>
                <a:cubicBezTo>
                  <a:pt x="0" y="64092"/>
                  <a:pt x="669" y="61405"/>
                  <a:pt x="2007" y="58973"/>
                </a:cubicBezTo>
                <a:cubicBezTo>
                  <a:pt x="3345" y="56540"/>
                  <a:pt x="5097" y="54588"/>
                  <a:pt x="7264" y="53117"/>
                </a:cubicBezTo>
                <a:cubicBezTo>
                  <a:pt x="9431" y="51646"/>
                  <a:pt x="11871" y="50534"/>
                  <a:pt x="14585" y="49780"/>
                </a:cubicBezTo>
                <a:cubicBezTo>
                  <a:pt x="16582" y="49251"/>
                  <a:pt x="19597" y="48742"/>
                  <a:pt x="23630" y="48252"/>
                </a:cubicBezTo>
                <a:cubicBezTo>
                  <a:pt x="31845" y="47279"/>
                  <a:pt x="37894" y="46119"/>
                  <a:pt x="41776" y="44772"/>
                </a:cubicBezTo>
                <a:cubicBezTo>
                  <a:pt x="41814" y="43383"/>
                  <a:pt x="41832" y="42501"/>
                  <a:pt x="41832" y="42126"/>
                </a:cubicBezTo>
                <a:cubicBezTo>
                  <a:pt x="41832" y="37995"/>
                  <a:pt x="40871" y="35086"/>
                  <a:pt x="38949" y="33397"/>
                </a:cubicBezTo>
                <a:cubicBezTo>
                  <a:pt x="36349" y="31106"/>
                  <a:pt x="32486" y="29961"/>
                  <a:pt x="27361" y="29961"/>
                </a:cubicBezTo>
                <a:cubicBezTo>
                  <a:pt x="22574" y="29961"/>
                  <a:pt x="19041" y="30800"/>
                  <a:pt x="16761" y="32477"/>
                </a:cubicBezTo>
                <a:cubicBezTo>
                  <a:pt x="14481" y="34154"/>
                  <a:pt x="12795" y="37122"/>
                  <a:pt x="11702" y="41380"/>
                </a:cubicBezTo>
                <a:lnTo>
                  <a:pt x="1752" y="40023"/>
                </a:lnTo>
                <a:cubicBezTo>
                  <a:pt x="2657" y="35752"/>
                  <a:pt x="4146" y="32302"/>
                  <a:pt x="6218" y="29675"/>
                </a:cubicBezTo>
                <a:cubicBezTo>
                  <a:pt x="8291" y="27047"/>
                  <a:pt x="11287" y="25025"/>
                  <a:pt x="15207" y="23608"/>
                </a:cubicBezTo>
                <a:cubicBezTo>
                  <a:pt x="19126" y="22190"/>
                  <a:pt x="23667" y="21481"/>
                  <a:pt x="28830" y="21481"/>
                </a:cubicBezTo>
                <a:cubicBezTo>
                  <a:pt x="33956" y="21481"/>
                  <a:pt x="38120" y="22084"/>
                  <a:pt x="41324" y="23290"/>
                </a:cubicBezTo>
                <a:cubicBezTo>
                  <a:pt x="44527" y="24496"/>
                  <a:pt x="46882" y="26013"/>
                  <a:pt x="48390" y="27841"/>
                </a:cubicBezTo>
                <a:cubicBezTo>
                  <a:pt x="49897" y="29669"/>
                  <a:pt x="50953" y="31977"/>
                  <a:pt x="51556" y="34766"/>
                </a:cubicBezTo>
                <a:cubicBezTo>
                  <a:pt x="51895" y="36500"/>
                  <a:pt x="52064" y="39628"/>
                  <a:pt x="52064" y="44150"/>
                </a:cubicBezTo>
                <a:lnTo>
                  <a:pt x="52064" y="57717"/>
                </a:lnTo>
                <a:cubicBezTo>
                  <a:pt x="52064" y="67177"/>
                  <a:pt x="52281" y="73160"/>
                  <a:pt x="52714" y="75666"/>
                </a:cubicBezTo>
                <a:cubicBezTo>
                  <a:pt x="53148" y="78172"/>
                  <a:pt x="54005" y="80574"/>
                  <a:pt x="55287" y="82873"/>
                </a:cubicBezTo>
                <a:lnTo>
                  <a:pt x="44659" y="82873"/>
                </a:lnTo>
                <a:cubicBezTo>
                  <a:pt x="43604" y="80761"/>
                  <a:pt x="42925" y="78290"/>
                  <a:pt x="42624" y="75461"/>
                </a:cubicBezTo>
                <a:moveTo>
                  <a:pt x="41776" y="52686"/>
                </a:moveTo>
                <a:cubicBezTo>
                  <a:pt x="38083" y="54207"/>
                  <a:pt x="32543" y="55499"/>
                  <a:pt x="25156" y="56562"/>
                </a:cubicBezTo>
                <a:cubicBezTo>
                  <a:pt x="20973" y="57167"/>
                  <a:pt x="18014" y="57849"/>
                  <a:pt x="16281" y="58606"/>
                </a:cubicBezTo>
                <a:cubicBezTo>
                  <a:pt x="14547" y="59362"/>
                  <a:pt x="13209" y="60469"/>
                  <a:pt x="12267" y="61927"/>
                </a:cubicBezTo>
                <a:cubicBezTo>
                  <a:pt x="11325" y="63384"/>
                  <a:pt x="10854" y="65002"/>
                  <a:pt x="10854" y="66780"/>
                </a:cubicBezTo>
                <a:cubicBezTo>
                  <a:pt x="10854" y="69504"/>
                  <a:pt x="11881" y="71775"/>
                  <a:pt x="13935" y="73592"/>
                </a:cubicBezTo>
                <a:cubicBezTo>
                  <a:pt x="15989" y="75408"/>
                  <a:pt x="18994" y="76316"/>
                  <a:pt x="22951" y="76316"/>
                </a:cubicBezTo>
                <a:cubicBezTo>
                  <a:pt x="26871" y="76316"/>
                  <a:pt x="30357" y="75454"/>
                  <a:pt x="33409" y="73731"/>
                </a:cubicBezTo>
                <a:cubicBezTo>
                  <a:pt x="36462" y="72008"/>
                  <a:pt x="38704" y="69651"/>
                  <a:pt x="40136" y="66660"/>
                </a:cubicBezTo>
                <a:cubicBezTo>
                  <a:pt x="41229" y="64349"/>
                  <a:pt x="41776" y="60941"/>
                  <a:pt x="41776" y="56435"/>
                </a:cubicBezTo>
                <a:lnTo>
                  <a:pt x="41776" y="52686"/>
                </a:lnTo>
                <a:close/>
                <a:moveTo>
                  <a:pt x="63772" y="64897"/>
                </a:moveTo>
                <a:lnTo>
                  <a:pt x="73834" y="63314"/>
                </a:lnTo>
                <a:cubicBezTo>
                  <a:pt x="74399" y="67329"/>
                  <a:pt x="75973" y="70405"/>
                  <a:pt x="78554" y="72544"/>
                </a:cubicBezTo>
                <a:cubicBezTo>
                  <a:pt x="81136" y="74682"/>
                  <a:pt x="84744" y="75751"/>
                  <a:pt x="89380" y="75751"/>
                </a:cubicBezTo>
                <a:cubicBezTo>
                  <a:pt x="94053" y="75751"/>
                  <a:pt x="97520" y="74807"/>
                  <a:pt x="99781" y="72919"/>
                </a:cubicBezTo>
                <a:cubicBezTo>
                  <a:pt x="102043" y="71030"/>
                  <a:pt x="103173" y="68814"/>
                  <a:pt x="103173" y="66273"/>
                </a:cubicBezTo>
                <a:cubicBezTo>
                  <a:pt x="103173" y="63992"/>
                  <a:pt x="102175" y="62197"/>
                  <a:pt x="100177" y="60888"/>
                </a:cubicBezTo>
                <a:cubicBezTo>
                  <a:pt x="98783" y="59991"/>
                  <a:pt x="95316" y="58850"/>
                  <a:pt x="89776" y="57467"/>
                </a:cubicBezTo>
                <a:cubicBezTo>
                  <a:pt x="82314" y="55581"/>
                  <a:pt x="77141" y="53950"/>
                  <a:pt x="74258" y="52573"/>
                </a:cubicBezTo>
                <a:cubicBezTo>
                  <a:pt x="71375" y="51196"/>
                  <a:pt x="69189" y="49291"/>
                  <a:pt x="67700" y="46858"/>
                </a:cubicBezTo>
                <a:cubicBezTo>
                  <a:pt x="66212" y="44425"/>
                  <a:pt x="65468" y="41738"/>
                  <a:pt x="65468" y="38796"/>
                </a:cubicBezTo>
                <a:cubicBezTo>
                  <a:pt x="65468" y="36118"/>
                  <a:pt x="66080" y="33637"/>
                  <a:pt x="67305" y="31355"/>
                </a:cubicBezTo>
                <a:cubicBezTo>
                  <a:pt x="68530" y="29072"/>
                  <a:pt x="70197" y="27177"/>
                  <a:pt x="72308" y="25668"/>
                </a:cubicBezTo>
                <a:cubicBezTo>
                  <a:pt x="73891" y="24499"/>
                  <a:pt x="76048" y="23509"/>
                  <a:pt x="78780" y="22699"/>
                </a:cubicBezTo>
                <a:cubicBezTo>
                  <a:pt x="81513" y="21887"/>
                  <a:pt x="84443" y="21481"/>
                  <a:pt x="87571" y="21481"/>
                </a:cubicBezTo>
                <a:cubicBezTo>
                  <a:pt x="92282" y="21481"/>
                  <a:pt x="96418" y="22165"/>
                  <a:pt x="99979" y="23531"/>
                </a:cubicBezTo>
                <a:cubicBezTo>
                  <a:pt x="103541" y="24896"/>
                  <a:pt x="106169" y="26745"/>
                  <a:pt x="107865" y="29080"/>
                </a:cubicBezTo>
                <a:cubicBezTo>
                  <a:pt x="109561" y="31413"/>
                  <a:pt x="110729" y="34533"/>
                  <a:pt x="111370" y="38441"/>
                </a:cubicBezTo>
                <a:lnTo>
                  <a:pt x="101421" y="39797"/>
                </a:lnTo>
                <a:cubicBezTo>
                  <a:pt x="100969" y="36707"/>
                  <a:pt x="99659" y="34295"/>
                  <a:pt x="97492" y="32561"/>
                </a:cubicBezTo>
                <a:cubicBezTo>
                  <a:pt x="95325" y="30828"/>
                  <a:pt x="92263" y="29961"/>
                  <a:pt x="88306" y="29961"/>
                </a:cubicBezTo>
                <a:cubicBezTo>
                  <a:pt x="83633" y="29961"/>
                  <a:pt x="80297" y="30730"/>
                  <a:pt x="78300" y="32268"/>
                </a:cubicBezTo>
                <a:cubicBezTo>
                  <a:pt x="76303" y="33805"/>
                  <a:pt x="75304" y="35605"/>
                  <a:pt x="75304" y="37669"/>
                </a:cubicBezTo>
                <a:cubicBezTo>
                  <a:pt x="75304" y="38981"/>
                  <a:pt x="75718" y="40162"/>
                  <a:pt x="76547" y="41212"/>
                </a:cubicBezTo>
                <a:cubicBezTo>
                  <a:pt x="77377" y="42299"/>
                  <a:pt x="78677" y="43199"/>
                  <a:pt x="80448" y="43912"/>
                </a:cubicBezTo>
                <a:cubicBezTo>
                  <a:pt x="81466" y="44287"/>
                  <a:pt x="84462" y="45150"/>
                  <a:pt x="89436" y="46500"/>
                </a:cubicBezTo>
                <a:cubicBezTo>
                  <a:pt x="96635" y="48421"/>
                  <a:pt x="101656" y="49993"/>
                  <a:pt x="104502" y="51216"/>
                </a:cubicBezTo>
                <a:cubicBezTo>
                  <a:pt x="107347" y="52440"/>
                  <a:pt x="109580" y="54220"/>
                  <a:pt x="111201" y="56555"/>
                </a:cubicBezTo>
                <a:cubicBezTo>
                  <a:pt x="112821" y="58889"/>
                  <a:pt x="113631" y="61788"/>
                  <a:pt x="113631" y="65252"/>
                </a:cubicBezTo>
                <a:cubicBezTo>
                  <a:pt x="113631" y="68641"/>
                  <a:pt x="112642" y="71833"/>
                  <a:pt x="110663" y="74827"/>
                </a:cubicBezTo>
                <a:cubicBezTo>
                  <a:pt x="108685" y="77819"/>
                  <a:pt x="105830" y="80135"/>
                  <a:pt x="102099" y="81773"/>
                </a:cubicBezTo>
                <a:cubicBezTo>
                  <a:pt x="98368" y="83411"/>
                  <a:pt x="94147" y="84230"/>
                  <a:pt x="89436" y="84230"/>
                </a:cubicBezTo>
                <a:cubicBezTo>
                  <a:pt x="81635" y="84230"/>
                  <a:pt x="75690" y="82605"/>
                  <a:pt x="71601" y="79354"/>
                </a:cubicBezTo>
                <a:cubicBezTo>
                  <a:pt x="67512" y="76104"/>
                  <a:pt x="64902" y="71285"/>
                  <a:pt x="63772" y="64897"/>
                </a:cubicBezTo>
                <a:close/>
                <a:moveTo>
                  <a:pt x="196840" y="82873"/>
                </a:moveTo>
                <a:lnTo>
                  <a:pt x="196840" y="75298"/>
                </a:lnTo>
                <a:cubicBezTo>
                  <a:pt x="193034" y="81253"/>
                  <a:pt x="187437" y="84230"/>
                  <a:pt x="180051" y="84230"/>
                </a:cubicBezTo>
                <a:cubicBezTo>
                  <a:pt x="175265" y="84230"/>
                  <a:pt x="170865" y="82911"/>
                  <a:pt x="166851" y="80273"/>
                </a:cubicBezTo>
                <a:cubicBezTo>
                  <a:pt x="162837" y="77635"/>
                  <a:pt x="159728" y="73951"/>
                  <a:pt x="157523" y="69221"/>
                </a:cubicBezTo>
                <a:cubicBezTo>
                  <a:pt x="155319" y="64492"/>
                  <a:pt x="154216" y="59055"/>
                  <a:pt x="154216" y="52912"/>
                </a:cubicBezTo>
                <a:cubicBezTo>
                  <a:pt x="154216" y="46920"/>
                  <a:pt x="155215" y="41484"/>
                  <a:pt x="157213" y="36603"/>
                </a:cubicBezTo>
                <a:cubicBezTo>
                  <a:pt x="159210" y="31723"/>
                  <a:pt x="162206" y="27982"/>
                  <a:pt x="166201" y="25382"/>
                </a:cubicBezTo>
                <a:cubicBezTo>
                  <a:pt x="170196" y="22782"/>
                  <a:pt x="174662" y="21481"/>
                  <a:pt x="179598" y="21481"/>
                </a:cubicBezTo>
                <a:cubicBezTo>
                  <a:pt x="183216" y="21481"/>
                  <a:pt x="186439" y="22245"/>
                  <a:pt x="189265" y="23771"/>
                </a:cubicBezTo>
                <a:cubicBezTo>
                  <a:pt x="192092" y="25297"/>
                  <a:pt x="194391" y="27285"/>
                  <a:pt x="196162" y="29735"/>
                </a:cubicBezTo>
                <a:lnTo>
                  <a:pt x="196162" y="0"/>
                </a:lnTo>
                <a:lnTo>
                  <a:pt x="206281" y="0"/>
                </a:lnTo>
                <a:lnTo>
                  <a:pt x="206281" y="82873"/>
                </a:lnTo>
                <a:lnTo>
                  <a:pt x="196840" y="82873"/>
                </a:lnTo>
                <a:moveTo>
                  <a:pt x="164675" y="52884"/>
                </a:moveTo>
                <a:cubicBezTo>
                  <a:pt x="164675" y="60544"/>
                  <a:pt x="166295" y="66270"/>
                  <a:pt x="169536" y="70062"/>
                </a:cubicBezTo>
                <a:cubicBezTo>
                  <a:pt x="172777" y="73854"/>
                  <a:pt x="176602" y="75751"/>
                  <a:pt x="181012" y="75751"/>
                </a:cubicBezTo>
                <a:cubicBezTo>
                  <a:pt x="185459" y="75751"/>
                  <a:pt x="189237" y="73939"/>
                  <a:pt x="192346" y="70317"/>
                </a:cubicBezTo>
                <a:cubicBezTo>
                  <a:pt x="195455" y="66693"/>
                  <a:pt x="197010" y="61163"/>
                  <a:pt x="197010" y="53728"/>
                </a:cubicBezTo>
                <a:cubicBezTo>
                  <a:pt x="197010" y="45543"/>
                  <a:pt x="195427" y="39536"/>
                  <a:pt x="192261" y="35706"/>
                </a:cubicBezTo>
                <a:cubicBezTo>
                  <a:pt x="189096" y="31876"/>
                  <a:pt x="185195" y="29961"/>
                  <a:pt x="180560" y="29961"/>
                </a:cubicBezTo>
                <a:cubicBezTo>
                  <a:pt x="176037" y="29961"/>
                  <a:pt x="172259" y="31801"/>
                  <a:pt x="169225" y="35482"/>
                </a:cubicBezTo>
                <a:cubicBezTo>
                  <a:pt x="166191" y="39161"/>
                  <a:pt x="164675" y="44962"/>
                  <a:pt x="164675" y="52884"/>
                </a:cubicBezTo>
                <a:close/>
                <a:moveTo>
                  <a:pt x="263382" y="63540"/>
                </a:moveTo>
                <a:lnTo>
                  <a:pt x="273896" y="64840"/>
                </a:lnTo>
                <a:cubicBezTo>
                  <a:pt x="272238" y="70983"/>
                  <a:pt x="269167" y="75751"/>
                  <a:pt x="264682" y="79142"/>
                </a:cubicBezTo>
                <a:cubicBezTo>
                  <a:pt x="260197" y="82534"/>
                  <a:pt x="254469" y="84230"/>
                  <a:pt x="247497" y="84230"/>
                </a:cubicBezTo>
                <a:cubicBezTo>
                  <a:pt x="238716" y="84230"/>
                  <a:pt x="231753" y="81526"/>
                  <a:pt x="226609" y="76118"/>
                </a:cubicBezTo>
                <a:cubicBezTo>
                  <a:pt x="221465" y="70710"/>
                  <a:pt x="218892" y="63125"/>
                  <a:pt x="218892" y="53365"/>
                </a:cubicBezTo>
                <a:cubicBezTo>
                  <a:pt x="218892" y="43264"/>
                  <a:pt x="221493" y="35426"/>
                  <a:pt x="226694" y="29848"/>
                </a:cubicBezTo>
                <a:cubicBezTo>
                  <a:pt x="231894" y="24270"/>
                  <a:pt x="238640" y="21481"/>
                  <a:pt x="246931" y="21481"/>
                </a:cubicBezTo>
                <a:cubicBezTo>
                  <a:pt x="254959" y="21481"/>
                  <a:pt x="261516" y="24210"/>
                  <a:pt x="266604" y="29666"/>
                </a:cubicBezTo>
                <a:cubicBezTo>
                  <a:pt x="271692" y="35121"/>
                  <a:pt x="274236" y="42796"/>
                  <a:pt x="274236" y="52692"/>
                </a:cubicBezTo>
                <a:cubicBezTo>
                  <a:pt x="274236" y="53293"/>
                  <a:pt x="274217" y="54196"/>
                  <a:pt x="274179" y="55400"/>
                </a:cubicBezTo>
                <a:lnTo>
                  <a:pt x="229407" y="55400"/>
                </a:lnTo>
                <a:cubicBezTo>
                  <a:pt x="229784" y="61976"/>
                  <a:pt x="231649" y="67012"/>
                  <a:pt x="235004" y="70507"/>
                </a:cubicBezTo>
                <a:cubicBezTo>
                  <a:pt x="238358" y="74003"/>
                  <a:pt x="242541" y="75751"/>
                  <a:pt x="247553" y="75751"/>
                </a:cubicBezTo>
                <a:cubicBezTo>
                  <a:pt x="251284" y="75751"/>
                  <a:pt x="254469" y="74780"/>
                  <a:pt x="257107" y="72839"/>
                </a:cubicBezTo>
                <a:cubicBezTo>
                  <a:pt x="259745" y="70897"/>
                  <a:pt x="261837" y="67797"/>
                  <a:pt x="263382" y="63540"/>
                </a:cubicBezTo>
                <a:moveTo>
                  <a:pt x="229972" y="46920"/>
                </a:moveTo>
                <a:lnTo>
                  <a:pt x="263495" y="46920"/>
                </a:lnTo>
                <a:cubicBezTo>
                  <a:pt x="263043" y="41953"/>
                  <a:pt x="261761" y="38227"/>
                  <a:pt x="259651" y="35743"/>
                </a:cubicBezTo>
                <a:cubicBezTo>
                  <a:pt x="256410" y="31888"/>
                  <a:pt x="252208" y="29961"/>
                  <a:pt x="247045" y="29961"/>
                </a:cubicBezTo>
                <a:cubicBezTo>
                  <a:pt x="242371" y="29961"/>
                  <a:pt x="238443" y="31500"/>
                  <a:pt x="235258" y="34577"/>
                </a:cubicBezTo>
                <a:cubicBezTo>
                  <a:pt x="232073" y="37653"/>
                  <a:pt x="230312" y="41768"/>
                  <a:pt x="229972" y="46920"/>
                </a:cubicBezTo>
                <a:close/>
                <a:moveTo>
                  <a:pt x="282608" y="64897"/>
                </a:moveTo>
                <a:lnTo>
                  <a:pt x="292670" y="63314"/>
                </a:lnTo>
                <a:cubicBezTo>
                  <a:pt x="293236" y="67329"/>
                  <a:pt x="294809" y="70405"/>
                  <a:pt x="297391" y="72544"/>
                </a:cubicBezTo>
                <a:cubicBezTo>
                  <a:pt x="299972" y="74682"/>
                  <a:pt x="303581" y="75751"/>
                  <a:pt x="308216" y="75751"/>
                </a:cubicBezTo>
                <a:cubicBezTo>
                  <a:pt x="312889" y="75751"/>
                  <a:pt x="316356" y="74807"/>
                  <a:pt x="318618" y="72919"/>
                </a:cubicBezTo>
                <a:cubicBezTo>
                  <a:pt x="320879" y="71030"/>
                  <a:pt x="322009" y="68814"/>
                  <a:pt x="322009" y="66273"/>
                </a:cubicBezTo>
                <a:cubicBezTo>
                  <a:pt x="322009" y="63992"/>
                  <a:pt x="321011" y="62197"/>
                  <a:pt x="319013" y="60888"/>
                </a:cubicBezTo>
                <a:cubicBezTo>
                  <a:pt x="317619" y="59991"/>
                  <a:pt x="314152" y="58850"/>
                  <a:pt x="308612" y="57467"/>
                </a:cubicBezTo>
                <a:cubicBezTo>
                  <a:pt x="301150" y="55581"/>
                  <a:pt x="295977" y="53950"/>
                  <a:pt x="293094" y="52573"/>
                </a:cubicBezTo>
                <a:cubicBezTo>
                  <a:pt x="290211" y="51196"/>
                  <a:pt x="288025" y="49291"/>
                  <a:pt x="286537" y="46858"/>
                </a:cubicBezTo>
                <a:cubicBezTo>
                  <a:pt x="285048" y="44425"/>
                  <a:pt x="284304" y="41738"/>
                  <a:pt x="284304" y="38796"/>
                </a:cubicBezTo>
                <a:cubicBezTo>
                  <a:pt x="284304" y="36118"/>
                  <a:pt x="284916" y="33637"/>
                  <a:pt x="286141" y="31355"/>
                </a:cubicBezTo>
                <a:cubicBezTo>
                  <a:pt x="287366" y="29072"/>
                  <a:pt x="289033" y="27177"/>
                  <a:pt x="291144" y="25668"/>
                </a:cubicBezTo>
                <a:cubicBezTo>
                  <a:pt x="292727" y="24499"/>
                  <a:pt x="294884" y="23509"/>
                  <a:pt x="297617" y="22699"/>
                </a:cubicBezTo>
                <a:cubicBezTo>
                  <a:pt x="300349" y="21887"/>
                  <a:pt x="303279" y="21481"/>
                  <a:pt x="306407" y="21481"/>
                </a:cubicBezTo>
                <a:cubicBezTo>
                  <a:pt x="311118" y="21481"/>
                  <a:pt x="315254" y="22165"/>
                  <a:pt x="318815" y="23531"/>
                </a:cubicBezTo>
                <a:cubicBezTo>
                  <a:pt x="322377" y="24896"/>
                  <a:pt x="325006" y="26745"/>
                  <a:pt x="326701" y="29080"/>
                </a:cubicBezTo>
                <a:cubicBezTo>
                  <a:pt x="328397" y="31413"/>
                  <a:pt x="329566" y="34533"/>
                  <a:pt x="330206" y="38441"/>
                </a:cubicBezTo>
                <a:lnTo>
                  <a:pt x="320257" y="39797"/>
                </a:lnTo>
                <a:cubicBezTo>
                  <a:pt x="319805" y="36707"/>
                  <a:pt x="318495" y="34295"/>
                  <a:pt x="316328" y="32561"/>
                </a:cubicBezTo>
                <a:cubicBezTo>
                  <a:pt x="314161" y="30828"/>
                  <a:pt x="311099" y="29961"/>
                  <a:pt x="307142" y="29961"/>
                </a:cubicBezTo>
                <a:cubicBezTo>
                  <a:pt x="302469" y="29961"/>
                  <a:pt x="299134" y="30730"/>
                  <a:pt x="297136" y="32268"/>
                </a:cubicBezTo>
                <a:cubicBezTo>
                  <a:pt x="295139" y="33805"/>
                  <a:pt x="294140" y="35605"/>
                  <a:pt x="294140" y="37669"/>
                </a:cubicBezTo>
                <a:cubicBezTo>
                  <a:pt x="294140" y="38981"/>
                  <a:pt x="294555" y="40162"/>
                  <a:pt x="295384" y="41212"/>
                </a:cubicBezTo>
                <a:cubicBezTo>
                  <a:pt x="296213" y="42299"/>
                  <a:pt x="297513" y="43199"/>
                  <a:pt x="299284" y="43912"/>
                </a:cubicBezTo>
                <a:cubicBezTo>
                  <a:pt x="300302" y="44287"/>
                  <a:pt x="303298" y="45150"/>
                  <a:pt x="308273" y="46500"/>
                </a:cubicBezTo>
                <a:cubicBezTo>
                  <a:pt x="315471" y="48421"/>
                  <a:pt x="320493" y="49993"/>
                  <a:pt x="323338" y="51216"/>
                </a:cubicBezTo>
                <a:cubicBezTo>
                  <a:pt x="326183" y="52440"/>
                  <a:pt x="328416" y="54220"/>
                  <a:pt x="330037" y="56555"/>
                </a:cubicBezTo>
                <a:cubicBezTo>
                  <a:pt x="331657" y="58889"/>
                  <a:pt x="332468" y="61788"/>
                  <a:pt x="332468" y="65252"/>
                </a:cubicBezTo>
                <a:cubicBezTo>
                  <a:pt x="332468" y="68641"/>
                  <a:pt x="331478" y="71833"/>
                  <a:pt x="329500" y="74827"/>
                </a:cubicBezTo>
                <a:cubicBezTo>
                  <a:pt x="327521" y="77819"/>
                  <a:pt x="324666" y="80135"/>
                  <a:pt x="320935" y="81773"/>
                </a:cubicBezTo>
                <a:cubicBezTo>
                  <a:pt x="317204" y="83411"/>
                  <a:pt x="312983" y="84230"/>
                  <a:pt x="308273" y="84230"/>
                </a:cubicBezTo>
                <a:cubicBezTo>
                  <a:pt x="300471" y="84230"/>
                  <a:pt x="294526" y="82605"/>
                  <a:pt x="290437" y="79354"/>
                </a:cubicBezTo>
                <a:cubicBezTo>
                  <a:pt x="286348" y="76104"/>
                  <a:pt x="283738" y="71285"/>
                  <a:pt x="282608" y="64897"/>
                </a:cubicBezTo>
                <a:close/>
                <a:moveTo>
                  <a:pt x="383740" y="60827"/>
                </a:moveTo>
                <a:lnTo>
                  <a:pt x="393746" y="62127"/>
                </a:lnTo>
                <a:cubicBezTo>
                  <a:pt x="392653" y="69041"/>
                  <a:pt x="389855" y="74454"/>
                  <a:pt x="385351" y="78365"/>
                </a:cubicBezTo>
                <a:cubicBezTo>
                  <a:pt x="380848" y="82275"/>
                  <a:pt x="375317" y="84230"/>
                  <a:pt x="368760" y="84230"/>
                </a:cubicBezTo>
                <a:cubicBezTo>
                  <a:pt x="360544" y="84230"/>
                  <a:pt x="353939" y="81545"/>
                  <a:pt x="348946" y="76175"/>
                </a:cubicBezTo>
                <a:cubicBezTo>
                  <a:pt x="343952" y="70804"/>
                  <a:pt x="341456" y="63107"/>
                  <a:pt x="341456" y="53082"/>
                </a:cubicBezTo>
                <a:cubicBezTo>
                  <a:pt x="341456" y="46600"/>
                  <a:pt x="342530" y="40928"/>
                  <a:pt x="344678" y="36066"/>
                </a:cubicBezTo>
                <a:cubicBezTo>
                  <a:pt x="346826" y="31205"/>
                  <a:pt x="350095" y="27559"/>
                  <a:pt x="354486" y="25128"/>
                </a:cubicBezTo>
                <a:cubicBezTo>
                  <a:pt x="358876" y="22697"/>
                  <a:pt x="363653" y="21481"/>
                  <a:pt x="368816" y="21481"/>
                </a:cubicBezTo>
                <a:cubicBezTo>
                  <a:pt x="375336" y="21481"/>
                  <a:pt x="380669" y="23136"/>
                  <a:pt x="384814" y="26444"/>
                </a:cubicBezTo>
                <a:cubicBezTo>
                  <a:pt x="388960" y="29751"/>
                  <a:pt x="391617" y="34447"/>
                  <a:pt x="392785" y="40532"/>
                </a:cubicBezTo>
                <a:lnTo>
                  <a:pt x="382892" y="42059"/>
                </a:lnTo>
                <a:cubicBezTo>
                  <a:pt x="381950" y="38045"/>
                  <a:pt x="380283" y="35025"/>
                  <a:pt x="377889" y="33000"/>
                </a:cubicBezTo>
                <a:cubicBezTo>
                  <a:pt x="375496" y="30974"/>
                  <a:pt x="372604" y="29961"/>
                  <a:pt x="369212" y="29961"/>
                </a:cubicBezTo>
                <a:cubicBezTo>
                  <a:pt x="364087" y="29961"/>
                  <a:pt x="359922" y="31789"/>
                  <a:pt x="356719" y="35446"/>
                </a:cubicBezTo>
                <a:cubicBezTo>
                  <a:pt x="353516" y="39102"/>
                  <a:pt x="351914" y="44886"/>
                  <a:pt x="351914" y="52799"/>
                </a:cubicBezTo>
                <a:cubicBezTo>
                  <a:pt x="351914" y="60825"/>
                  <a:pt x="353459" y="66657"/>
                  <a:pt x="356549" y="70295"/>
                </a:cubicBezTo>
                <a:cubicBezTo>
                  <a:pt x="359640" y="73932"/>
                  <a:pt x="363672" y="75751"/>
                  <a:pt x="368647" y="75751"/>
                </a:cubicBezTo>
                <a:cubicBezTo>
                  <a:pt x="372642" y="75751"/>
                  <a:pt x="375977" y="74530"/>
                  <a:pt x="378653" y="72090"/>
                </a:cubicBezTo>
                <a:cubicBezTo>
                  <a:pt x="381328" y="69650"/>
                  <a:pt x="383024" y="65895"/>
                  <a:pt x="383740" y="60827"/>
                </a:cubicBezTo>
                <a:close/>
                <a:moveTo>
                  <a:pt x="402339" y="82873"/>
                </a:moveTo>
                <a:lnTo>
                  <a:pt x="402339" y="22838"/>
                </a:lnTo>
                <a:lnTo>
                  <a:pt x="411496" y="22838"/>
                </a:lnTo>
                <a:lnTo>
                  <a:pt x="411496" y="31883"/>
                </a:lnTo>
                <a:cubicBezTo>
                  <a:pt x="413833" y="27648"/>
                  <a:pt x="415991" y="24856"/>
                  <a:pt x="417969" y="23506"/>
                </a:cubicBezTo>
                <a:cubicBezTo>
                  <a:pt x="419948" y="22156"/>
                  <a:pt x="422124" y="21481"/>
                  <a:pt x="424498" y="21481"/>
                </a:cubicBezTo>
                <a:cubicBezTo>
                  <a:pt x="427928" y="21481"/>
                  <a:pt x="431414" y="22570"/>
                  <a:pt x="434957" y="24746"/>
                </a:cubicBezTo>
                <a:lnTo>
                  <a:pt x="431452" y="34144"/>
                </a:lnTo>
                <a:cubicBezTo>
                  <a:pt x="428964" y="32674"/>
                  <a:pt x="426477" y="31940"/>
                  <a:pt x="423990" y="31940"/>
                </a:cubicBezTo>
                <a:cubicBezTo>
                  <a:pt x="421766" y="31940"/>
                  <a:pt x="419769" y="32610"/>
                  <a:pt x="417997" y="33950"/>
                </a:cubicBezTo>
                <a:cubicBezTo>
                  <a:pt x="416226" y="35289"/>
                  <a:pt x="414964" y="37147"/>
                  <a:pt x="414210" y="39523"/>
                </a:cubicBezTo>
                <a:cubicBezTo>
                  <a:pt x="413079" y="43145"/>
                  <a:pt x="412514" y="47106"/>
                  <a:pt x="412514" y="51407"/>
                </a:cubicBezTo>
                <a:lnTo>
                  <a:pt x="412514" y="82873"/>
                </a:lnTo>
                <a:lnTo>
                  <a:pt x="402339" y="82873"/>
                </a:lnTo>
                <a:close/>
                <a:moveTo>
                  <a:pt x="441073" y="11758"/>
                </a:moveTo>
                <a:lnTo>
                  <a:pt x="441073" y="0"/>
                </a:lnTo>
                <a:lnTo>
                  <a:pt x="451248" y="0"/>
                </a:lnTo>
                <a:lnTo>
                  <a:pt x="451248" y="11758"/>
                </a:lnTo>
                <a:lnTo>
                  <a:pt x="441073" y="11758"/>
                </a:lnTo>
                <a:moveTo>
                  <a:pt x="441073" y="82873"/>
                </a:moveTo>
                <a:lnTo>
                  <a:pt x="441073" y="22838"/>
                </a:lnTo>
                <a:lnTo>
                  <a:pt x="451248" y="22838"/>
                </a:lnTo>
                <a:lnTo>
                  <a:pt x="451248" y="82873"/>
                </a:lnTo>
                <a:lnTo>
                  <a:pt x="441073" y="82873"/>
                </a:lnTo>
                <a:close/>
                <a:moveTo>
                  <a:pt x="476125" y="82873"/>
                </a:moveTo>
                <a:lnTo>
                  <a:pt x="466685" y="82873"/>
                </a:lnTo>
                <a:lnTo>
                  <a:pt x="466685" y="0"/>
                </a:lnTo>
                <a:lnTo>
                  <a:pt x="476860" y="0"/>
                </a:lnTo>
                <a:lnTo>
                  <a:pt x="476860" y="29675"/>
                </a:lnTo>
                <a:cubicBezTo>
                  <a:pt x="481156" y="24213"/>
                  <a:pt x="486640" y="21481"/>
                  <a:pt x="493310" y="21481"/>
                </a:cubicBezTo>
                <a:cubicBezTo>
                  <a:pt x="497004" y="21481"/>
                  <a:pt x="500499" y="22226"/>
                  <a:pt x="503797" y="23714"/>
                </a:cubicBezTo>
                <a:cubicBezTo>
                  <a:pt x="507094" y="25203"/>
                  <a:pt x="509808" y="27295"/>
                  <a:pt x="511937" y="29989"/>
                </a:cubicBezTo>
                <a:cubicBezTo>
                  <a:pt x="514066" y="32684"/>
                  <a:pt x="515734" y="35934"/>
                  <a:pt x="516940" y="39741"/>
                </a:cubicBezTo>
                <a:cubicBezTo>
                  <a:pt x="518146" y="43547"/>
                  <a:pt x="518749" y="47617"/>
                  <a:pt x="518749" y="51951"/>
                </a:cubicBezTo>
                <a:cubicBezTo>
                  <a:pt x="518749" y="62240"/>
                  <a:pt x="516205" y="70192"/>
                  <a:pt x="511117" y="75807"/>
                </a:cubicBezTo>
                <a:cubicBezTo>
                  <a:pt x="506030" y="81422"/>
                  <a:pt x="499924" y="84230"/>
                  <a:pt x="492802" y="84230"/>
                </a:cubicBezTo>
                <a:cubicBezTo>
                  <a:pt x="485716" y="84230"/>
                  <a:pt x="480158" y="81234"/>
                  <a:pt x="476125" y="75242"/>
                </a:cubicBezTo>
                <a:lnTo>
                  <a:pt x="476125" y="82873"/>
                </a:lnTo>
                <a:moveTo>
                  <a:pt x="476012" y="52405"/>
                </a:moveTo>
                <a:cubicBezTo>
                  <a:pt x="476012" y="59568"/>
                  <a:pt x="476992" y="64744"/>
                  <a:pt x="478952" y="67932"/>
                </a:cubicBezTo>
                <a:cubicBezTo>
                  <a:pt x="482155" y="73144"/>
                  <a:pt x="486489" y="75751"/>
                  <a:pt x="491954" y="75751"/>
                </a:cubicBezTo>
                <a:cubicBezTo>
                  <a:pt x="496401" y="75751"/>
                  <a:pt x="500245" y="73829"/>
                  <a:pt x="503486" y="69984"/>
                </a:cubicBezTo>
                <a:cubicBezTo>
                  <a:pt x="506727" y="66140"/>
                  <a:pt x="508347" y="60412"/>
                  <a:pt x="508347" y="52799"/>
                </a:cubicBezTo>
                <a:cubicBezTo>
                  <a:pt x="508347" y="44999"/>
                  <a:pt x="506793" y="39243"/>
                  <a:pt x="503684" y="35531"/>
                </a:cubicBezTo>
                <a:cubicBezTo>
                  <a:pt x="500574" y="31818"/>
                  <a:pt x="496815" y="29961"/>
                  <a:pt x="492406" y="29961"/>
                </a:cubicBezTo>
                <a:cubicBezTo>
                  <a:pt x="487959" y="29961"/>
                  <a:pt x="484115" y="31883"/>
                  <a:pt x="480874" y="35727"/>
                </a:cubicBezTo>
                <a:cubicBezTo>
                  <a:pt x="477633" y="39571"/>
                  <a:pt x="476012" y="45131"/>
                  <a:pt x="476012" y="52405"/>
                </a:cubicBezTo>
                <a:close/>
                <a:moveTo>
                  <a:pt x="572232" y="63540"/>
                </a:moveTo>
                <a:lnTo>
                  <a:pt x="582747" y="64840"/>
                </a:lnTo>
                <a:cubicBezTo>
                  <a:pt x="581088" y="70983"/>
                  <a:pt x="578017" y="75751"/>
                  <a:pt x="573532" y="79142"/>
                </a:cubicBezTo>
                <a:cubicBezTo>
                  <a:pt x="569048" y="82534"/>
                  <a:pt x="563319" y="84230"/>
                  <a:pt x="556347" y="84230"/>
                </a:cubicBezTo>
                <a:cubicBezTo>
                  <a:pt x="547566" y="84230"/>
                  <a:pt x="540603" y="81526"/>
                  <a:pt x="535459" y="76118"/>
                </a:cubicBezTo>
                <a:cubicBezTo>
                  <a:pt x="530315" y="70710"/>
                  <a:pt x="527743" y="63125"/>
                  <a:pt x="527743" y="53365"/>
                </a:cubicBezTo>
                <a:cubicBezTo>
                  <a:pt x="527743" y="43264"/>
                  <a:pt x="530343" y="35426"/>
                  <a:pt x="535544" y="29848"/>
                </a:cubicBezTo>
                <a:cubicBezTo>
                  <a:pt x="540745" y="24270"/>
                  <a:pt x="547491" y="21481"/>
                  <a:pt x="555782" y="21481"/>
                </a:cubicBezTo>
                <a:cubicBezTo>
                  <a:pt x="563809" y="21481"/>
                  <a:pt x="570367" y="24210"/>
                  <a:pt x="575454" y="29666"/>
                </a:cubicBezTo>
                <a:cubicBezTo>
                  <a:pt x="580542" y="35121"/>
                  <a:pt x="583086" y="42796"/>
                  <a:pt x="583086" y="52692"/>
                </a:cubicBezTo>
                <a:cubicBezTo>
                  <a:pt x="583086" y="53293"/>
                  <a:pt x="583067" y="54196"/>
                  <a:pt x="583029" y="55400"/>
                </a:cubicBezTo>
                <a:lnTo>
                  <a:pt x="538257" y="55400"/>
                </a:lnTo>
                <a:cubicBezTo>
                  <a:pt x="538634" y="61976"/>
                  <a:pt x="540500" y="67012"/>
                  <a:pt x="543854" y="70507"/>
                </a:cubicBezTo>
                <a:cubicBezTo>
                  <a:pt x="547208" y="74003"/>
                  <a:pt x="551391" y="75751"/>
                  <a:pt x="556404" y="75751"/>
                </a:cubicBezTo>
                <a:cubicBezTo>
                  <a:pt x="560135" y="75751"/>
                  <a:pt x="563319" y="74780"/>
                  <a:pt x="565957" y="72839"/>
                </a:cubicBezTo>
                <a:cubicBezTo>
                  <a:pt x="568595" y="70897"/>
                  <a:pt x="570687" y="67797"/>
                  <a:pt x="572232" y="63540"/>
                </a:cubicBezTo>
                <a:moveTo>
                  <a:pt x="538823" y="46920"/>
                </a:moveTo>
                <a:lnTo>
                  <a:pt x="572345" y="46920"/>
                </a:lnTo>
                <a:cubicBezTo>
                  <a:pt x="571893" y="41953"/>
                  <a:pt x="570612" y="38227"/>
                  <a:pt x="568501" y="35743"/>
                </a:cubicBezTo>
                <a:cubicBezTo>
                  <a:pt x="565260" y="31888"/>
                  <a:pt x="561058" y="29961"/>
                  <a:pt x="555895" y="29961"/>
                </a:cubicBezTo>
                <a:cubicBezTo>
                  <a:pt x="551222" y="29961"/>
                  <a:pt x="547293" y="31500"/>
                  <a:pt x="544108" y="34577"/>
                </a:cubicBezTo>
                <a:cubicBezTo>
                  <a:pt x="540924" y="37653"/>
                  <a:pt x="539162" y="41768"/>
                  <a:pt x="538823" y="46920"/>
                </a:cubicBezTo>
                <a:close/>
                <a:moveTo>
                  <a:pt x="634477" y="82873"/>
                </a:moveTo>
                <a:lnTo>
                  <a:pt x="634477" y="75298"/>
                </a:lnTo>
                <a:cubicBezTo>
                  <a:pt x="630671" y="81253"/>
                  <a:pt x="625075" y="84230"/>
                  <a:pt x="617688" y="84230"/>
                </a:cubicBezTo>
                <a:cubicBezTo>
                  <a:pt x="612902" y="84230"/>
                  <a:pt x="608502" y="82911"/>
                  <a:pt x="604488" y="80273"/>
                </a:cubicBezTo>
                <a:cubicBezTo>
                  <a:pt x="600474" y="77635"/>
                  <a:pt x="597365" y="73951"/>
                  <a:pt x="595161" y="69221"/>
                </a:cubicBezTo>
                <a:cubicBezTo>
                  <a:pt x="592956" y="64492"/>
                  <a:pt x="591854" y="59055"/>
                  <a:pt x="591854" y="52912"/>
                </a:cubicBezTo>
                <a:cubicBezTo>
                  <a:pt x="591854" y="46920"/>
                  <a:pt x="592852" y="41484"/>
                  <a:pt x="594850" y="36603"/>
                </a:cubicBezTo>
                <a:cubicBezTo>
                  <a:pt x="596847" y="31723"/>
                  <a:pt x="599843" y="27982"/>
                  <a:pt x="603838" y="25382"/>
                </a:cubicBezTo>
                <a:cubicBezTo>
                  <a:pt x="607833" y="22782"/>
                  <a:pt x="612299" y="21481"/>
                  <a:pt x="617236" y="21481"/>
                </a:cubicBezTo>
                <a:cubicBezTo>
                  <a:pt x="620854" y="21481"/>
                  <a:pt x="624076" y="22245"/>
                  <a:pt x="626902" y="23771"/>
                </a:cubicBezTo>
                <a:cubicBezTo>
                  <a:pt x="629729" y="25297"/>
                  <a:pt x="632028" y="27285"/>
                  <a:pt x="633799" y="29735"/>
                </a:cubicBezTo>
                <a:lnTo>
                  <a:pt x="633799" y="0"/>
                </a:lnTo>
                <a:lnTo>
                  <a:pt x="643918" y="0"/>
                </a:lnTo>
                <a:lnTo>
                  <a:pt x="643918" y="82873"/>
                </a:lnTo>
                <a:lnTo>
                  <a:pt x="634477" y="82873"/>
                </a:lnTo>
                <a:moveTo>
                  <a:pt x="602312" y="52884"/>
                </a:moveTo>
                <a:cubicBezTo>
                  <a:pt x="602312" y="60544"/>
                  <a:pt x="603932" y="66270"/>
                  <a:pt x="607173" y="70062"/>
                </a:cubicBezTo>
                <a:cubicBezTo>
                  <a:pt x="610414" y="73854"/>
                  <a:pt x="614240" y="75751"/>
                  <a:pt x="618649" y="75751"/>
                </a:cubicBezTo>
                <a:cubicBezTo>
                  <a:pt x="623096" y="75751"/>
                  <a:pt x="626874" y="73939"/>
                  <a:pt x="629983" y="70317"/>
                </a:cubicBezTo>
                <a:cubicBezTo>
                  <a:pt x="633092" y="66693"/>
                  <a:pt x="634647" y="61163"/>
                  <a:pt x="634647" y="53728"/>
                </a:cubicBezTo>
                <a:cubicBezTo>
                  <a:pt x="634647" y="45543"/>
                  <a:pt x="633064" y="39536"/>
                  <a:pt x="629898" y="35706"/>
                </a:cubicBezTo>
                <a:cubicBezTo>
                  <a:pt x="626733" y="31876"/>
                  <a:pt x="622832" y="29961"/>
                  <a:pt x="618197" y="29961"/>
                </a:cubicBezTo>
                <a:cubicBezTo>
                  <a:pt x="613674" y="29961"/>
                  <a:pt x="609896" y="31801"/>
                  <a:pt x="606862" y="35482"/>
                </a:cubicBezTo>
                <a:cubicBezTo>
                  <a:pt x="603829" y="39161"/>
                  <a:pt x="602312" y="44962"/>
                  <a:pt x="602312" y="52884"/>
                </a:cubicBezTo>
                <a:close/>
                <a:moveTo>
                  <a:pt x="688296" y="52856"/>
                </a:moveTo>
                <a:cubicBezTo>
                  <a:pt x="688296" y="41738"/>
                  <a:pt x="691386" y="33504"/>
                  <a:pt x="697567" y="28152"/>
                </a:cubicBezTo>
                <a:cubicBezTo>
                  <a:pt x="702730" y="23705"/>
                  <a:pt x="709024" y="21481"/>
                  <a:pt x="716448" y="21481"/>
                </a:cubicBezTo>
                <a:cubicBezTo>
                  <a:pt x="724702" y="21481"/>
                  <a:pt x="731447" y="24186"/>
                  <a:pt x="736686" y="29594"/>
                </a:cubicBezTo>
                <a:cubicBezTo>
                  <a:pt x="741924" y="35002"/>
                  <a:pt x="744544" y="42473"/>
                  <a:pt x="744544" y="52008"/>
                </a:cubicBezTo>
                <a:cubicBezTo>
                  <a:pt x="744544" y="59734"/>
                  <a:pt x="743385" y="65811"/>
                  <a:pt x="741067" y="70239"/>
                </a:cubicBezTo>
                <a:cubicBezTo>
                  <a:pt x="738749" y="74667"/>
                  <a:pt x="735376" y="78106"/>
                  <a:pt x="730948" y="80556"/>
                </a:cubicBezTo>
                <a:cubicBezTo>
                  <a:pt x="726520" y="83005"/>
                  <a:pt x="721687" y="84230"/>
                  <a:pt x="716448" y="84230"/>
                </a:cubicBezTo>
                <a:cubicBezTo>
                  <a:pt x="708044" y="84230"/>
                  <a:pt x="701251" y="81535"/>
                  <a:pt x="696069" y="76146"/>
                </a:cubicBezTo>
                <a:cubicBezTo>
                  <a:pt x="690887" y="70757"/>
                  <a:pt x="688296" y="62994"/>
                  <a:pt x="688296" y="52856"/>
                </a:cubicBezTo>
                <a:moveTo>
                  <a:pt x="698754" y="52828"/>
                </a:moveTo>
                <a:cubicBezTo>
                  <a:pt x="698754" y="60487"/>
                  <a:pt x="700431" y="66223"/>
                  <a:pt x="703785" y="70034"/>
                </a:cubicBezTo>
                <a:cubicBezTo>
                  <a:pt x="707139" y="73845"/>
                  <a:pt x="711360" y="75751"/>
                  <a:pt x="716448" y="75751"/>
                </a:cubicBezTo>
                <a:cubicBezTo>
                  <a:pt x="721498" y="75751"/>
                  <a:pt x="725700" y="73836"/>
                  <a:pt x="729054" y="70006"/>
                </a:cubicBezTo>
                <a:cubicBezTo>
                  <a:pt x="732408" y="66176"/>
                  <a:pt x="734086" y="60337"/>
                  <a:pt x="734086" y="52490"/>
                </a:cubicBezTo>
                <a:cubicBezTo>
                  <a:pt x="734086" y="45093"/>
                  <a:pt x="732399" y="39489"/>
                  <a:pt x="729026" y="35678"/>
                </a:cubicBezTo>
                <a:cubicBezTo>
                  <a:pt x="725653" y="31867"/>
                  <a:pt x="721460" y="29961"/>
                  <a:pt x="716448" y="29961"/>
                </a:cubicBezTo>
                <a:cubicBezTo>
                  <a:pt x="711360" y="29961"/>
                  <a:pt x="707139" y="31857"/>
                  <a:pt x="703785" y="35649"/>
                </a:cubicBezTo>
                <a:cubicBezTo>
                  <a:pt x="700431" y="39442"/>
                  <a:pt x="698754" y="45168"/>
                  <a:pt x="698754" y="52828"/>
                </a:cubicBezTo>
                <a:close/>
                <a:moveTo>
                  <a:pt x="756364" y="82873"/>
                </a:moveTo>
                <a:lnTo>
                  <a:pt x="756364" y="22838"/>
                </a:lnTo>
                <a:lnTo>
                  <a:pt x="765522" y="22838"/>
                </a:lnTo>
                <a:lnTo>
                  <a:pt x="765522" y="31883"/>
                </a:lnTo>
                <a:cubicBezTo>
                  <a:pt x="767859" y="27648"/>
                  <a:pt x="770016" y="24856"/>
                  <a:pt x="771995" y="23506"/>
                </a:cubicBezTo>
                <a:cubicBezTo>
                  <a:pt x="773973" y="22156"/>
                  <a:pt x="776150" y="21481"/>
                  <a:pt x="778524" y="21481"/>
                </a:cubicBezTo>
                <a:cubicBezTo>
                  <a:pt x="781954" y="21481"/>
                  <a:pt x="785440" y="22570"/>
                  <a:pt x="788982" y="24746"/>
                </a:cubicBezTo>
                <a:lnTo>
                  <a:pt x="785477" y="34144"/>
                </a:lnTo>
                <a:cubicBezTo>
                  <a:pt x="782990" y="32674"/>
                  <a:pt x="780503" y="31940"/>
                  <a:pt x="778015" y="31940"/>
                </a:cubicBezTo>
                <a:cubicBezTo>
                  <a:pt x="775792" y="31940"/>
                  <a:pt x="773794" y="32610"/>
                  <a:pt x="772023" y="33950"/>
                </a:cubicBezTo>
                <a:cubicBezTo>
                  <a:pt x="770252" y="35289"/>
                  <a:pt x="768989" y="37147"/>
                  <a:pt x="768236" y="39523"/>
                </a:cubicBezTo>
                <a:cubicBezTo>
                  <a:pt x="767105" y="43145"/>
                  <a:pt x="766540" y="47106"/>
                  <a:pt x="766540" y="51407"/>
                </a:cubicBezTo>
                <a:lnTo>
                  <a:pt x="766540" y="82873"/>
                </a:lnTo>
                <a:lnTo>
                  <a:pt x="756364" y="82873"/>
                </a:lnTo>
                <a:close/>
                <a:moveTo>
                  <a:pt x="827260" y="11758"/>
                </a:moveTo>
                <a:lnTo>
                  <a:pt x="827260" y="0"/>
                </a:lnTo>
                <a:lnTo>
                  <a:pt x="837436" y="0"/>
                </a:lnTo>
                <a:lnTo>
                  <a:pt x="837436" y="11758"/>
                </a:lnTo>
                <a:lnTo>
                  <a:pt x="827260" y="11758"/>
                </a:lnTo>
                <a:moveTo>
                  <a:pt x="827260" y="82873"/>
                </a:moveTo>
                <a:lnTo>
                  <a:pt x="827260" y="22838"/>
                </a:lnTo>
                <a:lnTo>
                  <a:pt x="837436" y="22838"/>
                </a:lnTo>
                <a:lnTo>
                  <a:pt x="837436" y="82873"/>
                </a:lnTo>
                <a:lnTo>
                  <a:pt x="827260" y="82873"/>
                </a:lnTo>
                <a:close/>
                <a:moveTo>
                  <a:pt x="852929" y="82873"/>
                </a:moveTo>
                <a:lnTo>
                  <a:pt x="852929" y="22838"/>
                </a:lnTo>
                <a:lnTo>
                  <a:pt x="862030" y="22838"/>
                </a:lnTo>
                <a:lnTo>
                  <a:pt x="862030" y="31205"/>
                </a:lnTo>
                <a:cubicBezTo>
                  <a:pt x="863914" y="28282"/>
                  <a:pt x="866420" y="25930"/>
                  <a:pt x="869548" y="24151"/>
                </a:cubicBezTo>
                <a:cubicBezTo>
                  <a:pt x="872676" y="22371"/>
                  <a:pt x="876238" y="21481"/>
                  <a:pt x="880233" y="21481"/>
                </a:cubicBezTo>
                <a:cubicBezTo>
                  <a:pt x="884680" y="21481"/>
                  <a:pt x="888326" y="22400"/>
                  <a:pt x="891171" y="24237"/>
                </a:cubicBezTo>
                <a:cubicBezTo>
                  <a:pt x="894017" y="26073"/>
                  <a:pt x="896023" y="28641"/>
                  <a:pt x="897192" y="31940"/>
                </a:cubicBezTo>
                <a:cubicBezTo>
                  <a:pt x="901940" y="24968"/>
                  <a:pt x="908121" y="21481"/>
                  <a:pt x="915734" y="21481"/>
                </a:cubicBezTo>
                <a:cubicBezTo>
                  <a:pt x="921688" y="21481"/>
                  <a:pt x="926267" y="23130"/>
                  <a:pt x="929470" y="26428"/>
                </a:cubicBezTo>
                <a:cubicBezTo>
                  <a:pt x="932674" y="29725"/>
                  <a:pt x="934276" y="34804"/>
                  <a:pt x="934276" y="41663"/>
                </a:cubicBezTo>
                <a:lnTo>
                  <a:pt x="934276" y="82873"/>
                </a:lnTo>
                <a:lnTo>
                  <a:pt x="924157" y="82873"/>
                </a:lnTo>
                <a:lnTo>
                  <a:pt x="924157" y="45014"/>
                </a:lnTo>
                <a:cubicBezTo>
                  <a:pt x="924157" y="40939"/>
                  <a:pt x="923827" y="38006"/>
                  <a:pt x="923167" y="36215"/>
                </a:cubicBezTo>
                <a:cubicBezTo>
                  <a:pt x="922508" y="34422"/>
                  <a:pt x="921311" y="32979"/>
                  <a:pt x="919578" y="31885"/>
                </a:cubicBezTo>
                <a:cubicBezTo>
                  <a:pt x="917844" y="30791"/>
                  <a:pt x="915809" y="30244"/>
                  <a:pt x="913472" y="30244"/>
                </a:cubicBezTo>
                <a:cubicBezTo>
                  <a:pt x="909252" y="30244"/>
                  <a:pt x="905747" y="31649"/>
                  <a:pt x="902958" y="34460"/>
                </a:cubicBezTo>
                <a:cubicBezTo>
                  <a:pt x="900169" y="37271"/>
                  <a:pt x="898775" y="41769"/>
                  <a:pt x="898775" y="47957"/>
                </a:cubicBezTo>
                <a:lnTo>
                  <a:pt x="898775" y="82873"/>
                </a:lnTo>
                <a:lnTo>
                  <a:pt x="888599" y="82873"/>
                </a:lnTo>
                <a:lnTo>
                  <a:pt x="888599" y="43825"/>
                </a:lnTo>
                <a:cubicBezTo>
                  <a:pt x="888599" y="39298"/>
                  <a:pt x="887770" y="35903"/>
                  <a:pt x="886112" y="33639"/>
                </a:cubicBezTo>
                <a:cubicBezTo>
                  <a:pt x="884454" y="31375"/>
                  <a:pt x="881740" y="30244"/>
                  <a:pt x="877971" y="30244"/>
                </a:cubicBezTo>
                <a:cubicBezTo>
                  <a:pt x="875107" y="30244"/>
                  <a:pt x="872460" y="30999"/>
                  <a:pt x="870029" y="32508"/>
                </a:cubicBezTo>
                <a:cubicBezTo>
                  <a:pt x="867598" y="34017"/>
                  <a:pt x="865836" y="36224"/>
                  <a:pt x="864743" y="39130"/>
                </a:cubicBezTo>
                <a:cubicBezTo>
                  <a:pt x="863650" y="42034"/>
                  <a:pt x="863104" y="46221"/>
                  <a:pt x="863104" y="51692"/>
                </a:cubicBezTo>
                <a:lnTo>
                  <a:pt x="863104" y="82873"/>
                </a:lnTo>
                <a:lnTo>
                  <a:pt x="852929" y="82873"/>
                </a:lnTo>
                <a:close/>
                <a:moveTo>
                  <a:pt x="949380" y="105938"/>
                </a:moveTo>
                <a:lnTo>
                  <a:pt x="949380" y="22838"/>
                </a:lnTo>
                <a:lnTo>
                  <a:pt x="958651" y="22838"/>
                </a:lnTo>
                <a:lnTo>
                  <a:pt x="958651" y="30583"/>
                </a:lnTo>
                <a:cubicBezTo>
                  <a:pt x="960837" y="27549"/>
                  <a:pt x="963305" y="25274"/>
                  <a:pt x="966056" y="23757"/>
                </a:cubicBezTo>
                <a:cubicBezTo>
                  <a:pt x="968807" y="22240"/>
                  <a:pt x="972143" y="21481"/>
                  <a:pt x="976062" y="21481"/>
                </a:cubicBezTo>
                <a:cubicBezTo>
                  <a:pt x="981187" y="21481"/>
                  <a:pt x="985710" y="22801"/>
                  <a:pt x="989629" y="25439"/>
                </a:cubicBezTo>
                <a:cubicBezTo>
                  <a:pt x="993549" y="28077"/>
                  <a:pt x="996507" y="31798"/>
                  <a:pt x="998505" y="36603"/>
                </a:cubicBezTo>
                <a:cubicBezTo>
                  <a:pt x="1000502" y="41408"/>
                  <a:pt x="1001501" y="46675"/>
                  <a:pt x="1001501" y="52404"/>
                </a:cubicBezTo>
                <a:cubicBezTo>
                  <a:pt x="1001501" y="58547"/>
                  <a:pt x="1000398" y="64077"/>
                  <a:pt x="998194" y="68995"/>
                </a:cubicBezTo>
                <a:cubicBezTo>
                  <a:pt x="995989" y="73913"/>
                  <a:pt x="992786" y="77682"/>
                  <a:pt x="988583" y="80301"/>
                </a:cubicBezTo>
                <a:cubicBezTo>
                  <a:pt x="984381" y="82920"/>
                  <a:pt x="979963" y="84230"/>
                  <a:pt x="975327" y="84230"/>
                </a:cubicBezTo>
                <a:cubicBezTo>
                  <a:pt x="971935" y="84230"/>
                  <a:pt x="968892" y="83505"/>
                  <a:pt x="966197" y="82054"/>
                </a:cubicBezTo>
                <a:cubicBezTo>
                  <a:pt x="963503" y="80602"/>
                  <a:pt x="961289" y="78768"/>
                  <a:pt x="959555" y="76553"/>
                </a:cubicBezTo>
                <a:lnTo>
                  <a:pt x="959555" y="105938"/>
                </a:lnTo>
                <a:lnTo>
                  <a:pt x="949380" y="105938"/>
                </a:lnTo>
                <a:moveTo>
                  <a:pt x="958594" y="53110"/>
                </a:moveTo>
                <a:cubicBezTo>
                  <a:pt x="958594" y="60827"/>
                  <a:pt x="960158" y="66529"/>
                  <a:pt x="963286" y="70218"/>
                </a:cubicBezTo>
                <a:cubicBezTo>
                  <a:pt x="966414" y="73906"/>
                  <a:pt x="970202" y="75751"/>
                  <a:pt x="974649" y="75751"/>
                </a:cubicBezTo>
                <a:cubicBezTo>
                  <a:pt x="979171" y="75751"/>
                  <a:pt x="983043" y="73840"/>
                  <a:pt x="986266" y="70020"/>
                </a:cubicBezTo>
                <a:cubicBezTo>
                  <a:pt x="989488" y="66199"/>
                  <a:pt x="991099" y="60280"/>
                  <a:pt x="991099" y="52262"/>
                </a:cubicBezTo>
                <a:cubicBezTo>
                  <a:pt x="991099" y="44621"/>
                  <a:pt x="989526" y="38900"/>
                  <a:pt x="986379" y="35098"/>
                </a:cubicBezTo>
                <a:cubicBezTo>
                  <a:pt x="983232" y="31297"/>
                  <a:pt x="979473" y="29396"/>
                  <a:pt x="975101" y="29396"/>
                </a:cubicBezTo>
                <a:cubicBezTo>
                  <a:pt x="970767" y="29396"/>
                  <a:pt x="966932" y="31419"/>
                  <a:pt x="963597" y="35466"/>
                </a:cubicBezTo>
                <a:cubicBezTo>
                  <a:pt x="960262" y="39512"/>
                  <a:pt x="958594" y="45394"/>
                  <a:pt x="958594" y="53110"/>
                </a:cubicBezTo>
                <a:close/>
                <a:moveTo>
                  <a:pt x="1013547" y="82873"/>
                </a:moveTo>
                <a:lnTo>
                  <a:pt x="1013547" y="0"/>
                </a:lnTo>
                <a:lnTo>
                  <a:pt x="1023723" y="0"/>
                </a:lnTo>
                <a:lnTo>
                  <a:pt x="1023723" y="82873"/>
                </a:lnTo>
                <a:lnTo>
                  <a:pt x="1013547" y="82873"/>
                </a:lnTo>
                <a:close/>
                <a:moveTo>
                  <a:pt x="1039555" y="11758"/>
                </a:moveTo>
                <a:lnTo>
                  <a:pt x="1039555" y="0"/>
                </a:lnTo>
                <a:lnTo>
                  <a:pt x="1049730" y="0"/>
                </a:lnTo>
                <a:lnTo>
                  <a:pt x="1049730" y="11758"/>
                </a:lnTo>
                <a:lnTo>
                  <a:pt x="1039555" y="11758"/>
                </a:lnTo>
                <a:moveTo>
                  <a:pt x="1039555" y="82873"/>
                </a:moveTo>
                <a:lnTo>
                  <a:pt x="1039555" y="22838"/>
                </a:lnTo>
                <a:lnTo>
                  <a:pt x="1049730" y="22838"/>
                </a:lnTo>
                <a:lnTo>
                  <a:pt x="1049730" y="82873"/>
                </a:lnTo>
                <a:lnTo>
                  <a:pt x="1039555" y="82873"/>
                </a:lnTo>
                <a:close/>
                <a:moveTo>
                  <a:pt x="1106321" y="63540"/>
                </a:moveTo>
                <a:lnTo>
                  <a:pt x="1116835" y="64840"/>
                </a:lnTo>
                <a:cubicBezTo>
                  <a:pt x="1115177" y="70983"/>
                  <a:pt x="1112106" y="75751"/>
                  <a:pt x="1107621" y="79142"/>
                </a:cubicBezTo>
                <a:cubicBezTo>
                  <a:pt x="1103136" y="82534"/>
                  <a:pt x="1097408" y="84230"/>
                  <a:pt x="1090436" y="84230"/>
                </a:cubicBezTo>
                <a:cubicBezTo>
                  <a:pt x="1081655" y="84230"/>
                  <a:pt x="1074692" y="81526"/>
                  <a:pt x="1069548" y="76118"/>
                </a:cubicBezTo>
                <a:cubicBezTo>
                  <a:pt x="1064404" y="70710"/>
                  <a:pt x="1061832" y="63125"/>
                  <a:pt x="1061832" y="53365"/>
                </a:cubicBezTo>
                <a:cubicBezTo>
                  <a:pt x="1061832" y="43264"/>
                  <a:pt x="1064432" y="35426"/>
                  <a:pt x="1069633" y="29848"/>
                </a:cubicBezTo>
                <a:cubicBezTo>
                  <a:pt x="1074833" y="24270"/>
                  <a:pt x="1081579" y="21481"/>
                  <a:pt x="1089871" y="21481"/>
                </a:cubicBezTo>
                <a:cubicBezTo>
                  <a:pt x="1097898" y="21481"/>
                  <a:pt x="1104455" y="24210"/>
                  <a:pt x="1109543" y="29666"/>
                </a:cubicBezTo>
                <a:cubicBezTo>
                  <a:pt x="1114631" y="35121"/>
                  <a:pt x="1117175" y="42796"/>
                  <a:pt x="1117175" y="52692"/>
                </a:cubicBezTo>
                <a:cubicBezTo>
                  <a:pt x="1117175" y="53293"/>
                  <a:pt x="1117156" y="54196"/>
                  <a:pt x="1117118" y="55400"/>
                </a:cubicBezTo>
                <a:lnTo>
                  <a:pt x="1072346" y="55400"/>
                </a:lnTo>
                <a:cubicBezTo>
                  <a:pt x="1072723" y="61976"/>
                  <a:pt x="1074589" y="67012"/>
                  <a:pt x="1077943" y="70507"/>
                </a:cubicBezTo>
                <a:cubicBezTo>
                  <a:pt x="1081297" y="74003"/>
                  <a:pt x="1085480" y="75751"/>
                  <a:pt x="1090492" y="75751"/>
                </a:cubicBezTo>
                <a:cubicBezTo>
                  <a:pt x="1094223" y="75751"/>
                  <a:pt x="1097408" y="74780"/>
                  <a:pt x="1100046" y="72839"/>
                </a:cubicBezTo>
                <a:cubicBezTo>
                  <a:pt x="1102684" y="70897"/>
                  <a:pt x="1104776" y="67797"/>
                  <a:pt x="1106321" y="63540"/>
                </a:cubicBezTo>
                <a:moveTo>
                  <a:pt x="1072911" y="46920"/>
                </a:moveTo>
                <a:lnTo>
                  <a:pt x="1106434" y="46920"/>
                </a:lnTo>
                <a:cubicBezTo>
                  <a:pt x="1105982" y="41953"/>
                  <a:pt x="1104700" y="38227"/>
                  <a:pt x="1102590" y="35743"/>
                </a:cubicBezTo>
                <a:cubicBezTo>
                  <a:pt x="1099349" y="31888"/>
                  <a:pt x="1095147" y="29961"/>
                  <a:pt x="1089984" y="29961"/>
                </a:cubicBezTo>
                <a:cubicBezTo>
                  <a:pt x="1085310" y="29961"/>
                  <a:pt x="1081382" y="31500"/>
                  <a:pt x="1078197" y="34577"/>
                </a:cubicBezTo>
                <a:cubicBezTo>
                  <a:pt x="1075012" y="37653"/>
                  <a:pt x="1073251" y="41768"/>
                  <a:pt x="1072911" y="46920"/>
                </a:cubicBezTo>
                <a:close/>
                <a:moveTo>
                  <a:pt x="1168566" y="82873"/>
                </a:moveTo>
                <a:lnTo>
                  <a:pt x="1168566" y="75298"/>
                </a:lnTo>
                <a:cubicBezTo>
                  <a:pt x="1164760" y="81253"/>
                  <a:pt x="1159163" y="84230"/>
                  <a:pt x="1151777" y="84230"/>
                </a:cubicBezTo>
                <a:cubicBezTo>
                  <a:pt x="1146990" y="84230"/>
                  <a:pt x="1142591" y="82911"/>
                  <a:pt x="1138577" y="80273"/>
                </a:cubicBezTo>
                <a:cubicBezTo>
                  <a:pt x="1134563" y="77635"/>
                  <a:pt x="1131454" y="73951"/>
                  <a:pt x="1129249" y="69221"/>
                </a:cubicBezTo>
                <a:cubicBezTo>
                  <a:pt x="1127045" y="64492"/>
                  <a:pt x="1125942" y="59055"/>
                  <a:pt x="1125942" y="52912"/>
                </a:cubicBezTo>
                <a:cubicBezTo>
                  <a:pt x="1125942" y="46920"/>
                  <a:pt x="1126941" y="41484"/>
                  <a:pt x="1128938" y="36603"/>
                </a:cubicBezTo>
                <a:cubicBezTo>
                  <a:pt x="1130936" y="31723"/>
                  <a:pt x="1133932" y="27982"/>
                  <a:pt x="1137927" y="25382"/>
                </a:cubicBezTo>
                <a:cubicBezTo>
                  <a:pt x="1141922" y="22782"/>
                  <a:pt x="1146387" y="21481"/>
                  <a:pt x="1151324" y="21481"/>
                </a:cubicBezTo>
                <a:cubicBezTo>
                  <a:pt x="1154942" y="21481"/>
                  <a:pt x="1158165" y="22245"/>
                  <a:pt x="1160991" y="23771"/>
                </a:cubicBezTo>
                <a:cubicBezTo>
                  <a:pt x="1163818" y="25297"/>
                  <a:pt x="1166117" y="27285"/>
                  <a:pt x="1167888" y="29735"/>
                </a:cubicBezTo>
                <a:lnTo>
                  <a:pt x="1167888" y="0"/>
                </a:lnTo>
                <a:lnTo>
                  <a:pt x="1178007" y="0"/>
                </a:lnTo>
                <a:lnTo>
                  <a:pt x="1178007" y="82873"/>
                </a:lnTo>
                <a:lnTo>
                  <a:pt x="1168566" y="82873"/>
                </a:lnTo>
                <a:moveTo>
                  <a:pt x="1136400" y="52884"/>
                </a:moveTo>
                <a:cubicBezTo>
                  <a:pt x="1136400" y="60544"/>
                  <a:pt x="1138021" y="66270"/>
                  <a:pt x="1141262" y="70062"/>
                </a:cubicBezTo>
                <a:cubicBezTo>
                  <a:pt x="1144503" y="73854"/>
                  <a:pt x="1148328" y="75751"/>
                  <a:pt x="1152738" y="75751"/>
                </a:cubicBezTo>
                <a:cubicBezTo>
                  <a:pt x="1157185" y="75751"/>
                  <a:pt x="1160963" y="73939"/>
                  <a:pt x="1164072" y="70317"/>
                </a:cubicBezTo>
                <a:cubicBezTo>
                  <a:pt x="1167181" y="66693"/>
                  <a:pt x="1168736" y="61163"/>
                  <a:pt x="1168736" y="53728"/>
                </a:cubicBezTo>
                <a:cubicBezTo>
                  <a:pt x="1168736" y="45543"/>
                  <a:pt x="1167153" y="39536"/>
                  <a:pt x="1163987" y="35706"/>
                </a:cubicBezTo>
                <a:cubicBezTo>
                  <a:pt x="1160822" y="31876"/>
                  <a:pt x="1156921" y="29961"/>
                  <a:pt x="1152285" y="29961"/>
                </a:cubicBezTo>
                <a:cubicBezTo>
                  <a:pt x="1147763" y="29961"/>
                  <a:pt x="1143985" y="31801"/>
                  <a:pt x="1140951" y="35482"/>
                </a:cubicBezTo>
                <a:cubicBezTo>
                  <a:pt x="1137917" y="39161"/>
                  <a:pt x="1136400" y="44962"/>
                  <a:pt x="1136400" y="52884"/>
                </a:cubicBezTo>
                <a:close/>
                <a:moveTo>
                  <a:pt x="1226229" y="11758"/>
                </a:moveTo>
                <a:lnTo>
                  <a:pt x="1226229" y="0"/>
                </a:lnTo>
                <a:lnTo>
                  <a:pt x="1236404" y="0"/>
                </a:lnTo>
                <a:lnTo>
                  <a:pt x="1236404" y="11758"/>
                </a:lnTo>
                <a:lnTo>
                  <a:pt x="1226229" y="11758"/>
                </a:lnTo>
                <a:moveTo>
                  <a:pt x="1226229" y="82873"/>
                </a:moveTo>
                <a:lnTo>
                  <a:pt x="1226229" y="22838"/>
                </a:lnTo>
                <a:lnTo>
                  <a:pt x="1236404" y="22838"/>
                </a:lnTo>
                <a:lnTo>
                  <a:pt x="1236404" y="82873"/>
                </a:lnTo>
                <a:lnTo>
                  <a:pt x="1226229" y="82873"/>
                </a:lnTo>
                <a:close/>
                <a:moveTo>
                  <a:pt x="1251897" y="82873"/>
                </a:moveTo>
                <a:lnTo>
                  <a:pt x="1251897" y="22838"/>
                </a:lnTo>
                <a:lnTo>
                  <a:pt x="1261055" y="22838"/>
                </a:lnTo>
                <a:lnTo>
                  <a:pt x="1261055" y="31318"/>
                </a:lnTo>
                <a:cubicBezTo>
                  <a:pt x="1265465" y="24760"/>
                  <a:pt x="1271834" y="21481"/>
                  <a:pt x="1280163" y="21481"/>
                </a:cubicBezTo>
                <a:cubicBezTo>
                  <a:pt x="1283781" y="21481"/>
                  <a:pt x="1287106" y="22132"/>
                  <a:pt x="1290140" y="23432"/>
                </a:cubicBezTo>
                <a:cubicBezTo>
                  <a:pt x="1293174" y="24732"/>
                  <a:pt x="1295445" y="26437"/>
                  <a:pt x="1296952" y="28548"/>
                </a:cubicBezTo>
                <a:cubicBezTo>
                  <a:pt x="1298460" y="30658"/>
                  <a:pt x="1299515" y="33164"/>
                  <a:pt x="1300118" y="36066"/>
                </a:cubicBezTo>
                <a:cubicBezTo>
                  <a:pt x="1300495" y="37951"/>
                  <a:pt x="1300683" y="41248"/>
                  <a:pt x="1300683" y="45959"/>
                </a:cubicBezTo>
                <a:lnTo>
                  <a:pt x="1300683" y="82873"/>
                </a:lnTo>
                <a:lnTo>
                  <a:pt x="1290508" y="82873"/>
                </a:lnTo>
                <a:lnTo>
                  <a:pt x="1290508" y="46316"/>
                </a:lnTo>
                <a:cubicBezTo>
                  <a:pt x="1290508" y="42166"/>
                  <a:pt x="1290112" y="39062"/>
                  <a:pt x="1289321" y="37006"/>
                </a:cubicBezTo>
                <a:cubicBezTo>
                  <a:pt x="1288529" y="34950"/>
                  <a:pt x="1287125" y="33309"/>
                  <a:pt x="1285109" y="32083"/>
                </a:cubicBezTo>
                <a:cubicBezTo>
                  <a:pt x="1283093" y="30857"/>
                  <a:pt x="1280728" y="30244"/>
                  <a:pt x="1278014" y="30244"/>
                </a:cubicBezTo>
                <a:cubicBezTo>
                  <a:pt x="1273680" y="30244"/>
                  <a:pt x="1269940" y="31621"/>
                  <a:pt x="1266793" y="34376"/>
                </a:cubicBezTo>
                <a:cubicBezTo>
                  <a:pt x="1263646" y="37129"/>
                  <a:pt x="1262073" y="42354"/>
                  <a:pt x="1262073" y="50050"/>
                </a:cubicBezTo>
                <a:lnTo>
                  <a:pt x="1262073" y="82873"/>
                </a:lnTo>
                <a:lnTo>
                  <a:pt x="1251897" y="82873"/>
                </a:lnTo>
                <a:close/>
                <a:moveTo>
                  <a:pt x="1370669" y="73885"/>
                </a:moveTo>
                <a:lnTo>
                  <a:pt x="1372139" y="82873"/>
                </a:lnTo>
                <a:cubicBezTo>
                  <a:pt x="1369275" y="83401"/>
                  <a:pt x="1366712" y="83665"/>
                  <a:pt x="1364451" y="83665"/>
                </a:cubicBezTo>
                <a:cubicBezTo>
                  <a:pt x="1360757" y="83665"/>
                  <a:pt x="1357893" y="83081"/>
                  <a:pt x="1355858" y="81912"/>
                </a:cubicBezTo>
                <a:cubicBezTo>
                  <a:pt x="1353823" y="80744"/>
                  <a:pt x="1352391" y="79208"/>
                  <a:pt x="1351562" y="77305"/>
                </a:cubicBezTo>
                <a:cubicBezTo>
                  <a:pt x="1350733" y="75402"/>
                  <a:pt x="1350318" y="71398"/>
                  <a:pt x="1350318" y="65292"/>
                </a:cubicBezTo>
                <a:lnTo>
                  <a:pt x="1350318" y="30752"/>
                </a:lnTo>
                <a:lnTo>
                  <a:pt x="1342856" y="30752"/>
                </a:lnTo>
                <a:lnTo>
                  <a:pt x="1342856" y="22838"/>
                </a:lnTo>
                <a:lnTo>
                  <a:pt x="1350318" y="22838"/>
                </a:lnTo>
                <a:lnTo>
                  <a:pt x="1350318" y="7930"/>
                </a:lnTo>
                <a:lnTo>
                  <a:pt x="1360437" y="1809"/>
                </a:lnTo>
                <a:lnTo>
                  <a:pt x="1360437" y="22838"/>
                </a:lnTo>
                <a:lnTo>
                  <a:pt x="1370669" y="22838"/>
                </a:lnTo>
                <a:lnTo>
                  <a:pt x="1370669" y="30752"/>
                </a:lnTo>
                <a:lnTo>
                  <a:pt x="1360437" y="30752"/>
                </a:lnTo>
                <a:lnTo>
                  <a:pt x="1360437" y="65858"/>
                </a:lnTo>
                <a:cubicBezTo>
                  <a:pt x="1360437" y="68760"/>
                  <a:pt x="1360616" y="70625"/>
                  <a:pt x="1360974" y="71454"/>
                </a:cubicBezTo>
                <a:cubicBezTo>
                  <a:pt x="1361332" y="72283"/>
                  <a:pt x="1361916" y="72943"/>
                  <a:pt x="1362727" y="73433"/>
                </a:cubicBezTo>
                <a:cubicBezTo>
                  <a:pt x="1363537" y="73923"/>
                  <a:pt x="1364696" y="74168"/>
                  <a:pt x="1366203" y="74168"/>
                </a:cubicBezTo>
                <a:cubicBezTo>
                  <a:pt x="1367334" y="74168"/>
                  <a:pt x="1368822" y="74073"/>
                  <a:pt x="1370669" y="73885"/>
                </a:cubicBezTo>
                <a:close/>
                <a:moveTo>
                  <a:pt x="1380615" y="82873"/>
                </a:moveTo>
                <a:lnTo>
                  <a:pt x="1380615" y="0"/>
                </a:lnTo>
                <a:lnTo>
                  <a:pt x="1390790" y="0"/>
                </a:lnTo>
                <a:lnTo>
                  <a:pt x="1390790" y="29735"/>
                </a:lnTo>
                <a:cubicBezTo>
                  <a:pt x="1395539" y="24233"/>
                  <a:pt x="1401531" y="21481"/>
                  <a:pt x="1408767" y="21481"/>
                </a:cubicBezTo>
                <a:cubicBezTo>
                  <a:pt x="1413214" y="21481"/>
                  <a:pt x="1417077" y="22358"/>
                  <a:pt x="1420356" y="24110"/>
                </a:cubicBezTo>
                <a:cubicBezTo>
                  <a:pt x="1423634" y="25863"/>
                  <a:pt x="1425980" y="28284"/>
                  <a:pt x="1427394" y="31374"/>
                </a:cubicBezTo>
                <a:cubicBezTo>
                  <a:pt x="1428807" y="34465"/>
                  <a:pt x="1429513" y="38949"/>
                  <a:pt x="1429513" y="44828"/>
                </a:cubicBezTo>
                <a:lnTo>
                  <a:pt x="1429513" y="82873"/>
                </a:lnTo>
                <a:lnTo>
                  <a:pt x="1419338" y="82873"/>
                </a:lnTo>
                <a:lnTo>
                  <a:pt x="1419338" y="44828"/>
                </a:lnTo>
                <a:cubicBezTo>
                  <a:pt x="1419338" y="39741"/>
                  <a:pt x="1418236" y="36038"/>
                  <a:pt x="1416031" y="33720"/>
                </a:cubicBezTo>
                <a:cubicBezTo>
                  <a:pt x="1413826" y="31403"/>
                  <a:pt x="1410708" y="30244"/>
                  <a:pt x="1406675" y="30244"/>
                </a:cubicBezTo>
                <a:cubicBezTo>
                  <a:pt x="1403660" y="30244"/>
                  <a:pt x="1400824" y="31026"/>
                  <a:pt x="1398167" y="32590"/>
                </a:cubicBezTo>
                <a:cubicBezTo>
                  <a:pt x="1395510" y="34154"/>
                  <a:pt x="1393617" y="36274"/>
                  <a:pt x="1392486" y="38949"/>
                </a:cubicBezTo>
                <a:cubicBezTo>
                  <a:pt x="1391356" y="41625"/>
                  <a:pt x="1390790" y="45318"/>
                  <a:pt x="1390790" y="50029"/>
                </a:cubicBezTo>
                <a:lnTo>
                  <a:pt x="1390790" y="82873"/>
                </a:lnTo>
                <a:lnTo>
                  <a:pt x="1380615" y="82873"/>
                </a:lnTo>
                <a:close/>
                <a:moveTo>
                  <a:pt x="1486106" y="63540"/>
                </a:moveTo>
                <a:lnTo>
                  <a:pt x="1496621" y="64840"/>
                </a:lnTo>
                <a:cubicBezTo>
                  <a:pt x="1494962" y="70983"/>
                  <a:pt x="1491891" y="75751"/>
                  <a:pt x="1487406" y="79142"/>
                </a:cubicBezTo>
                <a:cubicBezTo>
                  <a:pt x="1482921" y="82534"/>
                  <a:pt x="1477193" y="84230"/>
                  <a:pt x="1470221" y="84230"/>
                </a:cubicBezTo>
                <a:cubicBezTo>
                  <a:pt x="1461440" y="84230"/>
                  <a:pt x="1454477" y="81526"/>
                  <a:pt x="1449333" y="76118"/>
                </a:cubicBezTo>
                <a:cubicBezTo>
                  <a:pt x="1444189" y="70710"/>
                  <a:pt x="1441617" y="63125"/>
                  <a:pt x="1441617" y="53365"/>
                </a:cubicBezTo>
                <a:cubicBezTo>
                  <a:pt x="1441617" y="43264"/>
                  <a:pt x="1444217" y="35426"/>
                  <a:pt x="1449418" y="29848"/>
                </a:cubicBezTo>
                <a:cubicBezTo>
                  <a:pt x="1454619" y="24270"/>
                  <a:pt x="1461365" y="21481"/>
                  <a:pt x="1469656" y="21481"/>
                </a:cubicBezTo>
                <a:cubicBezTo>
                  <a:pt x="1477683" y="21481"/>
                  <a:pt x="1484240" y="24210"/>
                  <a:pt x="1489328" y="29666"/>
                </a:cubicBezTo>
                <a:cubicBezTo>
                  <a:pt x="1494416" y="35121"/>
                  <a:pt x="1496960" y="42796"/>
                  <a:pt x="1496960" y="52692"/>
                </a:cubicBezTo>
                <a:cubicBezTo>
                  <a:pt x="1496960" y="53293"/>
                  <a:pt x="1496941" y="54196"/>
                  <a:pt x="1496903" y="55400"/>
                </a:cubicBezTo>
                <a:lnTo>
                  <a:pt x="1452131" y="55400"/>
                </a:lnTo>
                <a:cubicBezTo>
                  <a:pt x="1452508" y="61976"/>
                  <a:pt x="1454374" y="67012"/>
                  <a:pt x="1457728" y="70507"/>
                </a:cubicBezTo>
                <a:cubicBezTo>
                  <a:pt x="1461082" y="74003"/>
                  <a:pt x="1465265" y="75751"/>
                  <a:pt x="1470278" y="75751"/>
                </a:cubicBezTo>
                <a:cubicBezTo>
                  <a:pt x="1474009" y="75751"/>
                  <a:pt x="1477193" y="74780"/>
                  <a:pt x="1479831" y="72839"/>
                </a:cubicBezTo>
                <a:cubicBezTo>
                  <a:pt x="1482469" y="70897"/>
                  <a:pt x="1484561" y="67797"/>
                  <a:pt x="1486106" y="63540"/>
                </a:cubicBezTo>
                <a:moveTo>
                  <a:pt x="1452697" y="46920"/>
                </a:moveTo>
                <a:lnTo>
                  <a:pt x="1486219" y="46920"/>
                </a:lnTo>
                <a:cubicBezTo>
                  <a:pt x="1485767" y="41953"/>
                  <a:pt x="1484485" y="38227"/>
                  <a:pt x="1482375" y="35743"/>
                </a:cubicBezTo>
                <a:cubicBezTo>
                  <a:pt x="1479134" y="31888"/>
                  <a:pt x="1474932" y="29961"/>
                  <a:pt x="1469769" y="29961"/>
                </a:cubicBezTo>
                <a:cubicBezTo>
                  <a:pt x="1465096" y="29961"/>
                  <a:pt x="1461167" y="31500"/>
                  <a:pt x="1457982" y="34577"/>
                </a:cubicBezTo>
                <a:cubicBezTo>
                  <a:pt x="1454798" y="37653"/>
                  <a:pt x="1453036" y="41768"/>
                  <a:pt x="1452697" y="46920"/>
                </a:cubicBezTo>
                <a:close/>
                <a:moveTo>
                  <a:pt x="1580739" y="60827"/>
                </a:moveTo>
                <a:lnTo>
                  <a:pt x="1590745" y="62127"/>
                </a:lnTo>
                <a:cubicBezTo>
                  <a:pt x="1589652" y="69041"/>
                  <a:pt x="1586854" y="74454"/>
                  <a:pt x="1582350" y="78365"/>
                </a:cubicBezTo>
                <a:cubicBezTo>
                  <a:pt x="1577847" y="82275"/>
                  <a:pt x="1572316" y="84230"/>
                  <a:pt x="1565759" y="84230"/>
                </a:cubicBezTo>
                <a:cubicBezTo>
                  <a:pt x="1557543" y="84230"/>
                  <a:pt x="1550938" y="81545"/>
                  <a:pt x="1545945" y="76175"/>
                </a:cubicBezTo>
                <a:cubicBezTo>
                  <a:pt x="1540951" y="70804"/>
                  <a:pt x="1538455" y="63107"/>
                  <a:pt x="1538455" y="53082"/>
                </a:cubicBezTo>
                <a:cubicBezTo>
                  <a:pt x="1538455" y="46600"/>
                  <a:pt x="1539529" y="40928"/>
                  <a:pt x="1541677" y="36066"/>
                </a:cubicBezTo>
                <a:cubicBezTo>
                  <a:pt x="1543825" y="31205"/>
                  <a:pt x="1547094" y="27559"/>
                  <a:pt x="1551485" y="25128"/>
                </a:cubicBezTo>
                <a:cubicBezTo>
                  <a:pt x="1555875" y="22697"/>
                  <a:pt x="1560652" y="21481"/>
                  <a:pt x="1565815" y="21481"/>
                </a:cubicBezTo>
                <a:cubicBezTo>
                  <a:pt x="1572335" y="21481"/>
                  <a:pt x="1577668" y="23136"/>
                  <a:pt x="1581813" y="26444"/>
                </a:cubicBezTo>
                <a:cubicBezTo>
                  <a:pt x="1585959" y="29751"/>
                  <a:pt x="1588616" y="34447"/>
                  <a:pt x="1589784" y="40532"/>
                </a:cubicBezTo>
                <a:lnTo>
                  <a:pt x="1579891" y="42059"/>
                </a:lnTo>
                <a:cubicBezTo>
                  <a:pt x="1578949" y="38045"/>
                  <a:pt x="1577281" y="35025"/>
                  <a:pt x="1574888" y="33000"/>
                </a:cubicBezTo>
                <a:cubicBezTo>
                  <a:pt x="1572495" y="30974"/>
                  <a:pt x="1569603" y="29961"/>
                  <a:pt x="1566211" y="29961"/>
                </a:cubicBezTo>
                <a:cubicBezTo>
                  <a:pt x="1561086" y="29961"/>
                  <a:pt x="1556921" y="31789"/>
                  <a:pt x="1553718" y="35446"/>
                </a:cubicBezTo>
                <a:cubicBezTo>
                  <a:pt x="1550514" y="39102"/>
                  <a:pt x="1548913" y="44886"/>
                  <a:pt x="1548913" y="52799"/>
                </a:cubicBezTo>
                <a:cubicBezTo>
                  <a:pt x="1548913" y="60825"/>
                  <a:pt x="1550458" y="66657"/>
                  <a:pt x="1553548" y="70295"/>
                </a:cubicBezTo>
                <a:cubicBezTo>
                  <a:pt x="1556638" y="73932"/>
                  <a:pt x="1560671" y="75751"/>
                  <a:pt x="1565646" y="75751"/>
                </a:cubicBezTo>
                <a:cubicBezTo>
                  <a:pt x="1569640" y="75751"/>
                  <a:pt x="1572976" y="74530"/>
                  <a:pt x="1575651" y="72090"/>
                </a:cubicBezTo>
                <a:cubicBezTo>
                  <a:pt x="1578327" y="69650"/>
                  <a:pt x="1580023" y="65895"/>
                  <a:pt x="1580739" y="60827"/>
                </a:cubicBezTo>
                <a:close/>
                <a:moveTo>
                  <a:pt x="1599225" y="82873"/>
                </a:moveTo>
                <a:lnTo>
                  <a:pt x="1599225" y="0"/>
                </a:lnTo>
                <a:lnTo>
                  <a:pt x="1609400" y="0"/>
                </a:lnTo>
                <a:lnTo>
                  <a:pt x="1609400" y="82873"/>
                </a:lnTo>
                <a:lnTo>
                  <a:pt x="1599225" y="82873"/>
                </a:lnTo>
                <a:close/>
                <a:moveTo>
                  <a:pt x="1664351" y="75461"/>
                </a:moveTo>
                <a:cubicBezTo>
                  <a:pt x="1660583" y="78667"/>
                  <a:pt x="1656955" y="80930"/>
                  <a:pt x="1653469" y="82250"/>
                </a:cubicBezTo>
                <a:cubicBezTo>
                  <a:pt x="1649983" y="83570"/>
                  <a:pt x="1646243" y="84230"/>
                  <a:pt x="1642248" y="84230"/>
                </a:cubicBezTo>
                <a:cubicBezTo>
                  <a:pt x="1635653" y="84230"/>
                  <a:pt x="1630584" y="82618"/>
                  <a:pt x="1627041" y="79393"/>
                </a:cubicBezTo>
                <a:cubicBezTo>
                  <a:pt x="1623499" y="76169"/>
                  <a:pt x="1621727" y="72048"/>
                  <a:pt x="1621727" y="67033"/>
                </a:cubicBezTo>
                <a:cubicBezTo>
                  <a:pt x="1621727" y="64092"/>
                  <a:pt x="1622396" y="61405"/>
                  <a:pt x="1623734" y="58973"/>
                </a:cubicBezTo>
                <a:cubicBezTo>
                  <a:pt x="1625072" y="56540"/>
                  <a:pt x="1626825" y="54588"/>
                  <a:pt x="1628992" y="53117"/>
                </a:cubicBezTo>
                <a:cubicBezTo>
                  <a:pt x="1631159" y="51646"/>
                  <a:pt x="1633599" y="50534"/>
                  <a:pt x="1636312" y="49780"/>
                </a:cubicBezTo>
                <a:cubicBezTo>
                  <a:pt x="1638310" y="49251"/>
                  <a:pt x="1641325" y="48742"/>
                  <a:pt x="1645357" y="48252"/>
                </a:cubicBezTo>
                <a:cubicBezTo>
                  <a:pt x="1653573" y="47279"/>
                  <a:pt x="1659622" y="46119"/>
                  <a:pt x="1663503" y="44772"/>
                </a:cubicBezTo>
                <a:cubicBezTo>
                  <a:pt x="1663541" y="43383"/>
                  <a:pt x="1663560" y="42501"/>
                  <a:pt x="1663560" y="42126"/>
                </a:cubicBezTo>
                <a:cubicBezTo>
                  <a:pt x="1663560" y="37995"/>
                  <a:pt x="1662599" y="35086"/>
                  <a:pt x="1660677" y="33397"/>
                </a:cubicBezTo>
                <a:cubicBezTo>
                  <a:pt x="1658076" y="31106"/>
                  <a:pt x="1654214" y="29961"/>
                  <a:pt x="1649088" y="29961"/>
                </a:cubicBezTo>
                <a:cubicBezTo>
                  <a:pt x="1644302" y="29961"/>
                  <a:pt x="1640769" y="30800"/>
                  <a:pt x="1638489" y="32477"/>
                </a:cubicBezTo>
                <a:cubicBezTo>
                  <a:pt x="1636209" y="34154"/>
                  <a:pt x="1634522" y="37122"/>
                  <a:pt x="1633429" y="41380"/>
                </a:cubicBezTo>
                <a:lnTo>
                  <a:pt x="1623480" y="40023"/>
                </a:lnTo>
                <a:cubicBezTo>
                  <a:pt x="1624384" y="35752"/>
                  <a:pt x="1625873" y="32302"/>
                  <a:pt x="1627946" y="29675"/>
                </a:cubicBezTo>
                <a:cubicBezTo>
                  <a:pt x="1630019" y="27047"/>
                  <a:pt x="1633015" y="25025"/>
                  <a:pt x="1636934" y="23608"/>
                </a:cubicBezTo>
                <a:cubicBezTo>
                  <a:pt x="1640854" y="22190"/>
                  <a:pt x="1645395" y="21481"/>
                  <a:pt x="1650558" y="21481"/>
                </a:cubicBezTo>
                <a:cubicBezTo>
                  <a:pt x="1655683" y="21481"/>
                  <a:pt x="1659848" y="22084"/>
                  <a:pt x="1663051" y="23290"/>
                </a:cubicBezTo>
                <a:cubicBezTo>
                  <a:pt x="1666254" y="24496"/>
                  <a:pt x="1668610" y="26013"/>
                  <a:pt x="1670117" y="27841"/>
                </a:cubicBezTo>
                <a:cubicBezTo>
                  <a:pt x="1671625" y="29669"/>
                  <a:pt x="1672680" y="31977"/>
                  <a:pt x="1673283" y="34766"/>
                </a:cubicBezTo>
                <a:cubicBezTo>
                  <a:pt x="1673622" y="36500"/>
                  <a:pt x="1673792" y="39628"/>
                  <a:pt x="1673792" y="44150"/>
                </a:cubicBezTo>
                <a:lnTo>
                  <a:pt x="1673792" y="57717"/>
                </a:lnTo>
                <a:cubicBezTo>
                  <a:pt x="1673792" y="67177"/>
                  <a:pt x="1674009" y="73160"/>
                  <a:pt x="1674442" y="75666"/>
                </a:cubicBezTo>
                <a:cubicBezTo>
                  <a:pt x="1674875" y="78172"/>
                  <a:pt x="1675733" y="80574"/>
                  <a:pt x="1677014" y="82873"/>
                </a:cubicBezTo>
                <a:lnTo>
                  <a:pt x="1666386" y="82873"/>
                </a:lnTo>
                <a:cubicBezTo>
                  <a:pt x="1665331" y="80761"/>
                  <a:pt x="1664653" y="78290"/>
                  <a:pt x="1664351" y="75461"/>
                </a:cubicBezTo>
                <a:moveTo>
                  <a:pt x="1663503" y="52686"/>
                </a:moveTo>
                <a:cubicBezTo>
                  <a:pt x="1659810" y="54207"/>
                  <a:pt x="1654270" y="55499"/>
                  <a:pt x="1646883" y="56562"/>
                </a:cubicBezTo>
                <a:cubicBezTo>
                  <a:pt x="1642700" y="57167"/>
                  <a:pt x="1639742" y="57849"/>
                  <a:pt x="1638008" y="58606"/>
                </a:cubicBezTo>
                <a:cubicBezTo>
                  <a:pt x="1636275" y="59362"/>
                  <a:pt x="1634937" y="60469"/>
                  <a:pt x="1633995" y="61927"/>
                </a:cubicBezTo>
                <a:cubicBezTo>
                  <a:pt x="1633052" y="63384"/>
                  <a:pt x="1632581" y="65002"/>
                  <a:pt x="1632581" y="66780"/>
                </a:cubicBezTo>
                <a:cubicBezTo>
                  <a:pt x="1632581" y="69504"/>
                  <a:pt x="1633608" y="71775"/>
                  <a:pt x="1635662" y="73592"/>
                </a:cubicBezTo>
                <a:cubicBezTo>
                  <a:pt x="1637716" y="75408"/>
                  <a:pt x="1640722" y="76316"/>
                  <a:pt x="1644679" y="76316"/>
                </a:cubicBezTo>
                <a:cubicBezTo>
                  <a:pt x="1648598" y="76316"/>
                  <a:pt x="1652084" y="75454"/>
                  <a:pt x="1655137" y="73731"/>
                </a:cubicBezTo>
                <a:cubicBezTo>
                  <a:pt x="1658190" y="72008"/>
                  <a:pt x="1660432" y="69651"/>
                  <a:pt x="1661864" y="66660"/>
                </a:cubicBezTo>
                <a:cubicBezTo>
                  <a:pt x="1662957" y="64349"/>
                  <a:pt x="1663503" y="60941"/>
                  <a:pt x="1663503" y="56435"/>
                </a:cubicBezTo>
                <a:lnTo>
                  <a:pt x="1663503" y="52686"/>
                </a:lnTo>
                <a:close/>
                <a:moveTo>
                  <a:pt x="1689625" y="11758"/>
                </a:moveTo>
                <a:lnTo>
                  <a:pt x="1689625" y="0"/>
                </a:lnTo>
                <a:lnTo>
                  <a:pt x="1699801" y="0"/>
                </a:lnTo>
                <a:lnTo>
                  <a:pt x="1699801" y="11758"/>
                </a:lnTo>
                <a:lnTo>
                  <a:pt x="1689625" y="11758"/>
                </a:lnTo>
                <a:moveTo>
                  <a:pt x="1689625" y="82873"/>
                </a:moveTo>
                <a:lnTo>
                  <a:pt x="1689625" y="22838"/>
                </a:lnTo>
                <a:lnTo>
                  <a:pt x="1699801" y="22838"/>
                </a:lnTo>
                <a:lnTo>
                  <a:pt x="1699801" y="82873"/>
                </a:lnTo>
                <a:lnTo>
                  <a:pt x="1689625" y="82873"/>
                </a:lnTo>
                <a:close/>
                <a:moveTo>
                  <a:pt x="1715294" y="82873"/>
                </a:moveTo>
                <a:lnTo>
                  <a:pt x="1715294" y="22838"/>
                </a:lnTo>
                <a:lnTo>
                  <a:pt x="1724395" y="22838"/>
                </a:lnTo>
                <a:lnTo>
                  <a:pt x="1724395" y="31205"/>
                </a:lnTo>
                <a:cubicBezTo>
                  <a:pt x="1726280" y="28282"/>
                  <a:pt x="1728786" y="25930"/>
                  <a:pt x="1731914" y="24151"/>
                </a:cubicBezTo>
                <a:cubicBezTo>
                  <a:pt x="1735042" y="22371"/>
                  <a:pt x="1738603" y="21481"/>
                  <a:pt x="1742598" y="21481"/>
                </a:cubicBezTo>
                <a:cubicBezTo>
                  <a:pt x="1747045" y="21481"/>
                  <a:pt x="1750691" y="22400"/>
                  <a:pt x="1753537" y="24237"/>
                </a:cubicBezTo>
                <a:cubicBezTo>
                  <a:pt x="1756382" y="26073"/>
                  <a:pt x="1758389" y="28641"/>
                  <a:pt x="1759557" y="31940"/>
                </a:cubicBezTo>
                <a:cubicBezTo>
                  <a:pt x="1764306" y="24968"/>
                  <a:pt x="1770486" y="21481"/>
                  <a:pt x="1778099" y="21481"/>
                </a:cubicBezTo>
                <a:cubicBezTo>
                  <a:pt x="1784054" y="21481"/>
                  <a:pt x="1788633" y="23130"/>
                  <a:pt x="1791836" y="26428"/>
                </a:cubicBezTo>
                <a:cubicBezTo>
                  <a:pt x="1795039" y="29725"/>
                  <a:pt x="1796641" y="34804"/>
                  <a:pt x="1796641" y="41663"/>
                </a:cubicBezTo>
                <a:lnTo>
                  <a:pt x="1796641" y="82873"/>
                </a:lnTo>
                <a:lnTo>
                  <a:pt x="1786522" y="82873"/>
                </a:lnTo>
                <a:lnTo>
                  <a:pt x="1786522" y="45014"/>
                </a:lnTo>
                <a:cubicBezTo>
                  <a:pt x="1786522" y="40939"/>
                  <a:pt x="1786192" y="38006"/>
                  <a:pt x="1785533" y="36215"/>
                </a:cubicBezTo>
                <a:cubicBezTo>
                  <a:pt x="1784873" y="34422"/>
                  <a:pt x="1783677" y="32979"/>
                  <a:pt x="1781943" y="31885"/>
                </a:cubicBezTo>
                <a:cubicBezTo>
                  <a:pt x="1780210" y="30791"/>
                  <a:pt x="1778175" y="30244"/>
                  <a:pt x="1775838" y="30244"/>
                </a:cubicBezTo>
                <a:cubicBezTo>
                  <a:pt x="1771617" y="30244"/>
                  <a:pt x="1768112" y="31649"/>
                  <a:pt x="1765323" y="34460"/>
                </a:cubicBezTo>
                <a:cubicBezTo>
                  <a:pt x="1762534" y="37271"/>
                  <a:pt x="1761140" y="41769"/>
                  <a:pt x="1761140" y="47957"/>
                </a:cubicBezTo>
                <a:lnTo>
                  <a:pt x="1761140" y="82873"/>
                </a:lnTo>
                <a:lnTo>
                  <a:pt x="1750965" y="82873"/>
                </a:lnTo>
                <a:lnTo>
                  <a:pt x="1750965" y="43825"/>
                </a:lnTo>
                <a:cubicBezTo>
                  <a:pt x="1750965" y="39298"/>
                  <a:pt x="1750135" y="35903"/>
                  <a:pt x="1748477" y="33639"/>
                </a:cubicBezTo>
                <a:cubicBezTo>
                  <a:pt x="1746819" y="31375"/>
                  <a:pt x="1744106" y="30244"/>
                  <a:pt x="1740337" y="30244"/>
                </a:cubicBezTo>
                <a:cubicBezTo>
                  <a:pt x="1737473" y="30244"/>
                  <a:pt x="1734825" y="30999"/>
                  <a:pt x="1732394" y="32508"/>
                </a:cubicBezTo>
                <a:cubicBezTo>
                  <a:pt x="1729964" y="34017"/>
                  <a:pt x="1728202" y="36224"/>
                  <a:pt x="1727109" y="39130"/>
                </a:cubicBezTo>
                <a:cubicBezTo>
                  <a:pt x="1726016" y="42034"/>
                  <a:pt x="1725469" y="46221"/>
                  <a:pt x="1725469" y="51692"/>
                </a:cubicBezTo>
                <a:lnTo>
                  <a:pt x="1725469" y="82873"/>
                </a:lnTo>
                <a:lnTo>
                  <a:pt x="1715294" y="82873"/>
                </a:lnTo>
                <a:close/>
                <a:moveTo>
                  <a:pt x="1814629" y="82873"/>
                </a:moveTo>
                <a:lnTo>
                  <a:pt x="1814629" y="71228"/>
                </a:lnTo>
                <a:lnTo>
                  <a:pt x="1826217" y="71228"/>
                </a:lnTo>
                <a:lnTo>
                  <a:pt x="1826217" y="82873"/>
                </a:lnTo>
                <a:lnTo>
                  <a:pt x="1814629" y="82873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35951-72A1-4CE1-9942-C7B68FF1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353" y="5877253"/>
            <a:ext cx="232152" cy="232146"/>
          </a:xfrm>
          <a:custGeom xmlns:a="http://schemas.openxmlformats.org/drawingml/2006/main">
            <a:pathLst>
              <a:path w="232152" h="232146">
                <a:moveTo>
                  <a:pt x="116077" y="0"/>
                </a:moveTo>
                <a:cubicBezTo>
                  <a:pt x="180140" y="0"/>
                  <a:pt x="232152" y="52002"/>
                  <a:pt x="232152" y="116083"/>
                </a:cubicBezTo>
                <a:cubicBezTo>
                  <a:pt x="232152" y="180144"/>
                  <a:pt x="180140" y="232146"/>
                  <a:pt x="116077" y="232146"/>
                </a:cubicBezTo>
                <a:cubicBezTo>
                  <a:pt x="52013" y="232146"/>
                  <a:pt x="0" y="180144"/>
                  <a:pt x="0" y="116083"/>
                </a:cubicBezTo>
                <a:cubicBezTo>
                  <a:pt x="0" y="52002"/>
                  <a:pt x="52013" y="0"/>
                  <a:pt x="116077" y="0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2">
            <a:extLst xmlns:a="http://schemas.openxmlformats.org/drawingml/2006/main">
              <a:ext uri="{FF2B5EF4-FFF2-40B4-BE49-F238E27FC236}">
                <a16:creationId xmlns:a16="http://schemas.microsoft.com/office/drawing/2014/main" id="{4A7E1C17-A2D8-4248-8CAC-C526B320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397" y="5932724"/>
            <a:ext cx="81102" cy="121201"/>
          </a:xfrm>
          <a:custGeom xmlns:a="http://schemas.openxmlformats.org/drawingml/2006/main">
            <a:pathLst>
              <a:path w="81102" h="121201">
                <a:moveTo>
                  <a:pt x="81102" y="99628"/>
                </a:moveTo>
                <a:lnTo>
                  <a:pt x="81102" y="121201"/>
                </a:lnTo>
                <a:lnTo>
                  <a:pt x="0" y="121201"/>
                </a:lnTo>
                <a:cubicBezTo>
                  <a:pt x="878" y="113084"/>
                  <a:pt x="3513" y="105392"/>
                  <a:pt x="7904" y="98126"/>
                </a:cubicBezTo>
                <a:cubicBezTo>
                  <a:pt x="12296" y="90858"/>
                  <a:pt x="20969" y="81217"/>
                  <a:pt x="33923" y="69205"/>
                </a:cubicBezTo>
                <a:cubicBezTo>
                  <a:pt x="44352" y="59497"/>
                  <a:pt x="50747" y="52916"/>
                  <a:pt x="53108" y="49462"/>
                </a:cubicBezTo>
                <a:cubicBezTo>
                  <a:pt x="56291" y="44690"/>
                  <a:pt x="57883" y="39972"/>
                  <a:pt x="57883" y="35310"/>
                </a:cubicBezTo>
                <a:cubicBezTo>
                  <a:pt x="57883" y="30154"/>
                  <a:pt x="56497" y="26191"/>
                  <a:pt x="53725" y="23422"/>
                </a:cubicBezTo>
                <a:cubicBezTo>
                  <a:pt x="50953" y="20652"/>
                  <a:pt x="47124" y="19267"/>
                  <a:pt x="42239" y="19267"/>
                </a:cubicBezTo>
                <a:cubicBezTo>
                  <a:pt x="37409" y="19267"/>
                  <a:pt x="33566" y="20728"/>
                  <a:pt x="30712" y="23651"/>
                </a:cubicBezTo>
                <a:cubicBezTo>
                  <a:pt x="27858" y="26573"/>
                  <a:pt x="26211" y="31424"/>
                  <a:pt x="25772" y="38205"/>
                </a:cubicBezTo>
                <a:lnTo>
                  <a:pt x="2717" y="35889"/>
                </a:lnTo>
                <a:cubicBezTo>
                  <a:pt x="4089" y="23099"/>
                  <a:pt x="8398" y="13920"/>
                  <a:pt x="15644" y="8352"/>
                </a:cubicBezTo>
                <a:cubicBezTo>
                  <a:pt x="22890" y="2784"/>
                  <a:pt x="31947" y="0"/>
                  <a:pt x="42815" y="0"/>
                </a:cubicBezTo>
                <a:cubicBezTo>
                  <a:pt x="54727" y="0"/>
                  <a:pt x="64086" y="3209"/>
                  <a:pt x="70893" y="9626"/>
                </a:cubicBezTo>
                <a:cubicBezTo>
                  <a:pt x="77699" y="16043"/>
                  <a:pt x="81102" y="24023"/>
                  <a:pt x="81102" y="33565"/>
                </a:cubicBezTo>
                <a:cubicBezTo>
                  <a:pt x="81102" y="38996"/>
                  <a:pt x="80128" y="44166"/>
                  <a:pt x="78179" y="49076"/>
                </a:cubicBezTo>
                <a:cubicBezTo>
                  <a:pt x="76231" y="53983"/>
                  <a:pt x="73143" y="59124"/>
                  <a:pt x="68916" y="64499"/>
                </a:cubicBezTo>
                <a:cubicBezTo>
                  <a:pt x="66117" y="68065"/>
                  <a:pt x="61067" y="73194"/>
                  <a:pt x="53766" y="79885"/>
                </a:cubicBezTo>
                <a:cubicBezTo>
                  <a:pt x="46466" y="86575"/>
                  <a:pt x="41841" y="91017"/>
                  <a:pt x="39892" y="93211"/>
                </a:cubicBezTo>
                <a:cubicBezTo>
                  <a:pt x="37944" y="95405"/>
                  <a:pt x="36366" y="97544"/>
                  <a:pt x="35158" y="99628"/>
                </a:cubicBezTo>
                <a:lnTo>
                  <a:pt x="81102" y="9962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976030-62B4-44FA-8D2B-128C554F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560" y="4296051"/>
            <a:ext cx="1464330" cy="767504"/>
          </a:xfrm>
          <a:custGeom xmlns:a="http://schemas.openxmlformats.org/drawingml/2006/main">
            <a:pathLst>
              <a:path w="1464330" h="767504">
                <a:moveTo>
                  <a:pt x="1464330" y="102248"/>
                </a:moveTo>
                <a:lnTo>
                  <a:pt x="1464330" y="665257"/>
                </a:lnTo>
                <a:cubicBezTo>
                  <a:pt x="1464330" y="721677"/>
                  <a:pt x="1418503" y="767504"/>
                  <a:pt x="1362083" y="767504"/>
                </a:cubicBezTo>
                <a:lnTo>
                  <a:pt x="102257" y="767504"/>
                </a:lnTo>
                <a:cubicBezTo>
                  <a:pt x="45819" y="767504"/>
                  <a:pt x="0" y="721677"/>
                  <a:pt x="0" y="665257"/>
                </a:cubicBezTo>
                <a:lnTo>
                  <a:pt x="0" y="102248"/>
                </a:lnTo>
                <a:cubicBezTo>
                  <a:pt x="0" y="45808"/>
                  <a:pt x="45819" y="0"/>
                  <a:pt x="102257" y="0"/>
                </a:cubicBezTo>
                <a:lnTo>
                  <a:pt x="1362083" y="0"/>
                </a:lnTo>
                <a:cubicBezTo>
                  <a:pt x="1418503" y="0"/>
                  <a:pt x="1464330" y="45808"/>
                  <a:pt x="1464330" y="102248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fc5af6dab4b40"/>
          <a:stretch xmlns:a="http://schemas.openxmlformats.org/drawingml/2006/main"/>
        </p:blipFill>
        <p:spPr>
          <a:xfrm xmlns:a="http://schemas.openxmlformats.org/drawingml/2006/main">
            <a:off x="1961269" y="3505442"/>
            <a:ext cx="1190156" cy="1185525"/>
          </a:xfrm>
          <a:prstGeom xmlns:a="http://schemas.openxmlformats.org/drawingml/2006/main" prst="rect">
            <a:avLst/>
          </a:prstGeom>
        </p:spPr>
      </p:pic>
      <p:sp>
        <p:nvSpPr>
          <p:cNvPr id="18" name="Text CLAIM">
            <a:extLst xmlns:a="http://schemas.openxmlformats.org/drawingml/2006/main">
              <a:ext uri="{FF2B5EF4-FFF2-40B4-BE49-F238E27FC236}">
                <a16:creationId xmlns:a16="http://schemas.microsoft.com/office/drawing/2014/main" id="{EEF43CE2-7B97-457B-A0DF-F908B9DD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383" y="4384481"/>
            <a:ext cx="398299" cy="85813"/>
          </a:xfrm>
          <a:custGeom xmlns:a="http://schemas.openxmlformats.org/drawingml/2006/main">
            <a:pathLst>
              <a:path w="398299" h="85813">
                <a:moveTo>
                  <a:pt x="58170" y="50425"/>
                </a:moveTo>
                <a:lnTo>
                  <a:pt x="80612" y="57232"/>
                </a:lnTo>
                <a:cubicBezTo>
                  <a:pt x="79105" y="63532"/>
                  <a:pt x="76730" y="68796"/>
                  <a:pt x="73489" y="73023"/>
                </a:cubicBezTo>
                <a:cubicBezTo>
                  <a:pt x="70248" y="77249"/>
                  <a:pt x="66225" y="80437"/>
                  <a:pt x="61420" y="82587"/>
                </a:cubicBezTo>
                <a:cubicBezTo>
                  <a:pt x="56615" y="84738"/>
                  <a:pt x="50500" y="85813"/>
                  <a:pt x="43076" y="85813"/>
                </a:cubicBezTo>
                <a:cubicBezTo>
                  <a:pt x="34069" y="85813"/>
                  <a:pt x="26711" y="84503"/>
                  <a:pt x="21001" y="81882"/>
                </a:cubicBezTo>
                <a:cubicBezTo>
                  <a:pt x="15291" y="79261"/>
                  <a:pt x="10364" y="74651"/>
                  <a:pt x="6218" y="68052"/>
                </a:cubicBezTo>
                <a:cubicBezTo>
                  <a:pt x="2073" y="61452"/>
                  <a:pt x="0" y="53004"/>
                  <a:pt x="0" y="42709"/>
                </a:cubicBezTo>
                <a:cubicBezTo>
                  <a:pt x="0" y="28981"/>
                  <a:pt x="3646" y="18431"/>
                  <a:pt x="10939" y="11059"/>
                </a:cubicBezTo>
                <a:cubicBezTo>
                  <a:pt x="18231" y="3686"/>
                  <a:pt x="28548" y="0"/>
                  <a:pt x="41889" y="0"/>
                </a:cubicBezTo>
                <a:cubicBezTo>
                  <a:pt x="52328" y="0"/>
                  <a:pt x="60534" y="2110"/>
                  <a:pt x="66508" y="6330"/>
                </a:cubicBezTo>
                <a:cubicBezTo>
                  <a:pt x="72481" y="10549"/>
                  <a:pt x="76919" y="17030"/>
                  <a:pt x="79821" y="25771"/>
                </a:cubicBezTo>
                <a:lnTo>
                  <a:pt x="57209" y="30752"/>
                </a:lnTo>
                <a:cubicBezTo>
                  <a:pt x="56417" y="28252"/>
                  <a:pt x="55588" y="26423"/>
                  <a:pt x="54721" y="25265"/>
                </a:cubicBezTo>
                <a:cubicBezTo>
                  <a:pt x="53289" y="23326"/>
                  <a:pt x="51537" y="21834"/>
                  <a:pt x="49464" y="20789"/>
                </a:cubicBezTo>
                <a:cubicBezTo>
                  <a:pt x="47391" y="19743"/>
                  <a:pt x="45073" y="19220"/>
                  <a:pt x="42511" y="19220"/>
                </a:cubicBezTo>
                <a:cubicBezTo>
                  <a:pt x="36707" y="19220"/>
                  <a:pt x="32260" y="21557"/>
                  <a:pt x="29170" y="26230"/>
                </a:cubicBezTo>
                <a:cubicBezTo>
                  <a:pt x="26833" y="29697"/>
                  <a:pt x="25665" y="35143"/>
                  <a:pt x="25665" y="42567"/>
                </a:cubicBezTo>
                <a:cubicBezTo>
                  <a:pt x="25665" y="51763"/>
                  <a:pt x="27059" y="58066"/>
                  <a:pt x="29848" y="61477"/>
                </a:cubicBezTo>
                <a:cubicBezTo>
                  <a:pt x="32637" y="64887"/>
                  <a:pt x="36556" y="66593"/>
                  <a:pt x="41606" y="66593"/>
                </a:cubicBezTo>
                <a:cubicBezTo>
                  <a:pt x="46506" y="66593"/>
                  <a:pt x="50208" y="65212"/>
                  <a:pt x="52714" y="62452"/>
                </a:cubicBezTo>
                <a:cubicBezTo>
                  <a:pt x="55221" y="59691"/>
                  <a:pt x="57039" y="55682"/>
                  <a:pt x="58170" y="50425"/>
                </a:cubicBezTo>
                <a:close/>
                <a:moveTo>
                  <a:pt x="93045" y="1470"/>
                </a:moveTo>
                <a:lnTo>
                  <a:pt x="118653" y="1470"/>
                </a:lnTo>
                <a:lnTo>
                  <a:pt x="118653" y="63879"/>
                </a:lnTo>
                <a:lnTo>
                  <a:pt x="158620" y="63879"/>
                </a:lnTo>
                <a:lnTo>
                  <a:pt x="158620" y="84343"/>
                </a:lnTo>
                <a:lnTo>
                  <a:pt x="93045" y="84343"/>
                </a:lnTo>
                <a:lnTo>
                  <a:pt x="93045" y="1470"/>
                </a:lnTo>
                <a:close/>
                <a:moveTo>
                  <a:pt x="221245" y="70663"/>
                </a:moveTo>
                <a:lnTo>
                  <a:pt x="192076" y="70663"/>
                </a:lnTo>
                <a:lnTo>
                  <a:pt x="188062" y="84343"/>
                </a:lnTo>
                <a:lnTo>
                  <a:pt x="161888" y="84343"/>
                </a:lnTo>
                <a:lnTo>
                  <a:pt x="193037" y="1470"/>
                </a:lnTo>
                <a:lnTo>
                  <a:pt x="220963" y="1470"/>
                </a:lnTo>
                <a:lnTo>
                  <a:pt x="252111" y="84343"/>
                </a:lnTo>
                <a:lnTo>
                  <a:pt x="225315" y="84343"/>
                </a:lnTo>
                <a:lnTo>
                  <a:pt x="221245" y="70663"/>
                </a:lnTo>
                <a:moveTo>
                  <a:pt x="215875" y="52686"/>
                </a:moveTo>
                <a:lnTo>
                  <a:pt x="206717" y="22928"/>
                </a:lnTo>
                <a:lnTo>
                  <a:pt x="197616" y="52686"/>
                </a:lnTo>
                <a:lnTo>
                  <a:pt x="215875" y="52686"/>
                </a:lnTo>
                <a:close/>
                <a:moveTo>
                  <a:pt x="261321" y="1470"/>
                </a:moveTo>
                <a:lnTo>
                  <a:pt x="286986" y="1470"/>
                </a:lnTo>
                <a:lnTo>
                  <a:pt x="286986" y="84343"/>
                </a:lnTo>
                <a:lnTo>
                  <a:pt x="261321" y="84343"/>
                </a:lnTo>
                <a:lnTo>
                  <a:pt x="261321" y="1470"/>
                </a:lnTo>
                <a:close/>
                <a:moveTo>
                  <a:pt x="305080" y="1470"/>
                </a:moveTo>
                <a:lnTo>
                  <a:pt x="338772" y="1470"/>
                </a:lnTo>
                <a:lnTo>
                  <a:pt x="351774" y="51895"/>
                </a:lnTo>
                <a:lnTo>
                  <a:pt x="364720" y="1470"/>
                </a:lnTo>
                <a:lnTo>
                  <a:pt x="398299" y="1470"/>
                </a:lnTo>
                <a:lnTo>
                  <a:pt x="398299" y="84343"/>
                </a:lnTo>
                <a:lnTo>
                  <a:pt x="377383" y="84343"/>
                </a:lnTo>
                <a:lnTo>
                  <a:pt x="377383" y="21142"/>
                </a:lnTo>
                <a:lnTo>
                  <a:pt x="361158" y="84343"/>
                </a:lnTo>
                <a:lnTo>
                  <a:pt x="342221" y="84343"/>
                </a:lnTo>
                <a:lnTo>
                  <a:pt x="326053" y="21142"/>
                </a:lnTo>
                <a:lnTo>
                  <a:pt x="326053" y="84343"/>
                </a:lnTo>
                <a:lnTo>
                  <a:pt x="305080" y="84343"/>
                </a:lnTo>
                <a:lnTo>
                  <a:pt x="305080" y="147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Veracity">
            <a:extLst xmlns:a="http://schemas.openxmlformats.org/drawingml/2006/main">
              <a:ext uri="{FF2B5EF4-FFF2-40B4-BE49-F238E27FC236}">
                <a16:creationId xmlns:a16="http://schemas.microsoft.com/office/drawing/2014/main" id="{2FF7F4CC-A710-47DB-809B-2F142F01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649" y="4547778"/>
            <a:ext cx="883243" cy="178824"/>
          </a:xfrm>
          <a:custGeom xmlns:a="http://schemas.openxmlformats.org/drawingml/2006/main">
            <a:pathLst>
              <a:path w="883243" h="178824">
                <a:moveTo>
                  <a:pt x="0" y="0"/>
                </a:moveTo>
                <a:lnTo>
                  <a:pt x="44659" y="0"/>
                </a:lnTo>
                <a:lnTo>
                  <a:pt x="75751" y="99399"/>
                </a:lnTo>
                <a:lnTo>
                  <a:pt x="106371" y="0"/>
                </a:lnTo>
                <a:lnTo>
                  <a:pt x="149711" y="0"/>
                </a:lnTo>
                <a:lnTo>
                  <a:pt x="98457" y="138122"/>
                </a:lnTo>
                <a:lnTo>
                  <a:pt x="52196" y="138122"/>
                </a:lnTo>
                <a:lnTo>
                  <a:pt x="0" y="0"/>
                </a:lnTo>
                <a:close/>
                <a:moveTo>
                  <a:pt x="262498" y="97609"/>
                </a:moveTo>
                <a:lnTo>
                  <a:pt x="185617" y="97609"/>
                </a:lnTo>
                <a:cubicBezTo>
                  <a:pt x="186308" y="103735"/>
                  <a:pt x="187973" y="108299"/>
                  <a:pt x="190611" y="111300"/>
                </a:cubicBezTo>
                <a:cubicBezTo>
                  <a:pt x="194316" y="115614"/>
                  <a:pt x="199153" y="117771"/>
                  <a:pt x="205120" y="117771"/>
                </a:cubicBezTo>
                <a:cubicBezTo>
                  <a:pt x="208889" y="117771"/>
                  <a:pt x="212469" y="116839"/>
                  <a:pt x="215861" y="114974"/>
                </a:cubicBezTo>
                <a:cubicBezTo>
                  <a:pt x="217934" y="113793"/>
                  <a:pt x="220163" y="111710"/>
                  <a:pt x="222550" y="108727"/>
                </a:cubicBezTo>
                <a:lnTo>
                  <a:pt x="260331" y="112118"/>
                </a:lnTo>
                <a:cubicBezTo>
                  <a:pt x="254553" y="122202"/>
                  <a:pt x="247581" y="129434"/>
                  <a:pt x="239415" y="133815"/>
                </a:cubicBezTo>
                <a:cubicBezTo>
                  <a:pt x="231250" y="138194"/>
                  <a:pt x="219535" y="140383"/>
                  <a:pt x="204272" y="140383"/>
                </a:cubicBezTo>
                <a:cubicBezTo>
                  <a:pt x="191019" y="140383"/>
                  <a:pt x="180592" y="138515"/>
                  <a:pt x="172992" y="134778"/>
                </a:cubicBezTo>
                <a:cubicBezTo>
                  <a:pt x="165392" y="131040"/>
                  <a:pt x="159095" y="125105"/>
                  <a:pt x="154101" y="116971"/>
                </a:cubicBezTo>
                <a:cubicBezTo>
                  <a:pt x="149108" y="108836"/>
                  <a:pt x="146611" y="99273"/>
                  <a:pt x="146611" y="88281"/>
                </a:cubicBezTo>
                <a:cubicBezTo>
                  <a:pt x="146611" y="72641"/>
                  <a:pt x="151620" y="59985"/>
                  <a:pt x="161639" y="50312"/>
                </a:cubicBezTo>
                <a:cubicBezTo>
                  <a:pt x="171657" y="40639"/>
                  <a:pt x="185491" y="35802"/>
                  <a:pt x="203141" y="35802"/>
                </a:cubicBezTo>
                <a:cubicBezTo>
                  <a:pt x="217462" y="35802"/>
                  <a:pt x="228769" y="37969"/>
                  <a:pt x="237060" y="42303"/>
                </a:cubicBezTo>
                <a:cubicBezTo>
                  <a:pt x="245351" y="46637"/>
                  <a:pt x="251663" y="52919"/>
                  <a:pt x="255997" y="61147"/>
                </a:cubicBezTo>
                <a:cubicBezTo>
                  <a:pt x="260331" y="69375"/>
                  <a:pt x="262498" y="80085"/>
                  <a:pt x="262498" y="93275"/>
                </a:cubicBezTo>
                <a:lnTo>
                  <a:pt x="262498" y="97609"/>
                </a:lnTo>
                <a:moveTo>
                  <a:pt x="223492" y="79142"/>
                </a:moveTo>
                <a:cubicBezTo>
                  <a:pt x="222739" y="71797"/>
                  <a:pt x="220744" y="66538"/>
                  <a:pt x="217510" y="63364"/>
                </a:cubicBezTo>
                <a:cubicBezTo>
                  <a:pt x="214275" y="60190"/>
                  <a:pt x="210019" y="58603"/>
                  <a:pt x="204743" y="58603"/>
                </a:cubicBezTo>
                <a:cubicBezTo>
                  <a:pt x="198650" y="58603"/>
                  <a:pt x="193783" y="61000"/>
                  <a:pt x="190140" y="65793"/>
                </a:cubicBezTo>
                <a:cubicBezTo>
                  <a:pt x="187816" y="68780"/>
                  <a:pt x="186339" y="73230"/>
                  <a:pt x="185711" y="79142"/>
                </a:cubicBezTo>
                <a:lnTo>
                  <a:pt x="223492" y="79142"/>
                </a:lnTo>
                <a:close/>
                <a:moveTo>
                  <a:pt x="280476" y="38064"/>
                </a:moveTo>
                <a:lnTo>
                  <a:pt x="316373" y="38064"/>
                </a:lnTo>
                <a:lnTo>
                  <a:pt x="316373" y="54457"/>
                </a:lnTo>
                <a:cubicBezTo>
                  <a:pt x="319827" y="47360"/>
                  <a:pt x="323392" y="42476"/>
                  <a:pt x="327066" y="39807"/>
                </a:cubicBezTo>
                <a:cubicBezTo>
                  <a:pt x="330741" y="37137"/>
                  <a:pt x="335279" y="35802"/>
                  <a:pt x="340681" y="35802"/>
                </a:cubicBezTo>
                <a:cubicBezTo>
                  <a:pt x="346334" y="35802"/>
                  <a:pt x="352521" y="37561"/>
                  <a:pt x="359242" y="41079"/>
                </a:cubicBezTo>
                <a:lnTo>
                  <a:pt x="347370" y="68402"/>
                </a:lnTo>
                <a:cubicBezTo>
                  <a:pt x="342848" y="66517"/>
                  <a:pt x="339268" y="65575"/>
                  <a:pt x="336629" y="65575"/>
                </a:cubicBezTo>
                <a:cubicBezTo>
                  <a:pt x="331605" y="65575"/>
                  <a:pt x="327710" y="67648"/>
                  <a:pt x="324947" y="71793"/>
                </a:cubicBezTo>
                <a:cubicBezTo>
                  <a:pt x="320989" y="77635"/>
                  <a:pt x="319011" y="88564"/>
                  <a:pt x="319011" y="104581"/>
                </a:cubicBezTo>
                <a:lnTo>
                  <a:pt x="319011" y="138122"/>
                </a:lnTo>
                <a:lnTo>
                  <a:pt x="280476" y="138122"/>
                </a:lnTo>
                <a:lnTo>
                  <a:pt x="280476" y="38064"/>
                </a:lnTo>
                <a:close/>
                <a:moveTo>
                  <a:pt x="403987" y="70474"/>
                </a:moveTo>
                <a:lnTo>
                  <a:pt x="367337" y="66517"/>
                </a:lnTo>
                <a:cubicBezTo>
                  <a:pt x="368719" y="60130"/>
                  <a:pt x="370713" y="55105"/>
                  <a:pt x="373320" y="51443"/>
                </a:cubicBezTo>
                <a:cubicBezTo>
                  <a:pt x="375926" y="47778"/>
                  <a:pt x="379679" y="44600"/>
                  <a:pt x="384579" y="41909"/>
                </a:cubicBezTo>
                <a:cubicBezTo>
                  <a:pt x="388096" y="39968"/>
                  <a:pt x="392933" y="38465"/>
                  <a:pt x="399088" y="37401"/>
                </a:cubicBezTo>
                <a:cubicBezTo>
                  <a:pt x="405244" y="36335"/>
                  <a:pt x="411902" y="35802"/>
                  <a:pt x="419062" y="35802"/>
                </a:cubicBezTo>
                <a:cubicBezTo>
                  <a:pt x="430557" y="35802"/>
                  <a:pt x="439790" y="36446"/>
                  <a:pt x="446762" y="37734"/>
                </a:cubicBezTo>
                <a:cubicBezTo>
                  <a:pt x="453734" y="39022"/>
                  <a:pt x="459544" y="41707"/>
                  <a:pt x="464192" y="45790"/>
                </a:cubicBezTo>
                <a:cubicBezTo>
                  <a:pt x="467458" y="48616"/>
                  <a:pt x="470034" y="52620"/>
                  <a:pt x="471918" y="57802"/>
                </a:cubicBezTo>
                <a:cubicBezTo>
                  <a:pt x="473802" y="62984"/>
                  <a:pt x="474744" y="67931"/>
                  <a:pt x="474744" y="72641"/>
                </a:cubicBezTo>
                <a:lnTo>
                  <a:pt x="474744" y="116829"/>
                </a:lnTo>
                <a:cubicBezTo>
                  <a:pt x="474744" y="121540"/>
                  <a:pt x="475043" y="125230"/>
                  <a:pt x="475640" y="127900"/>
                </a:cubicBezTo>
                <a:cubicBezTo>
                  <a:pt x="476236" y="130569"/>
                  <a:pt x="477540" y="133977"/>
                  <a:pt x="479550" y="138122"/>
                </a:cubicBezTo>
                <a:lnTo>
                  <a:pt x="443559" y="138122"/>
                </a:lnTo>
                <a:cubicBezTo>
                  <a:pt x="442114" y="135547"/>
                  <a:pt x="441172" y="133584"/>
                  <a:pt x="440732" y="132234"/>
                </a:cubicBezTo>
                <a:cubicBezTo>
                  <a:pt x="440292" y="130883"/>
                  <a:pt x="439853" y="128763"/>
                  <a:pt x="439413" y="125874"/>
                </a:cubicBezTo>
                <a:cubicBezTo>
                  <a:pt x="434388" y="130711"/>
                  <a:pt x="429395" y="134165"/>
                  <a:pt x="424433" y="136238"/>
                </a:cubicBezTo>
                <a:cubicBezTo>
                  <a:pt x="417649" y="139002"/>
                  <a:pt x="409766" y="140383"/>
                  <a:pt x="400784" y="140383"/>
                </a:cubicBezTo>
                <a:cubicBezTo>
                  <a:pt x="388850" y="140383"/>
                  <a:pt x="379789" y="137616"/>
                  <a:pt x="373602" y="132081"/>
                </a:cubicBezTo>
                <a:cubicBezTo>
                  <a:pt x="367415" y="126545"/>
                  <a:pt x="364322" y="119721"/>
                  <a:pt x="364322" y="111609"/>
                </a:cubicBezTo>
                <a:cubicBezTo>
                  <a:pt x="364322" y="103997"/>
                  <a:pt x="366552" y="97738"/>
                  <a:pt x="371011" y="92833"/>
                </a:cubicBezTo>
                <a:cubicBezTo>
                  <a:pt x="375471" y="87928"/>
                  <a:pt x="383699" y="84280"/>
                  <a:pt x="395696" y="81889"/>
                </a:cubicBezTo>
                <a:cubicBezTo>
                  <a:pt x="410080" y="78996"/>
                  <a:pt x="419408" y="76968"/>
                  <a:pt x="423679" y="75804"/>
                </a:cubicBezTo>
                <a:cubicBezTo>
                  <a:pt x="427950" y="74640"/>
                  <a:pt x="432472" y="73114"/>
                  <a:pt x="437246" y="71228"/>
                </a:cubicBezTo>
                <a:cubicBezTo>
                  <a:pt x="437246" y="66553"/>
                  <a:pt x="436272" y="63280"/>
                  <a:pt x="434325" y="61409"/>
                </a:cubicBezTo>
                <a:cubicBezTo>
                  <a:pt x="432378" y="59538"/>
                  <a:pt x="428955" y="58603"/>
                  <a:pt x="424056" y="58603"/>
                </a:cubicBezTo>
                <a:cubicBezTo>
                  <a:pt x="417775" y="58603"/>
                  <a:pt x="413064" y="59608"/>
                  <a:pt x="409923" y="61618"/>
                </a:cubicBezTo>
                <a:cubicBezTo>
                  <a:pt x="407473" y="63188"/>
                  <a:pt x="405495" y="66140"/>
                  <a:pt x="403987" y="70474"/>
                </a:cubicBezTo>
                <a:moveTo>
                  <a:pt x="437246" y="90637"/>
                </a:moveTo>
                <a:cubicBezTo>
                  <a:pt x="431970" y="92521"/>
                  <a:pt x="426474" y="94186"/>
                  <a:pt x="420758" y="95630"/>
                </a:cubicBezTo>
                <a:cubicBezTo>
                  <a:pt x="412969" y="97703"/>
                  <a:pt x="408039" y="99745"/>
                  <a:pt x="405966" y="101754"/>
                </a:cubicBezTo>
                <a:cubicBezTo>
                  <a:pt x="403830" y="103827"/>
                  <a:pt x="402763" y="106183"/>
                  <a:pt x="402763" y="108821"/>
                </a:cubicBezTo>
                <a:cubicBezTo>
                  <a:pt x="402763" y="111836"/>
                  <a:pt x="403815" y="114301"/>
                  <a:pt x="405919" y="116217"/>
                </a:cubicBezTo>
                <a:cubicBezTo>
                  <a:pt x="408023" y="118133"/>
                  <a:pt x="411117" y="119090"/>
                  <a:pt x="415199" y="119090"/>
                </a:cubicBezTo>
                <a:cubicBezTo>
                  <a:pt x="419470" y="119090"/>
                  <a:pt x="423443" y="118054"/>
                  <a:pt x="427118" y="115981"/>
                </a:cubicBezTo>
                <a:cubicBezTo>
                  <a:pt x="430792" y="113908"/>
                  <a:pt x="433399" y="111380"/>
                  <a:pt x="434938" y="108397"/>
                </a:cubicBezTo>
                <a:cubicBezTo>
                  <a:pt x="436477" y="105413"/>
                  <a:pt x="437246" y="101535"/>
                  <a:pt x="437246" y="96761"/>
                </a:cubicBezTo>
                <a:lnTo>
                  <a:pt x="437246" y="90637"/>
                </a:lnTo>
                <a:close/>
                <a:moveTo>
                  <a:pt x="572336" y="98928"/>
                </a:moveTo>
                <a:lnTo>
                  <a:pt x="608798" y="103074"/>
                </a:lnTo>
                <a:cubicBezTo>
                  <a:pt x="606788" y="110674"/>
                  <a:pt x="603490" y="117253"/>
                  <a:pt x="598905" y="122812"/>
                </a:cubicBezTo>
                <a:cubicBezTo>
                  <a:pt x="594320" y="128371"/>
                  <a:pt x="588462" y="132689"/>
                  <a:pt x="581333" y="135767"/>
                </a:cubicBezTo>
                <a:cubicBezTo>
                  <a:pt x="574204" y="138845"/>
                  <a:pt x="565144" y="140383"/>
                  <a:pt x="554152" y="140383"/>
                </a:cubicBezTo>
                <a:cubicBezTo>
                  <a:pt x="543536" y="140383"/>
                  <a:pt x="534696" y="139395"/>
                  <a:pt x="527630" y="137419"/>
                </a:cubicBezTo>
                <a:cubicBezTo>
                  <a:pt x="520563" y="135442"/>
                  <a:pt x="514486" y="132242"/>
                  <a:pt x="509398" y="127817"/>
                </a:cubicBezTo>
                <a:cubicBezTo>
                  <a:pt x="504311" y="123393"/>
                  <a:pt x="500322" y="118200"/>
                  <a:pt x="497433" y="112239"/>
                </a:cubicBezTo>
                <a:cubicBezTo>
                  <a:pt x="494544" y="106276"/>
                  <a:pt x="493099" y="98369"/>
                  <a:pt x="493099" y="88517"/>
                </a:cubicBezTo>
                <a:cubicBezTo>
                  <a:pt x="493099" y="78226"/>
                  <a:pt x="494858" y="69660"/>
                  <a:pt x="498375" y="62819"/>
                </a:cubicBezTo>
                <a:cubicBezTo>
                  <a:pt x="500950" y="57798"/>
                  <a:pt x="504468" y="53295"/>
                  <a:pt x="508927" y="49311"/>
                </a:cubicBezTo>
                <a:cubicBezTo>
                  <a:pt x="513387" y="45326"/>
                  <a:pt x="517972" y="42361"/>
                  <a:pt x="522683" y="40416"/>
                </a:cubicBezTo>
                <a:cubicBezTo>
                  <a:pt x="530158" y="37340"/>
                  <a:pt x="539736" y="35802"/>
                  <a:pt x="551419" y="35802"/>
                </a:cubicBezTo>
                <a:cubicBezTo>
                  <a:pt x="567750" y="35802"/>
                  <a:pt x="580203" y="38731"/>
                  <a:pt x="588776" y="44588"/>
                </a:cubicBezTo>
                <a:cubicBezTo>
                  <a:pt x="597350" y="50445"/>
                  <a:pt x="603364" y="59011"/>
                  <a:pt x="606819" y="70286"/>
                </a:cubicBezTo>
                <a:lnTo>
                  <a:pt x="570734" y="74997"/>
                </a:lnTo>
                <a:cubicBezTo>
                  <a:pt x="569603" y="70757"/>
                  <a:pt x="567546" y="67562"/>
                  <a:pt x="564563" y="65410"/>
                </a:cubicBezTo>
                <a:cubicBezTo>
                  <a:pt x="561579" y="63259"/>
                  <a:pt x="557575" y="62183"/>
                  <a:pt x="552550" y="62183"/>
                </a:cubicBezTo>
                <a:cubicBezTo>
                  <a:pt x="546206" y="62183"/>
                  <a:pt x="541071" y="64440"/>
                  <a:pt x="537145" y="68952"/>
                </a:cubicBezTo>
                <a:cubicBezTo>
                  <a:pt x="533220" y="73465"/>
                  <a:pt x="531257" y="80297"/>
                  <a:pt x="531257" y="89447"/>
                </a:cubicBezTo>
                <a:cubicBezTo>
                  <a:pt x="531257" y="97603"/>
                  <a:pt x="533204" y="103798"/>
                  <a:pt x="537098" y="108032"/>
                </a:cubicBezTo>
                <a:cubicBezTo>
                  <a:pt x="540993" y="112264"/>
                  <a:pt x="545955" y="114380"/>
                  <a:pt x="551985" y="114380"/>
                </a:cubicBezTo>
                <a:cubicBezTo>
                  <a:pt x="557010" y="114380"/>
                  <a:pt x="561234" y="113115"/>
                  <a:pt x="564657" y="110587"/>
                </a:cubicBezTo>
                <a:cubicBezTo>
                  <a:pt x="568080" y="108057"/>
                  <a:pt x="570640" y="104171"/>
                  <a:pt x="572336" y="98928"/>
                </a:cubicBezTo>
                <a:close/>
                <a:moveTo>
                  <a:pt x="627811" y="0"/>
                </a:moveTo>
                <a:lnTo>
                  <a:pt x="666158" y="0"/>
                </a:lnTo>
                <a:lnTo>
                  <a:pt x="666158" y="26004"/>
                </a:lnTo>
                <a:lnTo>
                  <a:pt x="627811" y="26004"/>
                </a:lnTo>
                <a:lnTo>
                  <a:pt x="627811" y="0"/>
                </a:lnTo>
                <a:moveTo>
                  <a:pt x="627811" y="38064"/>
                </a:moveTo>
                <a:lnTo>
                  <a:pt x="666158" y="38064"/>
                </a:lnTo>
                <a:lnTo>
                  <a:pt x="666158" y="138122"/>
                </a:lnTo>
                <a:lnTo>
                  <a:pt x="627811" y="138122"/>
                </a:lnTo>
                <a:lnTo>
                  <a:pt x="627811" y="38064"/>
                </a:lnTo>
                <a:close/>
                <a:moveTo>
                  <a:pt x="736933" y="0"/>
                </a:moveTo>
                <a:lnTo>
                  <a:pt x="736933" y="38064"/>
                </a:lnTo>
                <a:lnTo>
                  <a:pt x="758037" y="38064"/>
                </a:lnTo>
                <a:lnTo>
                  <a:pt x="758037" y="66140"/>
                </a:lnTo>
                <a:lnTo>
                  <a:pt x="736933" y="66140"/>
                </a:lnTo>
                <a:lnTo>
                  <a:pt x="736933" y="101590"/>
                </a:lnTo>
                <a:cubicBezTo>
                  <a:pt x="736933" y="105853"/>
                  <a:pt x="737341" y="108674"/>
                  <a:pt x="738158" y="110051"/>
                </a:cubicBezTo>
                <a:cubicBezTo>
                  <a:pt x="739414" y="112183"/>
                  <a:pt x="741612" y="113249"/>
                  <a:pt x="744753" y="113249"/>
                </a:cubicBezTo>
                <a:cubicBezTo>
                  <a:pt x="747579" y="113249"/>
                  <a:pt x="751537" y="112434"/>
                  <a:pt x="756624" y="110805"/>
                </a:cubicBezTo>
                <a:lnTo>
                  <a:pt x="759451" y="137274"/>
                </a:lnTo>
                <a:cubicBezTo>
                  <a:pt x="749966" y="139347"/>
                  <a:pt x="741110" y="140383"/>
                  <a:pt x="732882" y="140383"/>
                </a:cubicBezTo>
                <a:cubicBezTo>
                  <a:pt x="723334" y="140383"/>
                  <a:pt x="716299" y="139161"/>
                  <a:pt x="711777" y="136715"/>
                </a:cubicBezTo>
                <a:cubicBezTo>
                  <a:pt x="707254" y="134267"/>
                  <a:pt x="703910" y="130551"/>
                  <a:pt x="701743" y="125565"/>
                </a:cubicBezTo>
                <a:cubicBezTo>
                  <a:pt x="699576" y="120577"/>
                  <a:pt x="698492" y="112500"/>
                  <a:pt x="698492" y="101333"/>
                </a:cubicBezTo>
                <a:lnTo>
                  <a:pt x="698492" y="66140"/>
                </a:lnTo>
                <a:lnTo>
                  <a:pt x="684360" y="66140"/>
                </a:lnTo>
                <a:lnTo>
                  <a:pt x="684360" y="38064"/>
                </a:lnTo>
                <a:lnTo>
                  <a:pt x="698492" y="38064"/>
                </a:lnTo>
                <a:lnTo>
                  <a:pt x="698492" y="19691"/>
                </a:lnTo>
                <a:lnTo>
                  <a:pt x="736933" y="0"/>
                </a:lnTo>
                <a:close/>
                <a:moveTo>
                  <a:pt x="765189" y="38064"/>
                </a:moveTo>
                <a:lnTo>
                  <a:pt x="805702" y="38064"/>
                </a:lnTo>
                <a:lnTo>
                  <a:pt x="826336" y="104675"/>
                </a:lnTo>
                <a:lnTo>
                  <a:pt x="845462" y="38064"/>
                </a:lnTo>
                <a:lnTo>
                  <a:pt x="883243" y="38064"/>
                </a:lnTo>
                <a:lnTo>
                  <a:pt x="843577" y="145038"/>
                </a:lnTo>
                <a:cubicBezTo>
                  <a:pt x="839055" y="157243"/>
                  <a:pt x="834438" y="165485"/>
                  <a:pt x="829727" y="169764"/>
                </a:cubicBezTo>
                <a:cubicBezTo>
                  <a:pt x="823069" y="175804"/>
                  <a:pt x="812925" y="178824"/>
                  <a:pt x="799295" y="178824"/>
                </a:cubicBezTo>
                <a:cubicBezTo>
                  <a:pt x="793768" y="178824"/>
                  <a:pt x="785226" y="178070"/>
                  <a:pt x="773668" y="176563"/>
                </a:cubicBezTo>
                <a:lnTo>
                  <a:pt x="770653" y="149788"/>
                </a:lnTo>
                <a:cubicBezTo>
                  <a:pt x="776181" y="151558"/>
                  <a:pt x="782336" y="152443"/>
                  <a:pt x="789120" y="152443"/>
                </a:cubicBezTo>
                <a:cubicBezTo>
                  <a:pt x="793642" y="152443"/>
                  <a:pt x="797301" y="151400"/>
                  <a:pt x="800096" y="149313"/>
                </a:cubicBezTo>
                <a:cubicBezTo>
                  <a:pt x="802891" y="147227"/>
                  <a:pt x="805262" y="143496"/>
                  <a:pt x="807210" y="138119"/>
                </a:cubicBezTo>
                <a:lnTo>
                  <a:pt x="765189" y="38064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Thetruthfulnessofthe">
            <a:extLst xmlns:a="http://schemas.openxmlformats.org/drawingml/2006/main">
              <a:ext uri="{FF2B5EF4-FFF2-40B4-BE49-F238E27FC236}">
                <a16:creationId xmlns:a16="http://schemas.microsoft.com/office/drawing/2014/main" id="{A49C31E3-BA0E-4772-B734-14D24E04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453" y="4755476"/>
            <a:ext cx="1144485" cy="85587"/>
          </a:xfrm>
          <a:custGeom xmlns:a="http://schemas.openxmlformats.org/drawingml/2006/main">
            <a:pathLst>
              <a:path w="1144485" h="85587">
                <a:moveTo>
                  <a:pt x="27304" y="84230"/>
                </a:moveTo>
                <a:lnTo>
                  <a:pt x="27304" y="11136"/>
                </a:lnTo>
                <a:lnTo>
                  <a:pt x="0" y="11136"/>
                </a:lnTo>
                <a:lnTo>
                  <a:pt x="0" y="1357"/>
                </a:lnTo>
                <a:lnTo>
                  <a:pt x="65688" y="1357"/>
                </a:lnTo>
                <a:lnTo>
                  <a:pt x="65688" y="11136"/>
                </a:lnTo>
                <a:lnTo>
                  <a:pt x="38271" y="11136"/>
                </a:lnTo>
                <a:lnTo>
                  <a:pt x="38271" y="84230"/>
                </a:lnTo>
                <a:lnTo>
                  <a:pt x="27304" y="84230"/>
                </a:lnTo>
                <a:close/>
                <a:moveTo>
                  <a:pt x="75633" y="84230"/>
                </a:moveTo>
                <a:lnTo>
                  <a:pt x="75633" y="1357"/>
                </a:lnTo>
                <a:lnTo>
                  <a:pt x="85808" y="1357"/>
                </a:lnTo>
                <a:lnTo>
                  <a:pt x="85808" y="31092"/>
                </a:lnTo>
                <a:cubicBezTo>
                  <a:pt x="90557" y="25589"/>
                  <a:pt x="96549" y="22838"/>
                  <a:pt x="103785" y="22838"/>
                </a:cubicBezTo>
                <a:cubicBezTo>
                  <a:pt x="108232" y="22838"/>
                  <a:pt x="112095" y="23714"/>
                  <a:pt x="115374" y="25467"/>
                </a:cubicBezTo>
                <a:cubicBezTo>
                  <a:pt x="118652" y="27219"/>
                  <a:pt x="120998" y="29641"/>
                  <a:pt x="122412" y="32731"/>
                </a:cubicBezTo>
                <a:cubicBezTo>
                  <a:pt x="123825" y="35821"/>
                  <a:pt x="124531" y="40306"/>
                  <a:pt x="124531" y="46185"/>
                </a:cubicBezTo>
                <a:lnTo>
                  <a:pt x="124531" y="84230"/>
                </a:lnTo>
                <a:lnTo>
                  <a:pt x="114356" y="84230"/>
                </a:lnTo>
                <a:lnTo>
                  <a:pt x="114356" y="46185"/>
                </a:lnTo>
                <a:cubicBezTo>
                  <a:pt x="114356" y="41098"/>
                  <a:pt x="113254" y="37395"/>
                  <a:pt x="111049" y="35077"/>
                </a:cubicBezTo>
                <a:cubicBezTo>
                  <a:pt x="108844" y="32759"/>
                  <a:pt x="105726" y="31600"/>
                  <a:pt x="101693" y="31600"/>
                </a:cubicBezTo>
                <a:cubicBezTo>
                  <a:pt x="98678" y="31600"/>
                  <a:pt x="95842" y="32382"/>
                  <a:pt x="93185" y="33946"/>
                </a:cubicBezTo>
                <a:cubicBezTo>
                  <a:pt x="90528" y="35510"/>
                  <a:pt x="88635" y="37630"/>
                  <a:pt x="87504" y="40306"/>
                </a:cubicBezTo>
                <a:cubicBezTo>
                  <a:pt x="86373" y="42982"/>
                  <a:pt x="85808" y="46675"/>
                  <a:pt x="85808" y="51386"/>
                </a:cubicBezTo>
                <a:lnTo>
                  <a:pt x="85808" y="84230"/>
                </a:lnTo>
                <a:lnTo>
                  <a:pt x="75633" y="84230"/>
                </a:lnTo>
                <a:close/>
                <a:moveTo>
                  <a:pt x="181124" y="64897"/>
                </a:moveTo>
                <a:lnTo>
                  <a:pt x="191638" y="66197"/>
                </a:lnTo>
                <a:cubicBezTo>
                  <a:pt x="189980" y="72340"/>
                  <a:pt x="186909" y="77107"/>
                  <a:pt x="182424" y="80499"/>
                </a:cubicBezTo>
                <a:cubicBezTo>
                  <a:pt x="177939" y="83891"/>
                  <a:pt x="172211" y="85587"/>
                  <a:pt x="165239" y="85587"/>
                </a:cubicBezTo>
                <a:cubicBezTo>
                  <a:pt x="156458" y="85587"/>
                  <a:pt x="149495" y="82883"/>
                  <a:pt x="144351" y="77475"/>
                </a:cubicBezTo>
                <a:cubicBezTo>
                  <a:pt x="139207" y="72067"/>
                  <a:pt x="136634" y="64482"/>
                  <a:pt x="136634" y="54721"/>
                </a:cubicBezTo>
                <a:cubicBezTo>
                  <a:pt x="136634" y="44621"/>
                  <a:pt x="139235" y="36782"/>
                  <a:pt x="144436" y="31205"/>
                </a:cubicBezTo>
                <a:cubicBezTo>
                  <a:pt x="149636" y="25627"/>
                  <a:pt x="156382" y="22838"/>
                  <a:pt x="164673" y="22838"/>
                </a:cubicBezTo>
                <a:cubicBezTo>
                  <a:pt x="172701" y="22838"/>
                  <a:pt x="179258" y="25566"/>
                  <a:pt x="184346" y="31023"/>
                </a:cubicBezTo>
                <a:cubicBezTo>
                  <a:pt x="189434" y="36478"/>
                  <a:pt x="191978" y="44153"/>
                  <a:pt x="191978" y="54048"/>
                </a:cubicBezTo>
                <a:cubicBezTo>
                  <a:pt x="191978" y="54650"/>
                  <a:pt x="191959" y="55553"/>
                  <a:pt x="191921" y="56756"/>
                </a:cubicBezTo>
                <a:lnTo>
                  <a:pt x="147149" y="56756"/>
                </a:lnTo>
                <a:cubicBezTo>
                  <a:pt x="147526" y="63333"/>
                  <a:pt x="149391" y="68369"/>
                  <a:pt x="152746" y="71864"/>
                </a:cubicBezTo>
                <a:cubicBezTo>
                  <a:pt x="156100" y="75360"/>
                  <a:pt x="160283" y="77107"/>
                  <a:pt x="165295" y="77107"/>
                </a:cubicBezTo>
                <a:cubicBezTo>
                  <a:pt x="169026" y="77107"/>
                  <a:pt x="172211" y="76137"/>
                  <a:pt x="174849" y="74196"/>
                </a:cubicBezTo>
                <a:cubicBezTo>
                  <a:pt x="177487" y="72254"/>
                  <a:pt x="179579" y="69154"/>
                  <a:pt x="181124" y="64897"/>
                </a:cubicBezTo>
                <a:moveTo>
                  <a:pt x="147714" y="48277"/>
                </a:moveTo>
                <a:lnTo>
                  <a:pt x="181237" y="48277"/>
                </a:lnTo>
                <a:cubicBezTo>
                  <a:pt x="180785" y="43309"/>
                  <a:pt x="179503" y="39584"/>
                  <a:pt x="177393" y="37100"/>
                </a:cubicBezTo>
                <a:cubicBezTo>
                  <a:pt x="174152" y="33245"/>
                  <a:pt x="169950" y="31318"/>
                  <a:pt x="164786" y="31318"/>
                </a:cubicBezTo>
                <a:cubicBezTo>
                  <a:pt x="160113" y="31318"/>
                  <a:pt x="156184" y="32856"/>
                  <a:pt x="153000" y="35934"/>
                </a:cubicBezTo>
                <a:cubicBezTo>
                  <a:pt x="149815" y="39010"/>
                  <a:pt x="148054" y="43124"/>
                  <a:pt x="147714" y="48277"/>
                </a:cubicBezTo>
                <a:close/>
                <a:moveTo>
                  <a:pt x="258798" y="75242"/>
                </a:moveTo>
                <a:lnTo>
                  <a:pt x="260268" y="84230"/>
                </a:lnTo>
                <a:cubicBezTo>
                  <a:pt x="257404" y="84758"/>
                  <a:pt x="254841" y="85022"/>
                  <a:pt x="252580" y="85022"/>
                </a:cubicBezTo>
                <a:cubicBezTo>
                  <a:pt x="248886" y="85022"/>
                  <a:pt x="246022" y="84437"/>
                  <a:pt x="243987" y="83269"/>
                </a:cubicBezTo>
                <a:cubicBezTo>
                  <a:pt x="241952" y="82101"/>
                  <a:pt x="240520" y="80565"/>
                  <a:pt x="239691" y="78662"/>
                </a:cubicBezTo>
                <a:cubicBezTo>
                  <a:pt x="238862" y="76759"/>
                  <a:pt x="238447" y="72754"/>
                  <a:pt x="238447" y="66649"/>
                </a:cubicBezTo>
                <a:lnTo>
                  <a:pt x="238447" y="32109"/>
                </a:lnTo>
                <a:lnTo>
                  <a:pt x="230985" y="32109"/>
                </a:lnTo>
                <a:lnTo>
                  <a:pt x="230985" y="24195"/>
                </a:lnTo>
                <a:lnTo>
                  <a:pt x="238447" y="24195"/>
                </a:lnTo>
                <a:lnTo>
                  <a:pt x="238447" y="9287"/>
                </a:lnTo>
                <a:lnTo>
                  <a:pt x="248566" y="3166"/>
                </a:lnTo>
                <a:lnTo>
                  <a:pt x="248566" y="24195"/>
                </a:lnTo>
                <a:lnTo>
                  <a:pt x="258798" y="24195"/>
                </a:lnTo>
                <a:lnTo>
                  <a:pt x="258798" y="32109"/>
                </a:lnTo>
                <a:lnTo>
                  <a:pt x="248566" y="32109"/>
                </a:lnTo>
                <a:lnTo>
                  <a:pt x="248566" y="67214"/>
                </a:lnTo>
                <a:cubicBezTo>
                  <a:pt x="248566" y="70116"/>
                  <a:pt x="248745" y="71982"/>
                  <a:pt x="249103" y="72811"/>
                </a:cubicBezTo>
                <a:cubicBezTo>
                  <a:pt x="249461" y="73640"/>
                  <a:pt x="250045" y="74300"/>
                  <a:pt x="250856" y="74790"/>
                </a:cubicBezTo>
                <a:cubicBezTo>
                  <a:pt x="251666" y="75279"/>
                  <a:pt x="252825" y="75524"/>
                  <a:pt x="254332" y="75524"/>
                </a:cubicBezTo>
                <a:cubicBezTo>
                  <a:pt x="255463" y="75524"/>
                  <a:pt x="256951" y="75430"/>
                  <a:pt x="258798" y="75242"/>
                </a:cubicBezTo>
                <a:close/>
                <a:moveTo>
                  <a:pt x="268631" y="84230"/>
                </a:moveTo>
                <a:lnTo>
                  <a:pt x="268631" y="24195"/>
                </a:lnTo>
                <a:lnTo>
                  <a:pt x="277789" y="24195"/>
                </a:lnTo>
                <a:lnTo>
                  <a:pt x="277789" y="33240"/>
                </a:lnTo>
                <a:cubicBezTo>
                  <a:pt x="280125" y="29005"/>
                  <a:pt x="282283" y="26212"/>
                  <a:pt x="284262" y="24863"/>
                </a:cubicBezTo>
                <a:cubicBezTo>
                  <a:pt x="286240" y="23513"/>
                  <a:pt x="288416" y="22838"/>
                  <a:pt x="290791" y="22838"/>
                </a:cubicBezTo>
                <a:cubicBezTo>
                  <a:pt x="294220" y="22838"/>
                  <a:pt x="297706" y="23926"/>
                  <a:pt x="301249" y="26103"/>
                </a:cubicBezTo>
                <a:lnTo>
                  <a:pt x="297744" y="35501"/>
                </a:lnTo>
                <a:cubicBezTo>
                  <a:pt x="295257" y="34031"/>
                  <a:pt x="292769" y="33296"/>
                  <a:pt x="290282" y="33296"/>
                </a:cubicBezTo>
                <a:cubicBezTo>
                  <a:pt x="288058" y="33296"/>
                  <a:pt x="286061" y="33966"/>
                  <a:pt x="284290" y="35307"/>
                </a:cubicBezTo>
                <a:cubicBezTo>
                  <a:pt x="282519" y="36646"/>
                  <a:pt x="281256" y="38504"/>
                  <a:pt x="280502" y="40880"/>
                </a:cubicBezTo>
                <a:cubicBezTo>
                  <a:pt x="279372" y="44502"/>
                  <a:pt x="278806" y="48463"/>
                  <a:pt x="278806" y="52764"/>
                </a:cubicBezTo>
                <a:lnTo>
                  <a:pt x="278806" y="84230"/>
                </a:lnTo>
                <a:lnTo>
                  <a:pt x="268631" y="84230"/>
                </a:lnTo>
                <a:close/>
                <a:moveTo>
                  <a:pt x="346653" y="84230"/>
                </a:moveTo>
                <a:lnTo>
                  <a:pt x="346653" y="75411"/>
                </a:lnTo>
                <a:cubicBezTo>
                  <a:pt x="341980" y="82195"/>
                  <a:pt x="335630" y="85587"/>
                  <a:pt x="327602" y="85587"/>
                </a:cubicBezTo>
                <a:cubicBezTo>
                  <a:pt x="324060" y="85587"/>
                  <a:pt x="320753" y="84908"/>
                  <a:pt x="317681" y="83552"/>
                </a:cubicBezTo>
                <a:cubicBezTo>
                  <a:pt x="314610" y="82195"/>
                  <a:pt x="312330" y="80490"/>
                  <a:pt x="310841" y="78436"/>
                </a:cubicBezTo>
                <a:cubicBezTo>
                  <a:pt x="309352" y="76382"/>
                  <a:pt x="308307" y="73866"/>
                  <a:pt x="307704" y="70889"/>
                </a:cubicBezTo>
                <a:cubicBezTo>
                  <a:pt x="307289" y="68892"/>
                  <a:pt x="307082" y="65726"/>
                  <a:pt x="307082" y="61392"/>
                </a:cubicBezTo>
                <a:lnTo>
                  <a:pt x="307082" y="24195"/>
                </a:lnTo>
                <a:lnTo>
                  <a:pt x="317257" y="24195"/>
                </a:lnTo>
                <a:lnTo>
                  <a:pt x="317257" y="57491"/>
                </a:lnTo>
                <a:cubicBezTo>
                  <a:pt x="317257" y="62805"/>
                  <a:pt x="317465" y="66385"/>
                  <a:pt x="317879" y="68232"/>
                </a:cubicBezTo>
                <a:cubicBezTo>
                  <a:pt x="318520" y="70908"/>
                  <a:pt x="319877" y="73009"/>
                  <a:pt x="321949" y="74535"/>
                </a:cubicBezTo>
                <a:cubicBezTo>
                  <a:pt x="324022" y="76061"/>
                  <a:pt x="326585" y="76825"/>
                  <a:pt x="329637" y="76825"/>
                </a:cubicBezTo>
                <a:cubicBezTo>
                  <a:pt x="332690" y="76825"/>
                  <a:pt x="335554" y="76043"/>
                  <a:pt x="338230" y="74479"/>
                </a:cubicBezTo>
                <a:cubicBezTo>
                  <a:pt x="340906" y="72915"/>
                  <a:pt x="342800" y="70785"/>
                  <a:pt x="343911" y="68091"/>
                </a:cubicBezTo>
                <a:cubicBezTo>
                  <a:pt x="345023" y="65396"/>
                  <a:pt x="345579" y="61486"/>
                  <a:pt x="345579" y="56361"/>
                </a:cubicBezTo>
                <a:lnTo>
                  <a:pt x="345579" y="24195"/>
                </a:lnTo>
                <a:lnTo>
                  <a:pt x="355754" y="24195"/>
                </a:lnTo>
                <a:lnTo>
                  <a:pt x="355754" y="84230"/>
                </a:lnTo>
                <a:lnTo>
                  <a:pt x="346653" y="84230"/>
                </a:lnTo>
                <a:close/>
                <a:moveTo>
                  <a:pt x="393918" y="75242"/>
                </a:moveTo>
                <a:lnTo>
                  <a:pt x="395388" y="84230"/>
                </a:lnTo>
                <a:cubicBezTo>
                  <a:pt x="392524" y="84758"/>
                  <a:pt x="389961" y="85022"/>
                  <a:pt x="387700" y="85022"/>
                </a:cubicBezTo>
                <a:cubicBezTo>
                  <a:pt x="384006" y="85022"/>
                  <a:pt x="381142" y="84437"/>
                  <a:pt x="379107" y="83269"/>
                </a:cubicBezTo>
                <a:cubicBezTo>
                  <a:pt x="377072" y="82101"/>
                  <a:pt x="375640" y="80565"/>
                  <a:pt x="374811" y="78662"/>
                </a:cubicBezTo>
                <a:cubicBezTo>
                  <a:pt x="373982" y="76759"/>
                  <a:pt x="373567" y="72754"/>
                  <a:pt x="373567" y="66649"/>
                </a:cubicBezTo>
                <a:lnTo>
                  <a:pt x="373567" y="32109"/>
                </a:lnTo>
                <a:lnTo>
                  <a:pt x="366105" y="32109"/>
                </a:lnTo>
                <a:lnTo>
                  <a:pt x="366105" y="24195"/>
                </a:lnTo>
                <a:lnTo>
                  <a:pt x="373567" y="24195"/>
                </a:lnTo>
                <a:lnTo>
                  <a:pt x="373567" y="9287"/>
                </a:lnTo>
                <a:lnTo>
                  <a:pt x="383686" y="3166"/>
                </a:lnTo>
                <a:lnTo>
                  <a:pt x="383686" y="24195"/>
                </a:lnTo>
                <a:lnTo>
                  <a:pt x="393918" y="24195"/>
                </a:lnTo>
                <a:lnTo>
                  <a:pt x="393918" y="32109"/>
                </a:lnTo>
                <a:lnTo>
                  <a:pt x="383686" y="32109"/>
                </a:lnTo>
                <a:lnTo>
                  <a:pt x="383686" y="67214"/>
                </a:lnTo>
                <a:cubicBezTo>
                  <a:pt x="383686" y="70116"/>
                  <a:pt x="383865" y="71982"/>
                  <a:pt x="384223" y="72811"/>
                </a:cubicBezTo>
                <a:cubicBezTo>
                  <a:pt x="384581" y="73640"/>
                  <a:pt x="385165" y="74300"/>
                  <a:pt x="385976" y="74790"/>
                </a:cubicBezTo>
                <a:cubicBezTo>
                  <a:pt x="386786" y="75279"/>
                  <a:pt x="387945" y="75524"/>
                  <a:pt x="389452" y="75524"/>
                </a:cubicBezTo>
                <a:cubicBezTo>
                  <a:pt x="390583" y="75524"/>
                  <a:pt x="392071" y="75430"/>
                  <a:pt x="393918" y="75242"/>
                </a:cubicBezTo>
                <a:close/>
                <a:moveTo>
                  <a:pt x="403864" y="84230"/>
                </a:moveTo>
                <a:lnTo>
                  <a:pt x="403864" y="1357"/>
                </a:lnTo>
                <a:lnTo>
                  <a:pt x="414039" y="1357"/>
                </a:lnTo>
                <a:lnTo>
                  <a:pt x="414039" y="31092"/>
                </a:lnTo>
                <a:cubicBezTo>
                  <a:pt x="418788" y="25589"/>
                  <a:pt x="424780" y="22838"/>
                  <a:pt x="432016" y="22838"/>
                </a:cubicBezTo>
                <a:cubicBezTo>
                  <a:pt x="436463" y="22838"/>
                  <a:pt x="440326" y="23714"/>
                  <a:pt x="443604" y="25467"/>
                </a:cubicBezTo>
                <a:cubicBezTo>
                  <a:pt x="446883" y="27219"/>
                  <a:pt x="449229" y="29641"/>
                  <a:pt x="450642" y="32731"/>
                </a:cubicBezTo>
                <a:cubicBezTo>
                  <a:pt x="452056" y="35821"/>
                  <a:pt x="452762" y="40306"/>
                  <a:pt x="452762" y="46185"/>
                </a:cubicBezTo>
                <a:lnTo>
                  <a:pt x="452762" y="84230"/>
                </a:lnTo>
                <a:lnTo>
                  <a:pt x="442587" y="84230"/>
                </a:lnTo>
                <a:lnTo>
                  <a:pt x="442587" y="46185"/>
                </a:lnTo>
                <a:cubicBezTo>
                  <a:pt x="442587" y="41098"/>
                  <a:pt x="441485" y="37395"/>
                  <a:pt x="439280" y="35077"/>
                </a:cubicBezTo>
                <a:cubicBezTo>
                  <a:pt x="437075" y="32759"/>
                  <a:pt x="433957" y="31600"/>
                  <a:pt x="429924" y="31600"/>
                </a:cubicBezTo>
                <a:cubicBezTo>
                  <a:pt x="426909" y="31600"/>
                  <a:pt x="424073" y="32382"/>
                  <a:pt x="421416" y="33946"/>
                </a:cubicBezTo>
                <a:cubicBezTo>
                  <a:pt x="418759" y="35510"/>
                  <a:pt x="416866" y="37630"/>
                  <a:pt x="415735" y="40306"/>
                </a:cubicBezTo>
                <a:cubicBezTo>
                  <a:pt x="414604" y="42982"/>
                  <a:pt x="414039" y="46675"/>
                  <a:pt x="414039" y="51386"/>
                </a:cubicBezTo>
                <a:lnTo>
                  <a:pt x="414039" y="84230"/>
                </a:lnTo>
                <a:lnTo>
                  <a:pt x="403864" y="84230"/>
                </a:lnTo>
                <a:close/>
                <a:moveTo>
                  <a:pt x="470688" y="84230"/>
                </a:moveTo>
                <a:lnTo>
                  <a:pt x="470688" y="32109"/>
                </a:lnTo>
                <a:lnTo>
                  <a:pt x="461700" y="32109"/>
                </a:lnTo>
                <a:lnTo>
                  <a:pt x="461700" y="24195"/>
                </a:lnTo>
                <a:lnTo>
                  <a:pt x="470688" y="24195"/>
                </a:lnTo>
                <a:lnTo>
                  <a:pt x="470688" y="17821"/>
                </a:lnTo>
                <a:cubicBezTo>
                  <a:pt x="470688" y="13798"/>
                  <a:pt x="471046" y="10809"/>
                  <a:pt x="471762" y="8854"/>
                </a:cubicBezTo>
                <a:cubicBezTo>
                  <a:pt x="472742" y="6223"/>
                  <a:pt x="474466" y="4090"/>
                  <a:pt x="476935" y="2454"/>
                </a:cubicBezTo>
                <a:cubicBezTo>
                  <a:pt x="479403" y="818"/>
                  <a:pt x="482861" y="0"/>
                  <a:pt x="487308" y="0"/>
                </a:cubicBezTo>
                <a:cubicBezTo>
                  <a:pt x="490172" y="0"/>
                  <a:pt x="493338" y="339"/>
                  <a:pt x="496805" y="1018"/>
                </a:cubicBezTo>
                <a:lnTo>
                  <a:pt x="495279" y="9893"/>
                </a:lnTo>
                <a:cubicBezTo>
                  <a:pt x="493168" y="9516"/>
                  <a:pt x="491171" y="9327"/>
                  <a:pt x="489286" y="9327"/>
                </a:cubicBezTo>
                <a:cubicBezTo>
                  <a:pt x="486196" y="9327"/>
                  <a:pt x="484010" y="9985"/>
                  <a:pt x="482729" y="11299"/>
                </a:cubicBezTo>
                <a:cubicBezTo>
                  <a:pt x="481448" y="12613"/>
                  <a:pt x="480807" y="15072"/>
                  <a:pt x="480807" y="18676"/>
                </a:cubicBezTo>
                <a:lnTo>
                  <a:pt x="480807" y="24195"/>
                </a:lnTo>
                <a:lnTo>
                  <a:pt x="492509" y="24195"/>
                </a:lnTo>
                <a:lnTo>
                  <a:pt x="492509" y="32109"/>
                </a:lnTo>
                <a:lnTo>
                  <a:pt x="480807" y="32109"/>
                </a:lnTo>
                <a:lnTo>
                  <a:pt x="480807" y="84230"/>
                </a:lnTo>
                <a:lnTo>
                  <a:pt x="470688" y="84230"/>
                </a:lnTo>
                <a:close/>
                <a:moveTo>
                  <a:pt x="539764" y="84230"/>
                </a:moveTo>
                <a:lnTo>
                  <a:pt x="539764" y="75411"/>
                </a:lnTo>
                <a:cubicBezTo>
                  <a:pt x="535091" y="82195"/>
                  <a:pt x="528741" y="85587"/>
                  <a:pt x="520714" y="85587"/>
                </a:cubicBezTo>
                <a:cubicBezTo>
                  <a:pt x="517171" y="85587"/>
                  <a:pt x="513864" y="84908"/>
                  <a:pt x="510793" y="83552"/>
                </a:cubicBezTo>
                <a:cubicBezTo>
                  <a:pt x="507721" y="82195"/>
                  <a:pt x="505441" y="80490"/>
                  <a:pt x="503952" y="78436"/>
                </a:cubicBezTo>
                <a:cubicBezTo>
                  <a:pt x="502464" y="76382"/>
                  <a:pt x="501418" y="73866"/>
                  <a:pt x="500815" y="70889"/>
                </a:cubicBezTo>
                <a:cubicBezTo>
                  <a:pt x="500400" y="68892"/>
                  <a:pt x="500193" y="65726"/>
                  <a:pt x="500193" y="61392"/>
                </a:cubicBezTo>
                <a:lnTo>
                  <a:pt x="500193" y="24195"/>
                </a:lnTo>
                <a:lnTo>
                  <a:pt x="510369" y="24195"/>
                </a:lnTo>
                <a:lnTo>
                  <a:pt x="510369" y="57491"/>
                </a:lnTo>
                <a:cubicBezTo>
                  <a:pt x="510369" y="62805"/>
                  <a:pt x="510576" y="66385"/>
                  <a:pt x="510990" y="68232"/>
                </a:cubicBezTo>
                <a:cubicBezTo>
                  <a:pt x="511631" y="70908"/>
                  <a:pt x="512988" y="73009"/>
                  <a:pt x="515061" y="74535"/>
                </a:cubicBezTo>
                <a:cubicBezTo>
                  <a:pt x="517133" y="76061"/>
                  <a:pt x="519696" y="76825"/>
                  <a:pt x="522749" y="76825"/>
                </a:cubicBezTo>
                <a:cubicBezTo>
                  <a:pt x="525801" y="76825"/>
                  <a:pt x="528665" y="76043"/>
                  <a:pt x="531341" y="74479"/>
                </a:cubicBezTo>
                <a:cubicBezTo>
                  <a:pt x="534017" y="72915"/>
                  <a:pt x="535911" y="70785"/>
                  <a:pt x="537023" y="68091"/>
                </a:cubicBezTo>
                <a:cubicBezTo>
                  <a:pt x="538134" y="65396"/>
                  <a:pt x="538690" y="61486"/>
                  <a:pt x="538690" y="56361"/>
                </a:cubicBezTo>
                <a:lnTo>
                  <a:pt x="538690" y="24195"/>
                </a:lnTo>
                <a:lnTo>
                  <a:pt x="548866" y="24195"/>
                </a:lnTo>
                <a:lnTo>
                  <a:pt x="548866" y="84230"/>
                </a:lnTo>
                <a:lnTo>
                  <a:pt x="539764" y="84230"/>
                </a:lnTo>
                <a:close/>
                <a:moveTo>
                  <a:pt x="564586" y="84230"/>
                </a:moveTo>
                <a:lnTo>
                  <a:pt x="564586" y="1357"/>
                </a:lnTo>
                <a:lnTo>
                  <a:pt x="574762" y="1357"/>
                </a:lnTo>
                <a:lnTo>
                  <a:pt x="574762" y="84230"/>
                </a:lnTo>
                <a:lnTo>
                  <a:pt x="564586" y="84230"/>
                </a:lnTo>
                <a:close/>
                <a:moveTo>
                  <a:pt x="590538" y="84230"/>
                </a:moveTo>
                <a:lnTo>
                  <a:pt x="590538" y="24195"/>
                </a:lnTo>
                <a:lnTo>
                  <a:pt x="599696" y="24195"/>
                </a:lnTo>
                <a:lnTo>
                  <a:pt x="599696" y="32674"/>
                </a:lnTo>
                <a:cubicBezTo>
                  <a:pt x="604105" y="26117"/>
                  <a:pt x="610474" y="22838"/>
                  <a:pt x="618803" y="22838"/>
                </a:cubicBezTo>
                <a:cubicBezTo>
                  <a:pt x="622421" y="22838"/>
                  <a:pt x="625747" y="23488"/>
                  <a:pt x="628780" y="24789"/>
                </a:cubicBezTo>
                <a:cubicBezTo>
                  <a:pt x="631814" y="26089"/>
                  <a:pt x="634085" y="27794"/>
                  <a:pt x="635592" y="29905"/>
                </a:cubicBezTo>
                <a:cubicBezTo>
                  <a:pt x="637100" y="32015"/>
                  <a:pt x="638155" y="34521"/>
                  <a:pt x="638758" y="37423"/>
                </a:cubicBezTo>
                <a:cubicBezTo>
                  <a:pt x="639135" y="39307"/>
                  <a:pt x="639323" y="42605"/>
                  <a:pt x="639323" y="47316"/>
                </a:cubicBezTo>
                <a:lnTo>
                  <a:pt x="639323" y="84230"/>
                </a:lnTo>
                <a:lnTo>
                  <a:pt x="629148" y="84230"/>
                </a:lnTo>
                <a:lnTo>
                  <a:pt x="629148" y="47673"/>
                </a:lnTo>
                <a:cubicBezTo>
                  <a:pt x="629148" y="43522"/>
                  <a:pt x="628752" y="40419"/>
                  <a:pt x="627961" y="38363"/>
                </a:cubicBezTo>
                <a:cubicBezTo>
                  <a:pt x="627169" y="36307"/>
                  <a:pt x="625765" y="34665"/>
                  <a:pt x="623749" y="33439"/>
                </a:cubicBezTo>
                <a:cubicBezTo>
                  <a:pt x="621733" y="32213"/>
                  <a:pt x="619368" y="31600"/>
                  <a:pt x="616655" y="31600"/>
                </a:cubicBezTo>
                <a:cubicBezTo>
                  <a:pt x="612321" y="31600"/>
                  <a:pt x="608580" y="32978"/>
                  <a:pt x="605433" y="35732"/>
                </a:cubicBezTo>
                <a:cubicBezTo>
                  <a:pt x="602287" y="38486"/>
                  <a:pt x="600713" y="43711"/>
                  <a:pt x="600713" y="51407"/>
                </a:cubicBezTo>
                <a:lnTo>
                  <a:pt x="600713" y="84230"/>
                </a:lnTo>
                <a:lnTo>
                  <a:pt x="590538" y="84230"/>
                </a:lnTo>
                <a:close/>
                <a:moveTo>
                  <a:pt x="696029" y="64897"/>
                </a:moveTo>
                <a:lnTo>
                  <a:pt x="706544" y="66197"/>
                </a:lnTo>
                <a:cubicBezTo>
                  <a:pt x="704885" y="72340"/>
                  <a:pt x="701814" y="77107"/>
                  <a:pt x="697329" y="80499"/>
                </a:cubicBezTo>
                <a:cubicBezTo>
                  <a:pt x="692844" y="83891"/>
                  <a:pt x="687116" y="85587"/>
                  <a:pt x="680144" y="85587"/>
                </a:cubicBezTo>
                <a:cubicBezTo>
                  <a:pt x="671363" y="85587"/>
                  <a:pt x="664400" y="82883"/>
                  <a:pt x="659256" y="77475"/>
                </a:cubicBezTo>
                <a:cubicBezTo>
                  <a:pt x="654112" y="72067"/>
                  <a:pt x="651540" y="64482"/>
                  <a:pt x="651540" y="54721"/>
                </a:cubicBezTo>
                <a:cubicBezTo>
                  <a:pt x="651540" y="44621"/>
                  <a:pt x="654140" y="36782"/>
                  <a:pt x="659341" y="31205"/>
                </a:cubicBezTo>
                <a:cubicBezTo>
                  <a:pt x="664542" y="25627"/>
                  <a:pt x="671287" y="22838"/>
                  <a:pt x="679579" y="22838"/>
                </a:cubicBezTo>
                <a:cubicBezTo>
                  <a:pt x="687606" y="22838"/>
                  <a:pt x="694163" y="25566"/>
                  <a:pt x="699251" y="31023"/>
                </a:cubicBezTo>
                <a:cubicBezTo>
                  <a:pt x="704339" y="36478"/>
                  <a:pt x="706883" y="44153"/>
                  <a:pt x="706883" y="54048"/>
                </a:cubicBezTo>
                <a:cubicBezTo>
                  <a:pt x="706883" y="54650"/>
                  <a:pt x="706864" y="55553"/>
                  <a:pt x="706826" y="56756"/>
                </a:cubicBezTo>
                <a:lnTo>
                  <a:pt x="662054" y="56756"/>
                </a:lnTo>
                <a:cubicBezTo>
                  <a:pt x="662431" y="63333"/>
                  <a:pt x="664297" y="68369"/>
                  <a:pt x="667651" y="71864"/>
                </a:cubicBezTo>
                <a:cubicBezTo>
                  <a:pt x="671005" y="75360"/>
                  <a:pt x="675188" y="77107"/>
                  <a:pt x="680200" y="77107"/>
                </a:cubicBezTo>
                <a:cubicBezTo>
                  <a:pt x="683931" y="77107"/>
                  <a:pt x="687116" y="76137"/>
                  <a:pt x="689754" y="74196"/>
                </a:cubicBezTo>
                <a:cubicBezTo>
                  <a:pt x="692392" y="72254"/>
                  <a:pt x="694484" y="69154"/>
                  <a:pt x="696029" y="64897"/>
                </a:cubicBezTo>
                <a:moveTo>
                  <a:pt x="662619" y="48277"/>
                </a:moveTo>
                <a:lnTo>
                  <a:pt x="696142" y="48277"/>
                </a:lnTo>
                <a:cubicBezTo>
                  <a:pt x="695690" y="43309"/>
                  <a:pt x="694408" y="39584"/>
                  <a:pt x="692298" y="37100"/>
                </a:cubicBezTo>
                <a:cubicBezTo>
                  <a:pt x="689057" y="33245"/>
                  <a:pt x="684855" y="31318"/>
                  <a:pt x="679692" y="31318"/>
                </a:cubicBezTo>
                <a:cubicBezTo>
                  <a:pt x="675018" y="31318"/>
                  <a:pt x="671090" y="32856"/>
                  <a:pt x="667905" y="35934"/>
                </a:cubicBezTo>
                <a:cubicBezTo>
                  <a:pt x="664721" y="39010"/>
                  <a:pt x="662959" y="43124"/>
                  <a:pt x="662619" y="48277"/>
                </a:cubicBezTo>
                <a:close/>
                <a:moveTo>
                  <a:pt x="715254" y="66253"/>
                </a:moveTo>
                <a:lnTo>
                  <a:pt x="725317" y="64671"/>
                </a:lnTo>
                <a:cubicBezTo>
                  <a:pt x="725882" y="68685"/>
                  <a:pt x="727456" y="71762"/>
                  <a:pt x="730037" y="73901"/>
                </a:cubicBezTo>
                <a:cubicBezTo>
                  <a:pt x="732619" y="76039"/>
                  <a:pt x="736227" y="77107"/>
                  <a:pt x="740863" y="77107"/>
                </a:cubicBezTo>
                <a:cubicBezTo>
                  <a:pt x="745536" y="77107"/>
                  <a:pt x="749003" y="76163"/>
                  <a:pt x="751264" y="74275"/>
                </a:cubicBezTo>
                <a:cubicBezTo>
                  <a:pt x="753525" y="72386"/>
                  <a:pt x="754656" y="70171"/>
                  <a:pt x="754656" y="67630"/>
                </a:cubicBezTo>
                <a:cubicBezTo>
                  <a:pt x="754656" y="65348"/>
                  <a:pt x="753657" y="63554"/>
                  <a:pt x="751660" y="62245"/>
                </a:cubicBezTo>
                <a:cubicBezTo>
                  <a:pt x="750266" y="61348"/>
                  <a:pt x="746798" y="60207"/>
                  <a:pt x="741258" y="58823"/>
                </a:cubicBezTo>
                <a:cubicBezTo>
                  <a:pt x="733796" y="56938"/>
                  <a:pt x="728624" y="55307"/>
                  <a:pt x="725741" y="53930"/>
                </a:cubicBezTo>
                <a:cubicBezTo>
                  <a:pt x="722858" y="52553"/>
                  <a:pt x="720672" y="50648"/>
                  <a:pt x="719183" y="48215"/>
                </a:cubicBezTo>
                <a:cubicBezTo>
                  <a:pt x="717695" y="45782"/>
                  <a:pt x="716950" y="43094"/>
                  <a:pt x="716950" y="40152"/>
                </a:cubicBezTo>
                <a:cubicBezTo>
                  <a:pt x="716950" y="37474"/>
                  <a:pt x="717563" y="34994"/>
                  <a:pt x="718788" y="32712"/>
                </a:cubicBezTo>
                <a:cubicBezTo>
                  <a:pt x="720012" y="30429"/>
                  <a:pt x="721680" y="28534"/>
                  <a:pt x="723791" y="27025"/>
                </a:cubicBezTo>
                <a:cubicBezTo>
                  <a:pt x="725373" y="25856"/>
                  <a:pt x="727531" y="24866"/>
                  <a:pt x="730263" y="24055"/>
                </a:cubicBezTo>
                <a:cubicBezTo>
                  <a:pt x="732996" y="23244"/>
                  <a:pt x="735926" y="22838"/>
                  <a:pt x="739054" y="22838"/>
                </a:cubicBezTo>
                <a:cubicBezTo>
                  <a:pt x="743765" y="22838"/>
                  <a:pt x="747901" y="23521"/>
                  <a:pt x="751462" y="24887"/>
                </a:cubicBezTo>
                <a:cubicBezTo>
                  <a:pt x="755023" y="26252"/>
                  <a:pt x="757652" y="28102"/>
                  <a:pt x="759348" y="30436"/>
                </a:cubicBezTo>
                <a:cubicBezTo>
                  <a:pt x="761044" y="32769"/>
                  <a:pt x="762212" y="35890"/>
                  <a:pt x="762853" y="39797"/>
                </a:cubicBezTo>
                <a:lnTo>
                  <a:pt x="752904" y="41154"/>
                </a:lnTo>
                <a:cubicBezTo>
                  <a:pt x="752451" y="38064"/>
                  <a:pt x="751142" y="35652"/>
                  <a:pt x="748975" y="33918"/>
                </a:cubicBezTo>
                <a:cubicBezTo>
                  <a:pt x="746808" y="32185"/>
                  <a:pt x="743746" y="31318"/>
                  <a:pt x="739789" y="31318"/>
                </a:cubicBezTo>
                <a:cubicBezTo>
                  <a:pt x="735115" y="31318"/>
                  <a:pt x="731780" y="32087"/>
                  <a:pt x="729783" y="33625"/>
                </a:cubicBezTo>
                <a:cubicBezTo>
                  <a:pt x="727785" y="35162"/>
                  <a:pt x="726787" y="36962"/>
                  <a:pt x="726787" y="39025"/>
                </a:cubicBezTo>
                <a:cubicBezTo>
                  <a:pt x="726787" y="40337"/>
                  <a:pt x="727201" y="41519"/>
                  <a:pt x="728030" y="42569"/>
                </a:cubicBezTo>
                <a:cubicBezTo>
                  <a:pt x="728859" y="43656"/>
                  <a:pt x="730160" y="44556"/>
                  <a:pt x="731931" y="45268"/>
                </a:cubicBezTo>
                <a:cubicBezTo>
                  <a:pt x="732948" y="45644"/>
                  <a:pt x="735945" y="46507"/>
                  <a:pt x="740919" y="47856"/>
                </a:cubicBezTo>
                <a:cubicBezTo>
                  <a:pt x="748117" y="49777"/>
                  <a:pt x="753139" y="51349"/>
                  <a:pt x="755984" y="52573"/>
                </a:cubicBezTo>
                <a:cubicBezTo>
                  <a:pt x="758830" y="53797"/>
                  <a:pt x="761063" y="55576"/>
                  <a:pt x="762683" y="57912"/>
                </a:cubicBezTo>
                <a:cubicBezTo>
                  <a:pt x="764304" y="60246"/>
                  <a:pt x="765114" y="63145"/>
                  <a:pt x="765114" y="66609"/>
                </a:cubicBezTo>
                <a:cubicBezTo>
                  <a:pt x="765114" y="69998"/>
                  <a:pt x="764125" y="73190"/>
                  <a:pt x="762146" y="76183"/>
                </a:cubicBezTo>
                <a:cubicBezTo>
                  <a:pt x="760168" y="79176"/>
                  <a:pt x="757313" y="81491"/>
                  <a:pt x="753582" y="83130"/>
                </a:cubicBezTo>
                <a:cubicBezTo>
                  <a:pt x="749851" y="84768"/>
                  <a:pt x="745630" y="85587"/>
                  <a:pt x="740919" y="85587"/>
                </a:cubicBezTo>
                <a:cubicBezTo>
                  <a:pt x="733118" y="85587"/>
                  <a:pt x="727173" y="83962"/>
                  <a:pt x="723084" y="80711"/>
                </a:cubicBezTo>
                <a:cubicBezTo>
                  <a:pt x="718995" y="77461"/>
                  <a:pt x="716385" y="72641"/>
                  <a:pt x="715254" y="66253"/>
                </a:cubicBezTo>
                <a:close/>
                <a:moveTo>
                  <a:pt x="773142" y="66253"/>
                </a:moveTo>
                <a:lnTo>
                  <a:pt x="783204" y="64671"/>
                </a:lnTo>
                <a:cubicBezTo>
                  <a:pt x="783769" y="68685"/>
                  <a:pt x="785343" y="71762"/>
                  <a:pt x="787924" y="73901"/>
                </a:cubicBezTo>
                <a:cubicBezTo>
                  <a:pt x="790506" y="76039"/>
                  <a:pt x="794114" y="77107"/>
                  <a:pt x="798750" y="77107"/>
                </a:cubicBezTo>
                <a:cubicBezTo>
                  <a:pt x="803423" y="77107"/>
                  <a:pt x="806890" y="76163"/>
                  <a:pt x="809151" y="74275"/>
                </a:cubicBezTo>
                <a:cubicBezTo>
                  <a:pt x="811413" y="72386"/>
                  <a:pt x="812543" y="70171"/>
                  <a:pt x="812543" y="67630"/>
                </a:cubicBezTo>
                <a:cubicBezTo>
                  <a:pt x="812543" y="65348"/>
                  <a:pt x="811545" y="63554"/>
                  <a:pt x="809547" y="62245"/>
                </a:cubicBezTo>
                <a:cubicBezTo>
                  <a:pt x="808153" y="61348"/>
                  <a:pt x="804686" y="60207"/>
                  <a:pt x="799146" y="58823"/>
                </a:cubicBezTo>
                <a:cubicBezTo>
                  <a:pt x="791684" y="56938"/>
                  <a:pt x="786511" y="55307"/>
                  <a:pt x="783628" y="53930"/>
                </a:cubicBezTo>
                <a:cubicBezTo>
                  <a:pt x="780745" y="52553"/>
                  <a:pt x="778559" y="50648"/>
                  <a:pt x="777071" y="48215"/>
                </a:cubicBezTo>
                <a:cubicBezTo>
                  <a:pt x="775582" y="45782"/>
                  <a:pt x="774838" y="43094"/>
                  <a:pt x="774838" y="40152"/>
                </a:cubicBezTo>
                <a:cubicBezTo>
                  <a:pt x="774838" y="37474"/>
                  <a:pt x="775450" y="34994"/>
                  <a:pt x="776675" y="32712"/>
                </a:cubicBezTo>
                <a:cubicBezTo>
                  <a:pt x="777900" y="30429"/>
                  <a:pt x="779567" y="28534"/>
                  <a:pt x="781678" y="27025"/>
                </a:cubicBezTo>
                <a:cubicBezTo>
                  <a:pt x="783261" y="25856"/>
                  <a:pt x="785418" y="24866"/>
                  <a:pt x="788150" y="24055"/>
                </a:cubicBezTo>
                <a:cubicBezTo>
                  <a:pt x="790883" y="23244"/>
                  <a:pt x="793813" y="22838"/>
                  <a:pt x="796941" y="22838"/>
                </a:cubicBezTo>
                <a:cubicBezTo>
                  <a:pt x="801652" y="22838"/>
                  <a:pt x="805788" y="23521"/>
                  <a:pt x="809349" y="24887"/>
                </a:cubicBezTo>
                <a:cubicBezTo>
                  <a:pt x="812911" y="26252"/>
                  <a:pt x="815539" y="28102"/>
                  <a:pt x="817235" y="30436"/>
                </a:cubicBezTo>
                <a:cubicBezTo>
                  <a:pt x="818931" y="32769"/>
                  <a:pt x="820099" y="35890"/>
                  <a:pt x="820740" y="39797"/>
                </a:cubicBezTo>
                <a:lnTo>
                  <a:pt x="810791" y="41154"/>
                </a:lnTo>
                <a:cubicBezTo>
                  <a:pt x="810339" y="38064"/>
                  <a:pt x="809029" y="35652"/>
                  <a:pt x="806862" y="33918"/>
                </a:cubicBezTo>
                <a:cubicBezTo>
                  <a:pt x="804695" y="32185"/>
                  <a:pt x="801633" y="31318"/>
                  <a:pt x="797676" y="31318"/>
                </a:cubicBezTo>
                <a:cubicBezTo>
                  <a:pt x="793003" y="31318"/>
                  <a:pt x="789667" y="32087"/>
                  <a:pt x="787670" y="33625"/>
                </a:cubicBezTo>
                <a:cubicBezTo>
                  <a:pt x="785673" y="35162"/>
                  <a:pt x="784674" y="36962"/>
                  <a:pt x="784674" y="39025"/>
                </a:cubicBezTo>
                <a:cubicBezTo>
                  <a:pt x="784674" y="40337"/>
                  <a:pt x="785088" y="41519"/>
                  <a:pt x="785918" y="42569"/>
                </a:cubicBezTo>
                <a:cubicBezTo>
                  <a:pt x="786747" y="43656"/>
                  <a:pt x="788047" y="44556"/>
                  <a:pt x="789818" y="45268"/>
                </a:cubicBezTo>
                <a:cubicBezTo>
                  <a:pt x="790836" y="45644"/>
                  <a:pt x="793832" y="46507"/>
                  <a:pt x="798806" y="47856"/>
                </a:cubicBezTo>
                <a:cubicBezTo>
                  <a:pt x="806005" y="49777"/>
                  <a:pt x="811026" y="51349"/>
                  <a:pt x="813872" y="52573"/>
                </a:cubicBezTo>
                <a:cubicBezTo>
                  <a:pt x="816717" y="53797"/>
                  <a:pt x="818950" y="55576"/>
                  <a:pt x="820571" y="57912"/>
                </a:cubicBezTo>
                <a:cubicBezTo>
                  <a:pt x="822191" y="60246"/>
                  <a:pt x="823001" y="63145"/>
                  <a:pt x="823001" y="66609"/>
                </a:cubicBezTo>
                <a:cubicBezTo>
                  <a:pt x="823001" y="69998"/>
                  <a:pt x="822012" y="73190"/>
                  <a:pt x="820034" y="76183"/>
                </a:cubicBezTo>
                <a:cubicBezTo>
                  <a:pt x="818055" y="79176"/>
                  <a:pt x="815200" y="81491"/>
                  <a:pt x="811469" y="83130"/>
                </a:cubicBezTo>
                <a:cubicBezTo>
                  <a:pt x="807738" y="84768"/>
                  <a:pt x="803517" y="85587"/>
                  <a:pt x="798806" y="85587"/>
                </a:cubicBezTo>
                <a:cubicBezTo>
                  <a:pt x="791005" y="85587"/>
                  <a:pt x="785060" y="83962"/>
                  <a:pt x="780971" y="80711"/>
                </a:cubicBezTo>
                <a:cubicBezTo>
                  <a:pt x="776882" y="77461"/>
                  <a:pt x="774272" y="72641"/>
                  <a:pt x="773142" y="66253"/>
                </a:cubicBezTo>
                <a:close/>
                <a:moveTo>
                  <a:pt x="863473" y="54213"/>
                </a:moveTo>
                <a:cubicBezTo>
                  <a:pt x="863473" y="43095"/>
                  <a:pt x="866564" y="34860"/>
                  <a:pt x="872744" y="29509"/>
                </a:cubicBezTo>
                <a:cubicBezTo>
                  <a:pt x="877907" y="25062"/>
                  <a:pt x="884201" y="22838"/>
                  <a:pt x="891625" y="22838"/>
                </a:cubicBezTo>
                <a:cubicBezTo>
                  <a:pt x="899879" y="22838"/>
                  <a:pt x="906625" y="25542"/>
                  <a:pt x="911863" y="30950"/>
                </a:cubicBezTo>
                <a:cubicBezTo>
                  <a:pt x="917102" y="36358"/>
                  <a:pt x="919721" y="43830"/>
                  <a:pt x="919721" y="53365"/>
                </a:cubicBezTo>
                <a:cubicBezTo>
                  <a:pt x="919721" y="61090"/>
                  <a:pt x="918562" y="67167"/>
                  <a:pt x="916244" y="71596"/>
                </a:cubicBezTo>
                <a:cubicBezTo>
                  <a:pt x="913927" y="76024"/>
                  <a:pt x="910554" y="79463"/>
                  <a:pt x="906125" y="81912"/>
                </a:cubicBezTo>
                <a:cubicBezTo>
                  <a:pt x="901697" y="84362"/>
                  <a:pt x="896864" y="85587"/>
                  <a:pt x="891625" y="85587"/>
                </a:cubicBezTo>
                <a:cubicBezTo>
                  <a:pt x="883221" y="85587"/>
                  <a:pt x="876428" y="82892"/>
                  <a:pt x="871246" y="77503"/>
                </a:cubicBezTo>
                <a:cubicBezTo>
                  <a:pt x="866064" y="72114"/>
                  <a:pt x="863473" y="64350"/>
                  <a:pt x="863473" y="54213"/>
                </a:cubicBezTo>
                <a:moveTo>
                  <a:pt x="873931" y="54184"/>
                </a:moveTo>
                <a:cubicBezTo>
                  <a:pt x="873931" y="61844"/>
                  <a:pt x="875608" y="67580"/>
                  <a:pt x="878963" y="71391"/>
                </a:cubicBezTo>
                <a:cubicBezTo>
                  <a:pt x="882317" y="75202"/>
                  <a:pt x="886538" y="77107"/>
                  <a:pt x="891625" y="77107"/>
                </a:cubicBezTo>
                <a:cubicBezTo>
                  <a:pt x="896675" y="77107"/>
                  <a:pt x="900877" y="75192"/>
                  <a:pt x="904232" y="71362"/>
                </a:cubicBezTo>
                <a:cubicBezTo>
                  <a:pt x="907586" y="67532"/>
                  <a:pt x="909263" y="61694"/>
                  <a:pt x="909263" y="53847"/>
                </a:cubicBezTo>
                <a:cubicBezTo>
                  <a:pt x="909263" y="46450"/>
                  <a:pt x="907576" y="40845"/>
                  <a:pt x="904203" y="37034"/>
                </a:cubicBezTo>
                <a:cubicBezTo>
                  <a:pt x="900830" y="33223"/>
                  <a:pt x="896638" y="31318"/>
                  <a:pt x="891625" y="31318"/>
                </a:cubicBezTo>
                <a:cubicBezTo>
                  <a:pt x="886538" y="31318"/>
                  <a:pt x="882317" y="33214"/>
                  <a:pt x="878963" y="37006"/>
                </a:cubicBezTo>
                <a:cubicBezTo>
                  <a:pt x="875608" y="40798"/>
                  <a:pt x="873931" y="46524"/>
                  <a:pt x="873931" y="54184"/>
                </a:cubicBezTo>
                <a:close/>
                <a:moveTo>
                  <a:pt x="934085" y="84230"/>
                </a:moveTo>
                <a:lnTo>
                  <a:pt x="934085" y="32109"/>
                </a:lnTo>
                <a:lnTo>
                  <a:pt x="925097" y="32109"/>
                </a:lnTo>
                <a:lnTo>
                  <a:pt x="925097" y="24195"/>
                </a:lnTo>
                <a:lnTo>
                  <a:pt x="934085" y="24195"/>
                </a:lnTo>
                <a:lnTo>
                  <a:pt x="934085" y="17821"/>
                </a:lnTo>
                <a:cubicBezTo>
                  <a:pt x="934085" y="13798"/>
                  <a:pt x="934443" y="10809"/>
                  <a:pt x="935159" y="8854"/>
                </a:cubicBezTo>
                <a:cubicBezTo>
                  <a:pt x="936139" y="6223"/>
                  <a:pt x="937863" y="4090"/>
                  <a:pt x="940332" y="2454"/>
                </a:cubicBezTo>
                <a:cubicBezTo>
                  <a:pt x="942800" y="818"/>
                  <a:pt x="946258" y="0"/>
                  <a:pt x="950705" y="0"/>
                </a:cubicBezTo>
                <a:cubicBezTo>
                  <a:pt x="953569" y="0"/>
                  <a:pt x="956735" y="339"/>
                  <a:pt x="960202" y="1018"/>
                </a:cubicBezTo>
                <a:lnTo>
                  <a:pt x="958676" y="9893"/>
                </a:lnTo>
                <a:cubicBezTo>
                  <a:pt x="956565" y="9516"/>
                  <a:pt x="954568" y="9327"/>
                  <a:pt x="952684" y="9327"/>
                </a:cubicBezTo>
                <a:cubicBezTo>
                  <a:pt x="949593" y="9327"/>
                  <a:pt x="947407" y="9985"/>
                  <a:pt x="946126" y="11299"/>
                </a:cubicBezTo>
                <a:cubicBezTo>
                  <a:pt x="944845" y="12613"/>
                  <a:pt x="944204" y="15072"/>
                  <a:pt x="944204" y="18676"/>
                </a:cubicBezTo>
                <a:lnTo>
                  <a:pt x="944204" y="24195"/>
                </a:lnTo>
                <a:lnTo>
                  <a:pt x="955906" y="24195"/>
                </a:lnTo>
                <a:lnTo>
                  <a:pt x="955906" y="32109"/>
                </a:lnTo>
                <a:lnTo>
                  <a:pt x="944204" y="32109"/>
                </a:lnTo>
                <a:lnTo>
                  <a:pt x="944204" y="84230"/>
                </a:lnTo>
                <a:lnTo>
                  <a:pt x="934085" y="84230"/>
                </a:lnTo>
                <a:close/>
                <a:moveTo>
                  <a:pt x="1018195" y="75242"/>
                </a:moveTo>
                <a:lnTo>
                  <a:pt x="1019664" y="84230"/>
                </a:lnTo>
                <a:cubicBezTo>
                  <a:pt x="1016800" y="84758"/>
                  <a:pt x="1014238" y="85022"/>
                  <a:pt x="1011976" y="85022"/>
                </a:cubicBezTo>
                <a:cubicBezTo>
                  <a:pt x="1008283" y="85022"/>
                  <a:pt x="1005419" y="84437"/>
                  <a:pt x="1003384" y="83269"/>
                </a:cubicBezTo>
                <a:cubicBezTo>
                  <a:pt x="1001349" y="82101"/>
                  <a:pt x="999917" y="80565"/>
                  <a:pt x="999087" y="78662"/>
                </a:cubicBezTo>
                <a:cubicBezTo>
                  <a:pt x="998258" y="76759"/>
                  <a:pt x="997844" y="72754"/>
                  <a:pt x="997844" y="66649"/>
                </a:cubicBezTo>
                <a:lnTo>
                  <a:pt x="997844" y="32109"/>
                </a:lnTo>
                <a:lnTo>
                  <a:pt x="990382" y="32109"/>
                </a:lnTo>
                <a:lnTo>
                  <a:pt x="990382" y="24195"/>
                </a:lnTo>
                <a:lnTo>
                  <a:pt x="997844" y="24195"/>
                </a:lnTo>
                <a:lnTo>
                  <a:pt x="997844" y="9287"/>
                </a:lnTo>
                <a:lnTo>
                  <a:pt x="1007963" y="3166"/>
                </a:lnTo>
                <a:lnTo>
                  <a:pt x="1007963" y="24195"/>
                </a:lnTo>
                <a:lnTo>
                  <a:pt x="1018195" y="24195"/>
                </a:lnTo>
                <a:lnTo>
                  <a:pt x="1018195" y="32109"/>
                </a:lnTo>
                <a:lnTo>
                  <a:pt x="1007963" y="32109"/>
                </a:lnTo>
                <a:lnTo>
                  <a:pt x="1007963" y="67214"/>
                </a:lnTo>
                <a:cubicBezTo>
                  <a:pt x="1007963" y="70116"/>
                  <a:pt x="1008142" y="71982"/>
                  <a:pt x="1008500" y="72811"/>
                </a:cubicBezTo>
                <a:cubicBezTo>
                  <a:pt x="1008858" y="73640"/>
                  <a:pt x="1009442" y="74300"/>
                  <a:pt x="1010252" y="74790"/>
                </a:cubicBezTo>
                <a:cubicBezTo>
                  <a:pt x="1011062" y="75279"/>
                  <a:pt x="1012221" y="75524"/>
                  <a:pt x="1013729" y="75524"/>
                </a:cubicBezTo>
                <a:cubicBezTo>
                  <a:pt x="1014859" y="75524"/>
                  <a:pt x="1016348" y="75430"/>
                  <a:pt x="1018195" y="75242"/>
                </a:cubicBezTo>
                <a:close/>
                <a:moveTo>
                  <a:pt x="1028140" y="84230"/>
                </a:moveTo>
                <a:lnTo>
                  <a:pt x="1028140" y="1357"/>
                </a:lnTo>
                <a:lnTo>
                  <a:pt x="1038315" y="1357"/>
                </a:lnTo>
                <a:lnTo>
                  <a:pt x="1038315" y="31092"/>
                </a:lnTo>
                <a:cubicBezTo>
                  <a:pt x="1043064" y="25589"/>
                  <a:pt x="1049056" y="22838"/>
                  <a:pt x="1056292" y="22838"/>
                </a:cubicBezTo>
                <a:cubicBezTo>
                  <a:pt x="1060739" y="22838"/>
                  <a:pt x="1064602" y="23714"/>
                  <a:pt x="1067881" y="25467"/>
                </a:cubicBezTo>
                <a:cubicBezTo>
                  <a:pt x="1071159" y="27219"/>
                  <a:pt x="1073505" y="29641"/>
                  <a:pt x="1074919" y="32731"/>
                </a:cubicBezTo>
                <a:cubicBezTo>
                  <a:pt x="1076332" y="35821"/>
                  <a:pt x="1077038" y="40306"/>
                  <a:pt x="1077038" y="46185"/>
                </a:cubicBezTo>
                <a:lnTo>
                  <a:pt x="1077038" y="84230"/>
                </a:lnTo>
                <a:lnTo>
                  <a:pt x="1066863" y="84230"/>
                </a:lnTo>
                <a:lnTo>
                  <a:pt x="1066863" y="46185"/>
                </a:lnTo>
                <a:cubicBezTo>
                  <a:pt x="1066863" y="41098"/>
                  <a:pt x="1065761" y="37395"/>
                  <a:pt x="1063556" y="35077"/>
                </a:cubicBezTo>
                <a:cubicBezTo>
                  <a:pt x="1061351" y="32759"/>
                  <a:pt x="1058233" y="31600"/>
                  <a:pt x="1054200" y="31600"/>
                </a:cubicBezTo>
                <a:cubicBezTo>
                  <a:pt x="1051185" y="31600"/>
                  <a:pt x="1048349" y="32382"/>
                  <a:pt x="1045692" y="33946"/>
                </a:cubicBezTo>
                <a:cubicBezTo>
                  <a:pt x="1043036" y="35510"/>
                  <a:pt x="1041142" y="37630"/>
                  <a:pt x="1040011" y="40306"/>
                </a:cubicBezTo>
                <a:cubicBezTo>
                  <a:pt x="1038881" y="42982"/>
                  <a:pt x="1038315" y="46675"/>
                  <a:pt x="1038315" y="51386"/>
                </a:cubicBezTo>
                <a:lnTo>
                  <a:pt x="1038315" y="84230"/>
                </a:lnTo>
                <a:lnTo>
                  <a:pt x="1028140" y="84230"/>
                </a:lnTo>
                <a:close/>
                <a:moveTo>
                  <a:pt x="1133631" y="64897"/>
                </a:moveTo>
                <a:lnTo>
                  <a:pt x="1144146" y="66197"/>
                </a:lnTo>
                <a:cubicBezTo>
                  <a:pt x="1142487" y="72340"/>
                  <a:pt x="1139416" y="77107"/>
                  <a:pt x="1134931" y="80499"/>
                </a:cubicBezTo>
                <a:cubicBezTo>
                  <a:pt x="1130447" y="83891"/>
                  <a:pt x="1124718" y="85587"/>
                  <a:pt x="1117746" y="85587"/>
                </a:cubicBezTo>
                <a:cubicBezTo>
                  <a:pt x="1108965" y="85587"/>
                  <a:pt x="1102002" y="82883"/>
                  <a:pt x="1096858" y="77475"/>
                </a:cubicBezTo>
                <a:cubicBezTo>
                  <a:pt x="1091714" y="72067"/>
                  <a:pt x="1089142" y="64482"/>
                  <a:pt x="1089142" y="54721"/>
                </a:cubicBezTo>
                <a:cubicBezTo>
                  <a:pt x="1089142" y="44621"/>
                  <a:pt x="1091742" y="36782"/>
                  <a:pt x="1096943" y="31205"/>
                </a:cubicBezTo>
                <a:cubicBezTo>
                  <a:pt x="1102144" y="25627"/>
                  <a:pt x="1108890" y="22838"/>
                  <a:pt x="1117181" y="22838"/>
                </a:cubicBezTo>
                <a:cubicBezTo>
                  <a:pt x="1125208" y="22838"/>
                  <a:pt x="1131766" y="25566"/>
                  <a:pt x="1136853" y="31023"/>
                </a:cubicBezTo>
                <a:cubicBezTo>
                  <a:pt x="1141941" y="36478"/>
                  <a:pt x="1144485" y="44153"/>
                  <a:pt x="1144485" y="54048"/>
                </a:cubicBezTo>
                <a:cubicBezTo>
                  <a:pt x="1144485" y="54650"/>
                  <a:pt x="1144466" y="55553"/>
                  <a:pt x="1144428" y="56756"/>
                </a:cubicBezTo>
                <a:lnTo>
                  <a:pt x="1099656" y="56756"/>
                </a:lnTo>
                <a:cubicBezTo>
                  <a:pt x="1100033" y="63333"/>
                  <a:pt x="1101899" y="68369"/>
                  <a:pt x="1105253" y="71864"/>
                </a:cubicBezTo>
                <a:cubicBezTo>
                  <a:pt x="1108607" y="75360"/>
                  <a:pt x="1112790" y="77107"/>
                  <a:pt x="1117803" y="77107"/>
                </a:cubicBezTo>
                <a:cubicBezTo>
                  <a:pt x="1121534" y="77107"/>
                  <a:pt x="1124718" y="76137"/>
                  <a:pt x="1127356" y="74196"/>
                </a:cubicBezTo>
                <a:cubicBezTo>
                  <a:pt x="1129994" y="72254"/>
                  <a:pt x="1132086" y="69154"/>
                  <a:pt x="1133631" y="64897"/>
                </a:cubicBezTo>
                <a:moveTo>
                  <a:pt x="1100222" y="48277"/>
                </a:moveTo>
                <a:lnTo>
                  <a:pt x="1133744" y="48277"/>
                </a:lnTo>
                <a:cubicBezTo>
                  <a:pt x="1133292" y="43309"/>
                  <a:pt x="1132011" y="39584"/>
                  <a:pt x="1129900" y="37100"/>
                </a:cubicBezTo>
                <a:cubicBezTo>
                  <a:pt x="1126659" y="33245"/>
                  <a:pt x="1122457" y="31318"/>
                  <a:pt x="1117294" y="31318"/>
                </a:cubicBezTo>
                <a:cubicBezTo>
                  <a:pt x="1112621" y="31318"/>
                  <a:pt x="1108692" y="32856"/>
                  <a:pt x="1105507" y="35934"/>
                </a:cubicBezTo>
                <a:cubicBezTo>
                  <a:pt x="1102323" y="39010"/>
                  <a:pt x="1100561" y="43124"/>
                  <a:pt x="1100222" y="48277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claim'sassertions.">
            <a:extLst xmlns:a="http://schemas.openxmlformats.org/drawingml/2006/main">
              <a:ext uri="{FF2B5EF4-FFF2-40B4-BE49-F238E27FC236}">
                <a16:creationId xmlns:a16="http://schemas.microsoft.com/office/drawing/2014/main" id="{6C18563E-19EB-49C5-907A-18B94255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182" y="4891343"/>
            <a:ext cx="927599" cy="84230"/>
          </a:xfrm>
          <a:custGeom xmlns:a="http://schemas.openxmlformats.org/drawingml/2006/main">
            <a:pathLst>
              <a:path w="927599" h="84230">
                <a:moveTo>
                  <a:pt x="42285" y="60827"/>
                </a:moveTo>
                <a:lnTo>
                  <a:pt x="52290" y="62127"/>
                </a:lnTo>
                <a:cubicBezTo>
                  <a:pt x="51198" y="69041"/>
                  <a:pt x="48399" y="74454"/>
                  <a:pt x="43896" y="78365"/>
                </a:cubicBezTo>
                <a:cubicBezTo>
                  <a:pt x="39392" y="82275"/>
                  <a:pt x="33862" y="84230"/>
                  <a:pt x="27304" y="84230"/>
                </a:cubicBezTo>
                <a:cubicBezTo>
                  <a:pt x="19088" y="84230"/>
                  <a:pt x="12484" y="81545"/>
                  <a:pt x="7490" y="76175"/>
                </a:cubicBezTo>
                <a:cubicBezTo>
                  <a:pt x="2497" y="70804"/>
                  <a:pt x="0" y="63107"/>
                  <a:pt x="0" y="53082"/>
                </a:cubicBezTo>
                <a:cubicBezTo>
                  <a:pt x="0" y="46600"/>
                  <a:pt x="1074" y="40928"/>
                  <a:pt x="3222" y="36066"/>
                </a:cubicBezTo>
                <a:cubicBezTo>
                  <a:pt x="5370" y="31205"/>
                  <a:pt x="8640" y="27559"/>
                  <a:pt x="13030" y="25128"/>
                </a:cubicBezTo>
                <a:cubicBezTo>
                  <a:pt x="17421" y="22697"/>
                  <a:pt x="22198" y="21481"/>
                  <a:pt x="27361" y="21481"/>
                </a:cubicBezTo>
                <a:cubicBezTo>
                  <a:pt x="33880" y="21481"/>
                  <a:pt x="39213" y="23136"/>
                  <a:pt x="43359" y="26444"/>
                </a:cubicBezTo>
                <a:cubicBezTo>
                  <a:pt x="47504" y="29751"/>
                  <a:pt x="50161" y="34447"/>
                  <a:pt x="51329" y="40532"/>
                </a:cubicBezTo>
                <a:lnTo>
                  <a:pt x="41437" y="42059"/>
                </a:lnTo>
                <a:cubicBezTo>
                  <a:pt x="40495" y="38045"/>
                  <a:pt x="38827" y="35025"/>
                  <a:pt x="36434" y="33000"/>
                </a:cubicBezTo>
                <a:cubicBezTo>
                  <a:pt x="34041" y="30974"/>
                  <a:pt x="31148" y="29961"/>
                  <a:pt x="27756" y="29961"/>
                </a:cubicBezTo>
                <a:cubicBezTo>
                  <a:pt x="22631" y="29961"/>
                  <a:pt x="18467" y="31789"/>
                  <a:pt x="15263" y="35446"/>
                </a:cubicBezTo>
                <a:cubicBezTo>
                  <a:pt x="12060" y="39102"/>
                  <a:pt x="10458" y="44886"/>
                  <a:pt x="10458" y="52799"/>
                </a:cubicBezTo>
                <a:cubicBezTo>
                  <a:pt x="10458" y="60825"/>
                  <a:pt x="12003" y="66657"/>
                  <a:pt x="15094" y="70295"/>
                </a:cubicBezTo>
                <a:cubicBezTo>
                  <a:pt x="18184" y="73932"/>
                  <a:pt x="22216" y="75751"/>
                  <a:pt x="27191" y="75751"/>
                </a:cubicBezTo>
                <a:cubicBezTo>
                  <a:pt x="31186" y="75751"/>
                  <a:pt x="34521" y="74530"/>
                  <a:pt x="37197" y="72090"/>
                </a:cubicBezTo>
                <a:cubicBezTo>
                  <a:pt x="39873" y="69650"/>
                  <a:pt x="41569" y="65895"/>
                  <a:pt x="42285" y="60827"/>
                </a:cubicBezTo>
                <a:close/>
                <a:moveTo>
                  <a:pt x="60770" y="82873"/>
                </a:moveTo>
                <a:lnTo>
                  <a:pt x="60770" y="0"/>
                </a:lnTo>
                <a:lnTo>
                  <a:pt x="70945" y="0"/>
                </a:lnTo>
                <a:lnTo>
                  <a:pt x="70945" y="82873"/>
                </a:lnTo>
                <a:lnTo>
                  <a:pt x="60770" y="82873"/>
                </a:lnTo>
                <a:close/>
                <a:moveTo>
                  <a:pt x="125897" y="75461"/>
                </a:moveTo>
                <a:cubicBezTo>
                  <a:pt x="122128" y="78667"/>
                  <a:pt x="118500" y="80930"/>
                  <a:pt x="115014" y="82250"/>
                </a:cubicBezTo>
                <a:cubicBezTo>
                  <a:pt x="111528" y="83570"/>
                  <a:pt x="107788" y="84230"/>
                  <a:pt x="103793" y="84230"/>
                </a:cubicBezTo>
                <a:cubicBezTo>
                  <a:pt x="97198" y="84230"/>
                  <a:pt x="92129" y="82618"/>
                  <a:pt x="88587" y="79393"/>
                </a:cubicBezTo>
                <a:cubicBezTo>
                  <a:pt x="85044" y="76169"/>
                  <a:pt x="83273" y="72048"/>
                  <a:pt x="83273" y="67033"/>
                </a:cubicBezTo>
                <a:cubicBezTo>
                  <a:pt x="83273" y="64092"/>
                  <a:pt x="83942" y="61405"/>
                  <a:pt x="85280" y="58973"/>
                </a:cubicBezTo>
                <a:cubicBezTo>
                  <a:pt x="86617" y="56540"/>
                  <a:pt x="88370" y="54588"/>
                  <a:pt x="90537" y="53117"/>
                </a:cubicBezTo>
                <a:cubicBezTo>
                  <a:pt x="92704" y="51646"/>
                  <a:pt x="95144" y="50534"/>
                  <a:pt x="97858" y="49780"/>
                </a:cubicBezTo>
                <a:cubicBezTo>
                  <a:pt x="99855" y="49251"/>
                  <a:pt x="102870" y="48742"/>
                  <a:pt x="106902" y="48252"/>
                </a:cubicBezTo>
                <a:cubicBezTo>
                  <a:pt x="115118" y="47279"/>
                  <a:pt x="121167" y="46119"/>
                  <a:pt x="125049" y="44772"/>
                </a:cubicBezTo>
                <a:cubicBezTo>
                  <a:pt x="125086" y="43383"/>
                  <a:pt x="125105" y="42501"/>
                  <a:pt x="125105" y="42126"/>
                </a:cubicBezTo>
                <a:cubicBezTo>
                  <a:pt x="125105" y="37995"/>
                  <a:pt x="124144" y="35086"/>
                  <a:pt x="122222" y="33397"/>
                </a:cubicBezTo>
                <a:cubicBezTo>
                  <a:pt x="119622" y="31106"/>
                  <a:pt x="115759" y="29961"/>
                  <a:pt x="110633" y="29961"/>
                </a:cubicBezTo>
                <a:cubicBezTo>
                  <a:pt x="105847" y="29961"/>
                  <a:pt x="102314" y="30800"/>
                  <a:pt x="100034" y="32477"/>
                </a:cubicBezTo>
                <a:cubicBezTo>
                  <a:pt x="97754" y="34154"/>
                  <a:pt x="96067" y="37122"/>
                  <a:pt x="94974" y="41380"/>
                </a:cubicBezTo>
                <a:lnTo>
                  <a:pt x="85025" y="40023"/>
                </a:lnTo>
                <a:cubicBezTo>
                  <a:pt x="85930" y="35752"/>
                  <a:pt x="87418" y="32302"/>
                  <a:pt x="89491" y="29675"/>
                </a:cubicBezTo>
                <a:cubicBezTo>
                  <a:pt x="91564" y="27047"/>
                  <a:pt x="94560" y="25025"/>
                  <a:pt x="98479" y="23608"/>
                </a:cubicBezTo>
                <a:cubicBezTo>
                  <a:pt x="102399" y="22190"/>
                  <a:pt x="106940" y="21481"/>
                  <a:pt x="112103" y="21481"/>
                </a:cubicBezTo>
                <a:cubicBezTo>
                  <a:pt x="117229" y="21481"/>
                  <a:pt x="121393" y="22084"/>
                  <a:pt x="124596" y="23290"/>
                </a:cubicBezTo>
                <a:cubicBezTo>
                  <a:pt x="127800" y="24496"/>
                  <a:pt x="130155" y="26013"/>
                  <a:pt x="131663" y="27841"/>
                </a:cubicBezTo>
                <a:cubicBezTo>
                  <a:pt x="133170" y="29669"/>
                  <a:pt x="134225" y="31977"/>
                  <a:pt x="134828" y="34766"/>
                </a:cubicBezTo>
                <a:cubicBezTo>
                  <a:pt x="135167" y="36500"/>
                  <a:pt x="135337" y="39628"/>
                  <a:pt x="135337" y="44150"/>
                </a:cubicBezTo>
                <a:lnTo>
                  <a:pt x="135337" y="57717"/>
                </a:lnTo>
                <a:cubicBezTo>
                  <a:pt x="135337" y="67177"/>
                  <a:pt x="135554" y="73160"/>
                  <a:pt x="135987" y="75666"/>
                </a:cubicBezTo>
                <a:cubicBezTo>
                  <a:pt x="136421" y="78172"/>
                  <a:pt x="137278" y="80574"/>
                  <a:pt x="138559" y="82873"/>
                </a:cubicBezTo>
                <a:lnTo>
                  <a:pt x="127932" y="82873"/>
                </a:lnTo>
                <a:cubicBezTo>
                  <a:pt x="126876" y="80761"/>
                  <a:pt x="126198" y="78290"/>
                  <a:pt x="125897" y="75461"/>
                </a:cubicBezTo>
                <a:moveTo>
                  <a:pt x="125049" y="52686"/>
                </a:moveTo>
                <a:cubicBezTo>
                  <a:pt x="121355" y="54207"/>
                  <a:pt x="115815" y="55499"/>
                  <a:pt x="108429" y="56562"/>
                </a:cubicBezTo>
                <a:cubicBezTo>
                  <a:pt x="104245" y="57167"/>
                  <a:pt x="101287" y="57849"/>
                  <a:pt x="99553" y="58606"/>
                </a:cubicBezTo>
                <a:cubicBezTo>
                  <a:pt x="97820" y="59362"/>
                  <a:pt x="96482" y="60469"/>
                  <a:pt x="95540" y="61927"/>
                </a:cubicBezTo>
                <a:cubicBezTo>
                  <a:pt x="94598" y="63384"/>
                  <a:pt x="94127" y="65002"/>
                  <a:pt x="94127" y="66780"/>
                </a:cubicBezTo>
                <a:cubicBezTo>
                  <a:pt x="94127" y="69504"/>
                  <a:pt x="95153" y="71775"/>
                  <a:pt x="97207" y="73592"/>
                </a:cubicBezTo>
                <a:cubicBezTo>
                  <a:pt x="99261" y="75408"/>
                  <a:pt x="102267" y="76316"/>
                  <a:pt x="106224" y="76316"/>
                </a:cubicBezTo>
                <a:cubicBezTo>
                  <a:pt x="110143" y="76316"/>
                  <a:pt x="113629" y="75454"/>
                  <a:pt x="116682" y="73731"/>
                </a:cubicBezTo>
                <a:cubicBezTo>
                  <a:pt x="119735" y="72008"/>
                  <a:pt x="121977" y="69651"/>
                  <a:pt x="123409" y="66660"/>
                </a:cubicBezTo>
                <a:cubicBezTo>
                  <a:pt x="124502" y="64349"/>
                  <a:pt x="125049" y="60941"/>
                  <a:pt x="125049" y="56435"/>
                </a:cubicBezTo>
                <a:lnTo>
                  <a:pt x="125049" y="52686"/>
                </a:lnTo>
                <a:close/>
                <a:moveTo>
                  <a:pt x="151171" y="11758"/>
                </a:moveTo>
                <a:lnTo>
                  <a:pt x="151171" y="0"/>
                </a:lnTo>
                <a:lnTo>
                  <a:pt x="161346" y="0"/>
                </a:lnTo>
                <a:lnTo>
                  <a:pt x="161346" y="11758"/>
                </a:lnTo>
                <a:lnTo>
                  <a:pt x="151171" y="11758"/>
                </a:lnTo>
                <a:moveTo>
                  <a:pt x="151171" y="82873"/>
                </a:moveTo>
                <a:lnTo>
                  <a:pt x="151171" y="22838"/>
                </a:lnTo>
                <a:lnTo>
                  <a:pt x="161346" y="22838"/>
                </a:lnTo>
                <a:lnTo>
                  <a:pt x="161346" y="82873"/>
                </a:lnTo>
                <a:lnTo>
                  <a:pt x="151171" y="82873"/>
                </a:lnTo>
                <a:close/>
                <a:moveTo>
                  <a:pt x="176839" y="82873"/>
                </a:moveTo>
                <a:lnTo>
                  <a:pt x="176839" y="22838"/>
                </a:lnTo>
                <a:lnTo>
                  <a:pt x="185941" y="22838"/>
                </a:lnTo>
                <a:lnTo>
                  <a:pt x="185941" y="31205"/>
                </a:lnTo>
                <a:cubicBezTo>
                  <a:pt x="187825" y="28282"/>
                  <a:pt x="190331" y="25930"/>
                  <a:pt x="193459" y="24151"/>
                </a:cubicBezTo>
                <a:cubicBezTo>
                  <a:pt x="196587" y="22371"/>
                  <a:pt x="200149" y="21481"/>
                  <a:pt x="204144" y="21481"/>
                </a:cubicBezTo>
                <a:cubicBezTo>
                  <a:pt x="208591" y="21481"/>
                  <a:pt x="212237" y="22400"/>
                  <a:pt x="215082" y="24237"/>
                </a:cubicBezTo>
                <a:cubicBezTo>
                  <a:pt x="217928" y="26073"/>
                  <a:pt x="219934" y="28641"/>
                  <a:pt x="221103" y="31940"/>
                </a:cubicBezTo>
                <a:cubicBezTo>
                  <a:pt x="225851" y="24968"/>
                  <a:pt x="232032" y="21481"/>
                  <a:pt x="239645" y="21481"/>
                </a:cubicBezTo>
                <a:cubicBezTo>
                  <a:pt x="245599" y="21481"/>
                  <a:pt x="250178" y="23130"/>
                  <a:pt x="253381" y="26428"/>
                </a:cubicBezTo>
                <a:cubicBezTo>
                  <a:pt x="256585" y="29725"/>
                  <a:pt x="258186" y="34804"/>
                  <a:pt x="258186" y="41663"/>
                </a:cubicBezTo>
                <a:lnTo>
                  <a:pt x="258186" y="82873"/>
                </a:lnTo>
                <a:lnTo>
                  <a:pt x="248068" y="82873"/>
                </a:lnTo>
                <a:lnTo>
                  <a:pt x="248068" y="45014"/>
                </a:lnTo>
                <a:cubicBezTo>
                  <a:pt x="248068" y="40939"/>
                  <a:pt x="247738" y="38006"/>
                  <a:pt x="247078" y="36215"/>
                </a:cubicBezTo>
                <a:cubicBezTo>
                  <a:pt x="246419" y="34422"/>
                  <a:pt x="245222" y="32979"/>
                  <a:pt x="243489" y="31885"/>
                </a:cubicBezTo>
                <a:cubicBezTo>
                  <a:pt x="241755" y="30791"/>
                  <a:pt x="239720" y="30244"/>
                  <a:pt x="237383" y="30244"/>
                </a:cubicBezTo>
                <a:cubicBezTo>
                  <a:pt x="233162" y="30244"/>
                  <a:pt x="229658" y="31649"/>
                  <a:pt x="226869" y="34460"/>
                </a:cubicBezTo>
                <a:cubicBezTo>
                  <a:pt x="224080" y="37271"/>
                  <a:pt x="222685" y="41769"/>
                  <a:pt x="222685" y="47957"/>
                </a:cubicBezTo>
                <a:lnTo>
                  <a:pt x="222685" y="82873"/>
                </a:lnTo>
                <a:lnTo>
                  <a:pt x="212510" y="82873"/>
                </a:lnTo>
                <a:lnTo>
                  <a:pt x="212510" y="43825"/>
                </a:lnTo>
                <a:cubicBezTo>
                  <a:pt x="212510" y="39298"/>
                  <a:pt x="211681" y="35903"/>
                  <a:pt x="210023" y="33639"/>
                </a:cubicBezTo>
                <a:cubicBezTo>
                  <a:pt x="208364" y="31375"/>
                  <a:pt x="205651" y="30244"/>
                  <a:pt x="201882" y="30244"/>
                </a:cubicBezTo>
                <a:cubicBezTo>
                  <a:pt x="199018" y="30244"/>
                  <a:pt x="196371" y="30999"/>
                  <a:pt x="193940" y="32508"/>
                </a:cubicBezTo>
                <a:cubicBezTo>
                  <a:pt x="191509" y="34017"/>
                  <a:pt x="189747" y="36224"/>
                  <a:pt x="188654" y="39130"/>
                </a:cubicBezTo>
                <a:cubicBezTo>
                  <a:pt x="187561" y="42034"/>
                  <a:pt x="187015" y="46221"/>
                  <a:pt x="187015" y="51692"/>
                </a:cubicBezTo>
                <a:lnTo>
                  <a:pt x="187015" y="82873"/>
                </a:lnTo>
                <a:lnTo>
                  <a:pt x="176839" y="82873"/>
                </a:lnTo>
                <a:close/>
                <a:moveTo>
                  <a:pt x="273347" y="29396"/>
                </a:moveTo>
                <a:lnTo>
                  <a:pt x="270747" y="13876"/>
                </a:lnTo>
                <a:lnTo>
                  <a:pt x="270747" y="0"/>
                </a:lnTo>
                <a:lnTo>
                  <a:pt x="282336" y="0"/>
                </a:lnTo>
                <a:lnTo>
                  <a:pt x="282336" y="13876"/>
                </a:lnTo>
                <a:lnTo>
                  <a:pt x="279622" y="29396"/>
                </a:lnTo>
                <a:lnTo>
                  <a:pt x="273347" y="29396"/>
                </a:lnTo>
                <a:close/>
                <a:moveTo>
                  <a:pt x="291322" y="64897"/>
                </a:moveTo>
                <a:lnTo>
                  <a:pt x="301384" y="63314"/>
                </a:lnTo>
                <a:cubicBezTo>
                  <a:pt x="301949" y="67329"/>
                  <a:pt x="303523" y="70405"/>
                  <a:pt x="306104" y="72544"/>
                </a:cubicBezTo>
                <a:cubicBezTo>
                  <a:pt x="308686" y="74682"/>
                  <a:pt x="312295" y="75751"/>
                  <a:pt x="316930" y="75751"/>
                </a:cubicBezTo>
                <a:cubicBezTo>
                  <a:pt x="321603" y="75751"/>
                  <a:pt x="325070" y="74807"/>
                  <a:pt x="327332" y="72919"/>
                </a:cubicBezTo>
                <a:cubicBezTo>
                  <a:pt x="329593" y="71030"/>
                  <a:pt x="330723" y="68814"/>
                  <a:pt x="330723" y="66273"/>
                </a:cubicBezTo>
                <a:cubicBezTo>
                  <a:pt x="330723" y="63992"/>
                  <a:pt x="329725" y="62197"/>
                  <a:pt x="327727" y="60888"/>
                </a:cubicBezTo>
                <a:cubicBezTo>
                  <a:pt x="326333" y="59991"/>
                  <a:pt x="322866" y="58850"/>
                  <a:pt x="317326" y="57467"/>
                </a:cubicBezTo>
                <a:cubicBezTo>
                  <a:pt x="309864" y="55581"/>
                  <a:pt x="304691" y="53950"/>
                  <a:pt x="301808" y="52573"/>
                </a:cubicBezTo>
                <a:cubicBezTo>
                  <a:pt x="298925" y="51196"/>
                  <a:pt x="296739" y="49291"/>
                  <a:pt x="295251" y="46858"/>
                </a:cubicBezTo>
                <a:cubicBezTo>
                  <a:pt x="293762" y="44425"/>
                  <a:pt x="293018" y="41738"/>
                  <a:pt x="293018" y="38796"/>
                </a:cubicBezTo>
                <a:cubicBezTo>
                  <a:pt x="293018" y="36118"/>
                  <a:pt x="293630" y="33637"/>
                  <a:pt x="294855" y="31355"/>
                </a:cubicBezTo>
                <a:cubicBezTo>
                  <a:pt x="296080" y="29072"/>
                  <a:pt x="297747" y="27177"/>
                  <a:pt x="299858" y="25668"/>
                </a:cubicBezTo>
                <a:cubicBezTo>
                  <a:pt x="301441" y="24499"/>
                  <a:pt x="303598" y="23509"/>
                  <a:pt x="306331" y="22699"/>
                </a:cubicBezTo>
                <a:cubicBezTo>
                  <a:pt x="309063" y="21887"/>
                  <a:pt x="311993" y="21481"/>
                  <a:pt x="315121" y="21481"/>
                </a:cubicBezTo>
                <a:cubicBezTo>
                  <a:pt x="319832" y="21481"/>
                  <a:pt x="323968" y="22165"/>
                  <a:pt x="327529" y="23531"/>
                </a:cubicBezTo>
                <a:cubicBezTo>
                  <a:pt x="331091" y="24896"/>
                  <a:pt x="333719" y="26745"/>
                  <a:pt x="335415" y="29080"/>
                </a:cubicBezTo>
                <a:cubicBezTo>
                  <a:pt x="337111" y="31413"/>
                  <a:pt x="338280" y="34533"/>
                  <a:pt x="338920" y="38441"/>
                </a:cubicBezTo>
                <a:lnTo>
                  <a:pt x="328971" y="39797"/>
                </a:lnTo>
                <a:cubicBezTo>
                  <a:pt x="328519" y="36707"/>
                  <a:pt x="327209" y="34295"/>
                  <a:pt x="325042" y="32561"/>
                </a:cubicBezTo>
                <a:cubicBezTo>
                  <a:pt x="322875" y="30828"/>
                  <a:pt x="319813" y="29961"/>
                  <a:pt x="315856" y="29961"/>
                </a:cubicBezTo>
                <a:cubicBezTo>
                  <a:pt x="311183" y="29961"/>
                  <a:pt x="307847" y="30730"/>
                  <a:pt x="305850" y="32268"/>
                </a:cubicBezTo>
                <a:cubicBezTo>
                  <a:pt x="303853" y="33805"/>
                  <a:pt x="302854" y="35605"/>
                  <a:pt x="302854" y="37669"/>
                </a:cubicBezTo>
                <a:cubicBezTo>
                  <a:pt x="302854" y="38981"/>
                  <a:pt x="303269" y="40162"/>
                  <a:pt x="304098" y="41212"/>
                </a:cubicBezTo>
                <a:cubicBezTo>
                  <a:pt x="304927" y="42299"/>
                  <a:pt x="306227" y="43199"/>
                  <a:pt x="307998" y="43912"/>
                </a:cubicBezTo>
                <a:cubicBezTo>
                  <a:pt x="309016" y="44287"/>
                  <a:pt x="312012" y="45150"/>
                  <a:pt x="316987" y="46500"/>
                </a:cubicBezTo>
                <a:cubicBezTo>
                  <a:pt x="324185" y="48421"/>
                  <a:pt x="329206" y="49993"/>
                  <a:pt x="332052" y="51216"/>
                </a:cubicBezTo>
                <a:cubicBezTo>
                  <a:pt x="334897" y="52440"/>
                  <a:pt x="337130" y="54220"/>
                  <a:pt x="338751" y="56555"/>
                </a:cubicBezTo>
                <a:cubicBezTo>
                  <a:pt x="340371" y="58889"/>
                  <a:pt x="341181" y="61788"/>
                  <a:pt x="341181" y="65252"/>
                </a:cubicBezTo>
                <a:cubicBezTo>
                  <a:pt x="341181" y="68641"/>
                  <a:pt x="340192" y="71833"/>
                  <a:pt x="338214" y="74827"/>
                </a:cubicBezTo>
                <a:cubicBezTo>
                  <a:pt x="336235" y="77819"/>
                  <a:pt x="333380" y="80135"/>
                  <a:pt x="329649" y="81773"/>
                </a:cubicBezTo>
                <a:cubicBezTo>
                  <a:pt x="325918" y="83411"/>
                  <a:pt x="321697" y="84230"/>
                  <a:pt x="316987" y="84230"/>
                </a:cubicBezTo>
                <a:cubicBezTo>
                  <a:pt x="309185" y="84230"/>
                  <a:pt x="303240" y="82605"/>
                  <a:pt x="299151" y="79354"/>
                </a:cubicBezTo>
                <a:cubicBezTo>
                  <a:pt x="295062" y="76104"/>
                  <a:pt x="292452" y="71285"/>
                  <a:pt x="291322" y="64897"/>
                </a:cubicBezTo>
                <a:close/>
                <a:moveTo>
                  <a:pt x="424616" y="75461"/>
                </a:moveTo>
                <a:cubicBezTo>
                  <a:pt x="420848" y="78667"/>
                  <a:pt x="417220" y="80930"/>
                  <a:pt x="413734" y="82250"/>
                </a:cubicBezTo>
                <a:cubicBezTo>
                  <a:pt x="410248" y="83570"/>
                  <a:pt x="406508" y="84230"/>
                  <a:pt x="402513" y="84230"/>
                </a:cubicBezTo>
                <a:cubicBezTo>
                  <a:pt x="395918" y="84230"/>
                  <a:pt x="390849" y="82618"/>
                  <a:pt x="387306" y="79393"/>
                </a:cubicBezTo>
                <a:cubicBezTo>
                  <a:pt x="383764" y="76169"/>
                  <a:pt x="381993" y="72048"/>
                  <a:pt x="381993" y="67033"/>
                </a:cubicBezTo>
                <a:cubicBezTo>
                  <a:pt x="381993" y="64092"/>
                  <a:pt x="382662" y="61405"/>
                  <a:pt x="383999" y="58973"/>
                </a:cubicBezTo>
                <a:cubicBezTo>
                  <a:pt x="385337" y="56540"/>
                  <a:pt x="387090" y="54588"/>
                  <a:pt x="389257" y="53117"/>
                </a:cubicBezTo>
                <a:cubicBezTo>
                  <a:pt x="391424" y="51646"/>
                  <a:pt x="393864" y="50534"/>
                  <a:pt x="396577" y="49780"/>
                </a:cubicBezTo>
                <a:cubicBezTo>
                  <a:pt x="398575" y="49251"/>
                  <a:pt x="401590" y="48742"/>
                  <a:pt x="405622" y="48252"/>
                </a:cubicBezTo>
                <a:cubicBezTo>
                  <a:pt x="413838" y="47279"/>
                  <a:pt x="419887" y="46119"/>
                  <a:pt x="423768" y="44772"/>
                </a:cubicBezTo>
                <a:cubicBezTo>
                  <a:pt x="423806" y="43383"/>
                  <a:pt x="423825" y="42501"/>
                  <a:pt x="423825" y="42126"/>
                </a:cubicBezTo>
                <a:cubicBezTo>
                  <a:pt x="423825" y="37995"/>
                  <a:pt x="422864" y="35086"/>
                  <a:pt x="420942" y="33397"/>
                </a:cubicBezTo>
                <a:cubicBezTo>
                  <a:pt x="418342" y="31106"/>
                  <a:pt x="414479" y="29961"/>
                  <a:pt x="409353" y="29961"/>
                </a:cubicBezTo>
                <a:cubicBezTo>
                  <a:pt x="404567" y="29961"/>
                  <a:pt x="401034" y="30800"/>
                  <a:pt x="398754" y="32477"/>
                </a:cubicBezTo>
                <a:cubicBezTo>
                  <a:pt x="396474" y="34154"/>
                  <a:pt x="394787" y="37122"/>
                  <a:pt x="393694" y="41380"/>
                </a:cubicBezTo>
                <a:lnTo>
                  <a:pt x="383745" y="40023"/>
                </a:lnTo>
                <a:cubicBezTo>
                  <a:pt x="384650" y="35752"/>
                  <a:pt x="386138" y="32302"/>
                  <a:pt x="388211" y="29675"/>
                </a:cubicBezTo>
                <a:cubicBezTo>
                  <a:pt x="390284" y="27047"/>
                  <a:pt x="393280" y="25025"/>
                  <a:pt x="397199" y="23608"/>
                </a:cubicBezTo>
                <a:cubicBezTo>
                  <a:pt x="401119" y="22190"/>
                  <a:pt x="405660" y="21481"/>
                  <a:pt x="410823" y="21481"/>
                </a:cubicBezTo>
                <a:cubicBezTo>
                  <a:pt x="415948" y="21481"/>
                  <a:pt x="420113" y="22084"/>
                  <a:pt x="423316" y="23290"/>
                </a:cubicBezTo>
                <a:cubicBezTo>
                  <a:pt x="426520" y="24496"/>
                  <a:pt x="428875" y="26013"/>
                  <a:pt x="430383" y="27841"/>
                </a:cubicBezTo>
                <a:cubicBezTo>
                  <a:pt x="431890" y="29669"/>
                  <a:pt x="432945" y="31977"/>
                  <a:pt x="433548" y="34766"/>
                </a:cubicBezTo>
                <a:cubicBezTo>
                  <a:pt x="433887" y="36500"/>
                  <a:pt x="434057" y="39628"/>
                  <a:pt x="434057" y="44150"/>
                </a:cubicBezTo>
                <a:lnTo>
                  <a:pt x="434057" y="57717"/>
                </a:lnTo>
                <a:cubicBezTo>
                  <a:pt x="434057" y="67177"/>
                  <a:pt x="434274" y="73160"/>
                  <a:pt x="434707" y="75666"/>
                </a:cubicBezTo>
                <a:cubicBezTo>
                  <a:pt x="435140" y="78172"/>
                  <a:pt x="435998" y="80574"/>
                  <a:pt x="437279" y="82873"/>
                </a:cubicBezTo>
                <a:lnTo>
                  <a:pt x="426652" y="82873"/>
                </a:lnTo>
                <a:cubicBezTo>
                  <a:pt x="425596" y="80761"/>
                  <a:pt x="424918" y="78290"/>
                  <a:pt x="424616" y="75461"/>
                </a:cubicBezTo>
                <a:moveTo>
                  <a:pt x="423768" y="52686"/>
                </a:moveTo>
                <a:cubicBezTo>
                  <a:pt x="420075" y="54207"/>
                  <a:pt x="414535" y="55499"/>
                  <a:pt x="407149" y="56562"/>
                </a:cubicBezTo>
                <a:cubicBezTo>
                  <a:pt x="402965" y="57167"/>
                  <a:pt x="400007" y="57849"/>
                  <a:pt x="398273" y="58606"/>
                </a:cubicBezTo>
                <a:cubicBezTo>
                  <a:pt x="396540" y="59362"/>
                  <a:pt x="395202" y="60469"/>
                  <a:pt x="394260" y="61927"/>
                </a:cubicBezTo>
                <a:cubicBezTo>
                  <a:pt x="393317" y="63384"/>
                  <a:pt x="392846" y="65002"/>
                  <a:pt x="392846" y="66780"/>
                </a:cubicBezTo>
                <a:cubicBezTo>
                  <a:pt x="392846" y="69504"/>
                  <a:pt x="393873" y="71775"/>
                  <a:pt x="395927" y="73592"/>
                </a:cubicBezTo>
                <a:cubicBezTo>
                  <a:pt x="397981" y="75408"/>
                  <a:pt x="400987" y="76316"/>
                  <a:pt x="404944" y="76316"/>
                </a:cubicBezTo>
                <a:cubicBezTo>
                  <a:pt x="408863" y="76316"/>
                  <a:pt x="412349" y="75454"/>
                  <a:pt x="415402" y="73731"/>
                </a:cubicBezTo>
                <a:cubicBezTo>
                  <a:pt x="418455" y="72008"/>
                  <a:pt x="420697" y="69651"/>
                  <a:pt x="422129" y="66660"/>
                </a:cubicBezTo>
                <a:cubicBezTo>
                  <a:pt x="423222" y="64349"/>
                  <a:pt x="423768" y="60941"/>
                  <a:pt x="423768" y="56435"/>
                </a:cubicBezTo>
                <a:lnTo>
                  <a:pt x="423768" y="52686"/>
                </a:lnTo>
                <a:close/>
                <a:moveTo>
                  <a:pt x="445765" y="64897"/>
                </a:moveTo>
                <a:lnTo>
                  <a:pt x="455827" y="63314"/>
                </a:lnTo>
                <a:cubicBezTo>
                  <a:pt x="456392" y="67329"/>
                  <a:pt x="457966" y="70405"/>
                  <a:pt x="460547" y="72544"/>
                </a:cubicBezTo>
                <a:cubicBezTo>
                  <a:pt x="463129" y="74682"/>
                  <a:pt x="466737" y="75751"/>
                  <a:pt x="471373" y="75751"/>
                </a:cubicBezTo>
                <a:cubicBezTo>
                  <a:pt x="476046" y="75751"/>
                  <a:pt x="479513" y="74807"/>
                  <a:pt x="481774" y="72919"/>
                </a:cubicBezTo>
                <a:cubicBezTo>
                  <a:pt x="484035" y="71030"/>
                  <a:pt x="485166" y="68814"/>
                  <a:pt x="485166" y="66273"/>
                </a:cubicBezTo>
                <a:cubicBezTo>
                  <a:pt x="485166" y="63992"/>
                  <a:pt x="484167" y="62197"/>
                  <a:pt x="482170" y="60888"/>
                </a:cubicBezTo>
                <a:cubicBezTo>
                  <a:pt x="480776" y="59991"/>
                  <a:pt x="477308" y="58850"/>
                  <a:pt x="471768" y="57467"/>
                </a:cubicBezTo>
                <a:cubicBezTo>
                  <a:pt x="464306" y="55581"/>
                  <a:pt x="459134" y="53950"/>
                  <a:pt x="456251" y="52573"/>
                </a:cubicBezTo>
                <a:cubicBezTo>
                  <a:pt x="453368" y="51196"/>
                  <a:pt x="451182" y="49291"/>
                  <a:pt x="449693" y="46858"/>
                </a:cubicBezTo>
                <a:cubicBezTo>
                  <a:pt x="448205" y="44425"/>
                  <a:pt x="447460" y="41738"/>
                  <a:pt x="447460" y="38796"/>
                </a:cubicBezTo>
                <a:cubicBezTo>
                  <a:pt x="447460" y="36118"/>
                  <a:pt x="448073" y="33637"/>
                  <a:pt x="449298" y="31355"/>
                </a:cubicBezTo>
                <a:cubicBezTo>
                  <a:pt x="450522" y="29072"/>
                  <a:pt x="452190" y="27177"/>
                  <a:pt x="454301" y="25668"/>
                </a:cubicBezTo>
                <a:cubicBezTo>
                  <a:pt x="455883" y="24499"/>
                  <a:pt x="458041" y="23509"/>
                  <a:pt x="460773" y="22699"/>
                </a:cubicBezTo>
                <a:cubicBezTo>
                  <a:pt x="463506" y="21887"/>
                  <a:pt x="466436" y="21481"/>
                  <a:pt x="469564" y="21481"/>
                </a:cubicBezTo>
                <a:cubicBezTo>
                  <a:pt x="474275" y="21481"/>
                  <a:pt x="478411" y="22165"/>
                  <a:pt x="481972" y="23531"/>
                </a:cubicBezTo>
                <a:cubicBezTo>
                  <a:pt x="485534" y="24896"/>
                  <a:pt x="488162" y="26745"/>
                  <a:pt x="489858" y="29080"/>
                </a:cubicBezTo>
                <a:cubicBezTo>
                  <a:pt x="491554" y="31413"/>
                  <a:pt x="492722" y="34533"/>
                  <a:pt x="493363" y="38441"/>
                </a:cubicBezTo>
                <a:lnTo>
                  <a:pt x="483414" y="39797"/>
                </a:lnTo>
                <a:cubicBezTo>
                  <a:pt x="482961" y="36707"/>
                  <a:pt x="481652" y="34295"/>
                  <a:pt x="479485" y="32561"/>
                </a:cubicBezTo>
                <a:cubicBezTo>
                  <a:pt x="477318" y="30828"/>
                  <a:pt x="474256" y="29961"/>
                  <a:pt x="470299" y="29961"/>
                </a:cubicBezTo>
                <a:cubicBezTo>
                  <a:pt x="465625" y="29961"/>
                  <a:pt x="462290" y="30730"/>
                  <a:pt x="460293" y="32268"/>
                </a:cubicBezTo>
                <a:cubicBezTo>
                  <a:pt x="458295" y="33805"/>
                  <a:pt x="457297" y="35605"/>
                  <a:pt x="457297" y="37669"/>
                </a:cubicBezTo>
                <a:cubicBezTo>
                  <a:pt x="457297" y="38981"/>
                  <a:pt x="457711" y="40162"/>
                  <a:pt x="458540" y="41212"/>
                </a:cubicBezTo>
                <a:cubicBezTo>
                  <a:pt x="459369" y="42299"/>
                  <a:pt x="460670" y="43199"/>
                  <a:pt x="462441" y="43912"/>
                </a:cubicBezTo>
                <a:cubicBezTo>
                  <a:pt x="463458" y="44287"/>
                  <a:pt x="466455" y="45150"/>
                  <a:pt x="471429" y="46500"/>
                </a:cubicBezTo>
                <a:cubicBezTo>
                  <a:pt x="478627" y="48421"/>
                  <a:pt x="483649" y="49993"/>
                  <a:pt x="486495" y="51216"/>
                </a:cubicBezTo>
                <a:cubicBezTo>
                  <a:pt x="489340" y="52440"/>
                  <a:pt x="491573" y="54220"/>
                  <a:pt x="493193" y="56555"/>
                </a:cubicBezTo>
                <a:cubicBezTo>
                  <a:pt x="494814" y="58889"/>
                  <a:pt x="495624" y="61788"/>
                  <a:pt x="495624" y="65252"/>
                </a:cubicBezTo>
                <a:cubicBezTo>
                  <a:pt x="495624" y="68641"/>
                  <a:pt x="494635" y="71833"/>
                  <a:pt x="492656" y="74827"/>
                </a:cubicBezTo>
                <a:cubicBezTo>
                  <a:pt x="490678" y="77819"/>
                  <a:pt x="487823" y="80135"/>
                  <a:pt x="484092" y="81773"/>
                </a:cubicBezTo>
                <a:cubicBezTo>
                  <a:pt x="480361" y="83411"/>
                  <a:pt x="476140" y="84230"/>
                  <a:pt x="471429" y="84230"/>
                </a:cubicBezTo>
                <a:cubicBezTo>
                  <a:pt x="463628" y="84230"/>
                  <a:pt x="457683" y="82605"/>
                  <a:pt x="453594" y="79354"/>
                </a:cubicBezTo>
                <a:cubicBezTo>
                  <a:pt x="449505" y="76104"/>
                  <a:pt x="446895" y="71285"/>
                  <a:pt x="445765" y="64897"/>
                </a:cubicBezTo>
                <a:close/>
                <a:moveTo>
                  <a:pt x="503651" y="64897"/>
                </a:moveTo>
                <a:lnTo>
                  <a:pt x="513714" y="63314"/>
                </a:lnTo>
                <a:cubicBezTo>
                  <a:pt x="514279" y="67329"/>
                  <a:pt x="515852" y="70405"/>
                  <a:pt x="518434" y="72544"/>
                </a:cubicBezTo>
                <a:cubicBezTo>
                  <a:pt x="521015" y="74682"/>
                  <a:pt x="524624" y="75751"/>
                  <a:pt x="529259" y="75751"/>
                </a:cubicBezTo>
                <a:cubicBezTo>
                  <a:pt x="533933" y="75751"/>
                  <a:pt x="537400" y="74807"/>
                  <a:pt x="539661" y="72919"/>
                </a:cubicBezTo>
                <a:cubicBezTo>
                  <a:pt x="541922" y="71030"/>
                  <a:pt x="543053" y="68814"/>
                  <a:pt x="543053" y="66273"/>
                </a:cubicBezTo>
                <a:cubicBezTo>
                  <a:pt x="543053" y="63992"/>
                  <a:pt x="542054" y="62197"/>
                  <a:pt x="540057" y="60888"/>
                </a:cubicBezTo>
                <a:cubicBezTo>
                  <a:pt x="538662" y="59991"/>
                  <a:pt x="535195" y="58850"/>
                  <a:pt x="529655" y="57467"/>
                </a:cubicBezTo>
                <a:cubicBezTo>
                  <a:pt x="522193" y="55581"/>
                  <a:pt x="517021" y="53950"/>
                  <a:pt x="514138" y="52573"/>
                </a:cubicBezTo>
                <a:cubicBezTo>
                  <a:pt x="511255" y="51196"/>
                  <a:pt x="509069" y="49291"/>
                  <a:pt x="507580" y="46858"/>
                </a:cubicBezTo>
                <a:cubicBezTo>
                  <a:pt x="506091" y="44425"/>
                  <a:pt x="505347" y="41738"/>
                  <a:pt x="505347" y="38796"/>
                </a:cubicBezTo>
                <a:cubicBezTo>
                  <a:pt x="505347" y="36118"/>
                  <a:pt x="505960" y="33637"/>
                  <a:pt x="507184" y="31355"/>
                </a:cubicBezTo>
                <a:cubicBezTo>
                  <a:pt x="508409" y="29072"/>
                  <a:pt x="510077" y="27177"/>
                  <a:pt x="512187" y="25668"/>
                </a:cubicBezTo>
                <a:cubicBezTo>
                  <a:pt x="513770" y="24499"/>
                  <a:pt x="515928" y="23509"/>
                  <a:pt x="518660" y="22699"/>
                </a:cubicBezTo>
                <a:cubicBezTo>
                  <a:pt x="521392" y="21887"/>
                  <a:pt x="524322" y="21481"/>
                  <a:pt x="527450" y="21481"/>
                </a:cubicBezTo>
                <a:cubicBezTo>
                  <a:pt x="532161" y="21481"/>
                  <a:pt x="536297" y="22165"/>
                  <a:pt x="539859" y="23531"/>
                </a:cubicBezTo>
                <a:cubicBezTo>
                  <a:pt x="543420" y="24896"/>
                  <a:pt x="546049" y="26745"/>
                  <a:pt x="547745" y="29080"/>
                </a:cubicBezTo>
                <a:cubicBezTo>
                  <a:pt x="549441" y="31413"/>
                  <a:pt x="550609" y="34533"/>
                  <a:pt x="551250" y="38441"/>
                </a:cubicBezTo>
                <a:lnTo>
                  <a:pt x="541300" y="39797"/>
                </a:lnTo>
                <a:cubicBezTo>
                  <a:pt x="540848" y="36707"/>
                  <a:pt x="539538" y="34295"/>
                  <a:pt x="537371" y="32561"/>
                </a:cubicBezTo>
                <a:cubicBezTo>
                  <a:pt x="535205" y="30828"/>
                  <a:pt x="532142" y="29961"/>
                  <a:pt x="528185" y="29961"/>
                </a:cubicBezTo>
                <a:cubicBezTo>
                  <a:pt x="523512" y="29961"/>
                  <a:pt x="520177" y="30730"/>
                  <a:pt x="518179" y="32268"/>
                </a:cubicBezTo>
                <a:cubicBezTo>
                  <a:pt x="516182" y="33805"/>
                  <a:pt x="515183" y="35605"/>
                  <a:pt x="515183" y="37669"/>
                </a:cubicBezTo>
                <a:cubicBezTo>
                  <a:pt x="515183" y="38981"/>
                  <a:pt x="515598" y="40162"/>
                  <a:pt x="516427" y="41212"/>
                </a:cubicBezTo>
                <a:cubicBezTo>
                  <a:pt x="517256" y="42299"/>
                  <a:pt x="518556" y="43199"/>
                  <a:pt x="520328" y="43912"/>
                </a:cubicBezTo>
                <a:cubicBezTo>
                  <a:pt x="521345" y="44287"/>
                  <a:pt x="524341" y="45150"/>
                  <a:pt x="529316" y="46500"/>
                </a:cubicBezTo>
                <a:cubicBezTo>
                  <a:pt x="536514" y="48421"/>
                  <a:pt x="541536" y="49993"/>
                  <a:pt x="544381" y="51216"/>
                </a:cubicBezTo>
                <a:cubicBezTo>
                  <a:pt x="547227" y="52440"/>
                  <a:pt x="549460" y="54220"/>
                  <a:pt x="551080" y="56555"/>
                </a:cubicBezTo>
                <a:cubicBezTo>
                  <a:pt x="552701" y="58889"/>
                  <a:pt x="553511" y="61788"/>
                  <a:pt x="553511" y="65252"/>
                </a:cubicBezTo>
                <a:cubicBezTo>
                  <a:pt x="553511" y="68641"/>
                  <a:pt x="552522" y="71833"/>
                  <a:pt x="550543" y="74827"/>
                </a:cubicBezTo>
                <a:cubicBezTo>
                  <a:pt x="548564" y="77819"/>
                  <a:pt x="545710" y="80135"/>
                  <a:pt x="541979" y="81773"/>
                </a:cubicBezTo>
                <a:cubicBezTo>
                  <a:pt x="538248" y="83411"/>
                  <a:pt x="534027" y="84230"/>
                  <a:pt x="529316" y="84230"/>
                </a:cubicBezTo>
                <a:cubicBezTo>
                  <a:pt x="521515" y="84230"/>
                  <a:pt x="515570" y="82605"/>
                  <a:pt x="511481" y="79354"/>
                </a:cubicBezTo>
                <a:cubicBezTo>
                  <a:pt x="507392" y="76104"/>
                  <a:pt x="504782" y="71285"/>
                  <a:pt x="503651" y="64897"/>
                </a:cubicBezTo>
                <a:close/>
                <a:moveTo>
                  <a:pt x="606706" y="63540"/>
                </a:moveTo>
                <a:lnTo>
                  <a:pt x="617221" y="64840"/>
                </a:lnTo>
                <a:cubicBezTo>
                  <a:pt x="615563" y="70983"/>
                  <a:pt x="612491" y="75751"/>
                  <a:pt x="608006" y="79142"/>
                </a:cubicBezTo>
                <a:cubicBezTo>
                  <a:pt x="603522" y="82534"/>
                  <a:pt x="597793" y="84230"/>
                  <a:pt x="590821" y="84230"/>
                </a:cubicBezTo>
                <a:cubicBezTo>
                  <a:pt x="582040" y="84230"/>
                  <a:pt x="575077" y="81526"/>
                  <a:pt x="569933" y="76118"/>
                </a:cubicBezTo>
                <a:cubicBezTo>
                  <a:pt x="564789" y="70710"/>
                  <a:pt x="562217" y="63125"/>
                  <a:pt x="562217" y="53365"/>
                </a:cubicBezTo>
                <a:cubicBezTo>
                  <a:pt x="562217" y="43264"/>
                  <a:pt x="564817" y="35426"/>
                  <a:pt x="570018" y="29848"/>
                </a:cubicBezTo>
                <a:cubicBezTo>
                  <a:pt x="575219" y="24270"/>
                  <a:pt x="581965" y="21481"/>
                  <a:pt x="590256" y="21481"/>
                </a:cubicBezTo>
                <a:cubicBezTo>
                  <a:pt x="598283" y="21481"/>
                  <a:pt x="604841" y="24210"/>
                  <a:pt x="609928" y="29666"/>
                </a:cubicBezTo>
                <a:cubicBezTo>
                  <a:pt x="615016" y="35121"/>
                  <a:pt x="617560" y="42796"/>
                  <a:pt x="617560" y="52692"/>
                </a:cubicBezTo>
                <a:cubicBezTo>
                  <a:pt x="617560" y="53293"/>
                  <a:pt x="617541" y="54196"/>
                  <a:pt x="617503" y="55400"/>
                </a:cubicBezTo>
                <a:lnTo>
                  <a:pt x="572731" y="55400"/>
                </a:lnTo>
                <a:cubicBezTo>
                  <a:pt x="573108" y="61976"/>
                  <a:pt x="574974" y="67012"/>
                  <a:pt x="578328" y="70507"/>
                </a:cubicBezTo>
                <a:cubicBezTo>
                  <a:pt x="581682" y="74003"/>
                  <a:pt x="585865" y="75751"/>
                  <a:pt x="590878" y="75751"/>
                </a:cubicBezTo>
                <a:cubicBezTo>
                  <a:pt x="594609" y="75751"/>
                  <a:pt x="597793" y="74780"/>
                  <a:pt x="600431" y="72839"/>
                </a:cubicBezTo>
                <a:cubicBezTo>
                  <a:pt x="603069" y="70897"/>
                  <a:pt x="605161" y="67797"/>
                  <a:pt x="606706" y="63540"/>
                </a:cubicBezTo>
                <a:moveTo>
                  <a:pt x="573297" y="46920"/>
                </a:moveTo>
                <a:lnTo>
                  <a:pt x="606819" y="46920"/>
                </a:lnTo>
                <a:cubicBezTo>
                  <a:pt x="606367" y="41953"/>
                  <a:pt x="605086" y="38227"/>
                  <a:pt x="602975" y="35743"/>
                </a:cubicBezTo>
                <a:cubicBezTo>
                  <a:pt x="599734" y="31888"/>
                  <a:pt x="595532" y="29961"/>
                  <a:pt x="590369" y="29961"/>
                </a:cubicBezTo>
                <a:cubicBezTo>
                  <a:pt x="585696" y="29961"/>
                  <a:pt x="581767" y="31500"/>
                  <a:pt x="578582" y="34577"/>
                </a:cubicBezTo>
                <a:cubicBezTo>
                  <a:pt x="575398" y="37653"/>
                  <a:pt x="573636" y="41768"/>
                  <a:pt x="573297" y="46920"/>
                </a:cubicBezTo>
                <a:close/>
                <a:moveTo>
                  <a:pt x="629889" y="82873"/>
                </a:moveTo>
                <a:lnTo>
                  <a:pt x="629889" y="22838"/>
                </a:lnTo>
                <a:lnTo>
                  <a:pt x="639047" y="22838"/>
                </a:lnTo>
                <a:lnTo>
                  <a:pt x="639047" y="31883"/>
                </a:lnTo>
                <a:cubicBezTo>
                  <a:pt x="641384" y="27648"/>
                  <a:pt x="643541" y="24856"/>
                  <a:pt x="645520" y="23506"/>
                </a:cubicBezTo>
                <a:cubicBezTo>
                  <a:pt x="647498" y="22156"/>
                  <a:pt x="649675" y="21481"/>
                  <a:pt x="652049" y="21481"/>
                </a:cubicBezTo>
                <a:cubicBezTo>
                  <a:pt x="655478" y="21481"/>
                  <a:pt x="658964" y="22570"/>
                  <a:pt x="662507" y="24746"/>
                </a:cubicBezTo>
                <a:lnTo>
                  <a:pt x="659002" y="34144"/>
                </a:lnTo>
                <a:cubicBezTo>
                  <a:pt x="656515" y="32674"/>
                  <a:pt x="654027" y="31940"/>
                  <a:pt x="651540" y="31940"/>
                </a:cubicBezTo>
                <a:cubicBezTo>
                  <a:pt x="649317" y="31940"/>
                  <a:pt x="647319" y="32610"/>
                  <a:pt x="645548" y="33950"/>
                </a:cubicBezTo>
                <a:cubicBezTo>
                  <a:pt x="643777" y="35289"/>
                  <a:pt x="642514" y="37147"/>
                  <a:pt x="641760" y="39523"/>
                </a:cubicBezTo>
                <a:cubicBezTo>
                  <a:pt x="640630" y="43145"/>
                  <a:pt x="640064" y="47106"/>
                  <a:pt x="640064" y="51407"/>
                </a:cubicBezTo>
                <a:lnTo>
                  <a:pt x="640064" y="82873"/>
                </a:lnTo>
                <a:lnTo>
                  <a:pt x="629889" y="82873"/>
                </a:lnTo>
                <a:close/>
                <a:moveTo>
                  <a:pt x="690783" y="73885"/>
                </a:moveTo>
                <a:lnTo>
                  <a:pt x="692253" y="82873"/>
                </a:lnTo>
                <a:cubicBezTo>
                  <a:pt x="689388" y="83401"/>
                  <a:pt x="686826" y="83665"/>
                  <a:pt x="684564" y="83665"/>
                </a:cubicBezTo>
                <a:cubicBezTo>
                  <a:pt x="680871" y="83665"/>
                  <a:pt x="678007" y="83081"/>
                  <a:pt x="675972" y="81912"/>
                </a:cubicBezTo>
                <a:cubicBezTo>
                  <a:pt x="673937" y="80744"/>
                  <a:pt x="672505" y="79208"/>
                  <a:pt x="671676" y="77305"/>
                </a:cubicBezTo>
                <a:cubicBezTo>
                  <a:pt x="670846" y="75402"/>
                  <a:pt x="670432" y="71398"/>
                  <a:pt x="670432" y="65292"/>
                </a:cubicBezTo>
                <a:lnTo>
                  <a:pt x="670432" y="30752"/>
                </a:lnTo>
                <a:lnTo>
                  <a:pt x="662970" y="30752"/>
                </a:lnTo>
                <a:lnTo>
                  <a:pt x="662970" y="22838"/>
                </a:lnTo>
                <a:lnTo>
                  <a:pt x="670432" y="22838"/>
                </a:lnTo>
                <a:lnTo>
                  <a:pt x="670432" y="7930"/>
                </a:lnTo>
                <a:lnTo>
                  <a:pt x="680551" y="1809"/>
                </a:lnTo>
                <a:lnTo>
                  <a:pt x="680551" y="22838"/>
                </a:lnTo>
                <a:lnTo>
                  <a:pt x="690783" y="22838"/>
                </a:lnTo>
                <a:lnTo>
                  <a:pt x="690783" y="30752"/>
                </a:lnTo>
                <a:lnTo>
                  <a:pt x="680551" y="30752"/>
                </a:lnTo>
                <a:lnTo>
                  <a:pt x="680551" y="65858"/>
                </a:lnTo>
                <a:cubicBezTo>
                  <a:pt x="680551" y="68760"/>
                  <a:pt x="680730" y="70625"/>
                  <a:pt x="681088" y="71454"/>
                </a:cubicBezTo>
                <a:cubicBezTo>
                  <a:pt x="681446" y="72283"/>
                  <a:pt x="682030" y="72943"/>
                  <a:pt x="682840" y="73433"/>
                </a:cubicBezTo>
                <a:cubicBezTo>
                  <a:pt x="683650" y="73923"/>
                  <a:pt x="684809" y="74168"/>
                  <a:pt x="686317" y="74168"/>
                </a:cubicBezTo>
                <a:cubicBezTo>
                  <a:pt x="687447" y="74168"/>
                  <a:pt x="688936" y="74073"/>
                  <a:pt x="690783" y="73885"/>
                </a:cubicBezTo>
                <a:close/>
                <a:moveTo>
                  <a:pt x="700785" y="11758"/>
                </a:moveTo>
                <a:lnTo>
                  <a:pt x="700785" y="0"/>
                </a:lnTo>
                <a:lnTo>
                  <a:pt x="710960" y="0"/>
                </a:lnTo>
                <a:lnTo>
                  <a:pt x="710960" y="11758"/>
                </a:lnTo>
                <a:lnTo>
                  <a:pt x="700785" y="11758"/>
                </a:lnTo>
                <a:moveTo>
                  <a:pt x="700785" y="82873"/>
                </a:moveTo>
                <a:lnTo>
                  <a:pt x="700785" y="22838"/>
                </a:lnTo>
                <a:lnTo>
                  <a:pt x="710960" y="22838"/>
                </a:lnTo>
                <a:lnTo>
                  <a:pt x="710960" y="82873"/>
                </a:lnTo>
                <a:lnTo>
                  <a:pt x="700785" y="82873"/>
                </a:lnTo>
                <a:close/>
                <a:moveTo>
                  <a:pt x="722666" y="52856"/>
                </a:moveTo>
                <a:cubicBezTo>
                  <a:pt x="722666" y="41738"/>
                  <a:pt x="725756" y="33504"/>
                  <a:pt x="731937" y="28152"/>
                </a:cubicBezTo>
                <a:cubicBezTo>
                  <a:pt x="737100" y="23705"/>
                  <a:pt x="743394" y="21481"/>
                  <a:pt x="750818" y="21481"/>
                </a:cubicBezTo>
                <a:cubicBezTo>
                  <a:pt x="759072" y="21481"/>
                  <a:pt x="765817" y="24186"/>
                  <a:pt x="771056" y="29594"/>
                </a:cubicBezTo>
                <a:cubicBezTo>
                  <a:pt x="776294" y="35002"/>
                  <a:pt x="778914" y="42473"/>
                  <a:pt x="778914" y="52008"/>
                </a:cubicBezTo>
                <a:cubicBezTo>
                  <a:pt x="778914" y="59734"/>
                  <a:pt x="777755" y="65811"/>
                  <a:pt x="775437" y="70239"/>
                </a:cubicBezTo>
                <a:cubicBezTo>
                  <a:pt x="773119" y="74667"/>
                  <a:pt x="769746" y="78106"/>
                  <a:pt x="765318" y="80556"/>
                </a:cubicBezTo>
                <a:cubicBezTo>
                  <a:pt x="760890" y="83005"/>
                  <a:pt x="756057" y="84230"/>
                  <a:pt x="750818" y="84230"/>
                </a:cubicBezTo>
                <a:cubicBezTo>
                  <a:pt x="742414" y="84230"/>
                  <a:pt x="735621" y="81535"/>
                  <a:pt x="730439" y="76146"/>
                </a:cubicBezTo>
                <a:cubicBezTo>
                  <a:pt x="725257" y="70757"/>
                  <a:pt x="722666" y="62994"/>
                  <a:pt x="722666" y="52856"/>
                </a:cubicBezTo>
                <a:moveTo>
                  <a:pt x="733124" y="52828"/>
                </a:moveTo>
                <a:cubicBezTo>
                  <a:pt x="733124" y="60487"/>
                  <a:pt x="734801" y="66223"/>
                  <a:pt x="738155" y="70034"/>
                </a:cubicBezTo>
                <a:cubicBezTo>
                  <a:pt x="741509" y="73845"/>
                  <a:pt x="745730" y="75751"/>
                  <a:pt x="750818" y="75751"/>
                </a:cubicBezTo>
                <a:cubicBezTo>
                  <a:pt x="755868" y="75751"/>
                  <a:pt x="760070" y="73836"/>
                  <a:pt x="763424" y="70006"/>
                </a:cubicBezTo>
                <a:cubicBezTo>
                  <a:pt x="766778" y="66176"/>
                  <a:pt x="768456" y="60337"/>
                  <a:pt x="768456" y="52490"/>
                </a:cubicBezTo>
                <a:cubicBezTo>
                  <a:pt x="768456" y="45093"/>
                  <a:pt x="766769" y="39489"/>
                  <a:pt x="763396" y="35678"/>
                </a:cubicBezTo>
                <a:cubicBezTo>
                  <a:pt x="760023" y="31867"/>
                  <a:pt x="755830" y="29961"/>
                  <a:pt x="750818" y="29961"/>
                </a:cubicBezTo>
                <a:cubicBezTo>
                  <a:pt x="745730" y="29961"/>
                  <a:pt x="741509" y="31857"/>
                  <a:pt x="738155" y="35649"/>
                </a:cubicBezTo>
                <a:cubicBezTo>
                  <a:pt x="734801" y="39442"/>
                  <a:pt x="733124" y="45168"/>
                  <a:pt x="733124" y="52828"/>
                </a:cubicBezTo>
                <a:close/>
                <a:moveTo>
                  <a:pt x="790847" y="82873"/>
                </a:moveTo>
                <a:lnTo>
                  <a:pt x="790847" y="22838"/>
                </a:lnTo>
                <a:lnTo>
                  <a:pt x="800005" y="22838"/>
                </a:lnTo>
                <a:lnTo>
                  <a:pt x="800005" y="31318"/>
                </a:lnTo>
                <a:cubicBezTo>
                  <a:pt x="804414" y="24760"/>
                  <a:pt x="810783" y="21481"/>
                  <a:pt x="819112" y="21481"/>
                </a:cubicBezTo>
                <a:cubicBezTo>
                  <a:pt x="822730" y="21481"/>
                  <a:pt x="826056" y="22132"/>
                  <a:pt x="829089" y="23432"/>
                </a:cubicBezTo>
                <a:cubicBezTo>
                  <a:pt x="832123" y="24732"/>
                  <a:pt x="834394" y="26437"/>
                  <a:pt x="835901" y="28548"/>
                </a:cubicBezTo>
                <a:cubicBezTo>
                  <a:pt x="837409" y="30658"/>
                  <a:pt x="838464" y="33164"/>
                  <a:pt x="839067" y="36066"/>
                </a:cubicBezTo>
                <a:cubicBezTo>
                  <a:pt x="839444" y="37951"/>
                  <a:pt x="839632" y="41248"/>
                  <a:pt x="839632" y="45959"/>
                </a:cubicBezTo>
                <a:lnTo>
                  <a:pt x="839632" y="82873"/>
                </a:lnTo>
                <a:lnTo>
                  <a:pt x="829457" y="82873"/>
                </a:lnTo>
                <a:lnTo>
                  <a:pt x="829457" y="46316"/>
                </a:lnTo>
                <a:cubicBezTo>
                  <a:pt x="829457" y="42166"/>
                  <a:pt x="829061" y="39062"/>
                  <a:pt x="828270" y="37006"/>
                </a:cubicBezTo>
                <a:cubicBezTo>
                  <a:pt x="827478" y="34950"/>
                  <a:pt x="826075" y="33309"/>
                  <a:pt x="824058" y="32083"/>
                </a:cubicBezTo>
                <a:cubicBezTo>
                  <a:pt x="822042" y="30857"/>
                  <a:pt x="819677" y="30244"/>
                  <a:pt x="816964" y="30244"/>
                </a:cubicBezTo>
                <a:cubicBezTo>
                  <a:pt x="812630" y="30244"/>
                  <a:pt x="808889" y="31621"/>
                  <a:pt x="805742" y="34376"/>
                </a:cubicBezTo>
                <a:cubicBezTo>
                  <a:pt x="802596" y="37129"/>
                  <a:pt x="801022" y="42354"/>
                  <a:pt x="801022" y="50050"/>
                </a:cubicBezTo>
                <a:lnTo>
                  <a:pt x="801022" y="82873"/>
                </a:lnTo>
                <a:lnTo>
                  <a:pt x="790847" y="82873"/>
                </a:lnTo>
                <a:close/>
                <a:moveTo>
                  <a:pt x="851170" y="64897"/>
                </a:moveTo>
                <a:lnTo>
                  <a:pt x="861233" y="63314"/>
                </a:lnTo>
                <a:cubicBezTo>
                  <a:pt x="861798" y="67329"/>
                  <a:pt x="863371" y="70405"/>
                  <a:pt x="865953" y="72544"/>
                </a:cubicBezTo>
                <a:cubicBezTo>
                  <a:pt x="868535" y="74682"/>
                  <a:pt x="872143" y="75751"/>
                  <a:pt x="876779" y="75751"/>
                </a:cubicBezTo>
                <a:cubicBezTo>
                  <a:pt x="881452" y="75751"/>
                  <a:pt x="884919" y="74807"/>
                  <a:pt x="887180" y="72919"/>
                </a:cubicBezTo>
                <a:cubicBezTo>
                  <a:pt x="889441" y="71030"/>
                  <a:pt x="890572" y="68814"/>
                  <a:pt x="890572" y="66273"/>
                </a:cubicBezTo>
                <a:cubicBezTo>
                  <a:pt x="890572" y="63992"/>
                  <a:pt x="889573" y="62197"/>
                  <a:pt x="887576" y="60888"/>
                </a:cubicBezTo>
                <a:cubicBezTo>
                  <a:pt x="886181" y="59991"/>
                  <a:pt x="882714" y="58850"/>
                  <a:pt x="877174" y="57467"/>
                </a:cubicBezTo>
                <a:cubicBezTo>
                  <a:pt x="869712" y="55581"/>
                  <a:pt x="864540" y="53950"/>
                  <a:pt x="861657" y="52573"/>
                </a:cubicBezTo>
                <a:cubicBezTo>
                  <a:pt x="858774" y="51196"/>
                  <a:pt x="856588" y="49291"/>
                  <a:pt x="855099" y="46858"/>
                </a:cubicBezTo>
                <a:cubicBezTo>
                  <a:pt x="853611" y="44425"/>
                  <a:pt x="852866" y="41738"/>
                  <a:pt x="852866" y="38796"/>
                </a:cubicBezTo>
                <a:cubicBezTo>
                  <a:pt x="852866" y="36118"/>
                  <a:pt x="853479" y="33637"/>
                  <a:pt x="854703" y="31355"/>
                </a:cubicBezTo>
                <a:cubicBezTo>
                  <a:pt x="855928" y="29072"/>
                  <a:pt x="857596" y="27177"/>
                  <a:pt x="859706" y="25668"/>
                </a:cubicBezTo>
                <a:cubicBezTo>
                  <a:pt x="861289" y="24499"/>
                  <a:pt x="863447" y="23509"/>
                  <a:pt x="866179" y="22699"/>
                </a:cubicBezTo>
                <a:cubicBezTo>
                  <a:pt x="868911" y="21887"/>
                  <a:pt x="871842" y="21481"/>
                  <a:pt x="874970" y="21481"/>
                </a:cubicBezTo>
                <a:cubicBezTo>
                  <a:pt x="879680" y="21481"/>
                  <a:pt x="883817" y="22165"/>
                  <a:pt x="887378" y="23531"/>
                </a:cubicBezTo>
                <a:cubicBezTo>
                  <a:pt x="890939" y="24896"/>
                  <a:pt x="893568" y="26745"/>
                  <a:pt x="895264" y="29080"/>
                </a:cubicBezTo>
                <a:cubicBezTo>
                  <a:pt x="896960" y="31413"/>
                  <a:pt x="898128" y="34533"/>
                  <a:pt x="898769" y="38441"/>
                </a:cubicBezTo>
                <a:lnTo>
                  <a:pt x="888819" y="39797"/>
                </a:lnTo>
                <a:cubicBezTo>
                  <a:pt x="888367" y="36707"/>
                  <a:pt x="887058" y="34295"/>
                  <a:pt x="884891" y="32561"/>
                </a:cubicBezTo>
                <a:cubicBezTo>
                  <a:pt x="882724" y="30828"/>
                  <a:pt x="879662" y="29961"/>
                  <a:pt x="875704" y="29961"/>
                </a:cubicBezTo>
                <a:cubicBezTo>
                  <a:pt x="871031" y="29961"/>
                  <a:pt x="867696" y="30730"/>
                  <a:pt x="865699" y="32268"/>
                </a:cubicBezTo>
                <a:cubicBezTo>
                  <a:pt x="863701" y="33805"/>
                  <a:pt x="862703" y="35605"/>
                  <a:pt x="862703" y="37669"/>
                </a:cubicBezTo>
                <a:cubicBezTo>
                  <a:pt x="862703" y="38981"/>
                  <a:pt x="863117" y="40162"/>
                  <a:pt x="863946" y="41212"/>
                </a:cubicBezTo>
                <a:cubicBezTo>
                  <a:pt x="864775" y="42299"/>
                  <a:pt x="866075" y="43199"/>
                  <a:pt x="867847" y="43912"/>
                </a:cubicBezTo>
                <a:cubicBezTo>
                  <a:pt x="868864" y="44287"/>
                  <a:pt x="871860" y="45150"/>
                  <a:pt x="876835" y="46500"/>
                </a:cubicBezTo>
                <a:cubicBezTo>
                  <a:pt x="884033" y="48421"/>
                  <a:pt x="889055" y="49993"/>
                  <a:pt x="891900" y="51216"/>
                </a:cubicBezTo>
                <a:cubicBezTo>
                  <a:pt x="894746" y="52440"/>
                  <a:pt x="896979" y="54220"/>
                  <a:pt x="898599" y="56555"/>
                </a:cubicBezTo>
                <a:cubicBezTo>
                  <a:pt x="900220" y="58889"/>
                  <a:pt x="901030" y="61788"/>
                  <a:pt x="901030" y="65252"/>
                </a:cubicBezTo>
                <a:cubicBezTo>
                  <a:pt x="901030" y="68641"/>
                  <a:pt x="900041" y="71833"/>
                  <a:pt x="898062" y="74827"/>
                </a:cubicBezTo>
                <a:cubicBezTo>
                  <a:pt x="896084" y="77819"/>
                  <a:pt x="893229" y="80135"/>
                  <a:pt x="889498" y="81773"/>
                </a:cubicBezTo>
                <a:cubicBezTo>
                  <a:pt x="885767" y="83411"/>
                  <a:pt x="881546" y="84230"/>
                  <a:pt x="876835" y="84230"/>
                </a:cubicBezTo>
                <a:cubicBezTo>
                  <a:pt x="869034" y="84230"/>
                  <a:pt x="863089" y="82605"/>
                  <a:pt x="859000" y="79354"/>
                </a:cubicBezTo>
                <a:cubicBezTo>
                  <a:pt x="854911" y="76104"/>
                  <a:pt x="852301" y="71285"/>
                  <a:pt x="851170" y="64897"/>
                </a:cubicBezTo>
                <a:close/>
                <a:moveTo>
                  <a:pt x="916011" y="82873"/>
                </a:moveTo>
                <a:lnTo>
                  <a:pt x="916011" y="71228"/>
                </a:lnTo>
                <a:lnTo>
                  <a:pt x="927599" y="71228"/>
                </a:lnTo>
                <a:lnTo>
                  <a:pt x="927599" y="82873"/>
                </a:lnTo>
                <a:lnTo>
                  <a:pt x="916011" y="82873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AA505-8FE1-4714-8E0B-6675B600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353" y="4227783"/>
            <a:ext cx="232152" cy="232146"/>
          </a:xfrm>
          <a:custGeom xmlns:a="http://schemas.openxmlformats.org/drawingml/2006/main">
            <a:pathLst>
              <a:path w="232152" h="232146">
                <a:moveTo>
                  <a:pt x="116077" y="0"/>
                </a:moveTo>
                <a:cubicBezTo>
                  <a:pt x="180140" y="0"/>
                  <a:pt x="232152" y="52002"/>
                  <a:pt x="232152" y="116063"/>
                </a:cubicBezTo>
                <a:cubicBezTo>
                  <a:pt x="232152" y="180125"/>
                  <a:pt x="180140" y="232146"/>
                  <a:pt x="116077" y="232146"/>
                </a:cubicBezTo>
                <a:cubicBezTo>
                  <a:pt x="52013" y="232146"/>
                  <a:pt x="0" y="180125"/>
                  <a:pt x="0" y="116063"/>
                </a:cubicBezTo>
                <a:cubicBezTo>
                  <a:pt x="0" y="52002"/>
                  <a:pt x="52013" y="0"/>
                  <a:pt x="116077" y="0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3">
            <a:extLst xmlns:a="http://schemas.openxmlformats.org/drawingml/2006/main">
              <a:ext uri="{FF2B5EF4-FFF2-40B4-BE49-F238E27FC236}">
                <a16:creationId xmlns:a16="http://schemas.microsoft.com/office/drawing/2014/main" id="{38DDFE2E-43FD-402A-87BB-049A17AC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538" y="4283253"/>
            <a:ext cx="80197" cy="123342"/>
          </a:xfrm>
          <a:custGeom xmlns:a="http://schemas.openxmlformats.org/drawingml/2006/main">
            <a:pathLst>
              <a:path w="80197" h="123342">
                <a:moveTo>
                  <a:pt x="0" y="89171"/>
                </a:moveTo>
                <a:lnTo>
                  <a:pt x="22396" y="86454"/>
                </a:lnTo>
                <a:cubicBezTo>
                  <a:pt x="23109" y="92163"/>
                  <a:pt x="25031" y="96527"/>
                  <a:pt x="28159" y="99546"/>
                </a:cubicBezTo>
                <a:cubicBezTo>
                  <a:pt x="31288" y="102565"/>
                  <a:pt x="35076" y="104075"/>
                  <a:pt x="39522" y="104075"/>
                </a:cubicBezTo>
                <a:cubicBezTo>
                  <a:pt x="44298" y="104075"/>
                  <a:pt x="48318" y="102263"/>
                  <a:pt x="51584" y="98640"/>
                </a:cubicBezTo>
                <a:cubicBezTo>
                  <a:pt x="54850" y="95017"/>
                  <a:pt x="56483" y="90132"/>
                  <a:pt x="56483" y="83984"/>
                </a:cubicBezTo>
                <a:cubicBezTo>
                  <a:pt x="56483" y="78166"/>
                  <a:pt x="54919" y="73555"/>
                  <a:pt x="51790" y="70152"/>
                </a:cubicBezTo>
                <a:cubicBezTo>
                  <a:pt x="48661" y="66748"/>
                  <a:pt x="44846" y="65047"/>
                  <a:pt x="40345" y="65047"/>
                </a:cubicBezTo>
                <a:cubicBezTo>
                  <a:pt x="37381" y="65047"/>
                  <a:pt x="33841" y="65623"/>
                  <a:pt x="29724" y="66776"/>
                </a:cubicBezTo>
                <a:lnTo>
                  <a:pt x="32276" y="48085"/>
                </a:lnTo>
                <a:cubicBezTo>
                  <a:pt x="38534" y="48250"/>
                  <a:pt x="43310" y="46895"/>
                  <a:pt x="46603" y="44022"/>
                </a:cubicBezTo>
                <a:cubicBezTo>
                  <a:pt x="49896" y="41147"/>
                  <a:pt x="51543" y="37329"/>
                  <a:pt x="51543" y="32567"/>
                </a:cubicBezTo>
                <a:cubicBezTo>
                  <a:pt x="51543" y="28517"/>
                  <a:pt x="50336" y="25288"/>
                  <a:pt x="47920" y="22880"/>
                </a:cubicBezTo>
                <a:cubicBezTo>
                  <a:pt x="45505" y="20471"/>
                  <a:pt x="42294" y="19267"/>
                  <a:pt x="38287" y="19267"/>
                </a:cubicBezTo>
                <a:cubicBezTo>
                  <a:pt x="34335" y="19267"/>
                  <a:pt x="30959" y="20639"/>
                  <a:pt x="28159" y="23384"/>
                </a:cubicBezTo>
                <a:cubicBezTo>
                  <a:pt x="25360" y="26128"/>
                  <a:pt x="23658" y="30136"/>
                  <a:pt x="23054" y="35405"/>
                </a:cubicBezTo>
                <a:lnTo>
                  <a:pt x="1729" y="31782"/>
                </a:lnTo>
                <a:cubicBezTo>
                  <a:pt x="3211" y="24425"/>
                  <a:pt x="5448" y="18547"/>
                  <a:pt x="8440" y="14149"/>
                </a:cubicBezTo>
                <a:cubicBezTo>
                  <a:pt x="11431" y="9751"/>
                  <a:pt x="15603" y="6294"/>
                  <a:pt x="20955" y="3777"/>
                </a:cubicBezTo>
                <a:cubicBezTo>
                  <a:pt x="26307" y="1259"/>
                  <a:pt x="32304" y="0"/>
                  <a:pt x="38946" y="0"/>
                </a:cubicBezTo>
                <a:cubicBezTo>
                  <a:pt x="50308" y="0"/>
                  <a:pt x="59420" y="3628"/>
                  <a:pt x="66282" y="10884"/>
                </a:cubicBezTo>
                <a:cubicBezTo>
                  <a:pt x="71935" y="16823"/>
                  <a:pt x="74762" y="23530"/>
                  <a:pt x="74762" y="31005"/>
                </a:cubicBezTo>
                <a:cubicBezTo>
                  <a:pt x="74762" y="41615"/>
                  <a:pt x="68971" y="50081"/>
                  <a:pt x="57389" y="56404"/>
                </a:cubicBezTo>
                <a:cubicBezTo>
                  <a:pt x="64306" y="57886"/>
                  <a:pt x="69836" y="61207"/>
                  <a:pt x="73980" y="66367"/>
                </a:cubicBezTo>
                <a:cubicBezTo>
                  <a:pt x="78125" y="71526"/>
                  <a:pt x="80197" y="77757"/>
                  <a:pt x="80197" y="85057"/>
                </a:cubicBezTo>
                <a:cubicBezTo>
                  <a:pt x="80197" y="95650"/>
                  <a:pt x="76327" y="104678"/>
                  <a:pt x="68587" y="112144"/>
                </a:cubicBezTo>
                <a:cubicBezTo>
                  <a:pt x="60847" y="119609"/>
                  <a:pt x="51214" y="123342"/>
                  <a:pt x="39687" y="123342"/>
                </a:cubicBezTo>
                <a:cubicBezTo>
                  <a:pt x="28763" y="123342"/>
                  <a:pt x="19706" y="120191"/>
                  <a:pt x="12515" y="113891"/>
                </a:cubicBezTo>
                <a:cubicBezTo>
                  <a:pt x="5324" y="107590"/>
                  <a:pt x="1153" y="99350"/>
                  <a:pt x="0" y="8917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77B291-F7C0-495F-9209-73FC4D18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061" y="2515679"/>
            <a:ext cx="2175333" cy="898406"/>
          </a:xfrm>
          <a:custGeom xmlns:a="http://schemas.openxmlformats.org/drawingml/2006/main">
            <a:pathLst>
              <a:path w="2175333" h="898406">
                <a:moveTo>
                  <a:pt x="2175333" y="119691"/>
                </a:moveTo>
                <a:lnTo>
                  <a:pt x="2175333" y="778715"/>
                </a:lnTo>
                <a:cubicBezTo>
                  <a:pt x="2175333" y="844764"/>
                  <a:pt x="2121691" y="898406"/>
                  <a:pt x="2055642" y="898406"/>
                </a:cubicBezTo>
                <a:lnTo>
                  <a:pt x="119695" y="898406"/>
                </a:lnTo>
                <a:cubicBezTo>
                  <a:pt x="53632" y="898406"/>
                  <a:pt x="0" y="844764"/>
                  <a:pt x="0" y="778715"/>
                </a:cubicBezTo>
                <a:lnTo>
                  <a:pt x="0" y="119691"/>
                </a:lnTo>
                <a:cubicBezTo>
                  <a:pt x="0" y="53623"/>
                  <a:pt x="53632" y="0"/>
                  <a:pt x="119695" y="0"/>
                </a:cubicBezTo>
                <a:lnTo>
                  <a:pt x="2055642" y="0"/>
                </a:lnTo>
                <a:cubicBezTo>
                  <a:pt x="2121691" y="0"/>
                  <a:pt x="2175333" y="53623"/>
                  <a:pt x="2175333" y="119691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c185fdd304bff"/>
          <a:stretch xmlns:a="http://schemas.openxmlformats.org/drawingml/2006/main"/>
        </p:blipFill>
        <p:spPr>
          <a:xfrm xmlns:a="http://schemas.openxmlformats.org/drawingml/2006/main">
            <a:off x="1961269" y="1725065"/>
            <a:ext cx="1190156" cy="1185525"/>
          </a:xfrm>
          <a:prstGeom xmlns:a="http://schemas.openxmlformats.org/drawingml/2006/main" prst="rect">
            <a:avLst/>
          </a:prstGeom>
        </p:spPr>
      </p:pic>
      <p:sp>
        <p:nvSpPr>
          <p:cNvPr id="26" name="Text CLAIM">
            <a:extLst xmlns:a="http://schemas.openxmlformats.org/drawingml/2006/main">
              <a:ext uri="{FF2B5EF4-FFF2-40B4-BE49-F238E27FC236}">
                <a16:creationId xmlns:a16="http://schemas.microsoft.com/office/drawing/2014/main" id="{AEB8721B-6475-467E-9435-4EFC55F3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383" y="2604129"/>
            <a:ext cx="398299" cy="85813"/>
          </a:xfrm>
          <a:custGeom xmlns:a="http://schemas.openxmlformats.org/drawingml/2006/main">
            <a:pathLst>
              <a:path w="398299" h="85813">
                <a:moveTo>
                  <a:pt x="58170" y="50425"/>
                </a:moveTo>
                <a:lnTo>
                  <a:pt x="80612" y="57232"/>
                </a:lnTo>
                <a:cubicBezTo>
                  <a:pt x="79105" y="63532"/>
                  <a:pt x="76730" y="68796"/>
                  <a:pt x="73489" y="73023"/>
                </a:cubicBezTo>
                <a:cubicBezTo>
                  <a:pt x="70248" y="77249"/>
                  <a:pt x="66225" y="80437"/>
                  <a:pt x="61420" y="82587"/>
                </a:cubicBezTo>
                <a:cubicBezTo>
                  <a:pt x="56615" y="84738"/>
                  <a:pt x="50500" y="85813"/>
                  <a:pt x="43076" y="85813"/>
                </a:cubicBezTo>
                <a:cubicBezTo>
                  <a:pt x="34069" y="85813"/>
                  <a:pt x="26711" y="84503"/>
                  <a:pt x="21001" y="81882"/>
                </a:cubicBezTo>
                <a:cubicBezTo>
                  <a:pt x="15291" y="79261"/>
                  <a:pt x="10364" y="74651"/>
                  <a:pt x="6218" y="68052"/>
                </a:cubicBezTo>
                <a:cubicBezTo>
                  <a:pt x="2073" y="61452"/>
                  <a:pt x="0" y="53004"/>
                  <a:pt x="0" y="42709"/>
                </a:cubicBezTo>
                <a:cubicBezTo>
                  <a:pt x="0" y="28981"/>
                  <a:pt x="3646" y="18431"/>
                  <a:pt x="10939" y="11059"/>
                </a:cubicBezTo>
                <a:cubicBezTo>
                  <a:pt x="18231" y="3686"/>
                  <a:pt x="28548" y="0"/>
                  <a:pt x="41889" y="0"/>
                </a:cubicBezTo>
                <a:cubicBezTo>
                  <a:pt x="52328" y="0"/>
                  <a:pt x="60534" y="2110"/>
                  <a:pt x="66508" y="6330"/>
                </a:cubicBezTo>
                <a:cubicBezTo>
                  <a:pt x="72481" y="10549"/>
                  <a:pt x="76919" y="17030"/>
                  <a:pt x="79821" y="25771"/>
                </a:cubicBezTo>
                <a:lnTo>
                  <a:pt x="57209" y="30752"/>
                </a:lnTo>
                <a:cubicBezTo>
                  <a:pt x="56417" y="28252"/>
                  <a:pt x="55588" y="26423"/>
                  <a:pt x="54721" y="25265"/>
                </a:cubicBezTo>
                <a:cubicBezTo>
                  <a:pt x="53289" y="23326"/>
                  <a:pt x="51537" y="21834"/>
                  <a:pt x="49464" y="20789"/>
                </a:cubicBezTo>
                <a:cubicBezTo>
                  <a:pt x="47391" y="19743"/>
                  <a:pt x="45073" y="19220"/>
                  <a:pt x="42511" y="19220"/>
                </a:cubicBezTo>
                <a:cubicBezTo>
                  <a:pt x="36707" y="19220"/>
                  <a:pt x="32260" y="21557"/>
                  <a:pt x="29170" y="26230"/>
                </a:cubicBezTo>
                <a:cubicBezTo>
                  <a:pt x="26833" y="29697"/>
                  <a:pt x="25665" y="35143"/>
                  <a:pt x="25665" y="42567"/>
                </a:cubicBezTo>
                <a:cubicBezTo>
                  <a:pt x="25665" y="51763"/>
                  <a:pt x="27059" y="58066"/>
                  <a:pt x="29848" y="61477"/>
                </a:cubicBezTo>
                <a:cubicBezTo>
                  <a:pt x="32637" y="64887"/>
                  <a:pt x="36556" y="66593"/>
                  <a:pt x="41606" y="66593"/>
                </a:cubicBezTo>
                <a:cubicBezTo>
                  <a:pt x="46506" y="66593"/>
                  <a:pt x="50208" y="65212"/>
                  <a:pt x="52714" y="62452"/>
                </a:cubicBezTo>
                <a:cubicBezTo>
                  <a:pt x="55221" y="59691"/>
                  <a:pt x="57039" y="55682"/>
                  <a:pt x="58170" y="50425"/>
                </a:cubicBezTo>
                <a:close/>
                <a:moveTo>
                  <a:pt x="93045" y="1470"/>
                </a:moveTo>
                <a:lnTo>
                  <a:pt x="118653" y="1470"/>
                </a:lnTo>
                <a:lnTo>
                  <a:pt x="118653" y="63879"/>
                </a:lnTo>
                <a:lnTo>
                  <a:pt x="158620" y="63879"/>
                </a:lnTo>
                <a:lnTo>
                  <a:pt x="158620" y="84343"/>
                </a:lnTo>
                <a:lnTo>
                  <a:pt x="93045" y="84343"/>
                </a:lnTo>
                <a:lnTo>
                  <a:pt x="93045" y="1470"/>
                </a:lnTo>
                <a:close/>
                <a:moveTo>
                  <a:pt x="221245" y="70663"/>
                </a:moveTo>
                <a:lnTo>
                  <a:pt x="192076" y="70663"/>
                </a:lnTo>
                <a:lnTo>
                  <a:pt x="188062" y="84343"/>
                </a:lnTo>
                <a:lnTo>
                  <a:pt x="161888" y="84343"/>
                </a:lnTo>
                <a:lnTo>
                  <a:pt x="193037" y="1470"/>
                </a:lnTo>
                <a:lnTo>
                  <a:pt x="220963" y="1470"/>
                </a:lnTo>
                <a:lnTo>
                  <a:pt x="252111" y="84343"/>
                </a:lnTo>
                <a:lnTo>
                  <a:pt x="225315" y="84343"/>
                </a:lnTo>
                <a:lnTo>
                  <a:pt x="221245" y="70663"/>
                </a:lnTo>
                <a:moveTo>
                  <a:pt x="215875" y="52686"/>
                </a:moveTo>
                <a:lnTo>
                  <a:pt x="206717" y="22928"/>
                </a:lnTo>
                <a:lnTo>
                  <a:pt x="197616" y="52686"/>
                </a:lnTo>
                <a:lnTo>
                  <a:pt x="215875" y="52686"/>
                </a:lnTo>
                <a:close/>
                <a:moveTo>
                  <a:pt x="261321" y="1470"/>
                </a:moveTo>
                <a:lnTo>
                  <a:pt x="286986" y="1470"/>
                </a:lnTo>
                <a:lnTo>
                  <a:pt x="286986" y="84343"/>
                </a:lnTo>
                <a:lnTo>
                  <a:pt x="261321" y="84343"/>
                </a:lnTo>
                <a:lnTo>
                  <a:pt x="261321" y="1470"/>
                </a:lnTo>
                <a:close/>
                <a:moveTo>
                  <a:pt x="305080" y="1470"/>
                </a:moveTo>
                <a:lnTo>
                  <a:pt x="338772" y="1470"/>
                </a:lnTo>
                <a:lnTo>
                  <a:pt x="351774" y="51895"/>
                </a:lnTo>
                <a:lnTo>
                  <a:pt x="364720" y="1470"/>
                </a:lnTo>
                <a:lnTo>
                  <a:pt x="398299" y="1470"/>
                </a:lnTo>
                <a:lnTo>
                  <a:pt x="398299" y="84343"/>
                </a:lnTo>
                <a:lnTo>
                  <a:pt x="377383" y="84343"/>
                </a:lnTo>
                <a:lnTo>
                  <a:pt x="377383" y="21142"/>
                </a:lnTo>
                <a:lnTo>
                  <a:pt x="361158" y="84343"/>
                </a:lnTo>
                <a:lnTo>
                  <a:pt x="342221" y="84343"/>
                </a:lnTo>
                <a:lnTo>
                  <a:pt x="326053" y="21142"/>
                </a:lnTo>
                <a:lnTo>
                  <a:pt x="326053" y="84343"/>
                </a:lnTo>
                <a:lnTo>
                  <a:pt x="305080" y="84343"/>
                </a:lnTo>
                <a:lnTo>
                  <a:pt x="305080" y="147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ContextCoverage">
            <a:extLst xmlns:a="http://schemas.openxmlformats.org/drawingml/2006/main">
              <a:ext uri="{FF2B5EF4-FFF2-40B4-BE49-F238E27FC236}">
                <a16:creationId xmlns:a16="http://schemas.microsoft.com/office/drawing/2014/main" id="{810756C6-78C5-46A1-A5C4-D69E9368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40" y="2764976"/>
            <a:ext cx="1872158" cy="181274"/>
          </a:xfrm>
          <a:custGeom xmlns:a="http://schemas.openxmlformats.org/drawingml/2006/main">
            <a:pathLst>
              <a:path w="1872158" h="181274">
                <a:moveTo>
                  <a:pt x="96949" y="84042"/>
                </a:moveTo>
                <a:lnTo>
                  <a:pt x="134354" y="95386"/>
                </a:lnTo>
                <a:cubicBezTo>
                  <a:pt x="131841" y="105887"/>
                  <a:pt x="127884" y="114660"/>
                  <a:pt x="122482" y="121705"/>
                </a:cubicBezTo>
                <a:cubicBezTo>
                  <a:pt x="117080" y="128748"/>
                  <a:pt x="110375" y="134061"/>
                  <a:pt x="102367" y="137645"/>
                </a:cubicBezTo>
                <a:cubicBezTo>
                  <a:pt x="94358" y="141229"/>
                  <a:pt x="84167" y="143022"/>
                  <a:pt x="71793" y="143022"/>
                </a:cubicBezTo>
                <a:cubicBezTo>
                  <a:pt x="56782" y="143022"/>
                  <a:pt x="44518" y="140838"/>
                  <a:pt x="35002" y="136471"/>
                </a:cubicBezTo>
                <a:cubicBezTo>
                  <a:pt x="25486" y="132101"/>
                  <a:pt x="17273" y="124418"/>
                  <a:pt x="10364" y="113420"/>
                </a:cubicBezTo>
                <a:cubicBezTo>
                  <a:pt x="3455" y="102420"/>
                  <a:pt x="0" y="88340"/>
                  <a:pt x="0" y="71181"/>
                </a:cubicBezTo>
                <a:cubicBezTo>
                  <a:pt x="0" y="48302"/>
                  <a:pt x="6077" y="30719"/>
                  <a:pt x="18231" y="18431"/>
                </a:cubicBezTo>
                <a:cubicBezTo>
                  <a:pt x="30385" y="6144"/>
                  <a:pt x="47580" y="0"/>
                  <a:pt x="69815" y="0"/>
                </a:cubicBezTo>
                <a:cubicBezTo>
                  <a:pt x="87214" y="0"/>
                  <a:pt x="100891" y="3516"/>
                  <a:pt x="110846" y="10549"/>
                </a:cubicBezTo>
                <a:cubicBezTo>
                  <a:pt x="120802" y="17582"/>
                  <a:pt x="128198" y="28383"/>
                  <a:pt x="133035" y="42951"/>
                </a:cubicBezTo>
                <a:lnTo>
                  <a:pt x="95348" y="51254"/>
                </a:lnTo>
                <a:cubicBezTo>
                  <a:pt x="94029" y="47087"/>
                  <a:pt x="92647" y="44039"/>
                  <a:pt x="91202" y="42109"/>
                </a:cubicBezTo>
                <a:cubicBezTo>
                  <a:pt x="88815" y="38876"/>
                  <a:pt x="85895" y="36389"/>
                  <a:pt x="82440" y="34648"/>
                </a:cubicBezTo>
                <a:cubicBezTo>
                  <a:pt x="78985" y="32905"/>
                  <a:pt x="75122" y="32034"/>
                  <a:pt x="70851" y="32034"/>
                </a:cubicBezTo>
                <a:cubicBezTo>
                  <a:pt x="61178" y="32034"/>
                  <a:pt x="53767" y="35928"/>
                  <a:pt x="48616" y="43717"/>
                </a:cubicBezTo>
                <a:cubicBezTo>
                  <a:pt x="44722" y="49495"/>
                  <a:pt x="42775" y="58572"/>
                  <a:pt x="42775" y="70945"/>
                </a:cubicBezTo>
                <a:cubicBezTo>
                  <a:pt x="42775" y="86271"/>
                  <a:pt x="45099" y="96777"/>
                  <a:pt x="49747" y="102461"/>
                </a:cubicBezTo>
                <a:cubicBezTo>
                  <a:pt x="54395" y="108146"/>
                  <a:pt x="60927" y="110988"/>
                  <a:pt x="69344" y="110988"/>
                </a:cubicBezTo>
                <a:cubicBezTo>
                  <a:pt x="77509" y="110988"/>
                  <a:pt x="83680" y="108687"/>
                  <a:pt x="87857" y="104086"/>
                </a:cubicBezTo>
                <a:cubicBezTo>
                  <a:pt x="92034" y="99485"/>
                  <a:pt x="95065" y="92804"/>
                  <a:pt x="96949" y="84042"/>
                </a:cubicBezTo>
                <a:close/>
                <a:moveTo>
                  <a:pt x="147820" y="90825"/>
                </a:moveTo>
                <a:cubicBezTo>
                  <a:pt x="147820" y="75562"/>
                  <a:pt x="152971" y="62984"/>
                  <a:pt x="163272" y="53091"/>
                </a:cubicBezTo>
                <a:cubicBezTo>
                  <a:pt x="173573" y="43199"/>
                  <a:pt x="187486" y="38252"/>
                  <a:pt x="205010" y="38252"/>
                </a:cubicBezTo>
                <a:cubicBezTo>
                  <a:pt x="225047" y="38252"/>
                  <a:pt x="240185" y="44062"/>
                  <a:pt x="250423" y="55682"/>
                </a:cubicBezTo>
                <a:cubicBezTo>
                  <a:pt x="258651" y="65041"/>
                  <a:pt x="262765" y="76567"/>
                  <a:pt x="262765" y="90260"/>
                </a:cubicBezTo>
                <a:cubicBezTo>
                  <a:pt x="262765" y="105649"/>
                  <a:pt x="257662" y="118258"/>
                  <a:pt x="247455" y="128088"/>
                </a:cubicBezTo>
                <a:cubicBezTo>
                  <a:pt x="237248" y="137918"/>
                  <a:pt x="223131" y="142833"/>
                  <a:pt x="205104" y="142833"/>
                </a:cubicBezTo>
                <a:cubicBezTo>
                  <a:pt x="189025" y="142833"/>
                  <a:pt x="176023" y="138750"/>
                  <a:pt x="166099" y="130585"/>
                </a:cubicBezTo>
                <a:cubicBezTo>
                  <a:pt x="153913" y="120472"/>
                  <a:pt x="147820" y="107219"/>
                  <a:pt x="147820" y="90825"/>
                </a:cubicBezTo>
                <a:moveTo>
                  <a:pt x="186261" y="90684"/>
                </a:moveTo>
                <a:cubicBezTo>
                  <a:pt x="186261" y="99587"/>
                  <a:pt x="188067" y="106171"/>
                  <a:pt x="191678" y="110434"/>
                </a:cubicBezTo>
                <a:cubicBezTo>
                  <a:pt x="195290" y="114698"/>
                  <a:pt x="199828" y="116829"/>
                  <a:pt x="205293" y="116829"/>
                </a:cubicBezTo>
                <a:cubicBezTo>
                  <a:pt x="210820" y="116829"/>
                  <a:pt x="215358" y="114729"/>
                  <a:pt x="218907" y="110528"/>
                </a:cubicBezTo>
                <a:cubicBezTo>
                  <a:pt x="222456" y="106328"/>
                  <a:pt x="224231" y="99587"/>
                  <a:pt x="224231" y="90307"/>
                </a:cubicBezTo>
                <a:cubicBezTo>
                  <a:pt x="224231" y="81655"/>
                  <a:pt x="222440" y="75213"/>
                  <a:pt x="218860" y="70981"/>
                </a:cubicBezTo>
                <a:cubicBezTo>
                  <a:pt x="215280" y="66749"/>
                  <a:pt x="210852" y="64633"/>
                  <a:pt x="205576" y="64633"/>
                </a:cubicBezTo>
                <a:cubicBezTo>
                  <a:pt x="199985" y="64633"/>
                  <a:pt x="195369" y="66780"/>
                  <a:pt x="191726" y="71075"/>
                </a:cubicBezTo>
                <a:cubicBezTo>
                  <a:pt x="188083" y="75370"/>
                  <a:pt x="186261" y="81906"/>
                  <a:pt x="186261" y="90684"/>
                </a:cubicBezTo>
                <a:close/>
                <a:moveTo>
                  <a:pt x="281214" y="40513"/>
                </a:moveTo>
                <a:lnTo>
                  <a:pt x="316922" y="40513"/>
                </a:lnTo>
                <a:lnTo>
                  <a:pt x="316922" y="56869"/>
                </a:lnTo>
                <a:cubicBezTo>
                  <a:pt x="322261" y="50191"/>
                  <a:pt x="327663" y="45420"/>
                  <a:pt x="333128" y="42554"/>
                </a:cubicBezTo>
                <a:cubicBezTo>
                  <a:pt x="338592" y="39686"/>
                  <a:pt x="345250" y="38252"/>
                  <a:pt x="353102" y="38252"/>
                </a:cubicBezTo>
                <a:cubicBezTo>
                  <a:pt x="363717" y="38252"/>
                  <a:pt x="372024" y="41408"/>
                  <a:pt x="378022" y="47721"/>
                </a:cubicBezTo>
                <a:cubicBezTo>
                  <a:pt x="384021" y="54034"/>
                  <a:pt x="387020" y="63785"/>
                  <a:pt x="387020" y="76975"/>
                </a:cubicBezTo>
                <a:lnTo>
                  <a:pt x="387020" y="140572"/>
                </a:lnTo>
                <a:lnTo>
                  <a:pt x="348485" y="140572"/>
                </a:lnTo>
                <a:lnTo>
                  <a:pt x="348485" y="85620"/>
                </a:lnTo>
                <a:cubicBezTo>
                  <a:pt x="348485" y="79348"/>
                  <a:pt x="347323" y="74911"/>
                  <a:pt x="344999" y="72309"/>
                </a:cubicBezTo>
                <a:cubicBezTo>
                  <a:pt x="342675" y="69704"/>
                  <a:pt x="339409" y="68402"/>
                  <a:pt x="335201" y="68402"/>
                </a:cubicBezTo>
                <a:cubicBezTo>
                  <a:pt x="330553" y="68402"/>
                  <a:pt x="326784" y="70158"/>
                  <a:pt x="323895" y="73672"/>
                </a:cubicBezTo>
                <a:cubicBezTo>
                  <a:pt x="321005" y="77183"/>
                  <a:pt x="319561" y="83487"/>
                  <a:pt x="319561" y="92583"/>
                </a:cubicBezTo>
                <a:lnTo>
                  <a:pt x="319561" y="140572"/>
                </a:lnTo>
                <a:lnTo>
                  <a:pt x="281214" y="140572"/>
                </a:lnTo>
                <a:lnTo>
                  <a:pt x="281214" y="40513"/>
                </a:lnTo>
                <a:close/>
                <a:moveTo>
                  <a:pt x="456158" y="2450"/>
                </a:moveTo>
                <a:lnTo>
                  <a:pt x="456158" y="40513"/>
                </a:lnTo>
                <a:lnTo>
                  <a:pt x="477262" y="40513"/>
                </a:lnTo>
                <a:lnTo>
                  <a:pt x="477262" y="68590"/>
                </a:lnTo>
                <a:lnTo>
                  <a:pt x="456158" y="68590"/>
                </a:lnTo>
                <a:lnTo>
                  <a:pt x="456158" y="104039"/>
                </a:lnTo>
                <a:cubicBezTo>
                  <a:pt x="456158" y="108303"/>
                  <a:pt x="456566" y="111123"/>
                  <a:pt x="457382" y="112501"/>
                </a:cubicBezTo>
                <a:cubicBezTo>
                  <a:pt x="458639" y="114633"/>
                  <a:pt x="460837" y="115699"/>
                  <a:pt x="463978" y="115699"/>
                </a:cubicBezTo>
                <a:cubicBezTo>
                  <a:pt x="466804" y="115699"/>
                  <a:pt x="470761" y="114884"/>
                  <a:pt x="475849" y="113255"/>
                </a:cubicBezTo>
                <a:lnTo>
                  <a:pt x="478675" y="139724"/>
                </a:lnTo>
                <a:cubicBezTo>
                  <a:pt x="469191" y="141797"/>
                  <a:pt x="460334" y="142833"/>
                  <a:pt x="452106" y="142833"/>
                </a:cubicBezTo>
                <a:cubicBezTo>
                  <a:pt x="442559" y="142833"/>
                  <a:pt x="435524" y="141610"/>
                  <a:pt x="431002" y="139165"/>
                </a:cubicBezTo>
                <a:cubicBezTo>
                  <a:pt x="426479" y="136717"/>
                  <a:pt x="423134" y="133000"/>
                  <a:pt x="420967" y="128015"/>
                </a:cubicBezTo>
                <a:cubicBezTo>
                  <a:pt x="418800" y="123027"/>
                  <a:pt x="417717" y="114950"/>
                  <a:pt x="417717" y="103783"/>
                </a:cubicBezTo>
                <a:lnTo>
                  <a:pt x="417717" y="68590"/>
                </a:lnTo>
                <a:lnTo>
                  <a:pt x="403584" y="68590"/>
                </a:lnTo>
                <a:lnTo>
                  <a:pt x="403584" y="40513"/>
                </a:lnTo>
                <a:lnTo>
                  <a:pt x="417717" y="40513"/>
                </a:lnTo>
                <a:lnTo>
                  <a:pt x="417717" y="22141"/>
                </a:lnTo>
                <a:lnTo>
                  <a:pt x="456158" y="2450"/>
                </a:lnTo>
                <a:close/>
                <a:moveTo>
                  <a:pt x="606613" y="100059"/>
                </a:moveTo>
                <a:lnTo>
                  <a:pt x="529732" y="100059"/>
                </a:lnTo>
                <a:cubicBezTo>
                  <a:pt x="530423" y="106185"/>
                  <a:pt x="532087" y="110748"/>
                  <a:pt x="534725" y="113749"/>
                </a:cubicBezTo>
                <a:cubicBezTo>
                  <a:pt x="538431" y="118064"/>
                  <a:pt x="543268" y="120221"/>
                  <a:pt x="549235" y="120221"/>
                </a:cubicBezTo>
                <a:cubicBezTo>
                  <a:pt x="553004" y="120221"/>
                  <a:pt x="556584" y="119289"/>
                  <a:pt x="559976" y="117424"/>
                </a:cubicBezTo>
                <a:cubicBezTo>
                  <a:pt x="562048" y="116242"/>
                  <a:pt x="564278" y="114160"/>
                  <a:pt x="566665" y="111176"/>
                </a:cubicBezTo>
                <a:lnTo>
                  <a:pt x="604446" y="114568"/>
                </a:lnTo>
                <a:cubicBezTo>
                  <a:pt x="598667" y="124651"/>
                  <a:pt x="591695" y="131883"/>
                  <a:pt x="583530" y="136264"/>
                </a:cubicBezTo>
                <a:cubicBezTo>
                  <a:pt x="575364" y="140644"/>
                  <a:pt x="563650" y="142833"/>
                  <a:pt x="548387" y="142833"/>
                </a:cubicBezTo>
                <a:cubicBezTo>
                  <a:pt x="535134" y="142833"/>
                  <a:pt x="524707" y="140964"/>
                  <a:pt x="517107" y="137227"/>
                </a:cubicBezTo>
                <a:cubicBezTo>
                  <a:pt x="509507" y="133490"/>
                  <a:pt x="503210" y="127554"/>
                  <a:pt x="498216" y="119420"/>
                </a:cubicBezTo>
                <a:cubicBezTo>
                  <a:pt x="493223" y="111286"/>
                  <a:pt x="490726" y="101723"/>
                  <a:pt x="490726" y="90731"/>
                </a:cubicBezTo>
                <a:cubicBezTo>
                  <a:pt x="490726" y="75091"/>
                  <a:pt x="495735" y="62435"/>
                  <a:pt x="505754" y="52762"/>
                </a:cubicBezTo>
                <a:cubicBezTo>
                  <a:pt x="515772" y="43089"/>
                  <a:pt x="529606" y="38252"/>
                  <a:pt x="547256" y="38252"/>
                </a:cubicBezTo>
                <a:cubicBezTo>
                  <a:pt x="561577" y="38252"/>
                  <a:pt x="572883" y="40419"/>
                  <a:pt x="581174" y="44753"/>
                </a:cubicBezTo>
                <a:cubicBezTo>
                  <a:pt x="589466" y="49087"/>
                  <a:pt x="595778" y="55368"/>
                  <a:pt x="600112" y="63597"/>
                </a:cubicBezTo>
                <a:cubicBezTo>
                  <a:pt x="604446" y="71825"/>
                  <a:pt x="606613" y="82534"/>
                  <a:pt x="606613" y="95725"/>
                </a:cubicBezTo>
                <a:lnTo>
                  <a:pt x="606613" y="100059"/>
                </a:lnTo>
                <a:moveTo>
                  <a:pt x="567607" y="81592"/>
                </a:moveTo>
                <a:cubicBezTo>
                  <a:pt x="566853" y="74247"/>
                  <a:pt x="564859" y="68988"/>
                  <a:pt x="561624" y="65814"/>
                </a:cubicBezTo>
                <a:cubicBezTo>
                  <a:pt x="558390" y="62640"/>
                  <a:pt x="554134" y="61053"/>
                  <a:pt x="548858" y="61053"/>
                </a:cubicBezTo>
                <a:cubicBezTo>
                  <a:pt x="542765" y="61053"/>
                  <a:pt x="537897" y="63449"/>
                  <a:pt x="534254" y="68243"/>
                </a:cubicBezTo>
                <a:cubicBezTo>
                  <a:pt x="531930" y="71230"/>
                  <a:pt x="530454" y="75680"/>
                  <a:pt x="529826" y="81592"/>
                </a:cubicBezTo>
                <a:lnTo>
                  <a:pt x="567607" y="81592"/>
                </a:lnTo>
                <a:close/>
                <a:moveTo>
                  <a:pt x="610567" y="40513"/>
                </a:moveTo>
                <a:lnTo>
                  <a:pt x="656074" y="40513"/>
                </a:lnTo>
                <a:lnTo>
                  <a:pt x="671997" y="68402"/>
                </a:lnTo>
                <a:lnTo>
                  <a:pt x="690464" y="40513"/>
                </a:lnTo>
                <a:lnTo>
                  <a:pt x="732767" y="40513"/>
                </a:lnTo>
                <a:lnTo>
                  <a:pt x="698660" y="88187"/>
                </a:lnTo>
                <a:lnTo>
                  <a:pt x="735217" y="140572"/>
                </a:lnTo>
                <a:lnTo>
                  <a:pt x="690464" y="140572"/>
                </a:lnTo>
                <a:lnTo>
                  <a:pt x="671997" y="108350"/>
                </a:lnTo>
                <a:lnTo>
                  <a:pt x="650233" y="140572"/>
                </a:lnTo>
                <a:lnTo>
                  <a:pt x="608683" y="140572"/>
                </a:lnTo>
                <a:lnTo>
                  <a:pt x="645051" y="88187"/>
                </a:lnTo>
                <a:lnTo>
                  <a:pt x="610567" y="40513"/>
                </a:lnTo>
                <a:close/>
                <a:moveTo>
                  <a:pt x="794179" y="2450"/>
                </a:moveTo>
                <a:lnTo>
                  <a:pt x="794179" y="40513"/>
                </a:lnTo>
                <a:lnTo>
                  <a:pt x="815284" y="40513"/>
                </a:lnTo>
                <a:lnTo>
                  <a:pt x="815284" y="68590"/>
                </a:lnTo>
                <a:lnTo>
                  <a:pt x="794179" y="68590"/>
                </a:lnTo>
                <a:lnTo>
                  <a:pt x="794179" y="104039"/>
                </a:lnTo>
                <a:cubicBezTo>
                  <a:pt x="794179" y="108303"/>
                  <a:pt x="794587" y="111123"/>
                  <a:pt x="795404" y="112501"/>
                </a:cubicBezTo>
                <a:cubicBezTo>
                  <a:pt x="796660" y="114633"/>
                  <a:pt x="798858" y="115699"/>
                  <a:pt x="801999" y="115699"/>
                </a:cubicBezTo>
                <a:cubicBezTo>
                  <a:pt x="804825" y="115699"/>
                  <a:pt x="808783" y="114884"/>
                  <a:pt x="813870" y="113255"/>
                </a:cubicBezTo>
                <a:lnTo>
                  <a:pt x="816697" y="139724"/>
                </a:lnTo>
                <a:cubicBezTo>
                  <a:pt x="807212" y="141797"/>
                  <a:pt x="798356" y="142833"/>
                  <a:pt x="790128" y="142833"/>
                </a:cubicBezTo>
                <a:cubicBezTo>
                  <a:pt x="780580" y="142833"/>
                  <a:pt x="773545" y="141610"/>
                  <a:pt x="769023" y="139165"/>
                </a:cubicBezTo>
                <a:cubicBezTo>
                  <a:pt x="764501" y="136717"/>
                  <a:pt x="761156" y="133000"/>
                  <a:pt x="758989" y="128015"/>
                </a:cubicBezTo>
                <a:cubicBezTo>
                  <a:pt x="756822" y="123027"/>
                  <a:pt x="755738" y="114950"/>
                  <a:pt x="755738" y="103783"/>
                </a:cubicBezTo>
                <a:lnTo>
                  <a:pt x="755738" y="68590"/>
                </a:lnTo>
                <a:lnTo>
                  <a:pt x="741606" y="68590"/>
                </a:lnTo>
                <a:lnTo>
                  <a:pt x="741606" y="40513"/>
                </a:lnTo>
                <a:lnTo>
                  <a:pt x="755738" y="40513"/>
                </a:lnTo>
                <a:lnTo>
                  <a:pt x="755738" y="22141"/>
                </a:lnTo>
                <a:lnTo>
                  <a:pt x="794179" y="2450"/>
                </a:lnTo>
                <a:close/>
                <a:moveTo>
                  <a:pt x="992403" y="84042"/>
                </a:moveTo>
                <a:lnTo>
                  <a:pt x="1029807" y="95386"/>
                </a:lnTo>
                <a:cubicBezTo>
                  <a:pt x="1027295" y="105887"/>
                  <a:pt x="1023338" y="114660"/>
                  <a:pt x="1017936" y="121705"/>
                </a:cubicBezTo>
                <a:cubicBezTo>
                  <a:pt x="1012534" y="128748"/>
                  <a:pt x="1005829" y="134061"/>
                  <a:pt x="997821" y="137645"/>
                </a:cubicBezTo>
                <a:cubicBezTo>
                  <a:pt x="989812" y="141229"/>
                  <a:pt x="979621" y="143022"/>
                  <a:pt x="967247" y="143022"/>
                </a:cubicBezTo>
                <a:cubicBezTo>
                  <a:pt x="952235" y="143022"/>
                  <a:pt x="939971" y="140838"/>
                  <a:pt x="930455" y="136471"/>
                </a:cubicBezTo>
                <a:cubicBezTo>
                  <a:pt x="920939" y="132101"/>
                  <a:pt x="912727" y="124418"/>
                  <a:pt x="905818" y="113420"/>
                </a:cubicBezTo>
                <a:cubicBezTo>
                  <a:pt x="898908" y="102420"/>
                  <a:pt x="895454" y="88340"/>
                  <a:pt x="895454" y="71181"/>
                </a:cubicBezTo>
                <a:cubicBezTo>
                  <a:pt x="895454" y="48302"/>
                  <a:pt x="901531" y="30719"/>
                  <a:pt x="913685" y="18431"/>
                </a:cubicBezTo>
                <a:cubicBezTo>
                  <a:pt x="925839" y="6144"/>
                  <a:pt x="943033" y="0"/>
                  <a:pt x="965269" y="0"/>
                </a:cubicBezTo>
                <a:cubicBezTo>
                  <a:pt x="982667" y="0"/>
                  <a:pt x="996345" y="3516"/>
                  <a:pt x="1006300" y="10549"/>
                </a:cubicBezTo>
                <a:cubicBezTo>
                  <a:pt x="1016256" y="17582"/>
                  <a:pt x="1023652" y="28383"/>
                  <a:pt x="1028488" y="42951"/>
                </a:cubicBezTo>
                <a:lnTo>
                  <a:pt x="990801" y="51254"/>
                </a:lnTo>
                <a:cubicBezTo>
                  <a:pt x="989482" y="47087"/>
                  <a:pt x="988101" y="44039"/>
                  <a:pt x="986656" y="42109"/>
                </a:cubicBezTo>
                <a:cubicBezTo>
                  <a:pt x="984269" y="38876"/>
                  <a:pt x="981348" y="36389"/>
                  <a:pt x="977894" y="34648"/>
                </a:cubicBezTo>
                <a:cubicBezTo>
                  <a:pt x="974439" y="32905"/>
                  <a:pt x="970576" y="32034"/>
                  <a:pt x="966305" y="32034"/>
                </a:cubicBezTo>
                <a:cubicBezTo>
                  <a:pt x="956632" y="32034"/>
                  <a:pt x="949220" y="35928"/>
                  <a:pt x="944070" y="43717"/>
                </a:cubicBezTo>
                <a:cubicBezTo>
                  <a:pt x="940175" y="49495"/>
                  <a:pt x="938228" y="58572"/>
                  <a:pt x="938228" y="70945"/>
                </a:cubicBezTo>
                <a:cubicBezTo>
                  <a:pt x="938228" y="86271"/>
                  <a:pt x="940552" y="96777"/>
                  <a:pt x="945200" y="102461"/>
                </a:cubicBezTo>
                <a:cubicBezTo>
                  <a:pt x="949848" y="108146"/>
                  <a:pt x="956381" y="110988"/>
                  <a:pt x="964798" y="110988"/>
                </a:cubicBezTo>
                <a:cubicBezTo>
                  <a:pt x="972963" y="110988"/>
                  <a:pt x="979134" y="108687"/>
                  <a:pt x="983311" y="104086"/>
                </a:cubicBezTo>
                <a:cubicBezTo>
                  <a:pt x="987488" y="99485"/>
                  <a:pt x="990519" y="92804"/>
                  <a:pt x="992403" y="84042"/>
                </a:cubicBezTo>
                <a:close/>
                <a:moveTo>
                  <a:pt x="1043275" y="90825"/>
                </a:moveTo>
                <a:cubicBezTo>
                  <a:pt x="1043275" y="75562"/>
                  <a:pt x="1048425" y="62984"/>
                  <a:pt x="1058726" y="53091"/>
                </a:cubicBezTo>
                <a:cubicBezTo>
                  <a:pt x="1069027" y="43199"/>
                  <a:pt x="1082940" y="38252"/>
                  <a:pt x="1100464" y="38252"/>
                </a:cubicBezTo>
                <a:cubicBezTo>
                  <a:pt x="1120501" y="38252"/>
                  <a:pt x="1135639" y="44062"/>
                  <a:pt x="1145877" y="55682"/>
                </a:cubicBezTo>
                <a:cubicBezTo>
                  <a:pt x="1154105" y="65041"/>
                  <a:pt x="1158220" y="76567"/>
                  <a:pt x="1158220" y="90260"/>
                </a:cubicBezTo>
                <a:cubicBezTo>
                  <a:pt x="1158220" y="105649"/>
                  <a:pt x="1153116" y="118258"/>
                  <a:pt x="1142909" y="128088"/>
                </a:cubicBezTo>
                <a:cubicBezTo>
                  <a:pt x="1132702" y="137918"/>
                  <a:pt x="1118586" y="142833"/>
                  <a:pt x="1100559" y="142833"/>
                </a:cubicBezTo>
                <a:cubicBezTo>
                  <a:pt x="1084479" y="142833"/>
                  <a:pt x="1071477" y="138750"/>
                  <a:pt x="1061553" y="130585"/>
                </a:cubicBezTo>
                <a:cubicBezTo>
                  <a:pt x="1049367" y="120472"/>
                  <a:pt x="1043275" y="107219"/>
                  <a:pt x="1043275" y="90825"/>
                </a:cubicBezTo>
                <a:moveTo>
                  <a:pt x="1081715" y="90684"/>
                </a:moveTo>
                <a:cubicBezTo>
                  <a:pt x="1081715" y="99587"/>
                  <a:pt x="1083521" y="106171"/>
                  <a:pt x="1087133" y="110434"/>
                </a:cubicBezTo>
                <a:cubicBezTo>
                  <a:pt x="1090744" y="114698"/>
                  <a:pt x="1095282" y="116829"/>
                  <a:pt x="1100747" y="116829"/>
                </a:cubicBezTo>
                <a:cubicBezTo>
                  <a:pt x="1106274" y="116829"/>
                  <a:pt x="1110813" y="114729"/>
                  <a:pt x="1114361" y="110528"/>
                </a:cubicBezTo>
                <a:cubicBezTo>
                  <a:pt x="1117910" y="106328"/>
                  <a:pt x="1119685" y="99587"/>
                  <a:pt x="1119685" y="90307"/>
                </a:cubicBezTo>
                <a:cubicBezTo>
                  <a:pt x="1119685" y="81655"/>
                  <a:pt x="1117895" y="75213"/>
                  <a:pt x="1114314" y="70981"/>
                </a:cubicBezTo>
                <a:cubicBezTo>
                  <a:pt x="1110734" y="66749"/>
                  <a:pt x="1106306" y="64633"/>
                  <a:pt x="1101030" y="64633"/>
                </a:cubicBezTo>
                <a:cubicBezTo>
                  <a:pt x="1095440" y="64633"/>
                  <a:pt x="1090823" y="66780"/>
                  <a:pt x="1087180" y="71075"/>
                </a:cubicBezTo>
                <a:cubicBezTo>
                  <a:pt x="1083537" y="75370"/>
                  <a:pt x="1081715" y="81906"/>
                  <a:pt x="1081715" y="90684"/>
                </a:cubicBezTo>
                <a:close/>
                <a:moveTo>
                  <a:pt x="1158688" y="40513"/>
                </a:moveTo>
                <a:lnTo>
                  <a:pt x="1198636" y="40513"/>
                </a:lnTo>
                <a:lnTo>
                  <a:pt x="1218045" y="103921"/>
                </a:lnTo>
                <a:lnTo>
                  <a:pt x="1238113" y="40513"/>
                </a:lnTo>
                <a:lnTo>
                  <a:pt x="1276837" y="40513"/>
                </a:lnTo>
                <a:lnTo>
                  <a:pt x="1234345" y="140572"/>
                </a:lnTo>
                <a:lnTo>
                  <a:pt x="1200332" y="140572"/>
                </a:lnTo>
                <a:lnTo>
                  <a:pt x="1158688" y="40513"/>
                </a:lnTo>
                <a:close/>
                <a:moveTo>
                  <a:pt x="1394050" y="100059"/>
                </a:moveTo>
                <a:lnTo>
                  <a:pt x="1317169" y="100059"/>
                </a:lnTo>
                <a:cubicBezTo>
                  <a:pt x="1317860" y="106185"/>
                  <a:pt x="1319524" y="110748"/>
                  <a:pt x="1322162" y="113749"/>
                </a:cubicBezTo>
                <a:cubicBezTo>
                  <a:pt x="1325868" y="118064"/>
                  <a:pt x="1330704" y="120221"/>
                  <a:pt x="1336672" y="120221"/>
                </a:cubicBezTo>
                <a:cubicBezTo>
                  <a:pt x="1340440" y="120221"/>
                  <a:pt x="1344020" y="119289"/>
                  <a:pt x="1347412" y="117424"/>
                </a:cubicBezTo>
                <a:cubicBezTo>
                  <a:pt x="1349485" y="116242"/>
                  <a:pt x="1351715" y="114160"/>
                  <a:pt x="1354102" y="111176"/>
                </a:cubicBezTo>
                <a:lnTo>
                  <a:pt x="1391883" y="114568"/>
                </a:lnTo>
                <a:cubicBezTo>
                  <a:pt x="1386104" y="124651"/>
                  <a:pt x="1379132" y="131883"/>
                  <a:pt x="1370967" y="136264"/>
                </a:cubicBezTo>
                <a:cubicBezTo>
                  <a:pt x="1362801" y="140644"/>
                  <a:pt x="1351087" y="142833"/>
                  <a:pt x="1335824" y="142833"/>
                </a:cubicBezTo>
                <a:cubicBezTo>
                  <a:pt x="1322570" y="142833"/>
                  <a:pt x="1312144" y="140964"/>
                  <a:pt x="1304543" y="137227"/>
                </a:cubicBezTo>
                <a:cubicBezTo>
                  <a:pt x="1296943" y="133490"/>
                  <a:pt x="1290646" y="127554"/>
                  <a:pt x="1285653" y="119420"/>
                </a:cubicBezTo>
                <a:cubicBezTo>
                  <a:pt x="1280659" y="111286"/>
                  <a:pt x="1278163" y="101723"/>
                  <a:pt x="1278163" y="90731"/>
                </a:cubicBezTo>
                <a:cubicBezTo>
                  <a:pt x="1278163" y="75091"/>
                  <a:pt x="1283172" y="62435"/>
                  <a:pt x="1293190" y="52762"/>
                </a:cubicBezTo>
                <a:cubicBezTo>
                  <a:pt x="1303209" y="43089"/>
                  <a:pt x="1317043" y="38252"/>
                  <a:pt x="1334693" y="38252"/>
                </a:cubicBezTo>
                <a:cubicBezTo>
                  <a:pt x="1349014" y="38252"/>
                  <a:pt x="1360320" y="40419"/>
                  <a:pt x="1368611" y="44753"/>
                </a:cubicBezTo>
                <a:cubicBezTo>
                  <a:pt x="1376902" y="49087"/>
                  <a:pt x="1383215" y="55368"/>
                  <a:pt x="1387549" y="63597"/>
                </a:cubicBezTo>
                <a:cubicBezTo>
                  <a:pt x="1391883" y="71825"/>
                  <a:pt x="1394050" y="82534"/>
                  <a:pt x="1394050" y="95725"/>
                </a:cubicBezTo>
                <a:lnTo>
                  <a:pt x="1394050" y="100059"/>
                </a:lnTo>
                <a:moveTo>
                  <a:pt x="1355044" y="81592"/>
                </a:moveTo>
                <a:cubicBezTo>
                  <a:pt x="1354290" y="74247"/>
                  <a:pt x="1352296" y="68988"/>
                  <a:pt x="1349061" y="65814"/>
                </a:cubicBezTo>
                <a:cubicBezTo>
                  <a:pt x="1345826" y="62640"/>
                  <a:pt x="1341571" y="61053"/>
                  <a:pt x="1336295" y="61053"/>
                </a:cubicBezTo>
                <a:cubicBezTo>
                  <a:pt x="1330202" y="61053"/>
                  <a:pt x="1325334" y="63449"/>
                  <a:pt x="1321691" y="68243"/>
                </a:cubicBezTo>
                <a:cubicBezTo>
                  <a:pt x="1319367" y="71230"/>
                  <a:pt x="1317891" y="75680"/>
                  <a:pt x="1317263" y="81592"/>
                </a:cubicBezTo>
                <a:lnTo>
                  <a:pt x="1355044" y="81592"/>
                </a:lnTo>
                <a:close/>
                <a:moveTo>
                  <a:pt x="1412028" y="40513"/>
                </a:moveTo>
                <a:lnTo>
                  <a:pt x="1447924" y="40513"/>
                </a:lnTo>
                <a:lnTo>
                  <a:pt x="1447924" y="56907"/>
                </a:lnTo>
                <a:cubicBezTo>
                  <a:pt x="1451379" y="49809"/>
                  <a:pt x="1454943" y="44926"/>
                  <a:pt x="1458618" y="42256"/>
                </a:cubicBezTo>
                <a:cubicBezTo>
                  <a:pt x="1462292" y="39587"/>
                  <a:pt x="1466831" y="38252"/>
                  <a:pt x="1472232" y="38252"/>
                </a:cubicBezTo>
                <a:cubicBezTo>
                  <a:pt x="1477885" y="38252"/>
                  <a:pt x="1484072" y="40011"/>
                  <a:pt x="1490793" y="43528"/>
                </a:cubicBezTo>
                <a:lnTo>
                  <a:pt x="1478922" y="70851"/>
                </a:lnTo>
                <a:cubicBezTo>
                  <a:pt x="1474399" y="68967"/>
                  <a:pt x="1470819" y="68025"/>
                  <a:pt x="1468181" y="68025"/>
                </a:cubicBezTo>
                <a:cubicBezTo>
                  <a:pt x="1463156" y="68025"/>
                  <a:pt x="1459262" y="70098"/>
                  <a:pt x="1456498" y="74243"/>
                </a:cubicBezTo>
                <a:cubicBezTo>
                  <a:pt x="1452541" y="80085"/>
                  <a:pt x="1450562" y="91014"/>
                  <a:pt x="1450562" y="107031"/>
                </a:cubicBezTo>
                <a:lnTo>
                  <a:pt x="1450562" y="140572"/>
                </a:lnTo>
                <a:lnTo>
                  <a:pt x="1412028" y="140572"/>
                </a:lnTo>
                <a:lnTo>
                  <a:pt x="1412028" y="40513"/>
                </a:lnTo>
                <a:close/>
                <a:moveTo>
                  <a:pt x="1535539" y="72924"/>
                </a:moveTo>
                <a:lnTo>
                  <a:pt x="1498888" y="68967"/>
                </a:lnTo>
                <a:cubicBezTo>
                  <a:pt x="1500270" y="62580"/>
                  <a:pt x="1502265" y="57555"/>
                  <a:pt x="1504871" y="53892"/>
                </a:cubicBezTo>
                <a:cubicBezTo>
                  <a:pt x="1507478" y="50228"/>
                  <a:pt x="1511231" y="47050"/>
                  <a:pt x="1516130" y="44359"/>
                </a:cubicBezTo>
                <a:cubicBezTo>
                  <a:pt x="1519648" y="42417"/>
                  <a:pt x="1524484" y="40915"/>
                  <a:pt x="1530640" y="39851"/>
                </a:cubicBezTo>
                <a:cubicBezTo>
                  <a:pt x="1536795" y="38785"/>
                  <a:pt x="1543453" y="38252"/>
                  <a:pt x="1550614" y="38252"/>
                </a:cubicBezTo>
                <a:cubicBezTo>
                  <a:pt x="1562108" y="38252"/>
                  <a:pt x="1571341" y="38896"/>
                  <a:pt x="1578314" y="40184"/>
                </a:cubicBezTo>
                <a:cubicBezTo>
                  <a:pt x="1585286" y="41471"/>
                  <a:pt x="1591096" y="44156"/>
                  <a:pt x="1595744" y="48239"/>
                </a:cubicBezTo>
                <a:cubicBezTo>
                  <a:pt x="1599010" y="51066"/>
                  <a:pt x="1601585" y="55070"/>
                  <a:pt x="1603469" y="60252"/>
                </a:cubicBezTo>
                <a:cubicBezTo>
                  <a:pt x="1605354" y="65434"/>
                  <a:pt x="1606296" y="70380"/>
                  <a:pt x="1606296" y="75091"/>
                </a:cubicBezTo>
                <a:lnTo>
                  <a:pt x="1606296" y="119279"/>
                </a:lnTo>
                <a:cubicBezTo>
                  <a:pt x="1606296" y="123990"/>
                  <a:pt x="1606594" y="127680"/>
                  <a:pt x="1607191" y="130349"/>
                </a:cubicBezTo>
                <a:cubicBezTo>
                  <a:pt x="1607788" y="133019"/>
                  <a:pt x="1609091" y="136426"/>
                  <a:pt x="1611101" y="140572"/>
                </a:cubicBezTo>
                <a:lnTo>
                  <a:pt x="1575110" y="140572"/>
                </a:lnTo>
                <a:cubicBezTo>
                  <a:pt x="1573665" y="137997"/>
                  <a:pt x="1572723" y="136034"/>
                  <a:pt x="1572284" y="134683"/>
                </a:cubicBezTo>
                <a:cubicBezTo>
                  <a:pt x="1571844" y="133333"/>
                  <a:pt x="1571404" y="131213"/>
                  <a:pt x="1570965" y="128324"/>
                </a:cubicBezTo>
                <a:cubicBezTo>
                  <a:pt x="1565940" y="133160"/>
                  <a:pt x="1560946" y="136615"/>
                  <a:pt x="1555984" y="138688"/>
                </a:cubicBezTo>
                <a:cubicBezTo>
                  <a:pt x="1549200" y="141451"/>
                  <a:pt x="1541318" y="142833"/>
                  <a:pt x="1532336" y="142833"/>
                </a:cubicBezTo>
                <a:cubicBezTo>
                  <a:pt x="1520401" y="142833"/>
                  <a:pt x="1511341" y="140065"/>
                  <a:pt x="1505154" y="134530"/>
                </a:cubicBezTo>
                <a:cubicBezTo>
                  <a:pt x="1498967" y="128995"/>
                  <a:pt x="1495874" y="122171"/>
                  <a:pt x="1495874" y="114059"/>
                </a:cubicBezTo>
                <a:cubicBezTo>
                  <a:pt x="1495874" y="106447"/>
                  <a:pt x="1498103" y="100188"/>
                  <a:pt x="1502563" y="95283"/>
                </a:cubicBezTo>
                <a:cubicBezTo>
                  <a:pt x="1507023" y="90378"/>
                  <a:pt x="1515251" y="86730"/>
                  <a:pt x="1527248" y="84339"/>
                </a:cubicBezTo>
                <a:cubicBezTo>
                  <a:pt x="1541632" y="81446"/>
                  <a:pt x="1550959" y="79417"/>
                  <a:pt x="1555230" y="78253"/>
                </a:cubicBezTo>
                <a:cubicBezTo>
                  <a:pt x="1559501" y="77089"/>
                  <a:pt x="1564024" y="75564"/>
                  <a:pt x="1568798" y="73678"/>
                </a:cubicBezTo>
                <a:cubicBezTo>
                  <a:pt x="1568798" y="69002"/>
                  <a:pt x="1567824" y="65729"/>
                  <a:pt x="1565877" y="63859"/>
                </a:cubicBezTo>
                <a:cubicBezTo>
                  <a:pt x="1563930" y="61988"/>
                  <a:pt x="1560506" y="61053"/>
                  <a:pt x="1555607" y="61053"/>
                </a:cubicBezTo>
                <a:cubicBezTo>
                  <a:pt x="1549326" y="61053"/>
                  <a:pt x="1544615" y="62058"/>
                  <a:pt x="1541475" y="64068"/>
                </a:cubicBezTo>
                <a:cubicBezTo>
                  <a:pt x="1539025" y="65638"/>
                  <a:pt x="1537046" y="68590"/>
                  <a:pt x="1535539" y="72924"/>
                </a:cubicBezTo>
                <a:moveTo>
                  <a:pt x="1568798" y="93086"/>
                </a:moveTo>
                <a:cubicBezTo>
                  <a:pt x="1563521" y="94971"/>
                  <a:pt x="1558025" y="96635"/>
                  <a:pt x="1552310" y="98080"/>
                </a:cubicBezTo>
                <a:cubicBezTo>
                  <a:pt x="1544521" y="100153"/>
                  <a:pt x="1539590" y="102194"/>
                  <a:pt x="1537518" y="104204"/>
                </a:cubicBezTo>
                <a:cubicBezTo>
                  <a:pt x="1535382" y="106277"/>
                  <a:pt x="1534314" y="108632"/>
                  <a:pt x="1534314" y="111270"/>
                </a:cubicBezTo>
                <a:cubicBezTo>
                  <a:pt x="1534314" y="114285"/>
                  <a:pt x="1535366" y="116751"/>
                  <a:pt x="1537470" y="118666"/>
                </a:cubicBezTo>
                <a:cubicBezTo>
                  <a:pt x="1539575" y="120582"/>
                  <a:pt x="1542668" y="121540"/>
                  <a:pt x="1546751" y="121540"/>
                </a:cubicBezTo>
                <a:cubicBezTo>
                  <a:pt x="1551022" y="121540"/>
                  <a:pt x="1554995" y="120504"/>
                  <a:pt x="1558669" y="118431"/>
                </a:cubicBezTo>
                <a:cubicBezTo>
                  <a:pt x="1562344" y="116358"/>
                  <a:pt x="1564950" y="113830"/>
                  <a:pt x="1566489" y="110846"/>
                </a:cubicBezTo>
                <a:cubicBezTo>
                  <a:pt x="1568028" y="107863"/>
                  <a:pt x="1568798" y="103984"/>
                  <a:pt x="1568798" y="99211"/>
                </a:cubicBezTo>
                <a:lnTo>
                  <a:pt x="1568798" y="93086"/>
                </a:lnTo>
                <a:close/>
                <a:moveTo>
                  <a:pt x="1702019" y="40513"/>
                </a:moveTo>
                <a:lnTo>
                  <a:pt x="1737916" y="40513"/>
                </a:lnTo>
                <a:lnTo>
                  <a:pt x="1737916" y="135075"/>
                </a:lnTo>
                <a:lnTo>
                  <a:pt x="1738010" y="139509"/>
                </a:lnTo>
                <a:cubicBezTo>
                  <a:pt x="1738010" y="145794"/>
                  <a:pt x="1736676" y="151781"/>
                  <a:pt x="1734006" y="157469"/>
                </a:cubicBezTo>
                <a:cubicBezTo>
                  <a:pt x="1731337" y="163158"/>
                  <a:pt x="1727788" y="167761"/>
                  <a:pt x="1723359" y="171281"/>
                </a:cubicBezTo>
                <a:cubicBezTo>
                  <a:pt x="1718931" y="174800"/>
                  <a:pt x="1713310" y="177345"/>
                  <a:pt x="1706495" y="178915"/>
                </a:cubicBezTo>
                <a:cubicBezTo>
                  <a:pt x="1699680" y="180488"/>
                  <a:pt x="1691875" y="181274"/>
                  <a:pt x="1683082" y="181274"/>
                </a:cubicBezTo>
                <a:cubicBezTo>
                  <a:pt x="1662982" y="181274"/>
                  <a:pt x="1649179" y="178251"/>
                  <a:pt x="1641673" y="172205"/>
                </a:cubicBezTo>
                <a:cubicBezTo>
                  <a:pt x="1634167" y="166162"/>
                  <a:pt x="1630414" y="158071"/>
                  <a:pt x="1630414" y="147933"/>
                </a:cubicBezTo>
                <a:cubicBezTo>
                  <a:pt x="1630414" y="146674"/>
                  <a:pt x="1630477" y="144975"/>
                  <a:pt x="1630603" y="142833"/>
                </a:cubicBezTo>
                <a:lnTo>
                  <a:pt x="1667819" y="147167"/>
                </a:lnTo>
                <a:cubicBezTo>
                  <a:pt x="1668761" y="150590"/>
                  <a:pt x="1670205" y="152955"/>
                  <a:pt x="1672152" y="154260"/>
                </a:cubicBezTo>
                <a:cubicBezTo>
                  <a:pt x="1674979" y="156189"/>
                  <a:pt x="1678528" y="157154"/>
                  <a:pt x="1682799" y="157154"/>
                </a:cubicBezTo>
                <a:cubicBezTo>
                  <a:pt x="1688326" y="157154"/>
                  <a:pt x="1692456" y="155674"/>
                  <a:pt x="1695189" y="152714"/>
                </a:cubicBezTo>
                <a:cubicBezTo>
                  <a:pt x="1697921" y="149754"/>
                  <a:pt x="1699287" y="144590"/>
                  <a:pt x="1699287" y="137221"/>
                </a:cubicBezTo>
                <a:lnTo>
                  <a:pt x="1699287" y="122011"/>
                </a:lnTo>
                <a:cubicBezTo>
                  <a:pt x="1695518" y="126471"/>
                  <a:pt x="1691750" y="129706"/>
                  <a:pt x="1687981" y="131716"/>
                </a:cubicBezTo>
                <a:cubicBezTo>
                  <a:pt x="1682077" y="134856"/>
                  <a:pt x="1675701" y="136426"/>
                  <a:pt x="1668855" y="136426"/>
                </a:cubicBezTo>
                <a:cubicBezTo>
                  <a:pt x="1655476" y="136426"/>
                  <a:pt x="1644673" y="130591"/>
                  <a:pt x="1636444" y="118920"/>
                </a:cubicBezTo>
                <a:cubicBezTo>
                  <a:pt x="1630603" y="110636"/>
                  <a:pt x="1627682" y="99686"/>
                  <a:pt x="1627682" y="86067"/>
                </a:cubicBezTo>
                <a:cubicBezTo>
                  <a:pt x="1627682" y="70506"/>
                  <a:pt x="1631451" y="58646"/>
                  <a:pt x="1638988" y="50489"/>
                </a:cubicBezTo>
                <a:cubicBezTo>
                  <a:pt x="1646525" y="42331"/>
                  <a:pt x="1656387" y="38252"/>
                  <a:pt x="1668572" y="38252"/>
                </a:cubicBezTo>
                <a:cubicBezTo>
                  <a:pt x="1676361" y="38252"/>
                  <a:pt x="1682783" y="39576"/>
                  <a:pt x="1687840" y="42224"/>
                </a:cubicBezTo>
                <a:cubicBezTo>
                  <a:pt x="1692896" y="44870"/>
                  <a:pt x="1697623" y="49249"/>
                  <a:pt x="1702019" y="55361"/>
                </a:cubicBezTo>
                <a:lnTo>
                  <a:pt x="1702019" y="40513"/>
                </a:lnTo>
                <a:moveTo>
                  <a:pt x="1665934" y="89032"/>
                </a:moveTo>
                <a:cubicBezTo>
                  <a:pt x="1665934" y="96224"/>
                  <a:pt x="1667473" y="101556"/>
                  <a:pt x="1670551" y="105029"/>
                </a:cubicBezTo>
                <a:cubicBezTo>
                  <a:pt x="1673629" y="108499"/>
                  <a:pt x="1677680" y="110234"/>
                  <a:pt x="1682705" y="110234"/>
                </a:cubicBezTo>
                <a:cubicBezTo>
                  <a:pt x="1687478" y="110234"/>
                  <a:pt x="1691483" y="108436"/>
                  <a:pt x="1694717" y="104840"/>
                </a:cubicBezTo>
                <a:cubicBezTo>
                  <a:pt x="1697952" y="101244"/>
                  <a:pt x="1699570" y="95818"/>
                  <a:pt x="1699570" y="88561"/>
                </a:cubicBezTo>
                <a:cubicBezTo>
                  <a:pt x="1699570" y="81306"/>
                  <a:pt x="1697874" y="75756"/>
                  <a:pt x="1694482" y="71911"/>
                </a:cubicBezTo>
                <a:cubicBezTo>
                  <a:pt x="1691090" y="68064"/>
                  <a:pt x="1686945" y="66140"/>
                  <a:pt x="1682045" y="66140"/>
                </a:cubicBezTo>
                <a:cubicBezTo>
                  <a:pt x="1677146" y="66140"/>
                  <a:pt x="1673236" y="67908"/>
                  <a:pt x="1670315" y="71443"/>
                </a:cubicBezTo>
                <a:cubicBezTo>
                  <a:pt x="1667395" y="74976"/>
                  <a:pt x="1665934" y="80839"/>
                  <a:pt x="1665934" y="89032"/>
                </a:cubicBezTo>
                <a:close/>
                <a:moveTo>
                  <a:pt x="1872158" y="100059"/>
                </a:moveTo>
                <a:lnTo>
                  <a:pt x="1795277" y="100059"/>
                </a:lnTo>
                <a:cubicBezTo>
                  <a:pt x="1795968" y="106185"/>
                  <a:pt x="1797632" y="110748"/>
                  <a:pt x="1800270" y="113749"/>
                </a:cubicBezTo>
                <a:cubicBezTo>
                  <a:pt x="1803976" y="118064"/>
                  <a:pt x="1808812" y="120221"/>
                  <a:pt x="1814780" y="120221"/>
                </a:cubicBezTo>
                <a:cubicBezTo>
                  <a:pt x="1818548" y="120221"/>
                  <a:pt x="1822129" y="119289"/>
                  <a:pt x="1825520" y="117424"/>
                </a:cubicBezTo>
                <a:cubicBezTo>
                  <a:pt x="1827593" y="116242"/>
                  <a:pt x="1829823" y="114160"/>
                  <a:pt x="1832210" y="111176"/>
                </a:cubicBezTo>
                <a:lnTo>
                  <a:pt x="1869991" y="114568"/>
                </a:lnTo>
                <a:cubicBezTo>
                  <a:pt x="1864212" y="124651"/>
                  <a:pt x="1857240" y="131883"/>
                  <a:pt x="1849075" y="136264"/>
                </a:cubicBezTo>
                <a:cubicBezTo>
                  <a:pt x="1840909" y="140644"/>
                  <a:pt x="1829195" y="142833"/>
                  <a:pt x="1813932" y="142833"/>
                </a:cubicBezTo>
                <a:cubicBezTo>
                  <a:pt x="1800678" y="142833"/>
                  <a:pt x="1790252" y="140964"/>
                  <a:pt x="1782652" y="137227"/>
                </a:cubicBezTo>
                <a:cubicBezTo>
                  <a:pt x="1775051" y="133490"/>
                  <a:pt x="1768755" y="127554"/>
                  <a:pt x="1763761" y="119420"/>
                </a:cubicBezTo>
                <a:cubicBezTo>
                  <a:pt x="1758767" y="111286"/>
                  <a:pt x="1756271" y="101723"/>
                  <a:pt x="1756271" y="90731"/>
                </a:cubicBezTo>
                <a:cubicBezTo>
                  <a:pt x="1756271" y="75091"/>
                  <a:pt x="1761280" y="62435"/>
                  <a:pt x="1771298" y="52762"/>
                </a:cubicBezTo>
                <a:cubicBezTo>
                  <a:pt x="1781317" y="43089"/>
                  <a:pt x="1795151" y="38252"/>
                  <a:pt x="1812801" y="38252"/>
                </a:cubicBezTo>
                <a:cubicBezTo>
                  <a:pt x="1827122" y="38252"/>
                  <a:pt x="1838428" y="40419"/>
                  <a:pt x="1846719" y="44753"/>
                </a:cubicBezTo>
                <a:cubicBezTo>
                  <a:pt x="1855010" y="49087"/>
                  <a:pt x="1861323" y="55368"/>
                  <a:pt x="1865657" y="63597"/>
                </a:cubicBezTo>
                <a:cubicBezTo>
                  <a:pt x="1869991" y="71825"/>
                  <a:pt x="1872158" y="82534"/>
                  <a:pt x="1872158" y="95725"/>
                </a:cubicBezTo>
                <a:lnTo>
                  <a:pt x="1872158" y="100059"/>
                </a:lnTo>
                <a:moveTo>
                  <a:pt x="1833152" y="81592"/>
                </a:moveTo>
                <a:cubicBezTo>
                  <a:pt x="1832398" y="74247"/>
                  <a:pt x="1830404" y="68988"/>
                  <a:pt x="1827169" y="65814"/>
                </a:cubicBezTo>
                <a:cubicBezTo>
                  <a:pt x="1823934" y="62640"/>
                  <a:pt x="1819679" y="61053"/>
                  <a:pt x="1814403" y="61053"/>
                </a:cubicBezTo>
                <a:cubicBezTo>
                  <a:pt x="1808310" y="61053"/>
                  <a:pt x="1803442" y="63449"/>
                  <a:pt x="1799799" y="68243"/>
                </a:cubicBezTo>
                <a:cubicBezTo>
                  <a:pt x="1797475" y="71230"/>
                  <a:pt x="1795999" y="75680"/>
                  <a:pt x="1795371" y="81592"/>
                </a:cubicBezTo>
                <a:lnTo>
                  <a:pt x="1833152" y="81592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Theextenttowhichtheclaimcontains">
            <a:extLst xmlns:a="http://schemas.openxmlformats.org/drawingml/2006/main">
              <a:ext uri="{FF2B5EF4-FFF2-40B4-BE49-F238E27FC236}">
                <a16:creationId xmlns:a16="http://schemas.microsoft.com/office/drawing/2014/main" id="{15FDCE83-8084-482E-8B05-45BBCB8D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074" y="2976461"/>
            <a:ext cx="1955618" cy="84230"/>
          </a:xfrm>
          <a:custGeom xmlns:a="http://schemas.openxmlformats.org/drawingml/2006/main">
            <a:pathLst>
              <a:path w="1955618" h="84230">
                <a:moveTo>
                  <a:pt x="27304" y="82873"/>
                </a:moveTo>
                <a:lnTo>
                  <a:pt x="27304" y="9780"/>
                </a:lnTo>
                <a:lnTo>
                  <a:pt x="0" y="9780"/>
                </a:lnTo>
                <a:lnTo>
                  <a:pt x="0" y="0"/>
                </a:lnTo>
                <a:lnTo>
                  <a:pt x="65688" y="0"/>
                </a:lnTo>
                <a:lnTo>
                  <a:pt x="65688" y="9780"/>
                </a:lnTo>
                <a:lnTo>
                  <a:pt x="38271" y="9780"/>
                </a:lnTo>
                <a:lnTo>
                  <a:pt x="38271" y="82873"/>
                </a:lnTo>
                <a:lnTo>
                  <a:pt x="27304" y="82873"/>
                </a:lnTo>
                <a:close/>
                <a:moveTo>
                  <a:pt x="75633" y="82873"/>
                </a:moveTo>
                <a:lnTo>
                  <a:pt x="75633" y="0"/>
                </a:lnTo>
                <a:lnTo>
                  <a:pt x="85808" y="0"/>
                </a:lnTo>
                <a:lnTo>
                  <a:pt x="85808" y="29735"/>
                </a:lnTo>
                <a:cubicBezTo>
                  <a:pt x="90557" y="24233"/>
                  <a:pt x="96549" y="21481"/>
                  <a:pt x="103785" y="21481"/>
                </a:cubicBezTo>
                <a:cubicBezTo>
                  <a:pt x="108232" y="21481"/>
                  <a:pt x="112095" y="22358"/>
                  <a:pt x="115374" y="24110"/>
                </a:cubicBezTo>
                <a:cubicBezTo>
                  <a:pt x="118652" y="25863"/>
                  <a:pt x="120998" y="28284"/>
                  <a:pt x="122412" y="31374"/>
                </a:cubicBezTo>
                <a:cubicBezTo>
                  <a:pt x="123825" y="34465"/>
                  <a:pt x="124532" y="38949"/>
                  <a:pt x="124532" y="44828"/>
                </a:cubicBezTo>
                <a:lnTo>
                  <a:pt x="124532" y="82873"/>
                </a:lnTo>
                <a:lnTo>
                  <a:pt x="114356" y="82873"/>
                </a:lnTo>
                <a:lnTo>
                  <a:pt x="114356" y="44828"/>
                </a:lnTo>
                <a:cubicBezTo>
                  <a:pt x="114356" y="39741"/>
                  <a:pt x="113254" y="36038"/>
                  <a:pt x="111049" y="33720"/>
                </a:cubicBezTo>
                <a:cubicBezTo>
                  <a:pt x="108844" y="31403"/>
                  <a:pt x="105726" y="30244"/>
                  <a:pt x="101693" y="30244"/>
                </a:cubicBezTo>
                <a:cubicBezTo>
                  <a:pt x="98678" y="30244"/>
                  <a:pt x="95842" y="31026"/>
                  <a:pt x="93186" y="32590"/>
                </a:cubicBezTo>
                <a:cubicBezTo>
                  <a:pt x="90529" y="34154"/>
                  <a:pt x="88635" y="36274"/>
                  <a:pt x="87504" y="38949"/>
                </a:cubicBezTo>
                <a:cubicBezTo>
                  <a:pt x="86374" y="41625"/>
                  <a:pt x="85808" y="45318"/>
                  <a:pt x="85808" y="50029"/>
                </a:cubicBezTo>
                <a:lnTo>
                  <a:pt x="85808" y="82873"/>
                </a:lnTo>
                <a:lnTo>
                  <a:pt x="75633" y="82873"/>
                </a:lnTo>
                <a:close/>
                <a:moveTo>
                  <a:pt x="181124" y="63540"/>
                </a:moveTo>
                <a:lnTo>
                  <a:pt x="191638" y="64840"/>
                </a:lnTo>
                <a:cubicBezTo>
                  <a:pt x="189980" y="70983"/>
                  <a:pt x="186909" y="75751"/>
                  <a:pt x="182424" y="79142"/>
                </a:cubicBezTo>
                <a:cubicBezTo>
                  <a:pt x="177939" y="82534"/>
                  <a:pt x="172211" y="84230"/>
                  <a:pt x="165239" y="84230"/>
                </a:cubicBezTo>
                <a:cubicBezTo>
                  <a:pt x="156458" y="84230"/>
                  <a:pt x="149495" y="81526"/>
                  <a:pt x="144351" y="76118"/>
                </a:cubicBezTo>
                <a:cubicBezTo>
                  <a:pt x="139207" y="70710"/>
                  <a:pt x="136634" y="63125"/>
                  <a:pt x="136634" y="53365"/>
                </a:cubicBezTo>
                <a:cubicBezTo>
                  <a:pt x="136634" y="43264"/>
                  <a:pt x="139235" y="35426"/>
                  <a:pt x="144436" y="29848"/>
                </a:cubicBezTo>
                <a:cubicBezTo>
                  <a:pt x="149636" y="24270"/>
                  <a:pt x="156382" y="21481"/>
                  <a:pt x="164673" y="21481"/>
                </a:cubicBezTo>
                <a:cubicBezTo>
                  <a:pt x="172701" y="21481"/>
                  <a:pt x="179258" y="24210"/>
                  <a:pt x="184346" y="29666"/>
                </a:cubicBezTo>
                <a:cubicBezTo>
                  <a:pt x="189434" y="35121"/>
                  <a:pt x="191978" y="42796"/>
                  <a:pt x="191978" y="52692"/>
                </a:cubicBezTo>
                <a:cubicBezTo>
                  <a:pt x="191978" y="53293"/>
                  <a:pt x="191959" y="54196"/>
                  <a:pt x="191921" y="55400"/>
                </a:cubicBezTo>
                <a:lnTo>
                  <a:pt x="147149" y="55400"/>
                </a:lnTo>
                <a:cubicBezTo>
                  <a:pt x="147526" y="61976"/>
                  <a:pt x="149391" y="67012"/>
                  <a:pt x="152746" y="70507"/>
                </a:cubicBezTo>
                <a:cubicBezTo>
                  <a:pt x="156100" y="74003"/>
                  <a:pt x="160283" y="75751"/>
                  <a:pt x="165295" y="75751"/>
                </a:cubicBezTo>
                <a:cubicBezTo>
                  <a:pt x="169026" y="75751"/>
                  <a:pt x="172211" y="74780"/>
                  <a:pt x="174849" y="72839"/>
                </a:cubicBezTo>
                <a:cubicBezTo>
                  <a:pt x="177487" y="70897"/>
                  <a:pt x="179579" y="67797"/>
                  <a:pt x="181124" y="63540"/>
                </a:cubicBezTo>
                <a:moveTo>
                  <a:pt x="147714" y="46920"/>
                </a:moveTo>
                <a:lnTo>
                  <a:pt x="181237" y="46920"/>
                </a:lnTo>
                <a:cubicBezTo>
                  <a:pt x="180785" y="41953"/>
                  <a:pt x="179503" y="38227"/>
                  <a:pt x="177393" y="35743"/>
                </a:cubicBezTo>
                <a:cubicBezTo>
                  <a:pt x="174152" y="31888"/>
                  <a:pt x="169950" y="29961"/>
                  <a:pt x="164787" y="29961"/>
                </a:cubicBezTo>
                <a:cubicBezTo>
                  <a:pt x="160113" y="29961"/>
                  <a:pt x="156185" y="31500"/>
                  <a:pt x="153000" y="34577"/>
                </a:cubicBezTo>
                <a:cubicBezTo>
                  <a:pt x="149815" y="37653"/>
                  <a:pt x="148054" y="41768"/>
                  <a:pt x="147714" y="46920"/>
                </a:cubicBezTo>
                <a:close/>
                <a:moveTo>
                  <a:pt x="277679" y="63540"/>
                </a:moveTo>
                <a:lnTo>
                  <a:pt x="288194" y="64840"/>
                </a:lnTo>
                <a:cubicBezTo>
                  <a:pt x="286536" y="70983"/>
                  <a:pt x="283464" y="75751"/>
                  <a:pt x="278980" y="79142"/>
                </a:cubicBezTo>
                <a:cubicBezTo>
                  <a:pt x="274495" y="82534"/>
                  <a:pt x="268766" y="84230"/>
                  <a:pt x="261794" y="84230"/>
                </a:cubicBezTo>
                <a:cubicBezTo>
                  <a:pt x="253013" y="84230"/>
                  <a:pt x="246051" y="81526"/>
                  <a:pt x="240906" y="76118"/>
                </a:cubicBezTo>
                <a:cubicBezTo>
                  <a:pt x="235762" y="70710"/>
                  <a:pt x="233190" y="63125"/>
                  <a:pt x="233190" y="53365"/>
                </a:cubicBezTo>
                <a:cubicBezTo>
                  <a:pt x="233190" y="43264"/>
                  <a:pt x="235790" y="35426"/>
                  <a:pt x="240991" y="29848"/>
                </a:cubicBezTo>
                <a:cubicBezTo>
                  <a:pt x="246192" y="24270"/>
                  <a:pt x="252938" y="21481"/>
                  <a:pt x="261229" y="21481"/>
                </a:cubicBezTo>
                <a:cubicBezTo>
                  <a:pt x="269256" y="21481"/>
                  <a:pt x="275814" y="24210"/>
                  <a:pt x="280902" y="29666"/>
                </a:cubicBezTo>
                <a:cubicBezTo>
                  <a:pt x="285989" y="35121"/>
                  <a:pt x="288533" y="42796"/>
                  <a:pt x="288533" y="52692"/>
                </a:cubicBezTo>
                <a:cubicBezTo>
                  <a:pt x="288533" y="53293"/>
                  <a:pt x="288514" y="54196"/>
                  <a:pt x="288477" y="55400"/>
                </a:cubicBezTo>
                <a:lnTo>
                  <a:pt x="243705" y="55400"/>
                </a:lnTo>
                <a:cubicBezTo>
                  <a:pt x="244082" y="61976"/>
                  <a:pt x="245947" y="67012"/>
                  <a:pt x="249301" y="70507"/>
                </a:cubicBezTo>
                <a:cubicBezTo>
                  <a:pt x="252655" y="74003"/>
                  <a:pt x="256839" y="75751"/>
                  <a:pt x="261851" y="75751"/>
                </a:cubicBezTo>
                <a:cubicBezTo>
                  <a:pt x="265582" y="75751"/>
                  <a:pt x="268766" y="74780"/>
                  <a:pt x="271404" y="72839"/>
                </a:cubicBezTo>
                <a:cubicBezTo>
                  <a:pt x="274043" y="70897"/>
                  <a:pt x="276134" y="67797"/>
                  <a:pt x="277679" y="63540"/>
                </a:cubicBezTo>
                <a:moveTo>
                  <a:pt x="244270" y="46920"/>
                </a:moveTo>
                <a:lnTo>
                  <a:pt x="277792" y="46920"/>
                </a:lnTo>
                <a:cubicBezTo>
                  <a:pt x="277340" y="41953"/>
                  <a:pt x="276059" y="38227"/>
                  <a:pt x="273948" y="35743"/>
                </a:cubicBezTo>
                <a:cubicBezTo>
                  <a:pt x="270707" y="31888"/>
                  <a:pt x="266505" y="29961"/>
                  <a:pt x="261342" y="29961"/>
                </a:cubicBezTo>
                <a:cubicBezTo>
                  <a:pt x="256669" y="29961"/>
                  <a:pt x="252740" y="31500"/>
                  <a:pt x="249556" y="34577"/>
                </a:cubicBezTo>
                <a:cubicBezTo>
                  <a:pt x="246371" y="37653"/>
                  <a:pt x="244609" y="41768"/>
                  <a:pt x="244270" y="46920"/>
                </a:cubicBezTo>
                <a:close/>
                <a:moveTo>
                  <a:pt x="294192" y="82873"/>
                </a:moveTo>
                <a:lnTo>
                  <a:pt x="316126" y="51669"/>
                </a:lnTo>
                <a:lnTo>
                  <a:pt x="295831" y="22838"/>
                </a:lnTo>
                <a:lnTo>
                  <a:pt x="308551" y="22838"/>
                </a:lnTo>
                <a:lnTo>
                  <a:pt x="317765" y="36914"/>
                </a:lnTo>
                <a:cubicBezTo>
                  <a:pt x="319499" y="39590"/>
                  <a:pt x="320893" y="41832"/>
                  <a:pt x="321948" y="43641"/>
                </a:cubicBezTo>
                <a:cubicBezTo>
                  <a:pt x="323606" y="41154"/>
                  <a:pt x="325133" y="38949"/>
                  <a:pt x="326527" y="37027"/>
                </a:cubicBezTo>
                <a:lnTo>
                  <a:pt x="336646" y="22838"/>
                </a:lnTo>
                <a:lnTo>
                  <a:pt x="348800" y="22838"/>
                </a:lnTo>
                <a:lnTo>
                  <a:pt x="328053" y="51103"/>
                </a:lnTo>
                <a:lnTo>
                  <a:pt x="350383" y="82873"/>
                </a:lnTo>
                <a:lnTo>
                  <a:pt x="337890" y="82873"/>
                </a:lnTo>
                <a:lnTo>
                  <a:pt x="325566" y="64218"/>
                </a:lnTo>
                <a:lnTo>
                  <a:pt x="322287" y="59187"/>
                </a:lnTo>
                <a:lnTo>
                  <a:pt x="306515" y="82873"/>
                </a:lnTo>
                <a:lnTo>
                  <a:pt x="294192" y="82873"/>
                </a:lnTo>
                <a:close/>
                <a:moveTo>
                  <a:pt x="381079" y="73885"/>
                </a:moveTo>
                <a:lnTo>
                  <a:pt x="382549" y="82873"/>
                </a:lnTo>
                <a:cubicBezTo>
                  <a:pt x="379684" y="83401"/>
                  <a:pt x="377122" y="83665"/>
                  <a:pt x="374860" y="83665"/>
                </a:cubicBezTo>
                <a:cubicBezTo>
                  <a:pt x="371167" y="83665"/>
                  <a:pt x="368303" y="83081"/>
                  <a:pt x="366268" y="81912"/>
                </a:cubicBezTo>
                <a:cubicBezTo>
                  <a:pt x="364233" y="80744"/>
                  <a:pt x="362801" y="79208"/>
                  <a:pt x="361972" y="77305"/>
                </a:cubicBezTo>
                <a:cubicBezTo>
                  <a:pt x="361142" y="75402"/>
                  <a:pt x="360728" y="71398"/>
                  <a:pt x="360728" y="65292"/>
                </a:cubicBezTo>
                <a:lnTo>
                  <a:pt x="360728" y="30752"/>
                </a:lnTo>
                <a:lnTo>
                  <a:pt x="353266" y="30752"/>
                </a:lnTo>
                <a:lnTo>
                  <a:pt x="353266" y="22838"/>
                </a:lnTo>
                <a:lnTo>
                  <a:pt x="360728" y="22838"/>
                </a:lnTo>
                <a:lnTo>
                  <a:pt x="360728" y="7930"/>
                </a:lnTo>
                <a:lnTo>
                  <a:pt x="370847" y="1809"/>
                </a:lnTo>
                <a:lnTo>
                  <a:pt x="370847" y="22838"/>
                </a:lnTo>
                <a:lnTo>
                  <a:pt x="381079" y="22838"/>
                </a:lnTo>
                <a:lnTo>
                  <a:pt x="381079" y="30752"/>
                </a:lnTo>
                <a:lnTo>
                  <a:pt x="370847" y="30752"/>
                </a:lnTo>
                <a:lnTo>
                  <a:pt x="370847" y="65858"/>
                </a:lnTo>
                <a:cubicBezTo>
                  <a:pt x="370847" y="68760"/>
                  <a:pt x="371026" y="70625"/>
                  <a:pt x="371384" y="71454"/>
                </a:cubicBezTo>
                <a:cubicBezTo>
                  <a:pt x="371742" y="72283"/>
                  <a:pt x="372326" y="72943"/>
                  <a:pt x="373136" y="73433"/>
                </a:cubicBezTo>
                <a:cubicBezTo>
                  <a:pt x="373946" y="73923"/>
                  <a:pt x="375105" y="74168"/>
                  <a:pt x="376613" y="74168"/>
                </a:cubicBezTo>
                <a:cubicBezTo>
                  <a:pt x="377743" y="74168"/>
                  <a:pt x="379232" y="74073"/>
                  <a:pt x="381079" y="73885"/>
                </a:cubicBezTo>
                <a:close/>
                <a:moveTo>
                  <a:pt x="432122" y="63540"/>
                </a:moveTo>
                <a:lnTo>
                  <a:pt x="442636" y="64840"/>
                </a:lnTo>
                <a:cubicBezTo>
                  <a:pt x="440978" y="70983"/>
                  <a:pt x="437907" y="75751"/>
                  <a:pt x="433422" y="79142"/>
                </a:cubicBezTo>
                <a:cubicBezTo>
                  <a:pt x="428937" y="82534"/>
                  <a:pt x="423209" y="84230"/>
                  <a:pt x="416237" y="84230"/>
                </a:cubicBezTo>
                <a:cubicBezTo>
                  <a:pt x="407456" y="84230"/>
                  <a:pt x="400493" y="81526"/>
                  <a:pt x="395349" y="76118"/>
                </a:cubicBezTo>
                <a:cubicBezTo>
                  <a:pt x="390204" y="70710"/>
                  <a:pt x="387632" y="63125"/>
                  <a:pt x="387632" y="53365"/>
                </a:cubicBezTo>
                <a:cubicBezTo>
                  <a:pt x="387632" y="43264"/>
                  <a:pt x="390233" y="35426"/>
                  <a:pt x="395433" y="29848"/>
                </a:cubicBezTo>
                <a:cubicBezTo>
                  <a:pt x="400634" y="24270"/>
                  <a:pt x="407380" y="21481"/>
                  <a:pt x="415671" y="21481"/>
                </a:cubicBezTo>
                <a:cubicBezTo>
                  <a:pt x="423699" y="21481"/>
                  <a:pt x="430256" y="24210"/>
                  <a:pt x="435344" y="29666"/>
                </a:cubicBezTo>
                <a:cubicBezTo>
                  <a:pt x="440432" y="35121"/>
                  <a:pt x="442975" y="42796"/>
                  <a:pt x="442975" y="52692"/>
                </a:cubicBezTo>
                <a:cubicBezTo>
                  <a:pt x="442975" y="53293"/>
                  <a:pt x="442957" y="54196"/>
                  <a:pt x="442919" y="55400"/>
                </a:cubicBezTo>
                <a:lnTo>
                  <a:pt x="398147" y="55400"/>
                </a:lnTo>
                <a:cubicBezTo>
                  <a:pt x="398524" y="61976"/>
                  <a:pt x="400389" y="67012"/>
                  <a:pt x="403743" y="70507"/>
                </a:cubicBezTo>
                <a:cubicBezTo>
                  <a:pt x="407098" y="74003"/>
                  <a:pt x="411281" y="75751"/>
                  <a:pt x="416293" y="75751"/>
                </a:cubicBezTo>
                <a:cubicBezTo>
                  <a:pt x="420024" y="75751"/>
                  <a:pt x="423209" y="74780"/>
                  <a:pt x="425847" y="72839"/>
                </a:cubicBezTo>
                <a:cubicBezTo>
                  <a:pt x="428485" y="70897"/>
                  <a:pt x="430576" y="67797"/>
                  <a:pt x="432122" y="63540"/>
                </a:cubicBezTo>
                <a:moveTo>
                  <a:pt x="398712" y="46920"/>
                </a:moveTo>
                <a:lnTo>
                  <a:pt x="432235" y="46920"/>
                </a:lnTo>
                <a:cubicBezTo>
                  <a:pt x="431782" y="41953"/>
                  <a:pt x="430501" y="38227"/>
                  <a:pt x="428391" y="35743"/>
                </a:cubicBezTo>
                <a:cubicBezTo>
                  <a:pt x="425150" y="31888"/>
                  <a:pt x="420947" y="29961"/>
                  <a:pt x="415784" y="29961"/>
                </a:cubicBezTo>
                <a:cubicBezTo>
                  <a:pt x="411111" y="29961"/>
                  <a:pt x="407182" y="31500"/>
                  <a:pt x="403998" y="34577"/>
                </a:cubicBezTo>
                <a:cubicBezTo>
                  <a:pt x="400813" y="37653"/>
                  <a:pt x="399051" y="41768"/>
                  <a:pt x="398712" y="46920"/>
                </a:cubicBezTo>
                <a:close/>
                <a:moveTo>
                  <a:pt x="455418" y="82873"/>
                </a:moveTo>
                <a:lnTo>
                  <a:pt x="455418" y="22838"/>
                </a:lnTo>
                <a:lnTo>
                  <a:pt x="464576" y="22838"/>
                </a:lnTo>
                <a:lnTo>
                  <a:pt x="464576" y="31318"/>
                </a:lnTo>
                <a:cubicBezTo>
                  <a:pt x="468985" y="24760"/>
                  <a:pt x="475354" y="21481"/>
                  <a:pt x="483683" y="21481"/>
                </a:cubicBezTo>
                <a:cubicBezTo>
                  <a:pt x="487301" y="21481"/>
                  <a:pt x="490627" y="22132"/>
                  <a:pt x="493661" y="23432"/>
                </a:cubicBezTo>
                <a:cubicBezTo>
                  <a:pt x="496694" y="24732"/>
                  <a:pt x="498965" y="26437"/>
                  <a:pt x="500472" y="28548"/>
                </a:cubicBezTo>
                <a:cubicBezTo>
                  <a:pt x="501980" y="30658"/>
                  <a:pt x="503035" y="33164"/>
                  <a:pt x="503638" y="36066"/>
                </a:cubicBezTo>
                <a:cubicBezTo>
                  <a:pt x="504015" y="37951"/>
                  <a:pt x="504203" y="41248"/>
                  <a:pt x="504203" y="45959"/>
                </a:cubicBezTo>
                <a:lnTo>
                  <a:pt x="504203" y="82873"/>
                </a:lnTo>
                <a:lnTo>
                  <a:pt x="494028" y="82873"/>
                </a:lnTo>
                <a:lnTo>
                  <a:pt x="494028" y="46316"/>
                </a:lnTo>
                <a:cubicBezTo>
                  <a:pt x="494028" y="42166"/>
                  <a:pt x="493632" y="39062"/>
                  <a:pt x="492841" y="37006"/>
                </a:cubicBezTo>
                <a:cubicBezTo>
                  <a:pt x="492049" y="34950"/>
                  <a:pt x="490646" y="33309"/>
                  <a:pt x="488629" y="32083"/>
                </a:cubicBezTo>
                <a:cubicBezTo>
                  <a:pt x="486613" y="30857"/>
                  <a:pt x="484248" y="30244"/>
                  <a:pt x="481535" y="30244"/>
                </a:cubicBezTo>
                <a:cubicBezTo>
                  <a:pt x="477201" y="30244"/>
                  <a:pt x="473460" y="31621"/>
                  <a:pt x="470314" y="34376"/>
                </a:cubicBezTo>
                <a:cubicBezTo>
                  <a:pt x="467167" y="37129"/>
                  <a:pt x="465593" y="42354"/>
                  <a:pt x="465593" y="50050"/>
                </a:cubicBezTo>
                <a:lnTo>
                  <a:pt x="465593" y="82873"/>
                </a:lnTo>
                <a:lnTo>
                  <a:pt x="455418" y="82873"/>
                </a:lnTo>
                <a:close/>
                <a:moveTo>
                  <a:pt x="542028" y="73885"/>
                </a:moveTo>
                <a:lnTo>
                  <a:pt x="543498" y="82873"/>
                </a:lnTo>
                <a:cubicBezTo>
                  <a:pt x="540633" y="83401"/>
                  <a:pt x="538071" y="83665"/>
                  <a:pt x="535809" y="83665"/>
                </a:cubicBezTo>
                <a:cubicBezTo>
                  <a:pt x="532116" y="83665"/>
                  <a:pt x="529252" y="83081"/>
                  <a:pt x="527217" y="81912"/>
                </a:cubicBezTo>
                <a:cubicBezTo>
                  <a:pt x="525182" y="80744"/>
                  <a:pt x="523750" y="79208"/>
                  <a:pt x="522921" y="77305"/>
                </a:cubicBezTo>
                <a:cubicBezTo>
                  <a:pt x="522091" y="75402"/>
                  <a:pt x="521677" y="71398"/>
                  <a:pt x="521677" y="65292"/>
                </a:cubicBezTo>
                <a:lnTo>
                  <a:pt x="521677" y="30752"/>
                </a:lnTo>
                <a:lnTo>
                  <a:pt x="514215" y="30752"/>
                </a:lnTo>
                <a:lnTo>
                  <a:pt x="514215" y="22838"/>
                </a:lnTo>
                <a:lnTo>
                  <a:pt x="521677" y="22838"/>
                </a:lnTo>
                <a:lnTo>
                  <a:pt x="521677" y="7930"/>
                </a:lnTo>
                <a:lnTo>
                  <a:pt x="531796" y="1809"/>
                </a:lnTo>
                <a:lnTo>
                  <a:pt x="531796" y="22838"/>
                </a:lnTo>
                <a:lnTo>
                  <a:pt x="542028" y="22838"/>
                </a:lnTo>
                <a:lnTo>
                  <a:pt x="542028" y="30752"/>
                </a:lnTo>
                <a:lnTo>
                  <a:pt x="531796" y="30752"/>
                </a:lnTo>
                <a:lnTo>
                  <a:pt x="531796" y="65858"/>
                </a:lnTo>
                <a:cubicBezTo>
                  <a:pt x="531796" y="68760"/>
                  <a:pt x="531975" y="70625"/>
                  <a:pt x="532333" y="71454"/>
                </a:cubicBezTo>
                <a:cubicBezTo>
                  <a:pt x="532691" y="72283"/>
                  <a:pt x="533275" y="72943"/>
                  <a:pt x="534085" y="73433"/>
                </a:cubicBezTo>
                <a:cubicBezTo>
                  <a:pt x="534896" y="73923"/>
                  <a:pt x="536054" y="74168"/>
                  <a:pt x="537562" y="74168"/>
                </a:cubicBezTo>
                <a:cubicBezTo>
                  <a:pt x="538692" y="74168"/>
                  <a:pt x="540181" y="74073"/>
                  <a:pt x="542028" y="73885"/>
                </a:cubicBezTo>
                <a:close/>
                <a:moveTo>
                  <a:pt x="606352" y="73885"/>
                </a:moveTo>
                <a:lnTo>
                  <a:pt x="607821" y="82873"/>
                </a:lnTo>
                <a:cubicBezTo>
                  <a:pt x="604957" y="83401"/>
                  <a:pt x="602394" y="83665"/>
                  <a:pt x="600133" y="83665"/>
                </a:cubicBezTo>
                <a:cubicBezTo>
                  <a:pt x="596440" y="83665"/>
                  <a:pt x="593576" y="83081"/>
                  <a:pt x="591541" y="81912"/>
                </a:cubicBezTo>
                <a:cubicBezTo>
                  <a:pt x="589506" y="80744"/>
                  <a:pt x="588073" y="79208"/>
                  <a:pt x="587244" y="77305"/>
                </a:cubicBezTo>
                <a:cubicBezTo>
                  <a:pt x="586415" y="75402"/>
                  <a:pt x="586001" y="71398"/>
                  <a:pt x="586001" y="65292"/>
                </a:cubicBezTo>
                <a:lnTo>
                  <a:pt x="586001" y="30752"/>
                </a:lnTo>
                <a:lnTo>
                  <a:pt x="578539" y="30752"/>
                </a:lnTo>
                <a:lnTo>
                  <a:pt x="578539" y="22838"/>
                </a:lnTo>
                <a:lnTo>
                  <a:pt x="586001" y="22838"/>
                </a:lnTo>
                <a:lnTo>
                  <a:pt x="586001" y="7930"/>
                </a:lnTo>
                <a:lnTo>
                  <a:pt x="596120" y="1809"/>
                </a:lnTo>
                <a:lnTo>
                  <a:pt x="596120" y="22838"/>
                </a:lnTo>
                <a:lnTo>
                  <a:pt x="606352" y="22838"/>
                </a:lnTo>
                <a:lnTo>
                  <a:pt x="606352" y="30752"/>
                </a:lnTo>
                <a:lnTo>
                  <a:pt x="596120" y="30752"/>
                </a:lnTo>
                <a:lnTo>
                  <a:pt x="596120" y="65858"/>
                </a:lnTo>
                <a:cubicBezTo>
                  <a:pt x="596120" y="68760"/>
                  <a:pt x="596299" y="70625"/>
                  <a:pt x="596657" y="71454"/>
                </a:cubicBezTo>
                <a:cubicBezTo>
                  <a:pt x="597015" y="72283"/>
                  <a:pt x="597599" y="72943"/>
                  <a:pt x="598409" y="73433"/>
                </a:cubicBezTo>
                <a:cubicBezTo>
                  <a:pt x="599219" y="73923"/>
                  <a:pt x="600378" y="74168"/>
                  <a:pt x="601886" y="74168"/>
                </a:cubicBezTo>
                <a:cubicBezTo>
                  <a:pt x="603016" y="74168"/>
                  <a:pt x="604505" y="74073"/>
                  <a:pt x="606352" y="73885"/>
                </a:cubicBezTo>
                <a:close/>
                <a:moveTo>
                  <a:pt x="612510" y="52856"/>
                </a:moveTo>
                <a:cubicBezTo>
                  <a:pt x="612510" y="41738"/>
                  <a:pt x="615600" y="33504"/>
                  <a:pt x="621781" y="28152"/>
                </a:cubicBezTo>
                <a:cubicBezTo>
                  <a:pt x="626944" y="23705"/>
                  <a:pt x="633238" y="21481"/>
                  <a:pt x="640662" y="21481"/>
                </a:cubicBezTo>
                <a:cubicBezTo>
                  <a:pt x="648915" y="21481"/>
                  <a:pt x="655661" y="24186"/>
                  <a:pt x="660900" y="29594"/>
                </a:cubicBezTo>
                <a:cubicBezTo>
                  <a:pt x="666138" y="35002"/>
                  <a:pt x="668758" y="42473"/>
                  <a:pt x="668758" y="52008"/>
                </a:cubicBezTo>
                <a:cubicBezTo>
                  <a:pt x="668758" y="59734"/>
                  <a:pt x="667599" y="65811"/>
                  <a:pt x="665281" y="70239"/>
                </a:cubicBezTo>
                <a:cubicBezTo>
                  <a:pt x="662963" y="74667"/>
                  <a:pt x="659590" y="78106"/>
                  <a:pt x="655162" y="80556"/>
                </a:cubicBezTo>
                <a:cubicBezTo>
                  <a:pt x="650734" y="83005"/>
                  <a:pt x="645900" y="84230"/>
                  <a:pt x="640662" y="84230"/>
                </a:cubicBezTo>
                <a:cubicBezTo>
                  <a:pt x="632258" y="84230"/>
                  <a:pt x="625465" y="81535"/>
                  <a:pt x="620283" y="76146"/>
                </a:cubicBezTo>
                <a:cubicBezTo>
                  <a:pt x="615101" y="70757"/>
                  <a:pt x="612510" y="62994"/>
                  <a:pt x="612510" y="52856"/>
                </a:cubicBezTo>
                <a:moveTo>
                  <a:pt x="622968" y="52828"/>
                </a:moveTo>
                <a:cubicBezTo>
                  <a:pt x="622968" y="60487"/>
                  <a:pt x="624645" y="66223"/>
                  <a:pt x="627999" y="70034"/>
                </a:cubicBezTo>
                <a:cubicBezTo>
                  <a:pt x="631353" y="73845"/>
                  <a:pt x="635574" y="75751"/>
                  <a:pt x="640662" y="75751"/>
                </a:cubicBezTo>
                <a:cubicBezTo>
                  <a:pt x="645712" y="75751"/>
                  <a:pt x="649914" y="73836"/>
                  <a:pt x="653268" y="70006"/>
                </a:cubicBezTo>
                <a:cubicBezTo>
                  <a:pt x="656622" y="66176"/>
                  <a:pt x="658299" y="60337"/>
                  <a:pt x="658299" y="52490"/>
                </a:cubicBezTo>
                <a:cubicBezTo>
                  <a:pt x="658299" y="45093"/>
                  <a:pt x="656613" y="39489"/>
                  <a:pt x="653240" y="35678"/>
                </a:cubicBezTo>
                <a:cubicBezTo>
                  <a:pt x="649867" y="31867"/>
                  <a:pt x="645674" y="29961"/>
                  <a:pt x="640662" y="29961"/>
                </a:cubicBezTo>
                <a:cubicBezTo>
                  <a:pt x="635574" y="29961"/>
                  <a:pt x="631353" y="31857"/>
                  <a:pt x="627999" y="35649"/>
                </a:cubicBezTo>
                <a:cubicBezTo>
                  <a:pt x="624645" y="39442"/>
                  <a:pt x="622968" y="45168"/>
                  <a:pt x="622968" y="52828"/>
                </a:cubicBezTo>
                <a:close/>
                <a:moveTo>
                  <a:pt x="723933" y="82873"/>
                </a:moveTo>
                <a:lnTo>
                  <a:pt x="705561" y="22838"/>
                </a:lnTo>
                <a:lnTo>
                  <a:pt x="716075" y="22838"/>
                </a:lnTo>
                <a:lnTo>
                  <a:pt x="725629" y="57486"/>
                </a:lnTo>
                <a:lnTo>
                  <a:pt x="729190" y="70380"/>
                </a:lnTo>
                <a:cubicBezTo>
                  <a:pt x="729341" y="69741"/>
                  <a:pt x="730377" y="65618"/>
                  <a:pt x="732299" y="58012"/>
                </a:cubicBezTo>
                <a:lnTo>
                  <a:pt x="741853" y="22838"/>
                </a:lnTo>
                <a:lnTo>
                  <a:pt x="752311" y="22838"/>
                </a:lnTo>
                <a:lnTo>
                  <a:pt x="761299" y="57654"/>
                </a:lnTo>
                <a:lnTo>
                  <a:pt x="764295" y="69137"/>
                </a:lnTo>
                <a:lnTo>
                  <a:pt x="767744" y="57546"/>
                </a:lnTo>
                <a:lnTo>
                  <a:pt x="778032" y="22838"/>
                </a:lnTo>
                <a:lnTo>
                  <a:pt x="787925" y="22838"/>
                </a:lnTo>
                <a:lnTo>
                  <a:pt x="769157" y="82873"/>
                </a:lnTo>
                <a:lnTo>
                  <a:pt x="758586" y="82873"/>
                </a:lnTo>
                <a:lnTo>
                  <a:pt x="749032" y="46901"/>
                </a:lnTo>
                <a:lnTo>
                  <a:pt x="746715" y="36688"/>
                </a:lnTo>
                <a:lnTo>
                  <a:pt x="734561" y="82873"/>
                </a:lnTo>
                <a:lnTo>
                  <a:pt x="723933" y="82873"/>
                </a:lnTo>
                <a:close/>
                <a:moveTo>
                  <a:pt x="796465" y="82873"/>
                </a:moveTo>
                <a:lnTo>
                  <a:pt x="796465" y="0"/>
                </a:lnTo>
                <a:lnTo>
                  <a:pt x="806640" y="0"/>
                </a:lnTo>
                <a:lnTo>
                  <a:pt x="806640" y="29735"/>
                </a:lnTo>
                <a:cubicBezTo>
                  <a:pt x="811389" y="24233"/>
                  <a:pt x="817381" y="21481"/>
                  <a:pt x="824617" y="21481"/>
                </a:cubicBezTo>
                <a:cubicBezTo>
                  <a:pt x="829064" y="21481"/>
                  <a:pt x="832927" y="22358"/>
                  <a:pt x="836206" y="24110"/>
                </a:cubicBezTo>
                <a:cubicBezTo>
                  <a:pt x="839484" y="25863"/>
                  <a:pt x="841830" y="28284"/>
                  <a:pt x="843244" y="31374"/>
                </a:cubicBezTo>
                <a:cubicBezTo>
                  <a:pt x="844657" y="34465"/>
                  <a:pt x="845363" y="38949"/>
                  <a:pt x="845363" y="44828"/>
                </a:cubicBezTo>
                <a:lnTo>
                  <a:pt x="845363" y="82873"/>
                </a:lnTo>
                <a:lnTo>
                  <a:pt x="835188" y="82873"/>
                </a:lnTo>
                <a:lnTo>
                  <a:pt x="835188" y="44828"/>
                </a:lnTo>
                <a:cubicBezTo>
                  <a:pt x="835188" y="39741"/>
                  <a:pt x="834086" y="36038"/>
                  <a:pt x="831881" y="33720"/>
                </a:cubicBezTo>
                <a:cubicBezTo>
                  <a:pt x="829676" y="31403"/>
                  <a:pt x="826558" y="30244"/>
                  <a:pt x="822525" y="30244"/>
                </a:cubicBezTo>
                <a:cubicBezTo>
                  <a:pt x="819510" y="30244"/>
                  <a:pt x="816674" y="31026"/>
                  <a:pt x="814017" y="32590"/>
                </a:cubicBezTo>
                <a:cubicBezTo>
                  <a:pt x="811361" y="34154"/>
                  <a:pt x="809467" y="36274"/>
                  <a:pt x="808336" y="38949"/>
                </a:cubicBezTo>
                <a:cubicBezTo>
                  <a:pt x="807206" y="41625"/>
                  <a:pt x="806640" y="45318"/>
                  <a:pt x="806640" y="50029"/>
                </a:cubicBezTo>
                <a:lnTo>
                  <a:pt x="806640" y="82873"/>
                </a:lnTo>
                <a:lnTo>
                  <a:pt x="796465" y="82873"/>
                </a:lnTo>
                <a:close/>
                <a:moveTo>
                  <a:pt x="860915" y="11758"/>
                </a:moveTo>
                <a:lnTo>
                  <a:pt x="860915" y="0"/>
                </a:lnTo>
                <a:lnTo>
                  <a:pt x="871091" y="0"/>
                </a:lnTo>
                <a:lnTo>
                  <a:pt x="871091" y="11758"/>
                </a:lnTo>
                <a:lnTo>
                  <a:pt x="860915" y="11758"/>
                </a:lnTo>
                <a:moveTo>
                  <a:pt x="860915" y="82873"/>
                </a:moveTo>
                <a:lnTo>
                  <a:pt x="860915" y="22838"/>
                </a:lnTo>
                <a:lnTo>
                  <a:pt x="871091" y="22838"/>
                </a:lnTo>
                <a:lnTo>
                  <a:pt x="871091" y="82873"/>
                </a:lnTo>
                <a:lnTo>
                  <a:pt x="860915" y="82873"/>
                </a:lnTo>
                <a:close/>
                <a:moveTo>
                  <a:pt x="925759" y="60827"/>
                </a:moveTo>
                <a:lnTo>
                  <a:pt x="935765" y="62127"/>
                </a:lnTo>
                <a:cubicBezTo>
                  <a:pt x="934672" y="69041"/>
                  <a:pt x="931874" y="74454"/>
                  <a:pt x="927370" y="78365"/>
                </a:cubicBezTo>
                <a:cubicBezTo>
                  <a:pt x="922867" y="82275"/>
                  <a:pt x="917336" y="84230"/>
                  <a:pt x="910778" y="84230"/>
                </a:cubicBezTo>
                <a:cubicBezTo>
                  <a:pt x="902563" y="84230"/>
                  <a:pt x="895958" y="81545"/>
                  <a:pt x="890965" y="76175"/>
                </a:cubicBezTo>
                <a:cubicBezTo>
                  <a:pt x="885971" y="70804"/>
                  <a:pt x="883474" y="63107"/>
                  <a:pt x="883474" y="53082"/>
                </a:cubicBezTo>
                <a:cubicBezTo>
                  <a:pt x="883474" y="46600"/>
                  <a:pt x="884548" y="40928"/>
                  <a:pt x="886697" y="36066"/>
                </a:cubicBezTo>
                <a:cubicBezTo>
                  <a:pt x="888845" y="31205"/>
                  <a:pt x="892114" y="27559"/>
                  <a:pt x="896505" y="25128"/>
                </a:cubicBezTo>
                <a:cubicBezTo>
                  <a:pt x="900895" y="22697"/>
                  <a:pt x="905672" y="21481"/>
                  <a:pt x="910835" y="21481"/>
                </a:cubicBezTo>
                <a:cubicBezTo>
                  <a:pt x="917355" y="21481"/>
                  <a:pt x="922687" y="23136"/>
                  <a:pt x="926833" y="26444"/>
                </a:cubicBezTo>
                <a:cubicBezTo>
                  <a:pt x="930979" y="29751"/>
                  <a:pt x="933636" y="34447"/>
                  <a:pt x="934804" y="40532"/>
                </a:cubicBezTo>
                <a:lnTo>
                  <a:pt x="924911" y="42059"/>
                </a:lnTo>
                <a:cubicBezTo>
                  <a:pt x="923969" y="38045"/>
                  <a:pt x="922301" y="35025"/>
                  <a:pt x="919908" y="33000"/>
                </a:cubicBezTo>
                <a:cubicBezTo>
                  <a:pt x="917515" y="30974"/>
                  <a:pt x="914623" y="29961"/>
                  <a:pt x="911231" y="29961"/>
                </a:cubicBezTo>
                <a:cubicBezTo>
                  <a:pt x="906105" y="29961"/>
                  <a:pt x="901941" y="31789"/>
                  <a:pt x="898738" y="35446"/>
                </a:cubicBezTo>
                <a:cubicBezTo>
                  <a:pt x="895534" y="39102"/>
                  <a:pt x="893932" y="44886"/>
                  <a:pt x="893932" y="52799"/>
                </a:cubicBezTo>
                <a:cubicBezTo>
                  <a:pt x="893932" y="60825"/>
                  <a:pt x="895478" y="66657"/>
                  <a:pt x="898568" y="70295"/>
                </a:cubicBezTo>
                <a:cubicBezTo>
                  <a:pt x="901658" y="73932"/>
                  <a:pt x="905691" y="75751"/>
                  <a:pt x="910665" y="75751"/>
                </a:cubicBezTo>
                <a:cubicBezTo>
                  <a:pt x="914660" y="75751"/>
                  <a:pt x="917995" y="74530"/>
                  <a:pt x="920671" y="72090"/>
                </a:cubicBezTo>
                <a:cubicBezTo>
                  <a:pt x="923347" y="69650"/>
                  <a:pt x="925043" y="65895"/>
                  <a:pt x="925759" y="60827"/>
                </a:cubicBezTo>
                <a:close/>
                <a:moveTo>
                  <a:pt x="944470" y="82873"/>
                </a:moveTo>
                <a:lnTo>
                  <a:pt x="944470" y="0"/>
                </a:lnTo>
                <a:lnTo>
                  <a:pt x="954646" y="0"/>
                </a:lnTo>
                <a:lnTo>
                  <a:pt x="954646" y="29735"/>
                </a:lnTo>
                <a:cubicBezTo>
                  <a:pt x="959394" y="24233"/>
                  <a:pt x="965387" y="21481"/>
                  <a:pt x="972622" y="21481"/>
                </a:cubicBezTo>
                <a:cubicBezTo>
                  <a:pt x="977070" y="21481"/>
                  <a:pt x="980932" y="22358"/>
                  <a:pt x="984211" y="24110"/>
                </a:cubicBezTo>
                <a:cubicBezTo>
                  <a:pt x="987490" y="25863"/>
                  <a:pt x="989836" y="28284"/>
                  <a:pt x="991249" y="31374"/>
                </a:cubicBezTo>
                <a:cubicBezTo>
                  <a:pt x="992662" y="34465"/>
                  <a:pt x="993369" y="38949"/>
                  <a:pt x="993369" y="44828"/>
                </a:cubicBezTo>
                <a:lnTo>
                  <a:pt x="993369" y="82873"/>
                </a:lnTo>
                <a:lnTo>
                  <a:pt x="983194" y="82873"/>
                </a:lnTo>
                <a:lnTo>
                  <a:pt x="983194" y="44828"/>
                </a:lnTo>
                <a:cubicBezTo>
                  <a:pt x="983194" y="39741"/>
                  <a:pt x="982091" y="36038"/>
                  <a:pt x="979887" y="33720"/>
                </a:cubicBezTo>
                <a:cubicBezTo>
                  <a:pt x="977682" y="31403"/>
                  <a:pt x="974563" y="30244"/>
                  <a:pt x="970531" y="30244"/>
                </a:cubicBezTo>
                <a:cubicBezTo>
                  <a:pt x="967516" y="30244"/>
                  <a:pt x="964680" y="31026"/>
                  <a:pt x="962023" y="32590"/>
                </a:cubicBezTo>
                <a:cubicBezTo>
                  <a:pt x="959366" y="34154"/>
                  <a:pt x="957472" y="36274"/>
                  <a:pt x="956342" y="38949"/>
                </a:cubicBezTo>
                <a:cubicBezTo>
                  <a:pt x="955211" y="41625"/>
                  <a:pt x="954646" y="45318"/>
                  <a:pt x="954646" y="50029"/>
                </a:cubicBezTo>
                <a:lnTo>
                  <a:pt x="954646" y="82873"/>
                </a:lnTo>
                <a:lnTo>
                  <a:pt x="944470" y="82873"/>
                </a:lnTo>
                <a:close/>
                <a:moveTo>
                  <a:pt x="1063242" y="73885"/>
                </a:moveTo>
                <a:lnTo>
                  <a:pt x="1064712" y="82873"/>
                </a:lnTo>
                <a:cubicBezTo>
                  <a:pt x="1061848" y="83401"/>
                  <a:pt x="1059285" y="83665"/>
                  <a:pt x="1057024" y="83665"/>
                </a:cubicBezTo>
                <a:cubicBezTo>
                  <a:pt x="1053331" y="83665"/>
                  <a:pt x="1050466" y="83081"/>
                  <a:pt x="1048431" y="81912"/>
                </a:cubicBezTo>
                <a:cubicBezTo>
                  <a:pt x="1046396" y="80744"/>
                  <a:pt x="1044964" y="79208"/>
                  <a:pt x="1044135" y="77305"/>
                </a:cubicBezTo>
                <a:cubicBezTo>
                  <a:pt x="1043306" y="75402"/>
                  <a:pt x="1042891" y="71398"/>
                  <a:pt x="1042891" y="65292"/>
                </a:cubicBezTo>
                <a:lnTo>
                  <a:pt x="1042891" y="30752"/>
                </a:lnTo>
                <a:lnTo>
                  <a:pt x="1035429" y="30752"/>
                </a:lnTo>
                <a:lnTo>
                  <a:pt x="1035429" y="22838"/>
                </a:lnTo>
                <a:lnTo>
                  <a:pt x="1042891" y="22838"/>
                </a:lnTo>
                <a:lnTo>
                  <a:pt x="1042891" y="7930"/>
                </a:lnTo>
                <a:lnTo>
                  <a:pt x="1053010" y="1809"/>
                </a:lnTo>
                <a:lnTo>
                  <a:pt x="1053010" y="22838"/>
                </a:lnTo>
                <a:lnTo>
                  <a:pt x="1063242" y="22838"/>
                </a:lnTo>
                <a:lnTo>
                  <a:pt x="1063242" y="30752"/>
                </a:lnTo>
                <a:lnTo>
                  <a:pt x="1053010" y="30752"/>
                </a:lnTo>
                <a:lnTo>
                  <a:pt x="1053010" y="65858"/>
                </a:lnTo>
                <a:cubicBezTo>
                  <a:pt x="1053010" y="68760"/>
                  <a:pt x="1053189" y="70625"/>
                  <a:pt x="1053547" y="71454"/>
                </a:cubicBezTo>
                <a:cubicBezTo>
                  <a:pt x="1053905" y="72283"/>
                  <a:pt x="1054490" y="72943"/>
                  <a:pt x="1055300" y="73433"/>
                </a:cubicBezTo>
                <a:cubicBezTo>
                  <a:pt x="1056110" y="73923"/>
                  <a:pt x="1057269" y="74168"/>
                  <a:pt x="1058776" y="74168"/>
                </a:cubicBezTo>
                <a:cubicBezTo>
                  <a:pt x="1059907" y="74168"/>
                  <a:pt x="1061396" y="74073"/>
                  <a:pt x="1063242" y="73885"/>
                </a:cubicBezTo>
                <a:close/>
                <a:moveTo>
                  <a:pt x="1073188" y="82873"/>
                </a:moveTo>
                <a:lnTo>
                  <a:pt x="1073188" y="0"/>
                </a:lnTo>
                <a:lnTo>
                  <a:pt x="1083363" y="0"/>
                </a:lnTo>
                <a:lnTo>
                  <a:pt x="1083363" y="29735"/>
                </a:lnTo>
                <a:cubicBezTo>
                  <a:pt x="1088112" y="24233"/>
                  <a:pt x="1094104" y="21481"/>
                  <a:pt x="1101340" y="21481"/>
                </a:cubicBezTo>
                <a:cubicBezTo>
                  <a:pt x="1105787" y="21481"/>
                  <a:pt x="1109650" y="22358"/>
                  <a:pt x="1112928" y="24110"/>
                </a:cubicBezTo>
                <a:cubicBezTo>
                  <a:pt x="1116207" y="25863"/>
                  <a:pt x="1118553" y="28284"/>
                  <a:pt x="1119966" y="31374"/>
                </a:cubicBezTo>
                <a:cubicBezTo>
                  <a:pt x="1121380" y="34465"/>
                  <a:pt x="1122086" y="38949"/>
                  <a:pt x="1122086" y="44828"/>
                </a:cubicBezTo>
                <a:lnTo>
                  <a:pt x="1122086" y="82873"/>
                </a:lnTo>
                <a:lnTo>
                  <a:pt x="1111911" y="82873"/>
                </a:lnTo>
                <a:lnTo>
                  <a:pt x="1111911" y="44828"/>
                </a:lnTo>
                <a:cubicBezTo>
                  <a:pt x="1111911" y="39741"/>
                  <a:pt x="1110809" y="36038"/>
                  <a:pt x="1108604" y="33720"/>
                </a:cubicBezTo>
                <a:cubicBezTo>
                  <a:pt x="1106399" y="31403"/>
                  <a:pt x="1103281" y="30244"/>
                  <a:pt x="1099248" y="30244"/>
                </a:cubicBezTo>
                <a:cubicBezTo>
                  <a:pt x="1096233" y="30244"/>
                  <a:pt x="1093397" y="31026"/>
                  <a:pt x="1090740" y="32590"/>
                </a:cubicBezTo>
                <a:cubicBezTo>
                  <a:pt x="1088083" y="34154"/>
                  <a:pt x="1086190" y="36274"/>
                  <a:pt x="1085059" y="38949"/>
                </a:cubicBezTo>
                <a:cubicBezTo>
                  <a:pt x="1083928" y="41625"/>
                  <a:pt x="1083363" y="45318"/>
                  <a:pt x="1083363" y="50029"/>
                </a:cubicBezTo>
                <a:lnTo>
                  <a:pt x="1083363" y="82873"/>
                </a:lnTo>
                <a:lnTo>
                  <a:pt x="1073188" y="82873"/>
                </a:lnTo>
                <a:close/>
                <a:moveTo>
                  <a:pt x="1178679" y="63540"/>
                </a:moveTo>
                <a:lnTo>
                  <a:pt x="1189194" y="64840"/>
                </a:lnTo>
                <a:cubicBezTo>
                  <a:pt x="1187535" y="70983"/>
                  <a:pt x="1184464" y="75751"/>
                  <a:pt x="1179979" y="79142"/>
                </a:cubicBezTo>
                <a:cubicBezTo>
                  <a:pt x="1175494" y="82534"/>
                  <a:pt x="1169766" y="84230"/>
                  <a:pt x="1162794" y="84230"/>
                </a:cubicBezTo>
                <a:cubicBezTo>
                  <a:pt x="1154013" y="84230"/>
                  <a:pt x="1147050" y="81526"/>
                  <a:pt x="1141906" y="76118"/>
                </a:cubicBezTo>
                <a:cubicBezTo>
                  <a:pt x="1136762" y="70710"/>
                  <a:pt x="1134190" y="63125"/>
                  <a:pt x="1134190" y="53365"/>
                </a:cubicBezTo>
                <a:cubicBezTo>
                  <a:pt x="1134190" y="43264"/>
                  <a:pt x="1136790" y="35426"/>
                  <a:pt x="1141991" y="29848"/>
                </a:cubicBezTo>
                <a:cubicBezTo>
                  <a:pt x="1147192" y="24270"/>
                  <a:pt x="1153938" y="21481"/>
                  <a:pt x="1162229" y="21481"/>
                </a:cubicBezTo>
                <a:cubicBezTo>
                  <a:pt x="1170256" y="21481"/>
                  <a:pt x="1176813" y="24210"/>
                  <a:pt x="1181901" y="29666"/>
                </a:cubicBezTo>
                <a:cubicBezTo>
                  <a:pt x="1186989" y="35121"/>
                  <a:pt x="1189533" y="42796"/>
                  <a:pt x="1189533" y="52692"/>
                </a:cubicBezTo>
                <a:cubicBezTo>
                  <a:pt x="1189533" y="53293"/>
                  <a:pt x="1189514" y="54196"/>
                  <a:pt x="1189476" y="55400"/>
                </a:cubicBezTo>
                <a:lnTo>
                  <a:pt x="1144704" y="55400"/>
                </a:lnTo>
                <a:cubicBezTo>
                  <a:pt x="1145081" y="61976"/>
                  <a:pt x="1146947" y="67012"/>
                  <a:pt x="1150301" y="70507"/>
                </a:cubicBezTo>
                <a:cubicBezTo>
                  <a:pt x="1153655" y="74003"/>
                  <a:pt x="1157838" y="75751"/>
                  <a:pt x="1162850" y="75751"/>
                </a:cubicBezTo>
                <a:cubicBezTo>
                  <a:pt x="1166581" y="75751"/>
                  <a:pt x="1169766" y="74780"/>
                  <a:pt x="1172404" y="72839"/>
                </a:cubicBezTo>
                <a:cubicBezTo>
                  <a:pt x="1175042" y="70897"/>
                  <a:pt x="1177134" y="67797"/>
                  <a:pt x="1178679" y="63540"/>
                </a:cubicBezTo>
                <a:moveTo>
                  <a:pt x="1145270" y="46920"/>
                </a:moveTo>
                <a:lnTo>
                  <a:pt x="1178792" y="46920"/>
                </a:lnTo>
                <a:cubicBezTo>
                  <a:pt x="1178340" y="41953"/>
                  <a:pt x="1177058" y="38227"/>
                  <a:pt x="1174948" y="35743"/>
                </a:cubicBezTo>
                <a:cubicBezTo>
                  <a:pt x="1171707" y="31888"/>
                  <a:pt x="1167505" y="29961"/>
                  <a:pt x="1162342" y="29961"/>
                </a:cubicBezTo>
                <a:cubicBezTo>
                  <a:pt x="1157669" y="29961"/>
                  <a:pt x="1153740" y="31500"/>
                  <a:pt x="1150555" y="34577"/>
                </a:cubicBezTo>
                <a:cubicBezTo>
                  <a:pt x="1147371" y="37653"/>
                  <a:pt x="1145609" y="41768"/>
                  <a:pt x="1145270" y="46920"/>
                </a:cubicBezTo>
                <a:close/>
                <a:moveTo>
                  <a:pt x="1273313" y="60827"/>
                </a:moveTo>
                <a:lnTo>
                  <a:pt x="1283319" y="62127"/>
                </a:lnTo>
                <a:cubicBezTo>
                  <a:pt x="1282226" y="69041"/>
                  <a:pt x="1279427" y="74454"/>
                  <a:pt x="1274924" y="78365"/>
                </a:cubicBezTo>
                <a:cubicBezTo>
                  <a:pt x="1270420" y="82275"/>
                  <a:pt x="1264890" y="84230"/>
                  <a:pt x="1258332" y="84230"/>
                </a:cubicBezTo>
                <a:cubicBezTo>
                  <a:pt x="1250116" y="84230"/>
                  <a:pt x="1243512" y="81545"/>
                  <a:pt x="1238518" y="76175"/>
                </a:cubicBezTo>
                <a:cubicBezTo>
                  <a:pt x="1233525" y="70804"/>
                  <a:pt x="1231028" y="63107"/>
                  <a:pt x="1231028" y="53082"/>
                </a:cubicBezTo>
                <a:cubicBezTo>
                  <a:pt x="1231028" y="46600"/>
                  <a:pt x="1232102" y="40928"/>
                  <a:pt x="1234250" y="36066"/>
                </a:cubicBezTo>
                <a:cubicBezTo>
                  <a:pt x="1236398" y="31205"/>
                  <a:pt x="1239668" y="27559"/>
                  <a:pt x="1244058" y="25128"/>
                </a:cubicBezTo>
                <a:cubicBezTo>
                  <a:pt x="1248449" y="22697"/>
                  <a:pt x="1253226" y="21481"/>
                  <a:pt x="1258389" y="21481"/>
                </a:cubicBezTo>
                <a:cubicBezTo>
                  <a:pt x="1264908" y="21481"/>
                  <a:pt x="1270241" y="23136"/>
                  <a:pt x="1274387" y="26444"/>
                </a:cubicBezTo>
                <a:cubicBezTo>
                  <a:pt x="1278532" y="29751"/>
                  <a:pt x="1281189" y="34447"/>
                  <a:pt x="1282358" y="40532"/>
                </a:cubicBezTo>
                <a:lnTo>
                  <a:pt x="1272465" y="42059"/>
                </a:lnTo>
                <a:cubicBezTo>
                  <a:pt x="1271523" y="38045"/>
                  <a:pt x="1269855" y="35025"/>
                  <a:pt x="1267462" y="33000"/>
                </a:cubicBezTo>
                <a:cubicBezTo>
                  <a:pt x="1265069" y="30974"/>
                  <a:pt x="1262176" y="29961"/>
                  <a:pt x="1258784" y="29961"/>
                </a:cubicBezTo>
                <a:cubicBezTo>
                  <a:pt x="1253659" y="29961"/>
                  <a:pt x="1249495" y="31789"/>
                  <a:pt x="1246291" y="35446"/>
                </a:cubicBezTo>
                <a:cubicBezTo>
                  <a:pt x="1243088" y="39102"/>
                  <a:pt x="1241486" y="44886"/>
                  <a:pt x="1241486" y="52799"/>
                </a:cubicBezTo>
                <a:cubicBezTo>
                  <a:pt x="1241486" y="60825"/>
                  <a:pt x="1243031" y="66657"/>
                  <a:pt x="1246122" y="70295"/>
                </a:cubicBezTo>
                <a:cubicBezTo>
                  <a:pt x="1249212" y="73932"/>
                  <a:pt x="1253244" y="75751"/>
                  <a:pt x="1258219" y="75751"/>
                </a:cubicBezTo>
                <a:cubicBezTo>
                  <a:pt x="1262214" y="75751"/>
                  <a:pt x="1265549" y="74530"/>
                  <a:pt x="1268225" y="72090"/>
                </a:cubicBezTo>
                <a:cubicBezTo>
                  <a:pt x="1270901" y="69650"/>
                  <a:pt x="1272597" y="65895"/>
                  <a:pt x="1273313" y="60827"/>
                </a:cubicBezTo>
                <a:close/>
                <a:moveTo>
                  <a:pt x="1291798" y="82873"/>
                </a:moveTo>
                <a:lnTo>
                  <a:pt x="1291798" y="0"/>
                </a:lnTo>
                <a:lnTo>
                  <a:pt x="1301973" y="0"/>
                </a:lnTo>
                <a:lnTo>
                  <a:pt x="1301973" y="82873"/>
                </a:lnTo>
                <a:lnTo>
                  <a:pt x="1291798" y="82873"/>
                </a:lnTo>
                <a:close/>
                <a:moveTo>
                  <a:pt x="1356924" y="75461"/>
                </a:moveTo>
                <a:cubicBezTo>
                  <a:pt x="1353156" y="78667"/>
                  <a:pt x="1349528" y="80930"/>
                  <a:pt x="1346042" y="82250"/>
                </a:cubicBezTo>
                <a:cubicBezTo>
                  <a:pt x="1342556" y="83570"/>
                  <a:pt x="1338816" y="84230"/>
                  <a:pt x="1334821" y="84230"/>
                </a:cubicBezTo>
                <a:cubicBezTo>
                  <a:pt x="1328226" y="84230"/>
                  <a:pt x="1323157" y="82618"/>
                  <a:pt x="1319614" y="79393"/>
                </a:cubicBezTo>
                <a:cubicBezTo>
                  <a:pt x="1316072" y="76169"/>
                  <a:pt x="1314300" y="72048"/>
                  <a:pt x="1314300" y="67033"/>
                </a:cubicBezTo>
                <a:cubicBezTo>
                  <a:pt x="1314300" y="64092"/>
                  <a:pt x="1314969" y="61405"/>
                  <a:pt x="1316307" y="58973"/>
                </a:cubicBezTo>
                <a:cubicBezTo>
                  <a:pt x="1317645" y="56540"/>
                  <a:pt x="1319398" y="54588"/>
                  <a:pt x="1321565" y="53117"/>
                </a:cubicBezTo>
                <a:cubicBezTo>
                  <a:pt x="1323732" y="51646"/>
                  <a:pt x="1326172" y="50534"/>
                  <a:pt x="1328885" y="49780"/>
                </a:cubicBezTo>
                <a:cubicBezTo>
                  <a:pt x="1330883" y="49251"/>
                  <a:pt x="1333898" y="48742"/>
                  <a:pt x="1337930" y="48252"/>
                </a:cubicBezTo>
                <a:cubicBezTo>
                  <a:pt x="1346146" y="47279"/>
                  <a:pt x="1352195" y="46119"/>
                  <a:pt x="1356076" y="44772"/>
                </a:cubicBezTo>
                <a:cubicBezTo>
                  <a:pt x="1356114" y="43383"/>
                  <a:pt x="1356133" y="42501"/>
                  <a:pt x="1356133" y="42126"/>
                </a:cubicBezTo>
                <a:cubicBezTo>
                  <a:pt x="1356133" y="37995"/>
                  <a:pt x="1355172" y="35086"/>
                  <a:pt x="1353250" y="33397"/>
                </a:cubicBezTo>
                <a:cubicBezTo>
                  <a:pt x="1350649" y="31106"/>
                  <a:pt x="1346786" y="29961"/>
                  <a:pt x="1341661" y="29961"/>
                </a:cubicBezTo>
                <a:cubicBezTo>
                  <a:pt x="1336875" y="29961"/>
                  <a:pt x="1333342" y="30800"/>
                  <a:pt x="1331062" y="32477"/>
                </a:cubicBezTo>
                <a:cubicBezTo>
                  <a:pt x="1328782" y="34154"/>
                  <a:pt x="1327095" y="37122"/>
                  <a:pt x="1326002" y="41380"/>
                </a:cubicBezTo>
                <a:lnTo>
                  <a:pt x="1316053" y="40023"/>
                </a:lnTo>
                <a:cubicBezTo>
                  <a:pt x="1316957" y="35752"/>
                  <a:pt x="1318446" y="32302"/>
                  <a:pt x="1320519" y="29675"/>
                </a:cubicBezTo>
                <a:cubicBezTo>
                  <a:pt x="1322592" y="27047"/>
                  <a:pt x="1325588" y="25025"/>
                  <a:pt x="1329507" y="23608"/>
                </a:cubicBezTo>
                <a:cubicBezTo>
                  <a:pt x="1333427" y="22190"/>
                  <a:pt x="1337968" y="21481"/>
                  <a:pt x="1343131" y="21481"/>
                </a:cubicBezTo>
                <a:cubicBezTo>
                  <a:pt x="1348256" y="21481"/>
                  <a:pt x="1352421" y="22084"/>
                  <a:pt x="1355624" y="23290"/>
                </a:cubicBezTo>
                <a:cubicBezTo>
                  <a:pt x="1358827" y="24496"/>
                  <a:pt x="1361183" y="26013"/>
                  <a:pt x="1362690" y="27841"/>
                </a:cubicBezTo>
                <a:cubicBezTo>
                  <a:pt x="1364198" y="29669"/>
                  <a:pt x="1365253" y="31977"/>
                  <a:pt x="1365856" y="34766"/>
                </a:cubicBezTo>
                <a:cubicBezTo>
                  <a:pt x="1366195" y="36500"/>
                  <a:pt x="1366365" y="39628"/>
                  <a:pt x="1366365" y="44150"/>
                </a:cubicBezTo>
                <a:lnTo>
                  <a:pt x="1366365" y="57717"/>
                </a:lnTo>
                <a:cubicBezTo>
                  <a:pt x="1366365" y="67177"/>
                  <a:pt x="1366582" y="73160"/>
                  <a:pt x="1367015" y="75666"/>
                </a:cubicBezTo>
                <a:cubicBezTo>
                  <a:pt x="1367448" y="78172"/>
                  <a:pt x="1368306" y="80574"/>
                  <a:pt x="1369587" y="82873"/>
                </a:cubicBezTo>
                <a:lnTo>
                  <a:pt x="1358959" y="82873"/>
                </a:lnTo>
                <a:cubicBezTo>
                  <a:pt x="1357904" y="80761"/>
                  <a:pt x="1357226" y="78290"/>
                  <a:pt x="1356924" y="75461"/>
                </a:cubicBezTo>
                <a:moveTo>
                  <a:pt x="1356076" y="52686"/>
                </a:moveTo>
                <a:cubicBezTo>
                  <a:pt x="1352383" y="54207"/>
                  <a:pt x="1346843" y="55499"/>
                  <a:pt x="1339456" y="56562"/>
                </a:cubicBezTo>
                <a:cubicBezTo>
                  <a:pt x="1335273" y="57167"/>
                  <a:pt x="1332315" y="57849"/>
                  <a:pt x="1330581" y="58606"/>
                </a:cubicBezTo>
                <a:cubicBezTo>
                  <a:pt x="1328848" y="59362"/>
                  <a:pt x="1327510" y="60469"/>
                  <a:pt x="1326568" y="61927"/>
                </a:cubicBezTo>
                <a:cubicBezTo>
                  <a:pt x="1325625" y="63384"/>
                  <a:pt x="1325154" y="65002"/>
                  <a:pt x="1325154" y="66780"/>
                </a:cubicBezTo>
                <a:cubicBezTo>
                  <a:pt x="1325154" y="69504"/>
                  <a:pt x="1326181" y="71775"/>
                  <a:pt x="1328235" y="73592"/>
                </a:cubicBezTo>
                <a:cubicBezTo>
                  <a:pt x="1330289" y="75408"/>
                  <a:pt x="1333295" y="76316"/>
                  <a:pt x="1337252" y="76316"/>
                </a:cubicBezTo>
                <a:cubicBezTo>
                  <a:pt x="1341171" y="76316"/>
                  <a:pt x="1344657" y="75454"/>
                  <a:pt x="1347710" y="73731"/>
                </a:cubicBezTo>
                <a:cubicBezTo>
                  <a:pt x="1350762" y="72008"/>
                  <a:pt x="1353005" y="69651"/>
                  <a:pt x="1354437" y="66660"/>
                </a:cubicBezTo>
                <a:cubicBezTo>
                  <a:pt x="1355530" y="64349"/>
                  <a:pt x="1356076" y="60941"/>
                  <a:pt x="1356076" y="56435"/>
                </a:cubicBezTo>
                <a:lnTo>
                  <a:pt x="1356076" y="52686"/>
                </a:lnTo>
                <a:close/>
                <a:moveTo>
                  <a:pt x="1382199" y="11758"/>
                </a:moveTo>
                <a:lnTo>
                  <a:pt x="1382199" y="0"/>
                </a:lnTo>
                <a:lnTo>
                  <a:pt x="1392374" y="0"/>
                </a:lnTo>
                <a:lnTo>
                  <a:pt x="1392374" y="11758"/>
                </a:lnTo>
                <a:lnTo>
                  <a:pt x="1382199" y="11758"/>
                </a:lnTo>
                <a:moveTo>
                  <a:pt x="1382199" y="82873"/>
                </a:moveTo>
                <a:lnTo>
                  <a:pt x="1382199" y="22838"/>
                </a:lnTo>
                <a:lnTo>
                  <a:pt x="1392374" y="22838"/>
                </a:lnTo>
                <a:lnTo>
                  <a:pt x="1392374" y="82873"/>
                </a:lnTo>
                <a:lnTo>
                  <a:pt x="1382199" y="82873"/>
                </a:lnTo>
                <a:close/>
                <a:moveTo>
                  <a:pt x="1407867" y="82873"/>
                </a:moveTo>
                <a:lnTo>
                  <a:pt x="1407867" y="22838"/>
                </a:lnTo>
                <a:lnTo>
                  <a:pt x="1416969" y="22838"/>
                </a:lnTo>
                <a:lnTo>
                  <a:pt x="1416969" y="31205"/>
                </a:lnTo>
                <a:cubicBezTo>
                  <a:pt x="1418853" y="28282"/>
                  <a:pt x="1421359" y="25930"/>
                  <a:pt x="1424487" y="24151"/>
                </a:cubicBezTo>
                <a:cubicBezTo>
                  <a:pt x="1427615" y="22371"/>
                  <a:pt x="1431177" y="21481"/>
                  <a:pt x="1435171" y="21481"/>
                </a:cubicBezTo>
                <a:cubicBezTo>
                  <a:pt x="1439618" y="21481"/>
                  <a:pt x="1443265" y="22400"/>
                  <a:pt x="1446110" y="24237"/>
                </a:cubicBezTo>
                <a:cubicBezTo>
                  <a:pt x="1448955" y="26073"/>
                  <a:pt x="1450962" y="28641"/>
                  <a:pt x="1452130" y="31940"/>
                </a:cubicBezTo>
                <a:cubicBezTo>
                  <a:pt x="1456879" y="24968"/>
                  <a:pt x="1463060" y="21481"/>
                  <a:pt x="1470672" y="21481"/>
                </a:cubicBezTo>
                <a:cubicBezTo>
                  <a:pt x="1476627" y="21481"/>
                  <a:pt x="1481206" y="23130"/>
                  <a:pt x="1484409" y="26428"/>
                </a:cubicBezTo>
                <a:cubicBezTo>
                  <a:pt x="1487613" y="29725"/>
                  <a:pt x="1489214" y="34804"/>
                  <a:pt x="1489214" y="41663"/>
                </a:cubicBezTo>
                <a:lnTo>
                  <a:pt x="1489214" y="82873"/>
                </a:lnTo>
                <a:lnTo>
                  <a:pt x="1479095" y="82873"/>
                </a:lnTo>
                <a:lnTo>
                  <a:pt x="1479095" y="45014"/>
                </a:lnTo>
                <a:cubicBezTo>
                  <a:pt x="1479095" y="40939"/>
                  <a:pt x="1478766" y="38006"/>
                  <a:pt x="1478106" y="36215"/>
                </a:cubicBezTo>
                <a:cubicBezTo>
                  <a:pt x="1477447" y="34422"/>
                  <a:pt x="1476250" y="32979"/>
                  <a:pt x="1474516" y="31885"/>
                </a:cubicBezTo>
                <a:cubicBezTo>
                  <a:pt x="1472783" y="30791"/>
                  <a:pt x="1470748" y="30244"/>
                  <a:pt x="1468411" y="30244"/>
                </a:cubicBezTo>
                <a:cubicBezTo>
                  <a:pt x="1464190" y="30244"/>
                  <a:pt x="1460685" y="31649"/>
                  <a:pt x="1457897" y="34460"/>
                </a:cubicBezTo>
                <a:cubicBezTo>
                  <a:pt x="1455108" y="37271"/>
                  <a:pt x="1453713" y="41769"/>
                  <a:pt x="1453713" y="47957"/>
                </a:cubicBezTo>
                <a:lnTo>
                  <a:pt x="1453713" y="82873"/>
                </a:lnTo>
                <a:lnTo>
                  <a:pt x="1443538" y="82873"/>
                </a:lnTo>
                <a:lnTo>
                  <a:pt x="1443538" y="43825"/>
                </a:lnTo>
                <a:cubicBezTo>
                  <a:pt x="1443538" y="39298"/>
                  <a:pt x="1442709" y="35903"/>
                  <a:pt x="1441050" y="33639"/>
                </a:cubicBezTo>
                <a:cubicBezTo>
                  <a:pt x="1439392" y="31375"/>
                  <a:pt x="1436679" y="30244"/>
                  <a:pt x="1432910" y="30244"/>
                </a:cubicBezTo>
                <a:cubicBezTo>
                  <a:pt x="1430046" y="30244"/>
                  <a:pt x="1427398" y="30999"/>
                  <a:pt x="1424968" y="32508"/>
                </a:cubicBezTo>
                <a:cubicBezTo>
                  <a:pt x="1422537" y="34017"/>
                  <a:pt x="1420775" y="36224"/>
                  <a:pt x="1419682" y="39130"/>
                </a:cubicBezTo>
                <a:cubicBezTo>
                  <a:pt x="1418589" y="42034"/>
                  <a:pt x="1418043" y="46221"/>
                  <a:pt x="1418043" y="51692"/>
                </a:cubicBezTo>
                <a:lnTo>
                  <a:pt x="1418043" y="82873"/>
                </a:lnTo>
                <a:lnTo>
                  <a:pt x="1407867" y="82873"/>
                </a:lnTo>
                <a:close/>
                <a:moveTo>
                  <a:pt x="1575656" y="60827"/>
                </a:moveTo>
                <a:lnTo>
                  <a:pt x="1585662" y="62127"/>
                </a:lnTo>
                <a:cubicBezTo>
                  <a:pt x="1584569" y="69041"/>
                  <a:pt x="1581771" y="74454"/>
                  <a:pt x="1577267" y="78365"/>
                </a:cubicBezTo>
                <a:cubicBezTo>
                  <a:pt x="1572764" y="82275"/>
                  <a:pt x="1567233" y="84230"/>
                  <a:pt x="1560676" y="84230"/>
                </a:cubicBezTo>
                <a:cubicBezTo>
                  <a:pt x="1552460" y="84230"/>
                  <a:pt x="1545855" y="81545"/>
                  <a:pt x="1540862" y="76175"/>
                </a:cubicBezTo>
                <a:cubicBezTo>
                  <a:pt x="1535868" y="70804"/>
                  <a:pt x="1533372" y="63107"/>
                  <a:pt x="1533372" y="53082"/>
                </a:cubicBezTo>
                <a:cubicBezTo>
                  <a:pt x="1533372" y="46600"/>
                  <a:pt x="1534446" y="40928"/>
                  <a:pt x="1536594" y="36066"/>
                </a:cubicBezTo>
                <a:cubicBezTo>
                  <a:pt x="1538742" y="31205"/>
                  <a:pt x="1542011" y="27559"/>
                  <a:pt x="1546402" y="25128"/>
                </a:cubicBezTo>
                <a:cubicBezTo>
                  <a:pt x="1550792" y="22697"/>
                  <a:pt x="1555569" y="21481"/>
                  <a:pt x="1560732" y="21481"/>
                </a:cubicBezTo>
                <a:cubicBezTo>
                  <a:pt x="1567252" y="21481"/>
                  <a:pt x="1572585" y="23136"/>
                  <a:pt x="1576730" y="26444"/>
                </a:cubicBezTo>
                <a:cubicBezTo>
                  <a:pt x="1580876" y="29751"/>
                  <a:pt x="1583533" y="34447"/>
                  <a:pt x="1584701" y="40532"/>
                </a:cubicBezTo>
                <a:lnTo>
                  <a:pt x="1574808" y="42059"/>
                </a:lnTo>
                <a:cubicBezTo>
                  <a:pt x="1573866" y="38045"/>
                  <a:pt x="1572198" y="35025"/>
                  <a:pt x="1569805" y="33000"/>
                </a:cubicBezTo>
                <a:cubicBezTo>
                  <a:pt x="1567412" y="30974"/>
                  <a:pt x="1564520" y="29961"/>
                  <a:pt x="1561128" y="29961"/>
                </a:cubicBezTo>
                <a:cubicBezTo>
                  <a:pt x="1556003" y="29961"/>
                  <a:pt x="1551838" y="31789"/>
                  <a:pt x="1548635" y="35446"/>
                </a:cubicBezTo>
                <a:cubicBezTo>
                  <a:pt x="1545431" y="39102"/>
                  <a:pt x="1543830" y="44886"/>
                  <a:pt x="1543830" y="52799"/>
                </a:cubicBezTo>
                <a:cubicBezTo>
                  <a:pt x="1543830" y="60825"/>
                  <a:pt x="1545375" y="66657"/>
                  <a:pt x="1548465" y="70295"/>
                </a:cubicBezTo>
                <a:cubicBezTo>
                  <a:pt x="1551555" y="73932"/>
                  <a:pt x="1555588" y="75751"/>
                  <a:pt x="1560563" y="75751"/>
                </a:cubicBezTo>
                <a:cubicBezTo>
                  <a:pt x="1564557" y="75751"/>
                  <a:pt x="1567893" y="74530"/>
                  <a:pt x="1570568" y="72090"/>
                </a:cubicBezTo>
                <a:cubicBezTo>
                  <a:pt x="1573244" y="69650"/>
                  <a:pt x="1574940" y="65895"/>
                  <a:pt x="1575656" y="60827"/>
                </a:cubicBezTo>
                <a:close/>
                <a:moveTo>
                  <a:pt x="1590580" y="52856"/>
                </a:moveTo>
                <a:cubicBezTo>
                  <a:pt x="1590580" y="41738"/>
                  <a:pt x="1593670" y="33504"/>
                  <a:pt x="1599851" y="28152"/>
                </a:cubicBezTo>
                <a:cubicBezTo>
                  <a:pt x="1605014" y="23705"/>
                  <a:pt x="1611308" y="21481"/>
                  <a:pt x="1618732" y="21481"/>
                </a:cubicBezTo>
                <a:cubicBezTo>
                  <a:pt x="1626986" y="21481"/>
                  <a:pt x="1633732" y="24186"/>
                  <a:pt x="1638970" y="29594"/>
                </a:cubicBezTo>
                <a:cubicBezTo>
                  <a:pt x="1644209" y="35002"/>
                  <a:pt x="1646828" y="42473"/>
                  <a:pt x="1646828" y="52008"/>
                </a:cubicBezTo>
                <a:cubicBezTo>
                  <a:pt x="1646828" y="59734"/>
                  <a:pt x="1645669" y="65811"/>
                  <a:pt x="1643351" y="70239"/>
                </a:cubicBezTo>
                <a:cubicBezTo>
                  <a:pt x="1641033" y="74667"/>
                  <a:pt x="1637660" y="78106"/>
                  <a:pt x="1633232" y="80556"/>
                </a:cubicBezTo>
                <a:cubicBezTo>
                  <a:pt x="1628804" y="83005"/>
                  <a:pt x="1623971" y="84230"/>
                  <a:pt x="1618732" y="84230"/>
                </a:cubicBezTo>
                <a:cubicBezTo>
                  <a:pt x="1610328" y="84230"/>
                  <a:pt x="1603535" y="81535"/>
                  <a:pt x="1598353" y="76146"/>
                </a:cubicBezTo>
                <a:cubicBezTo>
                  <a:pt x="1593171" y="70757"/>
                  <a:pt x="1590580" y="62994"/>
                  <a:pt x="1590580" y="52856"/>
                </a:cubicBezTo>
                <a:moveTo>
                  <a:pt x="1601038" y="52828"/>
                </a:moveTo>
                <a:cubicBezTo>
                  <a:pt x="1601038" y="60487"/>
                  <a:pt x="1602715" y="66223"/>
                  <a:pt x="1606069" y="70034"/>
                </a:cubicBezTo>
                <a:cubicBezTo>
                  <a:pt x="1609424" y="73845"/>
                  <a:pt x="1613644" y="75751"/>
                  <a:pt x="1618732" y="75751"/>
                </a:cubicBezTo>
                <a:cubicBezTo>
                  <a:pt x="1623782" y="75751"/>
                  <a:pt x="1627984" y="73836"/>
                  <a:pt x="1631338" y="70006"/>
                </a:cubicBezTo>
                <a:cubicBezTo>
                  <a:pt x="1634693" y="66176"/>
                  <a:pt x="1636370" y="60337"/>
                  <a:pt x="1636370" y="52490"/>
                </a:cubicBezTo>
                <a:cubicBezTo>
                  <a:pt x="1636370" y="45093"/>
                  <a:pt x="1634683" y="39489"/>
                  <a:pt x="1631310" y="35678"/>
                </a:cubicBezTo>
                <a:cubicBezTo>
                  <a:pt x="1627937" y="31867"/>
                  <a:pt x="1623745" y="29961"/>
                  <a:pt x="1618732" y="29961"/>
                </a:cubicBezTo>
                <a:cubicBezTo>
                  <a:pt x="1613644" y="29961"/>
                  <a:pt x="1609424" y="31857"/>
                  <a:pt x="1606069" y="35649"/>
                </a:cubicBezTo>
                <a:cubicBezTo>
                  <a:pt x="1602715" y="39442"/>
                  <a:pt x="1601038" y="45168"/>
                  <a:pt x="1601038" y="52828"/>
                </a:cubicBezTo>
                <a:close/>
                <a:moveTo>
                  <a:pt x="1658761" y="82873"/>
                </a:moveTo>
                <a:lnTo>
                  <a:pt x="1658761" y="22838"/>
                </a:lnTo>
                <a:lnTo>
                  <a:pt x="1667919" y="22838"/>
                </a:lnTo>
                <a:lnTo>
                  <a:pt x="1667919" y="31318"/>
                </a:lnTo>
                <a:cubicBezTo>
                  <a:pt x="1672328" y="24760"/>
                  <a:pt x="1678697" y="21481"/>
                  <a:pt x="1687026" y="21481"/>
                </a:cubicBezTo>
                <a:cubicBezTo>
                  <a:pt x="1690644" y="21481"/>
                  <a:pt x="1693970" y="22132"/>
                  <a:pt x="1697004" y="23432"/>
                </a:cubicBezTo>
                <a:cubicBezTo>
                  <a:pt x="1700038" y="24732"/>
                  <a:pt x="1702308" y="26437"/>
                  <a:pt x="1703816" y="28548"/>
                </a:cubicBezTo>
                <a:cubicBezTo>
                  <a:pt x="1705323" y="30658"/>
                  <a:pt x="1706378" y="33164"/>
                  <a:pt x="1706981" y="36066"/>
                </a:cubicBezTo>
                <a:cubicBezTo>
                  <a:pt x="1707358" y="37951"/>
                  <a:pt x="1707547" y="41248"/>
                  <a:pt x="1707547" y="45959"/>
                </a:cubicBezTo>
                <a:lnTo>
                  <a:pt x="1707547" y="82873"/>
                </a:lnTo>
                <a:lnTo>
                  <a:pt x="1697371" y="82873"/>
                </a:lnTo>
                <a:lnTo>
                  <a:pt x="1697371" y="46316"/>
                </a:lnTo>
                <a:cubicBezTo>
                  <a:pt x="1697371" y="42166"/>
                  <a:pt x="1696976" y="39062"/>
                  <a:pt x="1696184" y="37006"/>
                </a:cubicBezTo>
                <a:cubicBezTo>
                  <a:pt x="1695393" y="34950"/>
                  <a:pt x="1693989" y="33309"/>
                  <a:pt x="1691973" y="32083"/>
                </a:cubicBezTo>
                <a:cubicBezTo>
                  <a:pt x="1689956" y="30857"/>
                  <a:pt x="1687592" y="30244"/>
                  <a:pt x="1684878" y="30244"/>
                </a:cubicBezTo>
                <a:cubicBezTo>
                  <a:pt x="1680544" y="30244"/>
                  <a:pt x="1676804" y="31621"/>
                  <a:pt x="1673657" y="34376"/>
                </a:cubicBezTo>
                <a:cubicBezTo>
                  <a:pt x="1670510" y="37129"/>
                  <a:pt x="1668937" y="42354"/>
                  <a:pt x="1668937" y="50050"/>
                </a:cubicBezTo>
                <a:lnTo>
                  <a:pt x="1668937" y="82873"/>
                </a:lnTo>
                <a:lnTo>
                  <a:pt x="1658761" y="82873"/>
                </a:lnTo>
                <a:close/>
                <a:moveTo>
                  <a:pt x="1745371" y="73885"/>
                </a:moveTo>
                <a:lnTo>
                  <a:pt x="1746841" y="82873"/>
                </a:lnTo>
                <a:cubicBezTo>
                  <a:pt x="1743976" y="83401"/>
                  <a:pt x="1741414" y="83665"/>
                  <a:pt x="1739152" y="83665"/>
                </a:cubicBezTo>
                <a:cubicBezTo>
                  <a:pt x="1735459" y="83665"/>
                  <a:pt x="1732595" y="83081"/>
                  <a:pt x="1730560" y="81912"/>
                </a:cubicBezTo>
                <a:cubicBezTo>
                  <a:pt x="1728525" y="80744"/>
                  <a:pt x="1727093" y="79208"/>
                  <a:pt x="1726264" y="77305"/>
                </a:cubicBezTo>
                <a:cubicBezTo>
                  <a:pt x="1725434" y="75402"/>
                  <a:pt x="1725020" y="71398"/>
                  <a:pt x="1725020" y="65292"/>
                </a:cubicBezTo>
                <a:lnTo>
                  <a:pt x="1725020" y="30752"/>
                </a:lnTo>
                <a:lnTo>
                  <a:pt x="1717558" y="30752"/>
                </a:lnTo>
                <a:lnTo>
                  <a:pt x="1717558" y="22838"/>
                </a:lnTo>
                <a:lnTo>
                  <a:pt x="1725020" y="22838"/>
                </a:lnTo>
                <a:lnTo>
                  <a:pt x="1725020" y="7930"/>
                </a:lnTo>
                <a:lnTo>
                  <a:pt x="1735139" y="1809"/>
                </a:lnTo>
                <a:lnTo>
                  <a:pt x="1735139" y="22838"/>
                </a:lnTo>
                <a:lnTo>
                  <a:pt x="1745371" y="22838"/>
                </a:lnTo>
                <a:lnTo>
                  <a:pt x="1745371" y="30752"/>
                </a:lnTo>
                <a:lnTo>
                  <a:pt x="1735139" y="30752"/>
                </a:lnTo>
                <a:lnTo>
                  <a:pt x="1735139" y="65858"/>
                </a:lnTo>
                <a:cubicBezTo>
                  <a:pt x="1735139" y="68760"/>
                  <a:pt x="1735318" y="70625"/>
                  <a:pt x="1735676" y="71454"/>
                </a:cubicBezTo>
                <a:cubicBezTo>
                  <a:pt x="1736034" y="72283"/>
                  <a:pt x="1736618" y="72943"/>
                  <a:pt x="1737428" y="73433"/>
                </a:cubicBezTo>
                <a:cubicBezTo>
                  <a:pt x="1738239" y="73923"/>
                  <a:pt x="1739397" y="74168"/>
                  <a:pt x="1740905" y="74168"/>
                </a:cubicBezTo>
                <a:cubicBezTo>
                  <a:pt x="1742035" y="74168"/>
                  <a:pt x="1743524" y="74073"/>
                  <a:pt x="1745371" y="73885"/>
                </a:cubicBezTo>
                <a:close/>
                <a:moveTo>
                  <a:pt x="1794492" y="75461"/>
                </a:moveTo>
                <a:cubicBezTo>
                  <a:pt x="1790723" y="78667"/>
                  <a:pt x="1787096" y="80930"/>
                  <a:pt x="1783610" y="82250"/>
                </a:cubicBezTo>
                <a:cubicBezTo>
                  <a:pt x="1780124" y="83570"/>
                  <a:pt x="1776384" y="84230"/>
                  <a:pt x="1772389" y="84230"/>
                </a:cubicBezTo>
                <a:cubicBezTo>
                  <a:pt x="1765794" y="84230"/>
                  <a:pt x="1760725" y="82618"/>
                  <a:pt x="1757182" y="79393"/>
                </a:cubicBezTo>
                <a:cubicBezTo>
                  <a:pt x="1753639" y="76169"/>
                  <a:pt x="1751868" y="72048"/>
                  <a:pt x="1751868" y="67033"/>
                </a:cubicBezTo>
                <a:cubicBezTo>
                  <a:pt x="1751868" y="64092"/>
                  <a:pt x="1752537" y="61405"/>
                  <a:pt x="1753875" y="58973"/>
                </a:cubicBezTo>
                <a:cubicBezTo>
                  <a:pt x="1755213" y="56540"/>
                  <a:pt x="1756965" y="54588"/>
                  <a:pt x="1759132" y="53117"/>
                </a:cubicBezTo>
                <a:cubicBezTo>
                  <a:pt x="1761299" y="51646"/>
                  <a:pt x="1763740" y="50534"/>
                  <a:pt x="1766453" y="49780"/>
                </a:cubicBezTo>
                <a:cubicBezTo>
                  <a:pt x="1768450" y="49251"/>
                  <a:pt x="1771465" y="48742"/>
                  <a:pt x="1775498" y="48252"/>
                </a:cubicBezTo>
                <a:cubicBezTo>
                  <a:pt x="1783714" y="47279"/>
                  <a:pt x="1789762" y="46119"/>
                  <a:pt x="1793644" y="44772"/>
                </a:cubicBezTo>
                <a:cubicBezTo>
                  <a:pt x="1793682" y="43383"/>
                  <a:pt x="1793701" y="42501"/>
                  <a:pt x="1793701" y="42126"/>
                </a:cubicBezTo>
                <a:cubicBezTo>
                  <a:pt x="1793701" y="37995"/>
                  <a:pt x="1792740" y="35086"/>
                  <a:pt x="1790818" y="33397"/>
                </a:cubicBezTo>
                <a:cubicBezTo>
                  <a:pt x="1788217" y="31106"/>
                  <a:pt x="1784354" y="29961"/>
                  <a:pt x="1779229" y="29961"/>
                </a:cubicBezTo>
                <a:cubicBezTo>
                  <a:pt x="1774443" y="29961"/>
                  <a:pt x="1770909" y="30800"/>
                  <a:pt x="1768629" y="32477"/>
                </a:cubicBezTo>
                <a:cubicBezTo>
                  <a:pt x="1766349" y="34154"/>
                  <a:pt x="1764663" y="37122"/>
                  <a:pt x="1763570" y="41380"/>
                </a:cubicBezTo>
                <a:lnTo>
                  <a:pt x="1753621" y="40023"/>
                </a:lnTo>
                <a:cubicBezTo>
                  <a:pt x="1754525" y="35752"/>
                  <a:pt x="1756014" y="32302"/>
                  <a:pt x="1758087" y="29675"/>
                </a:cubicBezTo>
                <a:cubicBezTo>
                  <a:pt x="1760159" y="27047"/>
                  <a:pt x="1763155" y="25025"/>
                  <a:pt x="1767075" y="23608"/>
                </a:cubicBezTo>
                <a:cubicBezTo>
                  <a:pt x="1770994" y="22190"/>
                  <a:pt x="1775536" y="21481"/>
                  <a:pt x="1780699" y="21481"/>
                </a:cubicBezTo>
                <a:cubicBezTo>
                  <a:pt x="1785824" y="21481"/>
                  <a:pt x="1789988" y="22084"/>
                  <a:pt x="1793192" y="23290"/>
                </a:cubicBezTo>
                <a:cubicBezTo>
                  <a:pt x="1796395" y="24496"/>
                  <a:pt x="1798751" y="26013"/>
                  <a:pt x="1800258" y="27841"/>
                </a:cubicBezTo>
                <a:cubicBezTo>
                  <a:pt x="1801766" y="29669"/>
                  <a:pt x="1802821" y="31977"/>
                  <a:pt x="1803424" y="34766"/>
                </a:cubicBezTo>
                <a:cubicBezTo>
                  <a:pt x="1803763" y="36500"/>
                  <a:pt x="1803933" y="39628"/>
                  <a:pt x="1803933" y="44150"/>
                </a:cubicBezTo>
                <a:lnTo>
                  <a:pt x="1803933" y="57717"/>
                </a:lnTo>
                <a:cubicBezTo>
                  <a:pt x="1803933" y="67177"/>
                  <a:pt x="1804149" y="73160"/>
                  <a:pt x="1804583" y="75666"/>
                </a:cubicBezTo>
                <a:cubicBezTo>
                  <a:pt x="1805016" y="78172"/>
                  <a:pt x="1805873" y="80574"/>
                  <a:pt x="1807155" y="82873"/>
                </a:cubicBezTo>
                <a:lnTo>
                  <a:pt x="1796527" y="82873"/>
                </a:lnTo>
                <a:cubicBezTo>
                  <a:pt x="1795472" y="80761"/>
                  <a:pt x="1794794" y="78290"/>
                  <a:pt x="1794492" y="75461"/>
                </a:cubicBezTo>
                <a:moveTo>
                  <a:pt x="1793644" y="52686"/>
                </a:moveTo>
                <a:cubicBezTo>
                  <a:pt x="1789951" y="54207"/>
                  <a:pt x="1784411" y="55499"/>
                  <a:pt x="1777024" y="56562"/>
                </a:cubicBezTo>
                <a:cubicBezTo>
                  <a:pt x="1772841" y="57167"/>
                  <a:pt x="1769883" y="57849"/>
                  <a:pt x="1768149" y="58606"/>
                </a:cubicBezTo>
                <a:cubicBezTo>
                  <a:pt x="1766415" y="59362"/>
                  <a:pt x="1765077" y="60469"/>
                  <a:pt x="1764135" y="61927"/>
                </a:cubicBezTo>
                <a:cubicBezTo>
                  <a:pt x="1763193" y="63384"/>
                  <a:pt x="1762722" y="65002"/>
                  <a:pt x="1762722" y="66780"/>
                </a:cubicBezTo>
                <a:cubicBezTo>
                  <a:pt x="1762722" y="69504"/>
                  <a:pt x="1763749" y="71775"/>
                  <a:pt x="1765803" y="73592"/>
                </a:cubicBezTo>
                <a:cubicBezTo>
                  <a:pt x="1767857" y="75408"/>
                  <a:pt x="1770862" y="76316"/>
                  <a:pt x="1774820" y="76316"/>
                </a:cubicBezTo>
                <a:cubicBezTo>
                  <a:pt x="1778739" y="76316"/>
                  <a:pt x="1782225" y="75454"/>
                  <a:pt x="1785278" y="73731"/>
                </a:cubicBezTo>
                <a:cubicBezTo>
                  <a:pt x="1788330" y="72008"/>
                  <a:pt x="1790573" y="69651"/>
                  <a:pt x="1792005" y="66660"/>
                </a:cubicBezTo>
                <a:cubicBezTo>
                  <a:pt x="1793098" y="64349"/>
                  <a:pt x="1793644" y="60941"/>
                  <a:pt x="1793644" y="56435"/>
                </a:cubicBezTo>
                <a:lnTo>
                  <a:pt x="1793644" y="52686"/>
                </a:lnTo>
                <a:close/>
                <a:moveTo>
                  <a:pt x="1819766" y="11758"/>
                </a:moveTo>
                <a:lnTo>
                  <a:pt x="1819766" y="0"/>
                </a:lnTo>
                <a:lnTo>
                  <a:pt x="1829942" y="0"/>
                </a:lnTo>
                <a:lnTo>
                  <a:pt x="1829942" y="11758"/>
                </a:lnTo>
                <a:lnTo>
                  <a:pt x="1819766" y="11758"/>
                </a:lnTo>
                <a:moveTo>
                  <a:pt x="1819766" y="82873"/>
                </a:moveTo>
                <a:lnTo>
                  <a:pt x="1819766" y="22838"/>
                </a:lnTo>
                <a:lnTo>
                  <a:pt x="1829942" y="22838"/>
                </a:lnTo>
                <a:lnTo>
                  <a:pt x="1829942" y="82873"/>
                </a:lnTo>
                <a:lnTo>
                  <a:pt x="1819766" y="82873"/>
                </a:lnTo>
                <a:close/>
                <a:moveTo>
                  <a:pt x="1845435" y="82873"/>
                </a:moveTo>
                <a:lnTo>
                  <a:pt x="1845435" y="22838"/>
                </a:lnTo>
                <a:lnTo>
                  <a:pt x="1854593" y="22838"/>
                </a:lnTo>
                <a:lnTo>
                  <a:pt x="1854593" y="31318"/>
                </a:lnTo>
                <a:cubicBezTo>
                  <a:pt x="1859002" y="24760"/>
                  <a:pt x="1865371" y="21481"/>
                  <a:pt x="1873700" y="21481"/>
                </a:cubicBezTo>
                <a:cubicBezTo>
                  <a:pt x="1877318" y="21481"/>
                  <a:pt x="1880644" y="22132"/>
                  <a:pt x="1883677" y="23432"/>
                </a:cubicBezTo>
                <a:cubicBezTo>
                  <a:pt x="1886711" y="24732"/>
                  <a:pt x="1888982" y="26437"/>
                  <a:pt x="1890489" y="28548"/>
                </a:cubicBezTo>
                <a:cubicBezTo>
                  <a:pt x="1891997" y="30658"/>
                  <a:pt x="1893052" y="33164"/>
                  <a:pt x="1893655" y="36066"/>
                </a:cubicBezTo>
                <a:cubicBezTo>
                  <a:pt x="1894032" y="37951"/>
                  <a:pt x="1894220" y="41248"/>
                  <a:pt x="1894220" y="45959"/>
                </a:cubicBezTo>
                <a:lnTo>
                  <a:pt x="1894220" y="82873"/>
                </a:lnTo>
                <a:lnTo>
                  <a:pt x="1884045" y="82873"/>
                </a:lnTo>
                <a:lnTo>
                  <a:pt x="1884045" y="46316"/>
                </a:lnTo>
                <a:cubicBezTo>
                  <a:pt x="1884045" y="42166"/>
                  <a:pt x="1883649" y="39062"/>
                  <a:pt x="1882858" y="37006"/>
                </a:cubicBezTo>
                <a:cubicBezTo>
                  <a:pt x="1882066" y="34950"/>
                  <a:pt x="1880663" y="33309"/>
                  <a:pt x="1878646" y="32083"/>
                </a:cubicBezTo>
                <a:cubicBezTo>
                  <a:pt x="1876630" y="30857"/>
                  <a:pt x="1874265" y="30244"/>
                  <a:pt x="1871552" y="30244"/>
                </a:cubicBezTo>
                <a:cubicBezTo>
                  <a:pt x="1867218" y="30244"/>
                  <a:pt x="1863477" y="31621"/>
                  <a:pt x="1860330" y="34376"/>
                </a:cubicBezTo>
                <a:cubicBezTo>
                  <a:pt x="1857184" y="37129"/>
                  <a:pt x="1855610" y="42354"/>
                  <a:pt x="1855610" y="50050"/>
                </a:cubicBezTo>
                <a:lnTo>
                  <a:pt x="1855610" y="82873"/>
                </a:lnTo>
                <a:lnTo>
                  <a:pt x="1845435" y="82873"/>
                </a:lnTo>
                <a:close/>
                <a:moveTo>
                  <a:pt x="1905758" y="64897"/>
                </a:moveTo>
                <a:lnTo>
                  <a:pt x="1915820" y="63314"/>
                </a:lnTo>
                <a:cubicBezTo>
                  <a:pt x="1916386" y="67329"/>
                  <a:pt x="1917959" y="70405"/>
                  <a:pt x="1920541" y="72544"/>
                </a:cubicBezTo>
                <a:cubicBezTo>
                  <a:pt x="1923122" y="74682"/>
                  <a:pt x="1926731" y="75751"/>
                  <a:pt x="1931366" y="75751"/>
                </a:cubicBezTo>
                <a:cubicBezTo>
                  <a:pt x="1936039" y="75751"/>
                  <a:pt x="1939507" y="74807"/>
                  <a:pt x="1941768" y="72919"/>
                </a:cubicBezTo>
                <a:cubicBezTo>
                  <a:pt x="1944029" y="71030"/>
                  <a:pt x="1945160" y="68814"/>
                  <a:pt x="1945160" y="66273"/>
                </a:cubicBezTo>
                <a:cubicBezTo>
                  <a:pt x="1945160" y="63992"/>
                  <a:pt x="1944161" y="62197"/>
                  <a:pt x="1942164" y="60888"/>
                </a:cubicBezTo>
                <a:cubicBezTo>
                  <a:pt x="1940769" y="59991"/>
                  <a:pt x="1937302" y="58850"/>
                  <a:pt x="1931762" y="57467"/>
                </a:cubicBezTo>
                <a:cubicBezTo>
                  <a:pt x="1924300" y="55581"/>
                  <a:pt x="1919127" y="53950"/>
                  <a:pt x="1916244" y="52573"/>
                </a:cubicBezTo>
                <a:cubicBezTo>
                  <a:pt x="1913361" y="51196"/>
                  <a:pt x="1911176" y="49291"/>
                  <a:pt x="1909687" y="46858"/>
                </a:cubicBezTo>
                <a:cubicBezTo>
                  <a:pt x="1908198" y="44425"/>
                  <a:pt x="1907454" y="41738"/>
                  <a:pt x="1907454" y="38796"/>
                </a:cubicBezTo>
                <a:cubicBezTo>
                  <a:pt x="1907454" y="36118"/>
                  <a:pt x="1908066" y="33637"/>
                  <a:pt x="1909291" y="31355"/>
                </a:cubicBezTo>
                <a:cubicBezTo>
                  <a:pt x="1910516" y="29072"/>
                  <a:pt x="1912184" y="27177"/>
                  <a:pt x="1914294" y="25668"/>
                </a:cubicBezTo>
                <a:cubicBezTo>
                  <a:pt x="1915877" y="24499"/>
                  <a:pt x="1918035" y="23509"/>
                  <a:pt x="1920767" y="22699"/>
                </a:cubicBezTo>
                <a:cubicBezTo>
                  <a:pt x="1923499" y="21887"/>
                  <a:pt x="1926429" y="21481"/>
                  <a:pt x="1929557" y="21481"/>
                </a:cubicBezTo>
                <a:cubicBezTo>
                  <a:pt x="1934268" y="21481"/>
                  <a:pt x="1938404" y="22165"/>
                  <a:pt x="1941966" y="23531"/>
                </a:cubicBezTo>
                <a:cubicBezTo>
                  <a:pt x="1945527" y="24896"/>
                  <a:pt x="1948156" y="26745"/>
                  <a:pt x="1949852" y="29080"/>
                </a:cubicBezTo>
                <a:cubicBezTo>
                  <a:pt x="1951548" y="31413"/>
                  <a:pt x="1952716" y="34533"/>
                  <a:pt x="1953357" y="38441"/>
                </a:cubicBezTo>
                <a:lnTo>
                  <a:pt x="1943407" y="39797"/>
                </a:lnTo>
                <a:cubicBezTo>
                  <a:pt x="1942955" y="36707"/>
                  <a:pt x="1941645" y="34295"/>
                  <a:pt x="1939478" y="32561"/>
                </a:cubicBezTo>
                <a:cubicBezTo>
                  <a:pt x="1937311" y="30828"/>
                  <a:pt x="1934249" y="29961"/>
                  <a:pt x="1930292" y="29961"/>
                </a:cubicBezTo>
                <a:cubicBezTo>
                  <a:pt x="1925619" y="29961"/>
                  <a:pt x="1922284" y="30730"/>
                  <a:pt x="1920286" y="32268"/>
                </a:cubicBezTo>
                <a:cubicBezTo>
                  <a:pt x="1918289" y="33805"/>
                  <a:pt x="1917290" y="35605"/>
                  <a:pt x="1917290" y="37669"/>
                </a:cubicBezTo>
                <a:cubicBezTo>
                  <a:pt x="1917290" y="38981"/>
                  <a:pt x="1917705" y="40162"/>
                  <a:pt x="1918534" y="41212"/>
                </a:cubicBezTo>
                <a:cubicBezTo>
                  <a:pt x="1919363" y="42299"/>
                  <a:pt x="1920663" y="43199"/>
                  <a:pt x="1922434" y="43912"/>
                </a:cubicBezTo>
                <a:cubicBezTo>
                  <a:pt x="1923452" y="44287"/>
                  <a:pt x="1926448" y="45150"/>
                  <a:pt x="1931423" y="46500"/>
                </a:cubicBezTo>
                <a:cubicBezTo>
                  <a:pt x="1938621" y="48421"/>
                  <a:pt x="1943643" y="49993"/>
                  <a:pt x="1946488" y="51216"/>
                </a:cubicBezTo>
                <a:cubicBezTo>
                  <a:pt x="1949333" y="52440"/>
                  <a:pt x="1951566" y="54220"/>
                  <a:pt x="1953187" y="56555"/>
                </a:cubicBezTo>
                <a:cubicBezTo>
                  <a:pt x="1954807" y="58889"/>
                  <a:pt x="1955618" y="61788"/>
                  <a:pt x="1955618" y="65252"/>
                </a:cubicBezTo>
                <a:cubicBezTo>
                  <a:pt x="1955618" y="68641"/>
                  <a:pt x="1954628" y="71833"/>
                  <a:pt x="1952650" y="74827"/>
                </a:cubicBezTo>
                <a:cubicBezTo>
                  <a:pt x="1950671" y="77819"/>
                  <a:pt x="1947817" y="80135"/>
                  <a:pt x="1944086" y="81773"/>
                </a:cubicBezTo>
                <a:cubicBezTo>
                  <a:pt x="1940355" y="83411"/>
                  <a:pt x="1936134" y="84230"/>
                  <a:pt x="1931423" y="84230"/>
                </a:cubicBezTo>
                <a:cubicBezTo>
                  <a:pt x="1923622" y="84230"/>
                  <a:pt x="1917677" y="82605"/>
                  <a:pt x="1913588" y="79354"/>
                </a:cubicBezTo>
                <a:cubicBezTo>
                  <a:pt x="1909498" y="76104"/>
                  <a:pt x="1906889" y="71285"/>
                  <a:pt x="1905758" y="64897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thenecessarycontextualinformation">
            <a:extLst xmlns:a="http://schemas.openxmlformats.org/drawingml/2006/main">
              <a:ext uri="{FF2B5EF4-FFF2-40B4-BE49-F238E27FC236}">
                <a16:creationId xmlns:a16="http://schemas.microsoft.com/office/drawing/2014/main" id="{9B17B778-406E-4BFC-8389-7AA4F608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978" y="3109614"/>
            <a:ext cx="1875657" cy="108651"/>
          </a:xfrm>
          <a:custGeom xmlns:a="http://schemas.openxmlformats.org/drawingml/2006/main">
            <a:pathLst>
              <a:path w="1875657" h="108651">
                <a:moveTo>
                  <a:pt x="27813" y="75242"/>
                </a:moveTo>
                <a:lnTo>
                  <a:pt x="29283" y="84230"/>
                </a:lnTo>
                <a:cubicBezTo>
                  <a:pt x="26418" y="84758"/>
                  <a:pt x="23856" y="85022"/>
                  <a:pt x="21595" y="85022"/>
                </a:cubicBezTo>
                <a:cubicBezTo>
                  <a:pt x="17901" y="85022"/>
                  <a:pt x="15037" y="84437"/>
                  <a:pt x="13002" y="83269"/>
                </a:cubicBezTo>
                <a:cubicBezTo>
                  <a:pt x="10967" y="82101"/>
                  <a:pt x="9535" y="80565"/>
                  <a:pt x="8706" y="78662"/>
                </a:cubicBezTo>
                <a:cubicBezTo>
                  <a:pt x="7877" y="76759"/>
                  <a:pt x="7462" y="72754"/>
                  <a:pt x="7462" y="66649"/>
                </a:cubicBezTo>
                <a:lnTo>
                  <a:pt x="7462" y="32109"/>
                </a:lnTo>
                <a:lnTo>
                  <a:pt x="0" y="32109"/>
                </a:lnTo>
                <a:lnTo>
                  <a:pt x="0" y="24195"/>
                </a:lnTo>
                <a:lnTo>
                  <a:pt x="7462" y="24195"/>
                </a:lnTo>
                <a:lnTo>
                  <a:pt x="7462" y="9287"/>
                </a:lnTo>
                <a:lnTo>
                  <a:pt x="17581" y="3166"/>
                </a:lnTo>
                <a:lnTo>
                  <a:pt x="17581" y="24195"/>
                </a:lnTo>
                <a:lnTo>
                  <a:pt x="27813" y="24195"/>
                </a:lnTo>
                <a:lnTo>
                  <a:pt x="27813" y="32109"/>
                </a:lnTo>
                <a:lnTo>
                  <a:pt x="17581" y="32109"/>
                </a:lnTo>
                <a:lnTo>
                  <a:pt x="17581" y="67214"/>
                </a:lnTo>
                <a:cubicBezTo>
                  <a:pt x="17581" y="70116"/>
                  <a:pt x="17760" y="71982"/>
                  <a:pt x="18118" y="72811"/>
                </a:cubicBezTo>
                <a:cubicBezTo>
                  <a:pt x="18476" y="73640"/>
                  <a:pt x="19060" y="74300"/>
                  <a:pt x="19870" y="74790"/>
                </a:cubicBezTo>
                <a:cubicBezTo>
                  <a:pt x="20681" y="75279"/>
                  <a:pt x="21840" y="75524"/>
                  <a:pt x="23347" y="75524"/>
                </a:cubicBezTo>
                <a:cubicBezTo>
                  <a:pt x="24478" y="75524"/>
                  <a:pt x="25966" y="75430"/>
                  <a:pt x="27813" y="75242"/>
                </a:cubicBezTo>
                <a:close/>
                <a:moveTo>
                  <a:pt x="37759" y="84230"/>
                </a:moveTo>
                <a:lnTo>
                  <a:pt x="37759" y="1357"/>
                </a:lnTo>
                <a:lnTo>
                  <a:pt x="47934" y="1357"/>
                </a:lnTo>
                <a:lnTo>
                  <a:pt x="47934" y="31092"/>
                </a:lnTo>
                <a:cubicBezTo>
                  <a:pt x="52683" y="25589"/>
                  <a:pt x="58675" y="22838"/>
                  <a:pt x="65911" y="22838"/>
                </a:cubicBezTo>
                <a:cubicBezTo>
                  <a:pt x="70358" y="22838"/>
                  <a:pt x="74221" y="23714"/>
                  <a:pt x="77499" y="25467"/>
                </a:cubicBezTo>
                <a:cubicBezTo>
                  <a:pt x="80778" y="27219"/>
                  <a:pt x="83124" y="29641"/>
                  <a:pt x="84537" y="32731"/>
                </a:cubicBezTo>
                <a:cubicBezTo>
                  <a:pt x="85951" y="35821"/>
                  <a:pt x="86657" y="40306"/>
                  <a:pt x="86657" y="46185"/>
                </a:cubicBezTo>
                <a:lnTo>
                  <a:pt x="86657" y="84230"/>
                </a:lnTo>
                <a:lnTo>
                  <a:pt x="76482" y="84230"/>
                </a:lnTo>
                <a:lnTo>
                  <a:pt x="76482" y="46185"/>
                </a:lnTo>
                <a:cubicBezTo>
                  <a:pt x="76482" y="41098"/>
                  <a:pt x="75379" y="37395"/>
                  <a:pt x="73175" y="35077"/>
                </a:cubicBezTo>
                <a:cubicBezTo>
                  <a:pt x="70970" y="32759"/>
                  <a:pt x="67851" y="31600"/>
                  <a:pt x="63819" y="31600"/>
                </a:cubicBezTo>
                <a:cubicBezTo>
                  <a:pt x="60804" y="31600"/>
                  <a:pt x="57968" y="32382"/>
                  <a:pt x="55311" y="33946"/>
                </a:cubicBezTo>
                <a:cubicBezTo>
                  <a:pt x="52654" y="35510"/>
                  <a:pt x="50760" y="37630"/>
                  <a:pt x="49630" y="40306"/>
                </a:cubicBezTo>
                <a:cubicBezTo>
                  <a:pt x="48499" y="42982"/>
                  <a:pt x="47934" y="46675"/>
                  <a:pt x="47934" y="51386"/>
                </a:cubicBezTo>
                <a:lnTo>
                  <a:pt x="47934" y="84230"/>
                </a:lnTo>
                <a:lnTo>
                  <a:pt x="37759" y="84230"/>
                </a:lnTo>
                <a:close/>
                <a:moveTo>
                  <a:pt x="143250" y="64897"/>
                </a:moveTo>
                <a:lnTo>
                  <a:pt x="153764" y="66197"/>
                </a:lnTo>
                <a:cubicBezTo>
                  <a:pt x="152106" y="72340"/>
                  <a:pt x="149034" y="77107"/>
                  <a:pt x="144550" y="80499"/>
                </a:cubicBezTo>
                <a:cubicBezTo>
                  <a:pt x="140065" y="83891"/>
                  <a:pt x="134337" y="85587"/>
                  <a:pt x="127365" y="85587"/>
                </a:cubicBezTo>
                <a:cubicBezTo>
                  <a:pt x="118583" y="85587"/>
                  <a:pt x="111621" y="82883"/>
                  <a:pt x="106477" y="77475"/>
                </a:cubicBezTo>
                <a:cubicBezTo>
                  <a:pt x="101332" y="72067"/>
                  <a:pt x="98760" y="64482"/>
                  <a:pt x="98760" y="54721"/>
                </a:cubicBezTo>
                <a:cubicBezTo>
                  <a:pt x="98760" y="44621"/>
                  <a:pt x="101361" y="36782"/>
                  <a:pt x="106561" y="31205"/>
                </a:cubicBezTo>
                <a:cubicBezTo>
                  <a:pt x="111762" y="25627"/>
                  <a:pt x="118508" y="22838"/>
                  <a:pt x="126799" y="22838"/>
                </a:cubicBezTo>
                <a:cubicBezTo>
                  <a:pt x="134827" y="22838"/>
                  <a:pt x="141384" y="25566"/>
                  <a:pt x="146472" y="31023"/>
                </a:cubicBezTo>
                <a:cubicBezTo>
                  <a:pt x="151559" y="36478"/>
                  <a:pt x="154103" y="44153"/>
                  <a:pt x="154103" y="54048"/>
                </a:cubicBezTo>
                <a:cubicBezTo>
                  <a:pt x="154103" y="54650"/>
                  <a:pt x="154084" y="55553"/>
                  <a:pt x="154047" y="56756"/>
                </a:cubicBezTo>
                <a:lnTo>
                  <a:pt x="109275" y="56756"/>
                </a:lnTo>
                <a:cubicBezTo>
                  <a:pt x="109652" y="63333"/>
                  <a:pt x="111517" y="68369"/>
                  <a:pt x="114871" y="71864"/>
                </a:cubicBezTo>
                <a:cubicBezTo>
                  <a:pt x="118225" y="75360"/>
                  <a:pt x="122409" y="77107"/>
                  <a:pt x="127421" y="77107"/>
                </a:cubicBezTo>
                <a:cubicBezTo>
                  <a:pt x="131152" y="77107"/>
                  <a:pt x="134337" y="76137"/>
                  <a:pt x="136975" y="74196"/>
                </a:cubicBezTo>
                <a:cubicBezTo>
                  <a:pt x="139613" y="72254"/>
                  <a:pt x="141704" y="69154"/>
                  <a:pt x="143250" y="64897"/>
                </a:cubicBezTo>
                <a:moveTo>
                  <a:pt x="109840" y="48277"/>
                </a:moveTo>
                <a:lnTo>
                  <a:pt x="143363" y="48277"/>
                </a:lnTo>
                <a:cubicBezTo>
                  <a:pt x="142910" y="43309"/>
                  <a:pt x="141629" y="39584"/>
                  <a:pt x="139519" y="37100"/>
                </a:cubicBezTo>
                <a:cubicBezTo>
                  <a:pt x="136277" y="33245"/>
                  <a:pt x="132075" y="31318"/>
                  <a:pt x="126912" y="31318"/>
                </a:cubicBezTo>
                <a:cubicBezTo>
                  <a:pt x="122239" y="31318"/>
                  <a:pt x="118310" y="32856"/>
                  <a:pt x="115126" y="35934"/>
                </a:cubicBezTo>
                <a:cubicBezTo>
                  <a:pt x="111941" y="39010"/>
                  <a:pt x="110179" y="43124"/>
                  <a:pt x="109840" y="48277"/>
                </a:cubicBezTo>
                <a:close/>
                <a:moveTo>
                  <a:pt x="198708" y="84230"/>
                </a:moveTo>
                <a:lnTo>
                  <a:pt x="198708" y="24195"/>
                </a:lnTo>
                <a:lnTo>
                  <a:pt x="207865" y="24195"/>
                </a:lnTo>
                <a:lnTo>
                  <a:pt x="207865" y="32674"/>
                </a:lnTo>
                <a:cubicBezTo>
                  <a:pt x="212275" y="26117"/>
                  <a:pt x="218644" y="22838"/>
                  <a:pt x="226973" y="22838"/>
                </a:cubicBezTo>
                <a:cubicBezTo>
                  <a:pt x="230591" y="22838"/>
                  <a:pt x="233916" y="23488"/>
                  <a:pt x="236950" y="24789"/>
                </a:cubicBezTo>
                <a:cubicBezTo>
                  <a:pt x="239984" y="26089"/>
                  <a:pt x="242255" y="27794"/>
                  <a:pt x="243762" y="29905"/>
                </a:cubicBezTo>
                <a:cubicBezTo>
                  <a:pt x="245270" y="32015"/>
                  <a:pt x="246325" y="34521"/>
                  <a:pt x="246928" y="37423"/>
                </a:cubicBezTo>
                <a:cubicBezTo>
                  <a:pt x="247305" y="39307"/>
                  <a:pt x="247493" y="42605"/>
                  <a:pt x="247493" y="47316"/>
                </a:cubicBezTo>
                <a:lnTo>
                  <a:pt x="247493" y="84230"/>
                </a:lnTo>
                <a:lnTo>
                  <a:pt x="237318" y="84230"/>
                </a:lnTo>
                <a:lnTo>
                  <a:pt x="237318" y="47673"/>
                </a:lnTo>
                <a:cubicBezTo>
                  <a:pt x="237318" y="43522"/>
                  <a:pt x="236922" y="40419"/>
                  <a:pt x="236131" y="38363"/>
                </a:cubicBezTo>
                <a:cubicBezTo>
                  <a:pt x="235339" y="36307"/>
                  <a:pt x="233935" y="34665"/>
                  <a:pt x="231919" y="33439"/>
                </a:cubicBezTo>
                <a:cubicBezTo>
                  <a:pt x="229903" y="32213"/>
                  <a:pt x="227538" y="31600"/>
                  <a:pt x="224824" y="31600"/>
                </a:cubicBezTo>
                <a:cubicBezTo>
                  <a:pt x="220491" y="31600"/>
                  <a:pt x="216750" y="32978"/>
                  <a:pt x="213603" y="35732"/>
                </a:cubicBezTo>
                <a:cubicBezTo>
                  <a:pt x="210456" y="38486"/>
                  <a:pt x="208883" y="43711"/>
                  <a:pt x="208883" y="51407"/>
                </a:cubicBezTo>
                <a:lnTo>
                  <a:pt x="208883" y="84230"/>
                </a:lnTo>
                <a:lnTo>
                  <a:pt x="198708" y="84230"/>
                </a:lnTo>
                <a:close/>
                <a:moveTo>
                  <a:pt x="304199" y="64897"/>
                </a:moveTo>
                <a:lnTo>
                  <a:pt x="314713" y="66197"/>
                </a:lnTo>
                <a:cubicBezTo>
                  <a:pt x="313055" y="72340"/>
                  <a:pt x="309983" y="77107"/>
                  <a:pt x="305499" y="80499"/>
                </a:cubicBezTo>
                <a:cubicBezTo>
                  <a:pt x="301014" y="83891"/>
                  <a:pt x="295286" y="85587"/>
                  <a:pt x="288314" y="85587"/>
                </a:cubicBezTo>
                <a:cubicBezTo>
                  <a:pt x="279532" y="85587"/>
                  <a:pt x="272570" y="82883"/>
                  <a:pt x="267426" y="77475"/>
                </a:cubicBezTo>
                <a:cubicBezTo>
                  <a:pt x="262281" y="72067"/>
                  <a:pt x="259709" y="64482"/>
                  <a:pt x="259709" y="54721"/>
                </a:cubicBezTo>
                <a:cubicBezTo>
                  <a:pt x="259709" y="44621"/>
                  <a:pt x="262310" y="36782"/>
                  <a:pt x="267510" y="31205"/>
                </a:cubicBezTo>
                <a:cubicBezTo>
                  <a:pt x="272711" y="25627"/>
                  <a:pt x="279457" y="22838"/>
                  <a:pt x="287748" y="22838"/>
                </a:cubicBezTo>
                <a:cubicBezTo>
                  <a:pt x="295776" y="22838"/>
                  <a:pt x="302333" y="25566"/>
                  <a:pt x="307421" y="31023"/>
                </a:cubicBezTo>
                <a:cubicBezTo>
                  <a:pt x="312508" y="36478"/>
                  <a:pt x="315052" y="44153"/>
                  <a:pt x="315052" y="54048"/>
                </a:cubicBezTo>
                <a:cubicBezTo>
                  <a:pt x="315052" y="54650"/>
                  <a:pt x="315033" y="55553"/>
                  <a:pt x="314996" y="56756"/>
                </a:cubicBezTo>
                <a:lnTo>
                  <a:pt x="270224" y="56756"/>
                </a:lnTo>
                <a:cubicBezTo>
                  <a:pt x="270601" y="63333"/>
                  <a:pt x="272466" y="68369"/>
                  <a:pt x="275820" y="71864"/>
                </a:cubicBezTo>
                <a:cubicBezTo>
                  <a:pt x="279174" y="75360"/>
                  <a:pt x="283358" y="77107"/>
                  <a:pt x="288370" y="77107"/>
                </a:cubicBezTo>
                <a:cubicBezTo>
                  <a:pt x="292101" y="77107"/>
                  <a:pt x="295286" y="76137"/>
                  <a:pt x="297924" y="74196"/>
                </a:cubicBezTo>
                <a:cubicBezTo>
                  <a:pt x="300562" y="72254"/>
                  <a:pt x="302653" y="69154"/>
                  <a:pt x="304199" y="64897"/>
                </a:cubicBezTo>
                <a:moveTo>
                  <a:pt x="270789" y="48277"/>
                </a:moveTo>
                <a:lnTo>
                  <a:pt x="304312" y="48277"/>
                </a:lnTo>
                <a:cubicBezTo>
                  <a:pt x="303859" y="43309"/>
                  <a:pt x="302578" y="39584"/>
                  <a:pt x="300468" y="37100"/>
                </a:cubicBezTo>
                <a:cubicBezTo>
                  <a:pt x="297226" y="33245"/>
                  <a:pt x="293024" y="31318"/>
                  <a:pt x="287861" y="31318"/>
                </a:cubicBezTo>
                <a:cubicBezTo>
                  <a:pt x="283188" y="31318"/>
                  <a:pt x="279259" y="32856"/>
                  <a:pt x="276075" y="35934"/>
                </a:cubicBezTo>
                <a:cubicBezTo>
                  <a:pt x="272890" y="39010"/>
                  <a:pt x="271128" y="43124"/>
                  <a:pt x="270789" y="48277"/>
                </a:cubicBezTo>
                <a:close/>
                <a:moveTo>
                  <a:pt x="366670" y="62183"/>
                </a:moveTo>
                <a:lnTo>
                  <a:pt x="376676" y="63483"/>
                </a:lnTo>
                <a:cubicBezTo>
                  <a:pt x="375583" y="70398"/>
                  <a:pt x="372785" y="75811"/>
                  <a:pt x="368281" y="79722"/>
                </a:cubicBezTo>
                <a:cubicBezTo>
                  <a:pt x="363778" y="83632"/>
                  <a:pt x="358247" y="85587"/>
                  <a:pt x="351689" y="85587"/>
                </a:cubicBezTo>
                <a:cubicBezTo>
                  <a:pt x="343474" y="85587"/>
                  <a:pt x="336869" y="82902"/>
                  <a:pt x="331876" y="77531"/>
                </a:cubicBezTo>
                <a:cubicBezTo>
                  <a:pt x="326882" y="72161"/>
                  <a:pt x="324385" y="64463"/>
                  <a:pt x="324385" y="54439"/>
                </a:cubicBezTo>
                <a:cubicBezTo>
                  <a:pt x="324385" y="47957"/>
                  <a:pt x="325459" y="42285"/>
                  <a:pt x="327608" y="37423"/>
                </a:cubicBezTo>
                <a:cubicBezTo>
                  <a:pt x="329756" y="32561"/>
                  <a:pt x="333025" y="28915"/>
                  <a:pt x="337416" y="26484"/>
                </a:cubicBezTo>
                <a:cubicBezTo>
                  <a:pt x="341806" y="24054"/>
                  <a:pt x="346583" y="22838"/>
                  <a:pt x="351746" y="22838"/>
                </a:cubicBezTo>
                <a:cubicBezTo>
                  <a:pt x="358266" y="22838"/>
                  <a:pt x="363598" y="24492"/>
                  <a:pt x="367744" y="27801"/>
                </a:cubicBezTo>
                <a:cubicBezTo>
                  <a:pt x="371890" y="31108"/>
                  <a:pt x="374547" y="35804"/>
                  <a:pt x="375715" y="41889"/>
                </a:cubicBezTo>
                <a:lnTo>
                  <a:pt x="365822" y="43415"/>
                </a:lnTo>
                <a:cubicBezTo>
                  <a:pt x="364880" y="39402"/>
                  <a:pt x="363212" y="36382"/>
                  <a:pt x="360819" y="34356"/>
                </a:cubicBezTo>
                <a:cubicBezTo>
                  <a:pt x="358426" y="32331"/>
                  <a:pt x="355534" y="31318"/>
                  <a:pt x="352142" y="31318"/>
                </a:cubicBezTo>
                <a:cubicBezTo>
                  <a:pt x="347016" y="31318"/>
                  <a:pt x="342852" y="33146"/>
                  <a:pt x="339649" y="36803"/>
                </a:cubicBezTo>
                <a:cubicBezTo>
                  <a:pt x="336445" y="40459"/>
                  <a:pt x="334843" y="46243"/>
                  <a:pt x="334843" y="54156"/>
                </a:cubicBezTo>
                <a:cubicBezTo>
                  <a:pt x="334843" y="62182"/>
                  <a:pt x="336389" y="68014"/>
                  <a:pt x="339479" y="71652"/>
                </a:cubicBezTo>
                <a:cubicBezTo>
                  <a:pt x="342569" y="75289"/>
                  <a:pt x="346602" y="77107"/>
                  <a:pt x="351576" y="77107"/>
                </a:cubicBezTo>
                <a:cubicBezTo>
                  <a:pt x="355571" y="77107"/>
                  <a:pt x="358906" y="75887"/>
                  <a:pt x="361582" y="73447"/>
                </a:cubicBezTo>
                <a:cubicBezTo>
                  <a:pt x="364258" y="71007"/>
                  <a:pt x="365954" y="67252"/>
                  <a:pt x="366670" y="62183"/>
                </a:cubicBezTo>
                <a:close/>
                <a:moveTo>
                  <a:pt x="426479" y="64897"/>
                </a:moveTo>
                <a:lnTo>
                  <a:pt x="436994" y="66197"/>
                </a:lnTo>
                <a:cubicBezTo>
                  <a:pt x="435335" y="72340"/>
                  <a:pt x="432264" y="77107"/>
                  <a:pt x="427779" y="80499"/>
                </a:cubicBezTo>
                <a:cubicBezTo>
                  <a:pt x="423294" y="83891"/>
                  <a:pt x="417566" y="85587"/>
                  <a:pt x="410594" y="85587"/>
                </a:cubicBezTo>
                <a:cubicBezTo>
                  <a:pt x="401813" y="85587"/>
                  <a:pt x="394850" y="82883"/>
                  <a:pt x="389706" y="77475"/>
                </a:cubicBezTo>
                <a:cubicBezTo>
                  <a:pt x="384562" y="72067"/>
                  <a:pt x="381990" y="64482"/>
                  <a:pt x="381990" y="54721"/>
                </a:cubicBezTo>
                <a:cubicBezTo>
                  <a:pt x="381990" y="44621"/>
                  <a:pt x="384590" y="36782"/>
                  <a:pt x="389791" y="31205"/>
                </a:cubicBezTo>
                <a:cubicBezTo>
                  <a:pt x="394992" y="25627"/>
                  <a:pt x="401738" y="22838"/>
                  <a:pt x="410029" y="22838"/>
                </a:cubicBezTo>
                <a:cubicBezTo>
                  <a:pt x="418056" y="22838"/>
                  <a:pt x="424613" y="25566"/>
                  <a:pt x="429701" y="31023"/>
                </a:cubicBezTo>
                <a:cubicBezTo>
                  <a:pt x="434789" y="36478"/>
                  <a:pt x="437333" y="44153"/>
                  <a:pt x="437333" y="54048"/>
                </a:cubicBezTo>
                <a:cubicBezTo>
                  <a:pt x="437333" y="54650"/>
                  <a:pt x="437314" y="55553"/>
                  <a:pt x="437276" y="56756"/>
                </a:cubicBezTo>
                <a:lnTo>
                  <a:pt x="392504" y="56756"/>
                </a:lnTo>
                <a:cubicBezTo>
                  <a:pt x="392881" y="63333"/>
                  <a:pt x="394747" y="68369"/>
                  <a:pt x="398101" y="71864"/>
                </a:cubicBezTo>
                <a:cubicBezTo>
                  <a:pt x="401455" y="75360"/>
                  <a:pt x="405638" y="77107"/>
                  <a:pt x="410650" y="77107"/>
                </a:cubicBezTo>
                <a:cubicBezTo>
                  <a:pt x="414381" y="77107"/>
                  <a:pt x="417566" y="76137"/>
                  <a:pt x="420204" y="74196"/>
                </a:cubicBezTo>
                <a:cubicBezTo>
                  <a:pt x="422842" y="72254"/>
                  <a:pt x="424934" y="69154"/>
                  <a:pt x="426479" y="64897"/>
                </a:cubicBezTo>
                <a:moveTo>
                  <a:pt x="393070" y="48277"/>
                </a:moveTo>
                <a:lnTo>
                  <a:pt x="426592" y="48277"/>
                </a:lnTo>
                <a:cubicBezTo>
                  <a:pt x="426140" y="43309"/>
                  <a:pt x="424858" y="39584"/>
                  <a:pt x="422748" y="37100"/>
                </a:cubicBezTo>
                <a:cubicBezTo>
                  <a:pt x="419507" y="33245"/>
                  <a:pt x="415305" y="31318"/>
                  <a:pt x="410142" y="31318"/>
                </a:cubicBezTo>
                <a:cubicBezTo>
                  <a:pt x="405469" y="31318"/>
                  <a:pt x="401540" y="32856"/>
                  <a:pt x="398355" y="35934"/>
                </a:cubicBezTo>
                <a:cubicBezTo>
                  <a:pt x="395171" y="39010"/>
                  <a:pt x="393409" y="43124"/>
                  <a:pt x="393070" y="48277"/>
                </a:cubicBezTo>
                <a:close/>
                <a:moveTo>
                  <a:pt x="445705" y="66253"/>
                </a:moveTo>
                <a:lnTo>
                  <a:pt x="455767" y="64671"/>
                </a:lnTo>
                <a:cubicBezTo>
                  <a:pt x="456332" y="68685"/>
                  <a:pt x="457906" y="71762"/>
                  <a:pt x="460487" y="73901"/>
                </a:cubicBezTo>
                <a:cubicBezTo>
                  <a:pt x="463069" y="76039"/>
                  <a:pt x="466677" y="77107"/>
                  <a:pt x="471313" y="77107"/>
                </a:cubicBezTo>
                <a:cubicBezTo>
                  <a:pt x="475986" y="77107"/>
                  <a:pt x="479453" y="76163"/>
                  <a:pt x="481715" y="74275"/>
                </a:cubicBezTo>
                <a:cubicBezTo>
                  <a:pt x="483976" y="72386"/>
                  <a:pt x="485106" y="70171"/>
                  <a:pt x="485106" y="67630"/>
                </a:cubicBezTo>
                <a:cubicBezTo>
                  <a:pt x="485106" y="65348"/>
                  <a:pt x="484108" y="63554"/>
                  <a:pt x="482110" y="62245"/>
                </a:cubicBezTo>
                <a:cubicBezTo>
                  <a:pt x="480716" y="61348"/>
                  <a:pt x="477249" y="60207"/>
                  <a:pt x="471709" y="58823"/>
                </a:cubicBezTo>
                <a:cubicBezTo>
                  <a:pt x="464247" y="56938"/>
                  <a:pt x="459074" y="55307"/>
                  <a:pt x="456191" y="53930"/>
                </a:cubicBezTo>
                <a:cubicBezTo>
                  <a:pt x="453308" y="52553"/>
                  <a:pt x="451122" y="50648"/>
                  <a:pt x="449634" y="48215"/>
                </a:cubicBezTo>
                <a:cubicBezTo>
                  <a:pt x="448145" y="45782"/>
                  <a:pt x="447401" y="43094"/>
                  <a:pt x="447401" y="40152"/>
                </a:cubicBezTo>
                <a:cubicBezTo>
                  <a:pt x="447401" y="37474"/>
                  <a:pt x="448013" y="34994"/>
                  <a:pt x="449238" y="32712"/>
                </a:cubicBezTo>
                <a:cubicBezTo>
                  <a:pt x="450463" y="30429"/>
                  <a:pt x="452130" y="28534"/>
                  <a:pt x="454241" y="27025"/>
                </a:cubicBezTo>
                <a:cubicBezTo>
                  <a:pt x="455824" y="25856"/>
                  <a:pt x="457981" y="24866"/>
                  <a:pt x="460714" y="24055"/>
                </a:cubicBezTo>
                <a:cubicBezTo>
                  <a:pt x="463446" y="23244"/>
                  <a:pt x="466376" y="22838"/>
                  <a:pt x="469504" y="22838"/>
                </a:cubicBezTo>
                <a:cubicBezTo>
                  <a:pt x="474215" y="22838"/>
                  <a:pt x="478351" y="23521"/>
                  <a:pt x="481912" y="24887"/>
                </a:cubicBezTo>
                <a:cubicBezTo>
                  <a:pt x="485474" y="26252"/>
                  <a:pt x="488102" y="28102"/>
                  <a:pt x="489798" y="30436"/>
                </a:cubicBezTo>
                <a:cubicBezTo>
                  <a:pt x="491494" y="32769"/>
                  <a:pt x="492663" y="35890"/>
                  <a:pt x="493303" y="39797"/>
                </a:cubicBezTo>
                <a:lnTo>
                  <a:pt x="483354" y="41154"/>
                </a:lnTo>
                <a:cubicBezTo>
                  <a:pt x="482902" y="38064"/>
                  <a:pt x="481592" y="35652"/>
                  <a:pt x="479425" y="33918"/>
                </a:cubicBezTo>
                <a:cubicBezTo>
                  <a:pt x="477258" y="32185"/>
                  <a:pt x="474196" y="31318"/>
                  <a:pt x="470239" y="31318"/>
                </a:cubicBezTo>
                <a:cubicBezTo>
                  <a:pt x="465566" y="31318"/>
                  <a:pt x="462230" y="32087"/>
                  <a:pt x="460233" y="33625"/>
                </a:cubicBezTo>
                <a:cubicBezTo>
                  <a:pt x="458236" y="35162"/>
                  <a:pt x="457237" y="36962"/>
                  <a:pt x="457237" y="39025"/>
                </a:cubicBezTo>
                <a:cubicBezTo>
                  <a:pt x="457237" y="40337"/>
                  <a:pt x="457651" y="41519"/>
                  <a:pt x="458481" y="42569"/>
                </a:cubicBezTo>
                <a:cubicBezTo>
                  <a:pt x="459310" y="43656"/>
                  <a:pt x="460610" y="44556"/>
                  <a:pt x="462381" y="45268"/>
                </a:cubicBezTo>
                <a:cubicBezTo>
                  <a:pt x="463399" y="45644"/>
                  <a:pt x="466395" y="46507"/>
                  <a:pt x="471369" y="47856"/>
                </a:cubicBezTo>
                <a:cubicBezTo>
                  <a:pt x="478568" y="49777"/>
                  <a:pt x="483589" y="51349"/>
                  <a:pt x="486435" y="52573"/>
                </a:cubicBezTo>
                <a:cubicBezTo>
                  <a:pt x="489280" y="53797"/>
                  <a:pt x="491513" y="55576"/>
                  <a:pt x="493134" y="57912"/>
                </a:cubicBezTo>
                <a:cubicBezTo>
                  <a:pt x="494754" y="60246"/>
                  <a:pt x="495564" y="63145"/>
                  <a:pt x="495564" y="66609"/>
                </a:cubicBezTo>
                <a:cubicBezTo>
                  <a:pt x="495564" y="69998"/>
                  <a:pt x="494575" y="73190"/>
                  <a:pt x="492597" y="76183"/>
                </a:cubicBezTo>
                <a:cubicBezTo>
                  <a:pt x="490618" y="79176"/>
                  <a:pt x="487763" y="81491"/>
                  <a:pt x="484032" y="83130"/>
                </a:cubicBezTo>
                <a:cubicBezTo>
                  <a:pt x="480301" y="84768"/>
                  <a:pt x="476080" y="85587"/>
                  <a:pt x="471369" y="85587"/>
                </a:cubicBezTo>
                <a:cubicBezTo>
                  <a:pt x="463568" y="85587"/>
                  <a:pt x="457623" y="83962"/>
                  <a:pt x="453534" y="80711"/>
                </a:cubicBezTo>
                <a:cubicBezTo>
                  <a:pt x="449445" y="77461"/>
                  <a:pt x="446835" y="72641"/>
                  <a:pt x="445705" y="66253"/>
                </a:cubicBezTo>
                <a:close/>
                <a:moveTo>
                  <a:pt x="503592" y="66253"/>
                </a:moveTo>
                <a:lnTo>
                  <a:pt x="513654" y="64671"/>
                </a:lnTo>
                <a:cubicBezTo>
                  <a:pt x="514220" y="68685"/>
                  <a:pt x="515793" y="71762"/>
                  <a:pt x="518375" y="73901"/>
                </a:cubicBezTo>
                <a:cubicBezTo>
                  <a:pt x="520956" y="76039"/>
                  <a:pt x="524565" y="77107"/>
                  <a:pt x="529200" y="77107"/>
                </a:cubicBezTo>
                <a:cubicBezTo>
                  <a:pt x="533873" y="77107"/>
                  <a:pt x="537341" y="76163"/>
                  <a:pt x="539602" y="74275"/>
                </a:cubicBezTo>
                <a:cubicBezTo>
                  <a:pt x="541863" y="72386"/>
                  <a:pt x="542994" y="70171"/>
                  <a:pt x="542994" y="67630"/>
                </a:cubicBezTo>
                <a:cubicBezTo>
                  <a:pt x="542994" y="65348"/>
                  <a:pt x="541995" y="63554"/>
                  <a:pt x="539997" y="62245"/>
                </a:cubicBezTo>
                <a:cubicBezTo>
                  <a:pt x="538603" y="61348"/>
                  <a:pt x="535136" y="60207"/>
                  <a:pt x="529596" y="58823"/>
                </a:cubicBezTo>
                <a:cubicBezTo>
                  <a:pt x="522134" y="56938"/>
                  <a:pt x="516961" y="55307"/>
                  <a:pt x="514078" y="53930"/>
                </a:cubicBezTo>
                <a:cubicBezTo>
                  <a:pt x="511195" y="52553"/>
                  <a:pt x="509009" y="50648"/>
                  <a:pt x="507521" y="48215"/>
                </a:cubicBezTo>
                <a:cubicBezTo>
                  <a:pt x="506032" y="45782"/>
                  <a:pt x="505288" y="43094"/>
                  <a:pt x="505288" y="40152"/>
                </a:cubicBezTo>
                <a:cubicBezTo>
                  <a:pt x="505288" y="37474"/>
                  <a:pt x="505900" y="34994"/>
                  <a:pt x="507125" y="32712"/>
                </a:cubicBezTo>
                <a:cubicBezTo>
                  <a:pt x="508350" y="30429"/>
                  <a:pt x="510018" y="28534"/>
                  <a:pt x="512128" y="27025"/>
                </a:cubicBezTo>
                <a:cubicBezTo>
                  <a:pt x="513711" y="25856"/>
                  <a:pt x="515868" y="24866"/>
                  <a:pt x="518601" y="24055"/>
                </a:cubicBezTo>
                <a:cubicBezTo>
                  <a:pt x="521333" y="23244"/>
                  <a:pt x="524263" y="22838"/>
                  <a:pt x="527391" y="22838"/>
                </a:cubicBezTo>
                <a:cubicBezTo>
                  <a:pt x="532102" y="22838"/>
                  <a:pt x="536238" y="23521"/>
                  <a:pt x="539800" y="24887"/>
                </a:cubicBezTo>
                <a:cubicBezTo>
                  <a:pt x="543361" y="26252"/>
                  <a:pt x="545990" y="28102"/>
                  <a:pt x="547686" y="30436"/>
                </a:cubicBezTo>
                <a:cubicBezTo>
                  <a:pt x="549381" y="32769"/>
                  <a:pt x="550550" y="35890"/>
                  <a:pt x="551190" y="39797"/>
                </a:cubicBezTo>
                <a:lnTo>
                  <a:pt x="541241" y="41154"/>
                </a:lnTo>
                <a:cubicBezTo>
                  <a:pt x="540789" y="38064"/>
                  <a:pt x="539479" y="35652"/>
                  <a:pt x="537312" y="33918"/>
                </a:cubicBezTo>
                <a:cubicBezTo>
                  <a:pt x="535145" y="32185"/>
                  <a:pt x="532083" y="31318"/>
                  <a:pt x="528126" y="31318"/>
                </a:cubicBezTo>
                <a:cubicBezTo>
                  <a:pt x="523453" y="31318"/>
                  <a:pt x="520118" y="32087"/>
                  <a:pt x="518120" y="33625"/>
                </a:cubicBezTo>
                <a:cubicBezTo>
                  <a:pt x="516123" y="35162"/>
                  <a:pt x="515124" y="36962"/>
                  <a:pt x="515124" y="39025"/>
                </a:cubicBezTo>
                <a:cubicBezTo>
                  <a:pt x="515124" y="40337"/>
                  <a:pt x="515539" y="41519"/>
                  <a:pt x="516368" y="42569"/>
                </a:cubicBezTo>
                <a:cubicBezTo>
                  <a:pt x="517197" y="43656"/>
                  <a:pt x="518497" y="44556"/>
                  <a:pt x="520268" y="45268"/>
                </a:cubicBezTo>
                <a:cubicBezTo>
                  <a:pt x="521286" y="45644"/>
                  <a:pt x="524282" y="46507"/>
                  <a:pt x="529257" y="47856"/>
                </a:cubicBezTo>
                <a:cubicBezTo>
                  <a:pt x="536455" y="49777"/>
                  <a:pt x="541477" y="51349"/>
                  <a:pt x="544322" y="52573"/>
                </a:cubicBezTo>
                <a:cubicBezTo>
                  <a:pt x="547167" y="53797"/>
                  <a:pt x="549400" y="55576"/>
                  <a:pt x="551021" y="57912"/>
                </a:cubicBezTo>
                <a:cubicBezTo>
                  <a:pt x="552641" y="60246"/>
                  <a:pt x="553452" y="63145"/>
                  <a:pt x="553452" y="66609"/>
                </a:cubicBezTo>
                <a:cubicBezTo>
                  <a:pt x="553452" y="69998"/>
                  <a:pt x="552462" y="73190"/>
                  <a:pt x="550484" y="76183"/>
                </a:cubicBezTo>
                <a:cubicBezTo>
                  <a:pt x="548505" y="79176"/>
                  <a:pt x="545650" y="81491"/>
                  <a:pt x="541919" y="83130"/>
                </a:cubicBezTo>
                <a:cubicBezTo>
                  <a:pt x="538188" y="84768"/>
                  <a:pt x="533968" y="85587"/>
                  <a:pt x="529257" y="85587"/>
                </a:cubicBezTo>
                <a:cubicBezTo>
                  <a:pt x="521456" y="85587"/>
                  <a:pt x="515510" y="83962"/>
                  <a:pt x="511421" y="80711"/>
                </a:cubicBezTo>
                <a:cubicBezTo>
                  <a:pt x="507332" y="77461"/>
                  <a:pt x="504723" y="72641"/>
                  <a:pt x="503592" y="66253"/>
                </a:cubicBezTo>
                <a:close/>
                <a:moveTo>
                  <a:pt x="604724" y="76818"/>
                </a:moveTo>
                <a:cubicBezTo>
                  <a:pt x="600956" y="80023"/>
                  <a:pt x="597328" y="82286"/>
                  <a:pt x="593842" y="83606"/>
                </a:cubicBezTo>
                <a:cubicBezTo>
                  <a:pt x="590356" y="84927"/>
                  <a:pt x="586616" y="85587"/>
                  <a:pt x="582621" y="85587"/>
                </a:cubicBezTo>
                <a:cubicBezTo>
                  <a:pt x="576026" y="85587"/>
                  <a:pt x="570957" y="83975"/>
                  <a:pt x="567414" y="80750"/>
                </a:cubicBezTo>
                <a:cubicBezTo>
                  <a:pt x="563872" y="77525"/>
                  <a:pt x="562100" y="73405"/>
                  <a:pt x="562100" y="68389"/>
                </a:cubicBezTo>
                <a:cubicBezTo>
                  <a:pt x="562100" y="65448"/>
                  <a:pt x="562769" y="62762"/>
                  <a:pt x="564107" y="60330"/>
                </a:cubicBezTo>
                <a:cubicBezTo>
                  <a:pt x="565445" y="57897"/>
                  <a:pt x="567198" y="55945"/>
                  <a:pt x="569365" y="54474"/>
                </a:cubicBezTo>
                <a:cubicBezTo>
                  <a:pt x="571532" y="53003"/>
                  <a:pt x="573972" y="51891"/>
                  <a:pt x="576685" y="51137"/>
                </a:cubicBezTo>
                <a:cubicBezTo>
                  <a:pt x="578683" y="50608"/>
                  <a:pt x="581698" y="50099"/>
                  <a:pt x="585730" y="49609"/>
                </a:cubicBezTo>
                <a:cubicBezTo>
                  <a:pt x="593946" y="48636"/>
                  <a:pt x="599995" y="47476"/>
                  <a:pt x="603876" y="46129"/>
                </a:cubicBezTo>
                <a:cubicBezTo>
                  <a:pt x="603914" y="44740"/>
                  <a:pt x="603933" y="43858"/>
                  <a:pt x="603933" y="43482"/>
                </a:cubicBezTo>
                <a:cubicBezTo>
                  <a:pt x="603933" y="39352"/>
                  <a:pt x="602972" y="36443"/>
                  <a:pt x="601050" y="34754"/>
                </a:cubicBezTo>
                <a:cubicBezTo>
                  <a:pt x="598449" y="32463"/>
                  <a:pt x="594587" y="31318"/>
                  <a:pt x="589461" y="31318"/>
                </a:cubicBezTo>
                <a:cubicBezTo>
                  <a:pt x="584675" y="31318"/>
                  <a:pt x="581142" y="32156"/>
                  <a:pt x="578862" y="33833"/>
                </a:cubicBezTo>
                <a:cubicBezTo>
                  <a:pt x="576582" y="35510"/>
                  <a:pt x="574895" y="38478"/>
                  <a:pt x="573802" y="42737"/>
                </a:cubicBezTo>
                <a:lnTo>
                  <a:pt x="563853" y="41380"/>
                </a:lnTo>
                <a:cubicBezTo>
                  <a:pt x="564757" y="37109"/>
                  <a:pt x="566246" y="33659"/>
                  <a:pt x="568319" y="31032"/>
                </a:cubicBezTo>
                <a:cubicBezTo>
                  <a:pt x="570392" y="28404"/>
                  <a:pt x="573388" y="26382"/>
                  <a:pt x="577307" y="24965"/>
                </a:cubicBezTo>
                <a:cubicBezTo>
                  <a:pt x="581227" y="23547"/>
                  <a:pt x="585768" y="22838"/>
                  <a:pt x="590931" y="22838"/>
                </a:cubicBezTo>
                <a:cubicBezTo>
                  <a:pt x="596056" y="22838"/>
                  <a:pt x="600221" y="23441"/>
                  <a:pt x="603424" y="24647"/>
                </a:cubicBezTo>
                <a:cubicBezTo>
                  <a:pt x="606627" y="25853"/>
                  <a:pt x="608983" y="27370"/>
                  <a:pt x="610490" y="29198"/>
                </a:cubicBezTo>
                <a:cubicBezTo>
                  <a:pt x="611998" y="31026"/>
                  <a:pt x="613053" y="33334"/>
                  <a:pt x="613656" y="36123"/>
                </a:cubicBezTo>
                <a:cubicBezTo>
                  <a:pt x="613995" y="37856"/>
                  <a:pt x="614165" y="40984"/>
                  <a:pt x="614165" y="45507"/>
                </a:cubicBezTo>
                <a:lnTo>
                  <a:pt x="614165" y="59074"/>
                </a:lnTo>
                <a:cubicBezTo>
                  <a:pt x="614165" y="68534"/>
                  <a:pt x="614382" y="74516"/>
                  <a:pt x="614815" y="77022"/>
                </a:cubicBezTo>
                <a:cubicBezTo>
                  <a:pt x="615248" y="79529"/>
                  <a:pt x="616106" y="81931"/>
                  <a:pt x="617387" y="84230"/>
                </a:cubicBezTo>
                <a:lnTo>
                  <a:pt x="606759" y="84230"/>
                </a:lnTo>
                <a:cubicBezTo>
                  <a:pt x="605704" y="82117"/>
                  <a:pt x="605026" y="79646"/>
                  <a:pt x="604724" y="76818"/>
                </a:cubicBezTo>
                <a:moveTo>
                  <a:pt x="603876" y="54043"/>
                </a:moveTo>
                <a:cubicBezTo>
                  <a:pt x="600183" y="55563"/>
                  <a:pt x="594643" y="56855"/>
                  <a:pt x="587256" y="57919"/>
                </a:cubicBezTo>
                <a:cubicBezTo>
                  <a:pt x="583073" y="58524"/>
                  <a:pt x="580115" y="59205"/>
                  <a:pt x="578381" y="59963"/>
                </a:cubicBezTo>
                <a:cubicBezTo>
                  <a:pt x="576648" y="60719"/>
                  <a:pt x="575310" y="61826"/>
                  <a:pt x="574368" y="63284"/>
                </a:cubicBezTo>
                <a:cubicBezTo>
                  <a:pt x="573425" y="64741"/>
                  <a:pt x="572954" y="66358"/>
                  <a:pt x="572954" y="68137"/>
                </a:cubicBezTo>
                <a:cubicBezTo>
                  <a:pt x="572954" y="70861"/>
                  <a:pt x="573981" y="73131"/>
                  <a:pt x="576035" y="74949"/>
                </a:cubicBezTo>
                <a:cubicBezTo>
                  <a:pt x="578089" y="76765"/>
                  <a:pt x="581095" y="77673"/>
                  <a:pt x="585052" y="77673"/>
                </a:cubicBezTo>
                <a:cubicBezTo>
                  <a:pt x="588971" y="77673"/>
                  <a:pt x="592457" y="76811"/>
                  <a:pt x="595510" y="75088"/>
                </a:cubicBezTo>
                <a:cubicBezTo>
                  <a:pt x="598562" y="73365"/>
                  <a:pt x="600805" y="71008"/>
                  <a:pt x="602237" y="68017"/>
                </a:cubicBezTo>
                <a:cubicBezTo>
                  <a:pt x="603330" y="65706"/>
                  <a:pt x="603876" y="62298"/>
                  <a:pt x="603876" y="57792"/>
                </a:cubicBezTo>
                <a:lnTo>
                  <a:pt x="603876" y="54043"/>
                </a:lnTo>
                <a:close/>
                <a:moveTo>
                  <a:pt x="629830" y="84230"/>
                </a:moveTo>
                <a:lnTo>
                  <a:pt x="629830" y="24195"/>
                </a:lnTo>
                <a:lnTo>
                  <a:pt x="638987" y="24195"/>
                </a:lnTo>
                <a:lnTo>
                  <a:pt x="638987" y="33240"/>
                </a:lnTo>
                <a:cubicBezTo>
                  <a:pt x="641324" y="29005"/>
                  <a:pt x="643482" y="26212"/>
                  <a:pt x="645460" y="24863"/>
                </a:cubicBezTo>
                <a:cubicBezTo>
                  <a:pt x="647439" y="23513"/>
                  <a:pt x="649615" y="22838"/>
                  <a:pt x="651989" y="22838"/>
                </a:cubicBezTo>
                <a:cubicBezTo>
                  <a:pt x="655419" y="22838"/>
                  <a:pt x="658905" y="23926"/>
                  <a:pt x="662447" y="26103"/>
                </a:cubicBezTo>
                <a:lnTo>
                  <a:pt x="658943" y="35501"/>
                </a:lnTo>
                <a:cubicBezTo>
                  <a:pt x="656455" y="34031"/>
                  <a:pt x="653968" y="33296"/>
                  <a:pt x="651481" y="33296"/>
                </a:cubicBezTo>
                <a:cubicBezTo>
                  <a:pt x="649257" y="33296"/>
                  <a:pt x="647260" y="33966"/>
                  <a:pt x="645488" y="35307"/>
                </a:cubicBezTo>
                <a:cubicBezTo>
                  <a:pt x="643717" y="36646"/>
                  <a:pt x="642455" y="38504"/>
                  <a:pt x="641701" y="40880"/>
                </a:cubicBezTo>
                <a:cubicBezTo>
                  <a:pt x="640570" y="44502"/>
                  <a:pt x="640005" y="48463"/>
                  <a:pt x="640005" y="52764"/>
                </a:cubicBezTo>
                <a:lnTo>
                  <a:pt x="640005" y="84230"/>
                </a:lnTo>
                <a:lnTo>
                  <a:pt x="629830" y="84230"/>
                </a:lnTo>
                <a:close/>
                <a:moveTo>
                  <a:pt x="668055" y="107407"/>
                </a:moveTo>
                <a:lnTo>
                  <a:pt x="666924" y="97854"/>
                </a:lnTo>
                <a:cubicBezTo>
                  <a:pt x="669147" y="98457"/>
                  <a:pt x="671088" y="98758"/>
                  <a:pt x="672747" y="98758"/>
                </a:cubicBezTo>
                <a:cubicBezTo>
                  <a:pt x="675008" y="98758"/>
                  <a:pt x="676817" y="98377"/>
                  <a:pt x="678173" y="97614"/>
                </a:cubicBezTo>
                <a:cubicBezTo>
                  <a:pt x="679530" y="96852"/>
                  <a:pt x="680642" y="95784"/>
                  <a:pt x="681509" y="94411"/>
                </a:cubicBezTo>
                <a:cubicBezTo>
                  <a:pt x="682149" y="93382"/>
                  <a:pt x="683186" y="90827"/>
                  <a:pt x="684618" y="86747"/>
                </a:cubicBezTo>
                <a:cubicBezTo>
                  <a:pt x="684806" y="86175"/>
                  <a:pt x="685108" y="85336"/>
                  <a:pt x="685522" y="84230"/>
                </a:cubicBezTo>
                <a:lnTo>
                  <a:pt x="662741" y="24195"/>
                </a:lnTo>
                <a:lnTo>
                  <a:pt x="673708" y="24195"/>
                </a:lnTo>
                <a:lnTo>
                  <a:pt x="686201" y="58880"/>
                </a:lnTo>
                <a:cubicBezTo>
                  <a:pt x="687821" y="63280"/>
                  <a:pt x="689272" y="67905"/>
                  <a:pt x="690554" y="72754"/>
                </a:cubicBezTo>
                <a:cubicBezTo>
                  <a:pt x="691722" y="68092"/>
                  <a:pt x="693116" y="63542"/>
                  <a:pt x="694737" y="59106"/>
                </a:cubicBezTo>
                <a:lnTo>
                  <a:pt x="707569" y="24195"/>
                </a:lnTo>
                <a:lnTo>
                  <a:pt x="717745" y="24195"/>
                </a:lnTo>
                <a:lnTo>
                  <a:pt x="694906" y="85288"/>
                </a:lnTo>
                <a:cubicBezTo>
                  <a:pt x="692457" y="91888"/>
                  <a:pt x="690554" y="96432"/>
                  <a:pt x="689197" y="98921"/>
                </a:cubicBezTo>
                <a:cubicBezTo>
                  <a:pt x="687388" y="102277"/>
                  <a:pt x="685315" y="104738"/>
                  <a:pt x="682979" y="106303"/>
                </a:cubicBezTo>
                <a:cubicBezTo>
                  <a:pt x="680642" y="107869"/>
                  <a:pt x="677853" y="108651"/>
                  <a:pt x="674612" y="108651"/>
                </a:cubicBezTo>
                <a:cubicBezTo>
                  <a:pt x="672652" y="108651"/>
                  <a:pt x="670467" y="108237"/>
                  <a:pt x="668055" y="107407"/>
                </a:cubicBezTo>
                <a:close/>
                <a:moveTo>
                  <a:pt x="797731" y="62183"/>
                </a:moveTo>
                <a:lnTo>
                  <a:pt x="807737" y="63483"/>
                </a:lnTo>
                <a:cubicBezTo>
                  <a:pt x="806644" y="70398"/>
                  <a:pt x="803846" y="75811"/>
                  <a:pt x="799342" y="79722"/>
                </a:cubicBezTo>
                <a:cubicBezTo>
                  <a:pt x="794839" y="83632"/>
                  <a:pt x="789308" y="85587"/>
                  <a:pt x="782751" y="85587"/>
                </a:cubicBezTo>
                <a:cubicBezTo>
                  <a:pt x="774535" y="85587"/>
                  <a:pt x="767930" y="82902"/>
                  <a:pt x="762937" y="77531"/>
                </a:cubicBezTo>
                <a:cubicBezTo>
                  <a:pt x="757943" y="72161"/>
                  <a:pt x="755447" y="64463"/>
                  <a:pt x="755447" y="54439"/>
                </a:cubicBezTo>
                <a:cubicBezTo>
                  <a:pt x="755447" y="47957"/>
                  <a:pt x="756521" y="42285"/>
                  <a:pt x="758669" y="37423"/>
                </a:cubicBezTo>
                <a:cubicBezTo>
                  <a:pt x="760817" y="32561"/>
                  <a:pt x="764086" y="28915"/>
                  <a:pt x="768477" y="26484"/>
                </a:cubicBezTo>
                <a:cubicBezTo>
                  <a:pt x="772867" y="24054"/>
                  <a:pt x="777644" y="22838"/>
                  <a:pt x="782807" y="22838"/>
                </a:cubicBezTo>
                <a:cubicBezTo>
                  <a:pt x="789327" y="22838"/>
                  <a:pt x="794660" y="24492"/>
                  <a:pt x="798805" y="27801"/>
                </a:cubicBezTo>
                <a:cubicBezTo>
                  <a:pt x="802951" y="31108"/>
                  <a:pt x="805608" y="35804"/>
                  <a:pt x="806776" y="41889"/>
                </a:cubicBezTo>
                <a:lnTo>
                  <a:pt x="796883" y="43415"/>
                </a:lnTo>
                <a:cubicBezTo>
                  <a:pt x="795941" y="39402"/>
                  <a:pt x="794274" y="36382"/>
                  <a:pt x="791880" y="34356"/>
                </a:cubicBezTo>
                <a:cubicBezTo>
                  <a:pt x="789487" y="32331"/>
                  <a:pt x="786595" y="31318"/>
                  <a:pt x="783203" y="31318"/>
                </a:cubicBezTo>
                <a:cubicBezTo>
                  <a:pt x="778078" y="31318"/>
                  <a:pt x="773913" y="33146"/>
                  <a:pt x="770710" y="36803"/>
                </a:cubicBezTo>
                <a:cubicBezTo>
                  <a:pt x="767506" y="40459"/>
                  <a:pt x="765905" y="46243"/>
                  <a:pt x="765905" y="54156"/>
                </a:cubicBezTo>
                <a:cubicBezTo>
                  <a:pt x="765905" y="62182"/>
                  <a:pt x="767450" y="68014"/>
                  <a:pt x="770540" y="71652"/>
                </a:cubicBezTo>
                <a:cubicBezTo>
                  <a:pt x="773631" y="75289"/>
                  <a:pt x="777663" y="77107"/>
                  <a:pt x="782638" y="77107"/>
                </a:cubicBezTo>
                <a:cubicBezTo>
                  <a:pt x="786633" y="77107"/>
                  <a:pt x="789968" y="75887"/>
                  <a:pt x="792644" y="73447"/>
                </a:cubicBezTo>
                <a:cubicBezTo>
                  <a:pt x="795319" y="71007"/>
                  <a:pt x="797015" y="67252"/>
                  <a:pt x="797731" y="62183"/>
                </a:cubicBezTo>
                <a:close/>
                <a:moveTo>
                  <a:pt x="812655" y="54213"/>
                </a:moveTo>
                <a:cubicBezTo>
                  <a:pt x="812655" y="43095"/>
                  <a:pt x="815745" y="34860"/>
                  <a:pt x="821926" y="29509"/>
                </a:cubicBezTo>
                <a:cubicBezTo>
                  <a:pt x="827089" y="25062"/>
                  <a:pt x="833383" y="22838"/>
                  <a:pt x="840807" y="22838"/>
                </a:cubicBezTo>
                <a:cubicBezTo>
                  <a:pt x="849061" y="22838"/>
                  <a:pt x="855807" y="25542"/>
                  <a:pt x="861045" y="30950"/>
                </a:cubicBezTo>
                <a:cubicBezTo>
                  <a:pt x="866284" y="36358"/>
                  <a:pt x="868903" y="43830"/>
                  <a:pt x="868903" y="53365"/>
                </a:cubicBezTo>
                <a:cubicBezTo>
                  <a:pt x="868903" y="61090"/>
                  <a:pt x="867744" y="67167"/>
                  <a:pt x="865426" y="71596"/>
                </a:cubicBezTo>
                <a:cubicBezTo>
                  <a:pt x="863108" y="76024"/>
                  <a:pt x="859735" y="79463"/>
                  <a:pt x="855307" y="81912"/>
                </a:cubicBezTo>
                <a:cubicBezTo>
                  <a:pt x="850879" y="84362"/>
                  <a:pt x="846046" y="85587"/>
                  <a:pt x="840807" y="85587"/>
                </a:cubicBezTo>
                <a:cubicBezTo>
                  <a:pt x="832403" y="85587"/>
                  <a:pt x="825610" y="82892"/>
                  <a:pt x="820428" y="77503"/>
                </a:cubicBezTo>
                <a:cubicBezTo>
                  <a:pt x="815246" y="72114"/>
                  <a:pt x="812655" y="64350"/>
                  <a:pt x="812655" y="54213"/>
                </a:cubicBezTo>
                <a:moveTo>
                  <a:pt x="823113" y="54184"/>
                </a:moveTo>
                <a:cubicBezTo>
                  <a:pt x="823113" y="61844"/>
                  <a:pt x="824790" y="67580"/>
                  <a:pt x="828144" y="71391"/>
                </a:cubicBezTo>
                <a:cubicBezTo>
                  <a:pt x="831499" y="75202"/>
                  <a:pt x="835720" y="77107"/>
                  <a:pt x="840807" y="77107"/>
                </a:cubicBezTo>
                <a:cubicBezTo>
                  <a:pt x="845857" y="77107"/>
                  <a:pt x="850059" y="75192"/>
                  <a:pt x="853413" y="71362"/>
                </a:cubicBezTo>
                <a:cubicBezTo>
                  <a:pt x="856768" y="67532"/>
                  <a:pt x="858445" y="61694"/>
                  <a:pt x="858445" y="53847"/>
                </a:cubicBezTo>
                <a:cubicBezTo>
                  <a:pt x="858445" y="46450"/>
                  <a:pt x="856758" y="40845"/>
                  <a:pt x="853385" y="37034"/>
                </a:cubicBezTo>
                <a:cubicBezTo>
                  <a:pt x="850012" y="33223"/>
                  <a:pt x="845820" y="31318"/>
                  <a:pt x="840807" y="31318"/>
                </a:cubicBezTo>
                <a:cubicBezTo>
                  <a:pt x="835720" y="31318"/>
                  <a:pt x="831499" y="33214"/>
                  <a:pt x="828144" y="37006"/>
                </a:cubicBezTo>
                <a:cubicBezTo>
                  <a:pt x="824790" y="40798"/>
                  <a:pt x="823113" y="46524"/>
                  <a:pt x="823113" y="54184"/>
                </a:cubicBezTo>
                <a:close/>
                <a:moveTo>
                  <a:pt x="880836" y="84230"/>
                </a:moveTo>
                <a:lnTo>
                  <a:pt x="880836" y="24195"/>
                </a:lnTo>
                <a:lnTo>
                  <a:pt x="889994" y="24195"/>
                </a:lnTo>
                <a:lnTo>
                  <a:pt x="889994" y="32674"/>
                </a:lnTo>
                <a:cubicBezTo>
                  <a:pt x="894403" y="26117"/>
                  <a:pt x="900773" y="22838"/>
                  <a:pt x="909101" y="22838"/>
                </a:cubicBezTo>
                <a:cubicBezTo>
                  <a:pt x="912719" y="22838"/>
                  <a:pt x="916045" y="23488"/>
                  <a:pt x="919079" y="24789"/>
                </a:cubicBezTo>
                <a:cubicBezTo>
                  <a:pt x="922113" y="26089"/>
                  <a:pt x="924383" y="27794"/>
                  <a:pt x="925891" y="29905"/>
                </a:cubicBezTo>
                <a:cubicBezTo>
                  <a:pt x="927398" y="32015"/>
                  <a:pt x="928454" y="34521"/>
                  <a:pt x="929057" y="37423"/>
                </a:cubicBezTo>
                <a:cubicBezTo>
                  <a:pt x="929433" y="39307"/>
                  <a:pt x="929622" y="42605"/>
                  <a:pt x="929622" y="47316"/>
                </a:cubicBezTo>
                <a:lnTo>
                  <a:pt x="929622" y="84230"/>
                </a:lnTo>
                <a:lnTo>
                  <a:pt x="919446" y="84230"/>
                </a:lnTo>
                <a:lnTo>
                  <a:pt x="919446" y="47673"/>
                </a:lnTo>
                <a:cubicBezTo>
                  <a:pt x="919446" y="43522"/>
                  <a:pt x="919051" y="40419"/>
                  <a:pt x="918259" y="38363"/>
                </a:cubicBezTo>
                <a:cubicBezTo>
                  <a:pt x="917468" y="36307"/>
                  <a:pt x="916064" y="34665"/>
                  <a:pt x="914048" y="33439"/>
                </a:cubicBezTo>
                <a:cubicBezTo>
                  <a:pt x="912032" y="32213"/>
                  <a:pt x="909667" y="31600"/>
                  <a:pt x="906953" y="31600"/>
                </a:cubicBezTo>
                <a:cubicBezTo>
                  <a:pt x="902619" y="31600"/>
                  <a:pt x="898879" y="32978"/>
                  <a:pt x="895732" y="35732"/>
                </a:cubicBezTo>
                <a:cubicBezTo>
                  <a:pt x="892585" y="38486"/>
                  <a:pt x="891012" y="43711"/>
                  <a:pt x="891012" y="51407"/>
                </a:cubicBezTo>
                <a:lnTo>
                  <a:pt x="891012" y="84230"/>
                </a:lnTo>
                <a:lnTo>
                  <a:pt x="880836" y="84230"/>
                </a:lnTo>
                <a:close/>
                <a:moveTo>
                  <a:pt x="967446" y="75242"/>
                </a:moveTo>
                <a:lnTo>
                  <a:pt x="968916" y="84230"/>
                </a:lnTo>
                <a:cubicBezTo>
                  <a:pt x="966052" y="84758"/>
                  <a:pt x="963489" y="85022"/>
                  <a:pt x="961228" y="85022"/>
                </a:cubicBezTo>
                <a:cubicBezTo>
                  <a:pt x="957534" y="85022"/>
                  <a:pt x="954670" y="84437"/>
                  <a:pt x="952635" y="83269"/>
                </a:cubicBezTo>
                <a:cubicBezTo>
                  <a:pt x="950600" y="82101"/>
                  <a:pt x="949168" y="80565"/>
                  <a:pt x="948339" y="78662"/>
                </a:cubicBezTo>
                <a:cubicBezTo>
                  <a:pt x="947510" y="76759"/>
                  <a:pt x="947095" y="72754"/>
                  <a:pt x="947095" y="66649"/>
                </a:cubicBezTo>
                <a:lnTo>
                  <a:pt x="947095" y="32109"/>
                </a:lnTo>
                <a:lnTo>
                  <a:pt x="939633" y="32109"/>
                </a:lnTo>
                <a:lnTo>
                  <a:pt x="939633" y="24195"/>
                </a:lnTo>
                <a:lnTo>
                  <a:pt x="947095" y="24195"/>
                </a:lnTo>
                <a:lnTo>
                  <a:pt x="947095" y="9287"/>
                </a:lnTo>
                <a:lnTo>
                  <a:pt x="957214" y="3166"/>
                </a:lnTo>
                <a:lnTo>
                  <a:pt x="957214" y="24195"/>
                </a:lnTo>
                <a:lnTo>
                  <a:pt x="967446" y="24195"/>
                </a:lnTo>
                <a:lnTo>
                  <a:pt x="967446" y="32109"/>
                </a:lnTo>
                <a:lnTo>
                  <a:pt x="957214" y="32109"/>
                </a:lnTo>
                <a:lnTo>
                  <a:pt x="957214" y="67214"/>
                </a:lnTo>
                <a:cubicBezTo>
                  <a:pt x="957214" y="70116"/>
                  <a:pt x="957393" y="71982"/>
                  <a:pt x="957751" y="72811"/>
                </a:cubicBezTo>
                <a:cubicBezTo>
                  <a:pt x="958109" y="73640"/>
                  <a:pt x="958693" y="74300"/>
                  <a:pt x="959504" y="74790"/>
                </a:cubicBezTo>
                <a:cubicBezTo>
                  <a:pt x="960314" y="75279"/>
                  <a:pt x="961473" y="75524"/>
                  <a:pt x="962980" y="75524"/>
                </a:cubicBezTo>
                <a:cubicBezTo>
                  <a:pt x="964111" y="75524"/>
                  <a:pt x="965599" y="75430"/>
                  <a:pt x="967446" y="75242"/>
                </a:cubicBezTo>
                <a:close/>
                <a:moveTo>
                  <a:pt x="1018489" y="64897"/>
                </a:moveTo>
                <a:lnTo>
                  <a:pt x="1029004" y="66197"/>
                </a:lnTo>
                <a:cubicBezTo>
                  <a:pt x="1027346" y="72340"/>
                  <a:pt x="1024274" y="77107"/>
                  <a:pt x="1019789" y="80499"/>
                </a:cubicBezTo>
                <a:cubicBezTo>
                  <a:pt x="1015305" y="83891"/>
                  <a:pt x="1009576" y="85587"/>
                  <a:pt x="1002604" y="85587"/>
                </a:cubicBezTo>
                <a:cubicBezTo>
                  <a:pt x="993823" y="85587"/>
                  <a:pt x="986861" y="82883"/>
                  <a:pt x="981716" y="77475"/>
                </a:cubicBezTo>
                <a:cubicBezTo>
                  <a:pt x="976572" y="72067"/>
                  <a:pt x="974000" y="64482"/>
                  <a:pt x="974000" y="54721"/>
                </a:cubicBezTo>
                <a:cubicBezTo>
                  <a:pt x="974000" y="44621"/>
                  <a:pt x="976600" y="36782"/>
                  <a:pt x="981801" y="31205"/>
                </a:cubicBezTo>
                <a:cubicBezTo>
                  <a:pt x="987002" y="25627"/>
                  <a:pt x="993748" y="22838"/>
                  <a:pt x="1002039" y="22838"/>
                </a:cubicBezTo>
                <a:cubicBezTo>
                  <a:pt x="1010066" y="22838"/>
                  <a:pt x="1016624" y="25566"/>
                  <a:pt x="1021711" y="31023"/>
                </a:cubicBezTo>
                <a:cubicBezTo>
                  <a:pt x="1026799" y="36478"/>
                  <a:pt x="1029343" y="44153"/>
                  <a:pt x="1029343" y="54048"/>
                </a:cubicBezTo>
                <a:cubicBezTo>
                  <a:pt x="1029343" y="54650"/>
                  <a:pt x="1029324" y="55553"/>
                  <a:pt x="1029287" y="56756"/>
                </a:cubicBezTo>
                <a:lnTo>
                  <a:pt x="984515" y="56756"/>
                </a:lnTo>
                <a:cubicBezTo>
                  <a:pt x="984891" y="63333"/>
                  <a:pt x="986757" y="68369"/>
                  <a:pt x="990111" y="71864"/>
                </a:cubicBezTo>
                <a:cubicBezTo>
                  <a:pt x="993465" y="75360"/>
                  <a:pt x="997648" y="77107"/>
                  <a:pt x="1002661" y="77107"/>
                </a:cubicBezTo>
                <a:cubicBezTo>
                  <a:pt x="1006392" y="77107"/>
                  <a:pt x="1009576" y="76137"/>
                  <a:pt x="1012214" y="74196"/>
                </a:cubicBezTo>
                <a:cubicBezTo>
                  <a:pt x="1014852" y="72254"/>
                  <a:pt x="1016944" y="69154"/>
                  <a:pt x="1018489" y="64897"/>
                </a:cubicBezTo>
                <a:moveTo>
                  <a:pt x="985080" y="48277"/>
                </a:moveTo>
                <a:lnTo>
                  <a:pt x="1018602" y="48277"/>
                </a:lnTo>
                <a:cubicBezTo>
                  <a:pt x="1018150" y="43309"/>
                  <a:pt x="1016869" y="39584"/>
                  <a:pt x="1014758" y="37100"/>
                </a:cubicBezTo>
                <a:cubicBezTo>
                  <a:pt x="1011517" y="33245"/>
                  <a:pt x="1007315" y="31318"/>
                  <a:pt x="1002152" y="31318"/>
                </a:cubicBezTo>
                <a:cubicBezTo>
                  <a:pt x="997479" y="31318"/>
                  <a:pt x="993550" y="32856"/>
                  <a:pt x="990365" y="35934"/>
                </a:cubicBezTo>
                <a:cubicBezTo>
                  <a:pt x="987181" y="39010"/>
                  <a:pt x="985419" y="43124"/>
                  <a:pt x="985080" y="48277"/>
                </a:cubicBezTo>
                <a:close/>
                <a:moveTo>
                  <a:pt x="1035002" y="84230"/>
                </a:moveTo>
                <a:lnTo>
                  <a:pt x="1056935" y="53025"/>
                </a:lnTo>
                <a:lnTo>
                  <a:pt x="1036641" y="24195"/>
                </a:lnTo>
                <a:lnTo>
                  <a:pt x="1049360" y="24195"/>
                </a:lnTo>
                <a:lnTo>
                  <a:pt x="1058575" y="38271"/>
                </a:lnTo>
                <a:cubicBezTo>
                  <a:pt x="1060308" y="40947"/>
                  <a:pt x="1061703" y="43189"/>
                  <a:pt x="1062758" y="44998"/>
                </a:cubicBezTo>
                <a:cubicBezTo>
                  <a:pt x="1064416" y="42511"/>
                  <a:pt x="1065942" y="40306"/>
                  <a:pt x="1067337" y="38384"/>
                </a:cubicBezTo>
                <a:lnTo>
                  <a:pt x="1077456" y="24195"/>
                </a:lnTo>
                <a:lnTo>
                  <a:pt x="1089610" y="24195"/>
                </a:lnTo>
                <a:lnTo>
                  <a:pt x="1068863" y="52460"/>
                </a:lnTo>
                <a:lnTo>
                  <a:pt x="1091193" y="84230"/>
                </a:lnTo>
                <a:lnTo>
                  <a:pt x="1078699" y="84230"/>
                </a:lnTo>
                <a:lnTo>
                  <a:pt x="1066376" y="65575"/>
                </a:lnTo>
                <a:lnTo>
                  <a:pt x="1063097" y="60544"/>
                </a:lnTo>
                <a:lnTo>
                  <a:pt x="1047325" y="84230"/>
                </a:lnTo>
                <a:lnTo>
                  <a:pt x="1035002" y="84230"/>
                </a:lnTo>
                <a:close/>
                <a:moveTo>
                  <a:pt x="1121889" y="75242"/>
                </a:moveTo>
                <a:lnTo>
                  <a:pt x="1123358" y="84230"/>
                </a:lnTo>
                <a:cubicBezTo>
                  <a:pt x="1120494" y="84758"/>
                  <a:pt x="1117931" y="85022"/>
                  <a:pt x="1115670" y="85022"/>
                </a:cubicBezTo>
                <a:cubicBezTo>
                  <a:pt x="1111977" y="85022"/>
                  <a:pt x="1109113" y="84437"/>
                  <a:pt x="1107078" y="83269"/>
                </a:cubicBezTo>
                <a:cubicBezTo>
                  <a:pt x="1105043" y="82101"/>
                  <a:pt x="1103610" y="80565"/>
                  <a:pt x="1102781" y="78662"/>
                </a:cubicBezTo>
                <a:cubicBezTo>
                  <a:pt x="1101952" y="76759"/>
                  <a:pt x="1101538" y="72754"/>
                  <a:pt x="1101538" y="66649"/>
                </a:cubicBezTo>
                <a:lnTo>
                  <a:pt x="1101538" y="32109"/>
                </a:lnTo>
                <a:lnTo>
                  <a:pt x="1094076" y="32109"/>
                </a:lnTo>
                <a:lnTo>
                  <a:pt x="1094076" y="24195"/>
                </a:lnTo>
                <a:lnTo>
                  <a:pt x="1101538" y="24195"/>
                </a:lnTo>
                <a:lnTo>
                  <a:pt x="1101538" y="9287"/>
                </a:lnTo>
                <a:lnTo>
                  <a:pt x="1111657" y="3166"/>
                </a:lnTo>
                <a:lnTo>
                  <a:pt x="1111657" y="24195"/>
                </a:lnTo>
                <a:lnTo>
                  <a:pt x="1121889" y="24195"/>
                </a:lnTo>
                <a:lnTo>
                  <a:pt x="1121889" y="32109"/>
                </a:lnTo>
                <a:lnTo>
                  <a:pt x="1111657" y="32109"/>
                </a:lnTo>
                <a:lnTo>
                  <a:pt x="1111657" y="67214"/>
                </a:lnTo>
                <a:cubicBezTo>
                  <a:pt x="1111657" y="70116"/>
                  <a:pt x="1111836" y="71982"/>
                  <a:pt x="1112194" y="72811"/>
                </a:cubicBezTo>
                <a:cubicBezTo>
                  <a:pt x="1112552" y="73640"/>
                  <a:pt x="1113136" y="74300"/>
                  <a:pt x="1113946" y="74790"/>
                </a:cubicBezTo>
                <a:cubicBezTo>
                  <a:pt x="1114756" y="75279"/>
                  <a:pt x="1115915" y="75524"/>
                  <a:pt x="1117423" y="75524"/>
                </a:cubicBezTo>
                <a:cubicBezTo>
                  <a:pt x="1118553" y="75524"/>
                  <a:pt x="1120042" y="75430"/>
                  <a:pt x="1121889" y="75242"/>
                </a:cubicBezTo>
                <a:close/>
                <a:moveTo>
                  <a:pt x="1171179" y="84230"/>
                </a:moveTo>
                <a:lnTo>
                  <a:pt x="1171179" y="75411"/>
                </a:lnTo>
                <a:cubicBezTo>
                  <a:pt x="1166506" y="82195"/>
                  <a:pt x="1160156" y="85587"/>
                  <a:pt x="1152129" y="85587"/>
                </a:cubicBezTo>
                <a:cubicBezTo>
                  <a:pt x="1148586" y="85587"/>
                  <a:pt x="1145279" y="84908"/>
                  <a:pt x="1142207" y="83552"/>
                </a:cubicBezTo>
                <a:cubicBezTo>
                  <a:pt x="1139136" y="82195"/>
                  <a:pt x="1136856" y="80490"/>
                  <a:pt x="1135367" y="78436"/>
                </a:cubicBezTo>
                <a:cubicBezTo>
                  <a:pt x="1133879" y="76382"/>
                  <a:pt x="1132833" y="73866"/>
                  <a:pt x="1132230" y="70889"/>
                </a:cubicBezTo>
                <a:cubicBezTo>
                  <a:pt x="1131815" y="68892"/>
                  <a:pt x="1131608" y="65726"/>
                  <a:pt x="1131608" y="61392"/>
                </a:cubicBezTo>
                <a:lnTo>
                  <a:pt x="1131608" y="24195"/>
                </a:lnTo>
                <a:lnTo>
                  <a:pt x="1141783" y="24195"/>
                </a:lnTo>
                <a:lnTo>
                  <a:pt x="1141783" y="57491"/>
                </a:lnTo>
                <a:cubicBezTo>
                  <a:pt x="1141783" y="62805"/>
                  <a:pt x="1141991" y="66385"/>
                  <a:pt x="1142405" y="68232"/>
                </a:cubicBezTo>
                <a:cubicBezTo>
                  <a:pt x="1143046" y="70908"/>
                  <a:pt x="1144403" y="73009"/>
                  <a:pt x="1146476" y="74535"/>
                </a:cubicBezTo>
                <a:cubicBezTo>
                  <a:pt x="1148548" y="76061"/>
                  <a:pt x="1151111" y="76825"/>
                  <a:pt x="1154164" y="76825"/>
                </a:cubicBezTo>
                <a:cubicBezTo>
                  <a:pt x="1157216" y="76825"/>
                  <a:pt x="1160080" y="76043"/>
                  <a:pt x="1162756" y="74479"/>
                </a:cubicBezTo>
                <a:cubicBezTo>
                  <a:pt x="1165432" y="72915"/>
                  <a:pt x="1167326" y="70785"/>
                  <a:pt x="1168438" y="68091"/>
                </a:cubicBezTo>
                <a:cubicBezTo>
                  <a:pt x="1169549" y="65396"/>
                  <a:pt x="1170105" y="61486"/>
                  <a:pt x="1170105" y="56361"/>
                </a:cubicBezTo>
                <a:lnTo>
                  <a:pt x="1170105" y="24195"/>
                </a:lnTo>
                <a:lnTo>
                  <a:pt x="1180281" y="24195"/>
                </a:lnTo>
                <a:lnTo>
                  <a:pt x="1180281" y="84230"/>
                </a:lnTo>
                <a:lnTo>
                  <a:pt x="1171179" y="84230"/>
                </a:lnTo>
                <a:close/>
                <a:moveTo>
                  <a:pt x="1235403" y="76818"/>
                </a:moveTo>
                <a:cubicBezTo>
                  <a:pt x="1231634" y="80023"/>
                  <a:pt x="1228007" y="82286"/>
                  <a:pt x="1224521" y="83606"/>
                </a:cubicBezTo>
                <a:cubicBezTo>
                  <a:pt x="1221035" y="84927"/>
                  <a:pt x="1217295" y="85587"/>
                  <a:pt x="1213300" y="85587"/>
                </a:cubicBezTo>
                <a:cubicBezTo>
                  <a:pt x="1206705" y="85587"/>
                  <a:pt x="1201636" y="83975"/>
                  <a:pt x="1198093" y="80750"/>
                </a:cubicBezTo>
                <a:cubicBezTo>
                  <a:pt x="1194551" y="77525"/>
                  <a:pt x="1192779" y="73405"/>
                  <a:pt x="1192779" y="68389"/>
                </a:cubicBezTo>
                <a:cubicBezTo>
                  <a:pt x="1192779" y="65448"/>
                  <a:pt x="1193448" y="62762"/>
                  <a:pt x="1194786" y="60330"/>
                </a:cubicBezTo>
                <a:cubicBezTo>
                  <a:pt x="1196124" y="57897"/>
                  <a:pt x="1197876" y="55945"/>
                  <a:pt x="1200043" y="54474"/>
                </a:cubicBezTo>
                <a:cubicBezTo>
                  <a:pt x="1202210" y="53003"/>
                  <a:pt x="1204651" y="51891"/>
                  <a:pt x="1207364" y="51137"/>
                </a:cubicBezTo>
                <a:cubicBezTo>
                  <a:pt x="1209362" y="50608"/>
                  <a:pt x="1212376" y="50099"/>
                  <a:pt x="1216409" y="49609"/>
                </a:cubicBezTo>
                <a:cubicBezTo>
                  <a:pt x="1224625" y="48636"/>
                  <a:pt x="1230673" y="47476"/>
                  <a:pt x="1234555" y="46129"/>
                </a:cubicBezTo>
                <a:cubicBezTo>
                  <a:pt x="1234593" y="44740"/>
                  <a:pt x="1234612" y="43858"/>
                  <a:pt x="1234612" y="43482"/>
                </a:cubicBezTo>
                <a:cubicBezTo>
                  <a:pt x="1234612" y="39352"/>
                  <a:pt x="1233651" y="36443"/>
                  <a:pt x="1231729" y="34754"/>
                </a:cubicBezTo>
                <a:cubicBezTo>
                  <a:pt x="1229128" y="32463"/>
                  <a:pt x="1225265" y="31318"/>
                  <a:pt x="1220140" y="31318"/>
                </a:cubicBezTo>
                <a:cubicBezTo>
                  <a:pt x="1215354" y="31318"/>
                  <a:pt x="1211821" y="32156"/>
                  <a:pt x="1209541" y="33833"/>
                </a:cubicBezTo>
                <a:cubicBezTo>
                  <a:pt x="1207260" y="35510"/>
                  <a:pt x="1205574" y="38478"/>
                  <a:pt x="1204481" y="42737"/>
                </a:cubicBezTo>
                <a:lnTo>
                  <a:pt x="1194532" y="41380"/>
                </a:lnTo>
                <a:cubicBezTo>
                  <a:pt x="1195436" y="37109"/>
                  <a:pt x="1196925" y="33659"/>
                  <a:pt x="1198998" y="31032"/>
                </a:cubicBezTo>
                <a:cubicBezTo>
                  <a:pt x="1201070" y="28404"/>
                  <a:pt x="1204067" y="26382"/>
                  <a:pt x="1207986" y="24965"/>
                </a:cubicBezTo>
                <a:cubicBezTo>
                  <a:pt x="1211905" y="23547"/>
                  <a:pt x="1216447" y="22838"/>
                  <a:pt x="1221610" y="22838"/>
                </a:cubicBezTo>
                <a:cubicBezTo>
                  <a:pt x="1226735" y="22838"/>
                  <a:pt x="1230900" y="23441"/>
                  <a:pt x="1234103" y="24647"/>
                </a:cubicBezTo>
                <a:cubicBezTo>
                  <a:pt x="1237306" y="25853"/>
                  <a:pt x="1239662" y="27370"/>
                  <a:pt x="1241169" y="29198"/>
                </a:cubicBezTo>
                <a:cubicBezTo>
                  <a:pt x="1242677" y="31026"/>
                  <a:pt x="1243732" y="33334"/>
                  <a:pt x="1244335" y="36123"/>
                </a:cubicBezTo>
                <a:cubicBezTo>
                  <a:pt x="1244674" y="37856"/>
                  <a:pt x="1244844" y="40984"/>
                  <a:pt x="1244844" y="45507"/>
                </a:cubicBezTo>
                <a:lnTo>
                  <a:pt x="1244844" y="59074"/>
                </a:lnTo>
                <a:cubicBezTo>
                  <a:pt x="1244844" y="68534"/>
                  <a:pt x="1245060" y="74516"/>
                  <a:pt x="1245494" y="77022"/>
                </a:cubicBezTo>
                <a:cubicBezTo>
                  <a:pt x="1245927" y="79529"/>
                  <a:pt x="1246785" y="81931"/>
                  <a:pt x="1248066" y="84230"/>
                </a:cubicBezTo>
                <a:lnTo>
                  <a:pt x="1237438" y="84230"/>
                </a:lnTo>
                <a:cubicBezTo>
                  <a:pt x="1236383" y="82117"/>
                  <a:pt x="1235705" y="79646"/>
                  <a:pt x="1235403" y="76818"/>
                </a:cubicBezTo>
                <a:moveTo>
                  <a:pt x="1234555" y="54043"/>
                </a:moveTo>
                <a:cubicBezTo>
                  <a:pt x="1230862" y="55563"/>
                  <a:pt x="1225322" y="56855"/>
                  <a:pt x="1217935" y="57919"/>
                </a:cubicBezTo>
                <a:cubicBezTo>
                  <a:pt x="1213752" y="58524"/>
                  <a:pt x="1210794" y="59205"/>
                  <a:pt x="1209060" y="59963"/>
                </a:cubicBezTo>
                <a:cubicBezTo>
                  <a:pt x="1207326" y="60719"/>
                  <a:pt x="1205989" y="61826"/>
                  <a:pt x="1205046" y="63284"/>
                </a:cubicBezTo>
                <a:cubicBezTo>
                  <a:pt x="1204104" y="64741"/>
                  <a:pt x="1203633" y="66358"/>
                  <a:pt x="1203633" y="68137"/>
                </a:cubicBezTo>
                <a:cubicBezTo>
                  <a:pt x="1203633" y="70861"/>
                  <a:pt x="1204660" y="73131"/>
                  <a:pt x="1206714" y="74949"/>
                </a:cubicBezTo>
                <a:cubicBezTo>
                  <a:pt x="1208768" y="76765"/>
                  <a:pt x="1211773" y="77673"/>
                  <a:pt x="1215731" y="77673"/>
                </a:cubicBezTo>
                <a:cubicBezTo>
                  <a:pt x="1219650" y="77673"/>
                  <a:pt x="1223136" y="76811"/>
                  <a:pt x="1226189" y="75088"/>
                </a:cubicBezTo>
                <a:cubicBezTo>
                  <a:pt x="1229241" y="73365"/>
                  <a:pt x="1231484" y="71008"/>
                  <a:pt x="1232916" y="68017"/>
                </a:cubicBezTo>
                <a:cubicBezTo>
                  <a:pt x="1234009" y="65706"/>
                  <a:pt x="1234555" y="62298"/>
                  <a:pt x="1234555" y="57792"/>
                </a:cubicBezTo>
                <a:lnTo>
                  <a:pt x="1234555" y="54043"/>
                </a:lnTo>
                <a:close/>
                <a:moveTo>
                  <a:pt x="1260395" y="84230"/>
                </a:moveTo>
                <a:lnTo>
                  <a:pt x="1260395" y="1357"/>
                </a:lnTo>
                <a:lnTo>
                  <a:pt x="1270570" y="1357"/>
                </a:lnTo>
                <a:lnTo>
                  <a:pt x="1270570" y="84230"/>
                </a:lnTo>
                <a:lnTo>
                  <a:pt x="1260395" y="84230"/>
                </a:lnTo>
                <a:close/>
                <a:moveTo>
                  <a:pt x="1318565" y="13115"/>
                </a:moveTo>
                <a:lnTo>
                  <a:pt x="1318565" y="1357"/>
                </a:lnTo>
                <a:lnTo>
                  <a:pt x="1328740" y="1357"/>
                </a:lnTo>
                <a:lnTo>
                  <a:pt x="1328740" y="13115"/>
                </a:lnTo>
                <a:lnTo>
                  <a:pt x="1318565" y="13115"/>
                </a:lnTo>
                <a:moveTo>
                  <a:pt x="1318565" y="84230"/>
                </a:moveTo>
                <a:lnTo>
                  <a:pt x="1318565" y="24195"/>
                </a:lnTo>
                <a:lnTo>
                  <a:pt x="1328740" y="24195"/>
                </a:lnTo>
                <a:lnTo>
                  <a:pt x="1328740" y="84230"/>
                </a:lnTo>
                <a:lnTo>
                  <a:pt x="1318565" y="84230"/>
                </a:lnTo>
                <a:close/>
                <a:moveTo>
                  <a:pt x="1344233" y="84230"/>
                </a:moveTo>
                <a:lnTo>
                  <a:pt x="1344233" y="24195"/>
                </a:lnTo>
                <a:lnTo>
                  <a:pt x="1353391" y="24195"/>
                </a:lnTo>
                <a:lnTo>
                  <a:pt x="1353391" y="32674"/>
                </a:lnTo>
                <a:cubicBezTo>
                  <a:pt x="1357800" y="26117"/>
                  <a:pt x="1364169" y="22838"/>
                  <a:pt x="1372498" y="22838"/>
                </a:cubicBezTo>
                <a:cubicBezTo>
                  <a:pt x="1376116" y="22838"/>
                  <a:pt x="1379442" y="23488"/>
                  <a:pt x="1382476" y="24789"/>
                </a:cubicBezTo>
                <a:cubicBezTo>
                  <a:pt x="1385510" y="26089"/>
                  <a:pt x="1387780" y="27794"/>
                  <a:pt x="1389288" y="29905"/>
                </a:cubicBezTo>
                <a:cubicBezTo>
                  <a:pt x="1390795" y="32015"/>
                  <a:pt x="1391850" y="34521"/>
                  <a:pt x="1392453" y="37423"/>
                </a:cubicBezTo>
                <a:cubicBezTo>
                  <a:pt x="1392830" y="39307"/>
                  <a:pt x="1393019" y="42605"/>
                  <a:pt x="1393019" y="47316"/>
                </a:cubicBezTo>
                <a:lnTo>
                  <a:pt x="1393019" y="84230"/>
                </a:lnTo>
                <a:lnTo>
                  <a:pt x="1382843" y="84230"/>
                </a:lnTo>
                <a:lnTo>
                  <a:pt x="1382843" y="47673"/>
                </a:lnTo>
                <a:cubicBezTo>
                  <a:pt x="1382843" y="43522"/>
                  <a:pt x="1382447" y="40419"/>
                  <a:pt x="1381656" y="38363"/>
                </a:cubicBezTo>
                <a:cubicBezTo>
                  <a:pt x="1380865" y="36307"/>
                  <a:pt x="1379461" y="34665"/>
                  <a:pt x="1377445" y="33439"/>
                </a:cubicBezTo>
                <a:cubicBezTo>
                  <a:pt x="1375428" y="32213"/>
                  <a:pt x="1373063" y="31600"/>
                  <a:pt x="1370350" y="31600"/>
                </a:cubicBezTo>
                <a:cubicBezTo>
                  <a:pt x="1366016" y="31600"/>
                  <a:pt x="1362276" y="32978"/>
                  <a:pt x="1359129" y="35732"/>
                </a:cubicBezTo>
                <a:cubicBezTo>
                  <a:pt x="1355982" y="38486"/>
                  <a:pt x="1354408" y="43711"/>
                  <a:pt x="1354408" y="51407"/>
                </a:cubicBezTo>
                <a:lnTo>
                  <a:pt x="1354408" y="84230"/>
                </a:lnTo>
                <a:lnTo>
                  <a:pt x="1344233" y="84230"/>
                </a:lnTo>
                <a:close/>
                <a:moveTo>
                  <a:pt x="1411057" y="84230"/>
                </a:moveTo>
                <a:lnTo>
                  <a:pt x="1411057" y="32109"/>
                </a:lnTo>
                <a:lnTo>
                  <a:pt x="1402069" y="32109"/>
                </a:lnTo>
                <a:lnTo>
                  <a:pt x="1402069" y="24195"/>
                </a:lnTo>
                <a:lnTo>
                  <a:pt x="1411057" y="24195"/>
                </a:lnTo>
                <a:lnTo>
                  <a:pt x="1411057" y="17821"/>
                </a:lnTo>
                <a:cubicBezTo>
                  <a:pt x="1411057" y="13798"/>
                  <a:pt x="1411415" y="10809"/>
                  <a:pt x="1412131" y="8854"/>
                </a:cubicBezTo>
                <a:cubicBezTo>
                  <a:pt x="1413111" y="6223"/>
                  <a:pt x="1414835" y="4090"/>
                  <a:pt x="1417304" y="2454"/>
                </a:cubicBezTo>
                <a:cubicBezTo>
                  <a:pt x="1419772" y="818"/>
                  <a:pt x="1423230" y="0"/>
                  <a:pt x="1427677" y="0"/>
                </a:cubicBezTo>
                <a:cubicBezTo>
                  <a:pt x="1430541" y="0"/>
                  <a:pt x="1433707" y="339"/>
                  <a:pt x="1437174" y="1018"/>
                </a:cubicBezTo>
                <a:lnTo>
                  <a:pt x="1435648" y="9893"/>
                </a:lnTo>
                <a:cubicBezTo>
                  <a:pt x="1433537" y="9516"/>
                  <a:pt x="1431540" y="9327"/>
                  <a:pt x="1429656" y="9327"/>
                </a:cubicBezTo>
                <a:cubicBezTo>
                  <a:pt x="1426565" y="9327"/>
                  <a:pt x="1424380" y="9985"/>
                  <a:pt x="1423098" y="11299"/>
                </a:cubicBezTo>
                <a:cubicBezTo>
                  <a:pt x="1421817" y="12613"/>
                  <a:pt x="1421176" y="15072"/>
                  <a:pt x="1421176" y="18676"/>
                </a:cubicBezTo>
                <a:lnTo>
                  <a:pt x="1421176" y="24195"/>
                </a:lnTo>
                <a:lnTo>
                  <a:pt x="1432878" y="24195"/>
                </a:lnTo>
                <a:lnTo>
                  <a:pt x="1432878" y="32109"/>
                </a:lnTo>
                <a:lnTo>
                  <a:pt x="1421176" y="32109"/>
                </a:lnTo>
                <a:lnTo>
                  <a:pt x="1421176" y="84230"/>
                </a:lnTo>
                <a:lnTo>
                  <a:pt x="1411057" y="84230"/>
                </a:lnTo>
                <a:close/>
                <a:moveTo>
                  <a:pt x="1437001" y="54213"/>
                </a:moveTo>
                <a:cubicBezTo>
                  <a:pt x="1437001" y="43095"/>
                  <a:pt x="1440091" y="34860"/>
                  <a:pt x="1446272" y="29509"/>
                </a:cubicBezTo>
                <a:cubicBezTo>
                  <a:pt x="1451435" y="25062"/>
                  <a:pt x="1457729" y="22838"/>
                  <a:pt x="1465153" y="22838"/>
                </a:cubicBezTo>
                <a:cubicBezTo>
                  <a:pt x="1473406" y="22838"/>
                  <a:pt x="1480152" y="25542"/>
                  <a:pt x="1485391" y="30950"/>
                </a:cubicBezTo>
                <a:cubicBezTo>
                  <a:pt x="1490629" y="36358"/>
                  <a:pt x="1493249" y="43830"/>
                  <a:pt x="1493249" y="53365"/>
                </a:cubicBezTo>
                <a:cubicBezTo>
                  <a:pt x="1493249" y="61090"/>
                  <a:pt x="1492090" y="67167"/>
                  <a:pt x="1489772" y="71596"/>
                </a:cubicBezTo>
                <a:cubicBezTo>
                  <a:pt x="1487454" y="76024"/>
                  <a:pt x="1484081" y="79463"/>
                  <a:pt x="1479653" y="81912"/>
                </a:cubicBezTo>
                <a:cubicBezTo>
                  <a:pt x="1475225" y="84362"/>
                  <a:pt x="1470392" y="85587"/>
                  <a:pt x="1465153" y="85587"/>
                </a:cubicBezTo>
                <a:cubicBezTo>
                  <a:pt x="1456749" y="85587"/>
                  <a:pt x="1449956" y="82892"/>
                  <a:pt x="1444774" y="77503"/>
                </a:cubicBezTo>
                <a:cubicBezTo>
                  <a:pt x="1439592" y="72114"/>
                  <a:pt x="1437001" y="64350"/>
                  <a:pt x="1437001" y="54213"/>
                </a:cubicBezTo>
                <a:moveTo>
                  <a:pt x="1447459" y="54184"/>
                </a:moveTo>
                <a:cubicBezTo>
                  <a:pt x="1447459" y="61844"/>
                  <a:pt x="1449136" y="67580"/>
                  <a:pt x="1452490" y="71391"/>
                </a:cubicBezTo>
                <a:cubicBezTo>
                  <a:pt x="1455844" y="75202"/>
                  <a:pt x="1460065" y="77107"/>
                  <a:pt x="1465153" y="77107"/>
                </a:cubicBezTo>
                <a:cubicBezTo>
                  <a:pt x="1470203" y="77107"/>
                  <a:pt x="1474405" y="75192"/>
                  <a:pt x="1477759" y="71362"/>
                </a:cubicBezTo>
                <a:cubicBezTo>
                  <a:pt x="1481113" y="67532"/>
                  <a:pt x="1482790" y="61694"/>
                  <a:pt x="1482790" y="53847"/>
                </a:cubicBezTo>
                <a:cubicBezTo>
                  <a:pt x="1482790" y="46450"/>
                  <a:pt x="1481104" y="40845"/>
                  <a:pt x="1477731" y="37034"/>
                </a:cubicBezTo>
                <a:cubicBezTo>
                  <a:pt x="1474358" y="33223"/>
                  <a:pt x="1470165" y="31318"/>
                  <a:pt x="1465153" y="31318"/>
                </a:cubicBezTo>
                <a:cubicBezTo>
                  <a:pt x="1460065" y="31318"/>
                  <a:pt x="1455844" y="33214"/>
                  <a:pt x="1452490" y="37006"/>
                </a:cubicBezTo>
                <a:cubicBezTo>
                  <a:pt x="1449136" y="40798"/>
                  <a:pt x="1447459" y="46524"/>
                  <a:pt x="1447459" y="54184"/>
                </a:cubicBezTo>
                <a:close/>
                <a:moveTo>
                  <a:pt x="1505069" y="84230"/>
                </a:moveTo>
                <a:lnTo>
                  <a:pt x="1505069" y="24195"/>
                </a:lnTo>
                <a:lnTo>
                  <a:pt x="1514227" y="24195"/>
                </a:lnTo>
                <a:lnTo>
                  <a:pt x="1514227" y="33240"/>
                </a:lnTo>
                <a:cubicBezTo>
                  <a:pt x="1516563" y="29005"/>
                  <a:pt x="1518721" y="26212"/>
                  <a:pt x="1520699" y="24863"/>
                </a:cubicBezTo>
                <a:cubicBezTo>
                  <a:pt x="1522678" y="23513"/>
                  <a:pt x="1524854" y="22838"/>
                  <a:pt x="1527229" y="22838"/>
                </a:cubicBezTo>
                <a:cubicBezTo>
                  <a:pt x="1530658" y="22838"/>
                  <a:pt x="1534144" y="23926"/>
                  <a:pt x="1537687" y="26103"/>
                </a:cubicBezTo>
                <a:lnTo>
                  <a:pt x="1534182" y="35501"/>
                </a:lnTo>
                <a:cubicBezTo>
                  <a:pt x="1531695" y="34031"/>
                  <a:pt x="1529207" y="33296"/>
                  <a:pt x="1526720" y="33296"/>
                </a:cubicBezTo>
                <a:cubicBezTo>
                  <a:pt x="1524496" y="33296"/>
                  <a:pt x="1522499" y="33966"/>
                  <a:pt x="1520728" y="35307"/>
                </a:cubicBezTo>
                <a:cubicBezTo>
                  <a:pt x="1518956" y="36646"/>
                  <a:pt x="1517694" y="38504"/>
                  <a:pt x="1516940" y="40880"/>
                </a:cubicBezTo>
                <a:cubicBezTo>
                  <a:pt x="1515810" y="44502"/>
                  <a:pt x="1515244" y="48463"/>
                  <a:pt x="1515244" y="52764"/>
                </a:cubicBezTo>
                <a:lnTo>
                  <a:pt x="1515244" y="84230"/>
                </a:lnTo>
                <a:lnTo>
                  <a:pt x="1505069" y="84230"/>
                </a:lnTo>
                <a:close/>
                <a:moveTo>
                  <a:pt x="1543746" y="84230"/>
                </a:moveTo>
                <a:lnTo>
                  <a:pt x="1543746" y="24195"/>
                </a:lnTo>
                <a:lnTo>
                  <a:pt x="1552848" y="24195"/>
                </a:lnTo>
                <a:lnTo>
                  <a:pt x="1552848" y="32561"/>
                </a:lnTo>
                <a:cubicBezTo>
                  <a:pt x="1554732" y="29638"/>
                  <a:pt x="1557238" y="27287"/>
                  <a:pt x="1560366" y="25508"/>
                </a:cubicBezTo>
                <a:cubicBezTo>
                  <a:pt x="1563494" y="23728"/>
                  <a:pt x="1567056" y="22838"/>
                  <a:pt x="1571050" y="22838"/>
                </a:cubicBezTo>
                <a:cubicBezTo>
                  <a:pt x="1575497" y="22838"/>
                  <a:pt x="1579144" y="23757"/>
                  <a:pt x="1581989" y="25594"/>
                </a:cubicBezTo>
                <a:cubicBezTo>
                  <a:pt x="1584834" y="27430"/>
                  <a:pt x="1586841" y="29998"/>
                  <a:pt x="1588009" y="33296"/>
                </a:cubicBezTo>
                <a:cubicBezTo>
                  <a:pt x="1592758" y="26324"/>
                  <a:pt x="1598939" y="22838"/>
                  <a:pt x="1606551" y="22838"/>
                </a:cubicBezTo>
                <a:cubicBezTo>
                  <a:pt x="1612506" y="22838"/>
                  <a:pt x="1617085" y="24487"/>
                  <a:pt x="1620288" y="27785"/>
                </a:cubicBezTo>
                <a:cubicBezTo>
                  <a:pt x="1623492" y="31082"/>
                  <a:pt x="1625093" y="36161"/>
                  <a:pt x="1625093" y="43020"/>
                </a:cubicBezTo>
                <a:lnTo>
                  <a:pt x="1625093" y="84230"/>
                </a:lnTo>
                <a:lnTo>
                  <a:pt x="1614974" y="84230"/>
                </a:lnTo>
                <a:lnTo>
                  <a:pt x="1614974" y="46371"/>
                </a:lnTo>
                <a:cubicBezTo>
                  <a:pt x="1614974" y="42296"/>
                  <a:pt x="1614645" y="39363"/>
                  <a:pt x="1613985" y="37571"/>
                </a:cubicBezTo>
                <a:cubicBezTo>
                  <a:pt x="1613326" y="35779"/>
                  <a:pt x="1612129" y="34336"/>
                  <a:pt x="1610395" y="33242"/>
                </a:cubicBezTo>
                <a:cubicBezTo>
                  <a:pt x="1608662" y="32147"/>
                  <a:pt x="1606627" y="31600"/>
                  <a:pt x="1604290" y="31600"/>
                </a:cubicBezTo>
                <a:cubicBezTo>
                  <a:pt x="1600069" y="31600"/>
                  <a:pt x="1596564" y="33006"/>
                  <a:pt x="1593776" y="35817"/>
                </a:cubicBezTo>
                <a:cubicBezTo>
                  <a:pt x="1590987" y="38627"/>
                  <a:pt x="1589592" y="43126"/>
                  <a:pt x="1589592" y="49314"/>
                </a:cubicBezTo>
                <a:lnTo>
                  <a:pt x="1589592" y="84230"/>
                </a:lnTo>
                <a:lnTo>
                  <a:pt x="1579417" y="84230"/>
                </a:lnTo>
                <a:lnTo>
                  <a:pt x="1579417" y="45182"/>
                </a:lnTo>
                <a:cubicBezTo>
                  <a:pt x="1579417" y="40655"/>
                  <a:pt x="1578588" y="37259"/>
                  <a:pt x="1576929" y="34996"/>
                </a:cubicBezTo>
                <a:cubicBezTo>
                  <a:pt x="1575271" y="32732"/>
                  <a:pt x="1572558" y="31600"/>
                  <a:pt x="1568789" y="31600"/>
                </a:cubicBezTo>
                <a:cubicBezTo>
                  <a:pt x="1565925" y="31600"/>
                  <a:pt x="1563277" y="32355"/>
                  <a:pt x="1560847" y="33865"/>
                </a:cubicBezTo>
                <a:cubicBezTo>
                  <a:pt x="1558416" y="35374"/>
                  <a:pt x="1556654" y="37581"/>
                  <a:pt x="1555561" y="40486"/>
                </a:cubicBezTo>
                <a:cubicBezTo>
                  <a:pt x="1554468" y="43391"/>
                  <a:pt x="1553922" y="47578"/>
                  <a:pt x="1553922" y="53048"/>
                </a:cubicBezTo>
                <a:lnTo>
                  <a:pt x="1553922" y="84230"/>
                </a:lnTo>
                <a:lnTo>
                  <a:pt x="1543746" y="84230"/>
                </a:lnTo>
                <a:close/>
                <a:moveTo>
                  <a:pt x="1679373" y="76818"/>
                </a:moveTo>
                <a:cubicBezTo>
                  <a:pt x="1675604" y="80023"/>
                  <a:pt x="1671977" y="82286"/>
                  <a:pt x="1668491" y="83606"/>
                </a:cubicBezTo>
                <a:cubicBezTo>
                  <a:pt x="1665005" y="84927"/>
                  <a:pt x="1661265" y="85587"/>
                  <a:pt x="1657270" y="85587"/>
                </a:cubicBezTo>
                <a:cubicBezTo>
                  <a:pt x="1650675" y="85587"/>
                  <a:pt x="1645606" y="83975"/>
                  <a:pt x="1642063" y="80750"/>
                </a:cubicBezTo>
                <a:cubicBezTo>
                  <a:pt x="1638521" y="77525"/>
                  <a:pt x="1636749" y="73405"/>
                  <a:pt x="1636749" y="68389"/>
                </a:cubicBezTo>
                <a:cubicBezTo>
                  <a:pt x="1636749" y="65448"/>
                  <a:pt x="1637418" y="62762"/>
                  <a:pt x="1638756" y="60330"/>
                </a:cubicBezTo>
                <a:cubicBezTo>
                  <a:pt x="1640094" y="57897"/>
                  <a:pt x="1641846" y="55945"/>
                  <a:pt x="1644013" y="54474"/>
                </a:cubicBezTo>
                <a:cubicBezTo>
                  <a:pt x="1646180" y="53003"/>
                  <a:pt x="1648621" y="51891"/>
                  <a:pt x="1651334" y="51137"/>
                </a:cubicBezTo>
                <a:cubicBezTo>
                  <a:pt x="1653332" y="50608"/>
                  <a:pt x="1656346" y="50099"/>
                  <a:pt x="1660379" y="49609"/>
                </a:cubicBezTo>
                <a:cubicBezTo>
                  <a:pt x="1668595" y="48636"/>
                  <a:pt x="1674643" y="47476"/>
                  <a:pt x="1678525" y="46129"/>
                </a:cubicBezTo>
                <a:cubicBezTo>
                  <a:pt x="1678563" y="44740"/>
                  <a:pt x="1678582" y="43858"/>
                  <a:pt x="1678582" y="43482"/>
                </a:cubicBezTo>
                <a:cubicBezTo>
                  <a:pt x="1678582" y="39352"/>
                  <a:pt x="1677621" y="36443"/>
                  <a:pt x="1675699" y="34754"/>
                </a:cubicBezTo>
                <a:cubicBezTo>
                  <a:pt x="1673098" y="32463"/>
                  <a:pt x="1669235" y="31318"/>
                  <a:pt x="1664110" y="31318"/>
                </a:cubicBezTo>
                <a:cubicBezTo>
                  <a:pt x="1659324" y="31318"/>
                  <a:pt x="1655791" y="32156"/>
                  <a:pt x="1653511" y="33833"/>
                </a:cubicBezTo>
                <a:cubicBezTo>
                  <a:pt x="1651230" y="35510"/>
                  <a:pt x="1649544" y="38478"/>
                  <a:pt x="1648451" y="42737"/>
                </a:cubicBezTo>
                <a:lnTo>
                  <a:pt x="1638502" y="41380"/>
                </a:lnTo>
                <a:cubicBezTo>
                  <a:pt x="1639406" y="37109"/>
                  <a:pt x="1640895" y="33659"/>
                  <a:pt x="1642968" y="31032"/>
                </a:cubicBezTo>
                <a:cubicBezTo>
                  <a:pt x="1645040" y="28404"/>
                  <a:pt x="1648037" y="26382"/>
                  <a:pt x="1651956" y="24965"/>
                </a:cubicBezTo>
                <a:cubicBezTo>
                  <a:pt x="1655875" y="23547"/>
                  <a:pt x="1660417" y="22838"/>
                  <a:pt x="1665580" y="22838"/>
                </a:cubicBezTo>
                <a:cubicBezTo>
                  <a:pt x="1670705" y="22838"/>
                  <a:pt x="1674870" y="23441"/>
                  <a:pt x="1678073" y="24647"/>
                </a:cubicBezTo>
                <a:cubicBezTo>
                  <a:pt x="1681276" y="25853"/>
                  <a:pt x="1683632" y="27370"/>
                  <a:pt x="1685139" y="29198"/>
                </a:cubicBezTo>
                <a:cubicBezTo>
                  <a:pt x="1686647" y="31026"/>
                  <a:pt x="1687702" y="33334"/>
                  <a:pt x="1688305" y="36123"/>
                </a:cubicBezTo>
                <a:cubicBezTo>
                  <a:pt x="1688644" y="37856"/>
                  <a:pt x="1688814" y="40984"/>
                  <a:pt x="1688814" y="45507"/>
                </a:cubicBezTo>
                <a:lnTo>
                  <a:pt x="1688814" y="59074"/>
                </a:lnTo>
                <a:cubicBezTo>
                  <a:pt x="1688814" y="68534"/>
                  <a:pt x="1689030" y="74516"/>
                  <a:pt x="1689464" y="77022"/>
                </a:cubicBezTo>
                <a:cubicBezTo>
                  <a:pt x="1689897" y="79529"/>
                  <a:pt x="1690755" y="81931"/>
                  <a:pt x="1692036" y="84230"/>
                </a:cubicBezTo>
                <a:lnTo>
                  <a:pt x="1681408" y="84230"/>
                </a:lnTo>
                <a:cubicBezTo>
                  <a:pt x="1680353" y="82117"/>
                  <a:pt x="1679675" y="79646"/>
                  <a:pt x="1679373" y="76818"/>
                </a:cubicBezTo>
                <a:moveTo>
                  <a:pt x="1678525" y="54043"/>
                </a:moveTo>
                <a:cubicBezTo>
                  <a:pt x="1674832" y="55563"/>
                  <a:pt x="1669292" y="56855"/>
                  <a:pt x="1661905" y="57919"/>
                </a:cubicBezTo>
                <a:cubicBezTo>
                  <a:pt x="1657722" y="58524"/>
                  <a:pt x="1654764" y="59205"/>
                  <a:pt x="1653030" y="59963"/>
                </a:cubicBezTo>
                <a:cubicBezTo>
                  <a:pt x="1651296" y="60719"/>
                  <a:pt x="1649959" y="61826"/>
                  <a:pt x="1649016" y="63284"/>
                </a:cubicBezTo>
                <a:cubicBezTo>
                  <a:pt x="1648074" y="64741"/>
                  <a:pt x="1647603" y="66358"/>
                  <a:pt x="1647603" y="68137"/>
                </a:cubicBezTo>
                <a:cubicBezTo>
                  <a:pt x="1647603" y="70861"/>
                  <a:pt x="1648630" y="73131"/>
                  <a:pt x="1650684" y="74949"/>
                </a:cubicBezTo>
                <a:cubicBezTo>
                  <a:pt x="1652738" y="76765"/>
                  <a:pt x="1655743" y="77673"/>
                  <a:pt x="1659701" y="77673"/>
                </a:cubicBezTo>
                <a:cubicBezTo>
                  <a:pt x="1663620" y="77673"/>
                  <a:pt x="1667106" y="76811"/>
                  <a:pt x="1670159" y="75088"/>
                </a:cubicBezTo>
                <a:cubicBezTo>
                  <a:pt x="1673211" y="73365"/>
                  <a:pt x="1675454" y="71008"/>
                  <a:pt x="1676886" y="68017"/>
                </a:cubicBezTo>
                <a:cubicBezTo>
                  <a:pt x="1677979" y="65706"/>
                  <a:pt x="1678525" y="62298"/>
                  <a:pt x="1678525" y="57792"/>
                </a:cubicBezTo>
                <a:lnTo>
                  <a:pt x="1678525" y="54043"/>
                </a:lnTo>
                <a:close/>
                <a:moveTo>
                  <a:pt x="1726808" y="75242"/>
                </a:moveTo>
                <a:lnTo>
                  <a:pt x="1728277" y="84230"/>
                </a:lnTo>
                <a:cubicBezTo>
                  <a:pt x="1725413" y="84758"/>
                  <a:pt x="1722850" y="85022"/>
                  <a:pt x="1720589" y="85022"/>
                </a:cubicBezTo>
                <a:cubicBezTo>
                  <a:pt x="1716896" y="85022"/>
                  <a:pt x="1714032" y="84437"/>
                  <a:pt x="1711997" y="83269"/>
                </a:cubicBezTo>
                <a:cubicBezTo>
                  <a:pt x="1709962" y="82101"/>
                  <a:pt x="1708529" y="80565"/>
                  <a:pt x="1707700" y="78662"/>
                </a:cubicBezTo>
                <a:cubicBezTo>
                  <a:pt x="1706871" y="76759"/>
                  <a:pt x="1706457" y="72754"/>
                  <a:pt x="1706457" y="66649"/>
                </a:cubicBezTo>
                <a:lnTo>
                  <a:pt x="1706457" y="32109"/>
                </a:lnTo>
                <a:lnTo>
                  <a:pt x="1698995" y="32109"/>
                </a:lnTo>
                <a:lnTo>
                  <a:pt x="1698995" y="24195"/>
                </a:lnTo>
                <a:lnTo>
                  <a:pt x="1706457" y="24195"/>
                </a:lnTo>
                <a:lnTo>
                  <a:pt x="1706457" y="9287"/>
                </a:lnTo>
                <a:lnTo>
                  <a:pt x="1716576" y="3166"/>
                </a:lnTo>
                <a:lnTo>
                  <a:pt x="1716576" y="24195"/>
                </a:lnTo>
                <a:lnTo>
                  <a:pt x="1726808" y="24195"/>
                </a:lnTo>
                <a:lnTo>
                  <a:pt x="1726808" y="32109"/>
                </a:lnTo>
                <a:lnTo>
                  <a:pt x="1716576" y="32109"/>
                </a:lnTo>
                <a:lnTo>
                  <a:pt x="1716576" y="67214"/>
                </a:lnTo>
                <a:cubicBezTo>
                  <a:pt x="1716576" y="70116"/>
                  <a:pt x="1716755" y="71982"/>
                  <a:pt x="1717113" y="72811"/>
                </a:cubicBezTo>
                <a:cubicBezTo>
                  <a:pt x="1717471" y="73640"/>
                  <a:pt x="1718055" y="74300"/>
                  <a:pt x="1718865" y="74790"/>
                </a:cubicBezTo>
                <a:cubicBezTo>
                  <a:pt x="1719675" y="75279"/>
                  <a:pt x="1720834" y="75524"/>
                  <a:pt x="1722342" y="75524"/>
                </a:cubicBezTo>
                <a:cubicBezTo>
                  <a:pt x="1723472" y="75524"/>
                  <a:pt x="1724961" y="75430"/>
                  <a:pt x="1726808" y="75242"/>
                </a:cubicBezTo>
                <a:close/>
                <a:moveTo>
                  <a:pt x="1736810" y="13115"/>
                </a:moveTo>
                <a:lnTo>
                  <a:pt x="1736810" y="1357"/>
                </a:lnTo>
                <a:lnTo>
                  <a:pt x="1746985" y="1357"/>
                </a:lnTo>
                <a:lnTo>
                  <a:pt x="1746985" y="13115"/>
                </a:lnTo>
                <a:lnTo>
                  <a:pt x="1736810" y="13115"/>
                </a:lnTo>
                <a:moveTo>
                  <a:pt x="1736810" y="84230"/>
                </a:moveTo>
                <a:lnTo>
                  <a:pt x="1736810" y="24195"/>
                </a:lnTo>
                <a:lnTo>
                  <a:pt x="1746985" y="24195"/>
                </a:lnTo>
                <a:lnTo>
                  <a:pt x="1746985" y="84230"/>
                </a:lnTo>
                <a:lnTo>
                  <a:pt x="1736810" y="84230"/>
                </a:lnTo>
                <a:close/>
                <a:moveTo>
                  <a:pt x="1758691" y="54213"/>
                </a:moveTo>
                <a:cubicBezTo>
                  <a:pt x="1758691" y="43095"/>
                  <a:pt x="1761781" y="34860"/>
                  <a:pt x="1767962" y="29509"/>
                </a:cubicBezTo>
                <a:cubicBezTo>
                  <a:pt x="1773125" y="25062"/>
                  <a:pt x="1779418" y="22838"/>
                  <a:pt x="1786843" y="22838"/>
                </a:cubicBezTo>
                <a:cubicBezTo>
                  <a:pt x="1795096" y="22838"/>
                  <a:pt x="1801842" y="25542"/>
                  <a:pt x="1807080" y="30950"/>
                </a:cubicBezTo>
                <a:cubicBezTo>
                  <a:pt x="1812319" y="36358"/>
                  <a:pt x="1814938" y="43830"/>
                  <a:pt x="1814938" y="53365"/>
                </a:cubicBezTo>
                <a:cubicBezTo>
                  <a:pt x="1814938" y="61090"/>
                  <a:pt x="1813779" y="67167"/>
                  <a:pt x="1811462" y="71596"/>
                </a:cubicBezTo>
                <a:cubicBezTo>
                  <a:pt x="1809144" y="76024"/>
                  <a:pt x="1805771" y="79463"/>
                  <a:pt x="1801343" y="81912"/>
                </a:cubicBezTo>
                <a:cubicBezTo>
                  <a:pt x="1796914" y="84362"/>
                  <a:pt x="1792081" y="85587"/>
                  <a:pt x="1786843" y="85587"/>
                </a:cubicBezTo>
                <a:cubicBezTo>
                  <a:pt x="1778438" y="85587"/>
                  <a:pt x="1771645" y="82892"/>
                  <a:pt x="1766463" y="77503"/>
                </a:cubicBezTo>
                <a:cubicBezTo>
                  <a:pt x="1761282" y="72114"/>
                  <a:pt x="1758691" y="64350"/>
                  <a:pt x="1758691" y="54213"/>
                </a:cubicBezTo>
                <a:moveTo>
                  <a:pt x="1769149" y="54184"/>
                </a:moveTo>
                <a:cubicBezTo>
                  <a:pt x="1769149" y="61844"/>
                  <a:pt x="1770826" y="67580"/>
                  <a:pt x="1774180" y="71391"/>
                </a:cubicBezTo>
                <a:cubicBezTo>
                  <a:pt x="1777534" y="75202"/>
                  <a:pt x="1781755" y="77107"/>
                  <a:pt x="1786843" y="77107"/>
                </a:cubicBezTo>
                <a:cubicBezTo>
                  <a:pt x="1791893" y="77107"/>
                  <a:pt x="1796095" y="75192"/>
                  <a:pt x="1799449" y="71362"/>
                </a:cubicBezTo>
                <a:cubicBezTo>
                  <a:pt x="1802803" y="67532"/>
                  <a:pt x="1804480" y="61694"/>
                  <a:pt x="1804480" y="53847"/>
                </a:cubicBezTo>
                <a:cubicBezTo>
                  <a:pt x="1804480" y="46450"/>
                  <a:pt x="1802794" y="40845"/>
                  <a:pt x="1799421" y="37034"/>
                </a:cubicBezTo>
                <a:cubicBezTo>
                  <a:pt x="1796048" y="33223"/>
                  <a:pt x="1791855" y="31318"/>
                  <a:pt x="1786843" y="31318"/>
                </a:cubicBezTo>
                <a:cubicBezTo>
                  <a:pt x="1781755" y="31318"/>
                  <a:pt x="1777534" y="33214"/>
                  <a:pt x="1774180" y="37006"/>
                </a:cubicBezTo>
                <a:cubicBezTo>
                  <a:pt x="1770826" y="40798"/>
                  <a:pt x="1769149" y="46524"/>
                  <a:pt x="1769149" y="54184"/>
                </a:cubicBezTo>
                <a:close/>
                <a:moveTo>
                  <a:pt x="1826871" y="84230"/>
                </a:moveTo>
                <a:lnTo>
                  <a:pt x="1826871" y="24195"/>
                </a:lnTo>
                <a:lnTo>
                  <a:pt x="1836029" y="24195"/>
                </a:lnTo>
                <a:lnTo>
                  <a:pt x="1836029" y="32674"/>
                </a:lnTo>
                <a:cubicBezTo>
                  <a:pt x="1840439" y="26117"/>
                  <a:pt x="1846808" y="22838"/>
                  <a:pt x="1855136" y="22838"/>
                </a:cubicBezTo>
                <a:cubicBezTo>
                  <a:pt x="1858754" y="22838"/>
                  <a:pt x="1862080" y="23488"/>
                  <a:pt x="1865114" y="24789"/>
                </a:cubicBezTo>
                <a:cubicBezTo>
                  <a:pt x="1868148" y="26089"/>
                  <a:pt x="1870418" y="27794"/>
                  <a:pt x="1871926" y="29905"/>
                </a:cubicBezTo>
                <a:cubicBezTo>
                  <a:pt x="1873433" y="32015"/>
                  <a:pt x="1874489" y="34521"/>
                  <a:pt x="1875092" y="37423"/>
                </a:cubicBezTo>
                <a:cubicBezTo>
                  <a:pt x="1875469" y="39307"/>
                  <a:pt x="1875657" y="42605"/>
                  <a:pt x="1875657" y="47316"/>
                </a:cubicBezTo>
                <a:lnTo>
                  <a:pt x="1875657" y="84230"/>
                </a:lnTo>
                <a:lnTo>
                  <a:pt x="1865481" y="84230"/>
                </a:lnTo>
                <a:lnTo>
                  <a:pt x="1865481" y="47673"/>
                </a:lnTo>
                <a:cubicBezTo>
                  <a:pt x="1865481" y="43522"/>
                  <a:pt x="1865086" y="40419"/>
                  <a:pt x="1864294" y="38363"/>
                </a:cubicBezTo>
                <a:cubicBezTo>
                  <a:pt x="1863503" y="36307"/>
                  <a:pt x="1862099" y="34665"/>
                  <a:pt x="1860083" y="33439"/>
                </a:cubicBezTo>
                <a:cubicBezTo>
                  <a:pt x="1858067" y="32213"/>
                  <a:pt x="1855702" y="31600"/>
                  <a:pt x="1852988" y="31600"/>
                </a:cubicBezTo>
                <a:cubicBezTo>
                  <a:pt x="1848654" y="31600"/>
                  <a:pt x="1844914" y="32978"/>
                  <a:pt x="1841767" y="35732"/>
                </a:cubicBezTo>
                <a:cubicBezTo>
                  <a:pt x="1838620" y="38486"/>
                  <a:pt x="1837047" y="43711"/>
                  <a:pt x="1837047" y="51407"/>
                </a:cubicBezTo>
                <a:lnTo>
                  <a:pt x="1837047" y="84230"/>
                </a:lnTo>
                <a:lnTo>
                  <a:pt x="1826871" y="8423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toavoidfalseimpressions.">
            <a:extLst xmlns:a="http://schemas.openxmlformats.org/drawingml/2006/main">
              <a:ext uri="{FF2B5EF4-FFF2-40B4-BE49-F238E27FC236}">
                <a16:creationId xmlns:a16="http://schemas.microsoft.com/office/drawing/2014/main" id="{AFCAF19D-CBF4-4A09-A1E8-4E4EC1EE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668" y="3244124"/>
            <a:ext cx="1352164" cy="107294"/>
          </a:xfrm>
          <a:custGeom xmlns:a="http://schemas.openxmlformats.org/drawingml/2006/main">
            <a:pathLst>
              <a:path w="1352164" h="107294">
                <a:moveTo>
                  <a:pt x="27813" y="75242"/>
                </a:moveTo>
                <a:lnTo>
                  <a:pt x="29283" y="84230"/>
                </a:lnTo>
                <a:cubicBezTo>
                  <a:pt x="26418" y="84758"/>
                  <a:pt x="23856" y="85022"/>
                  <a:pt x="21595" y="85022"/>
                </a:cubicBezTo>
                <a:cubicBezTo>
                  <a:pt x="17901" y="85022"/>
                  <a:pt x="15037" y="84437"/>
                  <a:pt x="13002" y="83269"/>
                </a:cubicBezTo>
                <a:cubicBezTo>
                  <a:pt x="10967" y="82101"/>
                  <a:pt x="9535" y="80565"/>
                  <a:pt x="8706" y="78662"/>
                </a:cubicBezTo>
                <a:cubicBezTo>
                  <a:pt x="7877" y="76759"/>
                  <a:pt x="7462" y="72754"/>
                  <a:pt x="7462" y="66649"/>
                </a:cubicBezTo>
                <a:lnTo>
                  <a:pt x="7462" y="32109"/>
                </a:lnTo>
                <a:lnTo>
                  <a:pt x="0" y="32109"/>
                </a:lnTo>
                <a:lnTo>
                  <a:pt x="0" y="24195"/>
                </a:lnTo>
                <a:lnTo>
                  <a:pt x="7462" y="24195"/>
                </a:lnTo>
                <a:lnTo>
                  <a:pt x="7462" y="9287"/>
                </a:lnTo>
                <a:lnTo>
                  <a:pt x="17581" y="3166"/>
                </a:lnTo>
                <a:lnTo>
                  <a:pt x="17581" y="24195"/>
                </a:lnTo>
                <a:lnTo>
                  <a:pt x="27813" y="24195"/>
                </a:lnTo>
                <a:lnTo>
                  <a:pt x="27813" y="32109"/>
                </a:lnTo>
                <a:lnTo>
                  <a:pt x="17581" y="32109"/>
                </a:lnTo>
                <a:lnTo>
                  <a:pt x="17581" y="67214"/>
                </a:lnTo>
                <a:cubicBezTo>
                  <a:pt x="17581" y="70116"/>
                  <a:pt x="17760" y="71982"/>
                  <a:pt x="18118" y="72811"/>
                </a:cubicBezTo>
                <a:cubicBezTo>
                  <a:pt x="18476" y="73640"/>
                  <a:pt x="19060" y="74300"/>
                  <a:pt x="19870" y="74790"/>
                </a:cubicBezTo>
                <a:cubicBezTo>
                  <a:pt x="20681" y="75279"/>
                  <a:pt x="21840" y="75524"/>
                  <a:pt x="23347" y="75524"/>
                </a:cubicBezTo>
                <a:cubicBezTo>
                  <a:pt x="24478" y="75524"/>
                  <a:pt x="25966" y="75430"/>
                  <a:pt x="27813" y="75242"/>
                </a:cubicBezTo>
                <a:close/>
                <a:moveTo>
                  <a:pt x="33971" y="54213"/>
                </a:moveTo>
                <a:cubicBezTo>
                  <a:pt x="33971" y="43095"/>
                  <a:pt x="37061" y="34860"/>
                  <a:pt x="43242" y="29509"/>
                </a:cubicBezTo>
                <a:cubicBezTo>
                  <a:pt x="48405" y="25062"/>
                  <a:pt x="54699" y="22838"/>
                  <a:pt x="62123" y="22838"/>
                </a:cubicBezTo>
                <a:cubicBezTo>
                  <a:pt x="70376" y="22838"/>
                  <a:pt x="77122" y="25542"/>
                  <a:pt x="82361" y="30950"/>
                </a:cubicBezTo>
                <a:cubicBezTo>
                  <a:pt x="87599" y="36358"/>
                  <a:pt x="90219" y="43830"/>
                  <a:pt x="90219" y="53365"/>
                </a:cubicBezTo>
                <a:cubicBezTo>
                  <a:pt x="90219" y="61090"/>
                  <a:pt x="89060" y="67167"/>
                  <a:pt x="86742" y="71596"/>
                </a:cubicBezTo>
                <a:cubicBezTo>
                  <a:pt x="84424" y="76024"/>
                  <a:pt x="81051" y="79463"/>
                  <a:pt x="76623" y="81912"/>
                </a:cubicBezTo>
                <a:cubicBezTo>
                  <a:pt x="72195" y="84362"/>
                  <a:pt x="67362" y="85587"/>
                  <a:pt x="62123" y="85587"/>
                </a:cubicBezTo>
                <a:cubicBezTo>
                  <a:pt x="53719" y="85587"/>
                  <a:pt x="46926" y="82892"/>
                  <a:pt x="41744" y="77503"/>
                </a:cubicBezTo>
                <a:cubicBezTo>
                  <a:pt x="36562" y="72114"/>
                  <a:pt x="33971" y="64350"/>
                  <a:pt x="33971" y="54213"/>
                </a:cubicBezTo>
                <a:moveTo>
                  <a:pt x="44429" y="54184"/>
                </a:moveTo>
                <a:cubicBezTo>
                  <a:pt x="44429" y="61844"/>
                  <a:pt x="46106" y="67580"/>
                  <a:pt x="49460" y="71391"/>
                </a:cubicBezTo>
                <a:cubicBezTo>
                  <a:pt x="52814" y="75202"/>
                  <a:pt x="57035" y="77107"/>
                  <a:pt x="62123" y="77107"/>
                </a:cubicBezTo>
                <a:cubicBezTo>
                  <a:pt x="67173" y="77107"/>
                  <a:pt x="71375" y="75192"/>
                  <a:pt x="74729" y="71362"/>
                </a:cubicBezTo>
                <a:cubicBezTo>
                  <a:pt x="78083" y="67532"/>
                  <a:pt x="79760" y="61694"/>
                  <a:pt x="79760" y="53847"/>
                </a:cubicBezTo>
                <a:cubicBezTo>
                  <a:pt x="79760" y="46450"/>
                  <a:pt x="78074" y="40845"/>
                  <a:pt x="74701" y="37034"/>
                </a:cubicBezTo>
                <a:cubicBezTo>
                  <a:pt x="71328" y="33223"/>
                  <a:pt x="67135" y="31318"/>
                  <a:pt x="62123" y="31318"/>
                </a:cubicBezTo>
                <a:cubicBezTo>
                  <a:pt x="57035" y="31318"/>
                  <a:pt x="52814" y="33214"/>
                  <a:pt x="49460" y="37006"/>
                </a:cubicBezTo>
                <a:cubicBezTo>
                  <a:pt x="46106" y="40798"/>
                  <a:pt x="44429" y="46524"/>
                  <a:pt x="44429" y="54184"/>
                </a:cubicBezTo>
                <a:close/>
                <a:moveTo>
                  <a:pt x="173489" y="76818"/>
                </a:moveTo>
                <a:cubicBezTo>
                  <a:pt x="169721" y="80023"/>
                  <a:pt x="166093" y="82286"/>
                  <a:pt x="162607" y="83606"/>
                </a:cubicBezTo>
                <a:cubicBezTo>
                  <a:pt x="159121" y="84927"/>
                  <a:pt x="155381" y="85587"/>
                  <a:pt x="151386" y="85587"/>
                </a:cubicBezTo>
                <a:cubicBezTo>
                  <a:pt x="144791" y="85587"/>
                  <a:pt x="139722" y="83975"/>
                  <a:pt x="136180" y="80750"/>
                </a:cubicBezTo>
                <a:cubicBezTo>
                  <a:pt x="132637" y="77525"/>
                  <a:pt x="130866" y="73405"/>
                  <a:pt x="130866" y="68389"/>
                </a:cubicBezTo>
                <a:cubicBezTo>
                  <a:pt x="130866" y="65448"/>
                  <a:pt x="131535" y="62762"/>
                  <a:pt x="132872" y="60330"/>
                </a:cubicBezTo>
                <a:cubicBezTo>
                  <a:pt x="134210" y="57897"/>
                  <a:pt x="135963" y="55945"/>
                  <a:pt x="138130" y="54474"/>
                </a:cubicBezTo>
                <a:cubicBezTo>
                  <a:pt x="140297" y="53003"/>
                  <a:pt x="142737" y="51891"/>
                  <a:pt x="145450" y="51137"/>
                </a:cubicBezTo>
                <a:cubicBezTo>
                  <a:pt x="147448" y="50608"/>
                  <a:pt x="150463" y="50099"/>
                  <a:pt x="154495" y="49609"/>
                </a:cubicBezTo>
                <a:cubicBezTo>
                  <a:pt x="162711" y="48636"/>
                  <a:pt x="168760" y="47476"/>
                  <a:pt x="172642" y="46129"/>
                </a:cubicBezTo>
                <a:cubicBezTo>
                  <a:pt x="172679" y="44740"/>
                  <a:pt x="172698" y="43858"/>
                  <a:pt x="172698" y="43482"/>
                </a:cubicBezTo>
                <a:cubicBezTo>
                  <a:pt x="172698" y="39352"/>
                  <a:pt x="171737" y="36443"/>
                  <a:pt x="169815" y="34754"/>
                </a:cubicBezTo>
                <a:cubicBezTo>
                  <a:pt x="167215" y="32463"/>
                  <a:pt x="163352" y="31318"/>
                  <a:pt x="158226" y="31318"/>
                </a:cubicBezTo>
                <a:cubicBezTo>
                  <a:pt x="153440" y="31318"/>
                  <a:pt x="149907" y="32156"/>
                  <a:pt x="147627" y="33833"/>
                </a:cubicBezTo>
                <a:cubicBezTo>
                  <a:pt x="145347" y="35510"/>
                  <a:pt x="143660" y="38478"/>
                  <a:pt x="142567" y="42737"/>
                </a:cubicBezTo>
                <a:lnTo>
                  <a:pt x="132618" y="41380"/>
                </a:lnTo>
                <a:cubicBezTo>
                  <a:pt x="133523" y="37109"/>
                  <a:pt x="135011" y="33659"/>
                  <a:pt x="137084" y="31032"/>
                </a:cubicBezTo>
                <a:cubicBezTo>
                  <a:pt x="139157" y="28404"/>
                  <a:pt x="142153" y="26382"/>
                  <a:pt x="146072" y="24965"/>
                </a:cubicBezTo>
                <a:cubicBezTo>
                  <a:pt x="149992" y="23547"/>
                  <a:pt x="154533" y="22838"/>
                  <a:pt x="159696" y="22838"/>
                </a:cubicBezTo>
                <a:cubicBezTo>
                  <a:pt x="164822" y="22838"/>
                  <a:pt x="168986" y="23441"/>
                  <a:pt x="172189" y="24647"/>
                </a:cubicBezTo>
                <a:cubicBezTo>
                  <a:pt x="175393" y="25853"/>
                  <a:pt x="177748" y="27370"/>
                  <a:pt x="179256" y="29198"/>
                </a:cubicBezTo>
                <a:cubicBezTo>
                  <a:pt x="180763" y="31026"/>
                  <a:pt x="181818" y="33334"/>
                  <a:pt x="182421" y="36123"/>
                </a:cubicBezTo>
                <a:cubicBezTo>
                  <a:pt x="182760" y="37856"/>
                  <a:pt x="182930" y="40984"/>
                  <a:pt x="182930" y="45507"/>
                </a:cubicBezTo>
                <a:lnTo>
                  <a:pt x="182930" y="59074"/>
                </a:lnTo>
                <a:cubicBezTo>
                  <a:pt x="182930" y="68534"/>
                  <a:pt x="183147" y="74516"/>
                  <a:pt x="183580" y="77022"/>
                </a:cubicBezTo>
                <a:cubicBezTo>
                  <a:pt x="184014" y="79529"/>
                  <a:pt x="184871" y="81931"/>
                  <a:pt x="186152" y="84230"/>
                </a:cubicBezTo>
                <a:lnTo>
                  <a:pt x="175525" y="84230"/>
                </a:lnTo>
                <a:cubicBezTo>
                  <a:pt x="174469" y="82117"/>
                  <a:pt x="173791" y="79646"/>
                  <a:pt x="173489" y="76818"/>
                </a:cubicBezTo>
                <a:moveTo>
                  <a:pt x="172642" y="54043"/>
                </a:moveTo>
                <a:cubicBezTo>
                  <a:pt x="168948" y="55563"/>
                  <a:pt x="163408" y="56855"/>
                  <a:pt x="156022" y="57919"/>
                </a:cubicBezTo>
                <a:cubicBezTo>
                  <a:pt x="151838" y="58524"/>
                  <a:pt x="148880" y="59205"/>
                  <a:pt x="147146" y="59963"/>
                </a:cubicBezTo>
                <a:cubicBezTo>
                  <a:pt x="145413" y="60719"/>
                  <a:pt x="144075" y="61826"/>
                  <a:pt x="143133" y="63284"/>
                </a:cubicBezTo>
                <a:cubicBezTo>
                  <a:pt x="142191" y="64741"/>
                  <a:pt x="141719" y="66358"/>
                  <a:pt x="141719" y="68137"/>
                </a:cubicBezTo>
                <a:cubicBezTo>
                  <a:pt x="141719" y="70861"/>
                  <a:pt x="142746" y="73131"/>
                  <a:pt x="144800" y="74949"/>
                </a:cubicBezTo>
                <a:cubicBezTo>
                  <a:pt x="146854" y="76765"/>
                  <a:pt x="149860" y="77673"/>
                  <a:pt x="153817" y="77673"/>
                </a:cubicBezTo>
                <a:cubicBezTo>
                  <a:pt x="157736" y="77673"/>
                  <a:pt x="161222" y="76811"/>
                  <a:pt x="164275" y="75088"/>
                </a:cubicBezTo>
                <a:cubicBezTo>
                  <a:pt x="167328" y="73365"/>
                  <a:pt x="169570" y="71008"/>
                  <a:pt x="171002" y="68017"/>
                </a:cubicBezTo>
                <a:cubicBezTo>
                  <a:pt x="172095" y="65706"/>
                  <a:pt x="172642" y="62298"/>
                  <a:pt x="172642" y="57792"/>
                </a:cubicBezTo>
                <a:lnTo>
                  <a:pt x="172642" y="54043"/>
                </a:lnTo>
                <a:close/>
                <a:moveTo>
                  <a:pt x="215384" y="84230"/>
                </a:moveTo>
                <a:lnTo>
                  <a:pt x="192546" y="24195"/>
                </a:lnTo>
                <a:lnTo>
                  <a:pt x="203287" y="24195"/>
                </a:lnTo>
                <a:lnTo>
                  <a:pt x="216176" y="60148"/>
                </a:lnTo>
                <a:cubicBezTo>
                  <a:pt x="217570" y="64030"/>
                  <a:pt x="218851" y="68062"/>
                  <a:pt x="220020" y="72246"/>
                </a:cubicBezTo>
                <a:cubicBezTo>
                  <a:pt x="220924" y="69080"/>
                  <a:pt x="222187" y="65274"/>
                  <a:pt x="223807" y="60827"/>
                </a:cubicBezTo>
                <a:lnTo>
                  <a:pt x="237148" y="24195"/>
                </a:lnTo>
                <a:lnTo>
                  <a:pt x="247606" y="24195"/>
                </a:lnTo>
                <a:lnTo>
                  <a:pt x="224881" y="84230"/>
                </a:lnTo>
                <a:lnTo>
                  <a:pt x="215384" y="84230"/>
                </a:lnTo>
                <a:close/>
                <a:moveTo>
                  <a:pt x="252807" y="54213"/>
                </a:moveTo>
                <a:cubicBezTo>
                  <a:pt x="252807" y="43095"/>
                  <a:pt x="255897" y="34860"/>
                  <a:pt x="262078" y="29509"/>
                </a:cubicBezTo>
                <a:cubicBezTo>
                  <a:pt x="267241" y="25062"/>
                  <a:pt x="273535" y="22838"/>
                  <a:pt x="280959" y="22838"/>
                </a:cubicBezTo>
                <a:cubicBezTo>
                  <a:pt x="289212" y="22838"/>
                  <a:pt x="295958" y="25542"/>
                  <a:pt x="301197" y="30950"/>
                </a:cubicBezTo>
                <a:cubicBezTo>
                  <a:pt x="306435" y="36358"/>
                  <a:pt x="309055" y="43830"/>
                  <a:pt x="309055" y="53365"/>
                </a:cubicBezTo>
                <a:cubicBezTo>
                  <a:pt x="309055" y="61090"/>
                  <a:pt x="307896" y="67167"/>
                  <a:pt x="305578" y="71596"/>
                </a:cubicBezTo>
                <a:cubicBezTo>
                  <a:pt x="303260" y="76024"/>
                  <a:pt x="299887" y="79463"/>
                  <a:pt x="295459" y="81912"/>
                </a:cubicBezTo>
                <a:cubicBezTo>
                  <a:pt x="291031" y="84362"/>
                  <a:pt x="286197" y="85587"/>
                  <a:pt x="280959" y="85587"/>
                </a:cubicBezTo>
                <a:cubicBezTo>
                  <a:pt x="272555" y="85587"/>
                  <a:pt x="265762" y="82892"/>
                  <a:pt x="260580" y="77503"/>
                </a:cubicBezTo>
                <a:cubicBezTo>
                  <a:pt x="255398" y="72114"/>
                  <a:pt x="252807" y="64350"/>
                  <a:pt x="252807" y="54213"/>
                </a:cubicBezTo>
                <a:moveTo>
                  <a:pt x="263265" y="54184"/>
                </a:moveTo>
                <a:cubicBezTo>
                  <a:pt x="263265" y="61844"/>
                  <a:pt x="264942" y="67580"/>
                  <a:pt x="268296" y="71391"/>
                </a:cubicBezTo>
                <a:cubicBezTo>
                  <a:pt x="271650" y="75202"/>
                  <a:pt x="275871" y="77107"/>
                  <a:pt x="280959" y="77107"/>
                </a:cubicBezTo>
                <a:cubicBezTo>
                  <a:pt x="286009" y="77107"/>
                  <a:pt x="290211" y="75192"/>
                  <a:pt x="293565" y="71362"/>
                </a:cubicBezTo>
                <a:cubicBezTo>
                  <a:pt x="296919" y="67532"/>
                  <a:pt x="298596" y="61694"/>
                  <a:pt x="298596" y="53847"/>
                </a:cubicBezTo>
                <a:cubicBezTo>
                  <a:pt x="298596" y="46450"/>
                  <a:pt x="296910" y="40845"/>
                  <a:pt x="293537" y="37034"/>
                </a:cubicBezTo>
                <a:cubicBezTo>
                  <a:pt x="290164" y="33223"/>
                  <a:pt x="285971" y="31318"/>
                  <a:pt x="280959" y="31318"/>
                </a:cubicBezTo>
                <a:cubicBezTo>
                  <a:pt x="275871" y="31318"/>
                  <a:pt x="271650" y="33214"/>
                  <a:pt x="268296" y="37006"/>
                </a:cubicBezTo>
                <a:cubicBezTo>
                  <a:pt x="264942" y="40798"/>
                  <a:pt x="263265" y="46524"/>
                  <a:pt x="263265" y="54184"/>
                </a:cubicBezTo>
                <a:close/>
                <a:moveTo>
                  <a:pt x="321045" y="13115"/>
                </a:moveTo>
                <a:lnTo>
                  <a:pt x="321045" y="1357"/>
                </a:lnTo>
                <a:lnTo>
                  <a:pt x="331220" y="1357"/>
                </a:lnTo>
                <a:lnTo>
                  <a:pt x="331220" y="13115"/>
                </a:lnTo>
                <a:lnTo>
                  <a:pt x="321045" y="13115"/>
                </a:lnTo>
                <a:moveTo>
                  <a:pt x="321045" y="84230"/>
                </a:moveTo>
                <a:lnTo>
                  <a:pt x="321045" y="24195"/>
                </a:lnTo>
                <a:lnTo>
                  <a:pt x="331220" y="24195"/>
                </a:lnTo>
                <a:lnTo>
                  <a:pt x="331220" y="84230"/>
                </a:lnTo>
                <a:lnTo>
                  <a:pt x="321045" y="84230"/>
                </a:lnTo>
                <a:close/>
                <a:moveTo>
                  <a:pt x="385662" y="84230"/>
                </a:moveTo>
                <a:lnTo>
                  <a:pt x="385662" y="76655"/>
                </a:lnTo>
                <a:cubicBezTo>
                  <a:pt x="381856" y="82610"/>
                  <a:pt x="376260" y="85587"/>
                  <a:pt x="368873" y="85587"/>
                </a:cubicBezTo>
                <a:cubicBezTo>
                  <a:pt x="364087" y="85587"/>
                  <a:pt x="359687" y="84268"/>
                  <a:pt x="355673" y="81630"/>
                </a:cubicBezTo>
                <a:cubicBezTo>
                  <a:pt x="351660" y="78992"/>
                  <a:pt x="348550" y="75308"/>
                  <a:pt x="346346" y="70578"/>
                </a:cubicBezTo>
                <a:cubicBezTo>
                  <a:pt x="344141" y="65848"/>
                  <a:pt x="343039" y="60412"/>
                  <a:pt x="343039" y="54269"/>
                </a:cubicBezTo>
                <a:cubicBezTo>
                  <a:pt x="343039" y="48277"/>
                  <a:pt x="344037" y="42841"/>
                  <a:pt x="346035" y="37960"/>
                </a:cubicBezTo>
                <a:cubicBezTo>
                  <a:pt x="348032" y="33080"/>
                  <a:pt x="351028" y="29339"/>
                  <a:pt x="355023" y="26739"/>
                </a:cubicBezTo>
                <a:cubicBezTo>
                  <a:pt x="359018" y="24138"/>
                  <a:pt x="363484" y="22838"/>
                  <a:pt x="368421" y="22838"/>
                </a:cubicBezTo>
                <a:cubicBezTo>
                  <a:pt x="372039" y="22838"/>
                  <a:pt x="375261" y="23601"/>
                  <a:pt x="378087" y="25128"/>
                </a:cubicBezTo>
                <a:cubicBezTo>
                  <a:pt x="380914" y="26654"/>
                  <a:pt x="383213" y="28642"/>
                  <a:pt x="384984" y="31092"/>
                </a:cubicBezTo>
                <a:lnTo>
                  <a:pt x="384984" y="1357"/>
                </a:lnTo>
                <a:lnTo>
                  <a:pt x="395103" y="1357"/>
                </a:lnTo>
                <a:lnTo>
                  <a:pt x="395103" y="84230"/>
                </a:lnTo>
                <a:lnTo>
                  <a:pt x="385662" y="84230"/>
                </a:lnTo>
                <a:moveTo>
                  <a:pt x="353497" y="54241"/>
                </a:moveTo>
                <a:cubicBezTo>
                  <a:pt x="353497" y="61901"/>
                  <a:pt x="355117" y="67627"/>
                  <a:pt x="358358" y="71419"/>
                </a:cubicBezTo>
                <a:cubicBezTo>
                  <a:pt x="361599" y="75211"/>
                  <a:pt x="365425" y="77107"/>
                  <a:pt x="369834" y="77107"/>
                </a:cubicBezTo>
                <a:cubicBezTo>
                  <a:pt x="374281" y="77107"/>
                  <a:pt x="378059" y="75296"/>
                  <a:pt x="381168" y="71673"/>
                </a:cubicBezTo>
                <a:cubicBezTo>
                  <a:pt x="384277" y="68049"/>
                  <a:pt x="385832" y="62520"/>
                  <a:pt x="385832" y="55085"/>
                </a:cubicBezTo>
                <a:cubicBezTo>
                  <a:pt x="385832" y="46900"/>
                  <a:pt x="384249" y="40893"/>
                  <a:pt x="381084" y="37063"/>
                </a:cubicBezTo>
                <a:cubicBezTo>
                  <a:pt x="377918" y="33233"/>
                  <a:pt x="374017" y="31318"/>
                  <a:pt x="369382" y="31318"/>
                </a:cubicBezTo>
                <a:cubicBezTo>
                  <a:pt x="364859" y="31318"/>
                  <a:pt x="361081" y="33158"/>
                  <a:pt x="358047" y="36838"/>
                </a:cubicBezTo>
                <a:cubicBezTo>
                  <a:pt x="355014" y="40517"/>
                  <a:pt x="353497" y="46318"/>
                  <a:pt x="353497" y="54241"/>
                </a:cubicBezTo>
                <a:close/>
                <a:moveTo>
                  <a:pt x="445699" y="84230"/>
                </a:moveTo>
                <a:lnTo>
                  <a:pt x="445699" y="32109"/>
                </a:lnTo>
                <a:lnTo>
                  <a:pt x="436711" y="32109"/>
                </a:lnTo>
                <a:lnTo>
                  <a:pt x="436711" y="24195"/>
                </a:lnTo>
                <a:lnTo>
                  <a:pt x="445699" y="24195"/>
                </a:lnTo>
                <a:lnTo>
                  <a:pt x="445699" y="17821"/>
                </a:lnTo>
                <a:cubicBezTo>
                  <a:pt x="445699" y="13798"/>
                  <a:pt x="446057" y="10809"/>
                  <a:pt x="446774" y="8854"/>
                </a:cubicBezTo>
                <a:cubicBezTo>
                  <a:pt x="447753" y="6223"/>
                  <a:pt x="449478" y="4090"/>
                  <a:pt x="451946" y="2454"/>
                </a:cubicBezTo>
                <a:cubicBezTo>
                  <a:pt x="454415" y="818"/>
                  <a:pt x="457872" y="0"/>
                  <a:pt x="462319" y="0"/>
                </a:cubicBezTo>
                <a:cubicBezTo>
                  <a:pt x="465184" y="0"/>
                  <a:pt x="468349" y="339"/>
                  <a:pt x="471816" y="1018"/>
                </a:cubicBezTo>
                <a:lnTo>
                  <a:pt x="470290" y="9893"/>
                </a:lnTo>
                <a:cubicBezTo>
                  <a:pt x="468180" y="9516"/>
                  <a:pt x="466182" y="9327"/>
                  <a:pt x="464298" y="9327"/>
                </a:cubicBezTo>
                <a:cubicBezTo>
                  <a:pt x="461208" y="9327"/>
                  <a:pt x="459022" y="9985"/>
                  <a:pt x="457740" y="11299"/>
                </a:cubicBezTo>
                <a:cubicBezTo>
                  <a:pt x="456459" y="12613"/>
                  <a:pt x="455818" y="15072"/>
                  <a:pt x="455818" y="18676"/>
                </a:cubicBezTo>
                <a:lnTo>
                  <a:pt x="455818" y="24195"/>
                </a:lnTo>
                <a:lnTo>
                  <a:pt x="467520" y="24195"/>
                </a:lnTo>
                <a:lnTo>
                  <a:pt x="467520" y="32109"/>
                </a:lnTo>
                <a:lnTo>
                  <a:pt x="455818" y="32109"/>
                </a:lnTo>
                <a:lnTo>
                  <a:pt x="455818" y="84230"/>
                </a:lnTo>
                <a:lnTo>
                  <a:pt x="445699" y="84230"/>
                </a:lnTo>
                <a:close/>
                <a:moveTo>
                  <a:pt x="514606" y="76818"/>
                </a:moveTo>
                <a:cubicBezTo>
                  <a:pt x="510837" y="80023"/>
                  <a:pt x="507210" y="82286"/>
                  <a:pt x="503724" y="83606"/>
                </a:cubicBezTo>
                <a:cubicBezTo>
                  <a:pt x="500238" y="84927"/>
                  <a:pt x="496498" y="85587"/>
                  <a:pt x="492503" y="85587"/>
                </a:cubicBezTo>
                <a:cubicBezTo>
                  <a:pt x="485908" y="85587"/>
                  <a:pt x="480839" y="83975"/>
                  <a:pt x="477296" y="80750"/>
                </a:cubicBezTo>
                <a:cubicBezTo>
                  <a:pt x="473754" y="77525"/>
                  <a:pt x="471982" y="73405"/>
                  <a:pt x="471982" y="68389"/>
                </a:cubicBezTo>
                <a:cubicBezTo>
                  <a:pt x="471982" y="65448"/>
                  <a:pt x="472651" y="62762"/>
                  <a:pt x="473989" y="60330"/>
                </a:cubicBezTo>
                <a:cubicBezTo>
                  <a:pt x="475327" y="57897"/>
                  <a:pt x="477079" y="55945"/>
                  <a:pt x="479246" y="54474"/>
                </a:cubicBezTo>
                <a:cubicBezTo>
                  <a:pt x="481413" y="53003"/>
                  <a:pt x="483854" y="51891"/>
                  <a:pt x="486567" y="51137"/>
                </a:cubicBezTo>
                <a:cubicBezTo>
                  <a:pt x="488565" y="50608"/>
                  <a:pt x="491579" y="50099"/>
                  <a:pt x="495612" y="49609"/>
                </a:cubicBezTo>
                <a:cubicBezTo>
                  <a:pt x="503828" y="48636"/>
                  <a:pt x="509876" y="47476"/>
                  <a:pt x="513758" y="46129"/>
                </a:cubicBezTo>
                <a:cubicBezTo>
                  <a:pt x="513796" y="44740"/>
                  <a:pt x="513815" y="43858"/>
                  <a:pt x="513815" y="43482"/>
                </a:cubicBezTo>
                <a:cubicBezTo>
                  <a:pt x="513815" y="39352"/>
                  <a:pt x="512854" y="36443"/>
                  <a:pt x="510932" y="34754"/>
                </a:cubicBezTo>
                <a:cubicBezTo>
                  <a:pt x="508331" y="32463"/>
                  <a:pt x="504468" y="31318"/>
                  <a:pt x="499343" y="31318"/>
                </a:cubicBezTo>
                <a:cubicBezTo>
                  <a:pt x="494557" y="31318"/>
                  <a:pt x="491024" y="32156"/>
                  <a:pt x="488744" y="33833"/>
                </a:cubicBezTo>
                <a:cubicBezTo>
                  <a:pt x="486463" y="35510"/>
                  <a:pt x="484777" y="38478"/>
                  <a:pt x="483684" y="42737"/>
                </a:cubicBezTo>
                <a:lnTo>
                  <a:pt x="473735" y="41380"/>
                </a:lnTo>
                <a:cubicBezTo>
                  <a:pt x="474639" y="37109"/>
                  <a:pt x="476128" y="33659"/>
                  <a:pt x="478201" y="31032"/>
                </a:cubicBezTo>
                <a:cubicBezTo>
                  <a:pt x="480273" y="28404"/>
                  <a:pt x="483270" y="26382"/>
                  <a:pt x="487189" y="24965"/>
                </a:cubicBezTo>
                <a:cubicBezTo>
                  <a:pt x="491108" y="23547"/>
                  <a:pt x="495650" y="22838"/>
                  <a:pt x="500813" y="22838"/>
                </a:cubicBezTo>
                <a:cubicBezTo>
                  <a:pt x="505938" y="22838"/>
                  <a:pt x="510103" y="23441"/>
                  <a:pt x="513306" y="24647"/>
                </a:cubicBezTo>
                <a:cubicBezTo>
                  <a:pt x="516509" y="25853"/>
                  <a:pt x="518865" y="27370"/>
                  <a:pt x="520372" y="29198"/>
                </a:cubicBezTo>
                <a:cubicBezTo>
                  <a:pt x="521880" y="31026"/>
                  <a:pt x="522935" y="33334"/>
                  <a:pt x="523538" y="36123"/>
                </a:cubicBezTo>
                <a:cubicBezTo>
                  <a:pt x="523877" y="37856"/>
                  <a:pt x="524047" y="40984"/>
                  <a:pt x="524047" y="45507"/>
                </a:cubicBezTo>
                <a:lnTo>
                  <a:pt x="524047" y="59074"/>
                </a:lnTo>
                <a:cubicBezTo>
                  <a:pt x="524047" y="68534"/>
                  <a:pt x="524263" y="74516"/>
                  <a:pt x="524697" y="77022"/>
                </a:cubicBezTo>
                <a:cubicBezTo>
                  <a:pt x="525130" y="79529"/>
                  <a:pt x="525988" y="81931"/>
                  <a:pt x="527269" y="84230"/>
                </a:cubicBezTo>
                <a:lnTo>
                  <a:pt x="516641" y="84230"/>
                </a:lnTo>
                <a:cubicBezTo>
                  <a:pt x="515586" y="82117"/>
                  <a:pt x="514908" y="79646"/>
                  <a:pt x="514606" y="76818"/>
                </a:cubicBezTo>
                <a:moveTo>
                  <a:pt x="513758" y="54043"/>
                </a:moveTo>
                <a:cubicBezTo>
                  <a:pt x="510065" y="55563"/>
                  <a:pt x="504525" y="56855"/>
                  <a:pt x="497138" y="57919"/>
                </a:cubicBezTo>
                <a:cubicBezTo>
                  <a:pt x="492955" y="58524"/>
                  <a:pt x="489997" y="59205"/>
                  <a:pt x="488263" y="59963"/>
                </a:cubicBezTo>
                <a:cubicBezTo>
                  <a:pt x="486529" y="60719"/>
                  <a:pt x="485192" y="61826"/>
                  <a:pt x="484249" y="63284"/>
                </a:cubicBezTo>
                <a:cubicBezTo>
                  <a:pt x="483307" y="64741"/>
                  <a:pt x="482836" y="66358"/>
                  <a:pt x="482836" y="68137"/>
                </a:cubicBezTo>
                <a:cubicBezTo>
                  <a:pt x="482836" y="70861"/>
                  <a:pt x="483863" y="73131"/>
                  <a:pt x="485917" y="74949"/>
                </a:cubicBezTo>
                <a:cubicBezTo>
                  <a:pt x="487971" y="76765"/>
                  <a:pt x="490976" y="77673"/>
                  <a:pt x="494934" y="77673"/>
                </a:cubicBezTo>
                <a:cubicBezTo>
                  <a:pt x="498853" y="77673"/>
                  <a:pt x="502339" y="76811"/>
                  <a:pt x="505392" y="75088"/>
                </a:cubicBezTo>
                <a:cubicBezTo>
                  <a:pt x="508444" y="73365"/>
                  <a:pt x="510687" y="71008"/>
                  <a:pt x="512119" y="68017"/>
                </a:cubicBezTo>
                <a:cubicBezTo>
                  <a:pt x="513212" y="65706"/>
                  <a:pt x="513758" y="62298"/>
                  <a:pt x="513758" y="57792"/>
                </a:cubicBezTo>
                <a:lnTo>
                  <a:pt x="513758" y="54043"/>
                </a:lnTo>
                <a:close/>
                <a:moveTo>
                  <a:pt x="539598" y="84230"/>
                </a:moveTo>
                <a:lnTo>
                  <a:pt x="539598" y="1357"/>
                </a:lnTo>
                <a:lnTo>
                  <a:pt x="549773" y="1357"/>
                </a:lnTo>
                <a:lnTo>
                  <a:pt x="549773" y="84230"/>
                </a:lnTo>
                <a:lnTo>
                  <a:pt x="539598" y="84230"/>
                </a:lnTo>
                <a:close/>
                <a:moveTo>
                  <a:pt x="561479" y="66253"/>
                </a:moveTo>
                <a:lnTo>
                  <a:pt x="571541" y="64671"/>
                </a:lnTo>
                <a:cubicBezTo>
                  <a:pt x="572107" y="68685"/>
                  <a:pt x="573680" y="71762"/>
                  <a:pt x="576262" y="73901"/>
                </a:cubicBezTo>
                <a:cubicBezTo>
                  <a:pt x="578843" y="76039"/>
                  <a:pt x="582452" y="77107"/>
                  <a:pt x="587087" y="77107"/>
                </a:cubicBezTo>
                <a:cubicBezTo>
                  <a:pt x="591760" y="77107"/>
                  <a:pt x="595227" y="76163"/>
                  <a:pt x="597489" y="74275"/>
                </a:cubicBezTo>
                <a:cubicBezTo>
                  <a:pt x="599750" y="72386"/>
                  <a:pt x="600880" y="70171"/>
                  <a:pt x="600880" y="67630"/>
                </a:cubicBezTo>
                <a:cubicBezTo>
                  <a:pt x="600880" y="65348"/>
                  <a:pt x="599882" y="63554"/>
                  <a:pt x="597884" y="62245"/>
                </a:cubicBezTo>
                <a:cubicBezTo>
                  <a:pt x="596490" y="61348"/>
                  <a:pt x="593023" y="60207"/>
                  <a:pt x="587483" y="58823"/>
                </a:cubicBezTo>
                <a:cubicBezTo>
                  <a:pt x="580021" y="56938"/>
                  <a:pt x="574848" y="55307"/>
                  <a:pt x="571965" y="53930"/>
                </a:cubicBezTo>
                <a:cubicBezTo>
                  <a:pt x="569082" y="52553"/>
                  <a:pt x="566896" y="50648"/>
                  <a:pt x="565408" y="48215"/>
                </a:cubicBezTo>
                <a:cubicBezTo>
                  <a:pt x="563919" y="45782"/>
                  <a:pt x="563175" y="43094"/>
                  <a:pt x="563175" y="40152"/>
                </a:cubicBezTo>
                <a:cubicBezTo>
                  <a:pt x="563175" y="37474"/>
                  <a:pt x="563787" y="34994"/>
                  <a:pt x="565012" y="32712"/>
                </a:cubicBezTo>
                <a:cubicBezTo>
                  <a:pt x="566237" y="30429"/>
                  <a:pt x="567904" y="28534"/>
                  <a:pt x="570015" y="27025"/>
                </a:cubicBezTo>
                <a:cubicBezTo>
                  <a:pt x="571598" y="25856"/>
                  <a:pt x="573755" y="24866"/>
                  <a:pt x="576488" y="24055"/>
                </a:cubicBezTo>
                <a:cubicBezTo>
                  <a:pt x="579220" y="23244"/>
                  <a:pt x="582150" y="22838"/>
                  <a:pt x="585278" y="22838"/>
                </a:cubicBezTo>
                <a:cubicBezTo>
                  <a:pt x="589989" y="22838"/>
                  <a:pt x="594125" y="23521"/>
                  <a:pt x="597687" y="24887"/>
                </a:cubicBezTo>
                <a:cubicBezTo>
                  <a:pt x="601248" y="26252"/>
                  <a:pt x="603877" y="28102"/>
                  <a:pt x="605572" y="30436"/>
                </a:cubicBezTo>
                <a:cubicBezTo>
                  <a:pt x="607268" y="32769"/>
                  <a:pt x="608437" y="35890"/>
                  <a:pt x="609077" y="39797"/>
                </a:cubicBezTo>
                <a:lnTo>
                  <a:pt x="599128" y="41154"/>
                </a:lnTo>
                <a:cubicBezTo>
                  <a:pt x="598676" y="38064"/>
                  <a:pt x="597366" y="35652"/>
                  <a:pt x="595199" y="33918"/>
                </a:cubicBezTo>
                <a:cubicBezTo>
                  <a:pt x="593032" y="32185"/>
                  <a:pt x="589970" y="31318"/>
                  <a:pt x="586013" y="31318"/>
                </a:cubicBezTo>
                <a:cubicBezTo>
                  <a:pt x="581340" y="31318"/>
                  <a:pt x="578005" y="32087"/>
                  <a:pt x="576007" y="33625"/>
                </a:cubicBezTo>
                <a:cubicBezTo>
                  <a:pt x="574010" y="35162"/>
                  <a:pt x="573011" y="36962"/>
                  <a:pt x="573011" y="39025"/>
                </a:cubicBezTo>
                <a:cubicBezTo>
                  <a:pt x="573011" y="40337"/>
                  <a:pt x="573426" y="41519"/>
                  <a:pt x="574255" y="42569"/>
                </a:cubicBezTo>
                <a:cubicBezTo>
                  <a:pt x="575084" y="43656"/>
                  <a:pt x="576384" y="44556"/>
                  <a:pt x="578155" y="45268"/>
                </a:cubicBezTo>
                <a:cubicBezTo>
                  <a:pt x="579173" y="45644"/>
                  <a:pt x="582169" y="46507"/>
                  <a:pt x="587144" y="47856"/>
                </a:cubicBezTo>
                <a:cubicBezTo>
                  <a:pt x="594342" y="49777"/>
                  <a:pt x="599364" y="51349"/>
                  <a:pt x="602209" y="52573"/>
                </a:cubicBezTo>
                <a:cubicBezTo>
                  <a:pt x="605054" y="53797"/>
                  <a:pt x="607287" y="55576"/>
                  <a:pt x="608908" y="57912"/>
                </a:cubicBezTo>
                <a:cubicBezTo>
                  <a:pt x="610528" y="60246"/>
                  <a:pt x="611339" y="63145"/>
                  <a:pt x="611339" y="66609"/>
                </a:cubicBezTo>
                <a:cubicBezTo>
                  <a:pt x="611339" y="69998"/>
                  <a:pt x="610349" y="73190"/>
                  <a:pt x="608371" y="76183"/>
                </a:cubicBezTo>
                <a:cubicBezTo>
                  <a:pt x="606392" y="79176"/>
                  <a:pt x="603537" y="81491"/>
                  <a:pt x="599806" y="83130"/>
                </a:cubicBezTo>
                <a:cubicBezTo>
                  <a:pt x="596075" y="84768"/>
                  <a:pt x="591854" y="85587"/>
                  <a:pt x="587144" y="85587"/>
                </a:cubicBezTo>
                <a:cubicBezTo>
                  <a:pt x="579342" y="85587"/>
                  <a:pt x="573397" y="83962"/>
                  <a:pt x="569308" y="80711"/>
                </a:cubicBezTo>
                <a:cubicBezTo>
                  <a:pt x="565219" y="77461"/>
                  <a:pt x="562609" y="72641"/>
                  <a:pt x="561479" y="66253"/>
                </a:cubicBezTo>
                <a:close/>
                <a:moveTo>
                  <a:pt x="664534" y="64897"/>
                </a:moveTo>
                <a:lnTo>
                  <a:pt x="675048" y="66197"/>
                </a:lnTo>
                <a:cubicBezTo>
                  <a:pt x="673390" y="72340"/>
                  <a:pt x="670318" y="77107"/>
                  <a:pt x="665834" y="80499"/>
                </a:cubicBezTo>
                <a:cubicBezTo>
                  <a:pt x="661349" y="83891"/>
                  <a:pt x="655621" y="85587"/>
                  <a:pt x="648648" y="85587"/>
                </a:cubicBezTo>
                <a:cubicBezTo>
                  <a:pt x="639867" y="85587"/>
                  <a:pt x="632905" y="82883"/>
                  <a:pt x="627761" y="77475"/>
                </a:cubicBezTo>
                <a:cubicBezTo>
                  <a:pt x="622616" y="72067"/>
                  <a:pt x="620044" y="64482"/>
                  <a:pt x="620044" y="54721"/>
                </a:cubicBezTo>
                <a:cubicBezTo>
                  <a:pt x="620044" y="44621"/>
                  <a:pt x="622645" y="36782"/>
                  <a:pt x="627845" y="31205"/>
                </a:cubicBezTo>
                <a:cubicBezTo>
                  <a:pt x="633046" y="25627"/>
                  <a:pt x="639792" y="22838"/>
                  <a:pt x="648083" y="22838"/>
                </a:cubicBezTo>
                <a:cubicBezTo>
                  <a:pt x="656110" y="22838"/>
                  <a:pt x="662668" y="25566"/>
                  <a:pt x="667756" y="31023"/>
                </a:cubicBezTo>
                <a:cubicBezTo>
                  <a:pt x="672843" y="36478"/>
                  <a:pt x="675387" y="44153"/>
                  <a:pt x="675387" y="54048"/>
                </a:cubicBezTo>
                <a:cubicBezTo>
                  <a:pt x="675387" y="54650"/>
                  <a:pt x="675368" y="55553"/>
                  <a:pt x="675331" y="56756"/>
                </a:cubicBezTo>
                <a:lnTo>
                  <a:pt x="630559" y="56756"/>
                </a:lnTo>
                <a:cubicBezTo>
                  <a:pt x="630936" y="63333"/>
                  <a:pt x="632801" y="68369"/>
                  <a:pt x="636155" y="71864"/>
                </a:cubicBezTo>
                <a:cubicBezTo>
                  <a:pt x="639509" y="75360"/>
                  <a:pt x="643693" y="77107"/>
                  <a:pt x="648705" y="77107"/>
                </a:cubicBezTo>
                <a:cubicBezTo>
                  <a:pt x="652436" y="77107"/>
                  <a:pt x="655621" y="76137"/>
                  <a:pt x="658259" y="74196"/>
                </a:cubicBezTo>
                <a:cubicBezTo>
                  <a:pt x="660897" y="72254"/>
                  <a:pt x="662988" y="69154"/>
                  <a:pt x="664534" y="64897"/>
                </a:cubicBezTo>
                <a:moveTo>
                  <a:pt x="631124" y="48277"/>
                </a:moveTo>
                <a:lnTo>
                  <a:pt x="664647" y="48277"/>
                </a:lnTo>
                <a:cubicBezTo>
                  <a:pt x="664194" y="43309"/>
                  <a:pt x="662913" y="39584"/>
                  <a:pt x="660803" y="37100"/>
                </a:cubicBezTo>
                <a:cubicBezTo>
                  <a:pt x="657561" y="33245"/>
                  <a:pt x="653359" y="31318"/>
                  <a:pt x="648196" y="31318"/>
                </a:cubicBezTo>
                <a:cubicBezTo>
                  <a:pt x="643523" y="31318"/>
                  <a:pt x="639594" y="32856"/>
                  <a:pt x="636410" y="35934"/>
                </a:cubicBezTo>
                <a:cubicBezTo>
                  <a:pt x="633225" y="39010"/>
                  <a:pt x="631463" y="43124"/>
                  <a:pt x="631124" y="48277"/>
                </a:cubicBezTo>
                <a:close/>
                <a:moveTo>
                  <a:pt x="720048" y="13115"/>
                </a:moveTo>
                <a:lnTo>
                  <a:pt x="720048" y="1357"/>
                </a:lnTo>
                <a:lnTo>
                  <a:pt x="730224" y="1357"/>
                </a:lnTo>
                <a:lnTo>
                  <a:pt x="730224" y="13115"/>
                </a:lnTo>
                <a:lnTo>
                  <a:pt x="720048" y="13115"/>
                </a:lnTo>
                <a:moveTo>
                  <a:pt x="720048" y="84230"/>
                </a:moveTo>
                <a:lnTo>
                  <a:pt x="720048" y="24195"/>
                </a:lnTo>
                <a:lnTo>
                  <a:pt x="730224" y="24195"/>
                </a:lnTo>
                <a:lnTo>
                  <a:pt x="730224" y="84230"/>
                </a:lnTo>
                <a:lnTo>
                  <a:pt x="720048" y="84230"/>
                </a:lnTo>
                <a:close/>
                <a:moveTo>
                  <a:pt x="745717" y="84230"/>
                </a:moveTo>
                <a:lnTo>
                  <a:pt x="745717" y="24195"/>
                </a:lnTo>
                <a:lnTo>
                  <a:pt x="754818" y="24195"/>
                </a:lnTo>
                <a:lnTo>
                  <a:pt x="754818" y="32561"/>
                </a:lnTo>
                <a:cubicBezTo>
                  <a:pt x="756702" y="29638"/>
                  <a:pt x="759209" y="27287"/>
                  <a:pt x="762337" y="25508"/>
                </a:cubicBezTo>
                <a:cubicBezTo>
                  <a:pt x="765465" y="23728"/>
                  <a:pt x="769026" y="22838"/>
                  <a:pt x="773021" y="22838"/>
                </a:cubicBezTo>
                <a:cubicBezTo>
                  <a:pt x="777468" y="22838"/>
                  <a:pt x="781114" y="23757"/>
                  <a:pt x="783959" y="25594"/>
                </a:cubicBezTo>
                <a:cubicBezTo>
                  <a:pt x="786805" y="27430"/>
                  <a:pt x="788812" y="29998"/>
                  <a:pt x="789980" y="33296"/>
                </a:cubicBezTo>
                <a:cubicBezTo>
                  <a:pt x="794728" y="26324"/>
                  <a:pt x="800909" y="22838"/>
                  <a:pt x="808522" y="22838"/>
                </a:cubicBezTo>
                <a:cubicBezTo>
                  <a:pt x="814476" y="22838"/>
                  <a:pt x="819055" y="24487"/>
                  <a:pt x="822259" y="27785"/>
                </a:cubicBezTo>
                <a:cubicBezTo>
                  <a:pt x="825462" y="31082"/>
                  <a:pt x="827064" y="36161"/>
                  <a:pt x="827064" y="43020"/>
                </a:cubicBezTo>
                <a:lnTo>
                  <a:pt x="827064" y="84230"/>
                </a:lnTo>
                <a:lnTo>
                  <a:pt x="816945" y="84230"/>
                </a:lnTo>
                <a:lnTo>
                  <a:pt x="816945" y="46371"/>
                </a:lnTo>
                <a:cubicBezTo>
                  <a:pt x="816945" y="42296"/>
                  <a:pt x="816615" y="39363"/>
                  <a:pt x="815956" y="37571"/>
                </a:cubicBezTo>
                <a:cubicBezTo>
                  <a:pt x="815296" y="35779"/>
                  <a:pt x="814099" y="34336"/>
                  <a:pt x="812366" y="33242"/>
                </a:cubicBezTo>
                <a:cubicBezTo>
                  <a:pt x="810632" y="32147"/>
                  <a:pt x="808597" y="31600"/>
                  <a:pt x="806261" y="31600"/>
                </a:cubicBezTo>
                <a:cubicBezTo>
                  <a:pt x="802040" y="31600"/>
                  <a:pt x="798535" y="33006"/>
                  <a:pt x="795746" y="35817"/>
                </a:cubicBezTo>
                <a:cubicBezTo>
                  <a:pt x="792957" y="38627"/>
                  <a:pt x="791563" y="43126"/>
                  <a:pt x="791563" y="49314"/>
                </a:cubicBezTo>
                <a:lnTo>
                  <a:pt x="791563" y="84230"/>
                </a:lnTo>
                <a:lnTo>
                  <a:pt x="781387" y="84230"/>
                </a:lnTo>
                <a:lnTo>
                  <a:pt x="781387" y="45182"/>
                </a:lnTo>
                <a:cubicBezTo>
                  <a:pt x="781387" y="40655"/>
                  <a:pt x="780558" y="37259"/>
                  <a:pt x="778900" y="34996"/>
                </a:cubicBezTo>
                <a:cubicBezTo>
                  <a:pt x="777242" y="32732"/>
                  <a:pt x="774528" y="31600"/>
                  <a:pt x="770760" y="31600"/>
                </a:cubicBezTo>
                <a:cubicBezTo>
                  <a:pt x="767895" y="31600"/>
                  <a:pt x="765248" y="32355"/>
                  <a:pt x="762817" y="33865"/>
                </a:cubicBezTo>
                <a:cubicBezTo>
                  <a:pt x="760386" y="35374"/>
                  <a:pt x="758624" y="37581"/>
                  <a:pt x="757532" y="40486"/>
                </a:cubicBezTo>
                <a:cubicBezTo>
                  <a:pt x="756439" y="43391"/>
                  <a:pt x="755892" y="47578"/>
                  <a:pt x="755892" y="53048"/>
                </a:cubicBezTo>
                <a:lnTo>
                  <a:pt x="755892" y="84230"/>
                </a:lnTo>
                <a:lnTo>
                  <a:pt x="745717" y="84230"/>
                </a:lnTo>
                <a:close/>
                <a:moveTo>
                  <a:pt x="842168" y="107294"/>
                </a:moveTo>
                <a:lnTo>
                  <a:pt x="842168" y="24195"/>
                </a:lnTo>
                <a:lnTo>
                  <a:pt x="851439" y="24195"/>
                </a:lnTo>
                <a:lnTo>
                  <a:pt x="851439" y="31940"/>
                </a:lnTo>
                <a:cubicBezTo>
                  <a:pt x="853625" y="28906"/>
                  <a:pt x="856093" y="26630"/>
                  <a:pt x="858844" y="25114"/>
                </a:cubicBezTo>
                <a:cubicBezTo>
                  <a:pt x="861595" y="23597"/>
                  <a:pt x="864931" y="22838"/>
                  <a:pt x="868850" y="22838"/>
                </a:cubicBezTo>
                <a:cubicBezTo>
                  <a:pt x="873976" y="22838"/>
                  <a:pt x="878498" y="24157"/>
                  <a:pt x="882417" y="26795"/>
                </a:cubicBezTo>
                <a:cubicBezTo>
                  <a:pt x="886337" y="29433"/>
                  <a:pt x="889295" y="33155"/>
                  <a:pt x="891293" y="37960"/>
                </a:cubicBezTo>
                <a:cubicBezTo>
                  <a:pt x="893290" y="42765"/>
                  <a:pt x="894289" y="48032"/>
                  <a:pt x="894289" y="53760"/>
                </a:cubicBezTo>
                <a:cubicBezTo>
                  <a:pt x="894289" y="59903"/>
                  <a:pt x="893186" y="65434"/>
                  <a:pt x="890982" y="70352"/>
                </a:cubicBezTo>
                <a:cubicBezTo>
                  <a:pt x="888777" y="75270"/>
                  <a:pt x="885574" y="79039"/>
                  <a:pt x="881372" y="81658"/>
                </a:cubicBezTo>
                <a:cubicBezTo>
                  <a:pt x="877170" y="84277"/>
                  <a:pt x="872751" y="85587"/>
                  <a:pt x="868115" y="85587"/>
                </a:cubicBezTo>
                <a:cubicBezTo>
                  <a:pt x="864723" y="85587"/>
                  <a:pt x="861680" y="84861"/>
                  <a:pt x="858986" y="83410"/>
                </a:cubicBezTo>
                <a:cubicBezTo>
                  <a:pt x="856291" y="81958"/>
                  <a:pt x="854077" y="80125"/>
                  <a:pt x="852343" y="77909"/>
                </a:cubicBezTo>
                <a:lnTo>
                  <a:pt x="852343" y="107294"/>
                </a:lnTo>
                <a:lnTo>
                  <a:pt x="842168" y="107294"/>
                </a:lnTo>
                <a:moveTo>
                  <a:pt x="851382" y="54467"/>
                </a:moveTo>
                <a:cubicBezTo>
                  <a:pt x="851382" y="62183"/>
                  <a:pt x="852946" y="67886"/>
                  <a:pt x="856074" y="71574"/>
                </a:cubicBezTo>
                <a:cubicBezTo>
                  <a:pt x="859202" y="75263"/>
                  <a:pt x="862990" y="77107"/>
                  <a:pt x="867437" y="77107"/>
                </a:cubicBezTo>
                <a:cubicBezTo>
                  <a:pt x="871959" y="77107"/>
                  <a:pt x="875832" y="75197"/>
                  <a:pt x="879054" y="71377"/>
                </a:cubicBezTo>
                <a:cubicBezTo>
                  <a:pt x="882276" y="67556"/>
                  <a:pt x="883887" y="61637"/>
                  <a:pt x="883887" y="53619"/>
                </a:cubicBezTo>
                <a:cubicBezTo>
                  <a:pt x="883887" y="45978"/>
                  <a:pt x="882314" y="40257"/>
                  <a:pt x="879167" y="36455"/>
                </a:cubicBezTo>
                <a:cubicBezTo>
                  <a:pt x="876020" y="32653"/>
                  <a:pt x="872261" y="30752"/>
                  <a:pt x="867889" y="30752"/>
                </a:cubicBezTo>
                <a:cubicBezTo>
                  <a:pt x="863555" y="30752"/>
                  <a:pt x="859721" y="32776"/>
                  <a:pt x="856385" y="36822"/>
                </a:cubicBezTo>
                <a:cubicBezTo>
                  <a:pt x="853050" y="40869"/>
                  <a:pt x="851382" y="46751"/>
                  <a:pt x="851382" y="54467"/>
                </a:cubicBezTo>
                <a:close/>
                <a:moveTo>
                  <a:pt x="906448" y="84230"/>
                </a:moveTo>
                <a:lnTo>
                  <a:pt x="906448" y="24195"/>
                </a:lnTo>
                <a:lnTo>
                  <a:pt x="915606" y="24195"/>
                </a:lnTo>
                <a:lnTo>
                  <a:pt x="915606" y="33240"/>
                </a:lnTo>
                <a:cubicBezTo>
                  <a:pt x="917943" y="29005"/>
                  <a:pt x="920100" y="26212"/>
                  <a:pt x="922079" y="24863"/>
                </a:cubicBezTo>
                <a:cubicBezTo>
                  <a:pt x="924057" y="23513"/>
                  <a:pt x="926234" y="22838"/>
                  <a:pt x="928608" y="22838"/>
                </a:cubicBezTo>
                <a:cubicBezTo>
                  <a:pt x="932038" y="22838"/>
                  <a:pt x="935524" y="23926"/>
                  <a:pt x="939066" y="26103"/>
                </a:cubicBezTo>
                <a:lnTo>
                  <a:pt x="935561" y="35501"/>
                </a:lnTo>
                <a:cubicBezTo>
                  <a:pt x="933074" y="34031"/>
                  <a:pt x="930587" y="33296"/>
                  <a:pt x="928099" y="33296"/>
                </a:cubicBezTo>
                <a:cubicBezTo>
                  <a:pt x="925876" y="33296"/>
                  <a:pt x="923878" y="33966"/>
                  <a:pt x="922107" y="35307"/>
                </a:cubicBezTo>
                <a:cubicBezTo>
                  <a:pt x="920336" y="36646"/>
                  <a:pt x="919073" y="38504"/>
                  <a:pt x="918320" y="40880"/>
                </a:cubicBezTo>
                <a:cubicBezTo>
                  <a:pt x="917189" y="44502"/>
                  <a:pt x="916624" y="48463"/>
                  <a:pt x="916624" y="52764"/>
                </a:cubicBezTo>
                <a:lnTo>
                  <a:pt x="916624" y="84230"/>
                </a:lnTo>
                <a:lnTo>
                  <a:pt x="906448" y="84230"/>
                </a:lnTo>
                <a:close/>
                <a:moveTo>
                  <a:pt x="986223" y="64897"/>
                </a:moveTo>
                <a:lnTo>
                  <a:pt x="996738" y="66197"/>
                </a:lnTo>
                <a:cubicBezTo>
                  <a:pt x="995080" y="72340"/>
                  <a:pt x="992008" y="77107"/>
                  <a:pt x="987523" y="80499"/>
                </a:cubicBezTo>
                <a:cubicBezTo>
                  <a:pt x="983039" y="83891"/>
                  <a:pt x="977310" y="85587"/>
                  <a:pt x="970338" y="85587"/>
                </a:cubicBezTo>
                <a:cubicBezTo>
                  <a:pt x="961557" y="85587"/>
                  <a:pt x="954594" y="82883"/>
                  <a:pt x="949450" y="77475"/>
                </a:cubicBezTo>
                <a:cubicBezTo>
                  <a:pt x="944306" y="72067"/>
                  <a:pt x="941734" y="64482"/>
                  <a:pt x="941734" y="54721"/>
                </a:cubicBezTo>
                <a:cubicBezTo>
                  <a:pt x="941734" y="44621"/>
                  <a:pt x="944334" y="36782"/>
                  <a:pt x="949535" y="31205"/>
                </a:cubicBezTo>
                <a:cubicBezTo>
                  <a:pt x="954736" y="25627"/>
                  <a:pt x="961482" y="22838"/>
                  <a:pt x="969773" y="22838"/>
                </a:cubicBezTo>
                <a:cubicBezTo>
                  <a:pt x="977800" y="22838"/>
                  <a:pt x="984358" y="25566"/>
                  <a:pt x="989445" y="31023"/>
                </a:cubicBezTo>
                <a:cubicBezTo>
                  <a:pt x="994533" y="36478"/>
                  <a:pt x="997077" y="44153"/>
                  <a:pt x="997077" y="54048"/>
                </a:cubicBezTo>
                <a:cubicBezTo>
                  <a:pt x="997077" y="54650"/>
                  <a:pt x="997058" y="55553"/>
                  <a:pt x="997020" y="56756"/>
                </a:cubicBezTo>
                <a:lnTo>
                  <a:pt x="952248" y="56756"/>
                </a:lnTo>
                <a:cubicBezTo>
                  <a:pt x="952625" y="63333"/>
                  <a:pt x="954491" y="68369"/>
                  <a:pt x="957845" y="71864"/>
                </a:cubicBezTo>
                <a:cubicBezTo>
                  <a:pt x="961199" y="75360"/>
                  <a:pt x="965382" y="77107"/>
                  <a:pt x="970395" y="77107"/>
                </a:cubicBezTo>
                <a:cubicBezTo>
                  <a:pt x="974126" y="77107"/>
                  <a:pt x="977310" y="76137"/>
                  <a:pt x="979948" y="74196"/>
                </a:cubicBezTo>
                <a:cubicBezTo>
                  <a:pt x="982586" y="72254"/>
                  <a:pt x="984678" y="69154"/>
                  <a:pt x="986223" y="64897"/>
                </a:cubicBezTo>
                <a:moveTo>
                  <a:pt x="952814" y="48277"/>
                </a:moveTo>
                <a:lnTo>
                  <a:pt x="986336" y="48277"/>
                </a:lnTo>
                <a:cubicBezTo>
                  <a:pt x="985884" y="43309"/>
                  <a:pt x="984603" y="39584"/>
                  <a:pt x="982492" y="37100"/>
                </a:cubicBezTo>
                <a:cubicBezTo>
                  <a:pt x="979251" y="33245"/>
                  <a:pt x="975049" y="31318"/>
                  <a:pt x="969886" y="31318"/>
                </a:cubicBezTo>
                <a:cubicBezTo>
                  <a:pt x="965213" y="31318"/>
                  <a:pt x="961284" y="32856"/>
                  <a:pt x="958099" y="35934"/>
                </a:cubicBezTo>
                <a:cubicBezTo>
                  <a:pt x="954915" y="39010"/>
                  <a:pt x="953153" y="43124"/>
                  <a:pt x="952814" y="48277"/>
                </a:cubicBezTo>
                <a:close/>
                <a:moveTo>
                  <a:pt x="1005449" y="66253"/>
                </a:moveTo>
                <a:lnTo>
                  <a:pt x="1015512" y="64671"/>
                </a:lnTo>
                <a:cubicBezTo>
                  <a:pt x="1016077" y="68685"/>
                  <a:pt x="1017650" y="71762"/>
                  <a:pt x="1020232" y="73901"/>
                </a:cubicBezTo>
                <a:cubicBezTo>
                  <a:pt x="1022813" y="76039"/>
                  <a:pt x="1026422" y="77107"/>
                  <a:pt x="1031057" y="77107"/>
                </a:cubicBezTo>
                <a:cubicBezTo>
                  <a:pt x="1035731" y="77107"/>
                  <a:pt x="1039198" y="76163"/>
                  <a:pt x="1041459" y="74275"/>
                </a:cubicBezTo>
                <a:cubicBezTo>
                  <a:pt x="1043720" y="72386"/>
                  <a:pt x="1044851" y="70171"/>
                  <a:pt x="1044851" y="67630"/>
                </a:cubicBezTo>
                <a:cubicBezTo>
                  <a:pt x="1044851" y="65348"/>
                  <a:pt x="1043852" y="63554"/>
                  <a:pt x="1041855" y="62245"/>
                </a:cubicBezTo>
                <a:cubicBezTo>
                  <a:pt x="1040460" y="61348"/>
                  <a:pt x="1036993" y="60207"/>
                  <a:pt x="1031453" y="58823"/>
                </a:cubicBezTo>
                <a:cubicBezTo>
                  <a:pt x="1023991" y="56938"/>
                  <a:pt x="1018819" y="55307"/>
                  <a:pt x="1015936" y="53930"/>
                </a:cubicBezTo>
                <a:cubicBezTo>
                  <a:pt x="1013053" y="52553"/>
                  <a:pt x="1010867" y="50648"/>
                  <a:pt x="1009378" y="48215"/>
                </a:cubicBezTo>
                <a:cubicBezTo>
                  <a:pt x="1007889" y="45782"/>
                  <a:pt x="1007145" y="43094"/>
                  <a:pt x="1007145" y="40152"/>
                </a:cubicBezTo>
                <a:cubicBezTo>
                  <a:pt x="1007145" y="37474"/>
                  <a:pt x="1007758" y="34994"/>
                  <a:pt x="1008982" y="32712"/>
                </a:cubicBezTo>
                <a:cubicBezTo>
                  <a:pt x="1010207" y="30429"/>
                  <a:pt x="1011875" y="28534"/>
                  <a:pt x="1013985" y="27025"/>
                </a:cubicBezTo>
                <a:cubicBezTo>
                  <a:pt x="1015568" y="25856"/>
                  <a:pt x="1017726" y="24866"/>
                  <a:pt x="1020458" y="24055"/>
                </a:cubicBezTo>
                <a:cubicBezTo>
                  <a:pt x="1023190" y="23244"/>
                  <a:pt x="1026120" y="22838"/>
                  <a:pt x="1029248" y="22838"/>
                </a:cubicBezTo>
                <a:cubicBezTo>
                  <a:pt x="1033959" y="22838"/>
                  <a:pt x="1038095" y="23521"/>
                  <a:pt x="1041657" y="24887"/>
                </a:cubicBezTo>
                <a:cubicBezTo>
                  <a:pt x="1045218" y="26252"/>
                  <a:pt x="1047847" y="28102"/>
                  <a:pt x="1049543" y="30436"/>
                </a:cubicBezTo>
                <a:cubicBezTo>
                  <a:pt x="1051239" y="32769"/>
                  <a:pt x="1052407" y="35890"/>
                  <a:pt x="1053048" y="39797"/>
                </a:cubicBezTo>
                <a:lnTo>
                  <a:pt x="1043098" y="41154"/>
                </a:lnTo>
                <a:cubicBezTo>
                  <a:pt x="1042646" y="38064"/>
                  <a:pt x="1041337" y="35652"/>
                  <a:pt x="1039170" y="33918"/>
                </a:cubicBezTo>
                <a:cubicBezTo>
                  <a:pt x="1037003" y="32185"/>
                  <a:pt x="1033940" y="31318"/>
                  <a:pt x="1029983" y="31318"/>
                </a:cubicBezTo>
                <a:cubicBezTo>
                  <a:pt x="1025310" y="31318"/>
                  <a:pt x="1021975" y="32087"/>
                  <a:pt x="1019977" y="33625"/>
                </a:cubicBezTo>
                <a:cubicBezTo>
                  <a:pt x="1017980" y="35162"/>
                  <a:pt x="1016981" y="36962"/>
                  <a:pt x="1016981" y="39025"/>
                </a:cubicBezTo>
                <a:cubicBezTo>
                  <a:pt x="1016981" y="40337"/>
                  <a:pt x="1017396" y="41519"/>
                  <a:pt x="1018225" y="42569"/>
                </a:cubicBezTo>
                <a:cubicBezTo>
                  <a:pt x="1019054" y="43656"/>
                  <a:pt x="1020354" y="44556"/>
                  <a:pt x="1022126" y="45268"/>
                </a:cubicBezTo>
                <a:cubicBezTo>
                  <a:pt x="1023143" y="45644"/>
                  <a:pt x="1026139" y="46507"/>
                  <a:pt x="1031114" y="47856"/>
                </a:cubicBezTo>
                <a:cubicBezTo>
                  <a:pt x="1038312" y="49777"/>
                  <a:pt x="1043334" y="51349"/>
                  <a:pt x="1046179" y="52573"/>
                </a:cubicBezTo>
                <a:cubicBezTo>
                  <a:pt x="1049025" y="53797"/>
                  <a:pt x="1051258" y="55576"/>
                  <a:pt x="1052878" y="57912"/>
                </a:cubicBezTo>
                <a:cubicBezTo>
                  <a:pt x="1054499" y="60246"/>
                  <a:pt x="1055309" y="63145"/>
                  <a:pt x="1055309" y="66609"/>
                </a:cubicBezTo>
                <a:cubicBezTo>
                  <a:pt x="1055309" y="69998"/>
                  <a:pt x="1054320" y="73190"/>
                  <a:pt x="1052341" y="76183"/>
                </a:cubicBezTo>
                <a:cubicBezTo>
                  <a:pt x="1050363" y="79176"/>
                  <a:pt x="1047508" y="81491"/>
                  <a:pt x="1043777" y="83130"/>
                </a:cubicBezTo>
                <a:cubicBezTo>
                  <a:pt x="1040046" y="84768"/>
                  <a:pt x="1035825" y="85587"/>
                  <a:pt x="1031114" y="85587"/>
                </a:cubicBezTo>
                <a:cubicBezTo>
                  <a:pt x="1023313" y="85587"/>
                  <a:pt x="1017368" y="83962"/>
                  <a:pt x="1013279" y="80711"/>
                </a:cubicBezTo>
                <a:cubicBezTo>
                  <a:pt x="1009190" y="77461"/>
                  <a:pt x="1006580" y="72641"/>
                  <a:pt x="1005449" y="66253"/>
                </a:cubicBezTo>
                <a:close/>
                <a:moveTo>
                  <a:pt x="1063336" y="66253"/>
                </a:moveTo>
                <a:lnTo>
                  <a:pt x="1073398" y="64671"/>
                </a:lnTo>
                <a:cubicBezTo>
                  <a:pt x="1073964" y="68685"/>
                  <a:pt x="1075537" y="71762"/>
                  <a:pt x="1078119" y="73901"/>
                </a:cubicBezTo>
                <a:cubicBezTo>
                  <a:pt x="1080700" y="76039"/>
                  <a:pt x="1084309" y="77107"/>
                  <a:pt x="1088944" y="77107"/>
                </a:cubicBezTo>
                <a:cubicBezTo>
                  <a:pt x="1093617" y="77107"/>
                  <a:pt x="1097085" y="76163"/>
                  <a:pt x="1099346" y="74275"/>
                </a:cubicBezTo>
                <a:cubicBezTo>
                  <a:pt x="1101607" y="72386"/>
                  <a:pt x="1102738" y="70171"/>
                  <a:pt x="1102738" y="67630"/>
                </a:cubicBezTo>
                <a:cubicBezTo>
                  <a:pt x="1102738" y="65348"/>
                  <a:pt x="1101739" y="63554"/>
                  <a:pt x="1099742" y="62245"/>
                </a:cubicBezTo>
                <a:cubicBezTo>
                  <a:pt x="1098347" y="61348"/>
                  <a:pt x="1094880" y="60207"/>
                  <a:pt x="1089340" y="58823"/>
                </a:cubicBezTo>
                <a:cubicBezTo>
                  <a:pt x="1081878" y="56938"/>
                  <a:pt x="1076706" y="55307"/>
                  <a:pt x="1073822" y="53930"/>
                </a:cubicBezTo>
                <a:cubicBezTo>
                  <a:pt x="1070939" y="52553"/>
                  <a:pt x="1068754" y="50648"/>
                  <a:pt x="1067265" y="48215"/>
                </a:cubicBezTo>
                <a:cubicBezTo>
                  <a:pt x="1065776" y="45782"/>
                  <a:pt x="1065032" y="43094"/>
                  <a:pt x="1065032" y="40152"/>
                </a:cubicBezTo>
                <a:cubicBezTo>
                  <a:pt x="1065032" y="37474"/>
                  <a:pt x="1065644" y="34994"/>
                  <a:pt x="1066869" y="32712"/>
                </a:cubicBezTo>
                <a:cubicBezTo>
                  <a:pt x="1068094" y="30429"/>
                  <a:pt x="1069762" y="28534"/>
                  <a:pt x="1071872" y="27025"/>
                </a:cubicBezTo>
                <a:cubicBezTo>
                  <a:pt x="1073455" y="25856"/>
                  <a:pt x="1075613" y="24866"/>
                  <a:pt x="1078345" y="24055"/>
                </a:cubicBezTo>
                <a:cubicBezTo>
                  <a:pt x="1081077" y="23244"/>
                  <a:pt x="1084007" y="22838"/>
                  <a:pt x="1087135" y="22838"/>
                </a:cubicBezTo>
                <a:cubicBezTo>
                  <a:pt x="1091846" y="22838"/>
                  <a:pt x="1095982" y="23521"/>
                  <a:pt x="1099544" y="24887"/>
                </a:cubicBezTo>
                <a:cubicBezTo>
                  <a:pt x="1103105" y="26252"/>
                  <a:pt x="1105734" y="28102"/>
                  <a:pt x="1107430" y="30436"/>
                </a:cubicBezTo>
                <a:cubicBezTo>
                  <a:pt x="1109126" y="32769"/>
                  <a:pt x="1110294" y="35890"/>
                  <a:pt x="1110935" y="39797"/>
                </a:cubicBezTo>
                <a:lnTo>
                  <a:pt x="1100985" y="41154"/>
                </a:lnTo>
                <a:cubicBezTo>
                  <a:pt x="1100533" y="38064"/>
                  <a:pt x="1099223" y="35652"/>
                  <a:pt x="1097056" y="33918"/>
                </a:cubicBezTo>
                <a:cubicBezTo>
                  <a:pt x="1094889" y="32185"/>
                  <a:pt x="1091827" y="31318"/>
                  <a:pt x="1087870" y="31318"/>
                </a:cubicBezTo>
                <a:cubicBezTo>
                  <a:pt x="1083197" y="31318"/>
                  <a:pt x="1079862" y="32087"/>
                  <a:pt x="1077864" y="33625"/>
                </a:cubicBezTo>
                <a:cubicBezTo>
                  <a:pt x="1075867" y="35162"/>
                  <a:pt x="1074868" y="36962"/>
                  <a:pt x="1074868" y="39025"/>
                </a:cubicBezTo>
                <a:cubicBezTo>
                  <a:pt x="1074868" y="40337"/>
                  <a:pt x="1075283" y="41519"/>
                  <a:pt x="1076112" y="42569"/>
                </a:cubicBezTo>
                <a:cubicBezTo>
                  <a:pt x="1076941" y="43656"/>
                  <a:pt x="1078241" y="44556"/>
                  <a:pt x="1080013" y="45268"/>
                </a:cubicBezTo>
                <a:cubicBezTo>
                  <a:pt x="1081030" y="45644"/>
                  <a:pt x="1084026" y="46507"/>
                  <a:pt x="1089001" y="47856"/>
                </a:cubicBezTo>
                <a:cubicBezTo>
                  <a:pt x="1096199" y="49777"/>
                  <a:pt x="1101221" y="51349"/>
                  <a:pt x="1104066" y="52573"/>
                </a:cubicBezTo>
                <a:cubicBezTo>
                  <a:pt x="1106912" y="53797"/>
                  <a:pt x="1109144" y="55576"/>
                  <a:pt x="1110765" y="57912"/>
                </a:cubicBezTo>
                <a:cubicBezTo>
                  <a:pt x="1112386" y="60246"/>
                  <a:pt x="1113196" y="63145"/>
                  <a:pt x="1113196" y="66609"/>
                </a:cubicBezTo>
                <a:cubicBezTo>
                  <a:pt x="1113196" y="69998"/>
                  <a:pt x="1112207" y="73190"/>
                  <a:pt x="1110228" y="76183"/>
                </a:cubicBezTo>
                <a:cubicBezTo>
                  <a:pt x="1108249" y="79176"/>
                  <a:pt x="1105395" y="81491"/>
                  <a:pt x="1101664" y="83130"/>
                </a:cubicBezTo>
                <a:cubicBezTo>
                  <a:pt x="1097933" y="84768"/>
                  <a:pt x="1093712" y="85587"/>
                  <a:pt x="1089001" y="85587"/>
                </a:cubicBezTo>
                <a:cubicBezTo>
                  <a:pt x="1081200" y="85587"/>
                  <a:pt x="1075255" y="83962"/>
                  <a:pt x="1071166" y="80711"/>
                </a:cubicBezTo>
                <a:cubicBezTo>
                  <a:pt x="1067077" y="77461"/>
                  <a:pt x="1064467" y="72641"/>
                  <a:pt x="1063336" y="66253"/>
                </a:cubicBezTo>
                <a:close/>
                <a:moveTo>
                  <a:pt x="1125350" y="13115"/>
                </a:moveTo>
                <a:lnTo>
                  <a:pt x="1125350" y="1357"/>
                </a:lnTo>
                <a:lnTo>
                  <a:pt x="1135525" y="1357"/>
                </a:lnTo>
                <a:lnTo>
                  <a:pt x="1135525" y="13115"/>
                </a:lnTo>
                <a:lnTo>
                  <a:pt x="1125350" y="13115"/>
                </a:lnTo>
                <a:moveTo>
                  <a:pt x="1125350" y="84230"/>
                </a:moveTo>
                <a:lnTo>
                  <a:pt x="1125350" y="24195"/>
                </a:lnTo>
                <a:lnTo>
                  <a:pt x="1135525" y="24195"/>
                </a:lnTo>
                <a:lnTo>
                  <a:pt x="1135525" y="84230"/>
                </a:lnTo>
                <a:lnTo>
                  <a:pt x="1125350" y="84230"/>
                </a:lnTo>
                <a:close/>
                <a:moveTo>
                  <a:pt x="1147231" y="54213"/>
                </a:moveTo>
                <a:cubicBezTo>
                  <a:pt x="1147231" y="43095"/>
                  <a:pt x="1150321" y="34860"/>
                  <a:pt x="1156502" y="29509"/>
                </a:cubicBezTo>
                <a:cubicBezTo>
                  <a:pt x="1161665" y="25062"/>
                  <a:pt x="1167958" y="22838"/>
                  <a:pt x="1175383" y="22838"/>
                </a:cubicBezTo>
                <a:cubicBezTo>
                  <a:pt x="1183636" y="22838"/>
                  <a:pt x="1190382" y="25542"/>
                  <a:pt x="1195621" y="30950"/>
                </a:cubicBezTo>
                <a:cubicBezTo>
                  <a:pt x="1200859" y="36358"/>
                  <a:pt x="1203478" y="43830"/>
                  <a:pt x="1203478" y="53365"/>
                </a:cubicBezTo>
                <a:cubicBezTo>
                  <a:pt x="1203478" y="61090"/>
                  <a:pt x="1202319" y="67167"/>
                  <a:pt x="1200002" y="71596"/>
                </a:cubicBezTo>
                <a:cubicBezTo>
                  <a:pt x="1197684" y="76024"/>
                  <a:pt x="1194311" y="79463"/>
                  <a:pt x="1189883" y="81912"/>
                </a:cubicBezTo>
                <a:cubicBezTo>
                  <a:pt x="1185455" y="84362"/>
                  <a:pt x="1180621" y="85587"/>
                  <a:pt x="1175383" y="85587"/>
                </a:cubicBezTo>
                <a:cubicBezTo>
                  <a:pt x="1166979" y="85587"/>
                  <a:pt x="1160186" y="82892"/>
                  <a:pt x="1155004" y="77503"/>
                </a:cubicBezTo>
                <a:cubicBezTo>
                  <a:pt x="1149822" y="72114"/>
                  <a:pt x="1147231" y="64350"/>
                  <a:pt x="1147231" y="54213"/>
                </a:cubicBezTo>
                <a:moveTo>
                  <a:pt x="1157689" y="54184"/>
                </a:moveTo>
                <a:cubicBezTo>
                  <a:pt x="1157689" y="61844"/>
                  <a:pt x="1159366" y="67580"/>
                  <a:pt x="1162720" y="71391"/>
                </a:cubicBezTo>
                <a:cubicBezTo>
                  <a:pt x="1166074" y="75202"/>
                  <a:pt x="1170295" y="77107"/>
                  <a:pt x="1175383" y="77107"/>
                </a:cubicBezTo>
                <a:cubicBezTo>
                  <a:pt x="1180433" y="77107"/>
                  <a:pt x="1184635" y="75192"/>
                  <a:pt x="1187989" y="71362"/>
                </a:cubicBezTo>
                <a:cubicBezTo>
                  <a:pt x="1191343" y="67532"/>
                  <a:pt x="1193020" y="61694"/>
                  <a:pt x="1193020" y="53847"/>
                </a:cubicBezTo>
                <a:cubicBezTo>
                  <a:pt x="1193020" y="46450"/>
                  <a:pt x="1191334" y="40845"/>
                  <a:pt x="1187961" y="37034"/>
                </a:cubicBezTo>
                <a:cubicBezTo>
                  <a:pt x="1184588" y="33223"/>
                  <a:pt x="1180395" y="31318"/>
                  <a:pt x="1175383" y="31318"/>
                </a:cubicBezTo>
                <a:cubicBezTo>
                  <a:pt x="1170295" y="31318"/>
                  <a:pt x="1166074" y="33214"/>
                  <a:pt x="1162720" y="37006"/>
                </a:cubicBezTo>
                <a:cubicBezTo>
                  <a:pt x="1159366" y="40798"/>
                  <a:pt x="1157689" y="46524"/>
                  <a:pt x="1157689" y="54184"/>
                </a:cubicBezTo>
                <a:close/>
                <a:moveTo>
                  <a:pt x="1215412" y="84230"/>
                </a:moveTo>
                <a:lnTo>
                  <a:pt x="1215412" y="24195"/>
                </a:lnTo>
                <a:lnTo>
                  <a:pt x="1224570" y="24195"/>
                </a:lnTo>
                <a:lnTo>
                  <a:pt x="1224570" y="32674"/>
                </a:lnTo>
                <a:cubicBezTo>
                  <a:pt x="1228979" y="26117"/>
                  <a:pt x="1235348" y="22838"/>
                  <a:pt x="1243677" y="22838"/>
                </a:cubicBezTo>
                <a:cubicBezTo>
                  <a:pt x="1247295" y="22838"/>
                  <a:pt x="1250621" y="23488"/>
                  <a:pt x="1253654" y="24789"/>
                </a:cubicBezTo>
                <a:cubicBezTo>
                  <a:pt x="1256688" y="26089"/>
                  <a:pt x="1258959" y="27794"/>
                  <a:pt x="1260466" y="29905"/>
                </a:cubicBezTo>
                <a:cubicBezTo>
                  <a:pt x="1261974" y="32015"/>
                  <a:pt x="1263029" y="34521"/>
                  <a:pt x="1263632" y="37423"/>
                </a:cubicBezTo>
                <a:cubicBezTo>
                  <a:pt x="1264009" y="39307"/>
                  <a:pt x="1264197" y="42605"/>
                  <a:pt x="1264197" y="47316"/>
                </a:cubicBezTo>
                <a:lnTo>
                  <a:pt x="1264197" y="84230"/>
                </a:lnTo>
                <a:lnTo>
                  <a:pt x="1254022" y="84230"/>
                </a:lnTo>
                <a:lnTo>
                  <a:pt x="1254022" y="47673"/>
                </a:lnTo>
                <a:cubicBezTo>
                  <a:pt x="1254022" y="43522"/>
                  <a:pt x="1253626" y="40419"/>
                  <a:pt x="1252835" y="38363"/>
                </a:cubicBezTo>
                <a:cubicBezTo>
                  <a:pt x="1252043" y="36307"/>
                  <a:pt x="1250639" y="34665"/>
                  <a:pt x="1248623" y="33439"/>
                </a:cubicBezTo>
                <a:cubicBezTo>
                  <a:pt x="1246607" y="32213"/>
                  <a:pt x="1244242" y="31600"/>
                  <a:pt x="1241529" y="31600"/>
                </a:cubicBezTo>
                <a:cubicBezTo>
                  <a:pt x="1237195" y="31600"/>
                  <a:pt x="1233454" y="32978"/>
                  <a:pt x="1230307" y="35732"/>
                </a:cubicBezTo>
                <a:cubicBezTo>
                  <a:pt x="1227161" y="38486"/>
                  <a:pt x="1225587" y="43711"/>
                  <a:pt x="1225587" y="51407"/>
                </a:cubicBezTo>
                <a:lnTo>
                  <a:pt x="1225587" y="84230"/>
                </a:lnTo>
                <a:lnTo>
                  <a:pt x="1215412" y="84230"/>
                </a:lnTo>
                <a:close/>
                <a:moveTo>
                  <a:pt x="1275735" y="66253"/>
                </a:moveTo>
                <a:lnTo>
                  <a:pt x="1285797" y="64671"/>
                </a:lnTo>
                <a:cubicBezTo>
                  <a:pt x="1286362" y="68685"/>
                  <a:pt x="1287936" y="71762"/>
                  <a:pt x="1290517" y="73901"/>
                </a:cubicBezTo>
                <a:cubicBezTo>
                  <a:pt x="1293099" y="76039"/>
                  <a:pt x="1296707" y="77107"/>
                  <a:pt x="1301343" y="77107"/>
                </a:cubicBezTo>
                <a:cubicBezTo>
                  <a:pt x="1306016" y="77107"/>
                  <a:pt x="1309483" y="76163"/>
                  <a:pt x="1311744" y="74275"/>
                </a:cubicBezTo>
                <a:cubicBezTo>
                  <a:pt x="1314006" y="72386"/>
                  <a:pt x="1315136" y="70171"/>
                  <a:pt x="1315136" y="67630"/>
                </a:cubicBezTo>
                <a:cubicBezTo>
                  <a:pt x="1315136" y="65348"/>
                  <a:pt x="1314138" y="63554"/>
                  <a:pt x="1312140" y="62245"/>
                </a:cubicBezTo>
                <a:cubicBezTo>
                  <a:pt x="1310746" y="61348"/>
                  <a:pt x="1307279" y="60207"/>
                  <a:pt x="1301739" y="58823"/>
                </a:cubicBezTo>
                <a:cubicBezTo>
                  <a:pt x="1294277" y="56938"/>
                  <a:pt x="1289104" y="55307"/>
                  <a:pt x="1286221" y="53930"/>
                </a:cubicBezTo>
                <a:cubicBezTo>
                  <a:pt x="1283338" y="52553"/>
                  <a:pt x="1281152" y="50648"/>
                  <a:pt x="1279664" y="48215"/>
                </a:cubicBezTo>
                <a:cubicBezTo>
                  <a:pt x="1278175" y="45782"/>
                  <a:pt x="1277431" y="43094"/>
                  <a:pt x="1277431" y="40152"/>
                </a:cubicBezTo>
                <a:cubicBezTo>
                  <a:pt x="1277431" y="37474"/>
                  <a:pt x="1278043" y="34994"/>
                  <a:pt x="1279268" y="32712"/>
                </a:cubicBezTo>
                <a:cubicBezTo>
                  <a:pt x="1280493" y="30429"/>
                  <a:pt x="1282160" y="28534"/>
                  <a:pt x="1284271" y="27025"/>
                </a:cubicBezTo>
                <a:cubicBezTo>
                  <a:pt x="1285854" y="25856"/>
                  <a:pt x="1288011" y="24866"/>
                  <a:pt x="1290743" y="24055"/>
                </a:cubicBezTo>
                <a:cubicBezTo>
                  <a:pt x="1293476" y="23244"/>
                  <a:pt x="1296406" y="22838"/>
                  <a:pt x="1299534" y="22838"/>
                </a:cubicBezTo>
                <a:cubicBezTo>
                  <a:pt x="1304245" y="22838"/>
                  <a:pt x="1308381" y="23521"/>
                  <a:pt x="1311942" y="24887"/>
                </a:cubicBezTo>
                <a:cubicBezTo>
                  <a:pt x="1315504" y="26252"/>
                  <a:pt x="1318132" y="28102"/>
                  <a:pt x="1319828" y="30436"/>
                </a:cubicBezTo>
                <a:cubicBezTo>
                  <a:pt x="1321524" y="32769"/>
                  <a:pt x="1322693" y="35890"/>
                  <a:pt x="1323333" y="39797"/>
                </a:cubicBezTo>
                <a:lnTo>
                  <a:pt x="1313384" y="41154"/>
                </a:lnTo>
                <a:cubicBezTo>
                  <a:pt x="1312932" y="38064"/>
                  <a:pt x="1311622" y="35652"/>
                  <a:pt x="1309455" y="33918"/>
                </a:cubicBezTo>
                <a:cubicBezTo>
                  <a:pt x="1307288" y="32185"/>
                  <a:pt x="1304226" y="31318"/>
                  <a:pt x="1300269" y="31318"/>
                </a:cubicBezTo>
                <a:cubicBezTo>
                  <a:pt x="1295596" y="31318"/>
                  <a:pt x="1292260" y="32087"/>
                  <a:pt x="1290263" y="33625"/>
                </a:cubicBezTo>
                <a:cubicBezTo>
                  <a:pt x="1288266" y="35162"/>
                  <a:pt x="1287267" y="36962"/>
                  <a:pt x="1287267" y="39025"/>
                </a:cubicBezTo>
                <a:cubicBezTo>
                  <a:pt x="1287267" y="40337"/>
                  <a:pt x="1287681" y="41519"/>
                  <a:pt x="1288511" y="42569"/>
                </a:cubicBezTo>
                <a:cubicBezTo>
                  <a:pt x="1289340" y="43656"/>
                  <a:pt x="1290640" y="44556"/>
                  <a:pt x="1292411" y="45268"/>
                </a:cubicBezTo>
                <a:cubicBezTo>
                  <a:pt x="1293429" y="45644"/>
                  <a:pt x="1296425" y="46507"/>
                  <a:pt x="1301399" y="47856"/>
                </a:cubicBezTo>
                <a:cubicBezTo>
                  <a:pt x="1308598" y="49777"/>
                  <a:pt x="1313619" y="51349"/>
                  <a:pt x="1316465" y="52573"/>
                </a:cubicBezTo>
                <a:cubicBezTo>
                  <a:pt x="1319310" y="53797"/>
                  <a:pt x="1321543" y="55576"/>
                  <a:pt x="1323164" y="57912"/>
                </a:cubicBezTo>
                <a:cubicBezTo>
                  <a:pt x="1324784" y="60246"/>
                  <a:pt x="1325594" y="63145"/>
                  <a:pt x="1325594" y="66609"/>
                </a:cubicBezTo>
                <a:cubicBezTo>
                  <a:pt x="1325594" y="69998"/>
                  <a:pt x="1324605" y="73190"/>
                  <a:pt x="1322627" y="76183"/>
                </a:cubicBezTo>
                <a:cubicBezTo>
                  <a:pt x="1320648" y="79176"/>
                  <a:pt x="1317793" y="81491"/>
                  <a:pt x="1314062" y="83130"/>
                </a:cubicBezTo>
                <a:cubicBezTo>
                  <a:pt x="1310331" y="84768"/>
                  <a:pt x="1306110" y="85587"/>
                  <a:pt x="1301399" y="85587"/>
                </a:cubicBezTo>
                <a:cubicBezTo>
                  <a:pt x="1293598" y="85587"/>
                  <a:pt x="1287653" y="83962"/>
                  <a:pt x="1283564" y="80711"/>
                </a:cubicBezTo>
                <a:cubicBezTo>
                  <a:pt x="1279475" y="77461"/>
                  <a:pt x="1276865" y="72641"/>
                  <a:pt x="1275735" y="66253"/>
                </a:cubicBezTo>
                <a:close/>
                <a:moveTo>
                  <a:pt x="1340575" y="84230"/>
                </a:moveTo>
                <a:lnTo>
                  <a:pt x="1340575" y="72585"/>
                </a:lnTo>
                <a:lnTo>
                  <a:pt x="1352164" y="72585"/>
                </a:lnTo>
                <a:lnTo>
                  <a:pt x="1352164" y="84230"/>
                </a:lnTo>
                <a:lnTo>
                  <a:pt x="1340575" y="8423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476C16-9D4A-4C58-90C9-ABF87AFD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770" y="2447411"/>
            <a:ext cx="232150" cy="232146"/>
          </a:xfrm>
          <a:custGeom xmlns:a="http://schemas.openxmlformats.org/drawingml/2006/main">
            <a:pathLst>
              <a:path w="232150" h="232146">
                <a:moveTo>
                  <a:pt x="116075" y="0"/>
                </a:moveTo>
                <a:cubicBezTo>
                  <a:pt x="180139" y="0"/>
                  <a:pt x="232150" y="52002"/>
                  <a:pt x="232150" y="116063"/>
                </a:cubicBezTo>
                <a:cubicBezTo>
                  <a:pt x="232150" y="180144"/>
                  <a:pt x="180139" y="232146"/>
                  <a:pt x="116075" y="232146"/>
                </a:cubicBezTo>
                <a:cubicBezTo>
                  <a:pt x="52011" y="232146"/>
                  <a:pt x="0" y="180144"/>
                  <a:pt x="0" y="116063"/>
                </a:cubicBezTo>
                <a:cubicBezTo>
                  <a:pt x="0" y="52002"/>
                  <a:pt x="52011" y="0"/>
                  <a:pt x="116075" y="0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4">
            <a:extLst xmlns:a="http://schemas.openxmlformats.org/drawingml/2006/main">
              <a:ext uri="{FF2B5EF4-FFF2-40B4-BE49-F238E27FC236}">
                <a16:creationId xmlns:a16="http://schemas.microsoft.com/office/drawing/2014/main" id="{FE215686-7BB8-4F8F-A9F0-C518305C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742" y="2502881"/>
            <a:ext cx="86784" cy="121201"/>
          </a:xfrm>
          <a:custGeom xmlns:a="http://schemas.openxmlformats.org/drawingml/2006/main">
            <a:pathLst>
              <a:path w="86784" h="121201">
                <a:moveTo>
                  <a:pt x="49402" y="121201"/>
                </a:moveTo>
                <a:lnTo>
                  <a:pt x="49402" y="96829"/>
                </a:lnTo>
                <a:lnTo>
                  <a:pt x="0" y="96829"/>
                </a:lnTo>
                <a:lnTo>
                  <a:pt x="0" y="76656"/>
                </a:lnTo>
                <a:lnTo>
                  <a:pt x="52367" y="0"/>
                </a:lnTo>
                <a:lnTo>
                  <a:pt x="71798" y="0"/>
                </a:lnTo>
                <a:lnTo>
                  <a:pt x="71798" y="76574"/>
                </a:lnTo>
                <a:lnTo>
                  <a:pt x="86784" y="76574"/>
                </a:lnTo>
                <a:lnTo>
                  <a:pt x="86784" y="96829"/>
                </a:lnTo>
                <a:lnTo>
                  <a:pt x="71798" y="96829"/>
                </a:lnTo>
                <a:lnTo>
                  <a:pt x="71798" y="121201"/>
                </a:lnTo>
                <a:lnTo>
                  <a:pt x="49402" y="121201"/>
                </a:lnTo>
                <a:moveTo>
                  <a:pt x="49402" y="76574"/>
                </a:moveTo>
                <a:lnTo>
                  <a:pt x="49402" y="35369"/>
                </a:lnTo>
                <a:lnTo>
                  <a:pt x="21655" y="76574"/>
                </a:lnTo>
                <a:lnTo>
                  <a:pt x="49402" y="765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445ECE-446E-4112-806F-828927EB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770" y="862156"/>
            <a:ext cx="1403923" cy="771556"/>
          </a:xfrm>
          <a:custGeom xmlns:a="http://schemas.openxmlformats.org/drawingml/2006/main">
            <a:pathLst>
              <a:path w="1403923" h="771556">
                <a:moveTo>
                  <a:pt x="1403923" y="102788"/>
                </a:moveTo>
                <a:lnTo>
                  <a:pt x="1403923" y="668768"/>
                </a:lnTo>
                <a:cubicBezTo>
                  <a:pt x="1403923" y="725498"/>
                  <a:pt x="1357845" y="771556"/>
                  <a:pt x="1301116" y="771556"/>
                </a:cubicBezTo>
                <a:lnTo>
                  <a:pt x="102794" y="771556"/>
                </a:lnTo>
                <a:cubicBezTo>
                  <a:pt x="46061" y="771556"/>
                  <a:pt x="0" y="725498"/>
                  <a:pt x="0" y="668768"/>
                </a:cubicBezTo>
                <a:lnTo>
                  <a:pt x="0" y="102788"/>
                </a:lnTo>
                <a:cubicBezTo>
                  <a:pt x="0" y="46059"/>
                  <a:pt x="46061" y="0"/>
                  <a:pt x="102794" y="0"/>
                </a:cubicBezTo>
                <a:lnTo>
                  <a:pt x="1301116" y="0"/>
                </a:lnTo>
                <a:cubicBezTo>
                  <a:pt x="1357845" y="0"/>
                  <a:pt x="1403923" y="46059"/>
                  <a:pt x="1403923" y="102788"/>
                </a:cubicBez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619919f904569"/>
          <a:stretch xmlns:a="http://schemas.openxmlformats.org/drawingml/2006/main"/>
        </p:blipFill>
        <p:spPr>
          <a:xfrm xmlns:a="http://schemas.openxmlformats.org/drawingml/2006/main">
            <a:off x="1961269" y="75106"/>
            <a:ext cx="1190156" cy="1180894"/>
          </a:xfrm>
          <a:prstGeom xmlns:a="http://schemas.openxmlformats.org/drawingml/2006/main" prst="rect">
            <a:avLst/>
          </a:prstGeom>
        </p:spPr>
      </p:pic>
      <p:sp>
        <p:nvSpPr>
          <p:cNvPr id="35" name="Text CLAIM">
            <a:extLst xmlns:a="http://schemas.openxmlformats.org/drawingml/2006/main">
              <a:ext uri="{FF2B5EF4-FFF2-40B4-BE49-F238E27FC236}">
                <a16:creationId xmlns:a16="http://schemas.microsoft.com/office/drawing/2014/main" id="{0DFC21EC-9B9B-4C56-AE94-618CF503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383" y="950606"/>
            <a:ext cx="398299" cy="85813"/>
          </a:xfrm>
          <a:custGeom xmlns:a="http://schemas.openxmlformats.org/drawingml/2006/main">
            <a:pathLst>
              <a:path w="398299" h="85813">
                <a:moveTo>
                  <a:pt x="58170" y="50425"/>
                </a:moveTo>
                <a:lnTo>
                  <a:pt x="80612" y="57232"/>
                </a:lnTo>
                <a:cubicBezTo>
                  <a:pt x="79105" y="63532"/>
                  <a:pt x="76730" y="68796"/>
                  <a:pt x="73489" y="73023"/>
                </a:cubicBezTo>
                <a:cubicBezTo>
                  <a:pt x="70248" y="77249"/>
                  <a:pt x="66225" y="80437"/>
                  <a:pt x="61420" y="82587"/>
                </a:cubicBezTo>
                <a:cubicBezTo>
                  <a:pt x="56615" y="84738"/>
                  <a:pt x="50500" y="85813"/>
                  <a:pt x="43076" y="85813"/>
                </a:cubicBezTo>
                <a:cubicBezTo>
                  <a:pt x="34069" y="85813"/>
                  <a:pt x="26711" y="84503"/>
                  <a:pt x="21001" y="81882"/>
                </a:cubicBezTo>
                <a:cubicBezTo>
                  <a:pt x="15291" y="79261"/>
                  <a:pt x="10364" y="74651"/>
                  <a:pt x="6218" y="68052"/>
                </a:cubicBezTo>
                <a:cubicBezTo>
                  <a:pt x="2073" y="61452"/>
                  <a:pt x="0" y="53004"/>
                  <a:pt x="0" y="42709"/>
                </a:cubicBezTo>
                <a:cubicBezTo>
                  <a:pt x="0" y="28981"/>
                  <a:pt x="3646" y="18431"/>
                  <a:pt x="10939" y="11059"/>
                </a:cubicBezTo>
                <a:cubicBezTo>
                  <a:pt x="18231" y="3686"/>
                  <a:pt x="28548" y="0"/>
                  <a:pt x="41889" y="0"/>
                </a:cubicBezTo>
                <a:cubicBezTo>
                  <a:pt x="52328" y="0"/>
                  <a:pt x="60534" y="2110"/>
                  <a:pt x="66508" y="6330"/>
                </a:cubicBezTo>
                <a:cubicBezTo>
                  <a:pt x="72481" y="10549"/>
                  <a:pt x="76919" y="17030"/>
                  <a:pt x="79821" y="25771"/>
                </a:cubicBezTo>
                <a:lnTo>
                  <a:pt x="57209" y="30752"/>
                </a:lnTo>
                <a:cubicBezTo>
                  <a:pt x="56417" y="28252"/>
                  <a:pt x="55588" y="26423"/>
                  <a:pt x="54721" y="25265"/>
                </a:cubicBezTo>
                <a:cubicBezTo>
                  <a:pt x="53289" y="23326"/>
                  <a:pt x="51537" y="21834"/>
                  <a:pt x="49464" y="20789"/>
                </a:cubicBezTo>
                <a:cubicBezTo>
                  <a:pt x="47391" y="19743"/>
                  <a:pt x="45073" y="19220"/>
                  <a:pt x="42511" y="19220"/>
                </a:cubicBezTo>
                <a:cubicBezTo>
                  <a:pt x="36707" y="19220"/>
                  <a:pt x="32260" y="21557"/>
                  <a:pt x="29170" y="26230"/>
                </a:cubicBezTo>
                <a:cubicBezTo>
                  <a:pt x="26833" y="29697"/>
                  <a:pt x="25665" y="35143"/>
                  <a:pt x="25665" y="42567"/>
                </a:cubicBezTo>
                <a:cubicBezTo>
                  <a:pt x="25665" y="51763"/>
                  <a:pt x="27059" y="58066"/>
                  <a:pt x="29848" y="61477"/>
                </a:cubicBezTo>
                <a:cubicBezTo>
                  <a:pt x="32637" y="64887"/>
                  <a:pt x="36556" y="66593"/>
                  <a:pt x="41606" y="66593"/>
                </a:cubicBezTo>
                <a:cubicBezTo>
                  <a:pt x="46506" y="66593"/>
                  <a:pt x="50208" y="65212"/>
                  <a:pt x="52714" y="62452"/>
                </a:cubicBezTo>
                <a:cubicBezTo>
                  <a:pt x="55221" y="59691"/>
                  <a:pt x="57039" y="55682"/>
                  <a:pt x="58170" y="50425"/>
                </a:cubicBezTo>
                <a:close/>
                <a:moveTo>
                  <a:pt x="93045" y="1470"/>
                </a:moveTo>
                <a:lnTo>
                  <a:pt x="118653" y="1470"/>
                </a:lnTo>
                <a:lnTo>
                  <a:pt x="118653" y="63879"/>
                </a:lnTo>
                <a:lnTo>
                  <a:pt x="158620" y="63879"/>
                </a:lnTo>
                <a:lnTo>
                  <a:pt x="158620" y="84343"/>
                </a:lnTo>
                <a:lnTo>
                  <a:pt x="93045" y="84343"/>
                </a:lnTo>
                <a:lnTo>
                  <a:pt x="93045" y="1470"/>
                </a:lnTo>
                <a:close/>
                <a:moveTo>
                  <a:pt x="221245" y="70663"/>
                </a:moveTo>
                <a:lnTo>
                  <a:pt x="192076" y="70663"/>
                </a:lnTo>
                <a:lnTo>
                  <a:pt x="188062" y="84343"/>
                </a:lnTo>
                <a:lnTo>
                  <a:pt x="161888" y="84343"/>
                </a:lnTo>
                <a:lnTo>
                  <a:pt x="193037" y="1470"/>
                </a:lnTo>
                <a:lnTo>
                  <a:pt x="220963" y="1470"/>
                </a:lnTo>
                <a:lnTo>
                  <a:pt x="252111" y="84343"/>
                </a:lnTo>
                <a:lnTo>
                  <a:pt x="225315" y="84343"/>
                </a:lnTo>
                <a:lnTo>
                  <a:pt x="221245" y="70663"/>
                </a:lnTo>
                <a:moveTo>
                  <a:pt x="215875" y="52686"/>
                </a:moveTo>
                <a:lnTo>
                  <a:pt x="206717" y="22928"/>
                </a:lnTo>
                <a:lnTo>
                  <a:pt x="197616" y="52686"/>
                </a:lnTo>
                <a:lnTo>
                  <a:pt x="215875" y="52686"/>
                </a:lnTo>
                <a:close/>
                <a:moveTo>
                  <a:pt x="261321" y="1470"/>
                </a:moveTo>
                <a:lnTo>
                  <a:pt x="286986" y="1470"/>
                </a:lnTo>
                <a:lnTo>
                  <a:pt x="286986" y="84343"/>
                </a:lnTo>
                <a:lnTo>
                  <a:pt x="261321" y="84343"/>
                </a:lnTo>
                <a:lnTo>
                  <a:pt x="261321" y="1470"/>
                </a:lnTo>
                <a:close/>
                <a:moveTo>
                  <a:pt x="305080" y="1470"/>
                </a:moveTo>
                <a:lnTo>
                  <a:pt x="338772" y="1470"/>
                </a:lnTo>
                <a:lnTo>
                  <a:pt x="351774" y="51895"/>
                </a:lnTo>
                <a:lnTo>
                  <a:pt x="364720" y="1470"/>
                </a:lnTo>
                <a:lnTo>
                  <a:pt x="398299" y="1470"/>
                </a:lnTo>
                <a:lnTo>
                  <a:pt x="398299" y="84343"/>
                </a:lnTo>
                <a:lnTo>
                  <a:pt x="377383" y="84343"/>
                </a:lnTo>
                <a:lnTo>
                  <a:pt x="377383" y="21142"/>
                </a:lnTo>
                <a:lnTo>
                  <a:pt x="361158" y="84343"/>
                </a:lnTo>
                <a:lnTo>
                  <a:pt x="342221" y="84343"/>
                </a:lnTo>
                <a:lnTo>
                  <a:pt x="326053" y="21142"/>
                </a:lnTo>
                <a:lnTo>
                  <a:pt x="326053" y="84343"/>
                </a:lnTo>
                <a:lnTo>
                  <a:pt x="305080" y="84343"/>
                </a:lnTo>
                <a:lnTo>
                  <a:pt x="305080" y="147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Integrity">
            <a:extLst xmlns:a="http://schemas.openxmlformats.org/drawingml/2006/main">
              <a:ext uri="{FF2B5EF4-FFF2-40B4-BE49-F238E27FC236}">
                <a16:creationId xmlns:a16="http://schemas.microsoft.com/office/drawing/2014/main" id="{A604EBD2-3B0A-4995-ACBA-02C5DF32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287" y="1113903"/>
            <a:ext cx="893356" cy="178824"/>
          </a:xfrm>
          <a:custGeom xmlns:a="http://schemas.openxmlformats.org/drawingml/2006/main">
            <a:pathLst>
              <a:path w="893356" h="178824">
                <a:moveTo>
                  <a:pt x="0" y="0"/>
                </a:moveTo>
                <a:lnTo>
                  <a:pt x="42775" y="0"/>
                </a:lnTo>
                <a:lnTo>
                  <a:pt x="42775" y="138122"/>
                </a:lnTo>
                <a:lnTo>
                  <a:pt x="0" y="138122"/>
                </a:lnTo>
                <a:lnTo>
                  <a:pt x="0" y="0"/>
                </a:lnTo>
                <a:close/>
                <a:moveTo>
                  <a:pt x="70859" y="38064"/>
                </a:moveTo>
                <a:lnTo>
                  <a:pt x="106567" y="38064"/>
                </a:lnTo>
                <a:lnTo>
                  <a:pt x="106567" y="54419"/>
                </a:lnTo>
                <a:cubicBezTo>
                  <a:pt x="111906" y="47742"/>
                  <a:pt x="117308" y="42970"/>
                  <a:pt x="122773" y="40104"/>
                </a:cubicBezTo>
                <a:cubicBezTo>
                  <a:pt x="128237" y="37236"/>
                  <a:pt x="134895" y="35802"/>
                  <a:pt x="142747" y="35802"/>
                </a:cubicBezTo>
                <a:cubicBezTo>
                  <a:pt x="153362" y="35802"/>
                  <a:pt x="161669" y="38959"/>
                  <a:pt x="167667" y="45271"/>
                </a:cubicBezTo>
                <a:cubicBezTo>
                  <a:pt x="173666" y="51584"/>
                  <a:pt x="176665" y="61335"/>
                  <a:pt x="176665" y="74526"/>
                </a:cubicBezTo>
                <a:lnTo>
                  <a:pt x="176665" y="138122"/>
                </a:lnTo>
                <a:lnTo>
                  <a:pt x="138130" y="138122"/>
                </a:lnTo>
                <a:lnTo>
                  <a:pt x="138130" y="83170"/>
                </a:lnTo>
                <a:cubicBezTo>
                  <a:pt x="138130" y="76899"/>
                  <a:pt x="136968" y="72462"/>
                  <a:pt x="134644" y="69859"/>
                </a:cubicBezTo>
                <a:cubicBezTo>
                  <a:pt x="132320" y="67254"/>
                  <a:pt x="129054" y="65952"/>
                  <a:pt x="124845" y="65952"/>
                </a:cubicBezTo>
                <a:cubicBezTo>
                  <a:pt x="120197" y="65952"/>
                  <a:pt x="116429" y="67709"/>
                  <a:pt x="113539" y="71222"/>
                </a:cubicBezTo>
                <a:cubicBezTo>
                  <a:pt x="110650" y="74734"/>
                  <a:pt x="109205" y="81038"/>
                  <a:pt x="109205" y="90133"/>
                </a:cubicBezTo>
                <a:lnTo>
                  <a:pt x="109205" y="138122"/>
                </a:lnTo>
                <a:lnTo>
                  <a:pt x="70859" y="138122"/>
                </a:lnTo>
                <a:lnTo>
                  <a:pt x="70859" y="38064"/>
                </a:lnTo>
                <a:close/>
                <a:moveTo>
                  <a:pt x="245802" y="0"/>
                </a:moveTo>
                <a:lnTo>
                  <a:pt x="245802" y="38064"/>
                </a:lnTo>
                <a:lnTo>
                  <a:pt x="266907" y="38064"/>
                </a:lnTo>
                <a:lnTo>
                  <a:pt x="266907" y="66140"/>
                </a:lnTo>
                <a:lnTo>
                  <a:pt x="245802" y="66140"/>
                </a:lnTo>
                <a:lnTo>
                  <a:pt x="245802" y="101590"/>
                </a:lnTo>
                <a:cubicBezTo>
                  <a:pt x="245802" y="105853"/>
                  <a:pt x="246211" y="108674"/>
                  <a:pt x="247027" y="110051"/>
                </a:cubicBezTo>
                <a:cubicBezTo>
                  <a:pt x="248283" y="112183"/>
                  <a:pt x="250482" y="113249"/>
                  <a:pt x="253622" y="113249"/>
                </a:cubicBezTo>
                <a:cubicBezTo>
                  <a:pt x="256449" y="113249"/>
                  <a:pt x="260406" y="112434"/>
                  <a:pt x="265494" y="110805"/>
                </a:cubicBezTo>
                <a:lnTo>
                  <a:pt x="268320" y="137274"/>
                </a:lnTo>
                <a:cubicBezTo>
                  <a:pt x="258836" y="139347"/>
                  <a:pt x="249979" y="140383"/>
                  <a:pt x="241751" y="140383"/>
                </a:cubicBezTo>
                <a:cubicBezTo>
                  <a:pt x="232204" y="140383"/>
                  <a:pt x="225169" y="139161"/>
                  <a:pt x="220646" y="136715"/>
                </a:cubicBezTo>
                <a:cubicBezTo>
                  <a:pt x="216124" y="134267"/>
                  <a:pt x="212779" y="130551"/>
                  <a:pt x="210612" y="125565"/>
                </a:cubicBezTo>
                <a:cubicBezTo>
                  <a:pt x="208445" y="120577"/>
                  <a:pt x="207362" y="112500"/>
                  <a:pt x="207362" y="101333"/>
                </a:cubicBezTo>
                <a:lnTo>
                  <a:pt x="207362" y="66140"/>
                </a:lnTo>
                <a:lnTo>
                  <a:pt x="193229" y="66140"/>
                </a:lnTo>
                <a:lnTo>
                  <a:pt x="193229" y="38064"/>
                </a:lnTo>
                <a:lnTo>
                  <a:pt x="207362" y="38064"/>
                </a:lnTo>
                <a:lnTo>
                  <a:pt x="207362" y="19691"/>
                </a:lnTo>
                <a:lnTo>
                  <a:pt x="245802" y="0"/>
                </a:lnTo>
                <a:close/>
                <a:moveTo>
                  <a:pt x="396258" y="97609"/>
                </a:moveTo>
                <a:lnTo>
                  <a:pt x="319377" y="97609"/>
                </a:lnTo>
                <a:cubicBezTo>
                  <a:pt x="320068" y="103735"/>
                  <a:pt x="321732" y="108299"/>
                  <a:pt x="324370" y="111300"/>
                </a:cubicBezTo>
                <a:cubicBezTo>
                  <a:pt x="328076" y="115614"/>
                  <a:pt x="332913" y="117771"/>
                  <a:pt x="338880" y="117771"/>
                </a:cubicBezTo>
                <a:cubicBezTo>
                  <a:pt x="342648" y="117771"/>
                  <a:pt x="346229" y="116839"/>
                  <a:pt x="349620" y="114974"/>
                </a:cubicBezTo>
                <a:cubicBezTo>
                  <a:pt x="351693" y="113793"/>
                  <a:pt x="353923" y="111710"/>
                  <a:pt x="356310" y="108727"/>
                </a:cubicBezTo>
                <a:lnTo>
                  <a:pt x="394091" y="112118"/>
                </a:lnTo>
                <a:cubicBezTo>
                  <a:pt x="388312" y="122202"/>
                  <a:pt x="381340" y="129434"/>
                  <a:pt x="373175" y="133815"/>
                </a:cubicBezTo>
                <a:cubicBezTo>
                  <a:pt x="365009" y="138194"/>
                  <a:pt x="353295" y="140383"/>
                  <a:pt x="338032" y="140383"/>
                </a:cubicBezTo>
                <a:cubicBezTo>
                  <a:pt x="324778" y="140383"/>
                  <a:pt x="314352" y="138515"/>
                  <a:pt x="306752" y="134778"/>
                </a:cubicBezTo>
                <a:cubicBezTo>
                  <a:pt x="299151" y="131040"/>
                  <a:pt x="292855" y="125105"/>
                  <a:pt x="287861" y="116971"/>
                </a:cubicBezTo>
                <a:cubicBezTo>
                  <a:pt x="282868" y="108836"/>
                  <a:pt x="280371" y="99273"/>
                  <a:pt x="280371" y="88281"/>
                </a:cubicBezTo>
                <a:cubicBezTo>
                  <a:pt x="280371" y="72641"/>
                  <a:pt x="285380" y="59985"/>
                  <a:pt x="295398" y="50312"/>
                </a:cubicBezTo>
                <a:cubicBezTo>
                  <a:pt x="305417" y="40639"/>
                  <a:pt x="319251" y="35802"/>
                  <a:pt x="336901" y="35802"/>
                </a:cubicBezTo>
                <a:cubicBezTo>
                  <a:pt x="351222" y="35802"/>
                  <a:pt x="362528" y="37969"/>
                  <a:pt x="370819" y="42303"/>
                </a:cubicBezTo>
                <a:cubicBezTo>
                  <a:pt x="379110" y="46637"/>
                  <a:pt x="385423" y="52919"/>
                  <a:pt x="389757" y="61147"/>
                </a:cubicBezTo>
                <a:cubicBezTo>
                  <a:pt x="394091" y="69375"/>
                  <a:pt x="396258" y="80085"/>
                  <a:pt x="396258" y="93275"/>
                </a:cubicBezTo>
                <a:lnTo>
                  <a:pt x="396258" y="97609"/>
                </a:lnTo>
                <a:moveTo>
                  <a:pt x="357252" y="79142"/>
                </a:moveTo>
                <a:cubicBezTo>
                  <a:pt x="356498" y="71797"/>
                  <a:pt x="354504" y="66538"/>
                  <a:pt x="351269" y="63364"/>
                </a:cubicBezTo>
                <a:cubicBezTo>
                  <a:pt x="348034" y="60190"/>
                  <a:pt x="343779" y="58603"/>
                  <a:pt x="338503" y="58603"/>
                </a:cubicBezTo>
                <a:cubicBezTo>
                  <a:pt x="332410" y="58603"/>
                  <a:pt x="327542" y="61000"/>
                  <a:pt x="323899" y="65793"/>
                </a:cubicBezTo>
                <a:cubicBezTo>
                  <a:pt x="321575" y="68780"/>
                  <a:pt x="320099" y="73230"/>
                  <a:pt x="319471" y="79142"/>
                </a:cubicBezTo>
                <a:lnTo>
                  <a:pt x="357252" y="79142"/>
                </a:lnTo>
                <a:close/>
                <a:moveTo>
                  <a:pt x="488309" y="38064"/>
                </a:moveTo>
                <a:lnTo>
                  <a:pt x="524206" y="38064"/>
                </a:lnTo>
                <a:lnTo>
                  <a:pt x="524206" y="132625"/>
                </a:lnTo>
                <a:lnTo>
                  <a:pt x="524300" y="137059"/>
                </a:lnTo>
                <a:cubicBezTo>
                  <a:pt x="524300" y="143344"/>
                  <a:pt x="522965" y="149331"/>
                  <a:pt x="520296" y="155020"/>
                </a:cubicBezTo>
                <a:cubicBezTo>
                  <a:pt x="517626" y="160708"/>
                  <a:pt x="514077" y="165312"/>
                  <a:pt x="509649" y="168831"/>
                </a:cubicBezTo>
                <a:cubicBezTo>
                  <a:pt x="505221" y="172351"/>
                  <a:pt x="499599" y="174895"/>
                  <a:pt x="492784" y="176466"/>
                </a:cubicBezTo>
                <a:cubicBezTo>
                  <a:pt x="485969" y="178038"/>
                  <a:pt x="478165" y="178824"/>
                  <a:pt x="469371" y="178824"/>
                </a:cubicBezTo>
                <a:cubicBezTo>
                  <a:pt x="449272" y="178824"/>
                  <a:pt x="435469" y="175801"/>
                  <a:pt x="427963" y="169756"/>
                </a:cubicBezTo>
                <a:cubicBezTo>
                  <a:pt x="420457" y="163712"/>
                  <a:pt x="416704" y="155621"/>
                  <a:pt x="416704" y="145483"/>
                </a:cubicBezTo>
                <a:cubicBezTo>
                  <a:pt x="416704" y="144225"/>
                  <a:pt x="416767" y="142525"/>
                  <a:pt x="416892" y="140383"/>
                </a:cubicBezTo>
                <a:lnTo>
                  <a:pt x="454108" y="144717"/>
                </a:lnTo>
                <a:cubicBezTo>
                  <a:pt x="455050" y="148141"/>
                  <a:pt x="456495" y="150505"/>
                  <a:pt x="458442" y="151810"/>
                </a:cubicBezTo>
                <a:cubicBezTo>
                  <a:pt x="461269" y="153740"/>
                  <a:pt x="464817" y="154704"/>
                  <a:pt x="469089" y="154704"/>
                </a:cubicBezTo>
                <a:cubicBezTo>
                  <a:pt x="474616" y="154704"/>
                  <a:pt x="478746" y="153224"/>
                  <a:pt x="481478" y="150265"/>
                </a:cubicBezTo>
                <a:cubicBezTo>
                  <a:pt x="484211" y="147305"/>
                  <a:pt x="485577" y="142140"/>
                  <a:pt x="485577" y="134772"/>
                </a:cubicBezTo>
                <a:lnTo>
                  <a:pt x="485577" y="119562"/>
                </a:lnTo>
                <a:cubicBezTo>
                  <a:pt x="481808" y="124021"/>
                  <a:pt x="478039" y="127256"/>
                  <a:pt x="474271" y="129266"/>
                </a:cubicBezTo>
                <a:cubicBezTo>
                  <a:pt x="468366" y="132406"/>
                  <a:pt x="461991" y="133977"/>
                  <a:pt x="455145" y="133977"/>
                </a:cubicBezTo>
                <a:cubicBezTo>
                  <a:pt x="441766" y="133977"/>
                  <a:pt x="430962" y="128141"/>
                  <a:pt x="422734" y="116470"/>
                </a:cubicBezTo>
                <a:cubicBezTo>
                  <a:pt x="416892" y="108187"/>
                  <a:pt x="413972" y="97236"/>
                  <a:pt x="413972" y="83618"/>
                </a:cubicBezTo>
                <a:cubicBezTo>
                  <a:pt x="413972" y="68056"/>
                  <a:pt x="417740" y="56197"/>
                  <a:pt x="425278" y="48039"/>
                </a:cubicBezTo>
                <a:cubicBezTo>
                  <a:pt x="432815" y="39881"/>
                  <a:pt x="442676" y="35802"/>
                  <a:pt x="454862" y="35802"/>
                </a:cubicBezTo>
                <a:cubicBezTo>
                  <a:pt x="462651" y="35802"/>
                  <a:pt x="469073" y="37126"/>
                  <a:pt x="474129" y="39774"/>
                </a:cubicBezTo>
                <a:cubicBezTo>
                  <a:pt x="479186" y="42420"/>
                  <a:pt x="483912" y="46799"/>
                  <a:pt x="488309" y="52912"/>
                </a:cubicBezTo>
                <a:lnTo>
                  <a:pt x="488309" y="38064"/>
                </a:lnTo>
                <a:moveTo>
                  <a:pt x="452224" y="86583"/>
                </a:moveTo>
                <a:cubicBezTo>
                  <a:pt x="452224" y="93774"/>
                  <a:pt x="453763" y="99107"/>
                  <a:pt x="456840" y="102579"/>
                </a:cubicBezTo>
                <a:cubicBezTo>
                  <a:pt x="459918" y="106049"/>
                  <a:pt x="463970" y="107784"/>
                  <a:pt x="468994" y="107784"/>
                </a:cubicBezTo>
                <a:cubicBezTo>
                  <a:pt x="473768" y="107784"/>
                  <a:pt x="477772" y="105986"/>
                  <a:pt x="481007" y="102390"/>
                </a:cubicBezTo>
                <a:cubicBezTo>
                  <a:pt x="484242" y="98794"/>
                  <a:pt x="485859" y="93368"/>
                  <a:pt x="485859" y="86111"/>
                </a:cubicBezTo>
                <a:cubicBezTo>
                  <a:pt x="485859" y="78857"/>
                  <a:pt x="484163" y="73307"/>
                  <a:pt x="480772" y="69462"/>
                </a:cubicBezTo>
                <a:cubicBezTo>
                  <a:pt x="477380" y="65614"/>
                  <a:pt x="473234" y="63691"/>
                  <a:pt x="468335" y="63691"/>
                </a:cubicBezTo>
                <a:cubicBezTo>
                  <a:pt x="463436" y="63691"/>
                  <a:pt x="459526" y="65458"/>
                  <a:pt x="456605" y="68993"/>
                </a:cubicBezTo>
                <a:cubicBezTo>
                  <a:pt x="453684" y="72527"/>
                  <a:pt x="452224" y="78390"/>
                  <a:pt x="452224" y="86583"/>
                </a:cubicBezTo>
                <a:close/>
                <a:moveTo>
                  <a:pt x="551254" y="38064"/>
                </a:moveTo>
                <a:lnTo>
                  <a:pt x="587151" y="38064"/>
                </a:lnTo>
                <a:lnTo>
                  <a:pt x="587151" y="54457"/>
                </a:lnTo>
                <a:cubicBezTo>
                  <a:pt x="590605" y="47360"/>
                  <a:pt x="594170" y="42476"/>
                  <a:pt x="597844" y="39807"/>
                </a:cubicBezTo>
                <a:cubicBezTo>
                  <a:pt x="601519" y="37137"/>
                  <a:pt x="606057" y="35802"/>
                  <a:pt x="611459" y="35802"/>
                </a:cubicBezTo>
                <a:cubicBezTo>
                  <a:pt x="617112" y="35802"/>
                  <a:pt x="623299" y="37561"/>
                  <a:pt x="630020" y="41079"/>
                </a:cubicBezTo>
                <a:lnTo>
                  <a:pt x="618148" y="68402"/>
                </a:lnTo>
                <a:cubicBezTo>
                  <a:pt x="613626" y="66517"/>
                  <a:pt x="610046" y="65575"/>
                  <a:pt x="607408" y="65575"/>
                </a:cubicBezTo>
                <a:cubicBezTo>
                  <a:pt x="602383" y="65575"/>
                  <a:pt x="598488" y="67648"/>
                  <a:pt x="595725" y="71793"/>
                </a:cubicBezTo>
                <a:cubicBezTo>
                  <a:pt x="591767" y="77635"/>
                  <a:pt x="589789" y="88564"/>
                  <a:pt x="589789" y="104581"/>
                </a:cubicBezTo>
                <a:lnTo>
                  <a:pt x="589789" y="138122"/>
                </a:lnTo>
                <a:lnTo>
                  <a:pt x="551254" y="138122"/>
                </a:lnTo>
                <a:lnTo>
                  <a:pt x="551254" y="38064"/>
                </a:lnTo>
                <a:close/>
                <a:moveTo>
                  <a:pt x="637924" y="0"/>
                </a:moveTo>
                <a:lnTo>
                  <a:pt x="676271" y="0"/>
                </a:lnTo>
                <a:lnTo>
                  <a:pt x="676271" y="26004"/>
                </a:lnTo>
                <a:lnTo>
                  <a:pt x="637924" y="26004"/>
                </a:lnTo>
                <a:lnTo>
                  <a:pt x="637924" y="0"/>
                </a:lnTo>
                <a:moveTo>
                  <a:pt x="637924" y="38064"/>
                </a:moveTo>
                <a:lnTo>
                  <a:pt x="676271" y="38064"/>
                </a:lnTo>
                <a:lnTo>
                  <a:pt x="676271" y="138122"/>
                </a:lnTo>
                <a:lnTo>
                  <a:pt x="637924" y="138122"/>
                </a:lnTo>
                <a:lnTo>
                  <a:pt x="637924" y="38064"/>
                </a:lnTo>
                <a:close/>
                <a:moveTo>
                  <a:pt x="747046" y="0"/>
                </a:moveTo>
                <a:lnTo>
                  <a:pt x="747046" y="38064"/>
                </a:lnTo>
                <a:lnTo>
                  <a:pt x="768150" y="38064"/>
                </a:lnTo>
                <a:lnTo>
                  <a:pt x="768150" y="66140"/>
                </a:lnTo>
                <a:lnTo>
                  <a:pt x="747046" y="66140"/>
                </a:lnTo>
                <a:lnTo>
                  <a:pt x="747046" y="101590"/>
                </a:lnTo>
                <a:cubicBezTo>
                  <a:pt x="747046" y="105853"/>
                  <a:pt x="747454" y="108674"/>
                  <a:pt x="748271" y="110051"/>
                </a:cubicBezTo>
                <a:cubicBezTo>
                  <a:pt x="749527" y="112183"/>
                  <a:pt x="751725" y="113249"/>
                  <a:pt x="754866" y="113249"/>
                </a:cubicBezTo>
                <a:cubicBezTo>
                  <a:pt x="757692" y="113249"/>
                  <a:pt x="761649" y="112434"/>
                  <a:pt x="766737" y="110805"/>
                </a:cubicBezTo>
                <a:lnTo>
                  <a:pt x="769564" y="137274"/>
                </a:lnTo>
                <a:cubicBezTo>
                  <a:pt x="760079" y="139347"/>
                  <a:pt x="751223" y="140383"/>
                  <a:pt x="742994" y="140383"/>
                </a:cubicBezTo>
                <a:cubicBezTo>
                  <a:pt x="733447" y="140383"/>
                  <a:pt x="726412" y="139161"/>
                  <a:pt x="721890" y="136715"/>
                </a:cubicBezTo>
                <a:cubicBezTo>
                  <a:pt x="717367" y="134267"/>
                  <a:pt x="714023" y="130551"/>
                  <a:pt x="711856" y="125565"/>
                </a:cubicBezTo>
                <a:cubicBezTo>
                  <a:pt x="709689" y="120577"/>
                  <a:pt x="708605" y="112500"/>
                  <a:pt x="708605" y="101333"/>
                </a:cubicBezTo>
                <a:lnTo>
                  <a:pt x="708605" y="66140"/>
                </a:lnTo>
                <a:lnTo>
                  <a:pt x="694473" y="66140"/>
                </a:lnTo>
                <a:lnTo>
                  <a:pt x="694473" y="38064"/>
                </a:lnTo>
                <a:lnTo>
                  <a:pt x="708605" y="38064"/>
                </a:lnTo>
                <a:lnTo>
                  <a:pt x="708605" y="19691"/>
                </a:lnTo>
                <a:lnTo>
                  <a:pt x="747046" y="0"/>
                </a:lnTo>
                <a:close/>
                <a:moveTo>
                  <a:pt x="775302" y="38064"/>
                </a:moveTo>
                <a:lnTo>
                  <a:pt x="815815" y="38064"/>
                </a:lnTo>
                <a:lnTo>
                  <a:pt x="836449" y="104675"/>
                </a:lnTo>
                <a:lnTo>
                  <a:pt x="855575" y="38064"/>
                </a:lnTo>
                <a:lnTo>
                  <a:pt x="893356" y="38064"/>
                </a:lnTo>
                <a:lnTo>
                  <a:pt x="853690" y="145038"/>
                </a:lnTo>
                <a:cubicBezTo>
                  <a:pt x="849168" y="157243"/>
                  <a:pt x="844551" y="165485"/>
                  <a:pt x="839840" y="169764"/>
                </a:cubicBezTo>
                <a:cubicBezTo>
                  <a:pt x="833182" y="175804"/>
                  <a:pt x="823038" y="178824"/>
                  <a:pt x="809408" y="178824"/>
                </a:cubicBezTo>
                <a:cubicBezTo>
                  <a:pt x="803881" y="178824"/>
                  <a:pt x="795339" y="178070"/>
                  <a:pt x="783781" y="176563"/>
                </a:cubicBezTo>
                <a:lnTo>
                  <a:pt x="780766" y="149788"/>
                </a:lnTo>
                <a:cubicBezTo>
                  <a:pt x="786294" y="151558"/>
                  <a:pt x="792449" y="152443"/>
                  <a:pt x="799233" y="152443"/>
                </a:cubicBezTo>
                <a:cubicBezTo>
                  <a:pt x="803755" y="152443"/>
                  <a:pt x="807414" y="151400"/>
                  <a:pt x="810209" y="149313"/>
                </a:cubicBezTo>
                <a:cubicBezTo>
                  <a:pt x="813004" y="147227"/>
                  <a:pt x="815375" y="143496"/>
                  <a:pt x="817323" y="138119"/>
                </a:cubicBezTo>
                <a:lnTo>
                  <a:pt x="775302" y="38064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Theextenttowhicha">
            <a:extLst xmlns:a="http://schemas.openxmlformats.org/drawingml/2006/main">
              <a:ext uri="{FF2B5EF4-FFF2-40B4-BE49-F238E27FC236}">
                <a16:creationId xmlns:a16="http://schemas.microsoft.com/office/drawing/2014/main" id="{F2322FB9-5D46-46F5-B351-21AE53FF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203" y="1322957"/>
            <a:ext cx="1092864" cy="84230"/>
          </a:xfrm>
          <a:custGeom xmlns:a="http://schemas.openxmlformats.org/drawingml/2006/main">
            <a:pathLst>
              <a:path w="1092864" h="84230">
                <a:moveTo>
                  <a:pt x="27304" y="82873"/>
                </a:moveTo>
                <a:lnTo>
                  <a:pt x="27304" y="9780"/>
                </a:lnTo>
                <a:lnTo>
                  <a:pt x="0" y="9780"/>
                </a:lnTo>
                <a:lnTo>
                  <a:pt x="0" y="0"/>
                </a:lnTo>
                <a:lnTo>
                  <a:pt x="65688" y="0"/>
                </a:lnTo>
                <a:lnTo>
                  <a:pt x="65688" y="9780"/>
                </a:lnTo>
                <a:lnTo>
                  <a:pt x="38271" y="9780"/>
                </a:lnTo>
                <a:lnTo>
                  <a:pt x="38271" y="82873"/>
                </a:lnTo>
                <a:lnTo>
                  <a:pt x="27304" y="82873"/>
                </a:lnTo>
                <a:close/>
                <a:moveTo>
                  <a:pt x="75633" y="82873"/>
                </a:moveTo>
                <a:lnTo>
                  <a:pt x="75633" y="0"/>
                </a:lnTo>
                <a:lnTo>
                  <a:pt x="85808" y="0"/>
                </a:lnTo>
                <a:lnTo>
                  <a:pt x="85808" y="29735"/>
                </a:lnTo>
                <a:cubicBezTo>
                  <a:pt x="90557" y="24233"/>
                  <a:pt x="96549" y="21481"/>
                  <a:pt x="103785" y="21481"/>
                </a:cubicBezTo>
                <a:cubicBezTo>
                  <a:pt x="108232" y="21481"/>
                  <a:pt x="112095" y="22358"/>
                  <a:pt x="115374" y="24110"/>
                </a:cubicBezTo>
                <a:cubicBezTo>
                  <a:pt x="118652" y="25863"/>
                  <a:pt x="120999" y="28284"/>
                  <a:pt x="122412" y="31374"/>
                </a:cubicBezTo>
                <a:cubicBezTo>
                  <a:pt x="123825" y="34465"/>
                  <a:pt x="124532" y="38949"/>
                  <a:pt x="124532" y="44828"/>
                </a:cubicBezTo>
                <a:lnTo>
                  <a:pt x="124532" y="82873"/>
                </a:lnTo>
                <a:lnTo>
                  <a:pt x="114356" y="82873"/>
                </a:lnTo>
                <a:lnTo>
                  <a:pt x="114356" y="44828"/>
                </a:lnTo>
                <a:cubicBezTo>
                  <a:pt x="114356" y="39741"/>
                  <a:pt x="113254" y="36038"/>
                  <a:pt x="111049" y="33720"/>
                </a:cubicBezTo>
                <a:cubicBezTo>
                  <a:pt x="108844" y="31403"/>
                  <a:pt x="105726" y="30244"/>
                  <a:pt x="101693" y="30244"/>
                </a:cubicBezTo>
                <a:cubicBezTo>
                  <a:pt x="98678" y="30244"/>
                  <a:pt x="95843" y="31026"/>
                  <a:pt x="93186" y="32590"/>
                </a:cubicBezTo>
                <a:cubicBezTo>
                  <a:pt x="90529" y="34154"/>
                  <a:pt x="88635" y="36274"/>
                  <a:pt x="87504" y="38949"/>
                </a:cubicBezTo>
                <a:cubicBezTo>
                  <a:pt x="86374" y="41625"/>
                  <a:pt x="85808" y="45318"/>
                  <a:pt x="85808" y="50029"/>
                </a:cubicBezTo>
                <a:lnTo>
                  <a:pt x="85808" y="82873"/>
                </a:lnTo>
                <a:lnTo>
                  <a:pt x="75633" y="82873"/>
                </a:lnTo>
                <a:close/>
                <a:moveTo>
                  <a:pt x="181124" y="63540"/>
                </a:moveTo>
                <a:lnTo>
                  <a:pt x="191639" y="64840"/>
                </a:lnTo>
                <a:cubicBezTo>
                  <a:pt x="189980" y="70983"/>
                  <a:pt x="186909" y="75751"/>
                  <a:pt x="182424" y="79142"/>
                </a:cubicBezTo>
                <a:cubicBezTo>
                  <a:pt x="177939" y="82534"/>
                  <a:pt x="172211" y="84230"/>
                  <a:pt x="165239" y="84230"/>
                </a:cubicBezTo>
                <a:cubicBezTo>
                  <a:pt x="156458" y="84230"/>
                  <a:pt x="149495" y="81526"/>
                  <a:pt x="144351" y="76118"/>
                </a:cubicBezTo>
                <a:cubicBezTo>
                  <a:pt x="139207" y="70710"/>
                  <a:pt x="136635" y="63125"/>
                  <a:pt x="136635" y="53365"/>
                </a:cubicBezTo>
                <a:cubicBezTo>
                  <a:pt x="136635" y="43264"/>
                  <a:pt x="139235" y="35426"/>
                  <a:pt x="144436" y="29848"/>
                </a:cubicBezTo>
                <a:cubicBezTo>
                  <a:pt x="149637" y="24270"/>
                  <a:pt x="156383" y="21481"/>
                  <a:pt x="164674" y="21481"/>
                </a:cubicBezTo>
                <a:cubicBezTo>
                  <a:pt x="172701" y="21481"/>
                  <a:pt x="179258" y="24210"/>
                  <a:pt x="184346" y="29666"/>
                </a:cubicBezTo>
                <a:cubicBezTo>
                  <a:pt x="189434" y="35121"/>
                  <a:pt x="191978" y="42796"/>
                  <a:pt x="191978" y="52692"/>
                </a:cubicBezTo>
                <a:cubicBezTo>
                  <a:pt x="191978" y="53293"/>
                  <a:pt x="191959" y="54196"/>
                  <a:pt x="191921" y="55400"/>
                </a:cubicBezTo>
                <a:lnTo>
                  <a:pt x="147149" y="55400"/>
                </a:lnTo>
                <a:cubicBezTo>
                  <a:pt x="147526" y="61976"/>
                  <a:pt x="149392" y="67012"/>
                  <a:pt x="152746" y="70507"/>
                </a:cubicBezTo>
                <a:cubicBezTo>
                  <a:pt x="156100" y="74003"/>
                  <a:pt x="160283" y="75751"/>
                  <a:pt x="165295" y="75751"/>
                </a:cubicBezTo>
                <a:cubicBezTo>
                  <a:pt x="169026" y="75751"/>
                  <a:pt x="172211" y="74780"/>
                  <a:pt x="174849" y="72839"/>
                </a:cubicBezTo>
                <a:cubicBezTo>
                  <a:pt x="177487" y="70897"/>
                  <a:pt x="179579" y="67797"/>
                  <a:pt x="181124" y="63540"/>
                </a:cubicBezTo>
                <a:moveTo>
                  <a:pt x="147715" y="46920"/>
                </a:moveTo>
                <a:lnTo>
                  <a:pt x="181237" y="46920"/>
                </a:lnTo>
                <a:cubicBezTo>
                  <a:pt x="180785" y="41953"/>
                  <a:pt x="179503" y="38227"/>
                  <a:pt x="177393" y="35743"/>
                </a:cubicBezTo>
                <a:cubicBezTo>
                  <a:pt x="174152" y="31888"/>
                  <a:pt x="169950" y="29961"/>
                  <a:pt x="164787" y="29961"/>
                </a:cubicBezTo>
                <a:cubicBezTo>
                  <a:pt x="160114" y="29961"/>
                  <a:pt x="156185" y="31500"/>
                  <a:pt x="153000" y="34577"/>
                </a:cubicBezTo>
                <a:cubicBezTo>
                  <a:pt x="149816" y="37653"/>
                  <a:pt x="148054" y="41768"/>
                  <a:pt x="147715" y="46920"/>
                </a:cubicBezTo>
                <a:close/>
                <a:moveTo>
                  <a:pt x="277679" y="63540"/>
                </a:moveTo>
                <a:lnTo>
                  <a:pt x="288194" y="64840"/>
                </a:lnTo>
                <a:cubicBezTo>
                  <a:pt x="286536" y="70983"/>
                  <a:pt x="283464" y="75751"/>
                  <a:pt x="278980" y="79142"/>
                </a:cubicBezTo>
                <a:cubicBezTo>
                  <a:pt x="274495" y="82534"/>
                  <a:pt x="268767" y="84230"/>
                  <a:pt x="261794" y="84230"/>
                </a:cubicBezTo>
                <a:cubicBezTo>
                  <a:pt x="253013" y="84230"/>
                  <a:pt x="246051" y="81526"/>
                  <a:pt x="240907" y="76118"/>
                </a:cubicBezTo>
                <a:cubicBezTo>
                  <a:pt x="235762" y="70710"/>
                  <a:pt x="233190" y="63125"/>
                  <a:pt x="233190" y="53365"/>
                </a:cubicBezTo>
                <a:cubicBezTo>
                  <a:pt x="233190" y="43264"/>
                  <a:pt x="235791" y="35426"/>
                  <a:pt x="240991" y="29848"/>
                </a:cubicBezTo>
                <a:cubicBezTo>
                  <a:pt x="246192" y="24270"/>
                  <a:pt x="252938" y="21481"/>
                  <a:pt x="261229" y="21481"/>
                </a:cubicBezTo>
                <a:cubicBezTo>
                  <a:pt x="269256" y="21481"/>
                  <a:pt x="275814" y="24210"/>
                  <a:pt x="280902" y="29666"/>
                </a:cubicBezTo>
                <a:cubicBezTo>
                  <a:pt x="285989" y="35121"/>
                  <a:pt x="288533" y="42796"/>
                  <a:pt x="288533" y="52692"/>
                </a:cubicBezTo>
                <a:cubicBezTo>
                  <a:pt x="288533" y="53293"/>
                  <a:pt x="288514" y="54196"/>
                  <a:pt x="288477" y="55400"/>
                </a:cubicBezTo>
                <a:lnTo>
                  <a:pt x="243705" y="55400"/>
                </a:lnTo>
                <a:cubicBezTo>
                  <a:pt x="244082" y="61976"/>
                  <a:pt x="245947" y="67012"/>
                  <a:pt x="249301" y="70507"/>
                </a:cubicBezTo>
                <a:cubicBezTo>
                  <a:pt x="252655" y="74003"/>
                  <a:pt x="256839" y="75751"/>
                  <a:pt x="261851" y="75751"/>
                </a:cubicBezTo>
                <a:cubicBezTo>
                  <a:pt x="265582" y="75751"/>
                  <a:pt x="268767" y="74780"/>
                  <a:pt x="271405" y="72839"/>
                </a:cubicBezTo>
                <a:cubicBezTo>
                  <a:pt x="274043" y="70897"/>
                  <a:pt x="276134" y="67797"/>
                  <a:pt x="277679" y="63540"/>
                </a:cubicBezTo>
                <a:moveTo>
                  <a:pt x="244270" y="46920"/>
                </a:moveTo>
                <a:lnTo>
                  <a:pt x="277793" y="46920"/>
                </a:lnTo>
                <a:cubicBezTo>
                  <a:pt x="277340" y="41953"/>
                  <a:pt x="276059" y="38227"/>
                  <a:pt x="273948" y="35743"/>
                </a:cubicBezTo>
                <a:cubicBezTo>
                  <a:pt x="270707" y="31888"/>
                  <a:pt x="266505" y="29961"/>
                  <a:pt x="261342" y="29961"/>
                </a:cubicBezTo>
                <a:cubicBezTo>
                  <a:pt x="256669" y="29961"/>
                  <a:pt x="252740" y="31500"/>
                  <a:pt x="249556" y="34577"/>
                </a:cubicBezTo>
                <a:cubicBezTo>
                  <a:pt x="246371" y="37653"/>
                  <a:pt x="244609" y="41768"/>
                  <a:pt x="244270" y="46920"/>
                </a:cubicBezTo>
                <a:close/>
                <a:moveTo>
                  <a:pt x="294192" y="82873"/>
                </a:moveTo>
                <a:lnTo>
                  <a:pt x="316126" y="51669"/>
                </a:lnTo>
                <a:lnTo>
                  <a:pt x="295831" y="22838"/>
                </a:lnTo>
                <a:lnTo>
                  <a:pt x="308550" y="22838"/>
                </a:lnTo>
                <a:lnTo>
                  <a:pt x="317765" y="36914"/>
                </a:lnTo>
                <a:cubicBezTo>
                  <a:pt x="319499" y="39590"/>
                  <a:pt x="320893" y="41832"/>
                  <a:pt x="321948" y="43641"/>
                </a:cubicBezTo>
                <a:cubicBezTo>
                  <a:pt x="323606" y="41154"/>
                  <a:pt x="325133" y="38949"/>
                  <a:pt x="326527" y="37027"/>
                </a:cubicBezTo>
                <a:lnTo>
                  <a:pt x="336646" y="22838"/>
                </a:lnTo>
                <a:lnTo>
                  <a:pt x="348800" y="22838"/>
                </a:lnTo>
                <a:lnTo>
                  <a:pt x="328053" y="51103"/>
                </a:lnTo>
                <a:lnTo>
                  <a:pt x="350383" y="82873"/>
                </a:lnTo>
                <a:lnTo>
                  <a:pt x="337890" y="82873"/>
                </a:lnTo>
                <a:lnTo>
                  <a:pt x="325566" y="64218"/>
                </a:lnTo>
                <a:lnTo>
                  <a:pt x="322287" y="59187"/>
                </a:lnTo>
                <a:lnTo>
                  <a:pt x="306515" y="82873"/>
                </a:lnTo>
                <a:lnTo>
                  <a:pt x="294192" y="82873"/>
                </a:lnTo>
                <a:close/>
                <a:moveTo>
                  <a:pt x="381079" y="73885"/>
                </a:moveTo>
                <a:lnTo>
                  <a:pt x="382549" y="82873"/>
                </a:lnTo>
                <a:cubicBezTo>
                  <a:pt x="379684" y="83401"/>
                  <a:pt x="377122" y="83665"/>
                  <a:pt x="374860" y="83665"/>
                </a:cubicBezTo>
                <a:cubicBezTo>
                  <a:pt x="371167" y="83665"/>
                  <a:pt x="368303" y="83081"/>
                  <a:pt x="366268" y="81912"/>
                </a:cubicBezTo>
                <a:cubicBezTo>
                  <a:pt x="364233" y="80744"/>
                  <a:pt x="362801" y="79208"/>
                  <a:pt x="361972" y="77305"/>
                </a:cubicBezTo>
                <a:cubicBezTo>
                  <a:pt x="361142" y="75402"/>
                  <a:pt x="360728" y="71398"/>
                  <a:pt x="360728" y="65292"/>
                </a:cubicBezTo>
                <a:lnTo>
                  <a:pt x="360728" y="30752"/>
                </a:lnTo>
                <a:lnTo>
                  <a:pt x="353266" y="30752"/>
                </a:lnTo>
                <a:lnTo>
                  <a:pt x="353266" y="22838"/>
                </a:lnTo>
                <a:lnTo>
                  <a:pt x="360728" y="22838"/>
                </a:lnTo>
                <a:lnTo>
                  <a:pt x="360728" y="7930"/>
                </a:lnTo>
                <a:lnTo>
                  <a:pt x="370847" y="1809"/>
                </a:lnTo>
                <a:lnTo>
                  <a:pt x="370847" y="22838"/>
                </a:lnTo>
                <a:lnTo>
                  <a:pt x="381079" y="22838"/>
                </a:lnTo>
                <a:lnTo>
                  <a:pt x="381079" y="30752"/>
                </a:lnTo>
                <a:lnTo>
                  <a:pt x="370847" y="30752"/>
                </a:lnTo>
                <a:lnTo>
                  <a:pt x="370847" y="65858"/>
                </a:lnTo>
                <a:cubicBezTo>
                  <a:pt x="370847" y="68760"/>
                  <a:pt x="371026" y="70625"/>
                  <a:pt x="371384" y="71454"/>
                </a:cubicBezTo>
                <a:cubicBezTo>
                  <a:pt x="371742" y="72283"/>
                  <a:pt x="372326" y="72943"/>
                  <a:pt x="373136" y="73433"/>
                </a:cubicBezTo>
                <a:cubicBezTo>
                  <a:pt x="373947" y="73923"/>
                  <a:pt x="375105" y="74168"/>
                  <a:pt x="376613" y="74168"/>
                </a:cubicBezTo>
                <a:cubicBezTo>
                  <a:pt x="377743" y="74168"/>
                  <a:pt x="379232" y="74073"/>
                  <a:pt x="381079" y="73885"/>
                </a:cubicBezTo>
                <a:close/>
                <a:moveTo>
                  <a:pt x="432122" y="63540"/>
                </a:moveTo>
                <a:lnTo>
                  <a:pt x="442637" y="64840"/>
                </a:lnTo>
                <a:cubicBezTo>
                  <a:pt x="440978" y="70983"/>
                  <a:pt x="437907" y="75751"/>
                  <a:pt x="433422" y="79142"/>
                </a:cubicBezTo>
                <a:cubicBezTo>
                  <a:pt x="428937" y="82534"/>
                  <a:pt x="423209" y="84230"/>
                  <a:pt x="416237" y="84230"/>
                </a:cubicBezTo>
                <a:cubicBezTo>
                  <a:pt x="407456" y="84230"/>
                  <a:pt x="400493" y="81526"/>
                  <a:pt x="395349" y="76118"/>
                </a:cubicBezTo>
                <a:cubicBezTo>
                  <a:pt x="390205" y="70710"/>
                  <a:pt x="387633" y="63125"/>
                  <a:pt x="387633" y="53365"/>
                </a:cubicBezTo>
                <a:cubicBezTo>
                  <a:pt x="387633" y="43264"/>
                  <a:pt x="390233" y="35426"/>
                  <a:pt x="395434" y="29848"/>
                </a:cubicBezTo>
                <a:cubicBezTo>
                  <a:pt x="400635" y="24270"/>
                  <a:pt x="407380" y="21481"/>
                  <a:pt x="415672" y="21481"/>
                </a:cubicBezTo>
                <a:cubicBezTo>
                  <a:pt x="423699" y="21481"/>
                  <a:pt x="430256" y="24210"/>
                  <a:pt x="435344" y="29666"/>
                </a:cubicBezTo>
                <a:cubicBezTo>
                  <a:pt x="440432" y="35121"/>
                  <a:pt x="442976" y="42796"/>
                  <a:pt x="442976" y="52692"/>
                </a:cubicBezTo>
                <a:cubicBezTo>
                  <a:pt x="442976" y="53293"/>
                  <a:pt x="442957" y="54196"/>
                  <a:pt x="442919" y="55400"/>
                </a:cubicBezTo>
                <a:lnTo>
                  <a:pt x="398147" y="55400"/>
                </a:lnTo>
                <a:cubicBezTo>
                  <a:pt x="398524" y="61976"/>
                  <a:pt x="400390" y="67012"/>
                  <a:pt x="403744" y="70507"/>
                </a:cubicBezTo>
                <a:cubicBezTo>
                  <a:pt x="407098" y="74003"/>
                  <a:pt x="411281" y="75751"/>
                  <a:pt x="416293" y="75751"/>
                </a:cubicBezTo>
                <a:cubicBezTo>
                  <a:pt x="420024" y="75751"/>
                  <a:pt x="423209" y="74780"/>
                  <a:pt x="425847" y="72839"/>
                </a:cubicBezTo>
                <a:cubicBezTo>
                  <a:pt x="428485" y="70897"/>
                  <a:pt x="430577" y="67797"/>
                  <a:pt x="432122" y="63540"/>
                </a:cubicBezTo>
                <a:moveTo>
                  <a:pt x="398713" y="46920"/>
                </a:moveTo>
                <a:lnTo>
                  <a:pt x="432235" y="46920"/>
                </a:lnTo>
                <a:cubicBezTo>
                  <a:pt x="431783" y="41953"/>
                  <a:pt x="430501" y="38227"/>
                  <a:pt x="428391" y="35743"/>
                </a:cubicBezTo>
                <a:cubicBezTo>
                  <a:pt x="425150" y="31888"/>
                  <a:pt x="420948" y="29961"/>
                  <a:pt x="415785" y="29961"/>
                </a:cubicBezTo>
                <a:cubicBezTo>
                  <a:pt x="411111" y="29961"/>
                  <a:pt x="407183" y="31500"/>
                  <a:pt x="403998" y="34577"/>
                </a:cubicBezTo>
                <a:cubicBezTo>
                  <a:pt x="400814" y="37653"/>
                  <a:pt x="399052" y="41768"/>
                  <a:pt x="398713" y="46920"/>
                </a:cubicBezTo>
                <a:close/>
                <a:moveTo>
                  <a:pt x="455418" y="82873"/>
                </a:moveTo>
                <a:lnTo>
                  <a:pt x="455418" y="22838"/>
                </a:lnTo>
                <a:lnTo>
                  <a:pt x="464576" y="22838"/>
                </a:lnTo>
                <a:lnTo>
                  <a:pt x="464576" y="31318"/>
                </a:lnTo>
                <a:cubicBezTo>
                  <a:pt x="468985" y="24760"/>
                  <a:pt x="475354" y="21481"/>
                  <a:pt x="483683" y="21481"/>
                </a:cubicBezTo>
                <a:cubicBezTo>
                  <a:pt x="487301" y="21481"/>
                  <a:pt x="490627" y="22132"/>
                  <a:pt x="493661" y="23432"/>
                </a:cubicBezTo>
                <a:cubicBezTo>
                  <a:pt x="496694" y="24732"/>
                  <a:pt x="498965" y="26437"/>
                  <a:pt x="500472" y="28548"/>
                </a:cubicBezTo>
                <a:cubicBezTo>
                  <a:pt x="501980" y="30658"/>
                  <a:pt x="503035" y="33164"/>
                  <a:pt x="503638" y="36066"/>
                </a:cubicBezTo>
                <a:cubicBezTo>
                  <a:pt x="504015" y="37951"/>
                  <a:pt x="504203" y="41248"/>
                  <a:pt x="504203" y="45959"/>
                </a:cubicBezTo>
                <a:lnTo>
                  <a:pt x="504203" y="82873"/>
                </a:lnTo>
                <a:lnTo>
                  <a:pt x="494028" y="82873"/>
                </a:lnTo>
                <a:lnTo>
                  <a:pt x="494028" y="46316"/>
                </a:lnTo>
                <a:cubicBezTo>
                  <a:pt x="494028" y="42166"/>
                  <a:pt x="493632" y="39062"/>
                  <a:pt x="492841" y="37006"/>
                </a:cubicBezTo>
                <a:cubicBezTo>
                  <a:pt x="492049" y="34950"/>
                  <a:pt x="490646" y="33309"/>
                  <a:pt x="488629" y="32083"/>
                </a:cubicBezTo>
                <a:cubicBezTo>
                  <a:pt x="486613" y="30857"/>
                  <a:pt x="484248" y="30244"/>
                  <a:pt x="481535" y="30244"/>
                </a:cubicBezTo>
                <a:cubicBezTo>
                  <a:pt x="477201" y="30244"/>
                  <a:pt x="473460" y="31621"/>
                  <a:pt x="470314" y="34376"/>
                </a:cubicBezTo>
                <a:cubicBezTo>
                  <a:pt x="467167" y="37129"/>
                  <a:pt x="465593" y="42354"/>
                  <a:pt x="465593" y="50050"/>
                </a:cubicBezTo>
                <a:lnTo>
                  <a:pt x="465593" y="82873"/>
                </a:lnTo>
                <a:lnTo>
                  <a:pt x="455418" y="82873"/>
                </a:lnTo>
                <a:close/>
                <a:moveTo>
                  <a:pt x="542028" y="73885"/>
                </a:moveTo>
                <a:lnTo>
                  <a:pt x="543497" y="82873"/>
                </a:lnTo>
                <a:cubicBezTo>
                  <a:pt x="540633" y="83401"/>
                  <a:pt x="538071" y="83665"/>
                  <a:pt x="535809" y="83665"/>
                </a:cubicBezTo>
                <a:cubicBezTo>
                  <a:pt x="532116" y="83665"/>
                  <a:pt x="529252" y="83081"/>
                  <a:pt x="527217" y="81912"/>
                </a:cubicBezTo>
                <a:cubicBezTo>
                  <a:pt x="525182" y="80744"/>
                  <a:pt x="523750" y="79208"/>
                  <a:pt x="522920" y="77305"/>
                </a:cubicBezTo>
                <a:cubicBezTo>
                  <a:pt x="522091" y="75402"/>
                  <a:pt x="521677" y="71398"/>
                  <a:pt x="521677" y="65292"/>
                </a:cubicBezTo>
                <a:lnTo>
                  <a:pt x="521677" y="30752"/>
                </a:lnTo>
                <a:lnTo>
                  <a:pt x="514215" y="30752"/>
                </a:lnTo>
                <a:lnTo>
                  <a:pt x="514215" y="22838"/>
                </a:lnTo>
                <a:lnTo>
                  <a:pt x="521677" y="22838"/>
                </a:lnTo>
                <a:lnTo>
                  <a:pt x="521677" y="7930"/>
                </a:lnTo>
                <a:lnTo>
                  <a:pt x="531796" y="1809"/>
                </a:lnTo>
                <a:lnTo>
                  <a:pt x="531796" y="22838"/>
                </a:lnTo>
                <a:lnTo>
                  <a:pt x="542028" y="22838"/>
                </a:lnTo>
                <a:lnTo>
                  <a:pt x="542028" y="30752"/>
                </a:lnTo>
                <a:lnTo>
                  <a:pt x="531796" y="30752"/>
                </a:lnTo>
                <a:lnTo>
                  <a:pt x="531796" y="65858"/>
                </a:lnTo>
                <a:cubicBezTo>
                  <a:pt x="531796" y="68760"/>
                  <a:pt x="531975" y="70625"/>
                  <a:pt x="532333" y="71454"/>
                </a:cubicBezTo>
                <a:cubicBezTo>
                  <a:pt x="532691" y="72283"/>
                  <a:pt x="533275" y="72943"/>
                  <a:pt x="534085" y="73433"/>
                </a:cubicBezTo>
                <a:cubicBezTo>
                  <a:pt x="534895" y="73923"/>
                  <a:pt x="536054" y="74168"/>
                  <a:pt x="537562" y="74168"/>
                </a:cubicBezTo>
                <a:cubicBezTo>
                  <a:pt x="538692" y="74168"/>
                  <a:pt x="540181" y="74073"/>
                  <a:pt x="542028" y="73885"/>
                </a:cubicBezTo>
                <a:close/>
                <a:moveTo>
                  <a:pt x="606352" y="73885"/>
                </a:moveTo>
                <a:lnTo>
                  <a:pt x="607822" y="82873"/>
                </a:lnTo>
                <a:cubicBezTo>
                  <a:pt x="604958" y="83401"/>
                  <a:pt x="602395" y="83665"/>
                  <a:pt x="600134" y="83665"/>
                </a:cubicBezTo>
                <a:cubicBezTo>
                  <a:pt x="596440" y="83665"/>
                  <a:pt x="593576" y="83081"/>
                  <a:pt x="591541" y="81912"/>
                </a:cubicBezTo>
                <a:cubicBezTo>
                  <a:pt x="589506" y="80744"/>
                  <a:pt x="588074" y="79208"/>
                  <a:pt x="587245" y="77305"/>
                </a:cubicBezTo>
                <a:cubicBezTo>
                  <a:pt x="586416" y="75402"/>
                  <a:pt x="586001" y="71398"/>
                  <a:pt x="586001" y="65292"/>
                </a:cubicBezTo>
                <a:lnTo>
                  <a:pt x="586001" y="30752"/>
                </a:lnTo>
                <a:lnTo>
                  <a:pt x="578539" y="30752"/>
                </a:lnTo>
                <a:lnTo>
                  <a:pt x="578539" y="22838"/>
                </a:lnTo>
                <a:lnTo>
                  <a:pt x="586001" y="22838"/>
                </a:lnTo>
                <a:lnTo>
                  <a:pt x="586001" y="7930"/>
                </a:lnTo>
                <a:lnTo>
                  <a:pt x="596120" y="1809"/>
                </a:lnTo>
                <a:lnTo>
                  <a:pt x="596120" y="22838"/>
                </a:lnTo>
                <a:lnTo>
                  <a:pt x="606352" y="22838"/>
                </a:lnTo>
                <a:lnTo>
                  <a:pt x="606352" y="30752"/>
                </a:lnTo>
                <a:lnTo>
                  <a:pt x="596120" y="30752"/>
                </a:lnTo>
                <a:lnTo>
                  <a:pt x="596120" y="65858"/>
                </a:lnTo>
                <a:cubicBezTo>
                  <a:pt x="596120" y="68760"/>
                  <a:pt x="596299" y="70625"/>
                  <a:pt x="596657" y="71454"/>
                </a:cubicBezTo>
                <a:cubicBezTo>
                  <a:pt x="597015" y="72283"/>
                  <a:pt x="597599" y="72943"/>
                  <a:pt x="598409" y="73433"/>
                </a:cubicBezTo>
                <a:cubicBezTo>
                  <a:pt x="599220" y="73923"/>
                  <a:pt x="600379" y="74168"/>
                  <a:pt x="601886" y="74168"/>
                </a:cubicBezTo>
                <a:cubicBezTo>
                  <a:pt x="603017" y="74168"/>
                  <a:pt x="604505" y="74073"/>
                  <a:pt x="606352" y="73885"/>
                </a:cubicBezTo>
                <a:close/>
                <a:moveTo>
                  <a:pt x="612510" y="52856"/>
                </a:moveTo>
                <a:cubicBezTo>
                  <a:pt x="612510" y="41738"/>
                  <a:pt x="615600" y="33504"/>
                  <a:pt x="621781" y="28152"/>
                </a:cubicBezTo>
                <a:cubicBezTo>
                  <a:pt x="626944" y="23705"/>
                  <a:pt x="633238" y="21481"/>
                  <a:pt x="640662" y="21481"/>
                </a:cubicBezTo>
                <a:cubicBezTo>
                  <a:pt x="648915" y="21481"/>
                  <a:pt x="655661" y="24186"/>
                  <a:pt x="660900" y="29594"/>
                </a:cubicBezTo>
                <a:cubicBezTo>
                  <a:pt x="666138" y="35002"/>
                  <a:pt x="668757" y="42473"/>
                  <a:pt x="668757" y="52008"/>
                </a:cubicBezTo>
                <a:cubicBezTo>
                  <a:pt x="668757" y="59734"/>
                  <a:pt x="667599" y="65811"/>
                  <a:pt x="665281" y="70239"/>
                </a:cubicBezTo>
                <a:cubicBezTo>
                  <a:pt x="662963" y="74667"/>
                  <a:pt x="659590" y="78106"/>
                  <a:pt x="655162" y="80556"/>
                </a:cubicBezTo>
                <a:cubicBezTo>
                  <a:pt x="650734" y="83005"/>
                  <a:pt x="645900" y="84230"/>
                  <a:pt x="640662" y="84230"/>
                </a:cubicBezTo>
                <a:cubicBezTo>
                  <a:pt x="632258" y="84230"/>
                  <a:pt x="625465" y="81535"/>
                  <a:pt x="620283" y="76146"/>
                </a:cubicBezTo>
                <a:cubicBezTo>
                  <a:pt x="615101" y="70757"/>
                  <a:pt x="612510" y="62994"/>
                  <a:pt x="612510" y="52856"/>
                </a:cubicBezTo>
                <a:moveTo>
                  <a:pt x="622968" y="52828"/>
                </a:moveTo>
                <a:cubicBezTo>
                  <a:pt x="622968" y="60487"/>
                  <a:pt x="624645" y="66223"/>
                  <a:pt x="627999" y="70034"/>
                </a:cubicBezTo>
                <a:cubicBezTo>
                  <a:pt x="631353" y="73845"/>
                  <a:pt x="635574" y="75751"/>
                  <a:pt x="640662" y="75751"/>
                </a:cubicBezTo>
                <a:cubicBezTo>
                  <a:pt x="645712" y="75751"/>
                  <a:pt x="649914" y="73836"/>
                  <a:pt x="653268" y="70006"/>
                </a:cubicBezTo>
                <a:cubicBezTo>
                  <a:pt x="656622" y="66176"/>
                  <a:pt x="658299" y="60337"/>
                  <a:pt x="658299" y="52490"/>
                </a:cubicBezTo>
                <a:cubicBezTo>
                  <a:pt x="658299" y="45093"/>
                  <a:pt x="656613" y="39489"/>
                  <a:pt x="653240" y="35678"/>
                </a:cubicBezTo>
                <a:cubicBezTo>
                  <a:pt x="649867" y="31867"/>
                  <a:pt x="645674" y="29961"/>
                  <a:pt x="640662" y="29961"/>
                </a:cubicBezTo>
                <a:cubicBezTo>
                  <a:pt x="635574" y="29961"/>
                  <a:pt x="631353" y="31857"/>
                  <a:pt x="627999" y="35649"/>
                </a:cubicBezTo>
                <a:cubicBezTo>
                  <a:pt x="624645" y="39442"/>
                  <a:pt x="622968" y="45168"/>
                  <a:pt x="622968" y="52828"/>
                </a:cubicBezTo>
                <a:close/>
                <a:moveTo>
                  <a:pt x="723933" y="82873"/>
                </a:moveTo>
                <a:lnTo>
                  <a:pt x="705560" y="22838"/>
                </a:lnTo>
                <a:lnTo>
                  <a:pt x="716075" y="22838"/>
                </a:lnTo>
                <a:lnTo>
                  <a:pt x="725629" y="57486"/>
                </a:lnTo>
                <a:lnTo>
                  <a:pt x="729190" y="70380"/>
                </a:lnTo>
                <a:cubicBezTo>
                  <a:pt x="729341" y="69741"/>
                  <a:pt x="730377" y="65618"/>
                  <a:pt x="732299" y="58012"/>
                </a:cubicBezTo>
                <a:lnTo>
                  <a:pt x="741853" y="22838"/>
                </a:lnTo>
                <a:lnTo>
                  <a:pt x="752311" y="22838"/>
                </a:lnTo>
                <a:lnTo>
                  <a:pt x="761299" y="57654"/>
                </a:lnTo>
                <a:lnTo>
                  <a:pt x="764295" y="69137"/>
                </a:lnTo>
                <a:lnTo>
                  <a:pt x="767744" y="57546"/>
                </a:lnTo>
                <a:lnTo>
                  <a:pt x="778032" y="22838"/>
                </a:lnTo>
                <a:lnTo>
                  <a:pt x="787925" y="22838"/>
                </a:lnTo>
                <a:lnTo>
                  <a:pt x="769157" y="82873"/>
                </a:lnTo>
                <a:lnTo>
                  <a:pt x="758586" y="82873"/>
                </a:lnTo>
                <a:lnTo>
                  <a:pt x="749032" y="46901"/>
                </a:lnTo>
                <a:lnTo>
                  <a:pt x="746715" y="36688"/>
                </a:lnTo>
                <a:lnTo>
                  <a:pt x="734561" y="82873"/>
                </a:lnTo>
                <a:lnTo>
                  <a:pt x="723933" y="82873"/>
                </a:lnTo>
                <a:close/>
                <a:moveTo>
                  <a:pt x="796465" y="82873"/>
                </a:moveTo>
                <a:lnTo>
                  <a:pt x="796465" y="0"/>
                </a:lnTo>
                <a:lnTo>
                  <a:pt x="806641" y="0"/>
                </a:lnTo>
                <a:lnTo>
                  <a:pt x="806641" y="29735"/>
                </a:lnTo>
                <a:cubicBezTo>
                  <a:pt x="811389" y="24233"/>
                  <a:pt x="817381" y="21481"/>
                  <a:pt x="824617" y="21481"/>
                </a:cubicBezTo>
                <a:cubicBezTo>
                  <a:pt x="829064" y="21481"/>
                  <a:pt x="832927" y="22358"/>
                  <a:pt x="836206" y="24110"/>
                </a:cubicBezTo>
                <a:cubicBezTo>
                  <a:pt x="839485" y="25863"/>
                  <a:pt x="841831" y="28284"/>
                  <a:pt x="843244" y="31374"/>
                </a:cubicBezTo>
                <a:cubicBezTo>
                  <a:pt x="844657" y="34465"/>
                  <a:pt x="845364" y="38949"/>
                  <a:pt x="845364" y="44828"/>
                </a:cubicBezTo>
                <a:lnTo>
                  <a:pt x="845364" y="82873"/>
                </a:lnTo>
                <a:lnTo>
                  <a:pt x="835188" y="82873"/>
                </a:lnTo>
                <a:lnTo>
                  <a:pt x="835188" y="44828"/>
                </a:lnTo>
                <a:cubicBezTo>
                  <a:pt x="835188" y="39741"/>
                  <a:pt x="834086" y="36038"/>
                  <a:pt x="831881" y="33720"/>
                </a:cubicBezTo>
                <a:cubicBezTo>
                  <a:pt x="829677" y="31403"/>
                  <a:pt x="826558" y="30244"/>
                  <a:pt x="822526" y="30244"/>
                </a:cubicBezTo>
                <a:cubicBezTo>
                  <a:pt x="819511" y="30244"/>
                  <a:pt x="816675" y="31026"/>
                  <a:pt x="814018" y="32590"/>
                </a:cubicBezTo>
                <a:cubicBezTo>
                  <a:pt x="811361" y="34154"/>
                  <a:pt x="809467" y="36274"/>
                  <a:pt x="808336" y="38949"/>
                </a:cubicBezTo>
                <a:cubicBezTo>
                  <a:pt x="807206" y="41625"/>
                  <a:pt x="806641" y="45318"/>
                  <a:pt x="806641" y="50029"/>
                </a:cubicBezTo>
                <a:lnTo>
                  <a:pt x="806641" y="82873"/>
                </a:lnTo>
                <a:lnTo>
                  <a:pt x="796465" y="82873"/>
                </a:lnTo>
                <a:close/>
                <a:moveTo>
                  <a:pt x="860915" y="11758"/>
                </a:moveTo>
                <a:lnTo>
                  <a:pt x="860915" y="0"/>
                </a:lnTo>
                <a:lnTo>
                  <a:pt x="871091" y="0"/>
                </a:lnTo>
                <a:lnTo>
                  <a:pt x="871091" y="11758"/>
                </a:lnTo>
                <a:lnTo>
                  <a:pt x="860915" y="11758"/>
                </a:lnTo>
                <a:moveTo>
                  <a:pt x="860915" y="82873"/>
                </a:moveTo>
                <a:lnTo>
                  <a:pt x="860915" y="22838"/>
                </a:lnTo>
                <a:lnTo>
                  <a:pt x="871091" y="22838"/>
                </a:lnTo>
                <a:lnTo>
                  <a:pt x="871091" y="82873"/>
                </a:lnTo>
                <a:lnTo>
                  <a:pt x="860915" y="82873"/>
                </a:lnTo>
                <a:close/>
                <a:moveTo>
                  <a:pt x="925759" y="60827"/>
                </a:moveTo>
                <a:lnTo>
                  <a:pt x="935765" y="62127"/>
                </a:lnTo>
                <a:cubicBezTo>
                  <a:pt x="934672" y="69041"/>
                  <a:pt x="931874" y="74454"/>
                  <a:pt x="927370" y="78365"/>
                </a:cubicBezTo>
                <a:cubicBezTo>
                  <a:pt x="922866" y="82275"/>
                  <a:pt x="917336" y="84230"/>
                  <a:pt x="910778" y="84230"/>
                </a:cubicBezTo>
                <a:cubicBezTo>
                  <a:pt x="902563" y="84230"/>
                  <a:pt x="895958" y="81545"/>
                  <a:pt x="890965" y="76175"/>
                </a:cubicBezTo>
                <a:cubicBezTo>
                  <a:pt x="885971" y="70804"/>
                  <a:pt x="883474" y="63107"/>
                  <a:pt x="883474" y="53082"/>
                </a:cubicBezTo>
                <a:cubicBezTo>
                  <a:pt x="883474" y="46600"/>
                  <a:pt x="884548" y="40928"/>
                  <a:pt x="886697" y="36066"/>
                </a:cubicBezTo>
                <a:cubicBezTo>
                  <a:pt x="888845" y="31205"/>
                  <a:pt x="892114" y="27559"/>
                  <a:pt x="896505" y="25128"/>
                </a:cubicBezTo>
                <a:cubicBezTo>
                  <a:pt x="900895" y="22697"/>
                  <a:pt x="905672" y="21481"/>
                  <a:pt x="910835" y="21481"/>
                </a:cubicBezTo>
                <a:cubicBezTo>
                  <a:pt x="917355" y="21481"/>
                  <a:pt x="922687" y="23136"/>
                  <a:pt x="926833" y="26444"/>
                </a:cubicBezTo>
                <a:cubicBezTo>
                  <a:pt x="930979" y="29751"/>
                  <a:pt x="933635" y="34447"/>
                  <a:pt x="934804" y="40532"/>
                </a:cubicBezTo>
                <a:lnTo>
                  <a:pt x="924911" y="42059"/>
                </a:lnTo>
                <a:cubicBezTo>
                  <a:pt x="923969" y="38045"/>
                  <a:pt x="922301" y="35025"/>
                  <a:pt x="919908" y="33000"/>
                </a:cubicBezTo>
                <a:cubicBezTo>
                  <a:pt x="917515" y="30974"/>
                  <a:pt x="914622" y="29961"/>
                  <a:pt x="911231" y="29961"/>
                </a:cubicBezTo>
                <a:cubicBezTo>
                  <a:pt x="906105" y="29961"/>
                  <a:pt x="901941" y="31789"/>
                  <a:pt x="898737" y="35446"/>
                </a:cubicBezTo>
                <a:cubicBezTo>
                  <a:pt x="895534" y="39102"/>
                  <a:pt x="893932" y="44886"/>
                  <a:pt x="893932" y="52799"/>
                </a:cubicBezTo>
                <a:cubicBezTo>
                  <a:pt x="893932" y="60825"/>
                  <a:pt x="895478" y="66657"/>
                  <a:pt x="898568" y="70295"/>
                </a:cubicBezTo>
                <a:cubicBezTo>
                  <a:pt x="901658" y="73932"/>
                  <a:pt x="905691" y="75751"/>
                  <a:pt x="910665" y="75751"/>
                </a:cubicBezTo>
                <a:cubicBezTo>
                  <a:pt x="914660" y="75751"/>
                  <a:pt x="917995" y="74530"/>
                  <a:pt x="920671" y="72090"/>
                </a:cubicBezTo>
                <a:cubicBezTo>
                  <a:pt x="923347" y="69650"/>
                  <a:pt x="925043" y="65895"/>
                  <a:pt x="925759" y="60827"/>
                </a:cubicBezTo>
                <a:close/>
                <a:moveTo>
                  <a:pt x="944471" y="82873"/>
                </a:moveTo>
                <a:lnTo>
                  <a:pt x="944471" y="0"/>
                </a:lnTo>
                <a:lnTo>
                  <a:pt x="954646" y="0"/>
                </a:lnTo>
                <a:lnTo>
                  <a:pt x="954646" y="29735"/>
                </a:lnTo>
                <a:cubicBezTo>
                  <a:pt x="959395" y="24233"/>
                  <a:pt x="965387" y="21481"/>
                  <a:pt x="972623" y="21481"/>
                </a:cubicBezTo>
                <a:cubicBezTo>
                  <a:pt x="977070" y="21481"/>
                  <a:pt x="980933" y="22358"/>
                  <a:pt x="984211" y="24110"/>
                </a:cubicBezTo>
                <a:cubicBezTo>
                  <a:pt x="987490" y="25863"/>
                  <a:pt x="989836" y="28284"/>
                  <a:pt x="991249" y="31374"/>
                </a:cubicBezTo>
                <a:cubicBezTo>
                  <a:pt x="992663" y="34465"/>
                  <a:pt x="993369" y="38949"/>
                  <a:pt x="993369" y="44828"/>
                </a:cubicBezTo>
                <a:lnTo>
                  <a:pt x="993369" y="82873"/>
                </a:lnTo>
                <a:lnTo>
                  <a:pt x="983194" y="82873"/>
                </a:lnTo>
                <a:lnTo>
                  <a:pt x="983194" y="44828"/>
                </a:lnTo>
                <a:cubicBezTo>
                  <a:pt x="983194" y="39741"/>
                  <a:pt x="982092" y="36038"/>
                  <a:pt x="979887" y="33720"/>
                </a:cubicBezTo>
                <a:cubicBezTo>
                  <a:pt x="977682" y="31403"/>
                  <a:pt x="974564" y="30244"/>
                  <a:pt x="970531" y="30244"/>
                </a:cubicBezTo>
                <a:cubicBezTo>
                  <a:pt x="967516" y="30244"/>
                  <a:pt x="964680" y="31026"/>
                  <a:pt x="962023" y="32590"/>
                </a:cubicBezTo>
                <a:cubicBezTo>
                  <a:pt x="959366" y="34154"/>
                  <a:pt x="957473" y="36274"/>
                  <a:pt x="956342" y="38949"/>
                </a:cubicBezTo>
                <a:cubicBezTo>
                  <a:pt x="955211" y="41625"/>
                  <a:pt x="954646" y="45318"/>
                  <a:pt x="954646" y="50029"/>
                </a:cubicBezTo>
                <a:lnTo>
                  <a:pt x="954646" y="82873"/>
                </a:lnTo>
                <a:lnTo>
                  <a:pt x="944471" y="82873"/>
                </a:lnTo>
                <a:close/>
                <a:moveTo>
                  <a:pt x="1080201" y="75461"/>
                </a:moveTo>
                <a:cubicBezTo>
                  <a:pt x="1076433" y="78667"/>
                  <a:pt x="1072805" y="80930"/>
                  <a:pt x="1069319" y="82250"/>
                </a:cubicBezTo>
                <a:cubicBezTo>
                  <a:pt x="1065833" y="83570"/>
                  <a:pt x="1062093" y="84230"/>
                  <a:pt x="1058098" y="84230"/>
                </a:cubicBezTo>
                <a:cubicBezTo>
                  <a:pt x="1051503" y="84230"/>
                  <a:pt x="1046434" y="82618"/>
                  <a:pt x="1042891" y="79393"/>
                </a:cubicBezTo>
                <a:cubicBezTo>
                  <a:pt x="1039349" y="76169"/>
                  <a:pt x="1037578" y="72048"/>
                  <a:pt x="1037578" y="67033"/>
                </a:cubicBezTo>
                <a:cubicBezTo>
                  <a:pt x="1037578" y="64092"/>
                  <a:pt x="1038247" y="61405"/>
                  <a:pt x="1039584" y="58973"/>
                </a:cubicBezTo>
                <a:cubicBezTo>
                  <a:pt x="1040922" y="56540"/>
                  <a:pt x="1042675" y="54588"/>
                  <a:pt x="1044842" y="53117"/>
                </a:cubicBezTo>
                <a:cubicBezTo>
                  <a:pt x="1047009" y="51646"/>
                  <a:pt x="1049449" y="50534"/>
                  <a:pt x="1052162" y="49780"/>
                </a:cubicBezTo>
                <a:cubicBezTo>
                  <a:pt x="1054160" y="49251"/>
                  <a:pt x="1057175" y="48742"/>
                  <a:pt x="1061207" y="48252"/>
                </a:cubicBezTo>
                <a:cubicBezTo>
                  <a:pt x="1069423" y="47279"/>
                  <a:pt x="1075472" y="46119"/>
                  <a:pt x="1079353" y="44772"/>
                </a:cubicBezTo>
                <a:cubicBezTo>
                  <a:pt x="1079391" y="43383"/>
                  <a:pt x="1079410" y="42501"/>
                  <a:pt x="1079410" y="42126"/>
                </a:cubicBezTo>
                <a:cubicBezTo>
                  <a:pt x="1079410" y="37995"/>
                  <a:pt x="1078449" y="35086"/>
                  <a:pt x="1076527" y="33397"/>
                </a:cubicBezTo>
                <a:cubicBezTo>
                  <a:pt x="1073927" y="31106"/>
                  <a:pt x="1070064" y="29961"/>
                  <a:pt x="1064938" y="29961"/>
                </a:cubicBezTo>
                <a:cubicBezTo>
                  <a:pt x="1060152" y="29961"/>
                  <a:pt x="1056619" y="30800"/>
                  <a:pt x="1054339" y="32477"/>
                </a:cubicBezTo>
                <a:cubicBezTo>
                  <a:pt x="1052059" y="34154"/>
                  <a:pt x="1050372" y="37122"/>
                  <a:pt x="1049279" y="41380"/>
                </a:cubicBezTo>
                <a:lnTo>
                  <a:pt x="1039330" y="40023"/>
                </a:lnTo>
                <a:cubicBezTo>
                  <a:pt x="1040234" y="35752"/>
                  <a:pt x="1041723" y="32302"/>
                  <a:pt x="1043796" y="29675"/>
                </a:cubicBezTo>
                <a:cubicBezTo>
                  <a:pt x="1045869" y="27047"/>
                  <a:pt x="1048865" y="25025"/>
                  <a:pt x="1052784" y="23608"/>
                </a:cubicBezTo>
                <a:cubicBezTo>
                  <a:pt x="1056704" y="22190"/>
                  <a:pt x="1061245" y="21481"/>
                  <a:pt x="1066408" y="21481"/>
                </a:cubicBezTo>
                <a:cubicBezTo>
                  <a:pt x="1071533" y="21481"/>
                  <a:pt x="1075698" y="22084"/>
                  <a:pt x="1078901" y="23290"/>
                </a:cubicBezTo>
                <a:cubicBezTo>
                  <a:pt x="1082105" y="24496"/>
                  <a:pt x="1084460" y="26013"/>
                  <a:pt x="1085967" y="27841"/>
                </a:cubicBezTo>
                <a:cubicBezTo>
                  <a:pt x="1087475" y="29669"/>
                  <a:pt x="1088530" y="31977"/>
                  <a:pt x="1089133" y="34766"/>
                </a:cubicBezTo>
                <a:cubicBezTo>
                  <a:pt x="1089472" y="36500"/>
                  <a:pt x="1089642" y="39628"/>
                  <a:pt x="1089642" y="44150"/>
                </a:cubicBezTo>
                <a:lnTo>
                  <a:pt x="1089642" y="57717"/>
                </a:lnTo>
                <a:cubicBezTo>
                  <a:pt x="1089642" y="67177"/>
                  <a:pt x="1089859" y="73160"/>
                  <a:pt x="1090292" y="75666"/>
                </a:cubicBezTo>
                <a:cubicBezTo>
                  <a:pt x="1090725" y="78172"/>
                  <a:pt x="1091583" y="80574"/>
                  <a:pt x="1092864" y="82873"/>
                </a:cubicBezTo>
                <a:lnTo>
                  <a:pt x="1082236" y="82873"/>
                </a:lnTo>
                <a:cubicBezTo>
                  <a:pt x="1081181" y="80761"/>
                  <a:pt x="1080503" y="78290"/>
                  <a:pt x="1080201" y="75461"/>
                </a:cubicBezTo>
                <a:moveTo>
                  <a:pt x="1079353" y="52686"/>
                </a:moveTo>
                <a:cubicBezTo>
                  <a:pt x="1075660" y="54207"/>
                  <a:pt x="1070120" y="55499"/>
                  <a:pt x="1062734" y="56562"/>
                </a:cubicBezTo>
                <a:cubicBezTo>
                  <a:pt x="1058550" y="57167"/>
                  <a:pt x="1055592" y="57849"/>
                  <a:pt x="1053858" y="58606"/>
                </a:cubicBezTo>
                <a:cubicBezTo>
                  <a:pt x="1052125" y="59362"/>
                  <a:pt x="1050787" y="60469"/>
                  <a:pt x="1049845" y="61927"/>
                </a:cubicBezTo>
                <a:cubicBezTo>
                  <a:pt x="1048902" y="63384"/>
                  <a:pt x="1048431" y="65002"/>
                  <a:pt x="1048431" y="66780"/>
                </a:cubicBezTo>
                <a:cubicBezTo>
                  <a:pt x="1048431" y="69504"/>
                  <a:pt x="1049458" y="71775"/>
                  <a:pt x="1051512" y="73592"/>
                </a:cubicBezTo>
                <a:cubicBezTo>
                  <a:pt x="1053566" y="75408"/>
                  <a:pt x="1056572" y="76316"/>
                  <a:pt x="1060529" y="76316"/>
                </a:cubicBezTo>
                <a:cubicBezTo>
                  <a:pt x="1064448" y="76316"/>
                  <a:pt x="1067934" y="75454"/>
                  <a:pt x="1070987" y="73731"/>
                </a:cubicBezTo>
                <a:cubicBezTo>
                  <a:pt x="1074040" y="72008"/>
                  <a:pt x="1076282" y="69651"/>
                  <a:pt x="1077714" y="66660"/>
                </a:cubicBezTo>
                <a:cubicBezTo>
                  <a:pt x="1078807" y="64349"/>
                  <a:pt x="1079353" y="60941"/>
                  <a:pt x="1079353" y="56435"/>
                </a:cubicBezTo>
                <a:lnTo>
                  <a:pt x="1079353" y="52686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claimisacceptable.">
            <a:extLst xmlns:a="http://schemas.openxmlformats.org/drawingml/2006/main">
              <a:ext uri="{FF2B5EF4-FFF2-40B4-BE49-F238E27FC236}">
                <a16:creationId xmlns:a16="http://schemas.microsoft.com/office/drawing/2014/main" id="{CE12D530-1C0F-470B-91CB-A1E4778E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123" y="1457467"/>
            <a:ext cx="995721" cy="105938"/>
          </a:xfrm>
          <a:custGeom xmlns:a="http://schemas.openxmlformats.org/drawingml/2006/main">
            <a:pathLst>
              <a:path w="995721" h="105938">
                <a:moveTo>
                  <a:pt x="42285" y="60827"/>
                </a:moveTo>
                <a:lnTo>
                  <a:pt x="52290" y="62127"/>
                </a:lnTo>
                <a:cubicBezTo>
                  <a:pt x="51198" y="69041"/>
                  <a:pt x="48399" y="74454"/>
                  <a:pt x="43896" y="78365"/>
                </a:cubicBezTo>
                <a:cubicBezTo>
                  <a:pt x="39392" y="82275"/>
                  <a:pt x="33862" y="84230"/>
                  <a:pt x="27304" y="84230"/>
                </a:cubicBezTo>
                <a:cubicBezTo>
                  <a:pt x="19088" y="84230"/>
                  <a:pt x="12484" y="81545"/>
                  <a:pt x="7490" y="76175"/>
                </a:cubicBezTo>
                <a:cubicBezTo>
                  <a:pt x="2497" y="70804"/>
                  <a:pt x="0" y="63107"/>
                  <a:pt x="0" y="53082"/>
                </a:cubicBezTo>
                <a:cubicBezTo>
                  <a:pt x="0" y="46600"/>
                  <a:pt x="1074" y="40928"/>
                  <a:pt x="3222" y="36066"/>
                </a:cubicBezTo>
                <a:cubicBezTo>
                  <a:pt x="5370" y="31205"/>
                  <a:pt x="8640" y="27559"/>
                  <a:pt x="13030" y="25128"/>
                </a:cubicBezTo>
                <a:cubicBezTo>
                  <a:pt x="17421" y="22697"/>
                  <a:pt x="22198" y="21481"/>
                  <a:pt x="27361" y="21481"/>
                </a:cubicBezTo>
                <a:cubicBezTo>
                  <a:pt x="33880" y="21481"/>
                  <a:pt x="39213" y="23136"/>
                  <a:pt x="43359" y="26444"/>
                </a:cubicBezTo>
                <a:cubicBezTo>
                  <a:pt x="47504" y="29751"/>
                  <a:pt x="50161" y="34447"/>
                  <a:pt x="51329" y="40532"/>
                </a:cubicBezTo>
                <a:lnTo>
                  <a:pt x="41437" y="42059"/>
                </a:lnTo>
                <a:cubicBezTo>
                  <a:pt x="40495" y="38045"/>
                  <a:pt x="38827" y="35025"/>
                  <a:pt x="36434" y="33000"/>
                </a:cubicBezTo>
                <a:cubicBezTo>
                  <a:pt x="34041" y="30974"/>
                  <a:pt x="31148" y="29961"/>
                  <a:pt x="27756" y="29961"/>
                </a:cubicBezTo>
                <a:cubicBezTo>
                  <a:pt x="22631" y="29961"/>
                  <a:pt x="18467" y="31789"/>
                  <a:pt x="15263" y="35446"/>
                </a:cubicBezTo>
                <a:cubicBezTo>
                  <a:pt x="12060" y="39102"/>
                  <a:pt x="10458" y="44886"/>
                  <a:pt x="10458" y="52799"/>
                </a:cubicBezTo>
                <a:cubicBezTo>
                  <a:pt x="10458" y="60825"/>
                  <a:pt x="12003" y="66657"/>
                  <a:pt x="15094" y="70295"/>
                </a:cubicBezTo>
                <a:cubicBezTo>
                  <a:pt x="18184" y="73932"/>
                  <a:pt x="22216" y="75751"/>
                  <a:pt x="27191" y="75751"/>
                </a:cubicBezTo>
                <a:cubicBezTo>
                  <a:pt x="31186" y="75751"/>
                  <a:pt x="34521" y="74530"/>
                  <a:pt x="37197" y="72090"/>
                </a:cubicBezTo>
                <a:cubicBezTo>
                  <a:pt x="39873" y="69650"/>
                  <a:pt x="41569" y="65895"/>
                  <a:pt x="42285" y="60827"/>
                </a:cubicBezTo>
                <a:close/>
                <a:moveTo>
                  <a:pt x="60770" y="82873"/>
                </a:moveTo>
                <a:lnTo>
                  <a:pt x="60770" y="0"/>
                </a:lnTo>
                <a:lnTo>
                  <a:pt x="70945" y="0"/>
                </a:lnTo>
                <a:lnTo>
                  <a:pt x="70945" y="82873"/>
                </a:lnTo>
                <a:lnTo>
                  <a:pt x="60770" y="82873"/>
                </a:lnTo>
                <a:close/>
                <a:moveTo>
                  <a:pt x="125897" y="75461"/>
                </a:moveTo>
                <a:cubicBezTo>
                  <a:pt x="122128" y="78667"/>
                  <a:pt x="118501" y="80930"/>
                  <a:pt x="115015" y="82250"/>
                </a:cubicBezTo>
                <a:cubicBezTo>
                  <a:pt x="111529" y="83570"/>
                  <a:pt x="107788" y="84230"/>
                  <a:pt x="103793" y="84230"/>
                </a:cubicBezTo>
                <a:cubicBezTo>
                  <a:pt x="97198" y="84230"/>
                  <a:pt x="92129" y="82618"/>
                  <a:pt x="88587" y="79393"/>
                </a:cubicBezTo>
                <a:cubicBezTo>
                  <a:pt x="85044" y="76169"/>
                  <a:pt x="83273" y="72048"/>
                  <a:pt x="83273" y="67033"/>
                </a:cubicBezTo>
                <a:cubicBezTo>
                  <a:pt x="83273" y="64092"/>
                  <a:pt x="83942" y="61405"/>
                  <a:pt x="85280" y="58973"/>
                </a:cubicBezTo>
                <a:cubicBezTo>
                  <a:pt x="86618" y="56540"/>
                  <a:pt x="88370" y="54588"/>
                  <a:pt x="90537" y="53117"/>
                </a:cubicBezTo>
                <a:cubicBezTo>
                  <a:pt x="92704" y="51646"/>
                  <a:pt x="95144" y="50534"/>
                  <a:pt x="97858" y="49780"/>
                </a:cubicBezTo>
                <a:cubicBezTo>
                  <a:pt x="99855" y="49251"/>
                  <a:pt x="102870" y="48742"/>
                  <a:pt x="106903" y="48252"/>
                </a:cubicBezTo>
                <a:cubicBezTo>
                  <a:pt x="115118" y="47279"/>
                  <a:pt x="121167" y="46119"/>
                  <a:pt x="125049" y="44772"/>
                </a:cubicBezTo>
                <a:cubicBezTo>
                  <a:pt x="125086" y="43383"/>
                  <a:pt x="125105" y="42501"/>
                  <a:pt x="125105" y="42126"/>
                </a:cubicBezTo>
                <a:cubicBezTo>
                  <a:pt x="125105" y="37995"/>
                  <a:pt x="124144" y="35086"/>
                  <a:pt x="122222" y="33397"/>
                </a:cubicBezTo>
                <a:cubicBezTo>
                  <a:pt x="119622" y="31106"/>
                  <a:pt x="115759" y="29961"/>
                  <a:pt x="110634" y="29961"/>
                </a:cubicBezTo>
                <a:cubicBezTo>
                  <a:pt x="105847" y="29961"/>
                  <a:pt x="102314" y="30800"/>
                  <a:pt x="100034" y="32477"/>
                </a:cubicBezTo>
                <a:cubicBezTo>
                  <a:pt x="97754" y="34154"/>
                  <a:pt x="96068" y="37122"/>
                  <a:pt x="94975" y="41380"/>
                </a:cubicBezTo>
                <a:lnTo>
                  <a:pt x="85025" y="40023"/>
                </a:lnTo>
                <a:cubicBezTo>
                  <a:pt x="85930" y="35752"/>
                  <a:pt x="87418" y="32302"/>
                  <a:pt x="89491" y="29675"/>
                </a:cubicBezTo>
                <a:cubicBezTo>
                  <a:pt x="91564" y="27047"/>
                  <a:pt x="94560" y="25025"/>
                  <a:pt x="98480" y="23608"/>
                </a:cubicBezTo>
                <a:cubicBezTo>
                  <a:pt x="102399" y="22190"/>
                  <a:pt x="106940" y="21481"/>
                  <a:pt x="112103" y="21481"/>
                </a:cubicBezTo>
                <a:cubicBezTo>
                  <a:pt x="117229" y="21481"/>
                  <a:pt x="121393" y="22084"/>
                  <a:pt x="124597" y="23290"/>
                </a:cubicBezTo>
                <a:cubicBezTo>
                  <a:pt x="127800" y="24496"/>
                  <a:pt x="130155" y="26013"/>
                  <a:pt x="131663" y="27841"/>
                </a:cubicBezTo>
                <a:cubicBezTo>
                  <a:pt x="133170" y="29669"/>
                  <a:pt x="134226" y="31977"/>
                  <a:pt x="134828" y="34766"/>
                </a:cubicBezTo>
                <a:cubicBezTo>
                  <a:pt x="135168" y="36500"/>
                  <a:pt x="135337" y="39628"/>
                  <a:pt x="135337" y="44150"/>
                </a:cubicBezTo>
                <a:lnTo>
                  <a:pt x="135337" y="57717"/>
                </a:lnTo>
                <a:cubicBezTo>
                  <a:pt x="135337" y="67177"/>
                  <a:pt x="135554" y="73160"/>
                  <a:pt x="135987" y="75666"/>
                </a:cubicBezTo>
                <a:cubicBezTo>
                  <a:pt x="136421" y="78172"/>
                  <a:pt x="137278" y="80574"/>
                  <a:pt x="138559" y="82873"/>
                </a:cubicBezTo>
                <a:lnTo>
                  <a:pt x="127932" y="82873"/>
                </a:lnTo>
                <a:cubicBezTo>
                  <a:pt x="126877" y="80761"/>
                  <a:pt x="126198" y="78290"/>
                  <a:pt x="125897" y="75461"/>
                </a:cubicBezTo>
                <a:moveTo>
                  <a:pt x="125049" y="52686"/>
                </a:moveTo>
                <a:cubicBezTo>
                  <a:pt x="121355" y="54207"/>
                  <a:pt x="115815" y="55499"/>
                  <a:pt x="108429" y="56562"/>
                </a:cubicBezTo>
                <a:cubicBezTo>
                  <a:pt x="104246" y="57167"/>
                  <a:pt x="101287" y="57849"/>
                  <a:pt x="99554" y="58606"/>
                </a:cubicBezTo>
                <a:cubicBezTo>
                  <a:pt x="97820" y="59362"/>
                  <a:pt x="96482" y="60469"/>
                  <a:pt x="95540" y="61927"/>
                </a:cubicBezTo>
                <a:cubicBezTo>
                  <a:pt x="94598" y="63384"/>
                  <a:pt x="94127" y="65002"/>
                  <a:pt x="94127" y="66780"/>
                </a:cubicBezTo>
                <a:cubicBezTo>
                  <a:pt x="94127" y="69504"/>
                  <a:pt x="95154" y="71775"/>
                  <a:pt x="97208" y="73592"/>
                </a:cubicBezTo>
                <a:cubicBezTo>
                  <a:pt x="99262" y="75408"/>
                  <a:pt x="102267" y="76316"/>
                  <a:pt x="106224" y="76316"/>
                </a:cubicBezTo>
                <a:cubicBezTo>
                  <a:pt x="110144" y="76316"/>
                  <a:pt x="113630" y="75454"/>
                  <a:pt x="116682" y="73731"/>
                </a:cubicBezTo>
                <a:cubicBezTo>
                  <a:pt x="119735" y="72008"/>
                  <a:pt x="121977" y="69651"/>
                  <a:pt x="123409" y="66660"/>
                </a:cubicBezTo>
                <a:cubicBezTo>
                  <a:pt x="124502" y="64349"/>
                  <a:pt x="125049" y="60941"/>
                  <a:pt x="125049" y="56435"/>
                </a:cubicBezTo>
                <a:lnTo>
                  <a:pt x="125049" y="52686"/>
                </a:lnTo>
                <a:close/>
                <a:moveTo>
                  <a:pt x="151171" y="11758"/>
                </a:moveTo>
                <a:lnTo>
                  <a:pt x="151171" y="0"/>
                </a:lnTo>
                <a:lnTo>
                  <a:pt x="161346" y="0"/>
                </a:lnTo>
                <a:lnTo>
                  <a:pt x="161346" y="11758"/>
                </a:lnTo>
                <a:lnTo>
                  <a:pt x="151171" y="11758"/>
                </a:lnTo>
                <a:moveTo>
                  <a:pt x="151171" y="82873"/>
                </a:moveTo>
                <a:lnTo>
                  <a:pt x="151171" y="22838"/>
                </a:lnTo>
                <a:lnTo>
                  <a:pt x="161346" y="22838"/>
                </a:lnTo>
                <a:lnTo>
                  <a:pt x="161346" y="82873"/>
                </a:lnTo>
                <a:lnTo>
                  <a:pt x="151171" y="82873"/>
                </a:lnTo>
                <a:close/>
                <a:moveTo>
                  <a:pt x="176839" y="82873"/>
                </a:moveTo>
                <a:lnTo>
                  <a:pt x="176839" y="22838"/>
                </a:lnTo>
                <a:lnTo>
                  <a:pt x="185941" y="22838"/>
                </a:lnTo>
                <a:lnTo>
                  <a:pt x="185941" y="31205"/>
                </a:lnTo>
                <a:cubicBezTo>
                  <a:pt x="187825" y="28282"/>
                  <a:pt x="190331" y="25930"/>
                  <a:pt x="193459" y="24151"/>
                </a:cubicBezTo>
                <a:cubicBezTo>
                  <a:pt x="196587" y="22371"/>
                  <a:pt x="200149" y="21481"/>
                  <a:pt x="204144" y="21481"/>
                </a:cubicBezTo>
                <a:cubicBezTo>
                  <a:pt x="208591" y="21481"/>
                  <a:pt x="212237" y="22400"/>
                  <a:pt x="215082" y="24237"/>
                </a:cubicBezTo>
                <a:cubicBezTo>
                  <a:pt x="217928" y="26073"/>
                  <a:pt x="219934" y="28641"/>
                  <a:pt x="221103" y="31940"/>
                </a:cubicBezTo>
                <a:cubicBezTo>
                  <a:pt x="225851" y="24968"/>
                  <a:pt x="232032" y="21481"/>
                  <a:pt x="239645" y="21481"/>
                </a:cubicBezTo>
                <a:cubicBezTo>
                  <a:pt x="245599" y="21481"/>
                  <a:pt x="250178" y="23130"/>
                  <a:pt x="253381" y="26428"/>
                </a:cubicBezTo>
                <a:cubicBezTo>
                  <a:pt x="256585" y="29725"/>
                  <a:pt x="258186" y="34804"/>
                  <a:pt x="258186" y="41663"/>
                </a:cubicBezTo>
                <a:lnTo>
                  <a:pt x="258186" y="82873"/>
                </a:lnTo>
                <a:lnTo>
                  <a:pt x="248068" y="82873"/>
                </a:lnTo>
                <a:lnTo>
                  <a:pt x="248068" y="45014"/>
                </a:lnTo>
                <a:cubicBezTo>
                  <a:pt x="248068" y="40939"/>
                  <a:pt x="247738" y="38006"/>
                  <a:pt x="247078" y="36215"/>
                </a:cubicBezTo>
                <a:cubicBezTo>
                  <a:pt x="246419" y="34422"/>
                  <a:pt x="245222" y="32979"/>
                  <a:pt x="243489" y="31885"/>
                </a:cubicBezTo>
                <a:cubicBezTo>
                  <a:pt x="241755" y="30791"/>
                  <a:pt x="239720" y="30244"/>
                  <a:pt x="237383" y="30244"/>
                </a:cubicBezTo>
                <a:cubicBezTo>
                  <a:pt x="233162" y="30244"/>
                  <a:pt x="229658" y="31649"/>
                  <a:pt x="226869" y="34460"/>
                </a:cubicBezTo>
                <a:cubicBezTo>
                  <a:pt x="224080" y="37271"/>
                  <a:pt x="222685" y="41769"/>
                  <a:pt x="222685" y="47957"/>
                </a:cubicBezTo>
                <a:lnTo>
                  <a:pt x="222685" y="82873"/>
                </a:lnTo>
                <a:lnTo>
                  <a:pt x="212510" y="82873"/>
                </a:lnTo>
                <a:lnTo>
                  <a:pt x="212510" y="43825"/>
                </a:lnTo>
                <a:cubicBezTo>
                  <a:pt x="212510" y="39298"/>
                  <a:pt x="211681" y="35903"/>
                  <a:pt x="210023" y="33639"/>
                </a:cubicBezTo>
                <a:cubicBezTo>
                  <a:pt x="208364" y="31375"/>
                  <a:pt x="205651" y="30244"/>
                  <a:pt x="201882" y="30244"/>
                </a:cubicBezTo>
                <a:cubicBezTo>
                  <a:pt x="199018" y="30244"/>
                  <a:pt x="196371" y="30999"/>
                  <a:pt x="193940" y="32508"/>
                </a:cubicBezTo>
                <a:cubicBezTo>
                  <a:pt x="191509" y="34017"/>
                  <a:pt x="189747" y="36224"/>
                  <a:pt x="188654" y="39130"/>
                </a:cubicBezTo>
                <a:cubicBezTo>
                  <a:pt x="187561" y="42034"/>
                  <a:pt x="187015" y="46221"/>
                  <a:pt x="187015" y="51692"/>
                </a:cubicBezTo>
                <a:lnTo>
                  <a:pt x="187015" y="82873"/>
                </a:lnTo>
                <a:lnTo>
                  <a:pt x="176839" y="82873"/>
                </a:lnTo>
                <a:close/>
                <a:moveTo>
                  <a:pt x="305509" y="11758"/>
                </a:moveTo>
                <a:lnTo>
                  <a:pt x="305509" y="0"/>
                </a:lnTo>
                <a:lnTo>
                  <a:pt x="315685" y="0"/>
                </a:lnTo>
                <a:lnTo>
                  <a:pt x="315685" y="11758"/>
                </a:lnTo>
                <a:lnTo>
                  <a:pt x="305509" y="11758"/>
                </a:lnTo>
                <a:moveTo>
                  <a:pt x="305509" y="82873"/>
                </a:moveTo>
                <a:lnTo>
                  <a:pt x="305509" y="22838"/>
                </a:lnTo>
                <a:lnTo>
                  <a:pt x="315685" y="22838"/>
                </a:lnTo>
                <a:lnTo>
                  <a:pt x="315685" y="82873"/>
                </a:lnTo>
                <a:lnTo>
                  <a:pt x="305509" y="82873"/>
                </a:lnTo>
                <a:close/>
                <a:moveTo>
                  <a:pt x="327108" y="64897"/>
                </a:moveTo>
                <a:lnTo>
                  <a:pt x="337170" y="63314"/>
                </a:lnTo>
                <a:cubicBezTo>
                  <a:pt x="337735" y="67329"/>
                  <a:pt x="339309" y="70405"/>
                  <a:pt x="341890" y="72544"/>
                </a:cubicBezTo>
                <a:cubicBezTo>
                  <a:pt x="344472" y="74682"/>
                  <a:pt x="348080" y="75751"/>
                  <a:pt x="352716" y="75751"/>
                </a:cubicBezTo>
                <a:cubicBezTo>
                  <a:pt x="357389" y="75751"/>
                  <a:pt x="360856" y="74807"/>
                  <a:pt x="363117" y="72919"/>
                </a:cubicBezTo>
                <a:cubicBezTo>
                  <a:pt x="365379" y="71030"/>
                  <a:pt x="366509" y="68814"/>
                  <a:pt x="366509" y="66273"/>
                </a:cubicBezTo>
                <a:cubicBezTo>
                  <a:pt x="366509" y="63992"/>
                  <a:pt x="365511" y="62197"/>
                  <a:pt x="363513" y="60888"/>
                </a:cubicBezTo>
                <a:cubicBezTo>
                  <a:pt x="362119" y="59991"/>
                  <a:pt x="358652" y="58850"/>
                  <a:pt x="353112" y="57467"/>
                </a:cubicBezTo>
                <a:cubicBezTo>
                  <a:pt x="345650" y="55581"/>
                  <a:pt x="340477" y="53950"/>
                  <a:pt x="337594" y="52573"/>
                </a:cubicBezTo>
                <a:cubicBezTo>
                  <a:pt x="334711" y="51196"/>
                  <a:pt x="332525" y="49291"/>
                  <a:pt x="331037" y="46858"/>
                </a:cubicBezTo>
                <a:cubicBezTo>
                  <a:pt x="329548" y="44425"/>
                  <a:pt x="328804" y="41738"/>
                  <a:pt x="328804" y="38796"/>
                </a:cubicBezTo>
                <a:cubicBezTo>
                  <a:pt x="328804" y="36118"/>
                  <a:pt x="329416" y="33637"/>
                  <a:pt x="330641" y="31355"/>
                </a:cubicBezTo>
                <a:cubicBezTo>
                  <a:pt x="331866" y="29072"/>
                  <a:pt x="333533" y="27177"/>
                  <a:pt x="335644" y="25668"/>
                </a:cubicBezTo>
                <a:cubicBezTo>
                  <a:pt x="337227" y="24499"/>
                  <a:pt x="339384" y="23509"/>
                  <a:pt x="342116" y="22699"/>
                </a:cubicBezTo>
                <a:cubicBezTo>
                  <a:pt x="344849" y="21887"/>
                  <a:pt x="347779" y="21481"/>
                  <a:pt x="350907" y="21481"/>
                </a:cubicBezTo>
                <a:cubicBezTo>
                  <a:pt x="355618" y="21481"/>
                  <a:pt x="359754" y="22165"/>
                  <a:pt x="363315" y="23531"/>
                </a:cubicBezTo>
                <a:cubicBezTo>
                  <a:pt x="366877" y="24896"/>
                  <a:pt x="369505" y="26745"/>
                  <a:pt x="371201" y="29080"/>
                </a:cubicBezTo>
                <a:cubicBezTo>
                  <a:pt x="372897" y="31413"/>
                  <a:pt x="374066" y="34533"/>
                  <a:pt x="374706" y="38441"/>
                </a:cubicBezTo>
                <a:lnTo>
                  <a:pt x="364757" y="39797"/>
                </a:lnTo>
                <a:cubicBezTo>
                  <a:pt x="364305" y="36707"/>
                  <a:pt x="362995" y="34295"/>
                  <a:pt x="360828" y="32561"/>
                </a:cubicBezTo>
                <a:cubicBezTo>
                  <a:pt x="358661" y="30828"/>
                  <a:pt x="355599" y="29961"/>
                  <a:pt x="351642" y="29961"/>
                </a:cubicBezTo>
                <a:cubicBezTo>
                  <a:pt x="346969" y="29961"/>
                  <a:pt x="343633" y="30730"/>
                  <a:pt x="341636" y="32268"/>
                </a:cubicBezTo>
                <a:cubicBezTo>
                  <a:pt x="339639" y="33805"/>
                  <a:pt x="338640" y="35605"/>
                  <a:pt x="338640" y="37669"/>
                </a:cubicBezTo>
                <a:cubicBezTo>
                  <a:pt x="338640" y="38981"/>
                  <a:pt x="339054" y="40162"/>
                  <a:pt x="339884" y="41212"/>
                </a:cubicBezTo>
                <a:cubicBezTo>
                  <a:pt x="340713" y="42299"/>
                  <a:pt x="342013" y="43199"/>
                  <a:pt x="343784" y="43912"/>
                </a:cubicBezTo>
                <a:cubicBezTo>
                  <a:pt x="344802" y="44287"/>
                  <a:pt x="347798" y="45150"/>
                  <a:pt x="352772" y="46500"/>
                </a:cubicBezTo>
                <a:cubicBezTo>
                  <a:pt x="359971" y="48421"/>
                  <a:pt x="364992" y="49993"/>
                  <a:pt x="367838" y="51216"/>
                </a:cubicBezTo>
                <a:cubicBezTo>
                  <a:pt x="370683" y="52440"/>
                  <a:pt x="372916" y="54220"/>
                  <a:pt x="374537" y="56555"/>
                </a:cubicBezTo>
                <a:cubicBezTo>
                  <a:pt x="376157" y="58889"/>
                  <a:pt x="376967" y="61788"/>
                  <a:pt x="376967" y="65252"/>
                </a:cubicBezTo>
                <a:cubicBezTo>
                  <a:pt x="376967" y="68641"/>
                  <a:pt x="375978" y="71833"/>
                  <a:pt x="374000" y="74827"/>
                </a:cubicBezTo>
                <a:cubicBezTo>
                  <a:pt x="372021" y="77819"/>
                  <a:pt x="369166" y="80135"/>
                  <a:pt x="365435" y="81773"/>
                </a:cubicBezTo>
                <a:cubicBezTo>
                  <a:pt x="361704" y="83411"/>
                  <a:pt x="357483" y="84230"/>
                  <a:pt x="352772" y="84230"/>
                </a:cubicBezTo>
                <a:cubicBezTo>
                  <a:pt x="344971" y="84230"/>
                  <a:pt x="339026" y="82605"/>
                  <a:pt x="334937" y="79354"/>
                </a:cubicBezTo>
                <a:cubicBezTo>
                  <a:pt x="330848" y="76104"/>
                  <a:pt x="328238" y="71285"/>
                  <a:pt x="327108" y="64897"/>
                </a:cubicBezTo>
                <a:close/>
                <a:moveTo>
                  <a:pt x="460402" y="75461"/>
                </a:moveTo>
                <a:cubicBezTo>
                  <a:pt x="456634" y="78667"/>
                  <a:pt x="453006" y="80930"/>
                  <a:pt x="449520" y="82250"/>
                </a:cubicBezTo>
                <a:cubicBezTo>
                  <a:pt x="446034" y="83570"/>
                  <a:pt x="442294" y="84230"/>
                  <a:pt x="438299" y="84230"/>
                </a:cubicBezTo>
                <a:cubicBezTo>
                  <a:pt x="431704" y="84230"/>
                  <a:pt x="426635" y="82618"/>
                  <a:pt x="423092" y="79393"/>
                </a:cubicBezTo>
                <a:cubicBezTo>
                  <a:pt x="419550" y="76169"/>
                  <a:pt x="417779" y="72048"/>
                  <a:pt x="417779" y="67033"/>
                </a:cubicBezTo>
                <a:cubicBezTo>
                  <a:pt x="417779" y="64092"/>
                  <a:pt x="418447" y="61405"/>
                  <a:pt x="419785" y="58973"/>
                </a:cubicBezTo>
                <a:cubicBezTo>
                  <a:pt x="421123" y="56540"/>
                  <a:pt x="422876" y="54588"/>
                  <a:pt x="425043" y="53117"/>
                </a:cubicBezTo>
                <a:cubicBezTo>
                  <a:pt x="427210" y="51646"/>
                  <a:pt x="429650" y="50534"/>
                  <a:pt x="432363" y="49780"/>
                </a:cubicBezTo>
                <a:cubicBezTo>
                  <a:pt x="434361" y="49251"/>
                  <a:pt x="437376" y="48742"/>
                  <a:pt x="441408" y="48252"/>
                </a:cubicBezTo>
                <a:cubicBezTo>
                  <a:pt x="449624" y="47279"/>
                  <a:pt x="455673" y="46119"/>
                  <a:pt x="459554" y="44772"/>
                </a:cubicBezTo>
                <a:cubicBezTo>
                  <a:pt x="459592" y="43383"/>
                  <a:pt x="459611" y="42501"/>
                  <a:pt x="459611" y="42126"/>
                </a:cubicBezTo>
                <a:cubicBezTo>
                  <a:pt x="459611" y="37995"/>
                  <a:pt x="458650" y="35086"/>
                  <a:pt x="456728" y="33397"/>
                </a:cubicBezTo>
                <a:cubicBezTo>
                  <a:pt x="454127" y="31106"/>
                  <a:pt x="450265" y="29961"/>
                  <a:pt x="445139" y="29961"/>
                </a:cubicBezTo>
                <a:cubicBezTo>
                  <a:pt x="440353" y="29961"/>
                  <a:pt x="436820" y="30800"/>
                  <a:pt x="434540" y="32477"/>
                </a:cubicBezTo>
                <a:cubicBezTo>
                  <a:pt x="432260" y="34154"/>
                  <a:pt x="430573" y="37122"/>
                  <a:pt x="429480" y="41380"/>
                </a:cubicBezTo>
                <a:lnTo>
                  <a:pt x="419531" y="40023"/>
                </a:lnTo>
                <a:cubicBezTo>
                  <a:pt x="420435" y="35752"/>
                  <a:pt x="421924" y="32302"/>
                  <a:pt x="423997" y="29675"/>
                </a:cubicBezTo>
                <a:cubicBezTo>
                  <a:pt x="426070" y="27047"/>
                  <a:pt x="429066" y="25025"/>
                  <a:pt x="432985" y="23608"/>
                </a:cubicBezTo>
                <a:cubicBezTo>
                  <a:pt x="436905" y="22190"/>
                  <a:pt x="441446" y="21481"/>
                  <a:pt x="446609" y="21481"/>
                </a:cubicBezTo>
                <a:cubicBezTo>
                  <a:pt x="451734" y="21481"/>
                  <a:pt x="455899" y="22084"/>
                  <a:pt x="459102" y="23290"/>
                </a:cubicBezTo>
                <a:cubicBezTo>
                  <a:pt x="462306" y="24496"/>
                  <a:pt x="464661" y="26013"/>
                  <a:pt x="466168" y="27841"/>
                </a:cubicBezTo>
                <a:cubicBezTo>
                  <a:pt x="467676" y="29669"/>
                  <a:pt x="468731" y="31977"/>
                  <a:pt x="469334" y="34766"/>
                </a:cubicBezTo>
                <a:cubicBezTo>
                  <a:pt x="469673" y="36500"/>
                  <a:pt x="469843" y="39628"/>
                  <a:pt x="469843" y="44150"/>
                </a:cubicBezTo>
                <a:lnTo>
                  <a:pt x="469843" y="57717"/>
                </a:lnTo>
                <a:cubicBezTo>
                  <a:pt x="469843" y="67177"/>
                  <a:pt x="470060" y="73160"/>
                  <a:pt x="470493" y="75666"/>
                </a:cubicBezTo>
                <a:cubicBezTo>
                  <a:pt x="470926" y="78172"/>
                  <a:pt x="471784" y="80574"/>
                  <a:pt x="473065" y="82873"/>
                </a:cubicBezTo>
                <a:lnTo>
                  <a:pt x="462437" y="82873"/>
                </a:lnTo>
                <a:cubicBezTo>
                  <a:pt x="461382" y="80761"/>
                  <a:pt x="460704" y="78290"/>
                  <a:pt x="460402" y="75461"/>
                </a:cubicBezTo>
                <a:moveTo>
                  <a:pt x="459554" y="52686"/>
                </a:moveTo>
                <a:cubicBezTo>
                  <a:pt x="455861" y="54207"/>
                  <a:pt x="450321" y="55499"/>
                  <a:pt x="442934" y="56562"/>
                </a:cubicBezTo>
                <a:cubicBezTo>
                  <a:pt x="438751" y="57167"/>
                  <a:pt x="435793" y="57849"/>
                  <a:pt x="434059" y="58606"/>
                </a:cubicBezTo>
                <a:cubicBezTo>
                  <a:pt x="432326" y="59362"/>
                  <a:pt x="430988" y="60469"/>
                  <a:pt x="430046" y="61927"/>
                </a:cubicBezTo>
                <a:cubicBezTo>
                  <a:pt x="429103" y="63384"/>
                  <a:pt x="428632" y="65002"/>
                  <a:pt x="428632" y="66780"/>
                </a:cubicBezTo>
                <a:cubicBezTo>
                  <a:pt x="428632" y="69504"/>
                  <a:pt x="429659" y="71775"/>
                  <a:pt x="431713" y="73592"/>
                </a:cubicBezTo>
                <a:cubicBezTo>
                  <a:pt x="433767" y="75408"/>
                  <a:pt x="436773" y="76316"/>
                  <a:pt x="440730" y="76316"/>
                </a:cubicBezTo>
                <a:cubicBezTo>
                  <a:pt x="444649" y="76316"/>
                  <a:pt x="448135" y="75454"/>
                  <a:pt x="451188" y="73731"/>
                </a:cubicBezTo>
                <a:cubicBezTo>
                  <a:pt x="454241" y="72008"/>
                  <a:pt x="456483" y="69651"/>
                  <a:pt x="457915" y="66660"/>
                </a:cubicBezTo>
                <a:cubicBezTo>
                  <a:pt x="459008" y="64349"/>
                  <a:pt x="459554" y="60941"/>
                  <a:pt x="459554" y="56435"/>
                </a:cubicBezTo>
                <a:lnTo>
                  <a:pt x="459554" y="52686"/>
                </a:lnTo>
                <a:close/>
                <a:moveTo>
                  <a:pt x="524796" y="60827"/>
                </a:moveTo>
                <a:lnTo>
                  <a:pt x="534802" y="62127"/>
                </a:lnTo>
                <a:cubicBezTo>
                  <a:pt x="533709" y="69041"/>
                  <a:pt x="530910" y="74454"/>
                  <a:pt x="526407" y="78365"/>
                </a:cubicBezTo>
                <a:cubicBezTo>
                  <a:pt x="521903" y="82275"/>
                  <a:pt x="516373" y="84230"/>
                  <a:pt x="509815" y="84230"/>
                </a:cubicBezTo>
                <a:cubicBezTo>
                  <a:pt x="501600" y="84230"/>
                  <a:pt x="494995" y="81545"/>
                  <a:pt x="490001" y="76175"/>
                </a:cubicBezTo>
                <a:cubicBezTo>
                  <a:pt x="485008" y="70804"/>
                  <a:pt x="482511" y="63107"/>
                  <a:pt x="482511" y="53082"/>
                </a:cubicBezTo>
                <a:cubicBezTo>
                  <a:pt x="482511" y="46600"/>
                  <a:pt x="483585" y="40928"/>
                  <a:pt x="485733" y="36066"/>
                </a:cubicBezTo>
                <a:cubicBezTo>
                  <a:pt x="487882" y="31205"/>
                  <a:pt x="491151" y="27559"/>
                  <a:pt x="495541" y="25128"/>
                </a:cubicBezTo>
                <a:cubicBezTo>
                  <a:pt x="499932" y="22697"/>
                  <a:pt x="504709" y="21481"/>
                  <a:pt x="509872" y="21481"/>
                </a:cubicBezTo>
                <a:cubicBezTo>
                  <a:pt x="516392" y="21481"/>
                  <a:pt x="521724" y="23136"/>
                  <a:pt x="525870" y="26444"/>
                </a:cubicBezTo>
                <a:cubicBezTo>
                  <a:pt x="530015" y="29751"/>
                  <a:pt x="532672" y="34447"/>
                  <a:pt x="533841" y="40532"/>
                </a:cubicBezTo>
                <a:lnTo>
                  <a:pt x="523948" y="42059"/>
                </a:lnTo>
                <a:cubicBezTo>
                  <a:pt x="523006" y="38045"/>
                  <a:pt x="521338" y="35025"/>
                  <a:pt x="518945" y="33000"/>
                </a:cubicBezTo>
                <a:cubicBezTo>
                  <a:pt x="516552" y="30974"/>
                  <a:pt x="513659" y="29961"/>
                  <a:pt x="510268" y="29961"/>
                </a:cubicBezTo>
                <a:cubicBezTo>
                  <a:pt x="505142" y="29961"/>
                  <a:pt x="500978" y="31789"/>
                  <a:pt x="497774" y="35446"/>
                </a:cubicBezTo>
                <a:cubicBezTo>
                  <a:pt x="494571" y="39102"/>
                  <a:pt x="492969" y="44886"/>
                  <a:pt x="492969" y="52799"/>
                </a:cubicBezTo>
                <a:cubicBezTo>
                  <a:pt x="492969" y="60825"/>
                  <a:pt x="494514" y="66657"/>
                  <a:pt x="497605" y="70295"/>
                </a:cubicBezTo>
                <a:cubicBezTo>
                  <a:pt x="500695" y="73932"/>
                  <a:pt x="504728" y="75751"/>
                  <a:pt x="509702" y="75751"/>
                </a:cubicBezTo>
                <a:cubicBezTo>
                  <a:pt x="513697" y="75751"/>
                  <a:pt x="517032" y="74530"/>
                  <a:pt x="519708" y="72090"/>
                </a:cubicBezTo>
                <a:cubicBezTo>
                  <a:pt x="522384" y="69650"/>
                  <a:pt x="524080" y="65895"/>
                  <a:pt x="524796" y="60827"/>
                </a:cubicBezTo>
                <a:close/>
                <a:moveTo>
                  <a:pt x="582683" y="60827"/>
                </a:moveTo>
                <a:lnTo>
                  <a:pt x="592689" y="62127"/>
                </a:lnTo>
                <a:cubicBezTo>
                  <a:pt x="591596" y="69041"/>
                  <a:pt x="588797" y="74454"/>
                  <a:pt x="584294" y="78365"/>
                </a:cubicBezTo>
                <a:cubicBezTo>
                  <a:pt x="579790" y="82275"/>
                  <a:pt x="574260" y="84230"/>
                  <a:pt x="567702" y="84230"/>
                </a:cubicBezTo>
                <a:cubicBezTo>
                  <a:pt x="559486" y="84230"/>
                  <a:pt x="552882" y="81545"/>
                  <a:pt x="547888" y="76175"/>
                </a:cubicBezTo>
                <a:cubicBezTo>
                  <a:pt x="542895" y="70804"/>
                  <a:pt x="540398" y="63107"/>
                  <a:pt x="540398" y="53082"/>
                </a:cubicBezTo>
                <a:cubicBezTo>
                  <a:pt x="540398" y="46600"/>
                  <a:pt x="541472" y="40928"/>
                  <a:pt x="543620" y="36066"/>
                </a:cubicBezTo>
                <a:cubicBezTo>
                  <a:pt x="545768" y="31205"/>
                  <a:pt x="549038" y="27559"/>
                  <a:pt x="553428" y="25128"/>
                </a:cubicBezTo>
                <a:cubicBezTo>
                  <a:pt x="557819" y="22697"/>
                  <a:pt x="562596" y="21481"/>
                  <a:pt x="567759" y="21481"/>
                </a:cubicBezTo>
                <a:cubicBezTo>
                  <a:pt x="574279" y="21481"/>
                  <a:pt x="579611" y="23136"/>
                  <a:pt x="583757" y="26444"/>
                </a:cubicBezTo>
                <a:cubicBezTo>
                  <a:pt x="587902" y="29751"/>
                  <a:pt x="590559" y="34447"/>
                  <a:pt x="591728" y="40532"/>
                </a:cubicBezTo>
                <a:lnTo>
                  <a:pt x="581835" y="42059"/>
                </a:lnTo>
                <a:cubicBezTo>
                  <a:pt x="580893" y="38045"/>
                  <a:pt x="579225" y="35025"/>
                  <a:pt x="576832" y="33000"/>
                </a:cubicBezTo>
                <a:cubicBezTo>
                  <a:pt x="574439" y="30974"/>
                  <a:pt x="571546" y="29961"/>
                  <a:pt x="568154" y="29961"/>
                </a:cubicBezTo>
                <a:cubicBezTo>
                  <a:pt x="563029" y="29961"/>
                  <a:pt x="558865" y="31789"/>
                  <a:pt x="555661" y="35446"/>
                </a:cubicBezTo>
                <a:cubicBezTo>
                  <a:pt x="552458" y="39102"/>
                  <a:pt x="550856" y="44886"/>
                  <a:pt x="550856" y="52799"/>
                </a:cubicBezTo>
                <a:cubicBezTo>
                  <a:pt x="550856" y="60825"/>
                  <a:pt x="552401" y="66657"/>
                  <a:pt x="555492" y="70295"/>
                </a:cubicBezTo>
                <a:cubicBezTo>
                  <a:pt x="558582" y="73932"/>
                  <a:pt x="562615" y="75751"/>
                  <a:pt x="567589" y="75751"/>
                </a:cubicBezTo>
                <a:cubicBezTo>
                  <a:pt x="571584" y="75751"/>
                  <a:pt x="574919" y="74530"/>
                  <a:pt x="577595" y="72090"/>
                </a:cubicBezTo>
                <a:cubicBezTo>
                  <a:pt x="580271" y="69650"/>
                  <a:pt x="581967" y="65895"/>
                  <a:pt x="582683" y="60827"/>
                </a:cubicBezTo>
                <a:close/>
                <a:moveTo>
                  <a:pt x="642492" y="63540"/>
                </a:moveTo>
                <a:lnTo>
                  <a:pt x="653006" y="64840"/>
                </a:lnTo>
                <a:cubicBezTo>
                  <a:pt x="651348" y="70983"/>
                  <a:pt x="648277" y="75751"/>
                  <a:pt x="643792" y="79142"/>
                </a:cubicBezTo>
                <a:cubicBezTo>
                  <a:pt x="639307" y="82534"/>
                  <a:pt x="633579" y="84230"/>
                  <a:pt x="626607" y="84230"/>
                </a:cubicBezTo>
                <a:cubicBezTo>
                  <a:pt x="617826" y="84230"/>
                  <a:pt x="610863" y="81526"/>
                  <a:pt x="605719" y="76118"/>
                </a:cubicBezTo>
                <a:cubicBezTo>
                  <a:pt x="600575" y="70710"/>
                  <a:pt x="598002" y="63125"/>
                  <a:pt x="598002" y="53365"/>
                </a:cubicBezTo>
                <a:cubicBezTo>
                  <a:pt x="598002" y="43264"/>
                  <a:pt x="600603" y="35426"/>
                  <a:pt x="605804" y="29848"/>
                </a:cubicBezTo>
                <a:cubicBezTo>
                  <a:pt x="611004" y="24270"/>
                  <a:pt x="617750" y="21481"/>
                  <a:pt x="626041" y="21481"/>
                </a:cubicBezTo>
                <a:cubicBezTo>
                  <a:pt x="634069" y="21481"/>
                  <a:pt x="640626" y="24210"/>
                  <a:pt x="645714" y="29666"/>
                </a:cubicBezTo>
                <a:cubicBezTo>
                  <a:pt x="650802" y="35121"/>
                  <a:pt x="653346" y="42796"/>
                  <a:pt x="653346" y="52692"/>
                </a:cubicBezTo>
                <a:cubicBezTo>
                  <a:pt x="653346" y="53293"/>
                  <a:pt x="653327" y="54196"/>
                  <a:pt x="653289" y="55400"/>
                </a:cubicBezTo>
                <a:lnTo>
                  <a:pt x="608517" y="55400"/>
                </a:lnTo>
                <a:cubicBezTo>
                  <a:pt x="608894" y="61976"/>
                  <a:pt x="610759" y="67012"/>
                  <a:pt x="614114" y="70507"/>
                </a:cubicBezTo>
                <a:cubicBezTo>
                  <a:pt x="617468" y="74003"/>
                  <a:pt x="621651" y="75751"/>
                  <a:pt x="626663" y="75751"/>
                </a:cubicBezTo>
                <a:cubicBezTo>
                  <a:pt x="630394" y="75751"/>
                  <a:pt x="633579" y="74780"/>
                  <a:pt x="636217" y="72839"/>
                </a:cubicBezTo>
                <a:cubicBezTo>
                  <a:pt x="638855" y="70897"/>
                  <a:pt x="640947" y="67797"/>
                  <a:pt x="642492" y="63540"/>
                </a:cubicBezTo>
                <a:moveTo>
                  <a:pt x="609082" y="46920"/>
                </a:moveTo>
                <a:lnTo>
                  <a:pt x="642605" y="46920"/>
                </a:lnTo>
                <a:cubicBezTo>
                  <a:pt x="642153" y="41953"/>
                  <a:pt x="640871" y="38227"/>
                  <a:pt x="638761" y="35743"/>
                </a:cubicBezTo>
                <a:cubicBezTo>
                  <a:pt x="635520" y="31888"/>
                  <a:pt x="631318" y="29961"/>
                  <a:pt x="626154" y="29961"/>
                </a:cubicBezTo>
                <a:cubicBezTo>
                  <a:pt x="621481" y="29961"/>
                  <a:pt x="617552" y="31500"/>
                  <a:pt x="614368" y="34577"/>
                </a:cubicBezTo>
                <a:cubicBezTo>
                  <a:pt x="611183" y="37653"/>
                  <a:pt x="609422" y="41768"/>
                  <a:pt x="609082" y="46920"/>
                </a:cubicBezTo>
                <a:close/>
                <a:moveTo>
                  <a:pt x="665788" y="105938"/>
                </a:moveTo>
                <a:lnTo>
                  <a:pt x="665788" y="22838"/>
                </a:lnTo>
                <a:lnTo>
                  <a:pt x="675059" y="22838"/>
                </a:lnTo>
                <a:lnTo>
                  <a:pt x="675059" y="30583"/>
                </a:lnTo>
                <a:cubicBezTo>
                  <a:pt x="677245" y="27549"/>
                  <a:pt x="679713" y="25274"/>
                  <a:pt x="682464" y="23757"/>
                </a:cubicBezTo>
                <a:cubicBezTo>
                  <a:pt x="685215" y="22240"/>
                  <a:pt x="688551" y="21481"/>
                  <a:pt x="692470" y="21481"/>
                </a:cubicBezTo>
                <a:cubicBezTo>
                  <a:pt x="697596" y="21481"/>
                  <a:pt x="702118" y="22801"/>
                  <a:pt x="706037" y="25439"/>
                </a:cubicBezTo>
                <a:cubicBezTo>
                  <a:pt x="709957" y="28077"/>
                  <a:pt x="712915" y="31798"/>
                  <a:pt x="714913" y="36603"/>
                </a:cubicBezTo>
                <a:cubicBezTo>
                  <a:pt x="716910" y="41408"/>
                  <a:pt x="717909" y="46675"/>
                  <a:pt x="717909" y="52404"/>
                </a:cubicBezTo>
                <a:cubicBezTo>
                  <a:pt x="717909" y="58547"/>
                  <a:pt x="716806" y="64077"/>
                  <a:pt x="714602" y="68995"/>
                </a:cubicBezTo>
                <a:cubicBezTo>
                  <a:pt x="712397" y="73913"/>
                  <a:pt x="709194" y="77682"/>
                  <a:pt x="704992" y="80301"/>
                </a:cubicBezTo>
                <a:cubicBezTo>
                  <a:pt x="700790" y="82920"/>
                  <a:pt x="696371" y="84230"/>
                  <a:pt x="691735" y="84230"/>
                </a:cubicBezTo>
                <a:cubicBezTo>
                  <a:pt x="688344" y="84230"/>
                  <a:pt x="685300" y="83505"/>
                  <a:pt x="682606" y="82054"/>
                </a:cubicBezTo>
                <a:cubicBezTo>
                  <a:pt x="679911" y="80602"/>
                  <a:pt x="677697" y="78768"/>
                  <a:pt x="675963" y="76553"/>
                </a:cubicBezTo>
                <a:lnTo>
                  <a:pt x="675963" y="105938"/>
                </a:lnTo>
                <a:lnTo>
                  <a:pt x="665788" y="105938"/>
                </a:lnTo>
                <a:moveTo>
                  <a:pt x="675002" y="53110"/>
                </a:moveTo>
                <a:cubicBezTo>
                  <a:pt x="675002" y="60827"/>
                  <a:pt x="676566" y="66529"/>
                  <a:pt x="679694" y="70218"/>
                </a:cubicBezTo>
                <a:cubicBezTo>
                  <a:pt x="682822" y="73906"/>
                  <a:pt x="686610" y="75751"/>
                  <a:pt x="691057" y="75751"/>
                </a:cubicBezTo>
                <a:cubicBezTo>
                  <a:pt x="695579" y="75751"/>
                  <a:pt x="699452" y="73840"/>
                  <a:pt x="702674" y="70020"/>
                </a:cubicBezTo>
                <a:cubicBezTo>
                  <a:pt x="705896" y="66199"/>
                  <a:pt x="707507" y="60280"/>
                  <a:pt x="707507" y="52262"/>
                </a:cubicBezTo>
                <a:cubicBezTo>
                  <a:pt x="707507" y="44621"/>
                  <a:pt x="705934" y="38900"/>
                  <a:pt x="702787" y="35098"/>
                </a:cubicBezTo>
                <a:cubicBezTo>
                  <a:pt x="699640" y="31297"/>
                  <a:pt x="695881" y="29396"/>
                  <a:pt x="691509" y="29396"/>
                </a:cubicBezTo>
                <a:cubicBezTo>
                  <a:pt x="687175" y="29396"/>
                  <a:pt x="683341" y="31419"/>
                  <a:pt x="680005" y="35466"/>
                </a:cubicBezTo>
                <a:cubicBezTo>
                  <a:pt x="676670" y="39512"/>
                  <a:pt x="675002" y="45394"/>
                  <a:pt x="675002" y="53110"/>
                </a:cubicBezTo>
                <a:close/>
                <a:moveTo>
                  <a:pt x="752398" y="73885"/>
                </a:moveTo>
                <a:lnTo>
                  <a:pt x="753868" y="82873"/>
                </a:lnTo>
                <a:cubicBezTo>
                  <a:pt x="751003" y="83401"/>
                  <a:pt x="748441" y="83665"/>
                  <a:pt x="746180" y="83665"/>
                </a:cubicBezTo>
                <a:cubicBezTo>
                  <a:pt x="742486" y="83665"/>
                  <a:pt x="739622" y="83081"/>
                  <a:pt x="737587" y="81912"/>
                </a:cubicBezTo>
                <a:cubicBezTo>
                  <a:pt x="735552" y="80744"/>
                  <a:pt x="734120" y="79208"/>
                  <a:pt x="733291" y="77305"/>
                </a:cubicBezTo>
                <a:cubicBezTo>
                  <a:pt x="732462" y="75402"/>
                  <a:pt x="732047" y="71398"/>
                  <a:pt x="732047" y="65292"/>
                </a:cubicBezTo>
                <a:lnTo>
                  <a:pt x="732047" y="30752"/>
                </a:lnTo>
                <a:lnTo>
                  <a:pt x="724585" y="30752"/>
                </a:lnTo>
                <a:lnTo>
                  <a:pt x="724585" y="22838"/>
                </a:lnTo>
                <a:lnTo>
                  <a:pt x="732047" y="22838"/>
                </a:lnTo>
                <a:lnTo>
                  <a:pt x="732047" y="7930"/>
                </a:lnTo>
                <a:lnTo>
                  <a:pt x="742166" y="1809"/>
                </a:lnTo>
                <a:lnTo>
                  <a:pt x="742166" y="22838"/>
                </a:lnTo>
                <a:lnTo>
                  <a:pt x="752398" y="22838"/>
                </a:lnTo>
                <a:lnTo>
                  <a:pt x="752398" y="30752"/>
                </a:lnTo>
                <a:lnTo>
                  <a:pt x="742166" y="30752"/>
                </a:lnTo>
                <a:lnTo>
                  <a:pt x="742166" y="65858"/>
                </a:lnTo>
                <a:cubicBezTo>
                  <a:pt x="742166" y="68760"/>
                  <a:pt x="742345" y="70625"/>
                  <a:pt x="742703" y="71454"/>
                </a:cubicBezTo>
                <a:cubicBezTo>
                  <a:pt x="743061" y="72283"/>
                  <a:pt x="743645" y="72943"/>
                  <a:pt x="744455" y="73433"/>
                </a:cubicBezTo>
                <a:cubicBezTo>
                  <a:pt x="745266" y="73923"/>
                  <a:pt x="746424" y="74168"/>
                  <a:pt x="747932" y="74168"/>
                </a:cubicBezTo>
                <a:cubicBezTo>
                  <a:pt x="749063" y="74168"/>
                  <a:pt x="750551" y="74073"/>
                  <a:pt x="752398" y="73885"/>
                </a:cubicBezTo>
                <a:close/>
                <a:moveTo>
                  <a:pt x="801519" y="75461"/>
                </a:moveTo>
                <a:cubicBezTo>
                  <a:pt x="797750" y="78667"/>
                  <a:pt x="794123" y="80930"/>
                  <a:pt x="790637" y="82250"/>
                </a:cubicBezTo>
                <a:cubicBezTo>
                  <a:pt x="787151" y="83570"/>
                  <a:pt x="783410" y="84230"/>
                  <a:pt x="779416" y="84230"/>
                </a:cubicBezTo>
                <a:cubicBezTo>
                  <a:pt x="772820" y="84230"/>
                  <a:pt x="767752" y="82618"/>
                  <a:pt x="764209" y="79393"/>
                </a:cubicBezTo>
                <a:cubicBezTo>
                  <a:pt x="760666" y="76169"/>
                  <a:pt x="758895" y="72048"/>
                  <a:pt x="758895" y="67033"/>
                </a:cubicBezTo>
                <a:cubicBezTo>
                  <a:pt x="758895" y="64092"/>
                  <a:pt x="759564" y="61405"/>
                  <a:pt x="760902" y="58973"/>
                </a:cubicBezTo>
                <a:cubicBezTo>
                  <a:pt x="762240" y="56540"/>
                  <a:pt x="763992" y="54588"/>
                  <a:pt x="766159" y="53117"/>
                </a:cubicBezTo>
                <a:cubicBezTo>
                  <a:pt x="768326" y="51646"/>
                  <a:pt x="770766" y="50534"/>
                  <a:pt x="773480" y="49780"/>
                </a:cubicBezTo>
                <a:cubicBezTo>
                  <a:pt x="775477" y="49251"/>
                  <a:pt x="778492" y="48742"/>
                  <a:pt x="782525" y="48252"/>
                </a:cubicBezTo>
                <a:cubicBezTo>
                  <a:pt x="790740" y="47279"/>
                  <a:pt x="796789" y="46119"/>
                  <a:pt x="800671" y="44772"/>
                </a:cubicBezTo>
                <a:cubicBezTo>
                  <a:pt x="800709" y="43383"/>
                  <a:pt x="800728" y="42501"/>
                  <a:pt x="800728" y="42126"/>
                </a:cubicBezTo>
                <a:cubicBezTo>
                  <a:pt x="800728" y="37995"/>
                  <a:pt x="799766" y="35086"/>
                  <a:pt x="797844" y="33397"/>
                </a:cubicBezTo>
                <a:cubicBezTo>
                  <a:pt x="795244" y="31106"/>
                  <a:pt x="791381" y="29961"/>
                  <a:pt x="786256" y="29961"/>
                </a:cubicBezTo>
                <a:cubicBezTo>
                  <a:pt x="781470" y="29961"/>
                  <a:pt x="777936" y="30800"/>
                  <a:pt x="775656" y="32477"/>
                </a:cubicBezTo>
                <a:cubicBezTo>
                  <a:pt x="773376" y="34154"/>
                  <a:pt x="771690" y="37122"/>
                  <a:pt x="770597" y="41380"/>
                </a:cubicBezTo>
                <a:lnTo>
                  <a:pt x="760648" y="40023"/>
                </a:lnTo>
                <a:cubicBezTo>
                  <a:pt x="761552" y="35752"/>
                  <a:pt x="763041" y="32302"/>
                  <a:pt x="765113" y="29675"/>
                </a:cubicBezTo>
                <a:cubicBezTo>
                  <a:pt x="767186" y="27047"/>
                  <a:pt x="770182" y="25025"/>
                  <a:pt x="774102" y="23608"/>
                </a:cubicBezTo>
                <a:cubicBezTo>
                  <a:pt x="778021" y="22190"/>
                  <a:pt x="782562" y="21481"/>
                  <a:pt x="787726" y="21481"/>
                </a:cubicBezTo>
                <a:cubicBezTo>
                  <a:pt x="792851" y="21481"/>
                  <a:pt x="797015" y="22084"/>
                  <a:pt x="800219" y="23290"/>
                </a:cubicBezTo>
                <a:cubicBezTo>
                  <a:pt x="803422" y="24496"/>
                  <a:pt x="805778" y="26013"/>
                  <a:pt x="807285" y="27841"/>
                </a:cubicBezTo>
                <a:cubicBezTo>
                  <a:pt x="808792" y="29669"/>
                  <a:pt x="809848" y="31977"/>
                  <a:pt x="810451" y="34766"/>
                </a:cubicBezTo>
                <a:cubicBezTo>
                  <a:pt x="810790" y="36500"/>
                  <a:pt x="810959" y="39628"/>
                  <a:pt x="810959" y="44150"/>
                </a:cubicBezTo>
                <a:lnTo>
                  <a:pt x="810959" y="57717"/>
                </a:lnTo>
                <a:cubicBezTo>
                  <a:pt x="810959" y="67177"/>
                  <a:pt x="811176" y="73160"/>
                  <a:pt x="811610" y="75666"/>
                </a:cubicBezTo>
                <a:cubicBezTo>
                  <a:pt x="812043" y="78172"/>
                  <a:pt x="812900" y="80574"/>
                  <a:pt x="814182" y="82873"/>
                </a:cubicBezTo>
                <a:lnTo>
                  <a:pt x="803554" y="82873"/>
                </a:lnTo>
                <a:cubicBezTo>
                  <a:pt x="802499" y="80761"/>
                  <a:pt x="801820" y="78290"/>
                  <a:pt x="801519" y="75461"/>
                </a:cubicBezTo>
                <a:moveTo>
                  <a:pt x="800671" y="52686"/>
                </a:moveTo>
                <a:cubicBezTo>
                  <a:pt x="796978" y="54207"/>
                  <a:pt x="791438" y="55499"/>
                  <a:pt x="784051" y="56562"/>
                </a:cubicBezTo>
                <a:cubicBezTo>
                  <a:pt x="779868" y="57167"/>
                  <a:pt x="776909" y="57849"/>
                  <a:pt x="775176" y="58606"/>
                </a:cubicBezTo>
                <a:cubicBezTo>
                  <a:pt x="773442" y="59362"/>
                  <a:pt x="772104" y="60469"/>
                  <a:pt x="771162" y="61927"/>
                </a:cubicBezTo>
                <a:cubicBezTo>
                  <a:pt x="770220" y="63384"/>
                  <a:pt x="769749" y="65002"/>
                  <a:pt x="769749" y="66780"/>
                </a:cubicBezTo>
                <a:cubicBezTo>
                  <a:pt x="769749" y="69504"/>
                  <a:pt x="770776" y="71775"/>
                  <a:pt x="772830" y="73592"/>
                </a:cubicBezTo>
                <a:cubicBezTo>
                  <a:pt x="774884" y="75408"/>
                  <a:pt x="777889" y="76316"/>
                  <a:pt x="781846" y="76316"/>
                </a:cubicBezTo>
                <a:cubicBezTo>
                  <a:pt x="785766" y="76316"/>
                  <a:pt x="789252" y="75454"/>
                  <a:pt x="792304" y="73731"/>
                </a:cubicBezTo>
                <a:cubicBezTo>
                  <a:pt x="795357" y="72008"/>
                  <a:pt x="797599" y="69651"/>
                  <a:pt x="799032" y="66660"/>
                </a:cubicBezTo>
                <a:cubicBezTo>
                  <a:pt x="800125" y="64349"/>
                  <a:pt x="800671" y="60941"/>
                  <a:pt x="800671" y="56435"/>
                </a:cubicBezTo>
                <a:lnTo>
                  <a:pt x="800671" y="52686"/>
                </a:lnTo>
                <a:close/>
                <a:moveTo>
                  <a:pt x="836121" y="82873"/>
                </a:moveTo>
                <a:lnTo>
                  <a:pt x="826680" y="82873"/>
                </a:lnTo>
                <a:lnTo>
                  <a:pt x="826680" y="0"/>
                </a:lnTo>
                <a:lnTo>
                  <a:pt x="836856" y="0"/>
                </a:lnTo>
                <a:lnTo>
                  <a:pt x="836856" y="29675"/>
                </a:lnTo>
                <a:cubicBezTo>
                  <a:pt x="841152" y="24213"/>
                  <a:pt x="846635" y="21481"/>
                  <a:pt x="853306" y="21481"/>
                </a:cubicBezTo>
                <a:cubicBezTo>
                  <a:pt x="856999" y="21481"/>
                  <a:pt x="860495" y="22226"/>
                  <a:pt x="863792" y="23714"/>
                </a:cubicBezTo>
                <a:cubicBezTo>
                  <a:pt x="867090" y="25203"/>
                  <a:pt x="869803" y="27295"/>
                  <a:pt x="871933" y="29989"/>
                </a:cubicBezTo>
                <a:cubicBezTo>
                  <a:pt x="874062" y="32684"/>
                  <a:pt x="875730" y="35934"/>
                  <a:pt x="876936" y="39741"/>
                </a:cubicBezTo>
                <a:cubicBezTo>
                  <a:pt x="878142" y="43547"/>
                  <a:pt x="878745" y="47617"/>
                  <a:pt x="878745" y="51951"/>
                </a:cubicBezTo>
                <a:cubicBezTo>
                  <a:pt x="878745" y="62240"/>
                  <a:pt x="876201" y="70192"/>
                  <a:pt x="871113" y="75807"/>
                </a:cubicBezTo>
                <a:cubicBezTo>
                  <a:pt x="866025" y="81422"/>
                  <a:pt x="859920" y="84230"/>
                  <a:pt x="852797" y="84230"/>
                </a:cubicBezTo>
                <a:cubicBezTo>
                  <a:pt x="845712" y="84230"/>
                  <a:pt x="840153" y="81234"/>
                  <a:pt x="836121" y="75242"/>
                </a:cubicBezTo>
                <a:lnTo>
                  <a:pt x="836121" y="82873"/>
                </a:lnTo>
                <a:moveTo>
                  <a:pt x="836008" y="52405"/>
                </a:moveTo>
                <a:cubicBezTo>
                  <a:pt x="836008" y="59568"/>
                  <a:pt x="836987" y="64744"/>
                  <a:pt x="838947" y="67932"/>
                </a:cubicBezTo>
                <a:cubicBezTo>
                  <a:pt x="842151" y="73144"/>
                  <a:pt x="846485" y="75751"/>
                  <a:pt x="851949" y="75751"/>
                </a:cubicBezTo>
                <a:cubicBezTo>
                  <a:pt x="856396" y="75751"/>
                  <a:pt x="860240" y="73829"/>
                  <a:pt x="863481" y="69984"/>
                </a:cubicBezTo>
                <a:cubicBezTo>
                  <a:pt x="866722" y="66140"/>
                  <a:pt x="868343" y="60412"/>
                  <a:pt x="868343" y="52799"/>
                </a:cubicBezTo>
                <a:cubicBezTo>
                  <a:pt x="868343" y="44999"/>
                  <a:pt x="866788" y="39243"/>
                  <a:pt x="863679" y="35531"/>
                </a:cubicBezTo>
                <a:cubicBezTo>
                  <a:pt x="860570" y="31818"/>
                  <a:pt x="856811" y="29961"/>
                  <a:pt x="852401" y="29961"/>
                </a:cubicBezTo>
                <a:cubicBezTo>
                  <a:pt x="847954" y="29961"/>
                  <a:pt x="844110" y="31883"/>
                  <a:pt x="840869" y="35727"/>
                </a:cubicBezTo>
                <a:cubicBezTo>
                  <a:pt x="837628" y="39571"/>
                  <a:pt x="836008" y="45131"/>
                  <a:pt x="836008" y="52405"/>
                </a:cubicBezTo>
                <a:close/>
                <a:moveTo>
                  <a:pt x="890904" y="82873"/>
                </a:moveTo>
                <a:lnTo>
                  <a:pt x="890904" y="0"/>
                </a:lnTo>
                <a:lnTo>
                  <a:pt x="901080" y="0"/>
                </a:lnTo>
                <a:lnTo>
                  <a:pt x="901080" y="82873"/>
                </a:lnTo>
                <a:lnTo>
                  <a:pt x="890904" y="82873"/>
                </a:lnTo>
                <a:close/>
                <a:moveTo>
                  <a:pt x="957953" y="63540"/>
                </a:moveTo>
                <a:lnTo>
                  <a:pt x="968468" y="64840"/>
                </a:lnTo>
                <a:cubicBezTo>
                  <a:pt x="966810" y="70983"/>
                  <a:pt x="963738" y="75751"/>
                  <a:pt x="959253" y="79142"/>
                </a:cubicBezTo>
                <a:cubicBezTo>
                  <a:pt x="954769" y="82534"/>
                  <a:pt x="949040" y="84230"/>
                  <a:pt x="942068" y="84230"/>
                </a:cubicBezTo>
                <a:cubicBezTo>
                  <a:pt x="933287" y="84230"/>
                  <a:pt x="926324" y="81526"/>
                  <a:pt x="921180" y="76118"/>
                </a:cubicBezTo>
                <a:cubicBezTo>
                  <a:pt x="916036" y="70710"/>
                  <a:pt x="913464" y="63125"/>
                  <a:pt x="913464" y="53365"/>
                </a:cubicBezTo>
                <a:cubicBezTo>
                  <a:pt x="913464" y="43264"/>
                  <a:pt x="916064" y="35426"/>
                  <a:pt x="921265" y="29848"/>
                </a:cubicBezTo>
                <a:cubicBezTo>
                  <a:pt x="926466" y="24270"/>
                  <a:pt x="933212" y="21481"/>
                  <a:pt x="941503" y="21481"/>
                </a:cubicBezTo>
                <a:cubicBezTo>
                  <a:pt x="949530" y="21481"/>
                  <a:pt x="956088" y="24210"/>
                  <a:pt x="961175" y="29666"/>
                </a:cubicBezTo>
                <a:cubicBezTo>
                  <a:pt x="966263" y="35121"/>
                  <a:pt x="968807" y="42796"/>
                  <a:pt x="968807" y="52692"/>
                </a:cubicBezTo>
                <a:cubicBezTo>
                  <a:pt x="968807" y="53293"/>
                  <a:pt x="968788" y="54196"/>
                  <a:pt x="968750" y="55400"/>
                </a:cubicBezTo>
                <a:lnTo>
                  <a:pt x="923978" y="55400"/>
                </a:lnTo>
                <a:cubicBezTo>
                  <a:pt x="924355" y="61976"/>
                  <a:pt x="926221" y="67012"/>
                  <a:pt x="929575" y="70507"/>
                </a:cubicBezTo>
                <a:cubicBezTo>
                  <a:pt x="932929" y="74003"/>
                  <a:pt x="937112" y="75751"/>
                  <a:pt x="942125" y="75751"/>
                </a:cubicBezTo>
                <a:cubicBezTo>
                  <a:pt x="945856" y="75751"/>
                  <a:pt x="949040" y="74780"/>
                  <a:pt x="951678" y="72839"/>
                </a:cubicBezTo>
                <a:cubicBezTo>
                  <a:pt x="954316" y="70897"/>
                  <a:pt x="956408" y="67797"/>
                  <a:pt x="957953" y="63540"/>
                </a:cubicBezTo>
                <a:moveTo>
                  <a:pt x="924544" y="46920"/>
                </a:moveTo>
                <a:lnTo>
                  <a:pt x="958066" y="46920"/>
                </a:lnTo>
                <a:cubicBezTo>
                  <a:pt x="957614" y="41953"/>
                  <a:pt x="956333" y="38227"/>
                  <a:pt x="954222" y="35743"/>
                </a:cubicBezTo>
                <a:cubicBezTo>
                  <a:pt x="950981" y="31888"/>
                  <a:pt x="946779" y="29961"/>
                  <a:pt x="941616" y="29961"/>
                </a:cubicBezTo>
                <a:cubicBezTo>
                  <a:pt x="936943" y="29961"/>
                  <a:pt x="933014" y="31500"/>
                  <a:pt x="929829" y="34577"/>
                </a:cubicBezTo>
                <a:cubicBezTo>
                  <a:pt x="926645" y="37653"/>
                  <a:pt x="924883" y="41768"/>
                  <a:pt x="924544" y="46920"/>
                </a:cubicBezTo>
                <a:close/>
                <a:moveTo>
                  <a:pt x="984132" y="82873"/>
                </a:moveTo>
                <a:lnTo>
                  <a:pt x="984132" y="71228"/>
                </a:lnTo>
                <a:lnTo>
                  <a:pt x="995721" y="71228"/>
                </a:lnTo>
                <a:lnTo>
                  <a:pt x="995721" y="82873"/>
                </a:lnTo>
                <a:lnTo>
                  <a:pt x="984132" y="82873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9B472-05BF-4B6D-881B-CF9E2223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770" y="793888"/>
            <a:ext cx="232150" cy="232146"/>
          </a:xfrm>
          <a:custGeom xmlns:a="http://schemas.openxmlformats.org/drawingml/2006/main">
            <a:pathLst>
              <a:path w="232150" h="232146">
                <a:moveTo>
                  <a:pt x="116075" y="0"/>
                </a:moveTo>
                <a:cubicBezTo>
                  <a:pt x="180139" y="0"/>
                  <a:pt x="232150" y="52021"/>
                  <a:pt x="232150" y="116083"/>
                </a:cubicBezTo>
                <a:cubicBezTo>
                  <a:pt x="232150" y="180144"/>
                  <a:pt x="180139" y="232146"/>
                  <a:pt x="116075" y="232146"/>
                </a:cubicBezTo>
                <a:cubicBezTo>
                  <a:pt x="52011" y="232146"/>
                  <a:pt x="0" y="180144"/>
                  <a:pt x="0" y="116083"/>
                </a:cubicBezTo>
                <a:cubicBezTo>
                  <a:pt x="0" y="52021"/>
                  <a:pt x="52011" y="0"/>
                  <a:pt x="116075" y="0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5">
            <a:extLst xmlns:a="http://schemas.openxmlformats.org/drawingml/2006/main">
              <a:ext uri="{FF2B5EF4-FFF2-40B4-BE49-F238E27FC236}">
                <a16:creationId xmlns:a16="http://schemas.microsoft.com/office/drawing/2014/main" id="{1C35EF3F-C609-4884-9999-CF683F6E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106" y="851335"/>
            <a:ext cx="81185" cy="121365"/>
          </a:xfrm>
          <a:custGeom xmlns:a="http://schemas.openxmlformats.org/drawingml/2006/main">
            <a:pathLst>
              <a:path w="81185" h="121365">
                <a:moveTo>
                  <a:pt x="0" y="88183"/>
                </a:moveTo>
                <a:lnTo>
                  <a:pt x="23054" y="85796"/>
                </a:lnTo>
                <a:cubicBezTo>
                  <a:pt x="23713" y="91010"/>
                  <a:pt x="25662" y="95141"/>
                  <a:pt x="28900" y="98187"/>
                </a:cubicBezTo>
                <a:cubicBezTo>
                  <a:pt x="32139" y="101234"/>
                  <a:pt x="35872" y="102757"/>
                  <a:pt x="40098" y="102757"/>
                </a:cubicBezTo>
                <a:cubicBezTo>
                  <a:pt x="44929" y="102757"/>
                  <a:pt x="49018" y="100791"/>
                  <a:pt x="52367" y="96860"/>
                </a:cubicBezTo>
                <a:cubicBezTo>
                  <a:pt x="55715" y="92928"/>
                  <a:pt x="57389" y="87003"/>
                  <a:pt x="57389" y="79085"/>
                </a:cubicBezTo>
                <a:cubicBezTo>
                  <a:pt x="57389" y="71661"/>
                  <a:pt x="55729" y="66093"/>
                  <a:pt x="52408" y="62381"/>
                </a:cubicBezTo>
                <a:cubicBezTo>
                  <a:pt x="49087" y="58669"/>
                  <a:pt x="44764" y="56813"/>
                  <a:pt x="39440" y="56813"/>
                </a:cubicBezTo>
                <a:cubicBezTo>
                  <a:pt x="32798" y="56813"/>
                  <a:pt x="26842" y="59777"/>
                  <a:pt x="21572" y="65705"/>
                </a:cubicBezTo>
                <a:lnTo>
                  <a:pt x="2799" y="62962"/>
                </a:lnTo>
                <a:lnTo>
                  <a:pt x="14656" y="0"/>
                </a:lnTo>
                <a:lnTo>
                  <a:pt x="75833" y="0"/>
                </a:lnTo>
                <a:lnTo>
                  <a:pt x="75833" y="21737"/>
                </a:lnTo>
                <a:lnTo>
                  <a:pt x="32194" y="21737"/>
                </a:lnTo>
                <a:lnTo>
                  <a:pt x="28571" y="42226"/>
                </a:lnTo>
                <a:cubicBezTo>
                  <a:pt x="33731" y="39655"/>
                  <a:pt x="39001" y="38369"/>
                  <a:pt x="44380" y="38369"/>
                </a:cubicBezTo>
                <a:cubicBezTo>
                  <a:pt x="54645" y="38369"/>
                  <a:pt x="63345" y="42110"/>
                  <a:pt x="70481" y="49590"/>
                </a:cubicBezTo>
                <a:cubicBezTo>
                  <a:pt x="77617" y="57069"/>
                  <a:pt x="81185" y="66777"/>
                  <a:pt x="81185" y="78712"/>
                </a:cubicBezTo>
                <a:cubicBezTo>
                  <a:pt x="81185" y="88668"/>
                  <a:pt x="78303" y="97551"/>
                  <a:pt x="72539" y="105361"/>
                </a:cubicBezTo>
                <a:cubicBezTo>
                  <a:pt x="64690" y="116031"/>
                  <a:pt x="53794" y="121365"/>
                  <a:pt x="39851" y="121365"/>
                </a:cubicBezTo>
                <a:cubicBezTo>
                  <a:pt x="28708" y="121365"/>
                  <a:pt x="19624" y="118367"/>
                  <a:pt x="12598" y="112370"/>
                </a:cubicBezTo>
                <a:cubicBezTo>
                  <a:pt x="5572" y="106371"/>
                  <a:pt x="1372" y="98309"/>
                  <a:pt x="0" y="8818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D446F0-1BC3-41C6-AA14-1458DA85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675" y="7529053"/>
            <a:ext cx="1629770" cy="728668"/>
          </a:xfrm>
          <a:custGeom xmlns:a="http://schemas.openxmlformats.org/drawingml/2006/main">
            <a:pathLst>
              <a:path w="1629770" h="728668">
                <a:moveTo>
                  <a:pt x="1629770" y="98107"/>
                </a:moveTo>
                <a:lnTo>
                  <a:pt x="1629770" y="630560"/>
                </a:lnTo>
                <a:cubicBezTo>
                  <a:pt x="1629770" y="684707"/>
                  <a:pt x="1585814" y="728668"/>
                  <a:pt x="1531670" y="728668"/>
                </a:cubicBezTo>
                <a:lnTo>
                  <a:pt x="98118" y="728668"/>
                </a:lnTo>
                <a:cubicBezTo>
                  <a:pt x="43975" y="728668"/>
                  <a:pt x="0" y="684707"/>
                  <a:pt x="0" y="630560"/>
                </a:cubicBezTo>
                <a:lnTo>
                  <a:pt x="0" y="98107"/>
                </a:lnTo>
                <a:cubicBezTo>
                  <a:pt x="0" y="43959"/>
                  <a:pt x="43975" y="0"/>
                  <a:pt x="98118" y="0"/>
                </a:cubicBezTo>
                <a:lnTo>
                  <a:pt x="1531670" y="0"/>
                </a:lnTo>
                <a:cubicBezTo>
                  <a:pt x="1585814" y="0"/>
                  <a:pt x="1629770" y="43959"/>
                  <a:pt x="1629770" y="98107"/>
                </a:cubicBezTo>
                <a:close/>
              </a:path>
            </a:pathLst>
          </a:custGeom>
          <a:solidFill xmlns:a="http://schemas.openxmlformats.org/drawingml/2006/main">
            <a:srgbClr val="E0344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�">
            <a:extLst xmlns:a="http://schemas.openxmlformats.org/drawingml/2006/main">
              <a:ext uri="{FF2B5EF4-FFF2-40B4-BE49-F238E27FC236}">
                <a16:creationId xmlns:a16="http://schemas.microsoft.com/office/drawing/2014/main" id="{0C2FE56F-E66C-41BE-9B71-E67A2824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179" y="7583124"/>
            <a:ext cx="177365" cy="169802"/>
          </a:xfrm>
          <a:custGeom xmlns:a="http://schemas.openxmlformats.org/drawingml/2006/main">
            <a:pathLst>
              <a:path w="177365" h="169802">
                <a:moveTo>
                  <a:pt x="88684" y="169802"/>
                </a:moveTo>
                <a:cubicBezTo>
                  <a:pt x="118996" y="169802"/>
                  <a:pt x="147053" y="153619"/>
                  <a:pt x="162241" y="127351"/>
                </a:cubicBezTo>
                <a:cubicBezTo>
                  <a:pt x="177365" y="101087"/>
                  <a:pt x="177365" y="68718"/>
                  <a:pt x="162241" y="42450"/>
                </a:cubicBezTo>
                <a:cubicBezTo>
                  <a:pt x="147053" y="16186"/>
                  <a:pt x="118996" y="0"/>
                  <a:pt x="88684" y="0"/>
                </a:cubicBezTo>
                <a:cubicBezTo>
                  <a:pt x="58369" y="0"/>
                  <a:pt x="30314" y="16186"/>
                  <a:pt x="15123" y="42450"/>
                </a:cubicBezTo>
                <a:cubicBezTo>
                  <a:pt x="0" y="68718"/>
                  <a:pt x="0" y="101087"/>
                  <a:pt x="15123" y="127351"/>
                </a:cubicBezTo>
                <a:cubicBezTo>
                  <a:pt x="30314" y="153619"/>
                  <a:pt x="58369" y="169802"/>
                  <a:pt x="88684" y="169802"/>
                </a:cubicBezTo>
                <a:moveTo>
                  <a:pt x="61821" y="58038"/>
                </a:moveTo>
                <a:cubicBezTo>
                  <a:pt x="64937" y="54921"/>
                  <a:pt x="69977" y="54921"/>
                  <a:pt x="73029" y="58038"/>
                </a:cubicBezTo>
                <a:lnTo>
                  <a:pt x="88616" y="73625"/>
                </a:lnTo>
                <a:lnTo>
                  <a:pt x="104204" y="58038"/>
                </a:lnTo>
                <a:cubicBezTo>
                  <a:pt x="107321" y="54921"/>
                  <a:pt x="112427" y="54921"/>
                  <a:pt x="115480" y="58038"/>
                </a:cubicBezTo>
                <a:cubicBezTo>
                  <a:pt x="118529" y="61157"/>
                  <a:pt x="118596" y="66197"/>
                  <a:pt x="115480" y="69249"/>
                </a:cubicBezTo>
                <a:lnTo>
                  <a:pt x="99892" y="84836"/>
                </a:lnTo>
                <a:lnTo>
                  <a:pt x="115480" y="100423"/>
                </a:lnTo>
                <a:cubicBezTo>
                  <a:pt x="118596" y="103540"/>
                  <a:pt x="118596" y="108582"/>
                  <a:pt x="115480" y="111699"/>
                </a:cubicBezTo>
                <a:cubicBezTo>
                  <a:pt x="112363" y="114749"/>
                  <a:pt x="107321" y="114816"/>
                  <a:pt x="104204" y="111699"/>
                </a:cubicBezTo>
                <a:lnTo>
                  <a:pt x="88616" y="96112"/>
                </a:lnTo>
                <a:lnTo>
                  <a:pt x="73029" y="111699"/>
                </a:lnTo>
                <a:cubicBezTo>
                  <a:pt x="69977" y="114816"/>
                  <a:pt x="64870" y="114816"/>
                  <a:pt x="61821" y="111699"/>
                </a:cubicBezTo>
                <a:cubicBezTo>
                  <a:pt x="58768" y="108582"/>
                  <a:pt x="58701" y="103540"/>
                  <a:pt x="61821" y="100423"/>
                </a:cubicBezTo>
                <a:lnTo>
                  <a:pt x="77408" y="84836"/>
                </a:lnTo>
                <a:lnTo>
                  <a:pt x="61821" y="69249"/>
                </a:lnTo>
                <a:cubicBezTo>
                  <a:pt x="58701" y="66132"/>
                  <a:pt x="58701" y="61090"/>
                  <a:pt x="61821" y="58038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Fabricated">
            <a:extLst xmlns:a="http://schemas.openxmlformats.org/drawingml/2006/main">
              <a:ext uri="{FF2B5EF4-FFF2-40B4-BE49-F238E27FC236}">
                <a16:creationId xmlns:a16="http://schemas.microsoft.com/office/drawing/2014/main" id="{A30C2165-2C04-4142-9B56-AA03B2EF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596" y="7607391"/>
            <a:ext cx="993504" cy="126345"/>
          </a:xfrm>
          <a:custGeom xmlns:a="http://schemas.openxmlformats.org/drawingml/2006/main">
            <a:pathLst>
              <a:path w="993504" h="126345">
                <a:moveTo>
                  <a:pt x="0" y="0"/>
                </a:moveTo>
                <a:lnTo>
                  <a:pt x="94971" y="0"/>
                </a:lnTo>
                <a:lnTo>
                  <a:pt x="94971" y="26795"/>
                </a:lnTo>
                <a:lnTo>
                  <a:pt x="38582" y="26795"/>
                </a:lnTo>
                <a:lnTo>
                  <a:pt x="38582" y="48503"/>
                </a:lnTo>
                <a:lnTo>
                  <a:pt x="86746" y="48503"/>
                </a:lnTo>
                <a:lnTo>
                  <a:pt x="86746" y="73602"/>
                </a:lnTo>
                <a:lnTo>
                  <a:pt x="38582" y="73602"/>
                </a:lnTo>
                <a:lnTo>
                  <a:pt x="38582" y="124310"/>
                </a:lnTo>
                <a:lnTo>
                  <a:pt x="0" y="124310"/>
                </a:lnTo>
                <a:lnTo>
                  <a:pt x="0" y="0"/>
                </a:lnTo>
                <a:close/>
                <a:moveTo>
                  <a:pt x="140334" y="63427"/>
                </a:moveTo>
                <a:lnTo>
                  <a:pt x="107349" y="59866"/>
                </a:lnTo>
                <a:cubicBezTo>
                  <a:pt x="108592" y="54117"/>
                  <a:pt x="110387" y="49595"/>
                  <a:pt x="112733" y="46298"/>
                </a:cubicBezTo>
                <a:cubicBezTo>
                  <a:pt x="115079" y="43000"/>
                  <a:pt x="118457" y="40140"/>
                  <a:pt x="122866" y="37718"/>
                </a:cubicBezTo>
                <a:cubicBezTo>
                  <a:pt x="126032" y="35971"/>
                  <a:pt x="130385" y="34619"/>
                  <a:pt x="135925" y="33661"/>
                </a:cubicBezTo>
                <a:cubicBezTo>
                  <a:pt x="141465" y="32702"/>
                  <a:pt x="147457" y="32222"/>
                  <a:pt x="153901" y="32222"/>
                </a:cubicBezTo>
                <a:cubicBezTo>
                  <a:pt x="164246" y="32222"/>
                  <a:pt x="172556" y="32802"/>
                  <a:pt x="178831" y="33961"/>
                </a:cubicBezTo>
                <a:cubicBezTo>
                  <a:pt x="185106" y="35119"/>
                  <a:pt x="190335" y="37536"/>
                  <a:pt x="194518" y="41211"/>
                </a:cubicBezTo>
                <a:cubicBezTo>
                  <a:pt x="197458" y="43754"/>
                  <a:pt x="199776" y="47358"/>
                  <a:pt x="201471" y="52022"/>
                </a:cubicBezTo>
                <a:cubicBezTo>
                  <a:pt x="203167" y="56686"/>
                  <a:pt x="204015" y="61137"/>
                  <a:pt x="204015" y="65377"/>
                </a:cubicBezTo>
                <a:lnTo>
                  <a:pt x="204015" y="105146"/>
                </a:lnTo>
                <a:cubicBezTo>
                  <a:pt x="204015" y="109386"/>
                  <a:pt x="204284" y="112707"/>
                  <a:pt x="204821" y="115110"/>
                </a:cubicBezTo>
                <a:cubicBezTo>
                  <a:pt x="205358" y="117512"/>
                  <a:pt x="206531" y="120579"/>
                  <a:pt x="208340" y="124310"/>
                </a:cubicBezTo>
                <a:lnTo>
                  <a:pt x="175948" y="124310"/>
                </a:lnTo>
                <a:cubicBezTo>
                  <a:pt x="174648" y="121992"/>
                  <a:pt x="173800" y="120226"/>
                  <a:pt x="173404" y="119010"/>
                </a:cubicBezTo>
                <a:cubicBezTo>
                  <a:pt x="173008" y="117795"/>
                  <a:pt x="172613" y="115887"/>
                  <a:pt x="172217" y="113287"/>
                </a:cubicBezTo>
                <a:cubicBezTo>
                  <a:pt x="167695" y="117639"/>
                  <a:pt x="163200" y="120749"/>
                  <a:pt x="158735" y="122614"/>
                </a:cubicBezTo>
                <a:cubicBezTo>
                  <a:pt x="152629" y="125101"/>
                  <a:pt x="145535" y="126345"/>
                  <a:pt x="137451" y="126345"/>
                </a:cubicBezTo>
                <a:cubicBezTo>
                  <a:pt x="126710" y="126345"/>
                  <a:pt x="118556" y="123854"/>
                  <a:pt x="112987" y="118873"/>
                </a:cubicBezTo>
                <a:cubicBezTo>
                  <a:pt x="107419" y="113891"/>
                  <a:pt x="104635" y="107749"/>
                  <a:pt x="104635" y="100448"/>
                </a:cubicBezTo>
                <a:cubicBezTo>
                  <a:pt x="104635" y="93597"/>
                  <a:pt x="106642" y="87965"/>
                  <a:pt x="110656" y="83550"/>
                </a:cubicBezTo>
                <a:cubicBezTo>
                  <a:pt x="114669" y="79135"/>
                  <a:pt x="122075" y="75852"/>
                  <a:pt x="132872" y="73700"/>
                </a:cubicBezTo>
                <a:cubicBezTo>
                  <a:pt x="145817" y="71097"/>
                  <a:pt x="154212" y="69271"/>
                  <a:pt x="158056" y="68223"/>
                </a:cubicBezTo>
                <a:cubicBezTo>
                  <a:pt x="161900" y="67176"/>
                  <a:pt x="165970" y="65803"/>
                  <a:pt x="170267" y="64105"/>
                </a:cubicBezTo>
                <a:cubicBezTo>
                  <a:pt x="170267" y="59897"/>
                  <a:pt x="169390" y="56952"/>
                  <a:pt x="167638" y="55268"/>
                </a:cubicBezTo>
                <a:cubicBezTo>
                  <a:pt x="165886" y="53584"/>
                  <a:pt x="162805" y="52743"/>
                  <a:pt x="158395" y="52743"/>
                </a:cubicBezTo>
                <a:cubicBezTo>
                  <a:pt x="152742" y="52743"/>
                  <a:pt x="148503" y="53647"/>
                  <a:pt x="145676" y="55456"/>
                </a:cubicBezTo>
                <a:cubicBezTo>
                  <a:pt x="143471" y="56869"/>
                  <a:pt x="141691" y="59526"/>
                  <a:pt x="140334" y="63427"/>
                </a:cubicBezTo>
                <a:moveTo>
                  <a:pt x="170267" y="81573"/>
                </a:moveTo>
                <a:cubicBezTo>
                  <a:pt x="165518" y="83269"/>
                  <a:pt x="160572" y="84767"/>
                  <a:pt x="155428" y="86067"/>
                </a:cubicBezTo>
                <a:cubicBezTo>
                  <a:pt x="148418" y="87933"/>
                  <a:pt x="143980" y="89770"/>
                  <a:pt x="142115" y="91579"/>
                </a:cubicBezTo>
                <a:cubicBezTo>
                  <a:pt x="140193" y="93445"/>
                  <a:pt x="139232" y="95564"/>
                  <a:pt x="139232" y="97939"/>
                </a:cubicBezTo>
                <a:cubicBezTo>
                  <a:pt x="139232" y="100652"/>
                  <a:pt x="140178" y="102871"/>
                  <a:pt x="142072" y="104595"/>
                </a:cubicBezTo>
                <a:cubicBezTo>
                  <a:pt x="143966" y="106319"/>
                  <a:pt x="146750" y="107181"/>
                  <a:pt x="150425" y="107181"/>
                </a:cubicBezTo>
                <a:cubicBezTo>
                  <a:pt x="154269" y="107181"/>
                  <a:pt x="157844" y="106249"/>
                  <a:pt x="161151" y="104383"/>
                </a:cubicBezTo>
                <a:cubicBezTo>
                  <a:pt x="164458" y="102518"/>
                  <a:pt x="166804" y="100242"/>
                  <a:pt x="168189" y="97557"/>
                </a:cubicBezTo>
                <a:cubicBezTo>
                  <a:pt x="169574" y="94872"/>
                  <a:pt x="170267" y="91381"/>
                  <a:pt x="170267" y="87085"/>
                </a:cubicBezTo>
                <a:lnTo>
                  <a:pt x="170267" y="81573"/>
                </a:lnTo>
                <a:close/>
                <a:moveTo>
                  <a:pt x="226578" y="0"/>
                </a:moveTo>
                <a:lnTo>
                  <a:pt x="261429" y="0"/>
                </a:lnTo>
                <a:lnTo>
                  <a:pt x="261429" y="43076"/>
                </a:lnTo>
                <a:cubicBezTo>
                  <a:pt x="264877" y="39458"/>
                  <a:pt x="268792" y="36745"/>
                  <a:pt x="273173" y="34936"/>
                </a:cubicBezTo>
                <a:cubicBezTo>
                  <a:pt x="277554" y="33127"/>
                  <a:pt x="282402" y="32222"/>
                  <a:pt x="287715" y="32222"/>
                </a:cubicBezTo>
                <a:cubicBezTo>
                  <a:pt x="298682" y="32222"/>
                  <a:pt x="307755" y="36165"/>
                  <a:pt x="314935" y="44051"/>
                </a:cubicBezTo>
                <a:cubicBezTo>
                  <a:pt x="322114" y="51937"/>
                  <a:pt x="325704" y="63257"/>
                  <a:pt x="325704" y="78012"/>
                </a:cubicBezTo>
                <a:cubicBezTo>
                  <a:pt x="325704" y="87848"/>
                  <a:pt x="324064" y="96511"/>
                  <a:pt x="320786" y="104002"/>
                </a:cubicBezTo>
                <a:cubicBezTo>
                  <a:pt x="317507" y="111492"/>
                  <a:pt x="312970" y="117088"/>
                  <a:pt x="307176" y="120791"/>
                </a:cubicBezTo>
                <a:cubicBezTo>
                  <a:pt x="301382" y="124494"/>
                  <a:pt x="294951" y="126345"/>
                  <a:pt x="287885" y="126345"/>
                </a:cubicBezTo>
                <a:cubicBezTo>
                  <a:pt x="281836" y="126345"/>
                  <a:pt x="276296" y="125045"/>
                  <a:pt x="271265" y="122445"/>
                </a:cubicBezTo>
                <a:cubicBezTo>
                  <a:pt x="267478" y="120409"/>
                  <a:pt x="263351" y="116594"/>
                  <a:pt x="258885" y="110997"/>
                </a:cubicBezTo>
                <a:lnTo>
                  <a:pt x="258885" y="124310"/>
                </a:lnTo>
                <a:lnTo>
                  <a:pt x="226578" y="124310"/>
                </a:lnTo>
                <a:lnTo>
                  <a:pt x="226578" y="0"/>
                </a:lnTo>
                <a:moveTo>
                  <a:pt x="261175" y="79029"/>
                </a:moveTo>
                <a:cubicBezTo>
                  <a:pt x="261175" y="86774"/>
                  <a:pt x="262630" y="92385"/>
                  <a:pt x="265541" y="95861"/>
                </a:cubicBezTo>
                <a:cubicBezTo>
                  <a:pt x="268453" y="99338"/>
                  <a:pt x="272141" y="101076"/>
                  <a:pt x="276607" y="101076"/>
                </a:cubicBezTo>
                <a:cubicBezTo>
                  <a:pt x="280734" y="101076"/>
                  <a:pt x="284196" y="99366"/>
                  <a:pt x="286995" y="95946"/>
                </a:cubicBezTo>
                <a:cubicBezTo>
                  <a:pt x="289793" y="92526"/>
                  <a:pt x="291192" y="86774"/>
                  <a:pt x="291192" y="78690"/>
                </a:cubicBezTo>
                <a:cubicBezTo>
                  <a:pt x="291192" y="71567"/>
                  <a:pt x="289821" y="66338"/>
                  <a:pt x="287080" y="63003"/>
                </a:cubicBezTo>
                <a:cubicBezTo>
                  <a:pt x="284338" y="59668"/>
                  <a:pt x="281017" y="58000"/>
                  <a:pt x="277116" y="58000"/>
                </a:cubicBezTo>
                <a:cubicBezTo>
                  <a:pt x="272424" y="58000"/>
                  <a:pt x="268594" y="59738"/>
                  <a:pt x="265626" y="63215"/>
                </a:cubicBezTo>
                <a:cubicBezTo>
                  <a:pt x="262658" y="66692"/>
                  <a:pt x="261175" y="71963"/>
                  <a:pt x="261175" y="79029"/>
                </a:cubicBezTo>
                <a:close/>
                <a:moveTo>
                  <a:pt x="342562" y="34257"/>
                </a:moveTo>
                <a:lnTo>
                  <a:pt x="374869" y="34257"/>
                </a:lnTo>
                <a:lnTo>
                  <a:pt x="374869" y="49012"/>
                </a:lnTo>
                <a:cubicBezTo>
                  <a:pt x="377979" y="42624"/>
                  <a:pt x="381187" y="38229"/>
                  <a:pt x="384494" y="35826"/>
                </a:cubicBezTo>
                <a:cubicBezTo>
                  <a:pt x="387801" y="33424"/>
                  <a:pt x="391885" y="32222"/>
                  <a:pt x="396747" y="32222"/>
                </a:cubicBezTo>
                <a:cubicBezTo>
                  <a:pt x="401834" y="32222"/>
                  <a:pt x="407403" y="33805"/>
                  <a:pt x="413451" y="36971"/>
                </a:cubicBezTo>
                <a:lnTo>
                  <a:pt x="402767" y="61561"/>
                </a:lnTo>
                <a:cubicBezTo>
                  <a:pt x="398697" y="59866"/>
                  <a:pt x="395475" y="59018"/>
                  <a:pt x="393100" y="59018"/>
                </a:cubicBezTo>
                <a:cubicBezTo>
                  <a:pt x="388578" y="59018"/>
                  <a:pt x="385073" y="60883"/>
                  <a:pt x="382586" y="64614"/>
                </a:cubicBezTo>
                <a:cubicBezTo>
                  <a:pt x="379024" y="69871"/>
                  <a:pt x="377244" y="79708"/>
                  <a:pt x="377244" y="94123"/>
                </a:cubicBezTo>
                <a:lnTo>
                  <a:pt x="377244" y="124310"/>
                </a:lnTo>
                <a:lnTo>
                  <a:pt x="342562" y="124310"/>
                </a:lnTo>
                <a:lnTo>
                  <a:pt x="342562" y="34257"/>
                </a:lnTo>
                <a:close/>
                <a:moveTo>
                  <a:pt x="420566" y="0"/>
                </a:moveTo>
                <a:lnTo>
                  <a:pt x="455077" y="0"/>
                </a:lnTo>
                <a:lnTo>
                  <a:pt x="455077" y="23404"/>
                </a:lnTo>
                <a:lnTo>
                  <a:pt x="420566" y="23404"/>
                </a:lnTo>
                <a:lnTo>
                  <a:pt x="420566" y="0"/>
                </a:lnTo>
                <a:moveTo>
                  <a:pt x="420566" y="34257"/>
                </a:moveTo>
                <a:lnTo>
                  <a:pt x="455077" y="34257"/>
                </a:lnTo>
                <a:lnTo>
                  <a:pt x="455077" y="124310"/>
                </a:lnTo>
                <a:lnTo>
                  <a:pt x="420566" y="124310"/>
                </a:lnTo>
                <a:lnTo>
                  <a:pt x="420566" y="34257"/>
                </a:lnTo>
                <a:close/>
                <a:moveTo>
                  <a:pt x="544298" y="89035"/>
                </a:moveTo>
                <a:lnTo>
                  <a:pt x="577114" y="92766"/>
                </a:lnTo>
                <a:cubicBezTo>
                  <a:pt x="575305" y="99606"/>
                  <a:pt x="572337" y="105528"/>
                  <a:pt x="568211" y="110531"/>
                </a:cubicBezTo>
                <a:cubicBezTo>
                  <a:pt x="564084" y="115534"/>
                  <a:pt x="558812" y="119420"/>
                  <a:pt x="552396" y="122190"/>
                </a:cubicBezTo>
                <a:cubicBezTo>
                  <a:pt x="545980" y="124960"/>
                  <a:pt x="537826" y="126345"/>
                  <a:pt x="527933" y="126345"/>
                </a:cubicBezTo>
                <a:cubicBezTo>
                  <a:pt x="518379" y="126345"/>
                  <a:pt x="510422" y="125456"/>
                  <a:pt x="504063" y="123677"/>
                </a:cubicBezTo>
                <a:cubicBezTo>
                  <a:pt x="497703" y="121898"/>
                  <a:pt x="492234" y="119017"/>
                  <a:pt x="487655" y="115036"/>
                </a:cubicBezTo>
                <a:cubicBezTo>
                  <a:pt x="483076" y="111054"/>
                  <a:pt x="479486" y="106380"/>
                  <a:pt x="476886" y="101015"/>
                </a:cubicBezTo>
                <a:cubicBezTo>
                  <a:pt x="474286" y="95648"/>
                  <a:pt x="472985" y="88532"/>
                  <a:pt x="472985" y="79665"/>
                </a:cubicBezTo>
                <a:cubicBezTo>
                  <a:pt x="472985" y="70403"/>
                  <a:pt x="474568" y="62694"/>
                  <a:pt x="477734" y="56537"/>
                </a:cubicBezTo>
                <a:cubicBezTo>
                  <a:pt x="480052" y="52018"/>
                  <a:pt x="483217" y="47966"/>
                  <a:pt x="487231" y="44380"/>
                </a:cubicBezTo>
                <a:cubicBezTo>
                  <a:pt x="491245" y="40794"/>
                  <a:pt x="495371" y="38125"/>
                  <a:pt x="499611" y="36375"/>
                </a:cubicBezTo>
                <a:cubicBezTo>
                  <a:pt x="506338" y="33606"/>
                  <a:pt x="514959" y="32222"/>
                  <a:pt x="525474" y="32222"/>
                </a:cubicBezTo>
                <a:cubicBezTo>
                  <a:pt x="540172" y="32222"/>
                  <a:pt x="551379" y="34858"/>
                  <a:pt x="559095" y="40129"/>
                </a:cubicBezTo>
                <a:cubicBezTo>
                  <a:pt x="566811" y="45401"/>
                  <a:pt x="572224" y="53110"/>
                  <a:pt x="575333" y="63257"/>
                </a:cubicBezTo>
                <a:lnTo>
                  <a:pt x="542857" y="67497"/>
                </a:lnTo>
                <a:cubicBezTo>
                  <a:pt x="541839" y="63681"/>
                  <a:pt x="539988" y="60805"/>
                  <a:pt x="537303" y="58869"/>
                </a:cubicBezTo>
                <a:cubicBezTo>
                  <a:pt x="534617" y="56933"/>
                  <a:pt x="531014" y="55965"/>
                  <a:pt x="526491" y="55965"/>
                </a:cubicBezTo>
                <a:cubicBezTo>
                  <a:pt x="520782" y="55965"/>
                  <a:pt x="516160" y="57996"/>
                  <a:pt x="512627" y="62057"/>
                </a:cubicBezTo>
                <a:cubicBezTo>
                  <a:pt x="509094" y="66118"/>
                  <a:pt x="507327" y="72267"/>
                  <a:pt x="507327" y="80503"/>
                </a:cubicBezTo>
                <a:cubicBezTo>
                  <a:pt x="507327" y="87843"/>
                  <a:pt x="509080" y="93418"/>
                  <a:pt x="512585" y="97229"/>
                </a:cubicBezTo>
                <a:cubicBezTo>
                  <a:pt x="516090" y="101037"/>
                  <a:pt x="520556" y="102942"/>
                  <a:pt x="525982" y="102942"/>
                </a:cubicBezTo>
                <a:cubicBezTo>
                  <a:pt x="530505" y="102942"/>
                  <a:pt x="534307" y="101804"/>
                  <a:pt x="537387" y="99529"/>
                </a:cubicBezTo>
                <a:cubicBezTo>
                  <a:pt x="540468" y="97251"/>
                  <a:pt x="542772" y="93754"/>
                  <a:pt x="544298" y="89035"/>
                </a:cubicBezTo>
                <a:close/>
                <a:moveTo>
                  <a:pt x="624414" y="63427"/>
                </a:moveTo>
                <a:lnTo>
                  <a:pt x="591428" y="59866"/>
                </a:lnTo>
                <a:cubicBezTo>
                  <a:pt x="592672" y="54117"/>
                  <a:pt x="594467" y="49595"/>
                  <a:pt x="596813" y="46298"/>
                </a:cubicBezTo>
                <a:cubicBezTo>
                  <a:pt x="599159" y="43000"/>
                  <a:pt x="602537" y="40140"/>
                  <a:pt x="606946" y="37718"/>
                </a:cubicBezTo>
                <a:cubicBezTo>
                  <a:pt x="610112" y="35971"/>
                  <a:pt x="614465" y="34619"/>
                  <a:pt x="620005" y="33661"/>
                </a:cubicBezTo>
                <a:cubicBezTo>
                  <a:pt x="625544" y="32702"/>
                  <a:pt x="631537" y="32222"/>
                  <a:pt x="637981" y="32222"/>
                </a:cubicBezTo>
                <a:cubicBezTo>
                  <a:pt x="648326" y="32222"/>
                  <a:pt x="656636" y="32802"/>
                  <a:pt x="662911" y="33961"/>
                </a:cubicBezTo>
                <a:cubicBezTo>
                  <a:pt x="669186" y="35119"/>
                  <a:pt x="674415" y="37536"/>
                  <a:pt x="678598" y="41211"/>
                </a:cubicBezTo>
                <a:cubicBezTo>
                  <a:pt x="681538" y="43754"/>
                  <a:pt x="683855" y="47358"/>
                  <a:pt x="685551" y="52022"/>
                </a:cubicBezTo>
                <a:cubicBezTo>
                  <a:pt x="687247" y="56686"/>
                  <a:pt x="688095" y="61137"/>
                  <a:pt x="688095" y="65377"/>
                </a:cubicBezTo>
                <a:lnTo>
                  <a:pt x="688095" y="105146"/>
                </a:lnTo>
                <a:cubicBezTo>
                  <a:pt x="688095" y="109386"/>
                  <a:pt x="688364" y="112707"/>
                  <a:pt x="688901" y="115110"/>
                </a:cubicBezTo>
                <a:cubicBezTo>
                  <a:pt x="689438" y="117512"/>
                  <a:pt x="690611" y="120579"/>
                  <a:pt x="692420" y="124310"/>
                </a:cubicBezTo>
                <a:lnTo>
                  <a:pt x="660028" y="124310"/>
                </a:lnTo>
                <a:cubicBezTo>
                  <a:pt x="658728" y="121992"/>
                  <a:pt x="657880" y="120226"/>
                  <a:pt x="657484" y="119010"/>
                </a:cubicBezTo>
                <a:cubicBezTo>
                  <a:pt x="657088" y="117795"/>
                  <a:pt x="656693" y="115887"/>
                  <a:pt x="656297" y="113287"/>
                </a:cubicBezTo>
                <a:cubicBezTo>
                  <a:pt x="651775" y="117639"/>
                  <a:pt x="647280" y="120749"/>
                  <a:pt x="642814" y="122614"/>
                </a:cubicBezTo>
                <a:cubicBezTo>
                  <a:pt x="636709" y="125101"/>
                  <a:pt x="629615" y="126345"/>
                  <a:pt x="621531" y="126345"/>
                </a:cubicBezTo>
                <a:cubicBezTo>
                  <a:pt x="610790" y="126345"/>
                  <a:pt x="602636" y="123854"/>
                  <a:pt x="597067" y="118873"/>
                </a:cubicBezTo>
                <a:cubicBezTo>
                  <a:pt x="591499" y="113891"/>
                  <a:pt x="588715" y="107749"/>
                  <a:pt x="588715" y="100448"/>
                </a:cubicBezTo>
                <a:cubicBezTo>
                  <a:pt x="588715" y="93597"/>
                  <a:pt x="590722" y="87965"/>
                  <a:pt x="594735" y="83550"/>
                </a:cubicBezTo>
                <a:cubicBezTo>
                  <a:pt x="598749" y="79135"/>
                  <a:pt x="606155" y="75852"/>
                  <a:pt x="616952" y="73700"/>
                </a:cubicBezTo>
                <a:cubicBezTo>
                  <a:pt x="629897" y="71097"/>
                  <a:pt x="638292" y="69271"/>
                  <a:pt x="642136" y="68223"/>
                </a:cubicBezTo>
                <a:cubicBezTo>
                  <a:pt x="645980" y="67176"/>
                  <a:pt x="650050" y="65803"/>
                  <a:pt x="654347" y="64105"/>
                </a:cubicBezTo>
                <a:cubicBezTo>
                  <a:pt x="654347" y="59897"/>
                  <a:pt x="653470" y="56952"/>
                  <a:pt x="651718" y="55268"/>
                </a:cubicBezTo>
                <a:cubicBezTo>
                  <a:pt x="649966" y="53584"/>
                  <a:pt x="646885" y="52743"/>
                  <a:pt x="642475" y="52743"/>
                </a:cubicBezTo>
                <a:cubicBezTo>
                  <a:pt x="636822" y="52743"/>
                  <a:pt x="632582" y="53647"/>
                  <a:pt x="629756" y="55456"/>
                </a:cubicBezTo>
                <a:cubicBezTo>
                  <a:pt x="627551" y="56869"/>
                  <a:pt x="625771" y="59526"/>
                  <a:pt x="624414" y="63427"/>
                </a:cubicBezTo>
                <a:moveTo>
                  <a:pt x="654347" y="81573"/>
                </a:moveTo>
                <a:cubicBezTo>
                  <a:pt x="649598" y="83269"/>
                  <a:pt x="644652" y="84767"/>
                  <a:pt x="639507" y="86067"/>
                </a:cubicBezTo>
                <a:cubicBezTo>
                  <a:pt x="632498" y="87933"/>
                  <a:pt x="628060" y="89770"/>
                  <a:pt x="626195" y="91579"/>
                </a:cubicBezTo>
                <a:cubicBezTo>
                  <a:pt x="624273" y="93445"/>
                  <a:pt x="623312" y="95564"/>
                  <a:pt x="623312" y="97939"/>
                </a:cubicBezTo>
                <a:cubicBezTo>
                  <a:pt x="623312" y="100652"/>
                  <a:pt x="624258" y="102871"/>
                  <a:pt x="626152" y="104595"/>
                </a:cubicBezTo>
                <a:cubicBezTo>
                  <a:pt x="628046" y="106319"/>
                  <a:pt x="630830" y="107181"/>
                  <a:pt x="634505" y="107181"/>
                </a:cubicBezTo>
                <a:cubicBezTo>
                  <a:pt x="638349" y="107181"/>
                  <a:pt x="641924" y="106249"/>
                  <a:pt x="645231" y="104383"/>
                </a:cubicBezTo>
                <a:cubicBezTo>
                  <a:pt x="648538" y="102518"/>
                  <a:pt x="650884" y="100242"/>
                  <a:pt x="652269" y="97557"/>
                </a:cubicBezTo>
                <a:cubicBezTo>
                  <a:pt x="653654" y="94872"/>
                  <a:pt x="654347" y="91381"/>
                  <a:pt x="654347" y="87085"/>
                </a:cubicBezTo>
                <a:lnTo>
                  <a:pt x="654347" y="81573"/>
                </a:lnTo>
                <a:close/>
                <a:moveTo>
                  <a:pt x="747452" y="0"/>
                </a:moveTo>
                <a:lnTo>
                  <a:pt x="747452" y="34257"/>
                </a:lnTo>
                <a:lnTo>
                  <a:pt x="766446" y="34257"/>
                </a:lnTo>
                <a:lnTo>
                  <a:pt x="766446" y="59526"/>
                </a:lnTo>
                <a:lnTo>
                  <a:pt x="747452" y="59526"/>
                </a:lnTo>
                <a:lnTo>
                  <a:pt x="747452" y="91431"/>
                </a:lnTo>
                <a:cubicBezTo>
                  <a:pt x="747452" y="95268"/>
                  <a:pt x="747819" y="97806"/>
                  <a:pt x="748554" y="99046"/>
                </a:cubicBezTo>
                <a:cubicBezTo>
                  <a:pt x="749685" y="100965"/>
                  <a:pt x="751663" y="101924"/>
                  <a:pt x="754490" y="101924"/>
                </a:cubicBezTo>
                <a:cubicBezTo>
                  <a:pt x="757034" y="101924"/>
                  <a:pt x="760595" y="101191"/>
                  <a:pt x="765174" y="99725"/>
                </a:cubicBezTo>
                <a:lnTo>
                  <a:pt x="767718" y="123547"/>
                </a:lnTo>
                <a:cubicBezTo>
                  <a:pt x="759182" y="125412"/>
                  <a:pt x="751211" y="126345"/>
                  <a:pt x="743806" y="126345"/>
                </a:cubicBezTo>
                <a:cubicBezTo>
                  <a:pt x="735213" y="126345"/>
                  <a:pt x="728882" y="125245"/>
                  <a:pt x="724811" y="123043"/>
                </a:cubicBezTo>
                <a:cubicBezTo>
                  <a:pt x="720741" y="120840"/>
                  <a:pt x="717731" y="117495"/>
                  <a:pt x="715781" y="113008"/>
                </a:cubicBezTo>
                <a:cubicBezTo>
                  <a:pt x="713830" y="108520"/>
                  <a:pt x="712855" y="101250"/>
                  <a:pt x="712855" y="91200"/>
                </a:cubicBezTo>
                <a:lnTo>
                  <a:pt x="712855" y="59526"/>
                </a:lnTo>
                <a:lnTo>
                  <a:pt x="700136" y="59526"/>
                </a:lnTo>
                <a:lnTo>
                  <a:pt x="700136" y="34257"/>
                </a:lnTo>
                <a:lnTo>
                  <a:pt x="712855" y="34257"/>
                </a:lnTo>
                <a:lnTo>
                  <a:pt x="712855" y="17722"/>
                </a:lnTo>
                <a:lnTo>
                  <a:pt x="747452" y="0"/>
                </a:lnTo>
                <a:close/>
                <a:moveTo>
                  <a:pt x="882861" y="87848"/>
                </a:moveTo>
                <a:lnTo>
                  <a:pt x="813668" y="87848"/>
                </a:lnTo>
                <a:cubicBezTo>
                  <a:pt x="814290" y="93361"/>
                  <a:pt x="815788" y="97469"/>
                  <a:pt x="818163" y="100170"/>
                </a:cubicBezTo>
                <a:cubicBezTo>
                  <a:pt x="821498" y="104053"/>
                  <a:pt x="825851" y="105994"/>
                  <a:pt x="831221" y="105994"/>
                </a:cubicBezTo>
                <a:cubicBezTo>
                  <a:pt x="834613" y="105994"/>
                  <a:pt x="837835" y="105155"/>
                  <a:pt x="840888" y="103477"/>
                </a:cubicBezTo>
                <a:cubicBezTo>
                  <a:pt x="842753" y="102413"/>
                  <a:pt x="844760" y="100539"/>
                  <a:pt x="846908" y="97854"/>
                </a:cubicBezTo>
                <a:lnTo>
                  <a:pt x="880911" y="100907"/>
                </a:lnTo>
                <a:cubicBezTo>
                  <a:pt x="875710" y="109981"/>
                  <a:pt x="869435" y="116490"/>
                  <a:pt x="862087" y="120433"/>
                </a:cubicBezTo>
                <a:cubicBezTo>
                  <a:pt x="854738" y="124375"/>
                  <a:pt x="844195" y="126345"/>
                  <a:pt x="830458" y="126345"/>
                </a:cubicBezTo>
                <a:cubicBezTo>
                  <a:pt x="818530" y="126345"/>
                  <a:pt x="809146" y="124663"/>
                  <a:pt x="802306" y="121300"/>
                </a:cubicBezTo>
                <a:cubicBezTo>
                  <a:pt x="795466" y="117936"/>
                  <a:pt x="789798" y="112594"/>
                  <a:pt x="785304" y="105273"/>
                </a:cubicBezTo>
                <a:cubicBezTo>
                  <a:pt x="780810" y="97953"/>
                  <a:pt x="778563" y="89346"/>
                  <a:pt x="778563" y="79453"/>
                </a:cubicBezTo>
                <a:cubicBezTo>
                  <a:pt x="778563" y="65377"/>
                  <a:pt x="783071" y="53986"/>
                  <a:pt x="792088" y="45281"/>
                </a:cubicBezTo>
                <a:cubicBezTo>
                  <a:pt x="801105" y="36575"/>
                  <a:pt x="813555" y="32222"/>
                  <a:pt x="829440" y="32222"/>
                </a:cubicBezTo>
                <a:cubicBezTo>
                  <a:pt x="842329" y="32222"/>
                  <a:pt x="852505" y="34173"/>
                  <a:pt x="859967" y="38073"/>
                </a:cubicBezTo>
                <a:cubicBezTo>
                  <a:pt x="867429" y="41974"/>
                  <a:pt x="873110" y="47627"/>
                  <a:pt x="877011" y="55032"/>
                </a:cubicBezTo>
                <a:cubicBezTo>
                  <a:pt x="880911" y="62438"/>
                  <a:pt x="882861" y="72076"/>
                  <a:pt x="882861" y="83947"/>
                </a:cubicBezTo>
                <a:lnTo>
                  <a:pt x="882861" y="87848"/>
                </a:lnTo>
                <a:moveTo>
                  <a:pt x="847756" y="71228"/>
                </a:moveTo>
                <a:cubicBezTo>
                  <a:pt x="847078" y="64618"/>
                  <a:pt x="845283" y="59884"/>
                  <a:pt x="842372" y="57028"/>
                </a:cubicBezTo>
                <a:cubicBezTo>
                  <a:pt x="839460" y="54171"/>
                  <a:pt x="835630" y="52743"/>
                  <a:pt x="830882" y="52743"/>
                </a:cubicBezTo>
                <a:cubicBezTo>
                  <a:pt x="825398" y="52743"/>
                  <a:pt x="821017" y="54900"/>
                  <a:pt x="817739" y="59214"/>
                </a:cubicBezTo>
                <a:cubicBezTo>
                  <a:pt x="815647" y="61902"/>
                  <a:pt x="814318" y="65907"/>
                  <a:pt x="813753" y="71228"/>
                </a:cubicBezTo>
                <a:lnTo>
                  <a:pt x="847756" y="71228"/>
                </a:lnTo>
                <a:close/>
                <a:moveTo>
                  <a:pt x="993504" y="0"/>
                </a:moveTo>
                <a:lnTo>
                  <a:pt x="993504" y="124310"/>
                </a:lnTo>
                <a:lnTo>
                  <a:pt x="961197" y="124310"/>
                </a:lnTo>
                <a:lnTo>
                  <a:pt x="961197" y="110997"/>
                </a:lnTo>
                <a:cubicBezTo>
                  <a:pt x="956674" y="116650"/>
                  <a:pt x="952547" y="120466"/>
                  <a:pt x="948816" y="122445"/>
                </a:cubicBezTo>
                <a:cubicBezTo>
                  <a:pt x="943842" y="125045"/>
                  <a:pt x="938302" y="126345"/>
                  <a:pt x="932197" y="126345"/>
                </a:cubicBezTo>
                <a:cubicBezTo>
                  <a:pt x="919930" y="126345"/>
                  <a:pt x="910560" y="121681"/>
                  <a:pt x="904087" y="112354"/>
                </a:cubicBezTo>
                <a:cubicBezTo>
                  <a:pt x="897614" y="103026"/>
                  <a:pt x="894378" y="91692"/>
                  <a:pt x="894378" y="78351"/>
                </a:cubicBezTo>
                <a:cubicBezTo>
                  <a:pt x="894378" y="63427"/>
                  <a:pt x="897953" y="52008"/>
                  <a:pt x="905104" y="44094"/>
                </a:cubicBezTo>
                <a:cubicBezTo>
                  <a:pt x="912256" y="36179"/>
                  <a:pt x="921343" y="32222"/>
                  <a:pt x="932366" y="32222"/>
                </a:cubicBezTo>
                <a:cubicBezTo>
                  <a:pt x="937737" y="32222"/>
                  <a:pt x="942612" y="33127"/>
                  <a:pt x="946993" y="34936"/>
                </a:cubicBezTo>
                <a:cubicBezTo>
                  <a:pt x="951374" y="36745"/>
                  <a:pt x="955261" y="39458"/>
                  <a:pt x="958653" y="43076"/>
                </a:cubicBezTo>
                <a:lnTo>
                  <a:pt x="958653" y="0"/>
                </a:lnTo>
                <a:lnTo>
                  <a:pt x="993504" y="0"/>
                </a:lnTo>
                <a:moveTo>
                  <a:pt x="958907" y="79029"/>
                </a:moveTo>
                <a:cubicBezTo>
                  <a:pt x="958907" y="71963"/>
                  <a:pt x="957409" y="66692"/>
                  <a:pt x="954413" y="63215"/>
                </a:cubicBezTo>
                <a:cubicBezTo>
                  <a:pt x="951417" y="59738"/>
                  <a:pt x="947629" y="58000"/>
                  <a:pt x="943050" y="58000"/>
                </a:cubicBezTo>
                <a:cubicBezTo>
                  <a:pt x="939037" y="58000"/>
                  <a:pt x="935673" y="59668"/>
                  <a:pt x="932960" y="63003"/>
                </a:cubicBezTo>
                <a:cubicBezTo>
                  <a:pt x="930246" y="66338"/>
                  <a:pt x="928890" y="71935"/>
                  <a:pt x="928890" y="79792"/>
                </a:cubicBezTo>
                <a:cubicBezTo>
                  <a:pt x="928890" y="87141"/>
                  <a:pt x="930289" y="92526"/>
                  <a:pt x="933087" y="95946"/>
                </a:cubicBezTo>
                <a:cubicBezTo>
                  <a:pt x="935885" y="99366"/>
                  <a:pt x="939348" y="101076"/>
                  <a:pt x="943474" y="101076"/>
                </a:cubicBezTo>
                <a:cubicBezTo>
                  <a:pt x="947884" y="101076"/>
                  <a:pt x="951558" y="99352"/>
                  <a:pt x="954498" y="95904"/>
                </a:cubicBezTo>
                <a:cubicBezTo>
                  <a:pt x="957437" y="92455"/>
                  <a:pt x="958907" y="86830"/>
                  <a:pt x="958907" y="79029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Themediainvolvessynthetic">
            <a:extLst xmlns:a="http://schemas.openxmlformats.org/drawingml/2006/main">
              <a:ext uri="{FF2B5EF4-FFF2-40B4-BE49-F238E27FC236}">
                <a16:creationId xmlns:a16="http://schemas.microsoft.com/office/drawing/2014/main" id="{6B4E0587-FDA8-4E71-9276-C37DDEFF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75" y="7783334"/>
            <a:ext cx="1482739" cy="107294"/>
          </a:xfrm>
          <a:custGeom xmlns:a="http://schemas.openxmlformats.org/drawingml/2006/main">
            <a:pathLst>
              <a:path w="1482739" h="107294">
                <a:moveTo>
                  <a:pt x="27304" y="82873"/>
                </a:moveTo>
                <a:lnTo>
                  <a:pt x="27304" y="9780"/>
                </a:lnTo>
                <a:lnTo>
                  <a:pt x="0" y="9780"/>
                </a:lnTo>
                <a:lnTo>
                  <a:pt x="0" y="0"/>
                </a:lnTo>
                <a:lnTo>
                  <a:pt x="65688" y="0"/>
                </a:lnTo>
                <a:lnTo>
                  <a:pt x="65688" y="9780"/>
                </a:lnTo>
                <a:lnTo>
                  <a:pt x="38271" y="9780"/>
                </a:lnTo>
                <a:lnTo>
                  <a:pt x="38271" y="82873"/>
                </a:lnTo>
                <a:lnTo>
                  <a:pt x="27304" y="82873"/>
                </a:lnTo>
                <a:close/>
                <a:moveTo>
                  <a:pt x="75633" y="82873"/>
                </a:moveTo>
                <a:lnTo>
                  <a:pt x="75633" y="0"/>
                </a:lnTo>
                <a:lnTo>
                  <a:pt x="85808" y="0"/>
                </a:lnTo>
                <a:lnTo>
                  <a:pt x="85808" y="29735"/>
                </a:lnTo>
                <a:cubicBezTo>
                  <a:pt x="90557" y="24233"/>
                  <a:pt x="96549" y="21481"/>
                  <a:pt x="103785" y="21481"/>
                </a:cubicBezTo>
                <a:cubicBezTo>
                  <a:pt x="108232" y="21481"/>
                  <a:pt x="112095" y="22358"/>
                  <a:pt x="115373" y="24110"/>
                </a:cubicBezTo>
                <a:cubicBezTo>
                  <a:pt x="118652" y="25863"/>
                  <a:pt x="120998" y="28284"/>
                  <a:pt x="122411" y="31374"/>
                </a:cubicBezTo>
                <a:cubicBezTo>
                  <a:pt x="123825" y="34465"/>
                  <a:pt x="124531" y="38949"/>
                  <a:pt x="124531" y="44828"/>
                </a:cubicBezTo>
                <a:lnTo>
                  <a:pt x="124531" y="82873"/>
                </a:lnTo>
                <a:lnTo>
                  <a:pt x="114356" y="82873"/>
                </a:lnTo>
                <a:lnTo>
                  <a:pt x="114356" y="44828"/>
                </a:lnTo>
                <a:cubicBezTo>
                  <a:pt x="114356" y="39741"/>
                  <a:pt x="113254" y="36038"/>
                  <a:pt x="111049" y="33720"/>
                </a:cubicBezTo>
                <a:cubicBezTo>
                  <a:pt x="108844" y="31403"/>
                  <a:pt x="105726" y="30244"/>
                  <a:pt x="101693" y="30244"/>
                </a:cubicBezTo>
                <a:cubicBezTo>
                  <a:pt x="98678" y="30244"/>
                  <a:pt x="95842" y="31026"/>
                  <a:pt x="93185" y="32590"/>
                </a:cubicBezTo>
                <a:cubicBezTo>
                  <a:pt x="90528" y="34154"/>
                  <a:pt x="88635" y="36274"/>
                  <a:pt x="87504" y="38949"/>
                </a:cubicBezTo>
                <a:cubicBezTo>
                  <a:pt x="86373" y="41625"/>
                  <a:pt x="85808" y="45318"/>
                  <a:pt x="85808" y="50029"/>
                </a:cubicBezTo>
                <a:lnTo>
                  <a:pt x="85808" y="82873"/>
                </a:lnTo>
                <a:lnTo>
                  <a:pt x="75633" y="82873"/>
                </a:lnTo>
                <a:close/>
                <a:moveTo>
                  <a:pt x="181124" y="63540"/>
                </a:moveTo>
                <a:lnTo>
                  <a:pt x="191638" y="64840"/>
                </a:lnTo>
                <a:cubicBezTo>
                  <a:pt x="189980" y="70983"/>
                  <a:pt x="186909" y="75751"/>
                  <a:pt x="182424" y="79142"/>
                </a:cubicBezTo>
                <a:cubicBezTo>
                  <a:pt x="177939" y="82534"/>
                  <a:pt x="172211" y="84230"/>
                  <a:pt x="165239" y="84230"/>
                </a:cubicBezTo>
                <a:cubicBezTo>
                  <a:pt x="156458" y="84230"/>
                  <a:pt x="149495" y="81526"/>
                  <a:pt x="144351" y="76118"/>
                </a:cubicBezTo>
                <a:cubicBezTo>
                  <a:pt x="139206" y="70710"/>
                  <a:pt x="136634" y="63125"/>
                  <a:pt x="136634" y="53365"/>
                </a:cubicBezTo>
                <a:cubicBezTo>
                  <a:pt x="136634" y="43264"/>
                  <a:pt x="139235" y="35426"/>
                  <a:pt x="144436" y="29848"/>
                </a:cubicBezTo>
                <a:cubicBezTo>
                  <a:pt x="149636" y="24270"/>
                  <a:pt x="156382" y="21481"/>
                  <a:pt x="164673" y="21481"/>
                </a:cubicBezTo>
                <a:cubicBezTo>
                  <a:pt x="172701" y="21481"/>
                  <a:pt x="179258" y="24210"/>
                  <a:pt x="184346" y="29666"/>
                </a:cubicBezTo>
                <a:cubicBezTo>
                  <a:pt x="189434" y="35121"/>
                  <a:pt x="191977" y="42796"/>
                  <a:pt x="191977" y="52692"/>
                </a:cubicBezTo>
                <a:cubicBezTo>
                  <a:pt x="191977" y="53293"/>
                  <a:pt x="191959" y="54196"/>
                  <a:pt x="191921" y="55400"/>
                </a:cubicBezTo>
                <a:lnTo>
                  <a:pt x="147149" y="55400"/>
                </a:lnTo>
                <a:cubicBezTo>
                  <a:pt x="147526" y="61976"/>
                  <a:pt x="149391" y="67012"/>
                  <a:pt x="152745" y="70507"/>
                </a:cubicBezTo>
                <a:cubicBezTo>
                  <a:pt x="156100" y="74003"/>
                  <a:pt x="160283" y="75751"/>
                  <a:pt x="165295" y="75751"/>
                </a:cubicBezTo>
                <a:cubicBezTo>
                  <a:pt x="169026" y="75751"/>
                  <a:pt x="172211" y="74780"/>
                  <a:pt x="174849" y="72839"/>
                </a:cubicBezTo>
                <a:cubicBezTo>
                  <a:pt x="177487" y="70897"/>
                  <a:pt x="179579" y="67797"/>
                  <a:pt x="181124" y="63540"/>
                </a:cubicBezTo>
                <a:moveTo>
                  <a:pt x="147714" y="46920"/>
                </a:moveTo>
                <a:lnTo>
                  <a:pt x="181237" y="46920"/>
                </a:lnTo>
                <a:cubicBezTo>
                  <a:pt x="180784" y="41953"/>
                  <a:pt x="179503" y="38227"/>
                  <a:pt x="177393" y="35743"/>
                </a:cubicBezTo>
                <a:cubicBezTo>
                  <a:pt x="174152" y="31888"/>
                  <a:pt x="169950" y="29961"/>
                  <a:pt x="164786" y="29961"/>
                </a:cubicBezTo>
                <a:cubicBezTo>
                  <a:pt x="160113" y="29961"/>
                  <a:pt x="156184" y="31500"/>
                  <a:pt x="153000" y="34577"/>
                </a:cubicBezTo>
                <a:cubicBezTo>
                  <a:pt x="149815" y="37653"/>
                  <a:pt x="148053" y="41768"/>
                  <a:pt x="147714" y="46920"/>
                </a:cubicBezTo>
                <a:close/>
                <a:moveTo>
                  <a:pt x="236582" y="82873"/>
                </a:moveTo>
                <a:lnTo>
                  <a:pt x="236582" y="22838"/>
                </a:lnTo>
                <a:lnTo>
                  <a:pt x="245683" y="22838"/>
                </a:lnTo>
                <a:lnTo>
                  <a:pt x="245683" y="31205"/>
                </a:lnTo>
                <a:cubicBezTo>
                  <a:pt x="247568" y="28282"/>
                  <a:pt x="250074" y="25930"/>
                  <a:pt x="253202" y="24151"/>
                </a:cubicBezTo>
                <a:cubicBezTo>
                  <a:pt x="256330" y="22371"/>
                  <a:pt x="259891" y="21481"/>
                  <a:pt x="263886" y="21481"/>
                </a:cubicBezTo>
                <a:cubicBezTo>
                  <a:pt x="268333" y="21481"/>
                  <a:pt x="271979" y="22400"/>
                  <a:pt x="274825" y="24237"/>
                </a:cubicBezTo>
                <a:cubicBezTo>
                  <a:pt x="277670" y="26073"/>
                  <a:pt x="279677" y="28641"/>
                  <a:pt x="280845" y="31940"/>
                </a:cubicBezTo>
                <a:cubicBezTo>
                  <a:pt x="285594" y="24968"/>
                  <a:pt x="291774" y="21481"/>
                  <a:pt x="299387" y="21481"/>
                </a:cubicBezTo>
                <a:cubicBezTo>
                  <a:pt x="305342" y="21481"/>
                  <a:pt x="309921" y="23130"/>
                  <a:pt x="313124" y="26428"/>
                </a:cubicBezTo>
                <a:cubicBezTo>
                  <a:pt x="316327" y="29725"/>
                  <a:pt x="317929" y="34804"/>
                  <a:pt x="317929" y="41663"/>
                </a:cubicBezTo>
                <a:lnTo>
                  <a:pt x="317929" y="82873"/>
                </a:lnTo>
                <a:lnTo>
                  <a:pt x="307810" y="82873"/>
                </a:lnTo>
                <a:lnTo>
                  <a:pt x="307810" y="45014"/>
                </a:lnTo>
                <a:cubicBezTo>
                  <a:pt x="307810" y="40939"/>
                  <a:pt x="307480" y="38006"/>
                  <a:pt x="306821" y="36215"/>
                </a:cubicBezTo>
                <a:cubicBezTo>
                  <a:pt x="306161" y="34422"/>
                  <a:pt x="304965" y="32979"/>
                  <a:pt x="303231" y="31885"/>
                </a:cubicBezTo>
                <a:cubicBezTo>
                  <a:pt x="301498" y="30791"/>
                  <a:pt x="299462" y="30244"/>
                  <a:pt x="297126" y="30244"/>
                </a:cubicBezTo>
                <a:cubicBezTo>
                  <a:pt x="292905" y="30244"/>
                  <a:pt x="289400" y="31649"/>
                  <a:pt x="286611" y="34460"/>
                </a:cubicBezTo>
                <a:cubicBezTo>
                  <a:pt x="283822" y="37271"/>
                  <a:pt x="282428" y="41769"/>
                  <a:pt x="282428" y="47957"/>
                </a:cubicBezTo>
                <a:lnTo>
                  <a:pt x="282428" y="82873"/>
                </a:lnTo>
                <a:lnTo>
                  <a:pt x="272253" y="82873"/>
                </a:lnTo>
                <a:lnTo>
                  <a:pt x="272253" y="43825"/>
                </a:lnTo>
                <a:cubicBezTo>
                  <a:pt x="272253" y="39298"/>
                  <a:pt x="271423" y="35903"/>
                  <a:pt x="269765" y="33639"/>
                </a:cubicBezTo>
                <a:cubicBezTo>
                  <a:pt x="268107" y="31375"/>
                  <a:pt x="265394" y="30244"/>
                  <a:pt x="261625" y="30244"/>
                </a:cubicBezTo>
                <a:cubicBezTo>
                  <a:pt x="258761" y="30244"/>
                  <a:pt x="256113" y="30999"/>
                  <a:pt x="253682" y="32508"/>
                </a:cubicBezTo>
                <a:cubicBezTo>
                  <a:pt x="251252" y="34017"/>
                  <a:pt x="249490" y="36224"/>
                  <a:pt x="248397" y="39130"/>
                </a:cubicBezTo>
                <a:cubicBezTo>
                  <a:pt x="247304" y="42034"/>
                  <a:pt x="246757" y="46221"/>
                  <a:pt x="246757" y="51692"/>
                </a:cubicBezTo>
                <a:lnTo>
                  <a:pt x="246757" y="82873"/>
                </a:lnTo>
                <a:lnTo>
                  <a:pt x="236582" y="82873"/>
                </a:lnTo>
                <a:close/>
                <a:moveTo>
                  <a:pt x="374131" y="63540"/>
                </a:moveTo>
                <a:lnTo>
                  <a:pt x="384645" y="64840"/>
                </a:lnTo>
                <a:cubicBezTo>
                  <a:pt x="382987" y="70983"/>
                  <a:pt x="379916" y="75751"/>
                  <a:pt x="375431" y="79142"/>
                </a:cubicBezTo>
                <a:cubicBezTo>
                  <a:pt x="370946" y="82534"/>
                  <a:pt x="365218" y="84230"/>
                  <a:pt x="358246" y="84230"/>
                </a:cubicBezTo>
                <a:cubicBezTo>
                  <a:pt x="349465" y="84230"/>
                  <a:pt x="342502" y="81526"/>
                  <a:pt x="337358" y="76118"/>
                </a:cubicBezTo>
                <a:cubicBezTo>
                  <a:pt x="332213" y="70710"/>
                  <a:pt x="329641" y="63125"/>
                  <a:pt x="329641" y="53365"/>
                </a:cubicBezTo>
                <a:cubicBezTo>
                  <a:pt x="329641" y="43264"/>
                  <a:pt x="332242" y="35426"/>
                  <a:pt x="337443" y="29848"/>
                </a:cubicBezTo>
                <a:cubicBezTo>
                  <a:pt x="342643" y="24270"/>
                  <a:pt x="349389" y="21481"/>
                  <a:pt x="357680" y="21481"/>
                </a:cubicBezTo>
                <a:cubicBezTo>
                  <a:pt x="365708" y="21481"/>
                  <a:pt x="372265" y="24210"/>
                  <a:pt x="377353" y="29666"/>
                </a:cubicBezTo>
                <a:cubicBezTo>
                  <a:pt x="382441" y="35121"/>
                  <a:pt x="384984" y="42796"/>
                  <a:pt x="384984" y="52692"/>
                </a:cubicBezTo>
                <a:cubicBezTo>
                  <a:pt x="384984" y="53293"/>
                  <a:pt x="384966" y="54196"/>
                  <a:pt x="384928" y="55400"/>
                </a:cubicBezTo>
                <a:lnTo>
                  <a:pt x="340156" y="55400"/>
                </a:lnTo>
                <a:cubicBezTo>
                  <a:pt x="340533" y="61976"/>
                  <a:pt x="342398" y="67012"/>
                  <a:pt x="345752" y="70507"/>
                </a:cubicBezTo>
                <a:cubicBezTo>
                  <a:pt x="349107" y="74003"/>
                  <a:pt x="353290" y="75751"/>
                  <a:pt x="358302" y="75751"/>
                </a:cubicBezTo>
                <a:cubicBezTo>
                  <a:pt x="362033" y="75751"/>
                  <a:pt x="365218" y="74780"/>
                  <a:pt x="367856" y="72839"/>
                </a:cubicBezTo>
                <a:cubicBezTo>
                  <a:pt x="370494" y="70897"/>
                  <a:pt x="372585" y="67797"/>
                  <a:pt x="374131" y="63540"/>
                </a:cubicBezTo>
                <a:moveTo>
                  <a:pt x="340721" y="46920"/>
                </a:moveTo>
                <a:lnTo>
                  <a:pt x="374244" y="46920"/>
                </a:lnTo>
                <a:cubicBezTo>
                  <a:pt x="373791" y="41953"/>
                  <a:pt x="372510" y="38227"/>
                  <a:pt x="370400" y="35743"/>
                </a:cubicBezTo>
                <a:cubicBezTo>
                  <a:pt x="367159" y="31888"/>
                  <a:pt x="362956" y="29961"/>
                  <a:pt x="357793" y="29961"/>
                </a:cubicBezTo>
                <a:cubicBezTo>
                  <a:pt x="353120" y="29961"/>
                  <a:pt x="349191" y="31500"/>
                  <a:pt x="346007" y="34577"/>
                </a:cubicBezTo>
                <a:cubicBezTo>
                  <a:pt x="342822" y="37653"/>
                  <a:pt x="341060" y="41768"/>
                  <a:pt x="340721" y="46920"/>
                </a:cubicBezTo>
                <a:close/>
                <a:moveTo>
                  <a:pt x="436376" y="82873"/>
                </a:moveTo>
                <a:lnTo>
                  <a:pt x="436376" y="75298"/>
                </a:lnTo>
                <a:cubicBezTo>
                  <a:pt x="432570" y="81253"/>
                  <a:pt x="426973" y="84230"/>
                  <a:pt x="419586" y="84230"/>
                </a:cubicBezTo>
                <a:cubicBezTo>
                  <a:pt x="414800" y="84230"/>
                  <a:pt x="410400" y="82911"/>
                  <a:pt x="406387" y="80273"/>
                </a:cubicBezTo>
                <a:cubicBezTo>
                  <a:pt x="402373" y="77635"/>
                  <a:pt x="399264" y="73951"/>
                  <a:pt x="397059" y="69221"/>
                </a:cubicBezTo>
                <a:cubicBezTo>
                  <a:pt x="394854" y="64492"/>
                  <a:pt x="393752" y="59055"/>
                  <a:pt x="393752" y="52912"/>
                </a:cubicBezTo>
                <a:cubicBezTo>
                  <a:pt x="393752" y="46920"/>
                  <a:pt x="394751" y="41484"/>
                  <a:pt x="396748" y="36603"/>
                </a:cubicBezTo>
                <a:cubicBezTo>
                  <a:pt x="398746" y="31723"/>
                  <a:pt x="401742" y="27982"/>
                  <a:pt x="405737" y="25382"/>
                </a:cubicBezTo>
                <a:cubicBezTo>
                  <a:pt x="409731" y="22782"/>
                  <a:pt x="414197" y="21481"/>
                  <a:pt x="419134" y="21481"/>
                </a:cubicBezTo>
                <a:cubicBezTo>
                  <a:pt x="422752" y="21481"/>
                  <a:pt x="425974" y="22245"/>
                  <a:pt x="428801" y="23771"/>
                </a:cubicBezTo>
                <a:cubicBezTo>
                  <a:pt x="431627" y="25297"/>
                  <a:pt x="433926" y="27285"/>
                  <a:pt x="435698" y="29735"/>
                </a:cubicBezTo>
                <a:lnTo>
                  <a:pt x="435698" y="0"/>
                </a:lnTo>
                <a:lnTo>
                  <a:pt x="445817" y="0"/>
                </a:lnTo>
                <a:lnTo>
                  <a:pt x="445817" y="82873"/>
                </a:lnTo>
                <a:lnTo>
                  <a:pt x="436376" y="82873"/>
                </a:lnTo>
                <a:moveTo>
                  <a:pt x="404210" y="52884"/>
                </a:moveTo>
                <a:cubicBezTo>
                  <a:pt x="404210" y="60544"/>
                  <a:pt x="405831" y="66270"/>
                  <a:pt x="409072" y="70062"/>
                </a:cubicBezTo>
                <a:cubicBezTo>
                  <a:pt x="412313" y="73854"/>
                  <a:pt x="416138" y="75751"/>
                  <a:pt x="420547" y="75751"/>
                </a:cubicBezTo>
                <a:cubicBezTo>
                  <a:pt x="424995" y="75751"/>
                  <a:pt x="428773" y="73939"/>
                  <a:pt x="431882" y="70317"/>
                </a:cubicBezTo>
                <a:cubicBezTo>
                  <a:pt x="434991" y="66693"/>
                  <a:pt x="436546" y="61163"/>
                  <a:pt x="436546" y="53728"/>
                </a:cubicBezTo>
                <a:cubicBezTo>
                  <a:pt x="436546" y="45543"/>
                  <a:pt x="434963" y="39536"/>
                  <a:pt x="431797" y="35706"/>
                </a:cubicBezTo>
                <a:cubicBezTo>
                  <a:pt x="428631" y="31876"/>
                  <a:pt x="424731" y="29961"/>
                  <a:pt x="420095" y="29961"/>
                </a:cubicBezTo>
                <a:cubicBezTo>
                  <a:pt x="415573" y="29961"/>
                  <a:pt x="411795" y="31801"/>
                  <a:pt x="408761" y="35482"/>
                </a:cubicBezTo>
                <a:cubicBezTo>
                  <a:pt x="405727" y="39161"/>
                  <a:pt x="404210" y="44962"/>
                  <a:pt x="404210" y="52884"/>
                </a:cubicBezTo>
                <a:close/>
                <a:moveTo>
                  <a:pt x="461877" y="11758"/>
                </a:moveTo>
                <a:lnTo>
                  <a:pt x="461877" y="0"/>
                </a:lnTo>
                <a:lnTo>
                  <a:pt x="472052" y="0"/>
                </a:lnTo>
                <a:lnTo>
                  <a:pt x="472052" y="11758"/>
                </a:lnTo>
                <a:lnTo>
                  <a:pt x="461877" y="11758"/>
                </a:lnTo>
                <a:moveTo>
                  <a:pt x="461877" y="82873"/>
                </a:moveTo>
                <a:lnTo>
                  <a:pt x="461877" y="22838"/>
                </a:lnTo>
                <a:lnTo>
                  <a:pt x="472052" y="22838"/>
                </a:lnTo>
                <a:lnTo>
                  <a:pt x="472052" y="82873"/>
                </a:lnTo>
                <a:lnTo>
                  <a:pt x="461877" y="82873"/>
                </a:lnTo>
                <a:close/>
                <a:moveTo>
                  <a:pt x="526720" y="75461"/>
                </a:moveTo>
                <a:cubicBezTo>
                  <a:pt x="522952" y="78667"/>
                  <a:pt x="519324" y="80930"/>
                  <a:pt x="515838" y="82250"/>
                </a:cubicBezTo>
                <a:cubicBezTo>
                  <a:pt x="512352" y="83570"/>
                  <a:pt x="508612" y="84230"/>
                  <a:pt x="504617" y="84230"/>
                </a:cubicBezTo>
                <a:cubicBezTo>
                  <a:pt x="498022" y="84230"/>
                  <a:pt x="492953" y="82618"/>
                  <a:pt x="489411" y="79393"/>
                </a:cubicBezTo>
                <a:cubicBezTo>
                  <a:pt x="485868" y="76169"/>
                  <a:pt x="484097" y="72048"/>
                  <a:pt x="484097" y="67033"/>
                </a:cubicBezTo>
                <a:cubicBezTo>
                  <a:pt x="484097" y="64092"/>
                  <a:pt x="484766" y="61405"/>
                  <a:pt x="486104" y="58973"/>
                </a:cubicBezTo>
                <a:cubicBezTo>
                  <a:pt x="487441" y="56540"/>
                  <a:pt x="489194" y="54588"/>
                  <a:pt x="491361" y="53117"/>
                </a:cubicBezTo>
                <a:cubicBezTo>
                  <a:pt x="493528" y="51646"/>
                  <a:pt x="495968" y="50534"/>
                  <a:pt x="498681" y="49780"/>
                </a:cubicBezTo>
                <a:cubicBezTo>
                  <a:pt x="500679" y="49251"/>
                  <a:pt x="503694" y="48742"/>
                  <a:pt x="507726" y="48252"/>
                </a:cubicBezTo>
                <a:cubicBezTo>
                  <a:pt x="515942" y="47279"/>
                  <a:pt x="521991" y="46119"/>
                  <a:pt x="525873" y="44772"/>
                </a:cubicBezTo>
                <a:cubicBezTo>
                  <a:pt x="525910" y="43383"/>
                  <a:pt x="525929" y="42501"/>
                  <a:pt x="525929" y="42126"/>
                </a:cubicBezTo>
                <a:cubicBezTo>
                  <a:pt x="525929" y="37995"/>
                  <a:pt x="524968" y="35086"/>
                  <a:pt x="523046" y="33397"/>
                </a:cubicBezTo>
                <a:cubicBezTo>
                  <a:pt x="520446" y="31106"/>
                  <a:pt x="516583" y="29961"/>
                  <a:pt x="511457" y="29961"/>
                </a:cubicBezTo>
                <a:cubicBezTo>
                  <a:pt x="506671" y="29961"/>
                  <a:pt x="503138" y="30800"/>
                  <a:pt x="500858" y="32477"/>
                </a:cubicBezTo>
                <a:cubicBezTo>
                  <a:pt x="498578" y="34154"/>
                  <a:pt x="496891" y="37122"/>
                  <a:pt x="495798" y="41380"/>
                </a:cubicBezTo>
                <a:lnTo>
                  <a:pt x="485849" y="40023"/>
                </a:lnTo>
                <a:cubicBezTo>
                  <a:pt x="486754" y="35752"/>
                  <a:pt x="488242" y="32302"/>
                  <a:pt x="490315" y="29675"/>
                </a:cubicBezTo>
                <a:cubicBezTo>
                  <a:pt x="492388" y="27047"/>
                  <a:pt x="495384" y="25025"/>
                  <a:pt x="499303" y="23608"/>
                </a:cubicBezTo>
                <a:cubicBezTo>
                  <a:pt x="503223" y="22190"/>
                  <a:pt x="507764" y="21481"/>
                  <a:pt x="512927" y="21481"/>
                </a:cubicBezTo>
                <a:cubicBezTo>
                  <a:pt x="518053" y="21481"/>
                  <a:pt x="522217" y="22084"/>
                  <a:pt x="525420" y="23290"/>
                </a:cubicBezTo>
                <a:cubicBezTo>
                  <a:pt x="528624" y="24496"/>
                  <a:pt x="530979" y="26013"/>
                  <a:pt x="532487" y="27841"/>
                </a:cubicBezTo>
                <a:cubicBezTo>
                  <a:pt x="533994" y="29669"/>
                  <a:pt x="535049" y="31977"/>
                  <a:pt x="535652" y="34766"/>
                </a:cubicBezTo>
                <a:cubicBezTo>
                  <a:pt x="535991" y="36500"/>
                  <a:pt x="536161" y="39628"/>
                  <a:pt x="536161" y="44150"/>
                </a:cubicBezTo>
                <a:lnTo>
                  <a:pt x="536161" y="57717"/>
                </a:lnTo>
                <a:cubicBezTo>
                  <a:pt x="536161" y="67177"/>
                  <a:pt x="536378" y="73160"/>
                  <a:pt x="536811" y="75666"/>
                </a:cubicBezTo>
                <a:cubicBezTo>
                  <a:pt x="537245" y="78172"/>
                  <a:pt x="538102" y="80574"/>
                  <a:pt x="539383" y="82873"/>
                </a:cubicBezTo>
                <a:lnTo>
                  <a:pt x="528756" y="82873"/>
                </a:lnTo>
                <a:cubicBezTo>
                  <a:pt x="527700" y="80761"/>
                  <a:pt x="527022" y="78290"/>
                  <a:pt x="526720" y="75461"/>
                </a:cubicBezTo>
                <a:moveTo>
                  <a:pt x="525873" y="52686"/>
                </a:moveTo>
                <a:cubicBezTo>
                  <a:pt x="522179" y="54207"/>
                  <a:pt x="516639" y="55499"/>
                  <a:pt x="509253" y="56562"/>
                </a:cubicBezTo>
                <a:cubicBezTo>
                  <a:pt x="505069" y="57167"/>
                  <a:pt x="502111" y="57849"/>
                  <a:pt x="500377" y="58606"/>
                </a:cubicBezTo>
                <a:cubicBezTo>
                  <a:pt x="498644" y="59362"/>
                  <a:pt x="497306" y="60469"/>
                  <a:pt x="496364" y="61927"/>
                </a:cubicBezTo>
                <a:cubicBezTo>
                  <a:pt x="495422" y="63384"/>
                  <a:pt x="494950" y="65002"/>
                  <a:pt x="494950" y="66780"/>
                </a:cubicBezTo>
                <a:cubicBezTo>
                  <a:pt x="494950" y="69504"/>
                  <a:pt x="495977" y="71775"/>
                  <a:pt x="498031" y="73592"/>
                </a:cubicBezTo>
                <a:cubicBezTo>
                  <a:pt x="500085" y="75408"/>
                  <a:pt x="503091" y="76316"/>
                  <a:pt x="507048" y="76316"/>
                </a:cubicBezTo>
                <a:cubicBezTo>
                  <a:pt x="510967" y="76316"/>
                  <a:pt x="514453" y="75454"/>
                  <a:pt x="517506" y="73731"/>
                </a:cubicBezTo>
                <a:cubicBezTo>
                  <a:pt x="520559" y="72008"/>
                  <a:pt x="522801" y="69651"/>
                  <a:pt x="524233" y="66660"/>
                </a:cubicBezTo>
                <a:cubicBezTo>
                  <a:pt x="525326" y="64349"/>
                  <a:pt x="525873" y="60941"/>
                  <a:pt x="525873" y="56435"/>
                </a:cubicBezTo>
                <a:lnTo>
                  <a:pt x="525873" y="52686"/>
                </a:lnTo>
                <a:close/>
                <a:moveTo>
                  <a:pt x="584157" y="11758"/>
                </a:moveTo>
                <a:lnTo>
                  <a:pt x="584157" y="0"/>
                </a:lnTo>
                <a:lnTo>
                  <a:pt x="594333" y="0"/>
                </a:lnTo>
                <a:lnTo>
                  <a:pt x="594333" y="11758"/>
                </a:lnTo>
                <a:lnTo>
                  <a:pt x="584157" y="11758"/>
                </a:lnTo>
                <a:moveTo>
                  <a:pt x="584157" y="82873"/>
                </a:moveTo>
                <a:lnTo>
                  <a:pt x="584157" y="22838"/>
                </a:lnTo>
                <a:lnTo>
                  <a:pt x="594333" y="22838"/>
                </a:lnTo>
                <a:lnTo>
                  <a:pt x="594333" y="82873"/>
                </a:lnTo>
                <a:lnTo>
                  <a:pt x="584157" y="82873"/>
                </a:lnTo>
                <a:close/>
                <a:moveTo>
                  <a:pt x="609825" y="82873"/>
                </a:moveTo>
                <a:lnTo>
                  <a:pt x="609825" y="22838"/>
                </a:lnTo>
                <a:lnTo>
                  <a:pt x="618983" y="22838"/>
                </a:lnTo>
                <a:lnTo>
                  <a:pt x="618983" y="31318"/>
                </a:lnTo>
                <a:cubicBezTo>
                  <a:pt x="623393" y="24760"/>
                  <a:pt x="629762" y="21481"/>
                  <a:pt x="638091" y="21481"/>
                </a:cubicBezTo>
                <a:cubicBezTo>
                  <a:pt x="641709" y="21481"/>
                  <a:pt x="645034" y="22132"/>
                  <a:pt x="648068" y="23432"/>
                </a:cubicBezTo>
                <a:cubicBezTo>
                  <a:pt x="651102" y="24732"/>
                  <a:pt x="653373" y="26437"/>
                  <a:pt x="654880" y="28548"/>
                </a:cubicBezTo>
                <a:cubicBezTo>
                  <a:pt x="656388" y="30658"/>
                  <a:pt x="657443" y="33164"/>
                  <a:pt x="658046" y="36066"/>
                </a:cubicBezTo>
                <a:cubicBezTo>
                  <a:pt x="658423" y="37951"/>
                  <a:pt x="658611" y="41248"/>
                  <a:pt x="658611" y="45959"/>
                </a:cubicBezTo>
                <a:lnTo>
                  <a:pt x="658611" y="82873"/>
                </a:lnTo>
                <a:lnTo>
                  <a:pt x="648436" y="82873"/>
                </a:lnTo>
                <a:lnTo>
                  <a:pt x="648436" y="46316"/>
                </a:lnTo>
                <a:cubicBezTo>
                  <a:pt x="648436" y="42166"/>
                  <a:pt x="648040" y="39062"/>
                  <a:pt x="647248" y="37006"/>
                </a:cubicBezTo>
                <a:cubicBezTo>
                  <a:pt x="646457" y="34950"/>
                  <a:pt x="645053" y="33309"/>
                  <a:pt x="643037" y="32083"/>
                </a:cubicBezTo>
                <a:cubicBezTo>
                  <a:pt x="641021" y="30857"/>
                  <a:pt x="638656" y="30244"/>
                  <a:pt x="635942" y="30244"/>
                </a:cubicBezTo>
                <a:cubicBezTo>
                  <a:pt x="631608" y="30244"/>
                  <a:pt x="627868" y="31621"/>
                  <a:pt x="624721" y="34376"/>
                </a:cubicBezTo>
                <a:cubicBezTo>
                  <a:pt x="621574" y="37129"/>
                  <a:pt x="620001" y="42354"/>
                  <a:pt x="620001" y="50050"/>
                </a:cubicBezTo>
                <a:lnTo>
                  <a:pt x="620001" y="82873"/>
                </a:lnTo>
                <a:lnTo>
                  <a:pt x="609825" y="82873"/>
                </a:lnTo>
                <a:close/>
                <a:moveTo>
                  <a:pt x="690896" y="82873"/>
                </a:moveTo>
                <a:lnTo>
                  <a:pt x="668057" y="22838"/>
                </a:lnTo>
                <a:lnTo>
                  <a:pt x="678798" y="22838"/>
                </a:lnTo>
                <a:lnTo>
                  <a:pt x="691687" y="58791"/>
                </a:lnTo>
                <a:cubicBezTo>
                  <a:pt x="693081" y="62673"/>
                  <a:pt x="694363" y="66706"/>
                  <a:pt x="695531" y="70889"/>
                </a:cubicBezTo>
                <a:cubicBezTo>
                  <a:pt x="696436" y="67723"/>
                  <a:pt x="697698" y="63917"/>
                  <a:pt x="699319" y="59470"/>
                </a:cubicBezTo>
                <a:lnTo>
                  <a:pt x="712660" y="22838"/>
                </a:lnTo>
                <a:lnTo>
                  <a:pt x="723118" y="22838"/>
                </a:lnTo>
                <a:lnTo>
                  <a:pt x="700393" y="82873"/>
                </a:lnTo>
                <a:lnTo>
                  <a:pt x="690896" y="82873"/>
                </a:lnTo>
                <a:close/>
                <a:moveTo>
                  <a:pt x="728318" y="52856"/>
                </a:moveTo>
                <a:cubicBezTo>
                  <a:pt x="728318" y="41738"/>
                  <a:pt x="731409" y="33504"/>
                  <a:pt x="737589" y="28152"/>
                </a:cubicBezTo>
                <a:cubicBezTo>
                  <a:pt x="742752" y="23705"/>
                  <a:pt x="749046" y="21481"/>
                  <a:pt x="756470" y="21481"/>
                </a:cubicBezTo>
                <a:cubicBezTo>
                  <a:pt x="764724" y="21481"/>
                  <a:pt x="771470" y="24186"/>
                  <a:pt x="776708" y="29594"/>
                </a:cubicBezTo>
                <a:cubicBezTo>
                  <a:pt x="781947" y="35002"/>
                  <a:pt x="784566" y="42473"/>
                  <a:pt x="784566" y="52008"/>
                </a:cubicBezTo>
                <a:cubicBezTo>
                  <a:pt x="784566" y="59734"/>
                  <a:pt x="783407" y="65811"/>
                  <a:pt x="781089" y="70239"/>
                </a:cubicBezTo>
                <a:cubicBezTo>
                  <a:pt x="778772" y="74667"/>
                  <a:pt x="775399" y="78106"/>
                  <a:pt x="770970" y="80556"/>
                </a:cubicBezTo>
                <a:cubicBezTo>
                  <a:pt x="766542" y="83005"/>
                  <a:pt x="761709" y="84230"/>
                  <a:pt x="756470" y="84230"/>
                </a:cubicBezTo>
                <a:cubicBezTo>
                  <a:pt x="748066" y="84230"/>
                  <a:pt x="741273" y="81535"/>
                  <a:pt x="736091" y="76146"/>
                </a:cubicBezTo>
                <a:cubicBezTo>
                  <a:pt x="730909" y="70757"/>
                  <a:pt x="728318" y="62994"/>
                  <a:pt x="728318" y="52856"/>
                </a:cubicBezTo>
                <a:moveTo>
                  <a:pt x="738776" y="52828"/>
                </a:moveTo>
                <a:cubicBezTo>
                  <a:pt x="738776" y="60487"/>
                  <a:pt x="740454" y="66223"/>
                  <a:pt x="743808" y="70034"/>
                </a:cubicBezTo>
                <a:cubicBezTo>
                  <a:pt x="747162" y="73845"/>
                  <a:pt x="751383" y="75751"/>
                  <a:pt x="756470" y="75751"/>
                </a:cubicBezTo>
                <a:cubicBezTo>
                  <a:pt x="761520" y="75751"/>
                  <a:pt x="765723" y="73836"/>
                  <a:pt x="769077" y="70006"/>
                </a:cubicBezTo>
                <a:cubicBezTo>
                  <a:pt x="772431" y="66176"/>
                  <a:pt x="774108" y="60337"/>
                  <a:pt x="774108" y="52490"/>
                </a:cubicBezTo>
                <a:cubicBezTo>
                  <a:pt x="774108" y="45093"/>
                  <a:pt x="772421" y="39489"/>
                  <a:pt x="769048" y="35678"/>
                </a:cubicBezTo>
                <a:cubicBezTo>
                  <a:pt x="765675" y="31867"/>
                  <a:pt x="761483" y="29961"/>
                  <a:pt x="756470" y="29961"/>
                </a:cubicBezTo>
                <a:cubicBezTo>
                  <a:pt x="751383" y="29961"/>
                  <a:pt x="747162" y="31857"/>
                  <a:pt x="743808" y="35649"/>
                </a:cubicBezTo>
                <a:cubicBezTo>
                  <a:pt x="740454" y="39442"/>
                  <a:pt x="738776" y="45168"/>
                  <a:pt x="738776" y="52828"/>
                </a:cubicBezTo>
                <a:close/>
                <a:moveTo>
                  <a:pt x="796274" y="82873"/>
                </a:moveTo>
                <a:lnTo>
                  <a:pt x="796274" y="0"/>
                </a:lnTo>
                <a:lnTo>
                  <a:pt x="806449" y="0"/>
                </a:lnTo>
                <a:lnTo>
                  <a:pt x="806449" y="82873"/>
                </a:lnTo>
                <a:lnTo>
                  <a:pt x="796274" y="82873"/>
                </a:lnTo>
                <a:close/>
                <a:moveTo>
                  <a:pt x="838901" y="82873"/>
                </a:moveTo>
                <a:lnTo>
                  <a:pt x="816063" y="22838"/>
                </a:lnTo>
                <a:lnTo>
                  <a:pt x="826804" y="22838"/>
                </a:lnTo>
                <a:lnTo>
                  <a:pt x="839693" y="58791"/>
                </a:lnTo>
                <a:cubicBezTo>
                  <a:pt x="841087" y="62673"/>
                  <a:pt x="842368" y="66706"/>
                  <a:pt x="843537" y="70889"/>
                </a:cubicBezTo>
                <a:cubicBezTo>
                  <a:pt x="844441" y="67723"/>
                  <a:pt x="845704" y="63917"/>
                  <a:pt x="847324" y="59470"/>
                </a:cubicBezTo>
                <a:lnTo>
                  <a:pt x="860665" y="22838"/>
                </a:lnTo>
                <a:lnTo>
                  <a:pt x="871124" y="22838"/>
                </a:lnTo>
                <a:lnTo>
                  <a:pt x="848398" y="82873"/>
                </a:lnTo>
                <a:lnTo>
                  <a:pt x="838901" y="82873"/>
                </a:lnTo>
                <a:close/>
                <a:moveTo>
                  <a:pt x="921209" y="63540"/>
                </a:moveTo>
                <a:lnTo>
                  <a:pt x="931724" y="64840"/>
                </a:lnTo>
                <a:cubicBezTo>
                  <a:pt x="930065" y="70983"/>
                  <a:pt x="926994" y="75751"/>
                  <a:pt x="922509" y="79142"/>
                </a:cubicBezTo>
                <a:cubicBezTo>
                  <a:pt x="918024" y="82534"/>
                  <a:pt x="912296" y="84230"/>
                  <a:pt x="905324" y="84230"/>
                </a:cubicBezTo>
                <a:cubicBezTo>
                  <a:pt x="896543" y="84230"/>
                  <a:pt x="889580" y="81526"/>
                  <a:pt x="884436" y="76118"/>
                </a:cubicBezTo>
                <a:cubicBezTo>
                  <a:pt x="879292" y="70710"/>
                  <a:pt x="876720" y="63125"/>
                  <a:pt x="876720" y="53365"/>
                </a:cubicBezTo>
                <a:cubicBezTo>
                  <a:pt x="876720" y="43264"/>
                  <a:pt x="879320" y="35426"/>
                  <a:pt x="884521" y="29848"/>
                </a:cubicBezTo>
                <a:cubicBezTo>
                  <a:pt x="889722" y="24270"/>
                  <a:pt x="896468" y="21481"/>
                  <a:pt x="904759" y="21481"/>
                </a:cubicBezTo>
                <a:cubicBezTo>
                  <a:pt x="912786" y="21481"/>
                  <a:pt x="919344" y="24210"/>
                  <a:pt x="924431" y="29666"/>
                </a:cubicBezTo>
                <a:cubicBezTo>
                  <a:pt x="929519" y="35121"/>
                  <a:pt x="932063" y="42796"/>
                  <a:pt x="932063" y="52692"/>
                </a:cubicBezTo>
                <a:cubicBezTo>
                  <a:pt x="932063" y="53293"/>
                  <a:pt x="932044" y="54196"/>
                  <a:pt x="932006" y="55400"/>
                </a:cubicBezTo>
                <a:lnTo>
                  <a:pt x="887234" y="55400"/>
                </a:lnTo>
                <a:cubicBezTo>
                  <a:pt x="887611" y="61976"/>
                  <a:pt x="889477" y="67012"/>
                  <a:pt x="892831" y="70507"/>
                </a:cubicBezTo>
                <a:cubicBezTo>
                  <a:pt x="896185" y="74003"/>
                  <a:pt x="900368" y="75751"/>
                  <a:pt x="905381" y="75751"/>
                </a:cubicBezTo>
                <a:cubicBezTo>
                  <a:pt x="909112" y="75751"/>
                  <a:pt x="912296" y="74780"/>
                  <a:pt x="914934" y="72839"/>
                </a:cubicBezTo>
                <a:cubicBezTo>
                  <a:pt x="917572" y="70897"/>
                  <a:pt x="919664" y="67797"/>
                  <a:pt x="921209" y="63540"/>
                </a:cubicBezTo>
                <a:moveTo>
                  <a:pt x="887800" y="46920"/>
                </a:moveTo>
                <a:lnTo>
                  <a:pt x="921322" y="46920"/>
                </a:lnTo>
                <a:cubicBezTo>
                  <a:pt x="920870" y="41953"/>
                  <a:pt x="919588" y="38227"/>
                  <a:pt x="917478" y="35743"/>
                </a:cubicBezTo>
                <a:cubicBezTo>
                  <a:pt x="914237" y="31888"/>
                  <a:pt x="910035" y="29961"/>
                  <a:pt x="904872" y="29961"/>
                </a:cubicBezTo>
                <a:cubicBezTo>
                  <a:pt x="900199" y="29961"/>
                  <a:pt x="896270" y="31500"/>
                  <a:pt x="893085" y="34577"/>
                </a:cubicBezTo>
                <a:cubicBezTo>
                  <a:pt x="889901" y="37653"/>
                  <a:pt x="888139" y="41768"/>
                  <a:pt x="887800" y="46920"/>
                </a:cubicBezTo>
                <a:close/>
                <a:moveTo>
                  <a:pt x="940435" y="64897"/>
                </a:moveTo>
                <a:lnTo>
                  <a:pt x="950497" y="63314"/>
                </a:lnTo>
                <a:cubicBezTo>
                  <a:pt x="951063" y="67329"/>
                  <a:pt x="952636" y="70405"/>
                  <a:pt x="955217" y="72544"/>
                </a:cubicBezTo>
                <a:cubicBezTo>
                  <a:pt x="957799" y="74682"/>
                  <a:pt x="961408" y="75751"/>
                  <a:pt x="966043" y="75751"/>
                </a:cubicBezTo>
                <a:cubicBezTo>
                  <a:pt x="970716" y="75751"/>
                  <a:pt x="974183" y="74807"/>
                  <a:pt x="976445" y="72919"/>
                </a:cubicBezTo>
                <a:cubicBezTo>
                  <a:pt x="978706" y="71030"/>
                  <a:pt x="979836" y="68814"/>
                  <a:pt x="979836" y="66273"/>
                </a:cubicBezTo>
                <a:cubicBezTo>
                  <a:pt x="979836" y="63992"/>
                  <a:pt x="978838" y="62197"/>
                  <a:pt x="976840" y="60888"/>
                </a:cubicBezTo>
                <a:cubicBezTo>
                  <a:pt x="975446" y="59991"/>
                  <a:pt x="971979" y="58850"/>
                  <a:pt x="966439" y="57467"/>
                </a:cubicBezTo>
                <a:cubicBezTo>
                  <a:pt x="958977" y="55581"/>
                  <a:pt x="953804" y="53950"/>
                  <a:pt x="950921" y="52573"/>
                </a:cubicBezTo>
                <a:cubicBezTo>
                  <a:pt x="948038" y="51196"/>
                  <a:pt x="945852" y="49291"/>
                  <a:pt x="944364" y="46858"/>
                </a:cubicBezTo>
                <a:cubicBezTo>
                  <a:pt x="942875" y="44425"/>
                  <a:pt x="942131" y="41738"/>
                  <a:pt x="942131" y="38796"/>
                </a:cubicBezTo>
                <a:cubicBezTo>
                  <a:pt x="942131" y="36118"/>
                  <a:pt x="942743" y="33637"/>
                  <a:pt x="943968" y="31355"/>
                </a:cubicBezTo>
                <a:cubicBezTo>
                  <a:pt x="945193" y="29072"/>
                  <a:pt x="946860" y="27177"/>
                  <a:pt x="948971" y="25668"/>
                </a:cubicBezTo>
                <a:cubicBezTo>
                  <a:pt x="950554" y="24499"/>
                  <a:pt x="952711" y="23509"/>
                  <a:pt x="955444" y="22699"/>
                </a:cubicBezTo>
                <a:cubicBezTo>
                  <a:pt x="958176" y="21887"/>
                  <a:pt x="961106" y="21481"/>
                  <a:pt x="964234" y="21481"/>
                </a:cubicBezTo>
                <a:cubicBezTo>
                  <a:pt x="968945" y="21481"/>
                  <a:pt x="973081" y="22165"/>
                  <a:pt x="976642" y="23531"/>
                </a:cubicBezTo>
                <a:cubicBezTo>
                  <a:pt x="980204" y="24896"/>
                  <a:pt x="982833" y="26745"/>
                  <a:pt x="984528" y="29080"/>
                </a:cubicBezTo>
                <a:cubicBezTo>
                  <a:pt x="986224" y="31413"/>
                  <a:pt x="987393" y="34533"/>
                  <a:pt x="988033" y="38441"/>
                </a:cubicBezTo>
                <a:lnTo>
                  <a:pt x="978084" y="39797"/>
                </a:lnTo>
                <a:cubicBezTo>
                  <a:pt x="977632" y="36707"/>
                  <a:pt x="976322" y="34295"/>
                  <a:pt x="974155" y="32561"/>
                </a:cubicBezTo>
                <a:cubicBezTo>
                  <a:pt x="971988" y="30828"/>
                  <a:pt x="968926" y="29961"/>
                  <a:pt x="964969" y="29961"/>
                </a:cubicBezTo>
                <a:cubicBezTo>
                  <a:pt x="960296" y="29961"/>
                  <a:pt x="956960" y="30730"/>
                  <a:pt x="954963" y="32268"/>
                </a:cubicBezTo>
                <a:cubicBezTo>
                  <a:pt x="952966" y="33805"/>
                  <a:pt x="951967" y="35605"/>
                  <a:pt x="951967" y="37669"/>
                </a:cubicBezTo>
                <a:cubicBezTo>
                  <a:pt x="951967" y="38981"/>
                  <a:pt x="952382" y="40162"/>
                  <a:pt x="953211" y="41212"/>
                </a:cubicBezTo>
                <a:cubicBezTo>
                  <a:pt x="954040" y="42299"/>
                  <a:pt x="955340" y="43199"/>
                  <a:pt x="957111" y="43912"/>
                </a:cubicBezTo>
                <a:cubicBezTo>
                  <a:pt x="958129" y="44287"/>
                  <a:pt x="961125" y="45150"/>
                  <a:pt x="966100" y="46500"/>
                </a:cubicBezTo>
                <a:cubicBezTo>
                  <a:pt x="973298" y="48421"/>
                  <a:pt x="978320" y="49993"/>
                  <a:pt x="981165" y="51216"/>
                </a:cubicBezTo>
                <a:cubicBezTo>
                  <a:pt x="984010" y="52440"/>
                  <a:pt x="986243" y="54220"/>
                  <a:pt x="987864" y="56555"/>
                </a:cubicBezTo>
                <a:cubicBezTo>
                  <a:pt x="989484" y="58889"/>
                  <a:pt x="990295" y="61788"/>
                  <a:pt x="990295" y="65252"/>
                </a:cubicBezTo>
                <a:cubicBezTo>
                  <a:pt x="990295" y="68641"/>
                  <a:pt x="989305" y="71833"/>
                  <a:pt x="987327" y="74827"/>
                </a:cubicBezTo>
                <a:cubicBezTo>
                  <a:pt x="985348" y="77819"/>
                  <a:pt x="982493" y="80135"/>
                  <a:pt x="978762" y="81773"/>
                </a:cubicBezTo>
                <a:cubicBezTo>
                  <a:pt x="975031" y="83411"/>
                  <a:pt x="970810" y="84230"/>
                  <a:pt x="966100" y="84230"/>
                </a:cubicBezTo>
                <a:cubicBezTo>
                  <a:pt x="958298" y="84230"/>
                  <a:pt x="952353" y="82605"/>
                  <a:pt x="948264" y="79354"/>
                </a:cubicBezTo>
                <a:cubicBezTo>
                  <a:pt x="944175" y="76104"/>
                  <a:pt x="941565" y="71285"/>
                  <a:pt x="940435" y="64897"/>
                </a:cubicBezTo>
                <a:close/>
                <a:moveTo>
                  <a:pt x="1030484" y="64897"/>
                </a:moveTo>
                <a:lnTo>
                  <a:pt x="1040546" y="63314"/>
                </a:lnTo>
                <a:cubicBezTo>
                  <a:pt x="1041112" y="67329"/>
                  <a:pt x="1042685" y="70405"/>
                  <a:pt x="1045267" y="72544"/>
                </a:cubicBezTo>
                <a:cubicBezTo>
                  <a:pt x="1047848" y="74682"/>
                  <a:pt x="1051457" y="75751"/>
                  <a:pt x="1056092" y="75751"/>
                </a:cubicBezTo>
                <a:cubicBezTo>
                  <a:pt x="1060765" y="75751"/>
                  <a:pt x="1064233" y="74807"/>
                  <a:pt x="1066494" y="72919"/>
                </a:cubicBezTo>
                <a:cubicBezTo>
                  <a:pt x="1068755" y="71030"/>
                  <a:pt x="1069886" y="68814"/>
                  <a:pt x="1069886" y="66273"/>
                </a:cubicBezTo>
                <a:cubicBezTo>
                  <a:pt x="1069886" y="63992"/>
                  <a:pt x="1068887" y="62197"/>
                  <a:pt x="1066890" y="60888"/>
                </a:cubicBezTo>
                <a:cubicBezTo>
                  <a:pt x="1065495" y="59991"/>
                  <a:pt x="1062028" y="58850"/>
                  <a:pt x="1056488" y="57467"/>
                </a:cubicBezTo>
                <a:cubicBezTo>
                  <a:pt x="1049026" y="55581"/>
                  <a:pt x="1043853" y="53950"/>
                  <a:pt x="1040970" y="52573"/>
                </a:cubicBezTo>
                <a:cubicBezTo>
                  <a:pt x="1038087" y="51196"/>
                  <a:pt x="1035902" y="49291"/>
                  <a:pt x="1034413" y="46858"/>
                </a:cubicBezTo>
                <a:cubicBezTo>
                  <a:pt x="1032924" y="44425"/>
                  <a:pt x="1032180" y="41738"/>
                  <a:pt x="1032180" y="38796"/>
                </a:cubicBezTo>
                <a:cubicBezTo>
                  <a:pt x="1032180" y="36118"/>
                  <a:pt x="1032792" y="33637"/>
                  <a:pt x="1034017" y="31355"/>
                </a:cubicBezTo>
                <a:cubicBezTo>
                  <a:pt x="1035242" y="29072"/>
                  <a:pt x="1036910" y="27177"/>
                  <a:pt x="1039020" y="25668"/>
                </a:cubicBezTo>
                <a:cubicBezTo>
                  <a:pt x="1040603" y="24499"/>
                  <a:pt x="1042761" y="23509"/>
                  <a:pt x="1045493" y="22699"/>
                </a:cubicBezTo>
                <a:cubicBezTo>
                  <a:pt x="1048225" y="21887"/>
                  <a:pt x="1051155" y="21481"/>
                  <a:pt x="1054283" y="21481"/>
                </a:cubicBezTo>
                <a:cubicBezTo>
                  <a:pt x="1058994" y="21481"/>
                  <a:pt x="1063130" y="22165"/>
                  <a:pt x="1066692" y="23531"/>
                </a:cubicBezTo>
                <a:cubicBezTo>
                  <a:pt x="1070253" y="24896"/>
                  <a:pt x="1072882" y="26745"/>
                  <a:pt x="1074578" y="29080"/>
                </a:cubicBezTo>
                <a:cubicBezTo>
                  <a:pt x="1076274" y="31413"/>
                  <a:pt x="1077442" y="34533"/>
                  <a:pt x="1078083" y="38441"/>
                </a:cubicBezTo>
                <a:lnTo>
                  <a:pt x="1068133" y="39797"/>
                </a:lnTo>
                <a:cubicBezTo>
                  <a:pt x="1067681" y="36707"/>
                  <a:pt x="1066371" y="34295"/>
                  <a:pt x="1064204" y="32561"/>
                </a:cubicBezTo>
                <a:cubicBezTo>
                  <a:pt x="1062037" y="30828"/>
                  <a:pt x="1058975" y="29961"/>
                  <a:pt x="1055018" y="29961"/>
                </a:cubicBezTo>
                <a:cubicBezTo>
                  <a:pt x="1050345" y="29961"/>
                  <a:pt x="1047010" y="30730"/>
                  <a:pt x="1045012" y="32268"/>
                </a:cubicBezTo>
                <a:cubicBezTo>
                  <a:pt x="1043015" y="33805"/>
                  <a:pt x="1042016" y="35605"/>
                  <a:pt x="1042016" y="37669"/>
                </a:cubicBezTo>
                <a:cubicBezTo>
                  <a:pt x="1042016" y="38981"/>
                  <a:pt x="1042431" y="40162"/>
                  <a:pt x="1043260" y="41212"/>
                </a:cubicBezTo>
                <a:cubicBezTo>
                  <a:pt x="1044089" y="42299"/>
                  <a:pt x="1045389" y="43199"/>
                  <a:pt x="1047160" y="43912"/>
                </a:cubicBezTo>
                <a:cubicBezTo>
                  <a:pt x="1048178" y="44287"/>
                  <a:pt x="1051174" y="45150"/>
                  <a:pt x="1056149" y="46500"/>
                </a:cubicBezTo>
                <a:cubicBezTo>
                  <a:pt x="1063347" y="48421"/>
                  <a:pt x="1068369" y="49993"/>
                  <a:pt x="1071214" y="51216"/>
                </a:cubicBezTo>
                <a:cubicBezTo>
                  <a:pt x="1074059" y="52440"/>
                  <a:pt x="1076292" y="54220"/>
                  <a:pt x="1077913" y="56555"/>
                </a:cubicBezTo>
                <a:cubicBezTo>
                  <a:pt x="1079533" y="58889"/>
                  <a:pt x="1080344" y="61788"/>
                  <a:pt x="1080344" y="65252"/>
                </a:cubicBezTo>
                <a:cubicBezTo>
                  <a:pt x="1080344" y="68641"/>
                  <a:pt x="1079354" y="71833"/>
                  <a:pt x="1077376" y="74827"/>
                </a:cubicBezTo>
                <a:cubicBezTo>
                  <a:pt x="1075397" y="77819"/>
                  <a:pt x="1072543" y="80135"/>
                  <a:pt x="1068812" y="81773"/>
                </a:cubicBezTo>
                <a:cubicBezTo>
                  <a:pt x="1065081" y="83411"/>
                  <a:pt x="1060860" y="84230"/>
                  <a:pt x="1056149" y="84230"/>
                </a:cubicBezTo>
                <a:cubicBezTo>
                  <a:pt x="1048348" y="84230"/>
                  <a:pt x="1042403" y="82605"/>
                  <a:pt x="1038314" y="79354"/>
                </a:cubicBezTo>
                <a:cubicBezTo>
                  <a:pt x="1034224" y="76104"/>
                  <a:pt x="1031615" y="71285"/>
                  <a:pt x="1030484" y="64897"/>
                </a:cubicBezTo>
                <a:close/>
                <a:moveTo>
                  <a:pt x="1091989" y="106051"/>
                </a:moveTo>
                <a:lnTo>
                  <a:pt x="1090858" y="96497"/>
                </a:lnTo>
                <a:cubicBezTo>
                  <a:pt x="1093082" y="97100"/>
                  <a:pt x="1095023" y="97402"/>
                  <a:pt x="1096681" y="97402"/>
                </a:cubicBezTo>
                <a:cubicBezTo>
                  <a:pt x="1098942" y="97402"/>
                  <a:pt x="1100751" y="97020"/>
                  <a:pt x="1102108" y="96257"/>
                </a:cubicBezTo>
                <a:cubicBezTo>
                  <a:pt x="1103465" y="95495"/>
                  <a:pt x="1104576" y="94427"/>
                  <a:pt x="1105443" y="93054"/>
                </a:cubicBezTo>
                <a:cubicBezTo>
                  <a:pt x="1106084" y="92025"/>
                  <a:pt x="1107120" y="89470"/>
                  <a:pt x="1108552" y="85391"/>
                </a:cubicBezTo>
                <a:cubicBezTo>
                  <a:pt x="1108741" y="84818"/>
                  <a:pt x="1109042" y="83979"/>
                  <a:pt x="1109457" y="82873"/>
                </a:cubicBezTo>
                <a:lnTo>
                  <a:pt x="1086675" y="22838"/>
                </a:lnTo>
                <a:lnTo>
                  <a:pt x="1097642" y="22838"/>
                </a:lnTo>
                <a:lnTo>
                  <a:pt x="1110135" y="57523"/>
                </a:lnTo>
                <a:cubicBezTo>
                  <a:pt x="1111756" y="61923"/>
                  <a:pt x="1113207" y="66548"/>
                  <a:pt x="1114488" y="71398"/>
                </a:cubicBezTo>
                <a:cubicBezTo>
                  <a:pt x="1115656" y="66735"/>
                  <a:pt x="1117051" y="62186"/>
                  <a:pt x="1118671" y="57749"/>
                </a:cubicBezTo>
                <a:lnTo>
                  <a:pt x="1131504" y="22838"/>
                </a:lnTo>
                <a:lnTo>
                  <a:pt x="1141679" y="22838"/>
                </a:lnTo>
                <a:lnTo>
                  <a:pt x="1118841" y="83932"/>
                </a:lnTo>
                <a:cubicBezTo>
                  <a:pt x="1116391" y="90531"/>
                  <a:pt x="1114488" y="95076"/>
                  <a:pt x="1113131" y="97564"/>
                </a:cubicBezTo>
                <a:cubicBezTo>
                  <a:pt x="1111322" y="100921"/>
                  <a:pt x="1109250" y="103381"/>
                  <a:pt x="1106913" y="104947"/>
                </a:cubicBezTo>
                <a:cubicBezTo>
                  <a:pt x="1104576" y="106512"/>
                  <a:pt x="1101788" y="107294"/>
                  <a:pt x="1098546" y="107294"/>
                </a:cubicBezTo>
                <a:cubicBezTo>
                  <a:pt x="1096587" y="107294"/>
                  <a:pt x="1094401" y="106880"/>
                  <a:pt x="1091989" y="106051"/>
                </a:cubicBezTo>
                <a:close/>
                <a:moveTo>
                  <a:pt x="1150328" y="82873"/>
                </a:moveTo>
                <a:lnTo>
                  <a:pt x="1150328" y="22838"/>
                </a:lnTo>
                <a:lnTo>
                  <a:pt x="1159486" y="22838"/>
                </a:lnTo>
                <a:lnTo>
                  <a:pt x="1159486" y="31318"/>
                </a:lnTo>
                <a:cubicBezTo>
                  <a:pt x="1163895" y="24760"/>
                  <a:pt x="1170264" y="21481"/>
                  <a:pt x="1178593" y="21481"/>
                </a:cubicBezTo>
                <a:cubicBezTo>
                  <a:pt x="1182211" y="21481"/>
                  <a:pt x="1185537" y="22132"/>
                  <a:pt x="1188571" y="23432"/>
                </a:cubicBezTo>
                <a:cubicBezTo>
                  <a:pt x="1191604" y="24732"/>
                  <a:pt x="1193875" y="26437"/>
                  <a:pt x="1195382" y="28548"/>
                </a:cubicBezTo>
                <a:cubicBezTo>
                  <a:pt x="1196890" y="30658"/>
                  <a:pt x="1197945" y="33164"/>
                  <a:pt x="1198548" y="36066"/>
                </a:cubicBezTo>
                <a:cubicBezTo>
                  <a:pt x="1198925" y="37951"/>
                  <a:pt x="1199113" y="41248"/>
                  <a:pt x="1199113" y="45959"/>
                </a:cubicBezTo>
                <a:lnTo>
                  <a:pt x="1199113" y="82873"/>
                </a:lnTo>
                <a:lnTo>
                  <a:pt x="1188938" y="82873"/>
                </a:lnTo>
                <a:lnTo>
                  <a:pt x="1188938" y="46316"/>
                </a:lnTo>
                <a:cubicBezTo>
                  <a:pt x="1188938" y="42166"/>
                  <a:pt x="1188542" y="39062"/>
                  <a:pt x="1187751" y="37006"/>
                </a:cubicBezTo>
                <a:cubicBezTo>
                  <a:pt x="1186959" y="34950"/>
                  <a:pt x="1185556" y="33309"/>
                  <a:pt x="1183539" y="32083"/>
                </a:cubicBezTo>
                <a:cubicBezTo>
                  <a:pt x="1181523" y="30857"/>
                  <a:pt x="1179158" y="30244"/>
                  <a:pt x="1176445" y="30244"/>
                </a:cubicBezTo>
                <a:cubicBezTo>
                  <a:pt x="1172111" y="30244"/>
                  <a:pt x="1168370" y="31621"/>
                  <a:pt x="1165224" y="34376"/>
                </a:cubicBezTo>
                <a:cubicBezTo>
                  <a:pt x="1162077" y="37129"/>
                  <a:pt x="1160503" y="42354"/>
                  <a:pt x="1160503" y="50050"/>
                </a:cubicBezTo>
                <a:lnTo>
                  <a:pt x="1160503" y="82873"/>
                </a:lnTo>
                <a:lnTo>
                  <a:pt x="1150328" y="82873"/>
                </a:lnTo>
                <a:close/>
                <a:moveTo>
                  <a:pt x="1236938" y="73885"/>
                </a:moveTo>
                <a:lnTo>
                  <a:pt x="1238408" y="82873"/>
                </a:lnTo>
                <a:cubicBezTo>
                  <a:pt x="1235544" y="83401"/>
                  <a:pt x="1232981" y="83665"/>
                  <a:pt x="1230720" y="83665"/>
                </a:cubicBezTo>
                <a:cubicBezTo>
                  <a:pt x="1227026" y="83665"/>
                  <a:pt x="1224162" y="83081"/>
                  <a:pt x="1222127" y="81912"/>
                </a:cubicBezTo>
                <a:cubicBezTo>
                  <a:pt x="1220092" y="80744"/>
                  <a:pt x="1218660" y="79208"/>
                  <a:pt x="1217831" y="77305"/>
                </a:cubicBezTo>
                <a:cubicBezTo>
                  <a:pt x="1217002" y="75402"/>
                  <a:pt x="1216587" y="71398"/>
                  <a:pt x="1216587" y="65292"/>
                </a:cubicBezTo>
                <a:lnTo>
                  <a:pt x="1216587" y="30752"/>
                </a:lnTo>
                <a:lnTo>
                  <a:pt x="1209125" y="30752"/>
                </a:lnTo>
                <a:lnTo>
                  <a:pt x="1209125" y="22838"/>
                </a:lnTo>
                <a:lnTo>
                  <a:pt x="1216587" y="22838"/>
                </a:lnTo>
                <a:lnTo>
                  <a:pt x="1216587" y="7930"/>
                </a:lnTo>
                <a:lnTo>
                  <a:pt x="1226706" y="1809"/>
                </a:lnTo>
                <a:lnTo>
                  <a:pt x="1226706" y="22838"/>
                </a:lnTo>
                <a:lnTo>
                  <a:pt x="1236938" y="22838"/>
                </a:lnTo>
                <a:lnTo>
                  <a:pt x="1236938" y="30752"/>
                </a:lnTo>
                <a:lnTo>
                  <a:pt x="1226706" y="30752"/>
                </a:lnTo>
                <a:lnTo>
                  <a:pt x="1226706" y="65858"/>
                </a:lnTo>
                <a:cubicBezTo>
                  <a:pt x="1226706" y="68760"/>
                  <a:pt x="1226885" y="70625"/>
                  <a:pt x="1227243" y="71454"/>
                </a:cubicBezTo>
                <a:cubicBezTo>
                  <a:pt x="1227601" y="72283"/>
                  <a:pt x="1228185" y="72943"/>
                  <a:pt x="1228996" y="73433"/>
                </a:cubicBezTo>
                <a:cubicBezTo>
                  <a:pt x="1229806" y="73923"/>
                  <a:pt x="1230965" y="74168"/>
                  <a:pt x="1232472" y="74168"/>
                </a:cubicBezTo>
                <a:cubicBezTo>
                  <a:pt x="1233603" y="74168"/>
                  <a:pt x="1235091" y="74073"/>
                  <a:pt x="1236938" y="73885"/>
                </a:cubicBezTo>
                <a:close/>
                <a:moveTo>
                  <a:pt x="1246884" y="82873"/>
                </a:moveTo>
                <a:lnTo>
                  <a:pt x="1246884" y="0"/>
                </a:lnTo>
                <a:lnTo>
                  <a:pt x="1257059" y="0"/>
                </a:lnTo>
                <a:lnTo>
                  <a:pt x="1257059" y="29735"/>
                </a:lnTo>
                <a:cubicBezTo>
                  <a:pt x="1261808" y="24233"/>
                  <a:pt x="1267800" y="21481"/>
                  <a:pt x="1275036" y="21481"/>
                </a:cubicBezTo>
                <a:cubicBezTo>
                  <a:pt x="1279483" y="21481"/>
                  <a:pt x="1283346" y="22358"/>
                  <a:pt x="1286624" y="24110"/>
                </a:cubicBezTo>
                <a:cubicBezTo>
                  <a:pt x="1289903" y="25863"/>
                  <a:pt x="1292249" y="28284"/>
                  <a:pt x="1293662" y="31374"/>
                </a:cubicBezTo>
                <a:cubicBezTo>
                  <a:pt x="1295076" y="34465"/>
                  <a:pt x="1295782" y="38949"/>
                  <a:pt x="1295782" y="44828"/>
                </a:cubicBezTo>
                <a:lnTo>
                  <a:pt x="1295782" y="82873"/>
                </a:lnTo>
                <a:lnTo>
                  <a:pt x="1285607" y="82873"/>
                </a:lnTo>
                <a:lnTo>
                  <a:pt x="1285607" y="44828"/>
                </a:lnTo>
                <a:cubicBezTo>
                  <a:pt x="1285607" y="39741"/>
                  <a:pt x="1284505" y="36038"/>
                  <a:pt x="1282300" y="33720"/>
                </a:cubicBezTo>
                <a:cubicBezTo>
                  <a:pt x="1280095" y="31403"/>
                  <a:pt x="1276977" y="30244"/>
                  <a:pt x="1272944" y="30244"/>
                </a:cubicBezTo>
                <a:cubicBezTo>
                  <a:pt x="1269929" y="30244"/>
                  <a:pt x="1267093" y="31026"/>
                  <a:pt x="1264436" y="32590"/>
                </a:cubicBezTo>
                <a:cubicBezTo>
                  <a:pt x="1261779" y="34154"/>
                  <a:pt x="1259886" y="36274"/>
                  <a:pt x="1258755" y="38949"/>
                </a:cubicBezTo>
                <a:cubicBezTo>
                  <a:pt x="1257624" y="41625"/>
                  <a:pt x="1257059" y="45318"/>
                  <a:pt x="1257059" y="50029"/>
                </a:cubicBezTo>
                <a:lnTo>
                  <a:pt x="1257059" y="82873"/>
                </a:lnTo>
                <a:lnTo>
                  <a:pt x="1246884" y="82873"/>
                </a:lnTo>
                <a:close/>
                <a:moveTo>
                  <a:pt x="1352374" y="63540"/>
                </a:moveTo>
                <a:lnTo>
                  <a:pt x="1362889" y="64840"/>
                </a:lnTo>
                <a:cubicBezTo>
                  <a:pt x="1361231" y="70983"/>
                  <a:pt x="1358159" y="75751"/>
                  <a:pt x="1353675" y="79142"/>
                </a:cubicBezTo>
                <a:cubicBezTo>
                  <a:pt x="1349190" y="82534"/>
                  <a:pt x="1343461" y="84230"/>
                  <a:pt x="1336489" y="84230"/>
                </a:cubicBezTo>
                <a:cubicBezTo>
                  <a:pt x="1327708" y="84230"/>
                  <a:pt x="1320746" y="81526"/>
                  <a:pt x="1315601" y="76118"/>
                </a:cubicBezTo>
                <a:cubicBezTo>
                  <a:pt x="1310457" y="70710"/>
                  <a:pt x="1307885" y="63125"/>
                  <a:pt x="1307885" y="53365"/>
                </a:cubicBezTo>
                <a:cubicBezTo>
                  <a:pt x="1307885" y="43264"/>
                  <a:pt x="1310485" y="35426"/>
                  <a:pt x="1315686" y="29848"/>
                </a:cubicBezTo>
                <a:cubicBezTo>
                  <a:pt x="1320887" y="24270"/>
                  <a:pt x="1327633" y="21481"/>
                  <a:pt x="1335924" y="21481"/>
                </a:cubicBezTo>
                <a:cubicBezTo>
                  <a:pt x="1343951" y="21481"/>
                  <a:pt x="1350509" y="24210"/>
                  <a:pt x="1355597" y="29666"/>
                </a:cubicBezTo>
                <a:cubicBezTo>
                  <a:pt x="1360684" y="35121"/>
                  <a:pt x="1363228" y="42796"/>
                  <a:pt x="1363228" y="52692"/>
                </a:cubicBezTo>
                <a:cubicBezTo>
                  <a:pt x="1363228" y="53293"/>
                  <a:pt x="1363209" y="54196"/>
                  <a:pt x="1363172" y="55400"/>
                </a:cubicBezTo>
                <a:lnTo>
                  <a:pt x="1318400" y="55400"/>
                </a:lnTo>
                <a:cubicBezTo>
                  <a:pt x="1318777" y="61976"/>
                  <a:pt x="1320642" y="67012"/>
                  <a:pt x="1323996" y="70507"/>
                </a:cubicBezTo>
                <a:cubicBezTo>
                  <a:pt x="1327350" y="74003"/>
                  <a:pt x="1331534" y="75751"/>
                  <a:pt x="1336546" y="75751"/>
                </a:cubicBezTo>
                <a:cubicBezTo>
                  <a:pt x="1340277" y="75751"/>
                  <a:pt x="1343461" y="74780"/>
                  <a:pt x="1346099" y="72839"/>
                </a:cubicBezTo>
                <a:cubicBezTo>
                  <a:pt x="1348738" y="70897"/>
                  <a:pt x="1350829" y="67797"/>
                  <a:pt x="1352374" y="63540"/>
                </a:cubicBezTo>
                <a:moveTo>
                  <a:pt x="1318965" y="46920"/>
                </a:moveTo>
                <a:lnTo>
                  <a:pt x="1352487" y="46920"/>
                </a:lnTo>
                <a:cubicBezTo>
                  <a:pt x="1352035" y="41953"/>
                  <a:pt x="1350754" y="38227"/>
                  <a:pt x="1348643" y="35743"/>
                </a:cubicBezTo>
                <a:cubicBezTo>
                  <a:pt x="1345402" y="31888"/>
                  <a:pt x="1341200" y="29961"/>
                  <a:pt x="1336037" y="29961"/>
                </a:cubicBezTo>
                <a:cubicBezTo>
                  <a:pt x="1331364" y="29961"/>
                  <a:pt x="1327435" y="31500"/>
                  <a:pt x="1324251" y="34577"/>
                </a:cubicBezTo>
                <a:cubicBezTo>
                  <a:pt x="1321066" y="37653"/>
                  <a:pt x="1319304" y="41768"/>
                  <a:pt x="1318965" y="46920"/>
                </a:cubicBezTo>
                <a:close/>
                <a:moveTo>
                  <a:pt x="1397887" y="73885"/>
                </a:moveTo>
                <a:lnTo>
                  <a:pt x="1399356" y="82873"/>
                </a:lnTo>
                <a:cubicBezTo>
                  <a:pt x="1396492" y="83401"/>
                  <a:pt x="1393930" y="83665"/>
                  <a:pt x="1391668" y="83665"/>
                </a:cubicBezTo>
                <a:cubicBezTo>
                  <a:pt x="1387975" y="83665"/>
                  <a:pt x="1385111" y="83081"/>
                  <a:pt x="1383076" y="81912"/>
                </a:cubicBezTo>
                <a:cubicBezTo>
                  <a:pt x="1381041" y="80744"/>
                  <a:pt x="1379609" y="79208"/>
                  <a:pt x="1378779" y="77305"/>
                </a:cubicBezTo>
                <a:cubicBezTo>
                  <a:pt x="1377950" y="75402"/>
                  <a:pt x="1377536" y="71398"/>
                  <a:pt x="1377536" y="65292"/>
                </a:cubicBezTo>
                <a:lnTo>
                  <a:pt x="1377536" y="30752"/>
                </a:lnTo>
                <a:lnTo>
                  <a:pt x="1370074" y="30752"/>
                </a:lnTo>
                <a:lnTo>
                  <a:pt x="1370074" y="22838"/>
                </a:lnTo>
                <a:lnTo>
                  <a:pt x="1377536" y="22838"/>
                </a:lnTo>
                <a:lnTo>
                  <a:pt x="1377536" y="7930"/>
                </a:lnTo>
                <a:lnTo>
                  <a:pt x="1387655" y="1809"/>
                </a:lnTo>
                <a:lnTo>
                  <a:pt x="1387655" y="22838"/>
                </a:lnTo>
                <a:lnTo>
                  <a:pt x="1397887" y="22838"/>
                </a:lnTo>
                <a:lnTo>
                  <a:pt x="1397887" y="30752"/>
                </a:lnTo>
                <a:lnTo>
                  <a:pt x="1387655" y="30752"/>
                </a:lnTo>
                <a:lnTo>
                  <a:pt x="1387655" y="65858"/>
                </a:lnTo>
                <a:cubicBezTo>
                  <a:pt x="1387655" y="68760"/>
                  <a:pt x="1387834" y="70625"/>
                  <a:pt x="1388192" y="71454"/>
                </a:cubicBezTo>
                <a:cubicBezTo>
                  <a:pt x="1388550" y="72283"/>
                  <a:pt x="1389134" y="72943"/>
                  <a:pt x="1389944" y="73433"/>
                </a:cubicBezTo>
                <a:cubicBezTo>
                  <a:pt x="1390754" y="73923"/>
                  <a:pt x="1391913" y="74168"/>
                  <a:pt x="1393421" y="74168"/>
                </a:cubicBezTo>
                <a:cubicBezTo>
                  <a:pt x="1394551" y="74168"/>
                  <a:pt x="1396040" y="74073"/>
                  <a:pt x="1397887" y="73885"/>
                </a:cubicBezTo>
                <a:close/>
                <a:moveTo>
                  <a:pt x="1407889" y="11758"/>
                </a:moveTo>
                <a:lnTo>
                  <a:pt x="1407889" y="0"/>
                </a:lnTo>
                <a:lnTo>
                  <a:pt x="1418065" y="0"/>
                </a:lnTo>
                <a:lnTo>
                  <a:pt x="1418065" y="11758"/>
                </a:lnTo>
                <a:lnTo>
                  <a:pt x="1407889" y="11758"/>
                </a:lnTo>
                <a:moveTo>
                  <a:pt x="1407889" y="82873"/>
                </a:moveTo>
                <a:lnTo>
                  <a:pt x="1407889" y="22838"/>
                </a:lnTo>
                <a:lnTo>
                  <a:pt x="1418065" y="22838"/>
                </a:lnTo>
                <a:lnTo>
                  <a:pt x="1418065" y="82873"/>
                </a:lnTo>
                <a:lnTo>
                  <a:pt x="1407889" y="82873"/>
                </a:lnTo>
                <a:close/>
                <a:moveTo>
                  <a:pt x="1472733" y="60827"/>
                </a:moveTo>
                <a:lnTo>
                  <a:pt x="1482739" y="62127"/>
                </a:lnTo>
                <a:cubicBezTo>
                  <a:pt x="1481646" y="69041"/>
                  <a:pt x="1478847" y="74454"/>
                  <a:pt x="1474344" y="78365"/>
                </a:cubicBezTo>
                <a:cubicBezTo>
                  <a:pt x="1469840" y="82275"/>
                  <a:pt x="1464310" y="84230"/>
                  <a:pt x="1457752" y="84230"/>
                </a:cubicBezTo>
                <a:cubicBezTo>
                  <a:pt x="1449536" y="84230"/>
                  <a:pt x="1442932" y="81545"/>
                  <a:pt x="1437938" y="76175"/>
                </a:cubicBezTo>
                <a:cubicBezTo>
                  <a:pt x="1432945" y="70804"/>
                  <a:pt x="1430448" y="63107"/>
                  <a:pt x="1430448" y="53082"/>
                </a:cubicBezTo>
                <a:cubicBezTo>
                  <a:pt x="1430448" y="46600"/>
                  <a:pt x="1431522" y="40928"/>
                  <a:pt x="1433670" y="36066"/>
                </a:cubicBezTo>
                <a:cubicBezTo>
                  <a:pt x="1435818" y="31205"/>
                  <a:pt x="1439088" y="27559"/>
                  <a:pt x="1443478" y="25128"/>
                </a:cubicBezTo>
                <a:cubicBezTo>
                  <a:pt x="1447869" y="22697"/>
                  <a:pt x="1452646" y="21481"/>
                  <a:pt x="1457809" y="21481"/>
                </a:cubicBezTo>
                <a:cubicBezTo>
                  <a:pt x="1464329" y="21481"/>
                  <a:pt x="1469661" y="23136"/>
                  <a:pt x="1473807" y="26444"/>
                </a:cubicBezTo>
                <a:cubicBezTo>
                  <a:pt x="1477952" y="29751"/>
                  <a:pt x="1480609" y="34447"/>
                  <a:pt x="1481778" y="40532"/>
                </a:cubicBezTo>
                <a:lnTo>
                  <a:pt x="1471885" y="42059"/>
                </a:lnTo>
                <a:cubicBezTo>
                  <a:pt x="1470943" y="38045"/>
                  <a:pt x="1469275" y="35025"/>
                  <a:pt x="1466882" y="33000"/>
                </a:cubicBezTo>
                <a:cubicBezTo>
                  <a:pt x="1464489" y="30974"/>
                  <a:pt x="1461596" y="29961"/>
                  <a:pt x="1458204" y="29961"/>
                </a:cubicBezTo>
                <a:cubicBezTo>
                  <a:pt x="1453079" y="29961"/>
                  <a:pt x="1448915" y="31789"/>
                  <a:pt x="1445711" y="35446"/>
                </a:cubicBezTo>
                <a:cubicBezTo>
                  <a:pt x="1442508" y="39102"/>
                  <a:pt x="1440906" y="44886"/>
                  <a:pt x="1440906" y="52799"/>
                </a:cubicBezTo>
                <a:cubicBezTo>
                  <a:pt x="1440906" y="60825"/>
                  <a:pt x="1442451" y="66657"/>
                  <a:pt x="1445542" y="70295"/>
                </a:cubicBezTo>
                <a:cubicBezTo>
                  <a:pt x="1448632" y="73932"/>
                  <a:pt x="1452664" y="75751"/>
                  <a:pt x="1457639" y="75751"/>
                </a:cubicBezTo>
                <a:cubicBezTo>
                  <a:pt x="1461634" y="75751"/>
                  <a:pt x="1464969" y="74530"/>
                  <a:pt x="1467645" y="72090"/>
                </a:cubicBezTo>
                <a:cubicBezTo>
                  <a:pt x="1470321" y="69650"/>
                  <a:pt x="1472017" y="65895"/>
                  <a:pt x="1472733" y="60827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creationthatgivesnewim-">
            <a:extLst xmlns:a="http://schemas.openxmlformats.org/drawingml/2006/main">
              <a:ext uri="{FF2B5EF4-FFF2-40B4-BE49-F238E27FC236}">
                <a16:creationId xmlns:a16="http://schemas.microsoft.com/office/drawing/2014/main" id="{B9EEA885-F316-4088-9496-14D1D777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4" y="7917841"/>
            <a:ext cx="1368946" cy="107294"/>
          </a:xfrm>
          <a:custGeom xmlns:a="http://schemas.openxmlformats.org/drawingml/2006/main">
            <a:pathLst>
              <a:path w="1368946" h="107294">
                <a:moveTo>
                  <a:pt x="42285" y="60827"/>
                </a:moveTo>
                <a:lnTo>
                  <a:pt x="52290" y="62127"/>
                </a:lnTo>
                <a:cubicBezTo>
                  <a:pt x="51198" y="69041"/>
                  <a:pt x="48399" y="74454"/>
                  <a:pt x="43896" y="78365"/>
                </a:cubicBezTo>
                <a:cubicBezTo>
                  <a:pt x="39392" y="82275"/>
                  <a:pt x="33862" y="84230"/>
                  <a:pt x="27304" y="84230"/>
                </a:cubicBezTo>
                <a:cubicBezTo>
                  <a:pt x="19088" y="84230"/>
                  <a:pt x="12484" y="81545"/>
                  <a:pt x="7490" y="76175"/>
                </a:cubicBezTo>
                <a:cubicBezTo>
                  <a:pt x="2497" y="70804"/>
                  <a:pt x="0" y="63107"/>
                  <a:pt x="0" y="53082"/>
                </a:cubicBezTo>
                <a:cubicBezTo>
                  <a:pt x="0" y="46600"/>
                  <a:pt x="1074" y="40928"/>
                  <a:pt x="3222" y="36066"/>
                </a:cubicBezTo>
                <a:cubicBezTo>
                  <a:pt x="5370" y="31205"/>
                  <a:pt x="8640" y="27559"/>
                  <a:pt x="13030" y="25128"/>
                </a:cubicBezTo>
                <a:cubicBezTo>
                  <a:pt x="17421" y="22697"/>
                  <a:pt x="22198" y="21481"/>
                  <a:pt x="27361" y="21481"/>
                </a:cubicBezTo>
                <a:cubicBezTo>
                  <a:pt x="33880" y="21481"/>
                  <a:pt x="39213" y="23136"/>
                  <a:pt x="43359" y="26444"/>
                </a:cubicBezTo>
                <a:cubicBezTo>
                  <a:pt x="47504" y="29751"/>
                  <a:pt x="50161" y="34447"/>
                  <a:pt x="51329" y="40532"/>
                </a:cubicBezTo>
                <a:lnTo>
                  <a:pt x="41437" y="42059"/>
                </a:lnTo>
                <a:cubicBezTo>
                  <a:pt x="40495" y="38045"/>
                  <a:pt x="38827" y="35025"/>
                  <a:pt x="36434" y="33000"/>
                </a:cubicBezTo>
                <a:cubicBezTo>
                  <a:pt x="34041" y="30974"/>
                  <a:pt x="31148" y="29961"/>
                  <a:pt x="27756" y="29961"/>
                </a:cubicBezTo>
                <a:cubicBezTo>
                  <a:pt x="22631" y="29961"/>
                  <a:pt x="18467" y="31789"/>
                  <a:pt x="15263" y="35446"/>
                </a:cubicBezTo>
                <a:cubicBezTo>
                  <a:pt x="12060" y="39102"/>
                  <a:pt x="10458" y="44886"/>
                  <a:pt x="10458" y="52799"/>
                </a:cubicBezTo>
                <a:cubicBezTo>
                  <a:pt x="10458" y="60825"/>
                  <a:pt x="12003" y="66657"/>
                  <a:pt x="15094" y="70295"/>
                </a:cubicBezTo>
                <a:cubicBezTo>
                  <a:pt x="18184" y="73932"/>
                  <a:pt x="22216" y="75751"/>
                  <a:pt x="27191" y="75751"/>
                </a:cubicBezTo>
                <a:cubicBezTo>
                  <a:pt x="31186" y="75751"/>
                  <a:pt x="34521" y="74530"/>
                  <a:pt x="37197" y="72090"/>
                </a:cubicBezTo>
                <a:cubicBezTo>
                  <a:pt x="39873" y="69650"/>
                  <a:pt x="41569" y="65895"/>
                  <a:pt x="42285" y="60827"/>
                </a:cubicBezTo>
                <a:close/>
                <a:moveTo>
                  <a:pt x="60883" y="82873"/>
                </a:moveTo>
                <a:lnTo>
                  <a:pt x="60883" y="22838"/>
                </a:lnTo>
                <a:lnTo>
                  <a:pt x="70041" y="22838"/>
                </a:lnTo>
                <a:lnTo>
                  <a:pt x="70041" y="31883"/>
                </a:lnTo>
                <a:cubicBezTo>
                  <a:pt x="72378" y="27648"/>
                  <a:pt x="74535" y="24856"/>
                  <a:pt x="76514" y="23506"/>
                </a:cubicBezTo>
                <a:cubicBezTo>
                  <a:pt x="78492" y="22156"/>
                  <a:pt x="80669" y="21481"/>
                  <a:pt x="83043" y="21481"/>
                </a:cubicBezTo>
                <a:cubicBezTo>
                  <a:pt x="86472" y="21481"/>
                  <a:pt x="89958" y="22570"/>
                  <a:pt x="93501" y="24746"/>
                </a:cubicBezTo>
                <a:lnTo>
                  <a:pt x="89996" y="34144"/>
                </a:lnTo>
                <a:cubicBezTo>
                  <a:pt x="87509" y="32674"/>
                  <a:pt x="85021" y="31940"/>
                  <a:pt x="82534" y="31940"/>
                </a:cubicBezTo>
                <a:cubicBezTo>
                  <a:pt x="80311" y="31940"/>
                  <a:pt x="78313" y="32610"/>
                  <a:pt x="76542" y="33950"/>
                </a:cubicBezTo>
                <a:cubicBezTo>
                  <a:pt x="74771" y="35289"/>
                  <a:pt x="73508" y="37147"/>
                  <a:pt x="72754" y="39523"/>
                </a:cubicBezTo>
                <a:cubicBezTo>
                  <a:pt x="71624" y="43145"/>
                  <a:pt x="71058" y="47106"/>
                  <a:pt x="71058" y="51407"/>
                </a:cubicBezTo>
                <a:lnTo>
                  <a:pt x="71058" y="82873"/>
                </a:lnTo>
                <a:lnTo>
                  <a:pt x="60883" y="82873"/>
                </a:lnTo>
                <a:close/>
                <a:moveTo>
                  <a:pt x="140658" y="63540"/>
                </a:moveTo>
                <a:lnTo>
                  <a:pt x="151172" y="64840"/>
                </a:lnTo>
                <a:cubicBezTo>
                  <a:pt x="149514" y="70983"/>
                  <a:pt x="146443" y="75751"/>
                  <a:pt x="141958" y="79142"/>
                </a:cubicBezTo>
                <a:cubicBezTo>
                  <a:pt x="137473" y="82534"/>
                  <a:pt x="131745" y="84230"/>
                  <a:pt x="124773" y="84230"/>
                </a:cubicBezTo>
                <a:cubicBezTo>
                  <a:pt x="115992" y="84230"/>
                  <a:pt x="109029" y="81526"/>
                  <a:pt x="103885" y="76118"/>
                </a:cubicBezTo>
                <a:cubicBezTo>
                  <a:pt x="98741" y="70710"/>
                  <a:pt x="96169" y="63125"/>
                  <a:pt x="96169" y="53365"/>
                </a:cubicBezTo>
                <a:cubicBezTo>
                  <a:pt x="96169" y="43264"/>
                  <a:pt x="98769" y="35426"/>
                  <a:pt x="103970" y="29848"/>
                </a:cubicBezTo>
                <a:cubicBezTo>
                  <a:pt x="109171" y="24270"/>
                  <a:pt x="115916" y="21481"/>
                  <a:pt x="124208" y="21481"/>
                </a:cubicBezTo>
                <a:cubicBezTo>
                  <a:pt x="132235" y="21481"/>
                  <a:pt x="138792" y="24210"/>
                  <a:pt x="143880" y="29666"/>
                </a:cubicBezTo>
                <a:cubicBezTo>
                  <a:pt x="148968" y="35121"/>
                  <a:pt x="151512" y="42796"/>
                  <a:pt x="151512" y="52692"/>
                </a:cubicBezTo>
                <a:cubicBezTo>
                  <a:pt x="151512" y="53293"/>
                  <a:pt x="151493" y="54196"/>
                  <a:pt x="151455" y="55400"/>
                </a:cubicBezTo>
                <a:lnTo>
                  <a:pt x="106683" y="55400"/>
                </a:lnTo>
                <a:cubicBezTo>
                  <a:pt x="107060" y="61976"/>
                  <a:pt x="108926" y="67012"/>
                  <a:pt x="112280" y="70507"/>
                </a:cubicBezTo>
                <a:cubicBezTo>
                  <a:pt x="115634" y="74003"/>
                  <a:pt x="119817" y="75751"/>
                  <a:pt x="124829" y="75751"/>
                </a:cubicBezTo>
                <a:cubicBezTo>
                  <a:pt x="128560" y="75751"/>
                  <a:pt x="131745" y="74780"/>
                  <a:pt x="134383" y="72839"/>
                </a:cubicBezTo>
                <a:cubicBezTo>
                  <a:pt x="137021" y="70897"/>
                  <a:pt x="139113" y="67797"/>
                  <a:pt x="140658" y="63540"/>
                </a:cubicBezTo>
                <a:moveTo>
                  <a:pt x="107248" y="46920"/>
                </a:moveTo>
                <a:lnTo>
                  <a:pt x="140771" y="46920"/>
                </a:lnTo>
                <a:cubicBezTo>
                  <a:pt x="140319" y="41953"/>
                  <a:pt x="139037" y="38227"/>
                  <a:pt x="136927" y="35743"/>
                </a:cubicBezTo>
                <a:cubicBezTo>
                  <a:pt x="133686" y="31888"/>
                  <a:pt x="129484" y="29961"/>
                  <a:pt x="124321" y="29961"/>
                </a:cubicBezTo>
                <a:cubicBezTo>
                  <a:pt x="119647" y="29961"/>
                  <a:pt x="115719" y="31500"/>
                  <a:pt x="112534" y="34577"/>
                </a:cubicBezTo>
                <a:cubicBezTo>
                  <a:pt x="109350" y="37653"/>
                  <a:pt x="107588" y="41768"/>
                  <a:pt x="107248" y="46920"/>
                </a:cubicBezTo>
                <a:close/>
                <a:moveTo>
                  <a:pt x="203129" y="75461"/>
                </a:moveTo>
                <a:cubicBezTo>
                  <a:pt x="199361" y="78667"/>
                  <a:pt x="195733" y="80930"/>
                  <a:pt x="192247" y="82250"/>
                </a:cubicBezTo>
                <a:cubicBezTo>
                  <a:pt x="188761" y="83570"/>
                  <a:pt x="185021" y="84230"/>
                  <a:pt x="181026" y="84230"/>
                </a:cubicBezTo>
                <a:cubicBezTo>
                  <a:pt x="174431" y="84230"/>
                  <a:pt x="169362" y="82618"/>
                  <a:pt x="165819" y="79393"/>
                </a:cubicBezTo>
                <a:cubicBezTo>
                  <a:pt x="162277" y="76169"/>
                  <a:pt x="160505" y="72048"/>
                  <a:pt x="160505" y="67033"/>
                </a:cubicBezTo>
                <a:cubicBezTo>
                  <a:pt x="160505" y="64092"/>
                  <a:pt x="161174" y="61405"/>
                  <a:pt x="162512" y="58973"/>
                </a:cubicBezTo>
                <a:cubicBezTo>
                  <a:pt x="163850" y="56540"/>
                  <a:pt x="165603" y="54588"/>
                  <a:pt x="167770" y="53117"/>
                </a:cubicBezTo>
                <a:cubicBezTo>
                  <a:pt x="169937" y="51646"/>
                  <a:pt x="172377" y="50534"/>
                  <a:pt x="175090" y="49780"/>
                </a:cubicBezTo>
                <a:cubicBezTo>
                  <a:pt x="177088" y="49251"/>
                  <a:pt x="180103" y="48742"/>
                  <a:pt x="184135" y="48252"/>
                </a:cubicBezTo>
                <a:cubicBezTo>
                  <a:pt x="192351" y="47279"/>
                  <a:pt x="198400" y="46119"/>
                  <a:pt x="202281" y="44772"/>
                </a:cubicBezTo>
                <a:cubicBezTo>
                  <a:pt x="202319" y="43383"/>
                  <a:pt x="202338" y="42501"/>
                  <a:pt x="202338" y="42126"/>
                </a:cubicBezTo>
                <a:cubicBezTo>
                  <a:pt x="202338" y="37995"/>
                  <a:pt x="201377" y="35086"/>
                  <a:pt x="199455" y="33397"/>
                </a:cubicBezTo>
                <a:cubicBezTo>
                  <a:pt x="196854" y="31106"/>
                  <a:pt x="192992" y="29961"/>
                  <a:pt x="187866" y="29961"/>
                </a:cubicBezTo>
                <a:cubicBezTo>
                  <a:pt x="183080" y="29961"/>
                  <a:pt x="179547" y="30800"/>
                  <a:pt x="177267" y="32477"/>
                </a:cubicBezTo>
                <a:cubicBezTo>
                  <a:pt x="174987" y="34154"/>
                  <a:pt x="173300" y="37122"/>
                  <a:pt x="172207" y="41380"/>
                </a:cubicBezTo>
                <a:lnTo>
                  <a:pt x="162258" y="40023"/>
                </a:lnTo>
                <a:cubicBezTo>
                  <a:pt x="163162" y="35752"/>
                  <a:pt x="164651" y="32302"/>
                  <a:pt x="166724" y="29675"/>
                </a:cubicBezTo>
                <a:cubicBezTo>
                  <a:pt x="168797" y="27047"/>
                  <a:pt x="171793" y="25025"/>
                  <a:pt x="175712" y="23608"/>
                </a:cubicBezTo>
                <a:cubicBezTo>
                  <a:pt x="179632" y="22190"/>
                  <a:pt x="184173" y="21481"/>
                  <a:pt x="189336" y="21481"/>
                </a:cubicBezTo>
                <a:cubicBezTo>
                  <a:pt x="194461" y="21481"/>
                  <a:pt x="198626" y="22084"/>
                  <a:pt x="201829" y="23290"/>
                </a:cubicBezTo>
                <a:cubicBezTo>
                  <a:pt x="205032" y="24496"/>
                  <a:pt x="207388" y="26013"/>
                  <a:pt x="208895" y="27841"/>
                </a:cubicBezTo>
                <a:cubicBezTo>
                  <a:pt x="210403" y="29669"/>
                  <a:pt x="211458" y="31977"/>
                  <a:pt x="212061" y="34766"/>
                </a:cubicBezTo>
                <a:cubicBezTo>
                  <a:pt x="212400" y="36500"/>
                  <a:pt x="212570" y="39628"/>
                  <a:pt x="212570" y="44150"/>
                </a:cubicBezTo>
                <a:lnTo>
                  <a:pt x="212570" y="57717"/>
                </a:lnTo>
                <a:cubicBezTo>
                  <a:pt x="212570" y="67177"/>
                  <a:pt x="212787" y="73160"/>
                  <a:pt x="213220" y="75666"/>
                </a:cubicBezTo>
                <a:cubicBezTo>
                  <a:pt x="213653" y="78172"/>
                  <a:pt x="214511" y="80574"/>
                  <a:pt x="215792" y="82873"/>
                </a:cubicBezTo>
                <a:lnTo>
                  <a:pt x="205164" y="82873"/>
                </a:lnTo>
                <a:cubicBezTo>
                  <a:pt x="204109" y="80761"/>
                  <a:pt x="203431" y="78290"/>
                  <a:pt x="203129" y="75461"/>
                </a:cubicBezTo>
                <a:moveTo>
                  <a:pt x="202281" y="52686"/>
                </a:moveTo>
                <a:cubicBezTo>
                  <a:pt x="198588" y="54207"/>
                  <a:pt x="193048" y="55499"/>
                  <a:pt x="185661" y="56562"/>
                </a:cubicBezTo>
                <a:cubicBezTo>
                  <a:pt x="181478" y="57167"/>
                  <a:pt x="178520" y="57849"/>
                  <a:pt x="176786" y="58606"/>
                </a:cubicBezTo>
                <a:cubicBezTo>
                  <a:pt x="175053" y="59362"/>
                  <a:pt x="173715" y="60469"/>
                  <a:pt x="172773" y="61927"/>
                </a:cubicBezTo>
                <a:cubicBezTo>
                  <a:pt x="171830" y="63384"/>
                  <a:pt x="171359" y="65002"/>
                  <a:pt x="171359" y="66780"/>
                </a:cubicBezTo>
                <a:cubicBezTo>
                  <a:pt x="171359" y="69504"/>
                  <a:pt x="172386" y="71775"/>
                  <a:pt x="174440" y="73592"/>
                </a:cubicBezTo>
                <a:cubicBezTo>
                  <a:pt x="176494" y="75408"/>
                  <a:pt x="179500" y="76316"/>
                  <a:pt x="183457" y="76316"/>
                </a:cubicBezTo>
                <a:cubicBezTo>
                  <a:pt x="187376" y="76316"/>
                  <a:pt x="190862" y="75454"/>
                  <a:pt x="193915" y="73731"/>
                </a:cubicBezTo>
                <a:cubicBezTo>
                  <a:pt x="196968" y="72008"/>
                  <a:pt x="199210" y="69651"/>
                  <a:pt x="200642" y="66660"/>
                </a:cubicBezTo>
                <a:cubicBezTo>
                  <a:pt x="201735" y="64349"/>
                  <a:pt x="202281" y="60941"/>
                  <a:pt x="202281" y="56435"/>
                </a:cubicBezTo>
                <a:lnTo>
                  <a:pt x="202281" y="52686"/>
                </a:lnTo>
                <a:close/>
                <a:moveTo>
                  <a:pt x="250564" y="73885"/>
                </a:moveTo>
                <a:lnTo>
                  <a:pt x="252033" y="82873"/>
                </a:lnTo>
                <a:cubicBezTo>
                  <a:pt x="249169" y="83401"/>
                  <a:pt x="246607" y="83665"/>
                  <a:pt x="244345" y="83665"/>
                </a:cubicBezTo>
                <a:cubicBezTo>
                  <a:pt x="240652" y="83665"/>
                  <a:pt x="237788" y="83081"/>
                  <a:pt x="235753" y="81912"/>
                </a:cubicBezTo>
                <a:cubicBezTo>
                  <a:pt x="233718" y="80744"/>
                  <a:pt x="232286" y="79208"/>
                  <a:pt x="231456" y="77305"/>
                </a:cubicBezTo>
                <a:cubicBezTo>
                  <a:pt x="230627" y="75402"/>
                  <a:pt x="230213" y="71398"/>
                  <a:pt x="230213" y="65292"/>
                </a:cubicBezTo>
                <a:lnTo>
                  <a:pt x="230213" y="30752"/>
                </a:lnTo>
                <a:lnTo>
                  <a:pt x="222751" y="30752"/>
                </a:lnTo>
                <a:lnTo>
                  <a:pt x="222751" y="22838"/>
                </a:lnTo>
                <a:lnTo>
                  <a:pt x="230213" y="22838"/>
                </a:lnTo>
                <a:lnTo>
                  <a:pt x="230213" y="7930"/>
                </a:lnTo>
                <a:lnTo>
                  <a:pt x="240332" y="1809"/>
                </a:lnTo>
                <a:lnTo>
                  <a:pt x="240332" y="22838"/>
                </a:lnTo>
                <a:lnTo>
                  <a:pt x="250564" y="22838"/>
                </a:lnTo>
                <a:lnTo>
                  <a:pt x="250564" y="30752"/>
                </a:lnTo>
                <a:lnTo>
                  <a:pt x="240332" y="30752"/>
                </a:lnTo>
                <a:lnTo>
                  <a:pt x="240332" y="65858"/>
                </a:lnTo>
                <a:cubicBezTo>
                  <a:pt x="240332" y="68760"/>
                  <a:pt x="240511" y="70625"/>
                  <a:pt x="240869" y="71454"/>
                </a:cubicBezTo>
                <a:cubicBezTo>
                  <a:pt x="241227" y="72283"/>
                  <a:pt x="241811" y="72943"/>
                  <a:pt x="242621" y="73433"/>
                </a:cubicBezTo>
                <a:cubicBezTo>
                  <a:pt x="243431" y="73923"/>
                  <a:pt x="244590" y="74168"/>
                  <a:pt x="246098" y="74168"/>
                </a:cubicBezTo>
                <a:cubicBezTo>
                  <a:pt x="247228" y="74168"/>
                  <a:pt x="248717" y="74073"/>
                  <a:pt x="250564" y="73885"/>
                </a:cubicBezTo>
                <a:close/>
                <a:moveTo>
                  <a:pt x="260566" y="11758"/>
                </a:moveTo>
                <a:lnTo>
                  <a:pt x="260566" y="0"/>
                </a:lnTo>
                <a:lnTo>
                  <a:pt x="270742" y="0"/>
                </a:lnTo>
                <a:lnTo>
                  <a:pt x="270742" y="11758"/>
                </a:lnTo>
                <a:lnTo>
                  <a:pt x="260566" y="11758"/>
                </a:lnTo>
                <a:moveTo>
                  <a:pt x="260566" y="82873"/>
                </a:moveTo>
                <a:lnTo>
                  <a:pt x="260566" y="22838"/>
                </a:lnTo>
                <a:lnTo>
                  <a:pt x="270742" y="22838"/>
                </a:lnTo>
                <a:lnTo>
                  <a:pt x="270742" y="82873"/>
                </a:lnTo>
                <a:lnTo>
                  <a:pt x="260566" y="82873"/>
                </a:lnTo>
                <a:close/>
                <a:moveTo>
                  <a:pt x="282447" y="52856"/>
                </a:moveTo>
                <a:cubicBezTo>
                  <a:pt x="282447" y="41738"/>
                  <a:pt x="285537" y="33504"/>
                  <a:pt x="291718" y="28152"/>
                </a:cubicBezTo>
                <a:cubicBezTo>
                  <a:pt x="296881" y="23705"/>
                  <a:pt x="303174" y="21481"/>
                  <a:pt x="310599" y="21481"/>
                </a:cubicBezTo>
                <a:cubicBezTo>
                  <a:pt x="318852" y="21481"/>
                  <a:pt x="325598" y="24186"/>
                  <a:pt x="330837" y="29594"/>
                </a:cubicBezTo>
                <a:cubicBezTo>
                  <a:pt x="336075" y="35002"/>
                  <a:pt x="338694" y="42473"/>
                  <a:pt x="338694" y="52008"/>
                </a:cubicBezTo>
                <a:cubicBezTo>
                  <a:pt x="338694" y="59734"/>
                  <a:pt x="337535" y="65811"/>
                  <a:pt x="335218" y="70239"/>
                </a:cubicBezTo>
                <a:cubicBezTo>
                  <a:pt x="332900" y="74667"/>
                  <a:pt x="329527" y="78106"/>
                  <a:pt x="325099" y="80556"/>
                </a:cubicBezTo>
                <a:cubicBezTo>
                  <a:pt x="320671" y="83005"/>
                  <a:pt x="315837" y="84230"/>
                  <a:pt x="310599" y="84230"/>
                </a:cubicBezTo>
                <a:cubicBezTo>
                  <a:pt x="302195" y="84230"/>
                  <a:pt x="295402" y="81535"/>
                  <a:pt x="290220" y="76146"/>
                </a:cubicBezTo>
                <a:cubicBezTo>
                  <a:pt x="285038" y="70757"/>
                  <a:pt x="282447" y="62994"/>
                  <a:pt x="282447" y="52856"/>
                </a:cubicBezTo>
                <a:moveTo>
                  <a:pt x="292905" y="52828"/>
                </a:moveTo>
                <a:cubicBezTo>
                  <a:pt x="292905" y="60487"/>
                  <a:pt x="294582" y="66223"/>
                  <a:pt x="297936" y="70034"/>
                </a:cubicBezTo>
                <a:cubicBezTo>
                  <a:pt x="301290" y="73845"/>
                  <a:pt x="305511" y="75751"/>
                  <a:pt x="310599" y="75751"/>
                </a:cubicBezTo>
                <a:cubicBezTo>
                  <a:pt x="315649" y="75751"/>
                  <a:pt x="319851" y="73836"/>
                  <a:pt x="323205" y="70006"/>
                </a:cubicBezTo>
                <a:cubicBezTo>
                  <a:pt x="326559" y="66176"/>
                  <a:pt x="328236" y="60337"/>
                  <a:pt x="328236" y="52490"/>
                </a:cubicBezTo>
                <a:cubicBezTo>
                  <a:pt x="328236" y="45093"/>
                  <a:pt x="326550" y="39489"/>
                  <a:pt x="323177" y="35678"/>
                </a:cubicBezTo>
                <a:cubicBezTo>
                  <a:pt x="319804" y="31867"/>
                  <a:pt x="315611" y="29961"/>
                  <a:pt x="310599" y="29961"/>
                </a:cubicBezTo>
                <a:cubicBezTo>
                  <a:pt x="305511" y="29961"/>
                  <a:pt x="301290" y="31857"/>
                  <a:pt x="297936" y="35649"/>
                </a:cubicBezTo>
                <a:cubicBezTo>
                  <a:pt x="294582" y="39442"/>
                  <a:pt x="292905" y="45168"/>
                  <a:pt x="292905" y="52828"/>
                </a:cubicBezTo>
                <a:close/>
                <a:moveTo>
                  <a:pt x="350628" y="82873"/>
                </a:moveTo>
                <a:lnTo>
                  <a:pt x="350628" y="22838"/>
                </a:lnTo>
                <a:lnTo>
                  <a:pt x="359786" y="22838"/>
                </a:lnTo>
                <a:lnTo>
                  <a:pt x="359786" y="31318"/>
                </a:lnTo>
                <a:cubicBezTo>
                  <a:pt x="364195" y="24760"/>
                  <a:pt x="370564" y="21481"/>
                  <a:pt x="378893" y="21481"/>
                </a:cubicBezTo>
                <a:cubicBezTo>
                  <a:pt x="382511" y="21481"/>
                  <a:pt x="385837" y="22132"/>
                  <a:pt x="388870" y="23432"/>
                </a:cubicBezTo>
                <a:cubicBezTo>
                  <a:pt x="391904" y="24732"/>
                  <a:pt x="394175" y="26437"/>
                  <a:pt x="395682" y="28548"/>
                </a:cubicBezTo>
                <a:cubicBezTo>
                  <a:pt x="397190" y="30658"/>
                  <a:pt x="398245" y="33164"/>
                  <a:pt x="398848" y="36066"/>
                </a:cubicBezTo>
                <a:cubicBezTo>
                  <a:pt x="399225" y="37951"/>
                  <a:pt x="399413" y="41248"/>
                  <a:pt x="399413" y="45959"/>
                </a:cubicBezTo>
                <a:lnTo>
                  <a:pt x="399413" y="82873"/>
                </a:lnTo>
                <a:lnTo>
                  <a:pt x="389238" y="82873"/>
                </a:lnTo>
                <a:lnTo>
                  <a:pt x="389238" y="46316"/>
                </a:lnTo>
                <a:cubicBezTo>
                  <a:pt x="389238" y="42166"/>
                  <a:pt x="388842" y="39062"/>
                  <a:pt x="388051" y="37006"/>
                </a:cubicBezTo>
                <a:cubicBezTo>
                  <a:pt x="387259" y="34950"/>
                  <a:pt x="385856" y="33309"/>
                  <a:pt x="383839" y="32083"/>
                </a:cubicBezTo>
                <a:cubicBezTo>
                  <a:pt x="381823" y="30857"/>
                  <a:pt x="379458" y="30244"/>
                  <a:pt x="376745" y="30244"/>
                </a:cubicBezTo>
                <a:cubicBezTo>
                  <a:pt x="372411" y="30244"/>
                  <a:pt x="368670" y="31621"/>
                  <a:pt x="365523" y="34376"/>
                </a:cubicBezTo>
                <a:cubicBezTo>
                  <a:pt x="362377" y="37129"/>
                  <a:pt x="360803" y="42354"/>
                  <a:pt x="360803" y="50050"/>
                </a:cubicBezTo>
                <a:lnTo>
                  <a:pt x="360803" y="82873"/>
                </a:lnTo>
                <a:lnTo>
                  <a:pt x="350628" y="82873"/>
                </a:lnTo>
                <a:close/>
                <a:moveTo>
                  <a:pt x="469400" y="73885"/>
                </a:moveTo>
                <a:lnTo>
                  <a:pt x="470869" y="82873"/>
                </a:lnTo>
                <a:cubicBezTo>
                  <a:pt x="468005" y="83401"/>
                  <a:pt x="465443" y="83665"/>
                  <a:pt x="463181" y="83665"/>
                </a:cubicBezTo>
                <a:cubicBezTo>
                  <a:pt x="459488" y="83665"/>
                  <a:pt x="456624" y="83081"/>
                  <a:pt x="454589" y="81912"/>
                </a:cubicBezTo>
                <a:cubicBezTo>
                  <a:pt x="452554" y="80744"/>
                  <a:pt x="451122" y="79208"/>
                  <a:pt x="450292" y="77305"/>
                </a:cubicBezTo>
                <a:cubicBezTo>
                  <a:pt x="449463" y="75402"/>
                  <a:pt x="449049" y="71398"/>
                  <a:pt x="449049" y="65292"/>
                </a:cubicBezTo>
                <a:lnTo>
                  <a:pt x="449049" y="30752"/>
                </a:lnTo>
                <a:lnTo>
                  <a:pt x="441587" y="30752"/>
                </a:lnTo>
                <a:lnTo>
                  <a:pt x="441587" y="22838"/>
                </a:lnTo>
                <a:lnTo>
                  <a:pt x="449049" y="22838"/>
                </a:lnTo>
                <a:lnTo>
                  <a:pt x="449049" y="7930"/>
                </a:lnTo>
                <a:lnTo>
                  <a:pt x="459168" y="1809"/>
                </a:lnTo>
                <a:lnTo>
                  <a:pt x="459168" y="22838"/>
                </a:lnTo>
                <a:lnTo>
                  <a:pt x="469400" y="22838"/>
                </a:lnTo>
                <a:lnTo>
                  <a:pt x="469400" y="30752"/>
                </a:lnTo>
                <a:lnTo>
                  <a:pt x="459168" y="30752"/>
                </a:lnTo>
                <a:lnTo>
                  <a:pt x="459168" y="65858"/>
                </a:lnTo>
                <a:cubicBezTo>
                  <a:pt x="459168" y="68760"/>
                  <a:pt x="459347" y="70625"/>
                  <a:pt x="459705" y="71454"/>
                </a:cubicBezTo>
                <a:cubicBezTo>
                  <a:pt x="460063" y="72283"/>
                  <a:pt x="460647" y="72943"/>
                  <a:pt x="461457" y="73433"/>
                </a:cubicBezTo>
                <a:cubicBezTo>
                  <a:pt x="462267" y="73923"/>
                  <a:pt x="463426" y="74168"/>
                  <a:pt x="464934" y="74168"/>
                </a:cubicBezTo>
                <a:cubicBezTo>
                  <a:pt x="466064" y="74168"/>
                  <a:pt x="467553" y="74073"/>
                  <a:pt x="469400" y="73885"/>
                </a:cubicBezTo>
                <a:close/>
                <a:moveTo>
                  <a:pt x="479345" y="82873"/>
                </a:moveTo>
                <a:lnTo>
                  <a:pt x="479345" y="0"/>
                </a:lnTo>
                <a:lnTo>
                  <a:pt x="489521" y="0"/>
                </a:lnTo>
                <a:lnTo>
                  <a:pt x="489521" y="29735"/>
                </a:lnTo>
                <a:cubicBezTo>
                  <a:pt x="494269" y="24233"/>
                  <a:pt x="500261" y="21481"/>
                  <a:pt x="507497" y="21481"/>
                </a:cubicBezTo>
                <a:cubicBezTo>
                  <a:pt x="511944" y="21481"/>
                  <a:pt x="515807" y="22358"/>
                  <a:pt x="519086" y="24110"/>
                </a:cubicBezTo>
                <a:cubicBezTo>
                  <a:pt x="522365" y="25863"/>
                  <a:pt x="524711" y="28284"/>
                  <a:pt x="526124" y="31374"/>
                </a:cubicBezTo>
                <a:cubicBezTo>
                  <a:pt x="527537" y="34465"/>
                  <a:pt x="528244" y="38949"/>
                  <a:pt x="528244" y="44828"/>
                </a:cubicBezTo>
                <a:lnTo>
                  <a:pt x="528244" y="82873"/>
                </a:lnTo>
                <a:lnTo>
                  <a:pt x="518068" y="82873"/>
                </a:lnTo>
                <a:lnTo>
                  <a:pt x="518068" y="44828"/>
                </a:lnTo>
                <a:cubicBezTo>
                  <a:pt x="518068" y="39741"/>
                  <a:pt x="516966" y="36038"/>
                  <a:pt x="514761" y="33720"/>
                </a:cubicBezTo>
                <a:cubicBezTo>
                  <a:pt x="512557" y="31403"/>
                  <a:pt x="509438" y="30244"/>
                  <a:pt x="505406" y="30244"/>
                </a:cubicBezTo>
                <a:cubicBezTo>
                  <a:pt x="502391" y="30244"/>
                  <a:pt x="499555" y="31026"/>
                  <a:pt x="496898" y="32590"/>
                </a:cubicBezTo>
                <a:cubicBezTo>
                  <a:pt x="494241" y="34154"/>
                  <a:pt x="492347" y="36274"/>
                  <a:pt x="491217" y="38949"/>
                </a:cubicBezTo>
                <a:cubicBezTo>
                  <a:pt x="490086" y="41625"/>
                  <a:pt x="489521" y="45318"/>
                  <a:pt x="489521" y="50029"/>
                </a:cubicBezTo>
                <a:lnTo>
                  <a:pt x="489521" y="82873"/>
                </a:lnTo>
                <a:lnTo>
                  <a:pt x="479345" y="82873"/>
                </a:lnTo>
                <a:close/>
                <a:moveTo>
                  <a:pt x="582914" y="75461"/>
                </a:moveTo>
                <a:cubicBezTo>
                  <a:pt x="579146" y="78667"/>
                  <a:pt x="575518" y="80930"/>
                  <a:pt x="572032" y="82250"/>
                </a:cubicBezTo>
                <a:cubicBezTo>
                  <a:pt x="568546" y="83570"/>
                  <a:pt x="564806" y="84230"/>
                  <a:pt x="560811" y="84230"/>
                </a:cubicBezTo>
                <a:cubicBezTo>
                  <a:pt x="554216" y="84230"/>
                  <a:pt x="549147" y="82618"/>
                  <a:pt x="545605" y="79393"/>
                </a:cubicBezTo>
                <a:cubicBezTo>
                  <a:pt x="542062" y="76169"/>
                  <a:pt x="540291" y="72048"/>
                  <a:pt x="540291" y="67033"/>
                </a:cubicBezTo>
                <a:cubicBezTo>
                  <a:pt x="540291" y="64092"/>
                  <a:pt x="540960" y="61405"/>
                  <a:pt x="542297" y="58973"/>
                </a:cubicBezTo>
                <a:cubicBezTo>
                  <a:pt x="543635" y="56540"/>
                  <a:pt x="545388" y="54588"/>
                  <a:pt x="547555" y="53117"/>
                </a:cubicBezTo>
                <a:cubicBezTo>
                  <a:pt x="549722" y="51646"/>
                  <a:pt x="552162" y="50534"/>
                  <a:pt x="554875" y="49780"/>
                </a:cubicBezTo>
                <a:cubicBezTo>
                  <a:pt x="556873" y="49251"/>
                  <a:pt x="559888" y="48742"/>
                  <a:pt x="563920" y="48252"/>
                </a:cubicBezTo>
                <a:cubicBezTo>
                  <a:pt x="572136" y="47279"/>
                  <a:pt x="578185" y="46119"/>
                  <a:pt x="582067" y="44772"/>
                </a:cubicBezTo>
                <a:cubicBezTo>
                  <a:pt x="582104" y="43383"/>
                  <a:pt x="582123" y="42501"/>
                  <a:pt x="582123" y="42126"/>
                </a:cubicBezTo>
                <a:cubicBezTo>
                  <a:pt x="582123" y="37995"/>
                  <a:pt x="581162" y="35086"/>
                  <a:pt x="579240" y="33397"/>
                </a:cubicBezTo>
                <a:cubicBezTo>
                  <a:pt x="576640" y="31106"/>
                  <a:pt x="572777" y="29961"/>
                  <a:pt x="567651" y="29961"/>
                </a:cubicBezTo>
                <a:cubicBezTo>
                  <a:pt x="562865" y="29961"/>
                  <a:pt x="559332" y="30800"/>
                  <a:pt x="557052" y="32477"/>
                </a:cubicBezTo>
                <a:cubicBezTo>
                  <a:pt x="554772" y="34154"/>
                  <a:pt x="553085" y="37122"/>
                  <a:pt x="551992" y="41380"/>
                </a:cubicBezTo>
                <a:lnTo>
                  <a:pt x="542043" y="40023"/>
                </a:lnTo>
                <a:cubicBezTo>
                  <a:pt x="542948" y="35752"/>
                  <a:pt x="544436" y="32302"/>
                  <a:pt x="546509" y="29675"/>
                </a:cubicBezTo>
                <a:cubicBezTo>
                  <a:pt x="548582" y="27047"/>
                  <a:pt x="551578" y="25025"/>
                  <a:pt x="555497" y="23608"/>
                </a:cubicBezTo>
                <a:cubicBezTo>
                  <a:pt x="559417" y="22190"/>
                  <a:pt x="563958" y="21481"/>
                  <a:pt x="569121" y="21481"/>
                </a:cubicBezTo>
                <a:cubicBezTo>
                  <a:pt x="574247" y="21481"/>
                  <a:pt x="578411" y="22084"/>
                  <a:pt x="581614" y="23290"/>
                </a:cubicBezTo>
                <a:cubicBezTo>
                  <a:pt x="584818" y="24496"/>
                  <a:pt x="587173" y="26013"/>
                  <a:pt x="588681" y="27841"/>
                </a:cubicBezTo>
                <a:cubicBezTo>
                  <a:pt x="590188" y="29669"/>
                  <a:pt x="591243" y="31977"/>
                  <a:pt x="591846" y="34766"/>
                </a:cubicBezTo>
                <a:cubicBezTo>
                  <a:pt x="592185" y="36500"/>
                  <a:pt x="592355" y="39628"/>
                  <a:pt x="592355" y="44150"/>
                </a:cubicBezTo>
                <a:lnTo>
                  <a:pt x="592355" y="57717"/>
                </a:lnTo>
                <a:cubicBezTo>
                  <a:pt x="592355" y="67177"/>
                  <a:pt x="592572" y="73160"/>
                  <a:pt x="593005" y="75666"/>
                </a:cubicBezTo>
                <a:cubicBezTo>
                  <a:pt x="593439" y="78172"/>
                  <a:pt x="594296" y="80574"/>
                  <a:pt x="595577" y="82873"/>
                </a:cubicBezTo>
                <a:lnTo>
                  <a:pt x="584950" y="82873"/>
                </a:lnTo>
                <a:cubicBezTo>
                  <a:pt x="583894" y="80761"/>
                  <a:pt x="583216" y="78290"/>
                  <a:pt x="582914" y="75461"/>
                </a:cubicBezTo>
                <a:moveTo>
                  <a:pt x="582067" y="52686"/>
                </a:moveTo>
                <a:cubicBezTo>
                  <a:pt x="578373" y="54207"/>
                  <a:pt x="572833" y="55499"/>
                  <a:pt x="565447" y="56562"/>
                </a:cubicBezTo>
                <a:cubicBezTo>
                  <a:pt x="561263" y="57167"/>
                  <a:pt x="558305" y="57849"/>
                  <a:pt x="556571" y="58606"/>
                </a:cubicBezTo>
                <a:cubicBezTo>
                  <a:pt x="554838" y="59362"/>
                  <a:pt x="553500" y="60469"/>
                  <a:pt x="552558" y="61927"/>
                </a:cubicBezTo>
                <a:cubicBezTo>
                  <a:pt x="551616" y="63384"/>
                  <a:pt x="551144" y="65002"/>
                  <a:pt x="551144" y="66780"/>
                </a:cubicBezTo>
                <a:cubicBezTo>
                  <a:pt x="551144" y="69504"/>
                  <a:pt x="552171" y="71775"/>
                  <a:pt x="554225" y="73592"/>
                </a:cubicBezTo>
                <a:cubicBezTo>
                  <a:pt x="556279" y="75408"/>
                  <a:pt x="559285" y="76316"/>
                  <a:pt x="563242" y="76316"/>
                </a:cubicBezTo>
                <a:cubicBezTo>
                  <a:pt x="567161" y="76316"/>
                  <a:pt x="570647" y="75454"/>
                  <a:pt x="573700" y="73731"/>
                </a:cubicBezTo>
                <a:cubicBezTo>
                  <a:pt x="576753" y="72008"/>
                  <a:pt x="578995" y="69651"/>
                  <a:pt x="580427" y="66660"/>
                </a:cubicBezTo>
                <a:cubicBezTo>
                  <a:pt x="581520" y="64349"/>
                  <a:pt x="582067" y="60941"/>
                  <a:pt x="582067" y="56435"/>
                </a:cubicBezTo>
                <a:lnTo>
                  <a:pt x="582067" y="52686"/>
                </a:lnTo>
                <a:close/>
                <a:moveTo>
                  <a:pt x="630349" y="73885"/>
                </a:moveTo>
                <a:lnTo>
                  <a:pt x="631819" y="82873"/>
                </a:lnTo>
                <a:cubicBezTo>
                  <a:pt x="628954" y="83401"/>
                  <a:pt x="626392" y="83665"/>
                  <a:pt x="624131" y="83665"/>
                </a:cubicBezTo>
                <a:cubicBezTo>
                  <a:pt x="620437" y="83665"/>
                  <a:pt x="617573" y="83081"/>
                  <a:pt x="615538" y="81912"/>
                </a:cubicBezTo>
                <a:cubicBezTo>
                  <a:pt x="613503" y="80744"/>
                  <a:pt x="612071" y="79208"/>
                  <a:pt x="611242" y="77305"/>
                </a:cubicBezTo>
                <a:cubicBezTo>
                  <a:pt x="610413" y="75402"/>
                  <a:pt x="609998" y="71398"/>
                  <a:pt x="609998" y="65292"/>
                </a:cubicBezTo>
                <a:lnTo>
                  <a:pt x="609998" y="30752"/>
                </a:lnTo>
                <a:lnTo>
                  <a:pt x="602536" y="30752"/>
                </a:lnTo>
                <a:lnTo>
                  <a:pt x="602536" y="22838"/>
                </a:lnTo>
                <a:lnTo>
                  <a:pt x="609998" y="22838"/>
                </a:lnTo>
                <a:lnTo>
                  <a:pt x="609998" y="7930"/>
                </a:lnTo>
                <a:lnTo>
                  <a:pt x="620117" y="1809"/>
                </a:lnTo>
                <a:lnTo>
                  <a:pt x="620117" y="22838"/>
                </a:lnTo>
                <a:lnTo>
                  <a:pt x="630349" y="22838"/>
                </a:lnTo>
                <a:lnTo>
                  <a:pt x="630349" y="30752"/>
                </a:lnTo>
                <a:lnTo>
                  <a:pt x="620117" y="30752"/>
                </a:lnTo>
                <a:lnTo>
                  <a:pt x="620117" y="65858"/>
                </a:lnTo>
                <a:cubicBezTo>
                  <a:pt x="620117" y="68760"/>
                  <a:pt x="620296" y="70625"/>
                  <a:pt x="620654" y="71454"/>
                </a:cubicBezTo>
                <a:cubicBezTo>
                  <a:pt x="621012" y="72283"/>
                  <a:pt x="621596" y="72943"/>
                  <a:pt x="622406" y="73433"/>
                </a:cubicBezTo>
                <a:cubicBezTo>
                  <a:pt x="623217" y="73923"/>
                  <a:pt x="624376" y="74168"/>
                  <a:pt x="625883" y="74168"/>
                </a:cubicBezTo>
                <a:cubicBezTo>
                  <a:pt x="627014" y="74168"/>
                  <a:pt x="628502" y="74073"/>
                  <a:pt x="630349" y="73885"/>
                </a:cubicBezTo>
                <a:close/>
                <a:moveTo>
                  <a:pt x="670591" y="87848"/>
                </a:moveTo>
                <a:lnTo>
                  <a:pt x="680484" y="89318"/>
                </a:lnTo>
                <a:cubicBezTo>
                  <a:pt x="680898" y="92370"/>
                  <a:pt x="682048" y="94594"/>
                  <a:pt x="683932" y="95988"/>
                </a:cubicBezTo>
                <a:cubicBezTo>
                  <a:pt x="686457" y="97873"/>
                  <a:pt x="689905" y="98815"/>
                  <a:pt x="694277" y="98815"/>
                </a:cubicBezTo>
                <a:cubicBezTo>
                  <a:pt x="698988" y="98815"/>
                  <a:pt x="702625" y="97870"/>
                  <a:pt x="705187" y="95981"/>
                </a:cubicBezTo>
                <a:cubicBezTo>
                  <a:pt x="707750" y="94093"/>
                  <a:pt x="709484" y="91449"/>
                  <a:pt x="710388" y="88049"/>
                </a:cubicBezTo>
                <a:cubicBezTo>
                  <a:pt x="710916" y="85973"/>
                  <a:pt x="711161" y="81611"/>
                  <a:pt x="711123" y="74963"/>
                </a:cubicBezTo>
                <a:cubicBezTo>
                  <a:pt x="706676" y="80236"/>
                  <a:pt x="701136" y="82873"/>
                  <a:pt x="694503" y="82873"/>
                </a:cubicBezTo>
                <a:cubicBezTo>
                  <a:pt x="686250" y="82873"/>
                  <a:pt x="679862" y="79896"/>
                  <a:pt x="675339" y="73942"/>
                </a:cubicBezTo>
                <a:cubicBezTo>
                  <a:pt x="670817" y="67987"/>
                  <a:pt x="668556" y="60845"/>
                  <a:pt x="668556" y="52517"/>
                </a:cubicBezTo>
                <a:cubicBezTo>
                  <a:pt x="668556" y="46788"/>
                  <a:pt x="669592" y="41503"/>
                  <a:pt x="671665" y="36660"/>
                </a:cubicBezTo>
                <a:cubicBezTo>
                  <a:pt x="673738" y="31817"/>
                  <a:pt x="676743" y="28077"/>
                  <a:pt x="680681" y="25439"/>
                </a:cubicBezTo>
                <a:cubicBezTo>
                  <a:pt x="684620" y="22801"/>
                  <a:pt x="689246" y="21481"/>
                  <a:pt x="694560" y="21481"/>
                </a:cubicBezTo>
                <a:cubicBezTo>
                  <a:pt x="701645" y="21481"/>
                  <a:pt x="707486" y="24365"/>
                  <a:pt x="712084" y="30131"/>
                </a:cubicBezTo>
                <a:lnTo>
                  <a:pt x="712084" y="22838"/>
                </a:lnTo>
                <a:lnTo>
                  <a:pt x="721468" y="22838"/>
                </a:lnTo>
                <a:lnTo>
                  <a:pt x="721468" y="74768"/>
                </a:lnTo>
                <a:cubicBezTo>
                  <a:pt x="721468" y="84121"/>
                  <a:pt x="720516" y="90748"/>
                  <a:pt x="718613" y="94651"/>
                </a:cubicBezTo>
                <a:cubicBezTo>
                  <a:pt x="716710" y="98554"/>
                  <a:pt x="713695" y="101637"/>
                  <a:pt x="709568" y="103899"/>
                </a:cubicBezTo>
                <a:cubicBezTo>
                  <a:pt x="705442" y="106163"/>
                  <a:pt x="700363" y="107294"/>
                  <a:pt x="694333" y="107294"/>
                </a:cubicBezTo>
                <a:cubicBezTo>
                  <a:pt x="687173" y="107294"/>
                  <a:pt x="681388" y="105679"/>
                  <a:pt x="676979" y="102447"/>
                </a:cubicBezTo>
                <a:cubicBezTo>
                  <a:pt x="672569" y="99215"/>
                  <a:pt x="670440" y="94349"/>
                  <a:pt x="670591" y="87848"/>
                </a:cubicBezTo>
                <a:moveTo>
                  <a:pt x="679014" y="51783"/>
                </a:moveTo>
                <a:cubicBezTo>
                  <a:pt x="679014" y="59640"/>
                  <a:pt x="680578" y="65373"/>
                  <a:pt x="683706" y="68981"/>
                </a:cubicBezTo>
                <a:cubicBezTo>
                  <a:pt x="686834" y="72590"/>
                  <a:pt x="690753" y="74394"/>
                  <a:pt x="695464" y="74394"/>
                </a:cubicBezTo>
                <a:cubicBezTo>
                  <a:pt x="700137" y="74394"/>
                  <a:pt x="704057" y="72599"/>
                  <a:pt x="707222" y="69009"/>
                </a:cubicBezTo>
                <a:cubicBezTo>
                  <a:pt x="710388" y="65420"/>
                  <a:pt x="711971" y="59790"/>
                  <a:pt x="711971" y="52121"/>
                </a:cubicBezTo>
                <a:cubicBezTo>
                  <a:pt x="711971" y="44791"/>
                  <a:pt x="710341" y="39265"/>
                  <a:pt x="707081" y="35543"/>
                </a:cubicBezTo>
                <a:cubicBezTo>
                  <a:pt x="703821" y="31822"/>
                  <a:pt x="699892" y="29961"/>
                  <a:pt x="695294" y="29961"/>
                </a:cubicBezTo>
                <a:cubicBezTo>
                  <a:pt x="690772" y="29961"/>
                  <a:pt x="686928" y="31794"/>
                  <a:pt x="683762" y="35459"/>
                </a:cubicBezTo>
                <a:cubicBezTo>
                  <a:pt x="680597" y="39124"/>
                  <a:pt x="679014" y="44565"/>
                  <a:pt x="679014" y="51783"/>
                </a:cubicBezTo>
                <a:close/>
                <a:moveTo>
                  <a:pt x="736907" y="11758"/>
                </a:moveTo>
                <a:lnTo>
                  <a:pt x="736907" y="0"/>
                </a:lnTo>
                <a:lnTo>
                  <a:pt x="747082" y="0"/>
                </a:lnTo>
                <a:lnTo>
                  <a:pt x="747082" y="11758"/>
                </a:lnTo>
                <a:lnTo>
                  <a:pt x="736907" y="11758"/>
                </a:lnTo>
                <a:moveTo>
                  <a:pt x="736907" y="82873"/>
                </a:moveTo>
                <a:lnTo>
                  <a:pt x="736907" y="22838"/>
                </a:lnTo>
                <a:lnTo>
                  <a:pt x="747082" y="22838"/>
                </a:lnTo>
                <a:lnTo>
                  <a:pt x="747082" y="82873"/>
                </a:lnTo>
                <a:lnTo>
                  <a:pt x="736907" y="82873"/>
                </a:lnTo>
                <a:close/>
                <a:moveTo>
                  <a:pt x="779252" y="82873"/>
                </a:moveTo>
                <a:lnTo>
                  <a:pt x="756413" y="22838"/>
                </a:lnTo>
                <a:lnTo>
                  <a:pt x="767154" y="22838"/>
                </a:lnTo>
                <a:lnTo>
                  <a:pt x="780043" y="58791"/>
                </a:lnTo>
                <a:cubicBezTo>
                  <a:pt x="781437" y="62673"/>
                  <a:pt x="782719" y="66706"/>
                  <a:pt x="783887" y="70889"/>
                </a:cubicBezTo>
                <a:cubicBezTo>
                  <a:pt x="784792" y="67723"/>
                  <a:pt x="786054" y="63917"/>
                  <a:pt x="787675" y="59470"/>
                </a:cubicBezTo>
                <a:lnTo>
                  <a:pt x="801016" y="22838"/>
                </a:lnTo>
                <a:lnTo>
                  <a:pt x="811474" y="22838"/>
                </a:lnTo>
                <a:lnTo>
                  <a:pt x="788749" y="82873"/>
                </a:lnTo>
                <a:lnTo>
                  <a:pt x="779252" y="82873"/>
                </a:lnTo>
                <a:close/>
                <a:moveTo>
                  <a:pt x="861559" y="63540"/>
                </a:moveTo>
                <a:lnTo>
                  <a:pt x="872074" y="64840"/>
                </a:lnTo>
                <a:cubicBezTo>
                  <a:pt x="870416" y="70983"/>
                  <a:pt x="867344" y="75751"/>
                  <a:pt x="862860" y="79142"/>
                </a:cubicBezTo>
                <a:cubicBezTo>
                  <a:pt x="858375" y="82534"/>
                  <a:pt x="852646" y="84230"/>
                  <a:pt x="845674" y="84230"/>
                </a:cubicBezTo>
                <a:cubicBezTo>
                  <a:pt x="836893" y="84230"/>
                  <a:pt x="829931" y="81526"/>
                  <a:pt x="824786" y="76118"/>
                </a:cubicBezTo>
                <a:cubicBezTo>
                  <a:pt x="819642" y="70710"/>
                  <a:pt x="817070" y="63125"/>
                  <a:pt x="817070" y="53365"/>
                </a:cubicBezTo>
                <a:cubicBezTo>
                  <a:pt x="817070" y="43264"/>
                  <a:pt x="819670" y="35426"/>
                  <a:pt x="824871" y="29848"/>
                </a:cubicBezTo>
                <a:cubicBezTo>
                  <a:pt x="830072" y="24270"/>
                  <a:pt x="836818" y="21481"/>
                  <a:pt x="845109" y="21481"/>
                </a:cubicBezTo>
                <a:cubicBezTo>
                  <a:pt x="853136" y="21481"/>
                  <a:pt x="859694" y="24210"/>
                  <a:pt x="864782" y="29666"/>
                </a:cubicBezTo>
                <a:cubicBezTo>
                  <a:pt x="869869" y="35121"/>
                  <a:pt x="872413" y="42796"/>
                  <a:pt x="872413" y="52692"/>
                </a:cubicBezTo>
                <a:cubicBezTo>
                  <a:pt x="872413" y="53293"/>
                  <a:pt x="872394" y="54196"/>
                  <a:pt x="872357" y="55400"/>
                </a:cubicBezTo>
                <a:lnTo>
                  <a:pt x="827585" y="55400"/>
                </a:lnTo>
                <a:cubicBezTo>
                  <a:pt x="827962" y="61976"/>
                  <a:pt x="829827" y="67012"/>
                  <a:pt x="833181" y="70507"/>
                </a:cubicBezTo>
                <a:cubicBezTo>
                  <a:pt x="836535" y="74003"/>
                  <a:pt x="840719" y="75751"/>
                  <a:pt x="845731" y="75751"/>
                </a:cubicBezTo>
                <a:cubicBezTo>
                  <a:pt x="849462" y="75751"/>
                  <a:pt x="852646" y="74780"/>
                  <a:pt x="855285" y="72839"/>
                </a:cubicBezTo>
                <a:cubicBezTo>
                  <a:pt x="857923" y="70897"/>
                  <a:pt x="860014" y="67797"/>
                  <a:pt x="861559" y="63540"/>
                </a:cubicBezTo>
                <a:moveTo>
                  <a:pt x="828150" y="46920"/>
                </a:moveTo>
                <a:lnTo>
                  <a:pt x="861672" y="46920"/>
                </a:lnTo>
                <a:cubicBezTo>
                  <a:pt x="861220" y="41953"/>
                  <a:pt x="859939" y="38227"/>
                  <a:pt x="857828" y="35743"/>
                </a:cubicBezTo>
                <a:cubicBezTo>
                  <a:pt x="854587" y="31888"/>
                  <a:pt x="850385" y="29961"/>
                  <a:pt x="845222" y="29961"/>
                </a:cubicBezTo>
                <a:cubicBezTo>
                  <a:pt x="840549" y="29961"/>
                  <a:pt x="836620" y="31500"/>
                  <a:pt x="833436" y="34577"/>
                </a:cubicBezTo>
                <a:cubicBezTo>
                  <a:pt x="830251" y="37653"/>
                  <a:pt x="828489" y="41768"/>
                  <a:pt x="828150" y="46920"/>
                </a:cubicBezTo>
                <a:close/>
                <a:moveTo>
                  <a:pt x="880785" y="64897"/>
                </a:moveTo>
                <a:lnTo>
                  <a:pt x="890847" y="63314"/>
                </a:lnTo>
                <a:cubicBezTo>
                  <a:pt x="891413" y="67329"/>
                  <a:pt x="892986" y="70405"/>
                  <a:pt x="895568" y="72544"/>
                </a:cubicBezTo>
                <a:cubicBezTo>
                  <a:pt x="898149" y="74682"/>
                  <a:pt x="901758" y="75751"/>
                  <a:pt x="906393" y="75751"/>
                </a:cubicBezTo>
                <a:cubicBezTo>
                  <a:pt x="911066" y="75751"/>
                  <a:pt x="914533" y="74807"/>
                  <a:pt x="916795" y="72919"/>
                </a:cubicBezTo>
                <a:cubicBezTo>
                  <a:pt x="919056" y="71030"/>
                  <a:pt x="920186" y="68814"/>
                  <a:pt x="920186" y="66273"/>
                </a:cubicBezTo>
                <a:cubicBezTo>
                  <a:pt x="920186" y="63992"/>
                  <a:pt x="919188" y="62197"/>
                  <a:pt x="917190" y="60888"/>
                </a:cubicBezTo>
                <a:cubicBezTo>
                  <a:pt x="915796" y="59991"/>
                  <a:pt x="912329" y="58850"/>
                  <a:pt x="906789" y="57467"/>
                </a:cubicBezTo>
                <a:cubicBezTo>
                  <a:pt x="899327" y="55581"/>
                  <a:pt x="894154" y="53950"/>
                  <a:pt x="891271" y="52573"/>
                </a:cubicBezTo>
                <a:cubicBezTo>
                  <a:pt x="888388" y="51196"/>
                  <a:pt x="886202" y="49291"/>
                  <a:pt x="884714" y="46858"/>
                </a:cubicBezTo>
                <a:cubicBezTo>
                  <a:pt x="883225" y="44425"/>
                  <a:pt x="882481" y="41738"/>
                  <a:pt x="882481" y="38796"/>
                </a:cubicBezTo>
                <a:cubicBezTo>
                  <a:pt x="882481" y="36118"/>
                  <a:pt x="883093" y="33637"/>
                  <a:pt x="884318" y="31355"/>
                </a:cubicBezTo>
                <a:cubicBezTo>
                  <a:pt x="885543" y="29072"/>
                  <a:pt x="887211" y="27177"/>
                  <a:pt x="889321" y="25668"/>
                </a:cubicBezTo>
                <a:cubicBezTo>
                  <a:pt x="890904" y="24499"/>
                  <a:pt x="893061" y="23509"/>
                  <a:pt x="895794" y="22699"/>
                </a:cubicBezTo>
                <a:cubicBezTo>
                  <a:pt x="898526" y="21887"/>
                  <a:pt x="901456" y="21481"/>
                  <a:pt x="904584" y="21481"/>
                </a:cubicBezTo>
                <a:cubicBezTo>
                  <a:pt x="909295" y="21481"/>
                  <a:pt x="913431" y="22165"/>
                  <a:pt x="916993" y="23531"/>
                </a:cubicBezTo>
                <a:cubicBezTo>
                  <a:pt x="920554" y="24896"/>
                  <a:pt x="923183" y="26745"/>
                  <a:pt x="924879" y="29080"/>
                </a:cubicBezTo>
                <a:cubicBezTo>
                  <a:pt x="926574" y="31413"/>
                  <a:pt x="927743" y="34533"/>
                  <a:pt x="928383" y="38441"/>
                </a:cubicBezTo>
                <a:lnTo>
                  <a:pt x="918434" y="39797"/>
                </a:lnTo>
                <a:cubicBezTo>
                  <a:pt x="917982" y="36707"/>
                  <a:pt x="916672" y="34295"/>
                  <a:pt x="914505" y="32561"/>
                </a:cubicBezTo>
                <a:cubicBezTo>
                  <a:pt x="912338" y="30828"/>
                  <a:pt x="909276" y="29961"/>
                  <a:pt x="905319" y="29961"/>
                </a:cubicBezTo>
                <a:cubicBezTo>
                  <a:pt x="900646" y="29961"/>
                  <a:pt x="897311" y="30730"/>
                  <a:pt x="895313" y="32268"/>
                </a:cubicBezTo>
                <a:cubicBezTo>
                  <a:pt x="893316" y="33805"/>
                  <a:pt x="892317" y="35605"/>
                  <a:pt x="892317" y="37669"/>
                </a:cubicBezTo>
                <a:cubicBezTo>
                  <a:pt x="892317" y="38981"/>
                  <a:pt x="892732" y="40162"/>
                  <a:pt x="893561" y="41212"/>
                </a:cubicBezTo>
                <a:cubicBezTo>
                  <a:pt x="894390" y="42299"/>
                  <a:pt x="895690" y="43199"/>
                  <a:pt x="897461" y="43912"/>
                </a:cubicBezTo>
                <a:cubicBezTo>
                  <a:pt x="898479" y="44287"/>
                  <a:pt x="901475" y="45150"/>
                  <a:pt x="906450" y="46500"/>
                </a:cubicBezTo>
                <a:cubicBezTo>
                  <a:pt x="913648" y="48421"/>
                  <a:pt x="918670" y="49993"/>
                  <a:pt x="921515" y="51216"/>
                </a:cubicBezTo>
                <a:cubicBezTo>
                  <a:pt x="924360" y="52440"/>
                  <a:pt x="926593" y="54220"/>
                  <a:pt x="928214" y="56555"/>
                </a:cubicBezTo>
                <a:cubicBezTo>
                  <a:pt x="929834" y="58889"/>
                  <a:pt x="930645" y="61788"/>
                  <a:pt x="930645" y="65252"/>
                </a:cubicBezTo>
                <a:cubicBezTo>
                  <a:pt x="930645" y="68641"/>
                  <a:pt x="929655" y="71833"/>
                  <a:pt x="927677" y="74827"/>
                </a:cubicBezTo>
                <a:cubicBezTo>
                  <a:pt x="925698" y="77819"/>
                  <a:pt x="922843" y="80135"/>
                  <a:pt x="919112" y="81773"/>
                </a:cubicBezTo>
                <a:cubicBezTo>
                  <a:pt x="915381" y="83411"/>
                  <a:pt x="911160" y="84230"/>
                  <a:pt x="906450" y="84230"/>
                </a:cubicBezTo>
                <a:cubicBezTo>
                  <a:pt x="898648" y="84230"/>
                  <a:pt x="892703" y="82605"/>
                  <a:pt x="888614" y="79354"/>
                </a:cubicBezTo>
                <a:cubicBezTo>
                  <a:pt x="884525" y="76104"/>
                  <a:pt x="881916" y="71285"/>
                  <a:pt x="880785" y="64897"/>
                </a:cubicBezTo>
                <a:close/>
                <a:moveTo>
                  <a:pt x="974905" y="82873"/>
                </a:moveTo>
                <a:lnTo>
                  <a:pt x="974905" y="22838"/>
                </a:lnTo>
                <a:lnTo>
                  <a:pt x="984063" y="22838"/>
                </a:lnTo>
                <a:lnTo>
                  <a:pt x="984063" y="31318"/>
                </a:lnTo>
                <a:cubicBezTo>
                  <a:pt x="988472" y="24760"/>
                  <a:pt x="994841" y="21481"/>
                  <a:pt x="1003170" y="21481"/>
                </a:cubicBezTo>
                <a:cubicBezTo>
                  <a:pt x="1006788" y="21481"/>
                  <a:pt x="1010114" y="22132"/>
                  <a:pt x="1013147" y="23432"/>
                </a:cubicBezTo>
                <a:cubicBezTo>
                  <a:pt x="1016181" y="24732"/>
                  <a:pt x="1018452" y="26437"/>
                  <a:pt x="1019959" y="28548"/>
                </a:cubicBezTo>
                <a:cubicBezTo>
                  <a:pt x="1021467" y="30658"/>
                  <a:pt x="1022522" y="33164"/>
                  <a:pt x="1023125" y="36066"/>
                </a:cubicBezTo>
                <a:cubicBezTo>
                  <a:pt x="1023502" y="37951"/>
                  <a:pt x="1023690" y="41248"/>
                  <a:pt x="1023690" y="45959"/>
                </a:cubicBezTo>
                <a:lnTo>
                  <a:pt x="1023690" y="82873"/>
                </a:lnTo>
                <a:lnTo>
                  <a:pt x="1013515" y="82873"/>
                </a:lnTo>
                <a:lnTo>
                  <a:pt x="1013515" y="46316"/>
                </a:lnTo>
                <a:cubicBezTo>
                  <a:pt x="1013515" y="42166"/>
                  <a:pt x="1013119" y="39062"/>
                  <a:pt x="1012328" y="37006"/>
                </a:cubicBezTo>
                <a:cubicBezTo>
                  <a:pt x="1011536" y="34950"/>
                  <a:pt x="1010132" y="33309"/>
                  <a:pt x="1008116" y="32083"/>
                </a:cubicBezTo>
                <a:cubicBezTo>
                  <a:pt x="1006100" y="30857"/>
                  <a:pt x="1003735" y="30244"/>
                  <a:pt x="1001022" y="30244"/>
                </a:cubicBezTo>
                <a:cubicBezTo>
                  <a:pt x="996688" y="30244"/>
                  <a:pt x="992947" y="31621"/>
                  <a:pt x="989800" y="34376"/>
                </a:cubicBezTo>
                <a:cubicBezTo>
                  <a:pt x="986653" y="37129"/>
                  <a:pt x="985080" y="42354"/>
                  <a:pt x="985080" y="50050"/>
                </a:cubicBezTo>
                <a:lnTo>
                  <a:pt x="985080" y="82873"/>
                </a:lnTo>
                <a:lnTo>
                  <a:pt x="974905" y="82873"/>
                </a:lnTo>
                <a:close/>
                <a:moveTo>
                  <a:pt x="1080395" y="63540"/>
                </a:moveTo>
                <a:lnTo>
                  <a:pt x="1090910" y="64840"/>
                </a:lnTo>
                <a:cubicBezTo>
                  <a:pt x="1089252" y="70983"/>
                  <a:pt x="1086180" y="75751"/>
                  <a:pt x="1081696" y="79142"/>
                </a:cubicBezTo>
                <a:cubicBezTo>
                  <a:pt x="1077211" y="82534"/>
                  <a:pt x="1071482" y="84230"/>
                  <a:pt x="1064510" y="84230"/>
                </a:cubicBezTo>
                <a:cubicBezTo>
                  <a:pt x="1055729" y="84230"/>
                  <a:pt x="1048767" y="81526"/>
                  <a:pt x="1043622" y="76118"/>
                </a:cubicBezTo>
                <a:cubicBezTo>
                  <a:pt x="1038478" y="70710"/>
                  <a:pt x="1035906" y="63125"/>
                  <a:pt x="1035906" y="53365"/>
                </a:cubicBezTo>
                <a:cubicBezTo>
                  <a:pt x="1035906" y="43264"/>
                  <a:pt x="1038506" y="35426"/>
                  <a:pt x="1043707" y="29848"/>
                </a:cubicBezTo>
                <a:cubicBezTo>
                  <a:pt x="1048908" y="24270"/>
                  <a:pt x="1055654" y="21481"/>
                  <a:pt x="1063945" y="21481"/>
                </a:cubicBezTo>
                <a:cubicBezTo>
                  <a:pt x="1071972" y="21481"/>
                  <a:pt x="1078530" y="24210"/>
                  <a:pt x="1083618" y="29666"/>
                </a:cubicBezTo>
                <a:cubicBezTo>
                  <a:pt x="1088705" y="35121"/>
                  <a:pt x="1091249" y="42796"/>
                  <a:pt x="1091249" y="52692"/>
                </a:cubicBezTo>
                <a:cubicBezTo>
                  <a:pt x="1091249" y="53293"/>
                  <a:pt x="1091230" y="54196"/>
                  <a:pt x="1091193" y="55400"/>
                </a:cubicBezTo>
                <a:lnTo>
                  <a:pt x="1046421" y="55400"/>
                </a:lnTo>
                <a:cubicBezTo>
                  <a:pt x="1046797" y="61976"/>
                  <a:pt x="1048663" y="67012"/>
                  <a:pt x="1052017" y="70507"/>
                </a:cubicBezTo>
                <a:cubicBezTo>
                  <a:pt x="1055371" y="74003"/>
                  <a:pt x="1059554" y="75751"/>
                  <a:pt x="1064567" y="75751"/>
                </a:cubicBezTo>
                <a:cubicBezTo>
                  <a:pt x="1068298" y="75751"/>
                  <a:pt x="1071482" y="74780"/>
                  <a:pt x="1074120" y="72839"/>
                </a:cubicBezTo>
                <a:cubicBezTo>
                  <a:pt x="1076759" y="70897"/>
                  <a:pt x="1078850" y="67797"/>
                  <a:pt x="1080395" y="63540"/>
                </a:cubicBezTo>
                <a:moveTo>
                  <a:pt x="1046986" y="46920"/>
                </a:moveTo>
                <a:lnTo>
                  <a:pt x="1080508" y="46920"/>
                </a:lnTo>
                <a:cubicBezTo>
                  <a:pt x="1080056" y="41953"/>
                  <a:pt x="1078775" y="38227"/>
                  <a:pt x="1076664" y="35743"/>
                </a:cubicBezTo>
                <a:cubicBezTo>
                  <a:pt x="1073423" y="31888"/>
                  <a:pt x="1069221" y="29961"/>
                  <a:pt x="1064058" y="29961"/>
                </a:cubicBezTo>
                <a:cubicBezTo>
                  <a:pt x="1059385" y="29961"/>
                  <a:pt x="1055456" y="31500"/>
                  <a:pt x="1052272" y="34577"/>
                </a:cubicBezTo>
                <a:cubicBezTo>
                  <a:pt x="1049087" y="37653"/>
                  <a:pt x="1047325" y="41768"/>
                  <a:pt x="1046986" y="46920"/>
                </a:cubicBezTo>
                <a:close/>
                <a:moveTo>
                  <a:pt x="1114771" y="82873"/>
                </a:moveTo>
                <a:lnTo>
                  <a:pt x="1096399" y="22838"/>
                </a:lnTo>
                <a:lnTo>
                  <a:pt x="1106914" y="22838"/>
                </a:lnTo>
                <a:lnTo>
                  <a:pt x="1116467" y="57486"/>
                </a:lnTo>
                <a:lnTo>
                  <a:pt x="1120029" y="70380"/>
                </a:lnTo>
                <a:cubicBezTo>
                  <a:pt x="1120179" y="69741"/>
                  <a:pt x="1121216" y="65618"/>
                  <a:pt x="1123138" y="58012"/>
                </a:cubicBezTo>
                <a:lnTo>
                  <a:pt x="1132691" y="22838"/>
                </a:lnTo>
                <a:lnTo>
                  <a:pt x="1143149" y="22838"/>
                </a:lnTo>
                <a:lnTo>
                  <a:pt x="1152138" y="57654"/>
                </a:lnTo>
                <a:lnTo>
                  <a:pt x="1155134" y="69137"/>
                </a:lnTo>
                <a:lnTo>
                  <a:pt x="1158582" y="57546"/>
                </a:lnTo>
                <a:lnTo>
                  <a:pt x="1168871" y="22838"/>
                </a:lnTo>
                <a:lnTo>
                  <a:pt x="1178763" y="22838"/>
                </a:lnTo>
                <a:lnTo>
                  <a:pt x="1159995" y="82873"/>
                </a:lnTo>
                <a:lnTo>
                  <a:pt x="1149424" y="82873"/>
                </a:lnTo>
                <a:lnTo>
                  <a:pt x="1139871" y="46901"/>
                </a:lnTo>
                <a:lnTo>
                  <a:pt x="1137553" y="36688"/>
                </a:lnTo>
                <a:lnTo>
                  <a:pt x="1125399" y="82873"/>
                </a:lnTo>
                <a:lnTo>
                  <a:pt x="1114771" y="82873"/>
                </a:lnTo>
                <a:close/>
                <a:moveTo>
                  <a:pt x="1219522" y="11758"/>
                </a:moveTo>
                <a:lnTo>
                  <a:pt x="1219522" y="0"/>
                </a:lnTo>
                <a:lnTo>
                  <a:pt x="1229697" y="0"/>
                </a:lnTo>
                <a:lnTo>
                  <a:pt x="1229697" y="11758"/>
                </a:lnTo>
                <a:lnTo>
                  <a:pt x="1219522" y="11758"/>
                </a:lnTo>
                <a:moveTo>
                  <a:pt x="1219522" y="82873"/>
                </a:moveTo>
                <a:lnTo>
                  <a:pt x="1219522" y="22838"/>
                </a:lnTo>
                <a:lnTo>
                  <a:pt x="1229697" y="22838"/>
                </a:lnTo>
                <a:lnTo>
                  <a:pt x="1229697" y="82873"/>
                </a:lnTo>
                <a:lnTo>
                  <a:pt x="1219522" y="82873"/>
                </a:lnTo>
                <a:close/>
                <a:moveTo>
                  <a:pt x="1245190" y="82873"/>
                </a:moveTo>
                <a:lnTo>
                  <a:pt x="1245190" y="22838"/>
                </a:lnTo>
                <a:lnTo>
                  <a:pt x="1254292" y="22838"/>
                </a:lnTo>
                <a:lnTo>
                  <a:pt x="1254292" y="31205"/>
                </a:lnTo>
                <a:cubicBezTo>
                  <a:pt x="1256176" y="28282"/>
                  <a:pt x="1258682" y="25930"/>
                  <a:pt x="1261810" y="24151"/>
                </a:cubicBezTo>
                <a:cubicBezTo>
                  <a:pt x="1264938" y="22371"/>
                  <a:pt x="1268500" y="21481"/>
                  <a:pt x="1272495" y="21481"/>
                </a:cubicBezTo>
                <a:cubicBezTo>
                  <a:pt x="1276942" y="21481"/>
                  <a:pt x="1280588" y="22400"/>
                  <a:pt x="1283433" y="24237"/>
                </a:cubicBezTo>
                <a:cubicBezTo>
                  <a:pt x="1286278" y="26073"/>
                  <a:pt x="1288285" y="28641"/>
                  <a:pt x="1289454" y="31940"/>
                </a:cubicBezTo>
                <a:cubicBezTo>
                  <a:pt x="1294202" y="24968"/>
                  <a:pt x="1300383" y="21481"/>
                  <a:pt x="1307996" y="21481"/>
                </a:cubicBezTo>
                <a:cubicBezTo>
                  <a:pt x="1313950" y="21481"/>
                  <a:pt x="1318529" y="23130"/>
                  <a:pt x="1321732" y="26428"/>
                </a:cubicBezTo>
                <a:cubicBezTo>
                  <a:pt x="1324936" y="29725"/>
                  <a:pt x="1326537" y="34804"/>
                  <a:pt x="1326537" y="41663"/>
                </a:cubicBezTo>
                <a:lnTo>
                  <a:pt x="1326537" y="82873"/>
                </a:lnTo>
                <a:lnTo>
                  <a:pt x="1316419" y="82873"/>
                </a:lnTo>
                <a:lnTo>
                  <a:pt x="1316419" y="45014"/>
                </a:lnTo>
                <a:cubicBezTo>
                  <a:pt x="1316419" y="40939"/>
                  <a:pt x="1316089" y="38006"/>
                  <a:pt x="1315429" y="36215"/>
                </a:cubicBezTo>
                <a:cubicBezTo>
                  <a:pt x="1314770" y="34422"/>
                  <a:pt x="1313573" y="32979"/>
                  <a:pt x="1311840" y="31885"/>
                </a:cubicBezTo>
                <a:cubicBezTo>
                  <a:pt x="1310106" y="30791"/>
                  <a:pt x="1308071" y="30244"/>
                  <a:pt x="1305734" y="30244"/>
                </a:cubicBezTo>
                <a:cubicBezTo>
                  <a:pt x="1301513" y="30244"/>
                  <a:pt x="1298009" y="31649"/>
                  <a:pt x="1295220" y="34460"/>
                </a:cubicBezTo>
                <a:cubicBezTo>
                  <a:pt x="1292431" y="37271"/>
                  <a:pt x="1291036" y="41769"/>
                  <a:pt x="1291036" y="47957"/>
                </a:cubicBezTo>
                <a:lnTo>
                  <a:pt x="1291036" y="82873"/>
                </a:lnTo>
                <a:lnTo>
                  <a:pt x="1280861" y="82873"/>
                </a:lnTo>
                <a:lnTo>
                  <a:pt x="1280861" y="43825"/>
                </a:lnTo>
                <a:cubicBezTo>
                  <a:pt x="1280861" y="39298"/>
                  <a:pt x="1280032" y="35903"/>
                  <a:pt x="1278374" y="33639"/>
                </a:cubicBezTo>
                <a:cubicBezTo>
                  <a:pt x="1276715" y="31375"/>
                  <a:pt x="1274002" y="30244"/>
                  <a:pt x="1270233" y="30244"/>
                </a:cubicBezTo>
                <a:cubicBezTo>
                  <a:pt x="1267369" y="30244"/>
                  <a:pt x="1264722" y="30999"/>
                  <a:pt x="1262291" y="32508"/>
                </a:cubicBezTo>
                <a:cubicBezTo>
                  <a:pt x="1259860" y="34017"/>
                  <a:pt x="1258098" y="36224"/>
                  <a:pt x="1257005" y="39130"/>
                </a:cubicBezTo>
                <a:cubicBezTo>
                  <a:pt x="1255912" y="42034"/>
                  <a:pt x="1255366" y="46221"/>
                  <a:pt x="1255366" y="51692"/>
                </a:cubicBezTo>
                <a:lnTo>
                  <a:pt x="1255366" y="82873"/>
                </a:lnTo>
                <a:lnTo>
                  <a:pt x="1245190" y="82873"/>
                </a:lnTo>
                <a:close/>
                <a:moveTo>
                  <a:pt x="1337685" y="58000"/>
                </a:moveTo>
                <a:lnTo>
                  <a:pt x="1337685" y="47712"/>
                </a:lnTo>
                <a:lnTo>
                  <a:pt x="1368946" y="47712"/>
                </a:lnTo>
                <a:lnTo>
                  <a:pt x="1368946" y="58000"/>
                </a:lnTo>
                <a:lnTo>
                  <a:pt x="1337685" y="58000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pressions.">
            <a:extLst xmlns:a="http://schemas.openxmlformats.org/drawingml/2006/main">
              <a:ext uri="{FF2B5EF4-FFF2-40B4-BE49-F238E27FC236}">
                <a16:creationId xmlns:a16="http://schemas.microsoft.com/office/drawing/2014/main" id="{31AC8A47-D09C-476A-B145-0D6F83C6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593" y="8052348"/>
            <a:ext cx="509996" cy="105938"/>
          </a:xfrm>
          <a:custGeom xmlns:a="http://schemas.openxmlformats.org/drawingml/2006/main">
            <a:pathLst>
              <a:path w="509996" h="105938">
                <a:moveTo>
                  <a:pt x="0" y="105938"/>
                </a:moveTo>
                <a:lnTo>
                  <a:pt x="0" y="22838"/>
                </a:lnTo>
                <a:lnTo>
                  <a:pt x="9271" y="22838"/>
                </a:lnTo>
                <a:lnTo>
                  <a:pt x="9271" y="30583"/>
                </a:lnTo>
                <a:cubicBezTo>
                  <a:pt x="11457" y="27549"/>
                  <a:pt x="13925" y="25274"/>
                  <a:pt x="16676" y="23757"/>
                </a:cubicBezTo>
                <a:cubicBezTo>
                  <a:pt x="19428" y="22240"/>
                  <a:pt x="22763" y="21481"/>
                  <a:pt x="26682" y="21481"/>
                </a:cubicBezTo>
                <a:cubicBezTo>
                  <a:pt x="31808" y="21481"/>
                  <a:pt x="36330" y="22801"/>
                  <a:pt x="40250" y="25439"/>
                </a:cubicBezTo>
                <a:cubicBezTo>
                  <a:pt x="44169" y="28077"/>
                  <a:pt x="47127" y="31798"/>
                  <a:pt x="49125" y="36603"/>
                </a:cubicBezTo>
                <a:cubicBezTo>
                  <a:pt x="51122" y="41408"/>
                  <a:pt x="52121" y="46675"/>
                  <a:pt x="52121" y="52404"/>
                </a:cubicBezTo>
                <a:cubicBezTo>
                  <a:pt x="52121" y="58547"/>
                  <a:pt x="51019" y="64077"/>
                  <a:pt x="48814" y="68995"/>
                </a:cubicBezTo>
                <a:cubicBezTo>
                  <a:pt x="46609" y="73913"/>
                  <a:pt x="43406" y="77682"/>
                  <a:pt x="39204" y="80301"/>
                </a:cubicBezTo>
                <a:cubicBezTo>
                  <a:pt x="35002" y="82920"/>
                  <a:pt x="30583" y="84230"/>
                  <a:pt x="25947" y="84230"/>
                </a:cubicBezTo>
                <a:cubicBezTo>
                  <a:pt x="22556" y="84230"/>
                  <a:pt x="19512" y="83505"/>
                  <a:pt x="16818" y="82054"/>
                </a:cubicBezTo>
                <a:cubicBezTo>
                  <a:pt x="14123" y="80602"/>
                  <a:pt x="11909" y="78768"/>
                  <a:pt x="10175" y="76553"/>
                </a:cubicBezTo>
                <a:lnTo>
                  <a:pt x="10175" y="105938"/>
                </a:lnTo>
                <a:lnTo>
                  <a:pt x="0" y="105938"/>
                </a:lnTo>
                <a:moveTo>
                  <a:pt x="9214" y="53110"/>
                </a:moveTo>
                <a:cubicBezTo>
                  <a:pt x="9214" y="60827"/>
                  <a:pt x="10778" y="66529"/>
                  <a:pt x="13906" y="70218"/>
                </a:cubicBezTo>
                <a:cubicBezTo>
                  <a:pt x="17034" y="73906"/>
                  <a:pt x="20822" y="75751"/>
                  <a:pt x="25269" y="75751"/>
                </a:cubicBezTo>
                <a:cubicBezTo>
                  <a:pt x="29791" y="75751"/>
                  <a:pt x="33664" y="73840"/>
                  <a:pt x="36886" y="70020"/>
                </a:cubicBezTo>
                <a:cubicBezTo>
                  <a:pt x="40108" y="66199"/>
                  <a:pt x="41719" y="60280"/>
                  <a:pt x="41719" y="52262"/>
                </a:cubicBezTo>
                <a:cubicBezTo>
                  <a:pt x="41719" y="44621"/>
                  <a:pt x="40146" y="38900"/>
                  <a:pt x="36999" y="35098"/>
                </a:cubicBezTo>
                <a:cubicBezTo>
                  <a:pt x="33852" y="31297"/>
                  <a:pt x="30093" y="29396"/>
                  <a:pt x="25721" y="29396"/>
                </a:cubicBezTo>
                <a:cubicBezTo>
                  <a:pt x="21387" y="29396"/>
                  <a:pt x="17553" y="31419"/>
                  <a:pt x="14217" y="35466"/>
                </a:cubicBezTo>
                <a:cubicBezTo>
                  <a:pt x="10882" y="39512"/>
                  <a:pt x="9214" y="45394"/>
                  <a:pt x="9214" y="53110"/>
                </a:cubicBezTo>
                <a:close/>
                <a:moveTo>
                  <a:pt x="64280" y="82873"/>
                </a:moveTo>
                <a:lnTo>
                  <a:pt x="64280" y="22838"/>
                </a:lnTo>
                <a:lnTo>
                  <a:pt x="73438" y="22838"/>
                </a:lnTo>
                <a:lnTo>
                  <a:pt x="73438" y="31883"/>
                </a:lnTo>
                <a:cubicBezTo>
                  <a:pt x="75775" y="27648"/>
                  <a:pt x="77932" y="24856"/>
                  <a:pt x="79911" y="23506"/>
                </a:cubicBezTo>
                <a:cubicBezTo>
                  <a:pt x="81890" y="22156"/>
                  <a:pt x="84066" y="21481"/>
                  <a:pt x="86440" y="21481"/>
                </a:cubicBezTo>
                <a:cubicBezTo>
                  <a:pt x="89870" y="21481"/>
                  <a:pt x="93356" y="22570"/>
                  <a:pt x="96898" y="24746"/>
                </a:cubicBezTo>
                <a:lnTo>
                  <a:pt x="93394" y="34144"/>
                </a:lnTo>
                <a:cubicBezTo>
                  <a:pt x="90906" y="32674"/>
                  <a:pt x="88419" y="31940"/>
                  <a:pt x="85932" y="31940"/>
                </a:cubicBezTo>
                <a:cubicBezTo>
                  <a:pt x="83708" y="31940"/>
                  <a:pt x="81711" y="32610"/>
                  <a:pt x="79939" y="33950"/>
                </a:cubicBezTo>
                <a:cubicBezTo>
                  <a:pt x="78168" y="35289"/>
                  <a:pt x="76906" y="37147"/>
                  <a:pt x="76152" y="39523"/>
                </a:cubicBezTo>
                <a:cubicBezTo>
                  <a:pt x="75021" y="43145"/>
                  <a:pt x="74456" y="47106"/>
                  <a:pt x="74456" y="51407"/>
                </a:cubicBezTo>
                <a:lnTo>
                  <a:pt x="74456" y="82873"/>
                </a:lnTo>
                <a:lnTo>
                  <a:pt x="64280" y="82873"/>
                </a:lnTo>
                <a:close/>
                <a:moveTo>
                  <a:pt x="144055" y="63540"/>
                </a:moveTo>
                <a:lnTo>
                  <a:pt x="154570" y="64840"/>
                </a:lnTo>
                <a:cubicBezTo>
                  <a:pt x="152912" y="70983"/>
                  <a:pt x="149840" y="75751"/>
                  <a:pt x="145355" y="79142"/>
                </a:cubicBezTo>
                <a:cubicBezTo>
                  <a:pt x="140871" y="82534"/>
                  <a:pt x="135142" y="84230"/>
                  <a:pt x="128170" y="84230"/>
                </a:cubicBezTo>
                <a:cubicBezTo>
                  <a:pt x="119389" y="84230"/>
                  <a:pt x="112427" y="81526"/>
                  <a:pt x="107282" y="76118"/>
                </a:cubicBezTo>
                <a:cubicBezTo>
                  <a:pt x="102138" y="70710"/>
                  <a:pt x="99566" y="63125"/>
                  <a:pt x="99566" y="53365"/>
                </a:cubicBezTo>
                <a:cubicBezTo>
                  <a:pt x="99566" y="43264"/>
                  <a:pt x="102166" y="35426"/>
                  <a:pt x="107367" y="29848"/>
                </a:cubicBezTo>
                <a:cubicBezTo>
                  <a:pt x="112568" y="24270"/>
                  <a:pt x="119314" y="21481"/>
                  <a:pt x="127605" y="21481"/>
                </a:cubicBezTo>
                <a:cubicBezTo>
                  <a:pt x="135632" y="21481"/>
                  <a:pt x="142190" y="24210"/>
                  <a:pt x="147277" y="29666"/>
                </a:cubicBezTo>
                <a:cubicBezTo>
                  <a:pt x="152365" y="35121"/>
                  <a:pt x="154909" y="42796"/>
                  <a:pt x="154909" y="52692"/>
                </a:cubicBezTo>
                <a:cubicBezTo>
                  <a:pt x="154909" y="53293"/>
                  <a:pt x="154890" y="54196"/>
                  <a:pt x="154853" y="55400"/>
                </a:cubicBezTo>
                <a:lnTo>
                  <a:pt x="110081" y="55400"/>
                </a:lnTo>
                <a:cubicBezTo>
                  <a:pt x="110457" y="61976"/>
                  <a:pt x="112323" y="67012"/>
                  <a:pt x="115677" y="70507"/>
                </a:cubicBezTo>
                <a:cubicBezTo>
                  <a:pt x="119031" y="74003"/>
                  <a:pt x="123214" y="75751"/>
                  <a:pt x="128227" y="75751"/>
                </a:cubicBezTo>
                <a:cubicBezTo>
                  <a:pt x="131958" y="75751"/>
                  <a:pt x="135142" y="74780"/>
                  <a:pt x="137780" y="72839"/>
                </a:cubicBezTo>
                <a:cubicBezTo>
                  <a:pt x="140418" y="70897"/>
                  <a:pt x="142510" y="67797"/>
                  <a:pt x="144055" y="63540"/>
                </a:cubicBezTo>
                <a:moveTo>
                  <a:pt x="110646" y="46920"/>
                </a:moveTo>
                <a:lnTo>
                  <a:pt x="144168" y="46920"/>
                </a:lnTo>
                <a:cubicBezTo>
                  <a:pt x="143716" y="41953"/>
                  <a:pt x="142435" y="38227"/>
                  <a:pt x="140324" y="35743"/>
                </a:cubicBezTo>
                <a:cubicBezTo>
                  <a:pt x="137083" y="31888"/>
                  <a:pt x="132881" y="29961"/>
                  <a:pt x="127718" y="29961"/>
                </a:cubicBezTo>
                <a:cubicBezTo>
                  <a:pt x="123045" y="29961"/>
                  <a:pt x="119116" y="31500"/>
                  <a:pt x="115931" y="34577"/>
                </a:cubicBezTo>
                <a:cubicBezTo>
                  <a:pt x="112747" y="37653"/>
                  <a:pt x="110985" y="41768"/>
                  <a:pt x="110646" y="46920"/>
                </a:cubicBezTo>
                <a:close/>
                <a:moveTo>
                  <a:pt x="163281" y="64897"/>
                </a:moveTo>
                <a:lnTo>
                  <a:pt x="173344" y="63314"/>
                </a:lnTo>
                <a:cubicBezTo>
                  <a:pt x="173909" y="67329"/>
                  <a:pt x="175482" y="70405"/>
                  <a:pt x="178064" y="72544"/>
                </a:cubicBezTo>
                <a:cubicBezTo>
                  <a:pt x="180646" y="74682"/>
                  <a:pt x="184254" y="75751"/>
                  <a:pt x="188890" y="75751"/>
                </a:cubicBezTo>
                <a:cubicBezTo>
                  <a:pt x="193563" y="75751"/>
                  <a:pt x="197030" y="74807"/>
                  <a:pt x="199291" y="72919"/>
                </a:cubicBezTo>
                <a:cubicBezTo>
                  <a:pt x="201552" y="71030"/>
                  <a:pt x="202683" y="68814"/>
                  <a:pt x="202683" y="66273"/>
                </a:cubicBezTo>
                <a:cubicBezTo>
                  <a:pt x="202683" y="63992"/>
                  <a:pt x="201684" y="62197"/>
                  <a:pt x="199687" y="60888"/>
                </a:cubicBezTo>
                <a:cubicBezTo>
                  <a:pt x="198292" y="59991"/>
                  <a:pt x="194825" y="58850"/>
                  <a:pt x="189285" y="57467"/>
                </a:cubicBezTo>
                <a:cubicBezTo>
                  <a:pt x="181823" y="55581"/>
                  <a:pt x="176651" y="53950"/>
                  <a:pt x="173768" y="52573"/>
                </a:cubicBezTo>
                <a:cubicBezTo>
                  <a:pt x="170885" y="51196"/>
                  <a:pt x="168699" y="49291"/>
                  <a:pt x="167210" y="46858"/>
                </a:cubicBezTo>
                <a:cubicBezTo>
                  <a:pt x="165722" y="44425"/>
                  <a:pt x="164977" y="41738"/>
                  <a:pt x="164977" y="38796"/>
                </a:cubicBezTo>
                <a:cubicBezTo>
                  <a:pt x="164977" y="36118"/>
                  <a:pt x="165590" y="33637"/>
                  <a:pt x="166814" y="31355"/>
                </a:cubicBezTo>
                <a:cubicBezTo>
                  <a:pt x="168039" y="29072"/>
                  <a:pt x="169707" y="27177"/>
                  <a:pt x="171817" y="25668"/>
                </a:cubicBezTo>
                <a:cubicBezTo>
                  <a:pt x="173400" y="24499"/>
                  <a:pt x="175558" y="23509"/>
                  <a:pt x="178290" y="22699"/>
                </a:cubicBezTo>
                <a:cubicBezTo>
                  <a:pt x="181022" y="21887"/>
                  <a:pt x="183953" y="21481"/>
                  <a:pt x="187081" y="21481"/>
                </a:cubicBezTo>
                <a:cubicBezTo>
                  <a:pt x="191791" y="21481"/>
                  <a:pt x="195928" y="22165"/>
                  <a:pt x="199489" y="23531"/>
                </a:cubicBezTo>
                <a:cubicBezTo>
                  <a:pt x="203050" y="24896"/>
                  <a:pt x="205679" y="26745"/>
                  <a:pt x="207375" y="29080"/>
                </a:cubicBezTo>
                <a:cubicBezTo>
                  <a:pt x="209071" y="31413"/>
                  <a:pt x="210239" y="34533"/>
                  <a:pt x="210880" y="38441"/>
                </a:cubicBezTo>
                <a:lnTo>
                  <a:pt x="200930" y="39797"/>
                </a:lnTo>
                <a:cubicBezTo>
                  <a:pt x="200478" y="36707"/>
                  <a:pt x="199169" y="34295"/>
                  <a:pt x="197002" y="32561"/>
                </a:cubicBezTo>
                <a:cubicBezTo>
                  <a:pt x="194835" y="30828"/>
                  <a:pt x="191773" y="29961"/>
                  <a:pt x="187815" y="29961"/>
                </a:cubicBezTo>
                <a:cubicBezTo>
                  <a:pt x="183142" y="29961"/>
                  <a:pt x="179807" y="30730"/>
                  <a:pt x="177810" y="32268"/>
                </a:cubicBezTo>
                <a:cubicBezTo>
                  <a:pt x="175812" y="33805"/>
                  <a:pt x="174813" y="35605"/>
                  <a:pt x="174813" y="37669"/>
                </a:cubicBezTo>
                <a:cubicBezTo>
                  <a:pt x="174813" y="38981"/>
                  <a:pt x="175228" y="40162"/>
                  <a:pt x="176057" y="41212"/>
                </a:cubicBezTo>
                <a:cubicBezTo>
                  <a:pt x="176886" y="42299"/>
                  <a:pt x="178186" y="43199"/>
                  <a:pt x="179958" y="43912"/>
                </a:cubicBezTo>
                <a:cubicBezTo>
                  <a:pt x="180975" y="44287"/>
                  <a:pt x="183971" y="45150"/>
                  <a:pt x="188946" y="46500"/>
                </a:cubicBezTo>
                <a:cubicBezTo>
                  <a:pt x="196144" y="48421"/>
                  <a:pt x="201166" y="49993"/>
                  <a:pt x="204011" y="51216"/>
                </a:cubicBezTo>
                <a:cubicBezTo>
                  <a:pt x="206857" y="52440"/>
                  <a:pt x="209090" y="54220"/>
                  <a:pt x="210710" y="56555"/>
                </a:cubicBezTo>
                <a:cubicBezTo>
                  <a:pt x="212331" y="58889"/>
                  <a:pt x="213141" y="61788"/>
                  <a:pt x="213141" y="65252"/>
                </a:cubicBezTo>
                <a:cubicBezTo>
                  <a:pt x="213141" y="68641"/>
                  <a:pt x="212152" y="71833"/>
                  <a:pt x="210173" y="74827"/>
                </a:cubicBezTo>
                <a:cubicBezTo>
                  <a:pt x="208195" y="77819"/>
                  <a:pt x="205340" y="80135"/>
                  <a:pt x="201609" y="81773"/>
                </a:cubicBezTo>
                <a:cubicBezTo>
                  <a:pt x="197878" y="83411"/>
                  <a:pt x="193657" y="84230"/>
                  <a:pt x="188946" y="84230"/>
                </a:cubicBezTo>
                <a:cubicBezTo>
                  <a:pt x="181145" y="84230"/>
                  <a:pt x="175200" y="82605"/>
                  <a:pt x="171111" y="79354"/>
                </a:cubicBezTo>
                <a:cubicBezTo>
                  <a:pt x="167022" y="76104"/>
                  <a:pt x="164412" y="71285"/>
                  <a:pt x="163281" y="64897"/>
                </a:cubicBezTo>
                <a:close/>
                <a:moveTo>
                  <a:pt x="221168" y="64897"/>
                </a:moveTo>
                <a:lnTo>
                  <a:pt x="231230" y="63314"/>
                </a:lnTo>
                <a:cubicBezTo>
                  <a:pt x="231796" y="67329"/>
                  <a:pt x="233369" y="70405"/>
                  <a:pt x="235951" y="72544"/>
                </a:cubicBezTo>
                <a:cubicBezTo>
                  <a:pt x="238532" y="74682"/>
                  <a:pt x="242141" y="75751"/>
                  <a:pt x="246776" y="75751"/>
                </a:cubicBezTo>
                <a:cubicBezTo>
                  <a:pt x="251449" y="75751"/>
                  <a:pt x="254917" y="74807"/>
                  <a:pt x="257178" y="72919"/>
                </a:cubicBezTo>
                <a:cubicBezTo>
                  <a:pt x="259439" y="71030"/>
                  <a:pt x="260570" y="68814"/>
                  <a:pt x="260570" y="66273"/>
                </a:cubicBezTo>
                <a:cubicBezTo>
                  <a:pt x="260570" y="63992"/>
                  <a:pt x="259571" y="62197"/>
                  <a:pt x="257573" y="60888"/>
                </a:cubicBezTo>
                <a:cubicBezTo>
                  <a:pt x="256179" y="59991"/>
                  <a:pt x="252712" y="58850"/>
                  <a:pt x="247172" y="57467"/>
                </a:cubicBezTo>
                <a:cubicBezTo>
                  <a:pt x="239710" y="55581"/>
                  <a:pt x="234537" y="53950"/>
                  <a:pt x="231654" y="52573"/>
                </a:cubicBezTo>
                <a:cubicBezTo>
                  <a:pt x="228771" y="51196"/>
                  <a:pt x="226585" y="49291"/>
                  <a:pt x="225097" y="46858"/>
                </a:cubicBezTo>
                <a:cubicBezTo>
                  <a:pt x="223608" y="44425"/>
                  <a:pt x="222864" y="41738"/>
                  <a:pt x="222864" y="38796"/>
                </a:cubicBezTo>
                <a:cubicBezTo>
                  <a:pt x="222864" y="36118"/>
                  <a:pt x="223476" y="33637"/>
                  <a:pt x="224701" y="31355"/>
                </a:cubicBezTo>
                <a:cubicBezTo>
                  <a:pt x="225926" y="29072"/>
                  <a:pt x="227594" y="27177"/>
                  <a:pt x="229704" y="25668"/>
                </a:cubicBezTo>
                <a:cubicBezTo>
                  <a:pt x="231287" y="24499"/>
                  <a:pt x="233444" y="23509"/>
                  <a:pt x="236177" y="22699"/>
                </a:cubicBezTo>
                <a:cubicBezTo>
                  <a:pt x="238909" y="21887"/>
                  <a:pt x="241839" y="21481"/>
                  <a:pt x="244967" y="21481"/>
                </a:cubicBezTo>
                <a:cubicBezTo>
                  <a:pt x="249678" y="21481"/>
                  <a:pt x="253814" y="22165"/>
                  <a:pt x="257376" y="23531"/>
                </a:cubicBezTo>
                <a:cubicBezTo>
                  <a:pt x="260937" y="24896"/>
                  <a:pt x="263566" y="26745"/>
                  <a:pt x="265262" y="29080"/>
                </a:cubicBezTo>
                <a:cubicBezTo>
                  <a:pt x="266957" y="31413"/>
                  <a:pt x="268126" y="34533"/>
                  <a:pt x="268766" y="38441"/>
                </a:cubicBezTo>
                <a:lnTo>
                  <a:pt x="258817" y="39797"/>
                </a:lnTo>
                <a:cubicBezTo>
                  <a:pt x="258365" y="36707"/>
                  <a:pt x="257055" y="34295"/>
                  <a:pt x="254888" y="32561"/>
                </a:cubicBezTo>
                <a:cubicBezTo>
                  <a:pt x="252721" y="30828"/>
                  <a:pt x="249659" y="29961"/>
                  <a:pt x="245702" y="29961"/>
                </a:cubicBezTo>
                <a:cubicBezTo>
                  <a:pt x="241029" y="29961"/>
                  <a:pt x="237694" y="30730"/>
                  <a:pt x="235696" y="32268"/>
                </a:cubicBezTo>
                <a:cubicBezTo>
                  <a:pt x="233699" y="33805"/>
                  <a:pt x="232700" y="35605"/>
                  <a:pt x="232700" y="37669"/>
                </a:cubicBezTo>
                <a:cubicBezTo>
                  <a:pt x="232700" y="38981"/>
                  <a:pt x="233115" y="40162"/>
                  <a:pt x="233944" y="41212"/>
                </a:cubicBezTo>
                <a:cubicBezTo>
                  <a:pt x="234773" y="42299"/>
                  <a:pt x="236073" y="43199"/>
                  <a:pt x="237844" y="43912"/>
                </a:cubicBezTo>
                <a:cubicBezTo>
                  <a:pt x="238862" y="44287"/>
                  <a:pt x="241858" y="45150"/>
                  <a:pt x="246833" y="46500"/>
                </a:cubicBezTo>
                <a:cubicBezTo>
                  <a:pt x="254031" y="48421"/>
                  <a:pt x="259053" y="49993"/>
                  <a:pt x="261898" y="51216"/>
                </a:cubicBezTo>
                <a:cubicBezTo>
                  <a:pt x="264743" y="52440"/>
                  <a:pt x="266976" y="54220"/>
                  <a:pt x="268597" y="56555"/>
                </a:cubicBezTo>
                <a:cubicBezTo>
                  <a:pt x="270217" y="58889"/>
                  <a:pt x="271028" y="61788"/>
                  <a:pt x="271028" y="65252"/>
                </a:cubicBezTo>
                <a:cubicBezTo>
                  <a:pt x="271028" y="68641"/>
                  <a:pt x="270038" y="71833"/>
                  <a:pt x="268060" y="74827"/>
                </a:cubicBezTo>
                <a:cubicBezTo>
                  <a:pt x="266081" y="77819"/>
                  <a:pt x="263226" y="80135"/>
                  <a:pt x="259495" y="81773"/>
                </a:cubicBezTo>
                <a:cubicBezTo>
                  <a:pt x="255764" y="83411"/>
                  <a:pt x="251544" y="84230"/>
                  <a:pt x="246833" y="84230"/>
                </a:cubicBezTo>
                <a:cubicBezTo>
                  <a:pt x="239032" y="84230"/>
                  <a:pt x="233086" y="82605"/>
                  <a:pt x="228997" y="79354"/>
                </a:cubicBezTo>
                <a:cubicBezTo>
                  <a:pt x="224908" y="76104"/>
                  <a:pt x="222299" y="71285"/>
                  <a:pt x="221168" y="64897"/>
                </a:cubicBezTo>
                <a:close/>
                <a:moveTo>
                  <a:pt x="283182" y="11758"/>
                </a:moveTo>
                <a:lnTo>
                  <a:pt x="283182" y="0"/>
                </a:lnTo>
                <a:lnTo>
                  <a:pt x="293357" y="0"/>
                </a:lnTo>
                <a:lnTo>
                  <a:pt x="293357" y="11758"/>
                </a:lnTo>
                <a:lnTo>
                  <a:pt x="283182" y="11758"/>
                </a:lnTo>
                <a:moveTo>
                  <a:pt x="283182" y="82873"/>
                </a:moveTo>
                <a:lnTo>
                  <a:pt x="283182" y="22838"/>
                </a:lnTo>
                <a:lnTo>
                  <a:pt x="293357" y="22838"/>
                </a:lnTo>
                <a:lnTo>
                  <a:pt x="293357" y="82873"/>
                </a:lnTo>
                <a:lnTo>
                  <a:pt x="283182" y="82873"/>
                </a:lnTo>
                <a:close/>
                <a:moveTo>
                  <a:pt x="305063" y="52856"/>
                </a:moveTo>
                <a:cubicBezTo>
                  <a:pt x="305063" y="41738"/>
                  <a:pt x="308153" y="33504"/>
                  <a:pt x="314334" y="28152"/>
                </a:cubicBezTo>
                <a:cubicBezTo>
                  <a:pt x="319497" y="23705"/>
                  <a:pt x="325791" y="21481"/>
                  <a:pt x="333215" y="21481"/>
                </a:cubicBezTo>
                <a:cubicBezTo>
                  <a:pt x="341468" y="21481"/>
                  <a:pt x="348214" y="24186"/>
                  <a:pt x="353453" y="29594"/>
                </a:cubicBezTo>
                <a:cubicBezTo>
                  <a:pt x="358691" y="35002"/>
                  <a:pt x="361310" y="42473"/>
                  <a:pt x="361310" y="52008"/>
                </a:cubicBezTo>
                <a:cubicBezTo>
                  <a:pt x="361310" y="59734"/>
                  <a:pt x="360152" y="65811"/>
                  <a:pt x="357834" y="70239"/>
                </a:cubicBezTo>
                <a:cubicBezTo>
                  <a:pt x="355516" y="74667"/>
                  <a:pt x="352143" y="78106"/>
                  <a:pt x="347715" y="80556"/>
                </a:cubicBezTo>
                <a:cubicBezTo>
                  <a:pt x="343287" y="83005"/>
                  <a:pt x="338453" y="84230"/>
                  <a:pt x="333215" y="84230"/>
                </a:cubicBezTo>
                <a:cubicBezTo>
                  <a:pt x="324811" y="84230"/>
                  <a:pt x="318018" y="81535"/>
                  <a:pt x="312836" y="76146"/>
                </a:cubicBezTo>
                <a:cubicBezTo>
                  <a:pt x="307654" y="70757"/>
                  <a:pt x="305063" y="62994"/>
                  <a:pt x="305063" y="52856"/>
                </a:cubicBezTo>
                <a:moveTo>
                  <a:pt x="315521" y="52828"/>
                </a:moveTo>
                <a:cubicBezTo>
                  <a:pt x="315521" y="60487"/>
                  <a:pt x="317198" y="66223"/>
                  <a:pt x="320552" y="70034"/>
                </a:cubicBezTo>
                <a:cubicBezTo>
                  <a:pt x="323906" y="73845"/>
                  <a:pt x="328127" y="75751"/>
                  <a:pt x="333215" y="75751"/>
                </a:cubicBezTo>
                <a:cubicBezTo>
                  <a:pt x="338265" y="75751"/>
                  <a:pt x="342467" y="73836"/>
                  <a:pt x="345821" y="70006"/>
                </a:cubicBezTo>
                <a:cubicBezTo>
                  <a:pt x="349175" y="66176"/>
                  <a:pt x="350852" y="60337"/>
                  <a:pt x="350852" y="52490"/>
                </a:cubicBezTo>
                <a:cubicBezTo>
                  <a:pt x="350852" y="45093"/>
                  <a:pt x="349166" y="39489"/>
                  <a:pt x="345793" y="35678"/>
                </a:cubicBezTo>
                <a:cubicBezTo>
                  <a:pt x="342420" y="31867"/>
                  <a:pt x="338227" y="29961"/>
                  <a:pt x="333215" y="29961"/>
                </a:cubicBezTo>
                <a:cubicBezTo>
                  <a:pt x="328127" y="29961"/>
                  <a:pt x="323906" y="31857"/>
                  <a:pt x="320552" y="35649"/>
                </a:cubicBezTo>
                <a:cubicBezTo>
                  <a:pt x="317198" y="39442"/>
                  <a:pt x="315521" y="45168"/>
                  <a:pt x="315521" y="52828"/>
                </a:cubicBezTo>
                <a:close/>
                <a:moveTo>
                  <a:pt x="373244" y="82873"/>
                </a:moveTo>
                <a:lnTo>
                  <a:pt x="373244" y="22838"/>
                </a:lnTo>
                <a:lnTo>
                  <a:pt x="382402" y="22838"/>
                </a:lnTo>
                <a:lnTo>
                  <a:pt x="382402" y="31318"/>
                </a:lnTo>
                <a:cubicBezTo>
                  <a:pt x="386811" y="24760"/>
                  <a:pt x="393180" y="21481"/>
                  <a:pt x="401509" y="21481"/>
                </a:cubicBezTo>
                <a:cubicBezTo>
                  <a:pt x="405127" y="21481"/>
                  <a:pt x="408453" y="22132"/>
                  <a:pt x="411487" y="23432"/>
                </a:cubicBezTo>
                <a:cubicBezTo>
                  <a:pt x="414520" y="24732"/>
                  <a:pt x="416791" y="26437"/>
                  <a:pt x="418298" y="28548"/>
                </a:cubicBezTo>
                <a:cubicBezTo>
                  <a:pt x="419806" y="30658"/>
                  <a:pt x="420861" y="33164"/>
                  <a:pt x="421464" y="36066"/>
                </a:cubicBezTo>
                <a:cubicBezTo>
                  <a:pt x="421841" y="37951"/>
                  <a:pt x="422029" y="41248"/>
                  <a:pt x="422029" y="45959"/>
                </a:cubicBezTo>
                <a:lnTo>
                  <a:pt x="422029" y="82873"/>
                </a:lnTo>
                <a:lnTo>
                  <a:pt x="411854" y="82873"/>
                </a:lnTo>
                <a:lnTo>
                  <a:pt x="411854" y="46316"/>
                </a:lnTo>
                <a:cubicBezTo>
                  <a:pt x="411854" y="42166"/>
                  <a:pt x="411458" y="39062"/>
                  <a:pt x="410667" y="37006"/>
                </a:cubicBezTo>
                <a:cubicBezTo>
                  <a:pt x="409875" y="34950"/>
                  <a:pt x="408472" y="33309"/>
                  <a:pt x="406455" y="32083"/>
                </a:cubicBezTo>
                <a:cubicBezTo>
                  <a:pt x="404439" y="30857"/>
                  <a:pt x="402074" y="30244"/>
                  <a:pt x="399361" y="30244"/>
                </a:cubicBezTo>
                <a:cubicBezTo>
                  <a:pt x="395027" y="30244"/>
                  <a:pt x="391286" y="31621"/>
                  <a:pt x="388140" y="34376"/>
                </a:cubicBezTo>
                <a:cubicBezTo>
                  <a:pt x="384993" y="37129"/>
                  <a:pt x="383419" y="42354"/>
                  <a:pt x="383419" y="50050"/>
                </a:cubicBezTo>
                <a:lnTo>
                  <a:pt x="383419" y="82873"/>
                </a:lnTo>
                <a:lnTo>
                  <a:pt x="373244" y="82873"/>
                </a:lnTo>
                <a:close/>
                <a:moveTo>
                  <a:pt x="433567" y="64897"/>
                </a:moveTo>
                <a:lnTo>
                  <a:pt x="443629" y="63314"/>
                </a:lnTo>
                <a:cubicBezTo>
                  <a:pt x="444194" y="67329"/>
                  <a:pt x="445768" y="70405"/>
                  <a:pt x="448349" y="72544"/>
                </a:cubicBezTo>
                <a:cubicBezTo>
                  <a:pt x="450931" y="74682"/>
                  <a:pt x="454540" y="75751"/>
                  <a:pt x="459175" y="75751"/>
                </a:cubicBezTo>
                <a:cubicBezTo>
                  <a:pt x="463848" y="75751"/>
                  <a:pt x="467315" y="74807"/>
                  <a:pt x="469577" y="72919"/>
                </a:cubicBezTo>
                <a:cubicBezTo>
                  <a:pt x="471838" y="71030"/>
                  <a:pt x="472968" y="68814"/>
                  <a:pt x="472968" y="66273"/>
                </a:cubicBezTo>
                <a:cubicBezTo>
                  <a:pt x="472968" y="63992"/>
                  <a:pt x="471970" y="62197"/>
                  <a:pt x="469972" y="60888"/>
                </a:cubicBezTo>
                <a:cubicBezTo>
                  <a:pt x="468578" y="59991"/>
                  <a:pt x="465111" y="58850"/>
                  <a:pt x="459571" y="57467"/>
                </a:cubicBezTo>
                <a:cubicBezTo>
                  <a:pt x="452109" y="55581"/>
                  <a:pt x="446936" y="53950"/>
                  <a:pt x="444053" y="52573"/>
                </a:cubicBezTo>
                <a:cubicBezTo>
                  <a:pt x="441170" y="51196"/>
                  <a:pt x="438984" y="49291"/>
                  <a:pt x="437496" y="46858"/>
                </a:cubicBezTo>
                <a:cubicBezTo>
                  <a:pt x="436007" y="44425"/>
                  <a:pt x="435263" y="41738"/>
                  <a:pt x="435263" y="38796"/>
                </a:cubicBezTo>
                <a:cubicBezTo>
                  <a:pt x="435263" y="36118"/>
                  <a:pt x="435875" y="33637"/>
                  <a:pt x="437100" y="31355"/>
                </a:cubicBezTo>
                <a:cubicBezTo>
                  <a:pt x="438325" y="29072"/>
                  <a:pt x="439992" y="27177"/>
                  <a:pt x="442103" y="25668"/>
                </a:cubicBezTo>
                <a:cubicBezTo>
                  <a:pt x="443686" y="24499"/>
                  <a:pt x="445843" y="23509"/>
                  <a:pt x="448576" y="22699"/>
                </a:cubicBezTo>
                <a:cubicBezTo>
                  <a:pt x="451308" y="21887"/>
                  <a:pt x="454238" y="21481"/>
                  <a:pt x="457366" y="21481"/>
                </a:cubicBezTo>
                <a:cubicBezTo>
                  <a:pt x="462077" y="21481"/>
                  <a:pt x="466213" y="22165"/>
                  <a:pt x="469774" y="23531"/>
                </a:cubicBezTo>
                <a:cubicBezTo>
                  <a:pt x="473336" y="24896"/>
                  <a:pt x="475965" y="26745"/>
                  <a:pt x="477660" y="29080"/>
                </a:cubicBezTo>
                <a:cubicBezTo>
                  <a:pt x="479356" y="31413"/>
                  <a:pt x="480525" y="34533"/>
                  <a:pt x="481165" y="38441"/>
                </a:cubicBezTo>
                <a:lnTo>
                  <a:pt x="471216" y="39797"/>
                </a:lnTo>
                <a:cubicBezTo>
                  <a:pt x="470764" y="36707"/>
                  <a:pt x="469454" y="34295"/>
                  <a:pt x="467287" y="32561"/>
                </a:cubicBezTo>
                <a:cubicBezTo>
                  <a:pt x="465120" y="30828"/>
                  <a:pt x="462058" y="29961"/>
                  <a:pt x="458101" y="29961"/>
                </a:cubicBezTo>
                <a:cubicBezTo>
                  <a:pt x="453428" y="29961"/>
                  <a:pt x="450092" y="30730"/>
                  <a:pt x="448095" y="32268"/>
                </a:cubicBezTo>
                <a:cubicBezTo>
                  <a:pt x="446098" y="33805"/>
                  <a:pt x="445099" y="35605"/>
                  <a:pt x="445099" y="37669"/>
                </a:cubicBezTo>
                <a:cubicBezTo>
                  <a:pt x="445099" y="38981"/>
                  <a:pt x="445514" y="40162"/>
                  <a:pt x="446343" y="41212"/>
                </a:cubicBezTo>
                <a:cubicBezTo>
                  <a:pt x="447172" y="42299"/>
                  <a:pt x="448472" y="43199"/>
                  <a:pt x="450243" y="43912"/>
                </a:cubicBezTo>
                <a:cubicBezTo>
                  <a:pt x="451261" y="44287"/>
                  <a:pt x="454257" y="45150"/>
                  <a:pt x="459232" y="46500"/>
                </a:cubicBezTo>
                <a:cubicBezTo>
                  <a:pt x="466430" y="48421"/>
                  <a:pt x="471452" y="49993"/>
                  <a:pt x="474297" y="51216"/>
                </a:cubicBezTo>
                <a:cubicBezTo>
                  <a:pt x="477142" y="52440"/>
                  <a:pt x="479375" y="54220"/>
                  <a:pt x="480996" y="56555"/>
                </a:cubicBezTo>
                <a:cubicBezTo>
                  <a:pt x="482616" y="58889"/>
                  <a:pt x="483426" y="61788"/>
                  <a:pt x="483426" y="65252"/>
                </a:cubicBezTo>
                <a:cubicBezTo>
                  <a:pt x="483426" y="68641"/>
                  <a:pt x="482437" y="71833"/>
                  <a:pt x="480459" y="74827"/>
                </a:cubicBezTo>
                <a:cubicBezTo>
                  <a:pt x="478480" y="77819"/>
                  <a:pt x="475625" y="80135"/>
                  <a:pt x="471894" y="81773"/>
                </a:cubicBezTo>
                <a:cubicBezTo>
                  <a:pt x="468163" y="83411"/>
                  <a:pt x="463942" y="84230"/>
                  <a:pt x="459232" y="84230"/>
                </a:cubicBezTo>
                <a:cubicBezTo>
                  <a:pt x="451430" y="84230"/>
                  <a:pt x="445485" y="82605"/>
                  <a:pt x="441396" y="79354"/>
                </a:cubicBezTo>
                <a:cubicBezTo>
                  <a:pt x="437307" y="76104"/>
                  <a:pt x="434697" y="71285"/>
                  <a:pt x="433567" y="64897"/>
                </a:cubicBezTo>
                <a:close/>
                <a:moveTo>
                  <a:pt x="498407" y="82873"/>
                </a:moveTo>
                <a:lnTo>
                  <a:pt x="498407" y="71228"/>
                </a:lnTo>
                <a:lnTo>
                  <a:pt x="509996" y="71228"/>
                </a:lnTo>
                <a:lnTo>
                  <a:pt x="509996" y="82873"/>
                </a:lnTo>
                <a:lnTo>
                  <a:pt x="498407" y="82873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455E46-96DB-439D-B595-82E63091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675" y="6010837"/>
            <a:ext cx="1629770" cy="601019"/>
          </a:xfrm>
          <a:custGeom xmlns:a="http://schemas.openxmlformats.org/drawingml/2006/main">
            <a:pathLst>
              <a:path w="1629770" h="601019">
                <a:moveTo>
                  <a:pt x="1629770" y="80926"/>
                </a:moveTo>
                <a:lnTo>
                  <a:pt x="1629770" y="520099"/>
                </a:lnTo>
                <a:cubicBezTo>
                  <a:pt x="1629770" y="564759"/>
                  <a:pt x="1593513" y="601019"/>
                  <a:pt x="1548844" y="601019"/>
                </a:cubicBezTo>
                <a:lnTo>
                  <a:pt x="80926" y="601019"/>
                </a:lnTo>
                <a:cubicBezTo>
                  <a:pt x="36257" y="601019"/>
                  <a:pt x="0" y="564759"/>
                  <a:pt x="0" y="520099"/>
                </a:cubicBezTo>
                <a:lnTo>
                  <a:pt x="0" y="80926"/>
                </a:lnTo>
                <a:cubicBezTo>
                  <a:pt x="0" y="36276"/>
                  <a:pt x="36257" y="0"/>
                  <a:pt x="80926" y="0"/>
                </a:cubicBezTo>
                <a:lnTo>
                  <a:pt x="1548844" y="0"/>
                </a:lnTo>
                <a:cubicBezTo>
                  <a:pt x="1593513" y="0"/>
                  <a:pt x="1629770" y="36276"/>
                  <a:pt x="1629770" y="80926"/>
                </a:cubicBezTo>
                <a:close/>
              </a:path>
            </a:pathLst>
          </a:custGeom>
          <a:solidFill xmlns:a="http://schemas.openxmlformats.org/drawingml/2006/main">
            <a:srgbClr val="E0344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�">
            <a:extLst xmlns:a="http://schemas.openxmlformats.org/drawingml/2006/main">
              <a:ext uri="{FF2B5EF4-FFF2-40B4-BE49-F238E27FC236}">
                <a16:creationId xmlns:a16="http://schemas.microsoft.com/office/drawing/2014/main" id="{50A8EB47-6D76-4FFC-AC3E-027F8F58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179" y="6064923"/>
            <a:ext cx="177365" cy="169802"/>
          </a:xfrm>
          <a:custGeom xmlns:a="http://schemas.openxmlformats.org/drawingml/2006/main">
            <a:pathLst>
              <a:path w="177365" h="169802">
                <a:moveTo>
                  <a:pt x="88684" y="169802"/>
                </a:moveTo>
                <a:cubicBezTo>
                  <a:pt x="118996" y="169802"/>
                  <a:pt x="147053" y="153619"/>
                  <a:pt x="162241" y="127351"/>
                </a:cubicBezTo>
                <a:cubicBezTo>
                  <a:pt x="177365" y="101087"/>
                  <a:pt x="177365" y="68718"/>
                  <a:pt x="162241" y="42450"/>
                </a:cubicBezTo>
                <a:cubicBezTo>
                  <a:pt x="147053" y="16186"/>
                  <a:pt x="118996" y="0"/>
                  <a:pt x="88684" y="0"/>
                </a:cubicBezTo>
                <a:cubicBezTo>
                  <a:pt x="58369" y="0"/>
                  <a:pt x="30314" y="16186"/>
                  <a:pt x="15123" y="42450"/>
                </a:cubicBezTo>
                <a:cubicBezTo>
                  <a:pt x="0" y="68718"/>
                  <a:pt x="0" y="101087"/>
                  <a:pt x="15123" y="127351"/>
                </a:cubicBezTo>
                <a:cubicBezTo>
                  <a:pt x="30314" y="153619"/>
                  <a:pt x="58369" y="169802"/>
                  <a:pt x="88684" y="169802"/>
                </a:cubicBezTo>
                <a:moveTo>
                  <a:pt x="61821" y="58038"/>
                </a:moveTo>
                <a:cubicBezTo>
                  <a:pt x="64937" y="54921"/>
                  <a:pt x="69977" y="54921"/>
                  <a:pt x="73029" y="58038"/>
                </a:cubicBezTo>
                <a:lnTo>
                  <a:pt x="88616" y="73625"/>
                </a:lnTo>
                <a:lnTo>
                  <a:pt x="104204" y="58038"/>
                </a:lnTo>
                <a:cubicBezTo>
                  <a:pt x="107321" y="54921"/>
                  <a:pt x="112427" y="54921"/>
                  <a:pt x="115480" y="58038"/>
                </a:cubicBezTo>
                <a:cubicBezTo>
                  <a:pt x="118529" y="61157"/>
                  <a:pt x="118596" y="66197"/>
                  <a:pt x="115480" y="69249"/>
                </a:cubicBezTo>
                <a:lnTo>
                  <a:pt x="99892" y="84836"/>
                </a:lnTo>
                <a:lnTo>
                  <a:pt x="115480" y="100423"/>
                </a:lnTo>
                <a:cubicBezTo>
                  <a:pt x="118596" y="103540"/>
                  <a:pt x="118596" y="108582"/>
                  <a:pt x="115480" y="111699"/>
                </a:cubicBezTo>
                <a:cubicBezTo>
                  <a:pt x="112363" y="114749"/>
                  <a:pt x="107321" y="114816"/>
                  <a:pt x="104204" y="111699"/>
                </a:cubicBezTo>
                <a:lnTo>
                  <a:pt x="88616" y="96112"/>
                </a:lnTo>
                <a:lnTo>
                  <a:pt x="73029" y="111699"/>
                </a:lnTo>
                <a:cubicBezTo>
                  <a:pt x="69977" y="114816"/>
                  <a:pt x="64870" y="114816"/>
                  <a:pt x="61821" y="111699"/>
                </a:cubicBezTo>
                <a:cubicBezTo>
                  <a:pt x="58768" y="108582"/>
                  <a:pt x="58701" y="103540"/>
                  <a:pt x="61821" y="100423"/>
                </a:cubicBezTo>
                <a:lnTo>
                  <a:pt x="77408" y="84836"/>
                </a:lnTo>
                <a:lnTo>
                  <a:pt x="61821" y="69249"/>
                </a:lnTo>
                <a:cubicBezTo>
                  <a:pt x="58701" y="66132"/>
                  <a:pt x="58701" y="61090"/>
                  <a:pt x="61821" y="58038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Incorrect">
            <a:extLst xmlns:a="http://schemas.openxmlformats.org/drawingml/2006/main">
              <a:ext uri="{FF2B5EF4-FFF2-40B4-BE49-F238E27FC236}">
                <a16:creationId xmlns:a16="http://schemas.microsoft.com/office/drawing/2014/main" id="{F6A79B03-CA68-4EE6-90DF-83B08103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952" y="6089189"/>
            <a:ext cx="868994" cy="126345"/>
          </a:xfrm>
          <a:custGeom xmlns:a="http://schemas.openxmlformats.org/drawingml/2006/main">
            <a:pathLst>
              <a:path w="868994" h="126345">
                <a:moveTo>
                  <a:pt x="0" y="0"/>
                </a:moveTo>
                <a:lnTo>
                  <a:pt x="38497" y="0"/>
                </a:lnTo>
                <a:lnTo>
                  <a:pt x="38497" y="124310"/>
                </a:lnTo>
                <a:lnTo>
                  <a:pt x="0" y="124310"/>
                </a:lnTo>
                <a:lnTo>
                  <a:pt x="0" y="0"/>
                </a:lnTo>
                <a:close/>
                <a:moveTo>
                  <a:pt x="63773" y="34257"/>
                </a:moveTo>
                <a:lnTo>
                  <a:pt x="95910" y="34257"/>
                </a:lnTo>
                <a:lnTo>
                  <a:pt x="95910" y="48977"/>
                </a:lnTo>
                <a:cubicBezTo>
                  <a:pt x="100715" y="42967"/>
                  <a:pt x="105577" y="38673"/>
                  <a:pt x="110495" y="36094"/>
                </a:cubicBezTo>
                <a:cubicBezTo>
                  <a:pt x="115413" y="33513"/>
                  <a:pt x="121406" y="32222"/>
                  <a:pt x="128472" y="32222"/>
                </a:cubicBezTo>
                <a:cubicBezTo>
                  <a:pt x="138025" y="32222"/>
                  <a:pt x="145502" y="35063"/>
                  <a:pt x="150900" y="40744"/>
                </a:cubicBezTo>
                <a:cubicBezTo>
                  <a:pt x="156299" y="46425"/>
                  <a:pt x="158998" y="55202"/>
                  <a:pt x="158998" y="67073"/>
                </a:cubicBezTo>
                <a:lnTo>
                  <a:pt x="158998" y="124310"/>
                </a:lnTo>
                <a:lnTo>
                  <a:pt x="124317" y="124310"/>
                </a:lnTo>
                <a:lnTo>
                  <a:pt x="124317" y="74853"/>
                </a:lnTo>
                <a:cubicBezTo>
                  <a:pt x="124317" y="69209"/>
                  <a:pt x="123271" y="65216"/>
                  <a:pt x="121179" y="62873"/>
                </a:cubicBezTo>
                <a:cubicBezTo>
                  <a:pt x="119088" y="60529"/>
                  <a:pt x="116148" y="59357"/>
                  <a:pt x="112361" y="59357"/>
                </a:cubicBezTo>
                <a:cubicBezTo>
                  <a:pt x="108177" y="59357"/>
                  <a:pt x="104786" y="60938"/>
                  <a:pt x="102185" y="64100"/>
                </a:cubicBezTo>
                <a:cubicBezTo>
                  <a:pt x="99585" y="67260"/>
                  <a:pt x="98285" y="72934"/>
                  <a:pt x="98285" y="81120"/>
                </a:cubicBezTo>
                <a:lnTo>
                  <a:pt x="98285" y="124310"/>
                </a:lnTo>
                <a:lnTo>
                  <a:pt x="63773" y="124310"/>
                </a:lnTo>
                <a:lnTo>
                  <a:pt x="63773" y="34257"/>
                </a:lnTo>
                <a:close/>
                <a:moveTo>
                  <a:pt x="246745" y="89035"/>
                </a:moveTo>
                <a:lnTo>
                  <a:pt x="279561" y="92766"/>
                </a:lnTo>
                <a:cubicBezTo>
                  <a:pt x="277752" y="99606"/>
                  <a:pt x="274784" y="105528"/>
                  <a:pt x="270658" y="110531"/>
                </a:cubicBezTo>
                <a:cubicBezTo>
                  <a:pt x="266531" y="115534"/>
                  <a:pt x="261260" y="119420"/>
                  <a:pt x="254843" y="122190"/>
                </a:cubicBezTo>
                <a:cubicBezTo>
                  <a:pt x="248427" y="124960"/>
                  <a:pt x="240273" y="126345"/>
                  <a:pt x="230380" y="126345"/>
                </a:cubicBezTo>
                <a:cubicBezTo>
                  <a:pt x="220826" y="126345"/>
                  <a:pt x="212870" y="125456"/>
                  <a:pt x="206510" y="123677"/>
                </a:cubicBezTo>
                <a:cubicBezTo>
                  <a:pt x="200150" y="121898"/>
                  <a:pt x="194681" y="119017"/>
                  <a:pt x="190102" y="115036"/>
                </a:cubicBezTo>
                <a:cubicBezTo>
                  <a:pt x="185523" y="111054"/>
                  <a:pt x="181933" y="106380"/>
                  <a:pt x="179333" y="101015"/>
                </a:cubicBezTo>
                <a:cubicBezTo>
                  <a:pt x="176733" y="95648"/>
                  <a:pt x="175432" y="88532"/>
                  <a:pt x="175432" y="79665"/>
                </a:cubicBezTo>
                <a:cubicBezTo>
                  <a:pt x="175432" y="70403"/>
                  <a:pt x="177015" y="62694"/>
                  <a:pt x="180181" y="56537"/>
                </a:cubicBezTo>
                <a:cubicBezTo>
                  <a:pt x="182499" y="52018"/>
                  <a:pt x="185664" y="47966"/>
                  <a:pt x="189678" y="44380"/>
                </a:cubicBezTo>
                <a:cubicBezTo>
                  <a:pt x="193692" y="40794"/>
                  <a:pt x="197818" y="38125"/>
                  <a:pt x="202058" y="36375"/>
                </a:cubicBezTo>
                <a:cubicBezTo>
                  <a:pt x="208785" y="33606"/>
                  <a:pt x="217406" y="32222"/>
                  <a:pt x="227921" y="32222"/>
                </a:cubicBezTo>
                <a:cubicBezTo>
                  <a:pt x="242619" y="32222"/>
                  <a:pt x="253826" y="34858"/>
                  <a:pt x="261542" y="40129"/>
                </a:cubicBezTo>
                <a:cubicBezTo>
                  <a:pt x="269259" y="45401"/>
                  <a:pt x="274671" y="53110"/>
                  <a:pt x="277780" y="63257"/>
                </a:cubicBezTo>
                <a:lnTo>
                  <a:pt x="245304" y="67497"/>
                </a:lnTo>
                <a:cubicBezTo>
                  <a:pt x="244286" y="63681"/>
                  <a:pt x="242435" y="60805"/>
                  <a:pt x="239750" y="58869"/>
                </a:cubicBezTo>
                <a:cubicBezTo>
                  <a:pt x="237065" y="56933"/>
                  <a:pt x="233461" y="55965"/>
                  <a:pt x="228938" y="55965"/>
                </a:cubicBezTo>
                <a:cubicBezTo>
                  <a:pt x="223229" y="55965"/>
                  <a:pt x="218607" y="57996"/>
                  <a:pt x="215074" y="62057"/>
                </a:cubicBezTo>
                <a:cubicBezTo>
                  <a:pt x="211541" y="66118"/>
                  <a:pt x="209775" y="72267"/>
                  <a:pt x="209775" y="80503"/>
                </a:cubicBezTo>
                <a:cubicBezTo>
                  <a:pt x="209775" y="87843"/>
                  <a:pt x="211527" y="93418"/>
                  <a:pt x="215032" y="97229"/>
                </a:cubicBezTo>
                <a:cubicBezTo>
                  <a:pt x="218537" y="101037"/>
                  <a:pt x="223003" y="102942"/>
                  <a:pt x="228430" y="102942"/>
                </a:cubicBezTo>
                <a:cubicBezTo>
                  <a:pt x="232952" y="102942"/>
                  <a:pt x="236754" y="101804"/>
                  <a:pt x="239835" y="99529"/>
                </a:cubicBezTo>
                <a:cubicBezTo>
                  <a:pt x="242915" y="97251"/>
                  <a:pt x="245219" y="93754"/>
                  <a:pt x="246745" y="89035"/>
                </a:cubicBezTo>
                <a:close/>
                <a:moveTo>
                  <a:pt x="291162" y="79538"/>
                </a:moveTo>
                <a:cubicBezTo>
                  <a:pt x="291162" y="65801"/>
                  <a:pt x="295798" y="54481"/>
                  <a:pt x="305069" y="45578"/>
                </a:cubicBezTo>
                <a:cubicBezTo>
                  <a:pt x="314340" y="36674"/>
                  <a:pt x="326861" y="32222"/>
                  <a:pt x="342633" y="32222"/>
                </a:cubicBezTo>
                <a:cubicBezTo>
                  <a:pt x="360666" y="32222"/>
                  <a:pt x="374290" y="37451"/>
                  <a:pt x="383504" y="47909"/>
                </a:cubicBezTo>
                <a:cubicBezTo>
                  <a:pt x="390910" y="56332"/>
                  <a:pt x="394613" y="66706"/>
                  <a:pt x="394613" y="79029"/>
                </a:cubicBezTo>
                <a:cubicBezTo>
                  <a:pt x="394613" y="92879"/>
                  <a:pt x="390019" y="104228"/>
                  <a:pt x="380833" y="113075"/>
                </a:cubicBezTo>
                <a:cubicBezTo>
                  <a:pt x="371647" y="121922"/>
                  <a:pt x="358942" y="126345"/>
                  <a:pt x="342718" y="126345"/>
                </a:cubicBezTo>
                <a:cubicBezTo>
                  <a:pt x="328246" y="126345"/>
                  <a:pt x="316544" y="122671"/>
                  <a:pt x="307612" y="115322"/>
                </a:cubicBezTo>
                <a:cubicBezTo>
                  <a:pt x="296646" y="106220"/>
                  <a:pt x="291162" y="94292"/>
                  <a:pt x="291162" y="79538"/>
                </a:cubicBezTo>
                <a:moveTo>
                  <a:pt x="325759" y="79411"/>
                </a:moveTo>
                <a:cubicBezTo>
                  <a:pt x="325759" y="87424"/>
                  <a:pt x="327384" y="93349"/>
                  <a:pt x="330634" y="97186"/>
                </a:cubicBezTo>
                <a:cubicBezTo>
                  <a:pt x="333885" y="101023"/>
                  <a:pt x="337969" y="102942"/>
                  <a:pt x="342887" y="102942"/>
                </a:cubicBezTo>
                <a:cubicBezTo>
                  <a:pt x="347862" y="102942"/>
                  <a:pt x="351946" y="101051"/>
                  <a:pt x="355140" y="97271"/>
                </a:cubicBezTo>
                <a:cubicBezTo>
                  <a:pt x="358334" y="93490"/>
                  <a:pt x="359931" y="87424"/>
                  <a:pt x="359931" y="79072"/>
                </a:cubicBezTo>
                <a:cubicBezTo>
                  <a:pt x="359931" y="71285"/>
                  <a:pt x="358320" y="65487"/>
                  <a:pt x="355098" y="61678"/>
                </a:cubicBezTo>
                <a:cubicBezTo>
                  <a:pt x="351876" y="57869"/>
                  <a:pt x="347890" y="55965"/>
                  <a:pt x="343142" y="55965"/>
                </a:cubicBezTo>
                <a:cubicBezTo>
                  <a:pt x="338111" y="55965"/>
                  <a:pt x="333956" y="57898"/>
                  <a:pt x="330677" y="61763"/>
                </a:cubicBezTo>
                <a:cubicBezTo>
                  <a:pt x="327398" y="65628"/>
                  <a:pt x="325759" y="71511"/>
                  <a:pt x="325759" y="79411"/>
                </a:cubicBezTo>
                <a:close/>
                <a:moveTo>
                  <a:pt x="411556" y="34257"/>
                </a:moveTo>
                <a:lnTo>
                  <a:pt x="443863" y="34257"/>
                </a:lnTo>
                <a:lnTo>
                  <a:pt x="443863" y="49012"/>
                </a:lnTo>
                <a:cubicBezTo>
                  <a:pt x="446972" y="42624"/>
                  <a:pt x="450180" y="38229"/>
                  <a:pt x="453487" y="35826"/>
                </a:cubicBezTo>
                <a:cubicBezTo>
                  <a:pt x="456794" y="33424"/>
                  <a:pt x="460878" y="32222"/>
                  <a:pt x="465740" y="32222"/>
                </a:cubicBezTo>
                <a:cubicBezTo>
                  <a:pt x="470828" y="32222"/>
                  <a:pt x="476396" y="33805"/>
                  <a:pt x="482444" y="36971"/>
                </a:cubicBezTo>
                <a:lnTo>
                  <a:pt x="471760" y="61561"/>
                </a:lnTo>
                <a:cubicBezTo>
                  <a:pt x="467690" y="59866"/>
                  <a:pt x="464468" y="59018"/>
                  <a:pt x="462094" y="59018"/>
                </a:cubicBezTo>
                <a:cubicBezTo>
                  <a:pt x="457571" y="59018"/>
                  <a:pt x="454066" y="60883"/>
                  <a:pt x="451579" y="64614"/>
                </a:cubicBezTo>
                <a:cubicBezTo>
                  <a:pt x="448018" y="69871"/>
                  <a:pt x="446237" y="79708"/>
                  <a:pt x="446237" y="94123"/>
                </a:cubicBezTo>
                <a:lnTo>
                  <a:pt x="446237" y="124310"/>
                </a:lnTo>
                <a:lnTo>
                  <a:pt x="411556" y="124310"/>
                </a:lnTo>
                <a:lnTo>
                  <a:pt x="411556" y="34257"/>
                </a:lnTo>
                <a:close/>
                <a:moveTo>
                  <a:pt x="495920" y="34257"/>
                </a:moveTo>
                <a:lnTo>
                  <a:pt x="528227" y="34257"/>
                </a:lnTo>
                <a:lnTo>
                  <a:pt x="528227" y="49012"/>
                </a:lnTo>
                <a:cubicBezTo>
                  <a:pt x="531336" y="42624"/>
                  <a:pt x="534544" y="38229"/>
                  <a:pt x="537851" y="35826"/>
                </a:cubicBezTo>
                <a:cubicBezTo>
                  <a:pt x="541158" y="33424"/>
                  <a:pt x="545242" y="32222"/>
                  <a:pt x="550104" y="32222"/>
                </a:cubicBezTo>
                <a:cubicBezTo>
                  <a:pt x="555192" y="32222"/>
                  <a:pt x="560760" y="33805"/>
                  <a:pt x="566809" y="36971"/>
                </a:cubicBezTo>
                <a:lnTo>
                  <a:pt x="556125" y="61561"/>
                </a:lnTo>
                <a:cubicBezTo>
                  <a:pt x="552054" y="59866"/>
                  <a:pt x="548832" y="59018"/>
                  <a:pt x="546458" y="59018"/>
                </a:cubicBezTo>
                <a:cubicBezTo>
                  <a:pt x="541935" y="59018"/>
                  <a:pt x="538431" y="60883"/>
                  <a:pt x="535943" y="64614"/>
                </a:cubicBezTo>
                <a:cubicBezTo>
                  <a:pt x="532382" y="69871"/>
                  <a:pt x="530601" y="79708"/>
                  <a:pt x="530601" y="94123"/>
                </a:cubicBezTo>
                <a:lnTo>
                  <a:pt x="530601" y="124310"/>
                </a:lnTo>
                <a:lnTo>
                  <a:pt x="495920" y="124310"/>
                </a:lnTo>
                <a:lnTo>
                  <a:pt x="495920" y="34257"/>
                </a:lnTo>
                <a:close/>
                <a:moveTo>
                  <a:pt x="675439" y="87848"/>
                </a:moveTo>
                <a:lnTo>
                  <a:pt x="606246" y="87848"/>
                </a:lnTo>
                <a:cubicBezTo>
                  <a:pt x="606867" y="93361"/>
                  <a:pt x="608366" y="97469"/>
                  <a:pt x="610740" y="100170"/>
                </a:cubicBezTo>
                <a:cubicBezTo>
                  <a:pt x="614075" y="104053"/>
                  <a:pt x="618428" y="105994"/>
                  <a:pt x="623798" y="105994"/>
                </a:cubicBezTo>
                <a:cubicBezTo>
                  <a:pt x="627190" y="105994"/>
                  <a:pt x="630412" y="105155"/>
                  <a:pt x="633465" y="103477"/>
                </a:cubicBezTo>
                <a:cubicBezTo>
                  <a:pt x="635330" y="102413"/>
                  <a:pt x="637337" y="100539"/>
                  <a:pt x="639485" y="97854"/>
                </a:cubicBezTo>
                <a:lnTo>
                  <a:pt x="673488" y="100907"/>
                </a:lnTo>
                <a:cubicBezTo>
                  <a:pt x="668288" y="109981"/>
                  <a:pt x="662013" y="116490"/>
                  <a:pt x="654664" y="120433"/>
                </a:cubicBezTo>
                <a:cubicBezTo>
                  <a:pt x="647315" y="124375"/>
                  <a:pt x="636772" y="126345"/>
                  <a:pt x="623035" y="126345"/>
                </a:cubicBezTo>
                <a:cubicBezTo>
                  <a:pt x="611107" y="126345"/>
                  <a:pt x="601723" y="124663"/>
                  <a:pt x="594883" y="121300"/>
                </a:cubicBezTo>
                <a:cubicBezTo>
                  <a:pt x="588043" y="117936"/>
                  <a:pt x="582376" y="112594"/>
                  <a:pt x="577882" y="105273"/>
                </a:cubicBezTo>
                <a:cubicBezTo>
                  <a:pt x="573387" y="97953"/>
                  <a:pt x="571140" y="89346"/>
                  <a:pt x="571140" y="79453"/>
                </a:cubicBezTo>
                <a:cubicBezTo>
                  <a:pt x="571140" y="65377"/>
                  <a:pt x="575649" y="53986"/>
                  <a:pt x="584665" y="45281"/>
                </a:cubicBezTo>
                <a:cubicBezTo>
                  <a:pt x="593682" y="36575"/>
                  <a:pt x="606133" y="32222"/>
                  <a:pt x="622018" y="32222"/>
                </a:cubicBezTo>
                <a:cubicBezTo>
                  <a:pt x="634906" y="32222"/>
                  <a:pt x="645082" y="34173"/>
                  <a:pt x="652544" y="38073"/>
                </a:cubicBezTo>
                <a:cubicBezTo>
                  <a:pt x="660006" y="41974"/>
                  <a:pt x="665687" y="47627"/>
                  <a:pt x="669588" y="55032"/>
                </a:cubicBezTo>
                <a:cubicBezTo>
                  <a:pt x="673488" y="62438"/>
                  <a:pt x="675439" y="72076"/>
                  <a:pt x="675439" y="83947"/>
                </a:cubicBezTo>
                <a:lnTo>
                  <a:pt x="675439" y="87848"/>
                </a:lnTo>
                <a:moveTo>
                  <a:pt x="640333" y="71228"/>
                </a:moveTo>
                <a:cubicBezTo>
                  <a:pt x="639655" y="64618"/>
                  <a:pt x="637860" y="59884"/>
                  <a:pt x="634949" y="57028"/>
                </a:cubicBezTo>
                <a:cubicBezTo>
                  <a:pt x="632038" y="54171"/>
                  <a:pt x="628208" y="52743"/>
                  <a:pt x="623459" y="52743"/>
                </a:cubicBezTo>
                <a:cubicBezTo>
                  <a:pt x="617976" y="52743"/>
                  <a:pt x="613595" y="54900"/>
                  <a:pt x="610316" y="59214"/>
                </a:cubicBezTo>
                <a:cubicBezTo>
                  <a:pt x="608224" y="61902"/>
                  <a:pt x="606896" y="65907"/>
                  <a:pt x="606330" y="71228"/>
                </a:cubicBezTo>
                <a:lnTo>
                  <a:pt x="640333" y="71228"/>
                </a:lnTo>
                <a:close/>
                <a:moveTo>
                  <a:pt x="758438" y="89035"/>
                </a:moveTo>
                <a:lnTo>
                  <a:pt x="791253" y="92766"/>
                </a:lnTo>
                <a:cubicBezTo>
                  <a:pt x="789444" y="99606"/>
                  <a:pt x="786477" y="105528"/>
                  <a:pt x="782350" y="110531"/>
                </a:cubicBezTo>
                <a:cubicBezTo>
                  <a:pt x="778223" y="115534"/>
                  <a:pt x="772952" y="119420"/>
                  <a:pt x="766536" y="122190"/>
                </a:cubicBezTo>
                <a:cubicBezTo>
                  <a:pt x="760119" y="124960"/>
                  <a:pt x="751965" y="126345"/>
                  <a:pt x="742072" y="126345"/>
                </a:cubicBezTo>
                <a:cubicBezTo>
                  <a:pt x="732518" y="126345"/>
                  <a:pt x="724562" y="125456"/>
                  <a:pt x="718202" y="123677"/>
                </a:cubicBezTo>
                <a:cubicBezTo>
                  <a:pt x="711843" y="121898"/>
                  <a:pt x="706373" y="119017"/>
                  <a:pt x="701794" y="115036"/>
                </a:cubicBezTo>
                <a:cubicBezTo>
                  <a:pt x="697215" y="111054"/>
                  <a:pt x="693626" y="106380"/>
                  <a:pt x="691025" y="101015"/>
                </a:cubicBezTo>
                <a:cubicBezTo>
                  <a:pt x="688425" y="95648"/>
                  <a:pt x="687125" y="88532"/>
                  <a:pt x="687125" y="79665"/>
                </a:cubicBezTo>
                <a:cubicBezTo>
                  <a:pt x="687125" y="70403"/>
                  <a:pt x="688708" y="62694"/>
                  <a:pt x="691873" y="56537"/>
                </a:cubicBezTo>
                <a:cubicBezTo>
                  <a:pt x="694191" y="52018"/>
                  <a:pt x="697357" y="47966"/>
                  <a:pt x="701370" y="44380"/>
                </a:cubicBezTo>
                <a:cubicBezTo>
                  <a:pt x="705384" y="40794"/>
                  <a:pt x="709511" y="38125"/>
                  <a:pt x="713750" y="36375"/>
                </a:cubicBezTo>
                <a:cubicBezTo>
                  <a:pt x="720478" y="33606"/>
                  <a:pt x="729098" y="32222"/>
                  <a:pt x="739613" y="32222"/>
                </a:cubicBezTo>
                <a:cubicBezTo>
                  <a:pt x="754311" y="32222"/>
                  <a:pt x="765518" y="34858"/>
                  <a:pt x="773234" y="40129"/>
                </a:cubicBezTo>
                <a:cubicBezTo>
                  <a:pt x="780951" y="45401"/>
                  <a:pt x="786364" y="53110"/>
                  <a:pt x="789473" y="63257"/>
                </a:cubicBezTo>
                <a:lnTo>
                  <a:pt x="756996" y="67497"/>
                </a:lnTo>
                <a:cubicBezTo>
                  <a:pt x="755979" y="63681"/>
                  <a:pt x="754127" y="60805"/>
                  <a:pt x="751442" y="58869"/>
                </a:cubicBezTo>
                <a:cubicBezTo>
                  <a:pt x="748757" y="56933"/>
                  <a:pt x="745153" y="55965"/>
                  <a:pt x="740631" y="55965"/>
                </a:cubicBezTo>
                <a:cubicBezTo>
                  <a:pt x="734921" y="55965"/>
                  <a:pt x="730300" y="57996"/>
                  <a:pt x="726767" y="62057"/>
                </a:cubicBezTo>
                <a:cubicBezTo>
                  <a:pt x="723233" y="66118"/>
                  <a:pt x="721467" y="72267"/>
                  <a:pt x="721467" y="80503"/>
                </a:cubicBezTo>
                <a:cubicBezTo>
                  <a:pt x="721467" y="87843"/>
                  <a:pt x="723219" y="93418"/>
                  <a:pt x="726724" y="97229"/>
                </a:cubicBezTo>
                <a:cubicBezTo>
                  <a:pt x="730229" y="101037"/>
                  <a:pt x="734695" y="102942"/>
                  <a:pt x="740122" y="102942"/>
                </a:cubicBezTo>
                <a:cubicBezTo>
                  <a:pt x="744644" y="102942"/>
                  <a:pt x="748446" y="101804"/>
                  <a:pt x="751527" y="99529"/>
                </a:cubicBezTo>
                <a:cubicBezTo>
                  <a:pt x="754608" y="97251"/>
                  <a:pt x="756911" y="93754"/>
                  <a:pt x="758438" y="89035"/>
                </a:cubicBezTo>
                <a:close/>
                <a:moveTo>
                  <a:pt x="848728" y="0"/>
                </a:moveTo>
                <a:lnTo>
                  <a:pt x="848728" y="34257"/>
                </a:lnTo>
                <a:lnTo>
                  <a:pt x="867723" y="34257"/>
                </a:lnTo>
                <a:lnTo>
                  <a:pt x="867723" y="59526"/>
                </a:lnTo>
                <a:lnTo>
                  <a:pt x="848728" y="59526"/>
                </a:lnTo>
                <a:lnTo>
                  <a:pt x="848728" y="91431"/>
                </a:lnTo>
                <a:cubicBezTo>
                  <a:pt x="848728" y="95268"/>
                  <a:pt x="849096" y="97806"/>
                  <a:pt x="849831" y="99046"/>
                </a:cubicBezTo>
                <a:cubicBezTo>
                  <a:pt x="850961" y="100965"/>
                  <a:pt x="852940" y="101924"/>
                  <a:pt x="855766" y="101924"/>
                </a:cubicBezTo>
                <a:cubicBezTo>
                  <a:pt x="858310" y="101924"/>
                  <a:pt x="861872" y="101191"/>
                  <a:pt x="866451" y="99725"/>
                </a:cubicBezTo>
                <a:lnTo>
                  <a:pt x="868994" y="123547"/>
                </a:lnTo>
                <a:cubicBezTo>
                  <a:pt x="860458" y="125412"/>
                  <a:pt x="852488" y="126345"/>
                  <a:pt x="845082" y="126345"/>
                </a:cubicBezTo>
                <a:cubicBezTo>
                  <a:pt x="836490" y="126345"/>
                  <a:pt x="830158" y="125245"/>
                  <a:pt x="826088" y="123043"/>
                </a:cubicBezTo>
                <a:cubicBezTo>
                  <a:pt x="822018" y="120840"/>
                  <a:pt x="819008" y="117495"/>
                  <a:pt x="817057" y="113008"/>
                </a:cubicBezTo>
                <a:cubicBezTo>
                  <a:pt x="815107" y="108520"/>
                  <a:pt x="814132" y="101250"/>
                  <a:pt x="814132" y="91200"/>
                </a:cubicBezTo>
                <a:lnTo>
                  <a:pt x="814132" y="59526"/>
                </a:lnTo>
                <a:lnTo>
                  <a:pt x="801413" y="59526"/>
                </a:lnTo>
                <a:lnTo>
                  <a:pt x="801413" y="34257"/>
                </a:lnTo>
                <a:lnTo>
                  <a:pt x="814132" y="34257"/>
                </a:lnTo>
                <a:lnTo>
                  <a:pt x="814132" y="17722"/>
                </a:lnTo>
                <a:lnTo>
                  <a:pt x="848728" y="0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Theclaimwronglyrefects">
            <a:extLst xmlns:a="http://schemas.openxmlformats.org/drawingml/2006/main">
              <a:ext uri="{FF2B5EF4-FFF2-40B4-BE49-F238E27FC236}">
                <a16:creationId xmlns:a16="http://schemas.microsoft.com/office/drawing/2014/main" id="{B7A2E91C-696A-43D2-9674-B8DC4D65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75" y="6263779"/>
            <a:ext cx="1331134" cy="108651"/>
          </a:xfrm>
          <a:custGeom xmlns:a="http://schemas.openxmlformats.org/drawingml/2006/main">
            <a:pathLst>
              <a:path w="1331134" h="108651">
                <a:moveTo>
                  <a:pt x="27304" y="84230"/>
                </a:moveTo>
                <a:lnTo>
                  <a:pt x="27304" y="11136"/>
                </a:lnTo>
                <a:lnTo>
                  <a:pt x="0" y="11136"/>
                </a:lnTo>
                <a:lnTo>
                  <a:pt x="0" y="1357"/>
                </a:lnTo>
                <a:lnTo>
                  <a:pt x="65688" y="1357"/>
                </a:lnTo>
                <a:lnTo>
                  <a:pt x="65688" y="11136"/>
                </a:lnTo>
                <a:lnTo>
                  <a:pt x="38271" y="11136"/>
                </a:lnTo>
                <a:lnTo>
                  <a:pt x="38271" y="84230"/>
                </a:lnTo>
                <a:lnTo>
                  <a:pt x="27304" y="84230"/>
                </a:lnTo>
                <a:close/>
                <a:moveTo>
                  <a:pt x="75633" y="84230"/>
                </a:moveTo>
                <a:lnTo>
                  <a:pt x="75633" y="1357"/>
                </a:lnTo>
                <a:lnTo>
                  <a:pt x="85808" y="1357"/>
                </a:lnTo>
                <a:lnTo>
                  <a:pt x="85808" y="31092"/>
                </a:lnTo>
                <a:cubicBezTo>
                  <a:pt x="90557" y="25589"/>
                  <a:pt x="96549" y="22838"/>
                  <a:pt x="103785" y="22838"/>
                </a:cubicBezTo>
                <a:cubicBezTo>
                  <a:pt x="108232" y="22838"/>
                  <a:pt x="112095" y="23714"/>
                  <a:pt x="115373" y="25467"/>
                </a:cubicBezTo>
                <a:cubicBezTo>
                  <a:pt x="118652" y="27219"/>
                  <a:pt x="120998" y="29641"/>
                  <a:pt x="122411" y="32731"/>
                </a:cubicBezTo>
                <a:cubicBezTo>
                  <a:pt x="123825" y="35821"/>
                  <a:pt x="124531" y="40306"/>
                  <a:pt x="124531" y="46185"/>
                </a:cubicBezTo>
                <a:lnTo>
                  <a:pt x="124531" y="84230"/>
                </a:lnTo>
                <a:lnTo>
                  <a:pt x="114356" y="84230"/>
                </a:lnTo>
                <a:lnTo>
                  <a:pt x="114356" y="46185"/>
                </a:lnTo>
                <a:cubicBezTo>
                  <a:pt x="114356" y="41098"/>
                  <a:pt x="113254" y="37395"/>
                  <a:pt x="111049" y="35077"/>
                </a:cubicBezTo>
                <a:cubicBezTo>
                  <a:pt x="108844" y="32759"/>
                  <a:pt x="105726" y="31600"/>
                  <a:pt x="101693" y="31600"/>
                </a:cubicBezTo>
                <a:cubicBezTo>
                  <a:pt x="98678" y="31600"/>
                  <a:pt x="95842" y="32382"/>
                  <a:pt x="93185" y="33946"/>
                </a:cubicBezTo>
                <a:cubicBezTo>
                  <a:pt x="90528" y="35510"/>
                  <a:pt x="88635" y="37630"/>
                  <a:pt x="87504" y="40306"/>
                </a:cubicBezTo>
                <a:cubicBezTo>
                  <a:pt x="86373" y="42982"/>
                  <a:pt x="85808" y="46675"/>
                  <a:pt x="85808" y="51386"/>
                </a:cubicBezTo>
                <a:lnTo>
                  <a:pt x="85808" y="84230"/>
                </a:lnTo>
                <a:lnTo>
                  <a:pt x="75633" y="84230"/>
                </a:lnTo>
                <a:close/>
                <a:moveTo>
                  <a:pt x="181124" y="64897"/>
                </a:moveTo>
                <a:lnTo>
                  <a:pt x="191638" y="66197"/>
                </a:lnTo>
                <a:cubicBezTo>
                  <a:pt x="189980" y="72340"/>
                  <a:pt x="186909" y="77107"/>
                  <a:pt x="182424" y="80499"/>
                </a:cubicBezTo>
                <a:cubicBezTo>
                  <a:pt x="177939" y="83891"/>
                  <a:pt x="172211" y="85587"/>
                  <a:pt x="165239" y="85587"/>
                </a:cubicBezTo>
                <a:cubicBezTo>
                  <a:pt x="156458" y="85587"/>
                  <a:pt x="149495" y="82883"/>
                  <a:pt x="144351" y="77475"/>
                </a:cubicBezTo>
                <a:cubicBezTo>
                  <a:pt x="139206" y="72067"/>
                  <a:pt x="136634" y="64482"/>
                  <a:pt x="136634" y="54721"/>
                </a:cubicBezTo>
                <a:cubicBezTo>
                  <a:pt x="136634" y="44621"/>
                  <a:pt x="139235" y="36782"/>
                  <a:pt x="144436" y="31205"/>
                </a:cubicBezTo>
                <a:cubicBezTo>
                  <a:pt x="149636" y="25627"/>
                  <a:pt x="156382" y="22838"/>
                  <a:pt x="164673" y="22838"/>
                </a:cubicBezTo>
                <a:cubicBezTo>
                  <a:pt x="172701" y="22838"/>
                  <a:pt x="179258" y="25566"/>
                  <a:pt x="184346" y="31023"/>
                </a:cubicBezTo>
                <a:cubicBezTo>
                  <a:pt x="189434" y="36478"/>
                  <a:pt x="191977" y="44153"/>
                  <a:pt x="191977" y="54048"/>
                </a:cubicBezTo>
                <a:cubicBezTo>
                  <a:pt x="191977" y="54650"/>
                  <a:pt x="191959" y="55553"/>
                  <a:pt x="191921" y="56756"/>
                </a:cubicBezTo>
                <a:lnTo>
                  <a:pt x="147149" y="56756"/>
                </a:lnTo>
                <a:cubicBezTo>
                  <a:pt x="147526" y="63333"/>
                  <a:pt x="149391" y="68369"/>
                  <a:pt x="152745" y="71864"/>
                </a:cubicBezTo>
                <a:cubicBezTo>
                  <a:pt x="156100" y="75360"/>
                  <a:pt x="160283" y="77107"/>
                  <a:pt x="165295" y="77107"/>
                </a:cubicBezTo>
                <a:cubicBezTo>
                  <a:pt x="169026" y="77107"/>
                  <a:pt x="172211" y="76137"/>
                  <a:pt x="174849" y="74196"/>
                </a:cubicBezTo>
                <a:cubicBezTo>
                  <a:pt x="177487" y="72254"/>
                  <a:pt x="179579" y="69154"/>
                  <a:pt x="181124" y="64897"/>
                </a:cubicBezTo>
                <a:moveTo>
                  <a:pt x="147714" y="48277"/>
                </a:moveTo>
                <a:lnTo>
                  <a:pt x="181237" y="48277"/>
                </a:lnTo>
                <a:cubicBezTo>
                  <a:pt x="180784" y="43309"/>
                  <a:pt x="179503" y="39584"/>
                  <a:pt x="177393" y="37100"/>
                </a:cubicBezTo>
                <a:cubicBezTo>
                  <a:pt x="174152" y="33245"/>
                  <a:pt x="169950" y="31318"/>
                  <a:pt x="164786" y="31318"/>
                </a:cubicBezTo>
                <a:cubicBezTo>
                  <a:pt x="160113" y="31318"/>
                  <a:pt x="156184" y="32856"/>
                  <a:pt x="153000" y="35934"/>
                </a:cubicBezTo>
                <a:cubicBezTo>
                  <a:pt x="149815" y="39010"/>
                  <a:pt x="148053" y="43124"/>
                  <a:pt x="147714" y="48277"/>
                </a:cubicBezTo>
                <a:close/>
                <a:moveTo>
                  <a:pt x="275757" y="62183"/>
                </a:moveTo>
                <a:lnTo>
                  <a:pt x="285763" y="63483"/>
                </a:lnTo>
                <a:cubicBezTo>
                  <a:pt x="284670" y="70398"/>
                  <a:pt x="281872" y="75811"/>
                  <a:pt x="277369" y="79722"/>
                </a:cubicBezTo>
                <a:cubicBezTo>
                  <a:pt x="272865" y="83632"/>
                  <a:pt x="267334" y="85587"/>
                  <a:pt x="260777" y="85587"/>
                </a:cubicBezTo>
                <a:cubicBezTo>
                  <a:pt x="252561" y="85587"/>
                  <a:pt x="245957" y="82902"/>
                  <a:pt x="240963" y="77531"/>
                </a:cubicBezTo>
                <a:cubicBezTo>
                  <a:pt x="235970" y="72161"/>
                  <a:pt x="233473" y="64463"/>
                  <a:pt x="233473" y="54439"/>
                </a:cubicBezTo>
                <a:cubicBezTo>
                  <a:pt x="233473" y="47957"/>
                  <a:pt x="234547" y="42285"/>
                  <a:pt x="236695" y="37423"/>
                </a:cubicBezTo>
                <a:cubicBezTo>
                  <a:pt x="238843" y="32561"/>
                  <a:pt x="242112" y="28915"/>
                  <a:pt x="246503" y="26484"/>
                </a:cubicBezTo>
                <a:cubicBezTo>
                  <a:pt x="250894" y="24054"/>
                  <a:pt x="255670" y="22838"/>
                  <a:pt x="260833" y="22838"/>
                </a:cubicBezTo>
                <a:cubicBezTo>
                  <a:pt x="267353" y="22838"/>
                  <a:pt x="272686" y="24492"/>
                  <a:pt x="276831" y="27801"/>
                </a:cubicBezTo>
                <a:cubicBezTo>
                  <a:pt x="280977" y="31108"/>
                  <a:pt x="283634" y="35804"/>
                  <a:pt x="284802" y="41889"/>
                </a:cubicBezTo>
                <a:lnTo>
                  <a:pt x="274909" y="43415"/>
                </a:lnTo>
                <a:cubicBezTo>
                  <a:pt x="273967" y="39402"/>
                  <a:pt x="272300" y="36382"/>
                  <a:pt x="269907" y="34356"/>
                </a:cubicBezTo>
                <a:cubicBezTo>
                  <a:pt x="267513" y="32331"/>
                  <a:pt x="264621" y="31318"/>
                  <a:pt x="261229" y="31318"/>
                </a:cubicBezTo>
                <a:cubicBezTo>
                  <a:pt x="256104" y="31318"/>
                  <a:pt x="251939" y="33146"/>
                  <a:pt x="248736" y="36803"/>
                </a:cubicBezTo>
                <a:cubicBezTo>
                  <a:pt x="245533" y="40459"/>
                  <a:pt x="243931" y="46243"/>
                  <a:pt x="243931" y="54156"/>
                </a:cubicBezTo>
                <a:cubicBezTo>
                  <a:pt x="243931" y="62182"/>
                  <a:pt x="245476" y="68014"/>
                  <a:pt x="248566" y="71652"/>
                </a:cubicBezTo>
                <a:cubicBezTo>
                  <a:pt x="251657" y="75289"/>
                  <a:pt x="255689" y="77107"/>
                  <a:pt x="260664" y="77107"/>
                </a:cubicBezTo>
                <a:cubicBezTo>
                  <a:pt x="264659" y="77107"/>
                  <a:pt x="267994" y="75887"/>
                  <a:pt x="270670" y="73447"/>
                </a:cubicBezTo>
                <a:cubicBezTo>
                  <a:pt x="273345" y="71007"/>
                  <a:pt x="275041" y="67252"/>
                  <a:pt x="275757" y="62183"/>
                </a:cubicBezTo>
                <a:close/>
                <a:moveTo>
                  <a:pt x="294243" y="84230"/>
                </a:moveTo>
                <a:lnTo>
                  <a:pt x="294243" y="1357"/>
                </a:lnTo>
                <a:lnTo>
                  <a:pt x="304418" y="1357"/>
                </a:lnTo>
                <a:lnTo>
                  <a:pt x="304418" y="84230"/>
                </a:lnTo>
                <a:lnTo>
                  <a:pt x="294243" y="84230"/>
                </a:lnTo>
                <a:close/>
                <a:moveTo>
                  <a:pt x="359369" y="76818"/>
                </a:moveTo>
                <a:cubicBezTo>
                  <a:pt x="355600" y="80023"/>
                  <a:pt x="351973" y="82286"/>
                  <a:pt x="348487" y="83606"/>
                </a:cubicBezTo>
                <a:cubicBezTo>
                  <a:pt x="345001" y="84927"/>
                  <a:pt x="341260" y="85587"/>
                  <a:pt x="337266" y="85587"/>
                </a:cubicBezTo>
                <a:cubicBezTo>
                  <a:pt x="330670" y="85587"/>
                  <a:pt x="325602" y="83975"/>
                  <a:pt x="322059" y="80750"/>
                </a:cubicBezTo>
                <a:cubicBezTo>
                  <a:pt x="318516" y="77525"/>
                  <a:pt x="316745" y="73405"/>
                  <a:pt x="316745" y="68389"/>
                </a:cubicBezTo>
                <a:cubicBezTo>
                  <a:pt x="316745" y="65448"/>
                  <a:pt x="317414" y="62762"/>
                  <a:pt x="318752" y="60330"/>
                </a:cubicBezTo>
                <a:cubicBezTo>
                  <a:pt x="320090" y="57897"/>
                  <a:pt x="321842" y="55945"/>
                  <a:pt x="324009" y="54474"/>
                </a:cubicBezTo>
                <a:cubicBezTo>
                  <a:pt x="326176" y="53003"/>
                  <a:pt x="328617" y="51891"/>
                  <a:pt x="331330" y="51137"/>
                </a:cubicBezTo>
                <a:cubicBezTo>
                  <a:pt x="333327" y="50608"/>
                  <a:pt x="336342" y="50099"/>
                  <a:pt x="340375" y="49609"/>
                </a:cubicBezTo>
                <a:cubicBezTo>
                  <a:pt x="348591" y="48636"/>
                  <a:pt x="354639" y="47476"/>
                  <a:pt x="358521" y="46129"/>
                </a:cubicBezTo>
                <a:cubicBezTo>
                  <a:pt x="358559" y="44740"/>
                  <a:pt x="358578" y="43858"/>
                  <a:pt x="358578" y="43482"/>
                </a:cubicBezTo>
                <a:cubicBezTo>
                  <a:pt x="358578" y="39352"/>
                  <a:pt x="357617" y="36443"/>
                  <a:pt x="355695" y="34754"/>
                </a:cubicBezTo>
                <a:cubicBezTo>
                  <a:pt x="353094" y="32463"/>
                  <a:pt x="349231" y="31318"/>
                  <a:pt x="344106" y="31318"/>
                </a:cubicBezTo>
                <a:cubicBezTo>
                  <a:pt x="339320" y="31318"/>
                  <a:pt x="335786" y="32156"/>
                  <a:pt x="333506" y="33833"/>
                </a:cubicBezTo>
                <a:cubicBezTo>
                  <a:pt x="331226" y="35510"/>
                  <a:pt x="329540" y="38478"/>
                  <a:pt x="328447" y="42737"/>
                </a:cubicBezTo>
                <a:lnTo>
                  <a:pt x="318498" y="41380"/>
                </a:lnTo>
                <a:cubicBezTo>
                  <a:pt x="319402" y="37109"/>
                  <a:pt x="320891" y="33659"/>
                  <a:pt x="322964" y="31032"/>
                </a:cubicBezTo>
                <a:cubicBezTo>
                  <a:pt x="325036" y="28404"/>
                  <a:pt x="328032" y="26382"/>
                  <a:pt x="331952" y="24965"/>
                </a:cubicBezTo>
                <a:cubicBezTo>
                  <a:pt x="335871" y="23547"/>
                  <a:pt x="340413" y="22838"/>
                  <a:pt x="345576" y="22838"/>
                </a:cubicBezTo>
                <a:cubicBezTo>
                  <a:pt x="350701" y="22838"/>
                  <a:pt x="354865" y="23441"/>
                  <a:pt x="358069" y="24647"/>
                </a:cubicBezTo>
                <a:cubicBezTo>
                  <a:pt x="361272" y="25853"/>
                  <a:pt x="363628" y="27370"/>
                  <a:pt x="365135" y="29198"/>
                </a:cubicBezTo>
                <a:cubicBezTo>
                  <a:pt x="366643" y="31026"/>
                  <a:pt x="367698" y="33334"/>
                  <a:pt x="368301" y="36123"/>
                </a:cubicBezTo>
                <a:cubicBezTo>
                  <a:pt x="368640" y="37856"/>
                  <a:pt x="368810" y="40984"/>
                  <a:pt x="368810" y="45507"/>
                </a:cubicBezTo>
                <a:lnTo>
                  <a:pt x="368810" y="59074"/>
                </a:lnTo>
                <a:cubicBezTo>
                  <a:pt x="368810" y="68534"/>
                  <a:pt x="369026" y="74516"/>
                  <a:pt x="369460" y="77022"/>
                </a:cubicBezTo>
                <a:cubicBezTo>
                  <a:pt x="369893" y="79529"/>
                  <a:pt x="370750" y="81931"/>
                  <a:pt x="372032" y="84230"/>
                </a:cubicBezTo>
                <a:lnTo>
                  <a:pt x="361404" y="84230"/>
                </a:lnTo>
                <a:cubicBezTo>
                  <a:pt x="360349" y="82117"/>
                  <a:pt x="359671" y="79646"/>
                  <a:pt x="359369" y="76818"/>
                </a:cubicBezTo>
                <a:moveTo>
                  <a:pt x="358521" y="54043"/>
                </a:moveTo>
                <a:cubicBezTo>
                  <a:pt x="354828" y="55563"/>
                  <a:pt x="349288" y="56855"/>
                  <a:pt x="341901" y="57919"/>
                </a:cubicBezTo>
                <a:cubicBezTo>
                  <a:pt x="337718" y="58524"/>
                  <a:pt x="334760" y="59205"/>
                  <a:pt x="333026" y="59963"/>
                </a:cubicBezTo>
                <a:cubicBezTo>
                  <a:pt x="331292" y="60719"/>
                  <a:pt x="329954" y="61826"/>
                  <a:pt x="329012" y="63284"/>
                </a:cubicBezTo>
                <a:cubicBezTo>
                  <a:pt x="328070" y="64741"/>
                  <a:pt x="327599" y="66358"/>
                  <a:pt x="327599" y="68137"/>
                </a:cubicBezTo>
                <a:cubicBezTo>
                  <a:pt x="327599" y="70861"/>
                  <a:pt x="328626" y="73131"/>
                  <a:pt x="330680" y="74949"/>
                </a:cubicBezTo>
                <a:cubicBezTo>
                  <a:pt x="332734" y="76765"/>
                  <a:pt x="335739" y="77673"/>
                  <a:pt x="339696" y="77673"/>
                </a:cubicBezTo>
                <a:cubicBezTo>
                  <a:pt x="343616" y="77673"/>
                  <a:pt x="347102" y="76811"/>
                  <a:pt x="350155" y="75088"/>
                </a:cubicBezTo>
                <a:cubicBezTo>
                  <a:pt x="353207" y="73365"/>
                  <a:pt x="355450" y="71008"/>
                  <a:pt x="356882" y="68017"/>
                </a:cubicBezTo>
                <a:cubicBezTo>
                  <a:pt x="357975" y="65706"/>
                  <a:pt x="358521" y="62298"/>
                  <a:pt x="358521" y="57792"/>
                </a:cubicBezTo>
                <a:lnTo>
                  <a:pt x="358521" y="54043"/>
                </a:lnTo>
                <a:close/>
                <a:moveTo>
                  <a:pt x="384644" y="13115"/>
                </a:moveTo>
                <a:lnTo>
                  <a:pt x="384644" y="1357"/>
                </a:lnTo>
                <a:lnTo>
                  <a:pt x="394819" y="1357"/>
                </a:lnTo>
                <a:lnTo>
                  <a:pt x="394819" y="13115"/>
                </a:lnTo>
                <a:lnTo>
                  <a:pt x="384644" y="13115"/>
                </a:lnTo>
                <a:moveTo>
                  <a:pt x="384644" y="84230"/>
                </a:moveTo>
                <a:lnTo>
                  <a:pt x="384644" y="24195"/>
                </a:lnTo>
                <a:lnTo>
                  <a:pt x="394819" y="24195"/>
                </a:lnTo>
                <a:lnTo>
                  <a:pt x="394819" y="84230"/>
                </a:lnTo>
                <a:lnTo>
                  <a:pt x="384644" y="84230"/>
                </a:lnTo>
                <a:close/>
                <a:moveTo>
                  <a:pt x="410313" y="84230"/>
                </a:moveTo>
                <a:lnTo>
                  <a:pt x="410313" y="24195"/>
                </a:lnTo>
                <a:lnTo>
                  <a:pt x="419414" y="24195"/>
                </a:lnTo>
                <a:lnTo>
                  <a:pt x="419414" y="32561"/>
                </a:lnTo>
                <a:cubicBezTo>
                  <a:pt x="421298" y="29638"/>
                  <a:pt x="423804" y="27287"/>
                  <a:pt x="426932" y="25508"/>
                </a:cubicBezTo>
                <a:cubicBezTo>
                  <a:pt x="430060" y="23728"/>
                  <a:pt x="433622" y="22838"/>
                  <a:pt x="437617" y="22838"/>
                </a:cubicBezTo>
                <a:cubicBezTo>
                  <a:pt x="442064" y="22838"/>
                  <a:pt x="445710" y="23757"/>
                  <a:pt x="448555" y="25594"/>
                </a:cubicBezTo>
                <a:cubicBezTo>
                  <a:pt x="451401" y="27430"/>
                  <a:pt x="453407" y="29998"/>
                  <a:pt x="454576" y="33296"/>
                </a:cubicBezTo>
                <a:cubicBezTo>
                  <a:pt x="459324" y="26324"/>
                  <a:pt x="465505" y="22838"/>
                  <a:pt x="473118" y="22838"/>
                </a:cubicBezTo>
                <a:cubicBezTo>
                  <a:pt x="479072" y="22838"/>
                  <a:pt x="483651" y="24487"/>
                  <a:pt x="486854" y="27785"/>
                </a:cubicBezTo>
                <a:cubicBezTo>
                  <a:pt x="490058" y="31082"/>
                  <a:pt x="491660" y="36161"/>
                  <a:pt x="491660" y="43020"/>
                </a:cubicBezTo>
                <a:lnTo>
                  <a:pt x="491660" y="84230"/>
                </a:lnTo>
                <a:lnTo>
                  <a:pt x="481541" y="84230"/>
                </a:lnTo>
                <a:lnTo>
                  <a:pt x="481541" y="46371"/>
                </a:lnTo>
                <a:cubicBezTo>
                  <a:pt x="481541" y="42296"/>
                  <a:pt x="481211" y="39363"/>
                  <a:pt x="480551" y="37571"/>
                </a:cubicBezTo>
                <a:cubicBezTo>
                  <a:pt x="479892" y="35779"/>
                  <a:pt x="478695" y="34336"/>
                  <a:pt x="476962" y="33242"/>
                </a:cubicBezTo>
                <a:cubicBezTo>
                  <a:pt x="475228" y="32147"/>
                  <a:pt x="473193" y="31600"/>
                  <a:pt x="470856" y="31600"/>
                </a:cubicBezTo>
                <a:cubicBezTo>
                  <a:pt x="466636" y="31600"/>
                  <a:pt x="463131" y="33006"/>
                  <a:pt x="460342" y="35817"/>
                </a:cubicBezTo>
                <a:cubicBezTo>
                  <a:pt x="457553" y="38627"/>
                  <a:pt x="456159" y="43126"/>
                  <a:pt x="456159" y="49314"/>
                </a:cubicBezTo>
                <a:lnTo>
                  <a:pt x="456159" y="84230"/>
                </a:lnTo>
                <a:lnTo>
                  <a:pt x="445983" y="84230"/>
                </a:lnTo>
                <a:lnTo>
                  <a:pt x="445983" y="45182"/>
                </a:lnTo>
                <a:cubicBezTo>
                  <a:pt x="445983" y="40655"/>
                  <a:pt x="445154" y="37259"/>
                  <a:pt x="443496" y="34996"/>
                </a:cubicBezTo>
                <a:cubicBezTo>
                  <a:pt x="441838" y="32732"/>
                  <a:pt x="439124" y="31600"/>
                  <a:pt x="435355" y="31600"/>
                </a:cubicBezTo>
                <a:cubicBezTo>
                  <a:pt x="432491" y="31600"/>
                  <a:pt x="429844" y="32355"/>
                  <a:pt x="427413" y="33865"/>
                </a:cubicBezTo>
                <a:cubicBezTo>
                  <a:pt x="424982" y="35374"/>
                  <a:pt x="423220" y="37581"/>
                  <a:pt x="422127" y="40486"/>
                </a:cubicBezTo>
                <a:cubicBezTo>
                  <a:pt x="421034" y="43391"/>
                  <a:pt x="420488" y="47578"/>
                  <a:pt x="420488" y="53048"/>
                </a:cubicBezTo>
                <a:lnTo>
                  <a:pt x="420488" y="84230"/>
                </a:lnTo>
                <a:lnTo>
                  <a:pt x="410313" y="84230"/>
                </a:lnTo>
                <a:close/>
                <a:moveTo>
                  <a:pt x="550006" y="84230"/>
                </a:moveTo>
                <a:lnTo>
                  <a:pt x="531633" y="24195"/>
                </a:lnTo>
                <a:lnTo>
                  <a:pt x="542148" y="24195"/>
                </a:lnTo>
                <a:lnTo>
                  <a:pt x="551702" y="58843"/>
                </a:lnTo>
                <a:lnTo>
                  <a:pt x="555263" y="71737"/>
                </a:lnTo>
                <a:cubicBezTo>
                  <a:pt x="555414" y="71097"/>
                  <a:pt x="556450" y="66975"/>
                  <a:pt x="558372" y="59369"/>
                </a:cubicBezTo>
                <a:lnTo>
                  <a:pt x="567926" y="24195"/>
                </a:lnTo>
                <a:lnTo>
                  <a:pt x="578384" y="24195"/>
                </a:lnTo>
                <a:lnTo>
                  <a:pt x="587372" y="59011"/>
                </a:lnTo>
                <a:lnTo>
                  <a:pt x="590368" y="70493"/>
                </a:lnTo>
                <a:lnTo>
                  <a:pt x="593817" y="58903"/>
                </a:lnTo>
                <a:lnTo>
                  <a:pt x="604105" y="24195"/>
                </a:lnTo>
                <a:lnTo>
                  <a:pt x="613998" y="24195"/>
                </a:lnTo>
                <a:lnTo>
                  <a:pt x="595230" y="84230"/>
                </a:lnTo>
                <a:lnTo>
                  <a:pt x="584659" y="84230"/>
                </a:lnTo>
                <a:lnTo>
                  <a:pt x="575105" y="48257"/>
                </a:lnTo>
                <a:lnTo>
                  <a:pt x="572787" y="38045"/>
                </a:lnTo>
                <a:lnTo>
                  <a:pt x="560633" y="84230"/>
                </a:lnTo>
                <a:lnTo>
                  <a:pt x="550006" y="84230"/>
                </a:lnTo>
                <a:close/>
                <a:moveTo>
                  <a:pt x="622425" y="84230"/>
                </a:moveTo>
                <a:lnTo>
                  <a:pt x="622425" y="24195"/>
                </a:lnTo>
                <a:lnTo>
                  <a:pt x="631582" y="24195"/>
                </a:lnTo>
                <a:lnTo>
                  <a:pt x="631582" y="33240"/>
                </a:lnTo>
                <a:cubicBezTo>
                  <a:pt x="633919" y="29005"/>
                  <a:pt x="636077" y="26212"/>
                  <a:pt x="638055" y="24863"/>
                </a:cubicBezTo>
                <a:cubicBezTo>
                  <a:pt x="640034" y="23513"/>
                  <a:pt x="642210" y="22838"/>
                  <a:pt x="644584" y="22838"/>
                </a:cubicBezTo>
                <a:cubicBezTo>
                  <a:pt x="648014" y="22838"/>
                  <a:pt x="651500" y="23926"/>
                  <a:pt x="655043" y="26103"/>
                </a:cubicBezTo>
                <a:lnTo>
                  <a:pt x="651538" y="35501"/>
                </a:lnTo>
                <a:cubicBezTo>
                  <a:pt x="649050" y="34031"/>
                  <a:pt x="646563" y="33296"/>
                  <a:pt x="644076" y="33296"/>
                </a:cubicBezTo>
                <a:cubicBezTo>
                  <a:pt x="641852" y="33296"/>
                  <a:pt x="639855" y="33966"/>
                  <a:pt x="638083" y="35307"/>
                </a:cubicBezTo>
                <a:cubicBezTo>
                  <a:pt x="636312" y="36646"/>
                  <a:pt x="635050" y="38504"/>
                  <a:pt x="634296" y="40880"/>
                </a:cubicBezTo>
                <a:cubicBezTo>
                  <a:pt x="633165" y="44502"/>
                  <a:pt x="632600" y="48463"/>
                  <a:pt x="632600" y="52764"/>
                </a:cubicBezTo>
                <a:lnTo>
                  <a:pt x="632600" y="84230"/>
                </a:lnTo>
                <a:lnTo>
                  <a:pt x="622425" y="84230"/>
                </a:lnTo>
                <a:close/>
                <a:moveTo>
                  <a:pt x="657314" y="54213"/>
                </a:moveTo>
                <a:cubicBezTo>
                  <a:pt x="657314" y="43095"/>
                  <a:pt x="660405" y="34860"/>
                  <a:pt x="666585" y="29509"/>
                </a:cubicBezTo>
                <a:cubicBezTo>
                  <a:pt x="671748" y="25062"/>
                  <a:pt x="678042" y="22838"/>
                  <a:pt x="685466" y="22838"/>
                </a:cubicBezTo>
                <a:cubicBezTo>
                  <a:pt x="693720" y="22838"/>
                  <a:pt x="700466" y="25542"/>
                  <a:pt x="705704" y="30950"/>
                </a:cubicBezTo>
                <a:cubicBezTo>
                  <a:pt x="710943" y="36358"/>
                  <a:pt x="713562" y="43830"/>
                  <a:pt x="713562" y="53365"/>
                </a:cubicBezTo>
                <a:cubicBezTo>
                  <a:pt x="713562" y="61090"/>
                  <a:pt x="712403" y="67167"/>
                  <a:pt x="710085" y="71596"/>
                </a:cubicBezTo>
                <a:cubicBezTo>
                  <a:pt x="707768" y="76024"/>
                  <a:pt x="704395" y="79463"/>
                  <a:pt x="699966" y="81912"/>
                </a:cubicBezTo>
                <a:cubicBezTo>
                  <a:pt x="695538" y="84362"/>
                  <a:pt x="690705" y="85587"/>
                  <a:pt x="685466" y="85587"/>
                </a:cubicBezTo>
                <a:cubicBezTo>
                  <a:pt x="677062" y="85587"/>
                  <a:pt x="670269" y="82892"/>
                  <a:pt x="665087" y="77503"/>
                </a:cubicBezTo>
                <a:cubicBezTo>
                  <a:pt x="659905" y="72114"/>
                  <a:pt x="657314" y="64350"/>
                  <a:pt x="657314" y="54213"/>
                </a:cubicBezTo>
                <a:moveTo>
                  <a:pt x="667772" y="54184"/>
                </a:moveTo>
                <a:cubicBezTo>
                  <a:pt x="667772" y="61844"/>
                  <a:pt x="669449" y="67580"/>
                  <a:pt x="672804" y="71391"/>
                </a:cubicBezTo>
                <a:cubicBezTo>
                  <a:pt x="676158" y="75202"/>
                  <a:pt x="680379" y="77107"/>
                  <a:pt x="685466" y="77107"/>
                </a:cubicBezTo>
                <a:cubicBezTo>
                  <a:pt x="690516" y="77107"/>
                  <a:pt x="694719" y="75192"/>
                  <a:pt x="698073" y="71362"/>
                </a:cubicBezTo>
                <a:cubicBezTo>
                  <a:pt x="701427" y="67532"/>
                  <a:pt x="703104" y="61694"/>
                  <a:pt x="703104" y="53847"/>
                </a:cubicBezTo>
                <a:cubicBezTo>
                  <a:pt x="703104" y="46450"/>
                  <a:pt x="701417" y="40845"/>
                  <a:pt x="698044" y="37034"/>
                </a:cubicBezTo>
                <a:cubicBezTo>
                  <a:pt x="694671" y="33223"/>
                  <a:pt x="690479" y="31318"/>
                  <a:pt x="685466" y="31318"/>
                </a:cubicBezTo>
                <a:cubicBezTo>
                  <a:pt x="680379" y="31318"/>
                  <a:pt x="676158" y="33214"/>
                  <a:pt x="672804" y="37006"/>
                </a:cubicBezTo>
                <a:cubicBezTo>
                  <a:pt x="669449" y="40798"/>
                  <a:pt x="667772" y="46524"/>
                  <a:pt x="667772" y="54184"/>
                </a:cubicBezTo>
                <a:close/>
                <a:moveTo>
                  <a:pt x="725496" y="84230"/>
                </a:moveTo>
                <a:lnTo>
                  <a:pt x="725496" y="24195"/>
                </a:lnTo>
                <a:lnTo>
                  <a:pt x="734654" y="24195"/>
                </a:lnTo>
                <a:lnTo>
                  <a:pt x="734654" y="32674"/>
                </a:lnTo>
                <a:cubicBezTo>
                  <a:pt x="739063" y="26117"/>
                  <a:pt x="745432" y="22838"/>
                  <a:pt x="753761" y="22838"/>
                </a:cubicBezTo>
                <a:cubicBezTo>
                  <a:pt x="757379" y="22838"/>
                  <a:pt x="760705" y="23488"/>
                  <a:pt x="763738" y="24789"/>
                </a:cubicBezTo>
                <a:cubicBezTo>
                  <a:pt x="766772" y="26089"/>
                  <a:pt x="769043" y="27794"/>
                  <a:pt x="770550" y="29905"/>
                </a:cubicBezTo>
                <a:cubicBezTo>
                  <a:pt x="772058" y="32015"/>
                  <a:pt x="773113" y="34521"/>
                  <a:pt x="773716" y="37423"/>
                </a:cubicBezTo>
                <a:cubicBezTo>
                  <a:pt x="774093" y="39307"/>
                  <a:pt x="774281" y="42605"/>
                  <a:pt x="774281" y="47316"/>
                </a:cubicBezTo>
                <a:lnTo>
                  <a:pt x="774281" y="84230"/>
                </a:lnTo>
                <a:lnTo>
                  <a:pt x="764106" y="84230"/>
                </a:lnTo>
                <a:lnTo>
                  <a:pt x="764106" y="47673"/>
                </a:lnTo>
                <a:cubicBezTo>
                  <a:pt x="764106" y="43522"/>
                  <a:pt x="763710" y="40419"/>
                  <a:pt x="762919" y="38363"/>
                </a:cubicBezTo>
                <a:cubicBezTo>
                  <a:pt x="762127" y="36307"/>
                  <a:pt x="760723" y="34665"/>
                  <a:pt x="758707" y="33439"/>
                </a:cubicBezTo>
                <a:cubicBezTo>
                  <a:pt x="756691" y="32213"/>
                  <a:pt x="754326" y="31600"/>
                  <a:pt x="751613" y="31600"/>
                </a:cubicBezTo>
                <a:cubicBezTo>
                  <a:pt x="747279" y="31600"/>
                  <a:pt x="743538" y="32978"/>
                  <a:pt x="740391" y="35732"/>
                </a:cubicBezTo>
                <a:cubicBezTo>
                  <a:pt x="737244" y="38486"/>
                  <a:pt x="735671" y="43711"/>
                  <a:pt x="735671" y="51407"/>
                </a:cubicBezTo>
                <a:lnTo>
                  <a:pt x="735671" y="84230"/>
                </a:lnTo>
                <a:lnTo>
                  <a:pt x="725496" y="84230"/>
                </a:lnTo>
                <a:close/>
                <a:moveTo>
                  <a:pt x="788024" y="89205"/>
                </a:moveTo>
                <a:lnTo>
                  <a:pt x="797916" y="90675"/>
                </a:lnTo>
                <a:cubicBezTo>
                  <a:pt x="798331" y="93727"/>
                  <a:pt x="799480" y="95951"/>
                  <a:pt x="801365" y="97345"/>
                </a:cubicBezTo>
                <a:cubicBezTo>
                  <a:pt x="803890" y="99229"/>
                  <a:pt x="807338" y="100172"/>
                  <a:pt x="811710" y="100172"/>
                </a:cubicBezTo>
                <a:cubicBezTo>
                  <a:pt x="816421" y="100172"/>
                  <a:pt x="820057" y="99227"/>
                  <a:pt x="822620" y="97338"/>
                </a:cubicBezTo>
                <a:cubicBezTo>
                  <a:pt x="825183" y="95450"/>
                  <a:pt x="826916" y="92806"/>
                  <a:pt x="827821" y="89406"/>
                </a:cubicBezTo>
                <a:cubicBezTo>
                  <a:pt x="828349" y="87330"/>
                  <a:pt x="828593" y="82968"/>
                  <a:pt x="828556" y="76319"/>
                </a:cubicBezTo>
                <a:cubicBezTo>
                  <a:pt x="824109" y="81593"/>
                  <a:pt x="818569" y="84230"/>
                  <a:pt x="811936" y="84230"/>
                </a:cubicBezTo>
                <a:cubicBezTo>
                  <a:pt x="803682" y="84230"/>
                  <a:pt x="797295" y="81253"/>
                  <a:pt x="792772" y="75298"/>
                </a:cubicBezTo>
                <a:cubicBezTo>
                  <a:pt x="788250" y="69344"/>
                  <a:pt x="785989" y="62202"/>
                  <a:pt x="785989" y="53873"/>
                </a:cubicBezTo>
                <a:cubicBezTo>
                  <a:pt x="785989" y="48145"/>
                  <a:pt x="787025" y="42859"/>
                  <a:pt x="789098" y="38017"/>
                </a:cubicBezTo>
                <a:cubicBezTo>
                  <a:pt x="791170" y="33174"/>
                  <a:pt x="794176" y="29433"/>
                  <a:pt x="798114" y="26795"/>
                </a:cubicBezTo>
                <a:cubicBezTo>
                  <a:pt x="802053" y="24157"/>
                  <a:pt x="806679" y="22838"/>
                  <a:pt x="811992" y="22838"/>
                </a:cubicBezTo>
                <a:cubicBezTo>
                  <a:pt x="819078" y="22838"/>
                  <a:pt x="824919" y="25721"/>
                  <a:pt x="829517" y="31487"/>
                </a:cubicBezTo>
                <a:lnTo>
                  <a:pt x="829517" y="24195"/>
                </a:lnTo>
                <a:lnTo>
                  <a:pt x="838901" y="24195"/>
                </a:lnTo>
                <a:lnTo>
                  <a:pt x="838901" y="76125"/>
                </a:lnTo>
                <a:cubicBezTo>
                  <a:pt x="838901" y="85477"/>
                  <a:pt x="837949" y="92105"/>
                  <a:pt x="836046" y="96008"/>
                </a:cubicBezTo>
                <a:cubicBezTo>
                  <a:pt x="834143" y="99911"/>
                  <a:pt x="831128" y="102993"/>
                  <a:pt x="827001" y="105256"/>
                </a:cubicBezTo>
                <a:cubicBezTo>
                  <a:pt x="822875" y="107519"/>
                  <a:pt x="817796" y="108651"/>
                  <a:pt x="811766" y="108651"/>
                </a:cubicBezTo>
                <a:cubicBezTo>
                  <a:pt x="804606" y="108651"/>
                  <a:pt x="798821" y="107035"/>
                  <a:pt x="794412" y="103804"/>
                </a:cubicBezTo>
                <a:cubicBezTo>
                  <a:pt x="790002" y="100572"/>
                  <a:pt x="787873" y="95706"/>
                  <a:pt x="788024" y="89205"/>
                </a:cubicBezTo>
                <a:moveTo>
                  <a:pt x="796447" y="53140"/>
                </a:moveTo>
                <a:cubicBezTo>
                  <a:pt x="796447" y="60997"/>
                  <a:pt x="798011" y="66729"/>
                  <a:pt x="801139" y="70338"/>
                </a:cubicBezTo>
                <a:cubicBezTo>
                  <a:pt x="804267" y="73946"/>
                  <a:pt x="808186" y="75751"/>
                  <a:pt x="812897" y="75751"/>
                </a:cubicBezTo>
                <a:cubicBezTo>
                  <a:pt x="817570" y="75751"/>
                  <a:pt x="821490" y="73956"/>
                  <a:pt x="824655" y="70366"/>
                </a:cubicBezTo>
                <a:cubicBezTo>
                  <a:pt x="827821" y="66776"/>
                  <a:pt x="829404" y="61147"/>
                  <a:pt x="829404" y="53478"/>
                </a:cubicBezTo>
                <a:cubicBezTo>
                  <a:pt x="829404" y="46148"/>
                  <a:pt x="827774" y="40622"/>
                  <a:pt x="824514" y="36900"/>
                </a:cubicBezTo>
                <a:cubicBezTo>
                  <a:pt x="821254" y="33179"/>
                  <a:pt x="817325" y="31318"/>
                  <a:pt x="812727" y="31318"/>
                </a:cubicBezTo>
                <a:cubicBezTo>
                  <a:pt x="808205" y="31318"/>
                  <a:pt x="804361" y="33150"/>
                  <a:pt x="801195" y="36815"/>
                </a:cubicBezTo>
                <a:cubicBezTo>
                  <a:pt x="798029" y="40480"/>
                  <a:pt x="796447" y="45922"/>
                  <a:pt x="796447" y="53140"/>
                </a:cubicBezTo>
                <a:close/>
                <a:moveTo>
                  <a:pt x="854056" y="84230"/>
                </a:moveTo>
                <a:lnTo>
                  <a:pt x="854056" y="1357"/>
                </a:lnTo>
                <a:lnTo>
                  <a:pt x="864232" y="1357"/>
                </a:lnTo>
                <a:lnTo>
                  <a:pt x="864232" y="84230"/>
                </a:lnTo>
                <a:lnTo>
                  <a:pt x="854056" y="84230"/>
                </a:lnTo>
                <a:close/>
                <a:moveTo>
                  <a:pt x="879555" y="107407"/>
                </a:moveTo>
                <a:lnTo>
                  <a:pt x="878425" y="97854"/>
                </a:lnTo>
                <a:cubicBezTo>
                  <a:pt x="880648" y="98457"/>
                  <a:pt x="882589" y="98758"/>
                  <a:pt x="884247" y="98758"/>
                </a:cubicBezTo>
                <a:cubicBezTo>
                  <a:pt x="886508" y="98758"/>
                  <a:pt x="888317" y="98377"/>
                  <a:pt x="889674" y="97614"/>
                </a:cubicBezTo>
                <a:cubicBezTo>
                  <a:pt x="891031" y="96852"/>
                  <a:pt x="892143" y="95784"/>
                  <a:pt x="893009" y="94411"/>
                </a:cubicBezTo>
                <a:cubicBezTo>
                  <a:pt x="893650" y="93382"/>
                  <a:pt x="894687" y="90827"/>
                  <a:pt x="896119" y="86747"/>
                </a:cubicBezTo>
                <a:cubicBezTo>
                  <a:pt x="896307" y="86175"/>
                  <a:pt x="896609" y="85336"/>
                  <a:pt x="897023" y="84230"/>
                </a:cubicBezTo>
                <a:lnTo>
                  <a:pt x="874241" y="24195"/>
                </a:lnTo>
                <a:lnTo>
                  <a:pt x="885208" y="24195"/>
                </a:lnTo>
                <a:lnTo>
                  <a:pt x="897701" y="58880"/>
                </a:lnTo>
                <a:cubicBezTo>
                  <a:pt x="899322" y="63280"/>
                  <a:pt x="900773" y="67905"/>
                  <a:pt x="902054" y="72754"/>
                </a:cubicBezTo>
                <a:cubicBezTo>
                  <a:pt x="903223" y="68092"/>
                  <a:pt x="904617" y="63542"/>
                  <a:pt x="906238" y="59106"/>
                </a:cubicBezTo>
                <a:lnTo>
                  <a:pt x="919070" y="24195"/>
                </a:lnTo>
                <a:lnTo>
                  <a:pt x="929245" y="24195"/>
                </a:lnTo>
                <a:lnTo>
                  <a:pt x="906407" y="85288"/>
                </a:lnTo>
                <a:cubicBezTo>
                  <a:pt x="903957" y="91888"/>
                  <a:pt x="902054" y="96432"/>
                  <a:pt x="900698" y="98921"/>
                </a:cubicBezTo>
                <a:cubicBezTo>
                  <a:pt x="898889" y="102277"/>
                  <a:pt x="896816" y="104738"/>
                  <a:pt x="894479" y="106303"/>
                </a:cubicBezTo>
                <a:cubicBezTo>
                  <a:pt x="892143" y="107869"/>
                  <a:pt x="889354" y="108651"/>
                  <a:pt x="886113" y="108651"/>
                </a:cubicBezTo>
                <a:cubicBezTo>
                  <a:pt x="884153" y="108651"/>
                  <a:pt x="881967" y="108237"/>
                  <a:pt x="879555" y="107407"/>
                </a:cubicBezTo>
                <a:close/>
                <a:moveTo>
                  <a:pt x="969943" y="84230"/>
                </a:moveTo>
                <a:lnTo>
                  <a:pt x="969943" y="24195"/>
                </a:lnTo>
                <a:lnTo>
                  <a:pt x="979101" y="24195"/>
                </a:lnTo>
                <a:lnTo>
                  <a:pt x="979101" y="33240"/>
                </a:lnTo>
                <a:cubicBezTo>
                  <a:pt x="981438" y="29005"/>
                  <a:pt x="983595" y="26212"/>
                  <a:pt x="985574" y="24863"/>
                </a:cubicBezTo>
                <a:cubicBezTo>
                  <a:pt x="987553" y="23513"/>
                  <a:pt x="989729" y="22838"/>
                  <a:pt x="992103" y="22838"/>
                </a:cubicBezTo>
                <a:cubicBezTo>
                  <a:pt x="995533" y="22838"/>
                  <a:pt x="999019" y="23926"/>
                  <a:pt x="1002561" y="26103"/>
                </a:cubicBezTo>
                <a:lnTo>
                  <a:pt x="999056" y="35501"/>
                </a:lnTo>
                <a:cubicBezTo>
                  <a:pt x="996569" y="34031"/>
                  <a:pt x="994082" y="33296"/>
                  <a:pt x="991595" y="33296"/>
                </a:cubicBezTo>
                <a:cubicBezTo>
                  <a:pt x="989371" y="33296"/>
                  <a:pt x="987374" y="33966"/>
                  <a:pt x="985602" y="35307"/>
                </a:cubicBezTo>
                <a:cubicBezTo>
                  <a:pt x="983831" y="36646"/>
                  <a:pt x="982569" y="38504"/>
                  <a:pt x="981815" y="40880"/>
                </a:cubicBezTo>
                <a:cubicBezTo>
                  <a:pt x="980684" y="44502"/>
                  <a:pt x="980119" y="48463"/>
                  <a:pt x="980119" y="52764"/>
                </a:cubicBezTo>
                <a:lnTo>
                  <a:pt x="980119" y="84230"/>
                </a:lnTo>
                <a:lnTo>
                  <a:pt x="969943" y="84230"/>
                </a:lnTo>
                <a:close/>
                <a:moveTo>
                  <a:pt x="1049718" y="64897"/>
                </a:moveTo>
                <a:lnTo>
                  <a:pt x="1060233" y="66197"/>
                </a:lnTo>
                <a:cubicBezTo>
                  <a:pt x="1058575" y="72340"/>
                  <a:pt x="1055503" y="77107"/>
                  <a:pt x="1051018" y="80499"/>
                </a:cubicBezTo>
                <a:cubicBezTo>
                  <a:pt x="1046534" y="83891"/>
                  <a:pt x="1040805" y="85587"/>
                  <a:pt x="1033833" y="85587"/>
                </a:cubicBezTo>
                <a:cubicBezTo>
                  <a:pt x="1025052" y="85587"/>
                  <a:pt x="1018090" y="82883"/>
                  <a:pt x="1012945" y="77475"/>
                </a:cubicBezTo>
                <a:cubicBezTo>
                  <a:pt x="1007801" y="72067"/>
                  <a:pt x="1005229" y="64482"/>
                  <a:pt x="1005229" y="54721"/>
                </a:cubicBezTo>
                <a:cubicBezTo>
                  <a:pt x="1005229" y="44621"/>
                  <a:pt x="1007829" y="36782"/>
                  <a:pt x="1013030" y="31205"/>
                </a:cubicBezTo>
                <a:cubicBezTo>
                  <a:pt x="1018231" y="25627"/>
                  <a:pt x="1024977" y="22838"/>
                  <a:pt x="1033268" y="22838"/>
                </a:cubicBezTo>
                <a:cubicBezTo>
                  <a:pt x="1041295" y="22838"/>
                  <a:pt x="1047853" y="25566"/>
                  <a:pt x="1052940" y="31023"/>
                </a:cubicBezTo>
                <a:cubicBezTo>
                  <a:pt x="1058028" y="36478"/>
                  <a:pt x="1060572" y="44153"/>
                  <a:pt x="1060572" y="54048"/>
                </a:cubicBezTo>
                <a:cubicBezTo>
                  <a:pt x="1060572" y="54650"/>
                  <a:pt x="1060553" y="55553"/>
                  <a:pt x="1060516" y="56756"/>
                </a:cubicBezTo>
                <a:lnTo>
                  <a:pt x="1015744" y="56756"/>
                </a:lnTo>
                <a:cubicBezTo>
                  <a:pt x="1016120" y="63333"/>
                  <a:pt x="1017986" y="68369"/>
                  <a:pt x="1021340" y="71864"/>
                </a:cubicBezTo>
                <a:cubicBezTo>
                  <a:pt x="1024694" y="75360"/>
                  <a:pt x="1028877" y="77107"/>
                  <a:pt x="1033890" y="77107"/>
                </a:cubicBezTo>
                <a:cubicBezTo>
                  <a:pt x="1037621" y="77107"/>
                  <a:pt x="1040805" y="76137"/>
                  <a:pt x="1043443" y="74196"/>
                </a:cubicBezTo>
                <a:cubicBezTo>
                  <a:pt x="1046081" y="72254"/>
                  <a:pt x="1048173" y="69154"/>
                  <a:pt x="1049718" y="64897"/>
                </a:cubicBezTo>
                <a:moveTo>
                  <a:pt x="1016309" y="48277"/>
                </a:moveTo>
                <a:lnTo>
                  <a:pt x="1049831" y="48277"/>
                </a:lnTo>
                <a:cubicBezTo>
                  <a:pt x="1049379" y="43309"/>
                  <a:pt x="1048098" y="39584"/>
                  <a:pt x="1045987" y="37100"/>
                </a:cubicBezTo>
                <a:cubicBezTo>
                  <a:pt x="1042746" y="33245"/>
                  <a:pt x="1038544" y="31318"/>
                  <a:pt x="1033381" y="31318"/>
                </a:cubicBezTo>
                <a:cubicBezTo>
                  <a:pt x="1028708" y="31318"/>
                  <a:pt x="1024779" y="32856"/>
                  <a:pt x="1021594" y="35934"/>
                </a:cubicBezTo>
                <a:cubicBezTo>
                  <a:pt x="1018410" y="39010"/>
                  <a:pt x="1016648" y="43124"/>
                  <a:pt x="1016309" y="48277"/>
                </a:cubicBezTo>
                <a:close/>
                <a:moveTo>
                  <a:pt x="1075728" y="84230"/>
                </a:moveTo>
                <a:lnTo>
                  <a:pt x="1075728" y="32109"/>
                </a:lnTo>
                <a:lnTo>
                  <a:pt x="1066683" y="32109"/>
                </a:lnTo>
                <a:lnTo>
                  <a:pt x="1066683" y="24195"/>
                </a:lnTo>
                <a:lnTo>
                  <a:pt x="1075728" y="24195"/>
                </a:lnTo>
                <a:lnTo>
                  <a:pt x="1075728" y="18386"/>
                </a:lnTo>
                <a:cubicBezTo>
                  <a:pt x="1075728" y="12445"/>
                  <a:pt x="1077009" y="7895"/>
                  <a:pt x="1079572" y="4738"/>
                </a:cubicBezTo>
                <a:cubicBezTo>
                  <a:pt x="1082134" y="1579"/>
                  <a:pt x="1086186" y="0"/>
                  <a:pt x="1091726" y="0"/>
                </a:cubicBezTo>
                <a:cubicBezTo>
                  <a:pt x="1095457" y="0"/>
                  <a:pt x="1098905" y="431"/>
                  <a:pt x="1102071" y="1293"/>
                </a:cubicBezTo>
                <a:lnTo>
                  <a:pt x="1100488" y="9836"/>
                </a:lnTo>
                <a:cubicBezTo>
                  <a:pt x="1098491" y="9497"/>
                  <a:pt x="1096663" y="9327"/>
                  <a:pt x="1095004" y="9327"/>
                </a:cubicBezTo>
                <a:cubicBezTo>
                  <a:pt x="1091500" y="9327"/>
                  <a:pt x="1089106" y="10025"/>
                  <a:pt x="1087825" y="11419"/>
                </a:cubicBezTo>
                <a:cubicBezTo>
                  <a:pt x="1086544" y="12814"/>
                  <a:pt x="1085903" y="15772"/>
                  <a:pt x="1085903" y="20294"/>
                </a:cubicBezTo>
                <a:lnTo>
                  <a:pt x="1085903" y="24195"/>
                </a:lnTo>
                <a:lnTo>
                  <a:pt x="1097548" y="24195"/>
                </a:lnTo>
                <a:lnTo>
                  <a:pt x="1097548" y="32109"/>
                </a:lnTo>
                <a:lnTo>
                  <a:pt x="1085903" y="32109"/>
                </a:lnTo>
                <a:lnTo>
                  <a:pt x="1085903" y="84230"/>
                </a:lnTo>
                <a:lnTo>
                  <a:pt x="1075728" y="84230"/>
                </a:lnTo>
                <a:moveTo>
                  <a:pt x="1105123" y="84230"/>
                </a:moveTo>
                <a:lnTo>
                  <a:pt x="1105123" y="1357"/>
                </a:lnTo>
                <a:lnTo>
                  <a:pt x="1115299" y="1357"/>
                </a:lnTo>
                <a:lnTo>
                  <a:pt x="1115299" y="84230"/>
                </a:lnTo>
                <a:lnTo>
                  <a:pt x="1105123" y="84230"/>
                </a:lnTo>
                <a:close/>
                <a:moveTo>
                  <a:pt x="1171999" y="64897"/>
                </a:moveTo>
                <a:lnTo>
                  <a:pt x="1182514" y="66197"/>
                </a:lnTo>
                <a:cubicBezTo>
                  <a:pt x="1180855" y="72340"/>
                  <a:pt x="1177784" y="77107"/>
                  <a:pt x="1173299" y="80499"/>
                </a:cubicBezTo>
                <a:cubicBezTo>
                  <a:pt x="1168814" y="83891"/>
                  <a:pt x="1163086" y="85587"/>
                  <a:pt x="1156114" y="85587"/>
                </a:cubicBezTo>
                <a:cubicBezTo>
                  <a:pt x="1147333" y="85587"/>
                  <a:pt x="1140370" y="82883"/>
                  <a:pt x="1135226" y="77475"/>
                </a:cubicBezTo>
                <a:cubicBezTo>
                  <a:pt x="1130082" y="72067"/>
                  <a:pt x="1127510" y="64482"/>
                  <a:pt x="1127510" y="54721"/>
                </a:cubicBezTo>
                <a:cubicBezTo>
                  <a:pt x="1127510" y="44621"/>
                  <a:pt x="1130110" y="36782"/>
                  <a:pt x="1135311" y="31205"/>
                </a:cubicBezTo>
                <a:cubicBezTo>
                  <a:pt x="1140512" y="25627"/>
                  <a:pt x="1147258" y="22838"/>
                  <a:pt x="1155549" y="22838"/>
                </a:cubicBezTo>
                <a:cubicBezTo>
                  <a:pt x="1163576" y="22838"/>
                  <a:pt x="1170133" y="25566"/>
                  <a:pt x="1175221" y="31023"/>
                </a:cubicBezTo>
                <a:cubicBezTo>
                  <a:pt x="1180309" y="36478"/>
                  <a:pt x="1182853" y="44153"/>
                  <a:pt x="1182853" y="54048"/>
                </a:cubicBezTo>
                <a:cubicBezTo>
                  <a:pt x="1182853" y="54650"/>
                  <a:pt x="1182834" y="55553"/>
                  <a:pt x="1182796" y="56756"/>
                </a:cubicBezTo>
                <a:lnTo>
                  <a:pt x="1138024" y="56756"/>
                </a:lnTo>
                <a:cubicBezTo>
                  <a:pt x="1138401" y="63333"/>
                  <a:pt x="1140267" y="68369"/>
                  <a:pt x="1143621" y="71864"/>
                </a:cubicBezTo>
                <a:cubicBezTo>
                  <a:pt x="1146975" y="75360"/>
                  <a:pt x="1151158" y="77107"/>
                  <a:pt x="1156170" y="77107"/>
                </a:cubicBezTo>
                <a:cubicBezTo>
                  <a:pt x="1159901" y="77107"/>
                  <a:pt x="1163086" y="76137"/>
                  <a:pt x="1165724" y="74196"/>
                </a:cubicBezTo>
                <a:cubicBezTo>
                  <a:pt x="1168362" y="72254"/>
                  <a:pt x="1170454" y="69154"/>
                  <a:pt x="1171999" y="64897"/>
                </a:cubicBezTo>
                <a:moveTo>
                  <a:pt x="1138590" y="48277"/>
                </a:moveTo>
                <a:lnTo>
                  <a:pt x="1172112" y="48277"/>
                </a:lnTo>
                <a:cubicBezTo>
                  <a:pt x="1171660" y="43309"/>
                  <a:pt x="1170378" y="39584"/>
                  <a:pt x="1168268" y="37100"/>
                </a:cubicBezTo>
                <a:cubicBezTo>
                  <a:pt x="1165027" y="33245"/>
                  <a:pt x="1160825" y="31318"/>
                  <a:pt x="1155662" y="31318"/>
                </a:cubicBezTo>
                <a:cubicBezTo>
                  <a:pt x="1150989" y="31318"/>
                  <a:pt x="1147060" y="32856"/>
                  <a:pt x="1143875" y="35934"/>
                </a:cubicBezTo>
                <a:cubicBezTo>
                  <a:pt x="1140691" y="39010"/>
                  <a:pt x="1138929" y="43124"/>
                  <a:pt x="1138590" y="48277"/>
                </a:cubicBezTo>
                <a:close/>
                <a:moveTo>
                  <a:pt x="1234470" y="62183"/>
                </a:moveTo>
                <a:lnTo>
                  <a:pt x="1244476" y="63483"/>
                </a:lnTo>
                <a:cubicBezTo>
                  <a:pt x="1243383" y="70398"/>
                  <a:pt x="1240585" y="75811"/>
                  <a:pt x="1236081" y="79722"/>
                </a:cubicBezTo>
                <a:cubicBezTo>
                  <a:pt x="1231578" y="83632"/>
                  <a:pt x="1226047" y="85587"/>
                  <a:pt x="1219490" y="85587"/>
                </a:cubicBezTo>
                <a:cubicBezTo>
                  <a:pt x="1211274" y="85587"/>
                  <a:pt x="1204669" y="82902"/>
                  <a:pt x="1199676" y="77531"/>
                </a:cubicBezTo>
                <a:cubicBezTo>
                  <a:pt x="1194682" y="72161"/>
                  <a:pt x="1192185" y="64463"/>
                  <a:pt x="1192185" y="54439"/>
                </a:cubicBezTo>
                <a:cubicBezTo>
                  <a:pt x="1192185" y="47957"/>
                  <a:pt x="1193260" y="42285"/>
                  <a:pt x="1195408" y="37423"/>
                </a:cubicBezTo>
                <a:cubicBezTo>
                  <a:pt x="1197556" y="32561"/>
                  <a:pt x="1200825" y="28915"/>
                  <a:pt x="1205216" y="26484"/>
                </a:cubicBezTo>
                <a:cubicBezTo>
                  <a:pt x="1209606" y="24054"/>
                  <a:pt x="1214383" y="22838"/>
                  <a:pt x="1219546" y="22838"/>
                </a:cubicBezTo>
                <a:cubicBezTo>
                  <a:pt x="1226066" y="22838"/>
                  <a:pt x="1231399" y="24492"/>
                  <a:pt x="1235544" y="27801"/>
                </a:cubicBezTo>
                <a:cubicBezTo>
                  <a:pt x="1239690" y="31108"/>
                  <a:pt x="1242347" y="35804"/>
                  <a:pt x="1243515" y="41889"/>
                </a:cubicBezTo>
                <a:lnTo>
                  <a:pt x="1233622" y="43415"/>
                </a:lnTo>
                <a:cubicBezTo>
                  <a:pt x="1232680" y="39402"/>
                  <a:pt x="1231012" y="36382"/>
                  <a:pt x="1228619" y="34356"/>
                </a:cubicBezTo>
                <a:cubicBezTo>
                  <a:pt x="1226226" y="32331"/>
                  <a:pt x="1223334" y="31318"/>
                  <a:pt x="1219942" y="31318"/>
                </a:cubicBezTo>
                <a:cubicBezTo>
                  <a:pt x="1214816" y="31318"/>
                  <a:pt x="1210652" y="33146"/>
                  <a:pt x="1207449" y="36803"/>
                </a:cubicBezTo>
                <a:cubicBezTo>
                  <a:pt x="1204245" y="40459"/>
                  <a:pt x="1202644" y="46243"/>
                  <a:pt x="1202644" y="54156"/>
                </a:cubicBezTo>
                <a:cubicBezTo>
                  <a:pt x="1202644" y="62182"/>
                  <a:pt x="1204189" y="68014"/>
                  <a:pt x="1207279" y="71652"/>
                </a:cubicBezTo>
                <a:cubicBezTo>
                  <a:pt x="1210369" y="75289"/>
                  <a:pt x="1214402" y="77107"/>
                  <a:pt x="1219377" y="77107"/>
                </a:cubicBezTo>
                <a:cubicBezTo>
                  <a:pt x="1223371" y="77107"/>
                  <a:pt x="1226707" y="75887"/>
                  <a:pt x="1229382" y="73447"/>
                </a:cubicBezTo>
                <a:cubicBezTo>
                  <a:pt x="1232058" y="71007"/>
                  <a:pt x="1233754" y="67252"/>
                  <a:pt x="1234470" y="62183"/>
                </a:cubicBezTo>
                <a:close/>
                <a:moveTo>
                  <a:pt x="1275399" y="75242"/>
                </a:moveTo>
                <a:lnTo>
                  <a:pt x="1276868" y="84230"/>
                </a:lnTo>
                <a:cubicBezTo>
                  <a:pt x="1274004" y="84758"/>
                  <a:pt x="1271441" y="85022"/>
                  <a:pt x="1269180" y="85022"/>
                </a:cubicBezTo>
                <a:cubicBezTo>
                  <a:pt x="1265487" y="85022"/>
                  <a:pt x="1262623" y="84437"/>
                  <a:pt x="1260588" y="83269"/>
                </a:cubicBezTo>
                <a:cubicBezTo>
                  <a:pt x="1258553" y="82101"/>
                  <a:pt x="1257120" y="80565"/>
                  <a:pt x="1256291" y="78662"/>
                </a:cubicBezTo>
                <a:cubicBezTo>
                  <a:pt x="1255462" y="76759"/>
                  <a:pt x="1255048" y="72754"/>
                  <a:pt x="1255048" y="66649"/>
                </a:cubicBezTo>
                <a:lnTo>
                  <a:pt x="1255048" y="32109"/>
                </a:lnTo>
                <a:lnTo>
                  <a:pt x="1247586" y="32109"/>
                </a:lnTo>
                <a:lnTo>
                  <a:pt x="1247586" y="24195"/>
                </a:lnTo>
                <a:lnTo>
                  <a:pt x="1255048" y="24195"/>
                </a:lnTo>
                <a:lnTo>
                  <a:pt x="1255048" y="9287"/>
                </a:lnTo>
                <a:lnTo>
                  <a:pt x="1265167" y="3166"/>
                </a:lnTo>
                <a:lnTo>
                  <a:pt x="1265167" y="24195"/>
                </a:lnTo>
                <a:lnTo>
                  <a:pt x="1275399" y="24195"/>
                </a:lnTo>
                <a:lnTo>
                  <a:pt x="1275399" y="32109"/>
                </a:lnTo>
                <a:lnTo>
                  <a:pt x="1265167" y="32109"/>
                </a:lnTo>
                <a:lnTo>
                  <a:pt x="1265167" y="67214"/>
                </a:lnTo>
                <a:cubicBezTo>
                  <a:pt x="1265167" y="70116"/>
                  <a:pt x="1265346" y="71982"/>
                  <a:pt x="1265704" y="72811"/>
                </a:cubicBezTo>
                <a:cubicBezTo>
                  <a:pt x="1266062" y="73640"/>
                  <a:pt x="1266646" y="74300"/>
                  <a:pt x="1267456" y="74790"/>
                </a:cubicBezTo>
                <a:cubicBezTo>
                  <a:pt x="1268266" y="75279"/>
                  <a:pt x="1269425" y="75524"/>
                  <a:pt x="1270933" y="75524"/>
                </a:cubicBezTo>
                <a:cubicBezTo>
                  <a:pt x="1272063" y="75524"/>
                  <a:pt x="1273552" y="75430"/>
                  <a:pt x="1275399" y="75242"/>
                </a:cubicBezTo>
                <a:close/>
                <a:moveTo>
                  <a:pt x="1281274" y="66253"/>
                </a:moveTo>
                <a:lnTo>
                  <a:pt x="1291336" y="64671"/>
                </a:lnTo>
                <a:cubicBezTo>
                  <a:pt x="1291902" y="68685"/>
                  <a:pt x="1293475" y="71762"/>
                  <a:pt x="1296057" y="73901"/>
                </a:cubicBezTo>
                <a:cubicBezTo>
                  <a:pt x="1298638" y="76039"/>
                  <a:pt x="1302247" y="77107"/>
                  <a:pt x="1306882" y="77107"/>
                </a:cubicBezTo>
                <a:cubicBezTo>
                  <a:pt x="1311555" y="77107"/>
                  <a:pt x="1315023" y="76163"/>
                  <a:pt x="1317284" y="74275"/>
                </a:cubicBezTo>
                <a:cubicBezTo>
                  <a:pt x="1319545" y="72386"/>
                  <a:pt x="1320676" y="70171"/>
                  <a:pt x="1320676" y="67630"/>
                </a:cubicBezTo>
                <a:cubicBezTo>
                  <a:pt x="1320676" y="65348"/>
                  <a:pt x="1319677" y="63554"/>
                  <a:pt x="1317679" y="62245"/>
                </a:cubicBezTo>
                <a:cubicBezTo>
                  <a:pt x="1316285" y="61348"/>
                  <a:pt x="1312818" y="60207"/>
                  <a:pt x="1307278" y="58823"/>
                </a:cubicBezTo>
                <a:cubicBezTo>
                  <a:pt x="1299816" y="56938"/>
                  <a:pt x="1294643" y="55307"/>
                  <a:pt x="1291760" y="53930"/>
                </a:cubicBezTo>
                <a:cubicBezTo>
                  <a:pt x="1288877" y="52553"/>
                  <a:pt x="1286691" y="50648"/>
                  <a:pt x="1285203" y="48215"/>
                </a:cubicBezTo>
                <a:cubicBezTo>
                  <a:pt x="1283714" y="45782"/>
                  <a:pt x="1282970" y="43094"/>
                  <a:pt x="1282970" y="40152"/>
                </a:cubicBezTo>
                <a:cubicBezTo>
                  <a:pt x="1282970" y="37474"/>
                  <a:pt x="1283582" y="34994"/>
                  <a:pt x="1284807" y="32712"/>
                </a:cubicBezTo>
                <a:cubicBezTo>
                  <a:pt x="1286032" y="30429"/>
                  <a:pt x="1287700" y="28534"/>
                  <a:pt x="1289810" y="27025"/>
                </a:cubicBezTo>
                <a:cubicBezTo>
                  <a:pt x="1291393" y="25856"/>
                  <a:pt x="1293550" y="24866"/>
                  <a:pt x="1296283" y="24055"/>
                </a:cubicBezTo>
                <a:cubicBezTo>
                  <a:pt x="1299015" y="23244"/>
                  <a:pt x="1301945" y="22838"/>
                  <a:pt x="1305073" y="22838"/>
                </a:cubicBezTo>
                <a:cubicBezTo>
                  <a:pt x="1309784" y="22838"/>
                  <a:pt x="1313920" y="23521"/>
                  <a:pt x="1317482" y="24887"/>
                </a:cubicBezTo>
                <a:cubicBezTo>
                  <a:pt x="1321043" y="26252"/>
                  <a:pt x="1323672" y="28102"/>
                  <a:pt x="1325368" y="30436"/>
                </a:cubicBezTo>
                <a:cubicBezTo>
                  <a:pt x="1327063" y="32769"/>
                  <a:pt x="1328232" y="35890"/>
                  <a:pt x="1328872" y="39797"/>
                </a:cubicBezTo>
                <a:lnTo>
                  <a:pt x="1318923" y="41154"/>
                </a:lnTo>
                <a:cubicBezTo>
                  <a:pt x="1318471" y="38064"/>
                  <a:pt x="1317161" y="35652"/>
                  <a:pt x="1314994" y="33918"/>
                </a:cubicBezTo>
                <a:cubicBezTo>
                  <a:pt x="1312827" y="32185"/>
                  <a:pt x="1309765" y="31318"/>
                  <a:pt x="1305808" y="31318"/>
                </a:cubicBezTo>
                <a:cubicBezTo>
                  <a:pt x="1301135" y="31318"/>
                  <a:pt x="1297800" y="32087"/>
                  <a:pt x="1295802" y="33625"/>
                </a:cubicBezTo>
                <a:cubicBezTo>
                  <a:pt x="1293805" y="35162"/>
                  <a:pt x="1292806" y="36962"/>
                  <a:pt x="1292806" y="39025"/>
                </a:cubicBezTo>
                <a:cubicBezTo>
                  <a:pt x="1292806" y="40337"/>
                  <a:pt x="1293221" y="41519"/>
                  <a:pt x="1294050" y="42569"/>
                </a:cubicBezTo>
                <a:cubicBezTo>
                  <a:pt x="1294879" y="43656"/>
                  <a:pt x="1296179" y="44556"/>
                  <a:pt x="1297950" y="45268"/>
                </a:cubicBezTo>
                <a:cubicBezTo>
                  <a:pt x="1298968" y="45644"/>
                  <a:pt x="1301964" y="46507"/>
                  <a:pt x="1306939" y="47856"/>
                </a:cubicBezTo>
                <a:cubicBezTo>
                  <a:pt x="1314137" y="49777"/>
                  <a:pt x="1319159" y="51349"/>
                  <a:pt x="1322004" y="52573"/>
                </a:cubicBezTo>
                <a:cubicBezTo>
                  <a:pt x="1324849" y="53797"/>
                  <a:pt x="1327082" y="55576"/>
                  <a:pt x="1328703" y="57912"/>
                </a:cubicBezTo>
                <a:cubicBezTo>
                  <a:pt x="1330323" y="60246"/>
                  <a:pt x="1331134" y="63145"/>
                  <a:pt x="1331134" y="66609"/>
                </a:cubicBezTo>
                <a:cubicBezTo>
                  <a:pt x="1331134" y="69998"/>
                  <a:pt x="1330144" y="73190"/>
                  <a:pt x="1328166" y="76183"/>
                </a:cubicBezTo>
                <a:cubicBezTo>
                  <a:pt x="1326187" y="79176"/>
                  <a:pt x="1323333" y="81491"/>
                  <a:pt x="1319602" y="83130"/>
                </a:cubicBezTo>
                <a:cubicBezTo>
                  <a:pt x="1315871" y="84768"/>
                  <a:pt x="1311650" y="85587"/>
                  <a:pt x="1306939" y="85587"/>
                </a:cubicBezTo>
                <a:cubicBezTo>
                  <a:pt x="1299138" y="85587"/>
                  <a:pt x="1293192" y="83962"/>
                  <a:pt x="1289103" y="80711"/>
                </a:cubicBezTo>
                <a:cubicBezTo>
                  <a:pt x="1285014" y="77461"/>
                  <a:pt x="1282405" y="72641"/>
                  <a:pt x="1281274" y="66253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themedia'struecontext.">
            <a:extLst xmlns:a="http://schemas.openxmlformats.org/drawingml/2006/main">
              <a:ext uri="{FF2B5EF4-FFF2-40B4-BE49-F238E27FC236}">
                <a16:creationId xmlns:a16="http://schemas.microsoft.com/office/drawing/2014/main" id="{0DFEBDFC-D642-4CC4-A8C8-9D2EDC22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997" y="6399633"/>
            <a:ext cx="1245640" cy="84230"/>
          </a:xfrm>
          <a:custGeom xmlns:a="http://schemas.openxmlformats.org/drawingml/2006/main">
            <a:pathLst>
              <a:path w="1245640" h="84230">
                <a:moveTo>
                  <a:pt x="27813" y="73885"/>
                </a:moveTo>
                <a:lnTo>
                  <a:pt x="29283" y="82873"/>
                </a:lnTo>
                <a:cubicBezTo>
                  <a:pt x="26418" y="83401"/>
                  <a:pt x="23856" y="83665"/>
                  <a:pt x="21595" y="83665"/>
                </a:cubicBezTo>
                <a:cubicBezTo>
                  <a:pt x="17901" y="83665"/>
                  <a:pt x="15037" y="83081"/>
                  <a:pt x="13002" y="81912"/>
                </a:cubicBezTo>
                <a:cubicBezTo>
                  <a:pt x="10967" y="80744"/>
                  <a:pt x="9535" y="79208"/>
                  <a:pt x="8706" y="77305"/>
                </a:cubicBezTo>
                <a:cubicBezTo>
                  <a:pt x="7877" y="75402"/>
                  <a:pt x="7462" y="71398"/>
                  <a:pt x="7462" y="65292"/>
                </a:cubicBezTo>
                <a:lnTo>
                  <a:pt x="7462" y="30752"/>
                </a:lnTo>
                <a:lnTo>
                  <a:pt x="0" y="30752"/>
                </a:lnTo>
                <a:lnTo>
                  <a:pt x="0" y="22838"/>
                </a:lnTo>
                <a:lnTo>
                  <a:pt x="7462" y="22838"/>
                </a:lnTo>
                <a:lnTo>
                  <a:pt x="7462" y="7930"/>
                </a:lnTo>
                <a:lnTo>
                  <a:pt x="17581" y="1809"/>
                </a:lnTo>
                <a:lnTo>
                  <a:pt x="17581" y="22838"/>
                </a:lnTo>
                <a:lnTo>
                  <a:pt x="27813" y="22838"/>
                </a:lnTo>
                <a:lnTo>
                  <a:pt x="27813" y="30752"/>
                </a:lnTo>
                <a:lnTo>
                  <a:pt x="17581" y="30752"/>
                </a:lnTo>
                <a:lnTo>
                  <a:pt x="17581" y="65858"/>
                </a:lnTo>
                <a:cubicBezTo>
                  <a:pt x="17581" y="68760"/>
                  <a:pt x="17760" y="70625"/>
                  <a:pt x="18118" y="71454"/>
                </a:cubicBezTo>
                <a:cubicBezTo>
                  <a:pt x="18476" y="72283"/>
                  <a:pt x="19060" y="72943"/>
                  <a:pt x="19870" y="73433"/>
                </a:cubicBezTo>
                <a:cubicBezTo>
                  <a:pt x="20681" y="73923"/>
                  <a:pt x="21840" y="74168"/>
                  <a:pt x="23347" y="74168"/>
                </a:cubicBezTo>
                <a:cubicBezTo>
                  <a:pt x="24478" y="74168"/>
                  <a:pt x="25966" y="74073"/>
                  <a:pt x="27813" y="73885"/>
                </a:cubicBezTo>
                <a:close/>
                <a:moveTo>
                  <a:pt x="37759" y="82873"/>
                </a:moveTo>
                <a:lnTo>
                  <a:pt x="37759" y="0"/>
                </a:lnTo>
                <a:lnTo>
                  <a:pt x="47934" y="0"/>
                </a:lnTo>
                <a:lnTo>
                  <a:pt x="47934" y="29735"/>
                </a:lnTo>
                <a:cubicBezTo>
                  <a:pt x="52683" y="24233"/>
                  <a:pt x="58675" y="21481"/>
                  <a:pt x="65911" y="21481"/>
                </a:cubicBezTo>
                <a:cubicBezTo>
                  <a:pt x="70358" y="21481"/>
                  <a:pt x="74221" y="22358"/>
                  <a:pt x="77499" y="24110"/>
                </a:cubicBezTo>
                <a:cubicBezTo>
                  <a:pt x="80778" y="25863"/>
                  <a:pt x="83124" y="28284"/>
                  <a:pt x="84537" y="31374"/>
                </a:cubicBezTo>
                <a:cubicBezTo>
                  <a:pt x="85951" y="34465"/>
                  <a:pt x="86657" y="38949"/>
                  <a:pt x="86657" y="44828"/>
                </a:cubicBezTo>
                <a:lnTo>
                  <a:pt x="86657" y="82873"/>
                </a:lnTo>
                <a:lnTo>
                  <a:pt x="76482" y="82873"/>
                </a:lnTo>
                <a:lnTo>
                  <a:pt x="76482" y="44828"/>
                </a:lnTo>
                <a:cubicBezTo>
                  <a:pt x="76482" y="39741"/>
                  <a:pt x="75379" y="36038"/>
                  <a:pt x="73175" y="33720"/>
                </a:cubicBezTo>
                <a:cubicBezTo>
                  <a:pt x="70970" y="31403"/>
                  <a:pt x="67851" y="30244"/>
                  <a:pt x="63819" y="30244"/>
                </a:cubicBezTo>
                <a:cubicBezTo>
                  <a:pt x="60804" y="30244"/>
                  <a:pt x="57968" y="31026"/>
                  <a:pt x="55311" y="32590"/>
                </a:cubicBezTo>
                <a:cubicBezTo>
                  <a:pt x="52654" y="34154"/>
                  <a:pt x="50760" y="36274"/>
                  <a:pt x="49630" y="38949"/>
                </a:cubicBezTo>
                <a:cubicBezTo>
                  <a:pt x="48499" y="41625"/>
                  <a:pt x="47934" y="45318"/>
                  <a:pt x="47934" y="50029"/>
                </a:cubicBezTo>
                <a:lnTo>
                  <a:pt x="47934" y="82873"/>
                </a:lnTo>
                <a:lnTo>
                  <a:pt x="37759" y="82873"/>
                </a:lnTo>
                <a:close/>
                <a:moveTo>
                  <a:pt x="143249" y="63540"/>
                </a:moveTo>
                <a:lnTo>
                  <a:pt x="153764" y="64840"/>
                </a:lnTo>
                <a:cubicBezTo>
                  <a:pt x="152106" y="70983"/>
                  <a:pt x="149034" y="75751"/>
                  <a:pt x="144549" y="79142"/>
                </a:cubicBezTo>
                <a:cubicBezTo>
                  <a:pt x="140065" y="82534"/>
                  <a:pt x="134336" y="84230"/>
                  <a:pt x="127364" y="84230"/>
                </a:cubicBezTo>
                <a:cubicBezTo>
                  <a:pt x="118583" y="84230"/>
                  <a:pt x="111621" y="81526"/>
                  <a:pt x="106476" y="76118"/>
                </a:cubicBezTo>
                <a:cubicBezTo>
                  <a:pt x="101332" y="70710"/>
                  <a:pt x="98760" y="63125"/>
                  <a:pt x="98760" y="53365"/>
                </a:cubicBezTo>
                <a:cubicBezTo>
                  <a:pt x="98760" y="43264"/>
                  <a:pt x="101360" y="35426"/>
                  <a:pt x="106561" y="29848"/>
                </a:cubicBezTo>
                <a:cubicBezTo>
                  <a:pt x="111762" y="24270"/>
                  <a:pt x="118508" y="21481"/>
                  <a:pt x="126799" y="21481"/>
                </a:cubicBezTo>
                <a:cubicBezTo>
                  <a:pt x="134826" y="21481"/>
                  <a:pt x="141384" y="24210"/>
                  <a:pt x="146471" y="29666"/>
                </a:cubicBezTo>
                <a:cubicBezTo>
                  <a:pt x="151559" y="35121"/>
                  <a:pt x="154103" y="42796"/>
                  <a:pt x="154103" y="52692"/>
                </a:cubicBezTo>
                <a:cubicBezTo>
                  <a:pt x="154103" y="53293"/>
                  <a:pt x="154084" y="54196"/>
                  <a:pt x="154046" y="55400"/>
                </a:cubicBezTo>
                <a:lnTo>
                  <a:pt x="109275" y="55400"/>
                </a:lnTo>
                <a:cubicBezTo>
                  <a:pt x="109651" y="61976"/>
                  <a:pt x="111517" y="67012"/>
                  <a:pt x="114871" y="70507"/>
                </a:cubicBezTo>
                <a:cubicBezTo>
                  <a:pt x="118225" y="74003"/>
                  <a:pt x="122408" y="75751"/>
                  <a:pt x="127421" y="75751"/>
                </a:cubicBezTo>
                <a:cubicBezTo>
                  <a:pt x="131152" y="75751"/>
                  <a:pt x="134336" y="74780"/>
                  <a:pt x="136974" y="72839"/>
                </a:cubicBezTo>
                <a:cubicBezTo>
                  <a:pt x="139612" y="70897"/>
                  <a:pt x="141704" y="67797"/>
                  <a:pt x="143249" y="63540"/>
                </a:cubicBezTo>
                <a:moveTo>
                  <a:pt x="109840" y="46920"/>
                </a:moveTo>
                <a:lnTo>
                  <a:pt x="143362" y="46920"/>
                </a:lnTo>
                <a:cubicBezTo>
                  <a:pt x="142910" y="41953"/>
                  <a:pt x="141629" y="38227"/>
                  <a:pt x="139518" y="35743"/>
                </a:cubicBezTo>
                <a:cubicBezTo>
                  <a:pt x="136277" y="31888"/>
                  <a:pt x="132075" y="29961"/>
                  <a:pt x="126912" y="29961"/>
                </a:cubicBezTo>
                <a:cubicBezTo>
                  <a:pt x="122239" y="29961"/>
                  <a:pt x="118310" y="31500"/>
                  <a:pt x="115125" y="34577"/>
                </a:cubicBezTo>
                <a:cubicBezTo>
                  <a:pt x="111941" y="37653"/>
                  <a:pt x="110179" y="41768"/>
                  <a:pt x="109840" y="46920"/>
                </a:cubicBezTo>
                <a:close/>
                <a:moveTo>
                  <a:pt x="198707" y="82873"/>
                </a:moveTo>
                <a:lnTo>
                  <a:pt x="198707" y="22838"/>
                </a:lnTo>
                <a:lnTo>
                  <a:pt x="207809" y="22838"/>
                </a:lnTo>
                <a:lnTo>
                  <a:pt x="207809" y="31205"/>
                </a:lnTo>
                <a:cubicBezTo>
                  <a:pt x="209693" y="28282"/>
                  <a:pt x="212199" y="25930"/>
                  <a:pt x="215327" y="24151"/>
                </a:cubicBezTo>
                <a:cubicBezTo>
                  <a:pt x="218455" y="22371"/>
                  <a:pt x="222017" y="21481"/>
                  <a:pt x="226012" y="21481"/>
                </a:cubicBezTo>
                <a:cubicBezTo>
                  <a:pt x="230459" y="21481"/>
                  <a:pt x="234105" y="22400"/>
                  <a:pt x="236950" y="24237"/>
                </a:cubicBezTo>
                <a:cubicBezTo>
                  <a:pt x="239796" y="26073"/>
                  <a:pt x="241802" y="28641"/>
                  <a:pt x="242971" y="31940"/>
                </a:cubicBezTo>
                <a:cubicBezTo>
                  <a:pt x="247719" y="24968"/>
                  <a:pt x="253900" y="21481"/>
                  <a:pt x="261513" y="21481"/>
                </a:cubicBezTo>
                <a:cubicBezTo>
                  <a:pt x="267467" y="21481"/>
                  <a:pt x="272046" y="23130"/>
                  <a:pt x="275249" y="26428"/>
                </a:cubicBezTo>
                <a:cubicBezTo>
                  <a:pt x="278453" y="29725"/>
                  <a:pt x="280055" y="34804"/>
                  <a:pt x="280055" y="41663"/>
                </a:cubicBezTo>
                <a:lnTo>
                  <a:pt x="280055" y="82873"/>
                </a:lnTo>
                <a:lnTo>
                  <a:pt x="269936" y="82873"/>
                </a:lnTo>
                <a:lnTo>
                  <a:pt x="269936" y="45014"/>
                </a:lnTo>
                <a:cubicBezTo>
                  <a:pt x="269936" y="40939"/>
                  <a:pt x="269606" y="38006"/>
                  <a:pt x="268946" y="36215"/>
                </a:cubicBezTo>
                <a:cubicBezTo>
                  <a:pt x="268287" y="34422"/>
                  <a:pt x="267090" y="32979"/>
                  <a:pt x="265357" y="31885"/>
                </a:cubicBezTo>
                <a:cubicBezTo>
                  <a:pt x="263623" y="30791"/>
                  <a:pt x="261588" y="30244"/>
                  <a:pt x="259251" y="30244"/>
                </a:cubicBezTo>
                <a:cubicBezTo>
                  <a:pt x="255030" y="30244"/>
                  <a:pt x="251526" y="31649"/>
                  <a:pt x="248737" y="34460"/>
                </a:cubicBezTo>
                <a:cubicBezTo>
                  <a:pt x="245948" y="37271"/>
                  <a:pt x="244554" y="41769"/>
                  <a:pt x="244554" y="47957"/>
                </a:cubicBezTo>
                <a:lnTo>
                  <a:pt x="244554" y="82873"/>
                </a:lnTo>
                <a:lnTo>
                  <a:pt x="234378" y="82873"/>
                </a:lnTo>
                <a:lnTo>
                  <a:pt x="234378" y="43825"/>
                </a:lnTo>
                <a:cubicBezTo>
                  <a:pt x="234378" y="39298"/>
                  <a:pt x="233549" y="35903"/>
                  <a:pt x="231891" y="33639"/>
                </a:cubicBezTo>
                <a:cubicBezTo>
                  <a:pt x="230233" y="31375"/>
                  <a:pt x="227519" y="30244"/>
                  <a:pt x="223750" y="30244"/>
                </a:cubicBezTo>
                <a:cubicBezTo>
                  <a:pt x="220886" y="30244"/>
                  <a:pt x="218239" y="30999"/>
                  <a:pt x="215808" y="32508"/>
                </a:cubicBezTo>
                <a:cubicBezTo>
                  <a:pt x="213377" y="34017"/>
                  <a:pt x="211615" y="36224"/>
                  <a:pt x="210522" y="39130"/>
                </a:cubicBezTo>
                <a:cubicBezTo>
                  <a:pt x="209429" y="42034"/>
                  <a:pt x="208883" y="46221"/>
                  <a:pt x="208883" y="51692"/>
                </a:cubicBezTo>
                <a:lnTo>
                  <a:pt x="208883" y="82873"/>
                </a:lnTo>
                <a:lnTo>
                  <a:pt x="198707" y="82873"/>
                </a:lnTo>
                <a:close/>
                <a:moveTo>
                  <a:pt x="336256" y="63540"/>
                </a:moveTo>
                <a:lnTo>
                  <a:pt x="346771" y="64840"/>
                </a:lnTo>
                <a:cubicBezTo>
                  <a:pt x="345113" y="70983"/>
                  <a:pt x="342041" y="75751"/>
                  <a:pt x="337556" y="79142"/>
                </a:cubicBezTo>
                <a:cubicBezTo>
                  <a:pt x="333072" y="82534"/>
                  <a:pt x="327343" y="84230"/>
                  <a:pt x="320371" y="84230"/>
                </a:cubicBezTo>
                <a:cubicBezTo>
                  <a:pt x="311590" y="84230"/>
                  <a:pt x="304628" y="81526"/>
                  <a:pt x="299483" y="76118"/>
                </a:cubicBezTo>
                <a:cubicBezTo>
                  <a:pt x="294339" y="70710"/>
                  <a:pt x="291767" y="63125"/>
                  <a:pt x="291767" y="53365"/>
                </a:cubicBezTo>
                <a:cubicBezTo>
                  <a:pt x="291767" y="43264"/>
                  <a:pt x="294367" y="35426"/>
                  <a:pt x="299568" y="29848"/>
                </a:cubicBezTo>
                <a:cubicBezTo>
                  <a:pt x="304769" y="24270"/>
                  <a:pt x="311515" y="21481"/>
                  <a:pt x="319806" y="21481"/>
                </a:cubicBezTo>
                <a:cubicBezTo>
                  <a:pt x="327833" y="21481"/>
                  <a:pt x="334391" y="24210"/>
                  <a:pt x="339478" y="29666"/>
                </a:cubicBezTo>
                <a:cubicBezTo>
                  <a:pt x="344566" y="35121"/>
                  <a:pt x="347110" y="42796"/>
                  <a:pt x="347110" y="52692"/>
                </a:cubicBezTo>
                <a:cubicBezTo>
                  <a:pt x="347110" y="53293"/>
                  <a:pt x="347091" y="54196"/>
                  <a:pt x="347053" y="55400"/>
                </a:cubicBezTo>
                <a:lnTo>
                  <a:pt x="302281" y="55400"/>
                </a:lnTo>
                <a:cubicBezTo>
                  <a:pt x="302658" y="61976"/>
                  <a:pt x="304524" y="67012"/>
                  <a:pt x="307878" y="70507"/>
                </a:cubicBezTo>
                <a:cubicBezTo>
                  <a:pt x="311232" y="74003"/>
                  <a:pt x="315415" y="75751"/>
                  <a:pt x="320428" y="75751"/>
                </a:cubicBezTo>
                <a:cubicBezTo>
                  <a:pt x="324159" y="75751"/>
                  <a:pt x="327343" y="74780"/>
                  <a:pt x="329981" y="72839"/>
                </a:cubicBezTo>
                <a:cubicBezTo>
                  <a:pt x="332619" y="70897"/>
                  <a:pt x="334711" y="67797"/>
                  <a:pt x="336256" y="63540"/>
                </a:cubicBezTo>
                <a:moveTo>
                  <a:pt x="302847" y="46920"/>
                </a:moveTo>
                <a:lnTo>
                  <a:pt x="336369" y="46920"/>
                </a:lnTo>
                <a:cubicBezTo>
                  <a:pt x="335917" y="41953"/>
                  <a:pt x="334636" y="38227"/>
                  <a:pt x="332525" y="35743"/>
                </a:cubicBezTo>
                <a:cubicBezTo>
                  <a:pt x="329284" y="31888"/>
                  <a:pt x="325082" y="29961"/>
                  <a:pt x="319919" y="29961"/>
                </a:cubicBezTo>
                <a:cubicBezTo>
                  <a:pt x="315246" y="29961"/>
                  <a:pt x="311317" y="31500"/>
                  <a:pt x="308132" y="34577"/>
                </a:cubicBezTo>
                <a:cubicBezTo>
                  <a:pt x="304948" y="37653"/>
                  <a:pt x="303186" y="41768"/>
                  <a:pt x="302847" y="46920"/>
                </a:cubicBezTo>
                <a:close/>
                <a:moveTo>
                  <a:pt x="398502" y="82873"/>
                </a:moveTo>
                <a:lnTo>
                  <a:pt x="398502" y="75298"/>
                </a:lnTo>
                <a:cubicBezTo>
                  <a:pt x="394695" y="81253"/>
                  <a:pt x="389099" y="84230"/>
                  <a:pt x="381712" y="84230"/>
                </a:cubicBezTo>
                <a:cubicBezTo>
                  <a:pt x="376926" y="84230"/>
                  <a:pt x="372526" y="82911"/>
                  <a:pt x="368512" y="80273"/>
                </a:cubicBezTo>
                <a:cubicBezTo>
                  <a:pt x="364499" y="77635"/>
                  <a:pt x="361389" y="73951"/>
                  <a:pt x="359185" y="69221"/>
                </a:cubicBezTo>
                <a:cubicBezTo>
                  <a:pt x="356980" y="64492"/>
                  <a:pt x="355878" y="59055"/>
                  <a:pt x="355878" y="52912"/>
                </a:cubicBezTo>
                <a:cubicBezTo>
                  <a:pt x="355878" y="46920"/>
                  <a:pt x="356876" y="41484"/>
                  <a:pt x="358874" y="36603"/>
                </a:cubicBezTo>
                <a:cubicBezTo>
                  <a:pt x="360871" y="31723"/>
                  <a:pt x="363867" y="27982"/>
                  <a:pt x="367862" y="25382"/>
                </a:cubicBezTo>
                <a:cubicBezTo>
                  <a:pt x="371857" y="22782"/>
                  <a:pt x="376323" y="21481"/>
                  <a:pt x="381260" y="21481"/>
                </a:cubicBezTo>
                <a:cubicBezTo>
                  <a:pt x="384878" y="21481"/>
                  <a:pt x="388100" y="22245"/>
                  <a:pt x="390926" y="23771"/>
                </a:cubicBezTo>
                <a:cubicBezTo>
                  <a:pt x="393753" y="25297"/>
                  <a:pt x="396052" y="27285"/>
                  <a:pt x="397823" y="29735"/>
                </a:cubicBezTo>
                <a:lnTo>
                  <a:pt x="397823" y="0"/>
                </a:lnTo>
                <a:lnTo>
                  <a:pt x="407942" y="0"/>
                </a:lnTo>
                <a:lnTo>
                  <a:pt x="407942" y="82873"/>
                </a:lnTo>
                <a:lnTo>
                  <a:pt x="398502" y="82873"/>
                </a:lnTo>
                <a:moveTo>
                  <a:pt x="366336" y="52884"/>
                </a:moveTo>
                <a:cubicBezTo>
                  <a:pt x="366336" y="60544"/>
                  <a:pt x="367956" y="66270"/>
                  <a:pt x="371197" y="70062"/>
                </a:cubicBezTo>
                <a:cubicBezTo>
                  <a:pt x="374438" y="73854"/>
                  <a:pt x="378264" y="75751"/>
                  <a:pt x="382673" y="75751"/>
                </a:cubicBezTo>
                <a:cubicBezTo>
                  <a:pt x="387120" y="75751"/>
                  <a:pt x="390898" y="73939"/>
                  <a:pt x="394007" y="70317"/>
                </a:cubicBezTo>
                <a:cubicBezTo>
                  <a:pt x="397117" y="66693"/>
                  <a:pt x="398671" y="61163"/>
                  <a:pt x="398671" y="53728"/>
                </a:cubicBezTo>
                <a:cubicBezTo>
                  <a:pt x="398671" y="45543"/>
                  <a:pt x="397088" y="39536"/>
                  <a:pt x="393923" y="35706"/>
                </a:cubicBezTo>
                <a:cubicBezTo>
                  <a:pt x="390757" y="31876"/>
                  <a:pt x="386856" y="29961"/>
                  <a:pt x="382221" y="29961"/>
                </a:cubicBezTo>
                <a:cubicBezTo>
                  <a:pt x="377698" y="29961"/>
                  <a:pt x="373920" y="31801"/>
                  <a:pt x="370886" y="35482"/>
                </a:cubicBezTo>
                <a:cubicBezTo>
                  <a:pt x="367853" y="39161"/>
                  <a:pt x="366336" y="44962"/>
                  <a:pt x="366336" y="52884"/>
                </a:cubicBezTo>
                <a:close/>
                <a:moveTo>
                  <a:pt x="424002" y="11758"/>
                </a:moveTo>
                <a:lnTo>
                  <a:pt x="424002" y="0"/>
                </a:lnTo>
                <a:lnTo>
                  <a:pt x="434178" y="0"/>
                </a:lnTo>
                <a:lnTo>
                  <a:pt x="434178" y="11758"/>
                </a:lnTo>
                <a:lnTo>
                  <a:pt x="424002" y="11758"/>
                </a:lnTo>
                <a:moveTo>
                  <a:pt x="424002" y="82873"/>
                </a:moveTo>
                <a:lnTo>
                  <a:pt x="424002" y="22838"/>
                </a:lnTo>
                <a:lnTo>
                  <a:pt x="434178" y="22838"/>
                </a:lnTo>
                <a:lnTo>
                  <a:pt x="434178" y="82873"/>
                </a:lnTo>
                <a:lnTo>
                  <a:pt x="424002" y="82873"/>
                </a:lnTo>
                <a:close/>
                <a:moveTo>
                  <a:pt x="488846" y="75461"/>
                </a:moveTo>
                <a:cubicBezTo>
                  <a:pt x="485078" y="78667"/>
                  <a:pt x="481450" y="80930"/>
                  <a:pt x="477964" y="82250"/>
                </a:cubicBezTo>
                <a:cubicBezTo>
                  <a:pt x="474478" y="83570"/>
                  <a:pt x="470738" y="84230"/>
                  <a:pt x="466743" y="84230"/>
                </a:cubicBezTo>
                <a:cubicBezTo>
                  <a:pt x="460148" y="84230"/>
                  <a:pt x="455079" y="82618"/>
                  <a:pt x="451536" y="79393"/>
                </a:cubicBezTo>
                <a:cubicBezTo>
                  <a:pt x="447994" y="76169"/>
                  <a:pt x="446223" y="72048"/>
                  <a:pt x="446223" y="67033"/>
                </a:cubicBezTo>
                <a:cubicBezTo>
                  <a:pt x="446223" y="64092"/>
                  <a:pt x="446891" y="61405"/>
                  <a:pt x="448229" y="58973"/>
                </a:cubicBezTo>
                <a:cubicBezTo>
                  <a:pt x="449567" y="56540"/>
                  <a:pt x="451320" y="54588"/>
                  <a:pt x="453487" y="53117"/>
                </a:cubicBezTo>
                <a:cubicBezTo>
                  <a:pt x="455654" y="51646"/>
                  <a:pt x="458094" y="50534"/>
                  <a:pt x="460807" y="49780"/>
                </a:cubicBezTo>
                <a:cubicBezTo>
                  <a:pt x="462805" y="49251"/>
                  <a:pt x="465820" y="48742"/>
                  <a:pt x="469852" y="48252"/>
                </a:cubicBezTo>
                <a:cubicBezTo>
                  <a:pt x="478068" y="47279"/>
                  <a:pt x="484117" y="46119"/>
                  <a:pt x="487998" y="44772"/>
                </a:cubicBezTo>
                <a:cubicBezTo>
                  <a:pt x="488036" y="43383"/>
                  <a:pt x="488055" y="42501"/>
                  <a:pt x="488055" y="42126"/>
                </a:cubicBezTo>
                <a:cubicBezTo>
                  <a:pt x="488055" y="37995"/>
                  <a:pt x="487094" y="35086"/>
                  <a:pt x="485172" y="33397"/>
                </a:cubicBezTo>
                <a:cubicBezTo>
                  <a:pt x="482571" y="31106"/>
                  <a:pt x="478709" y="29961"/>
                  <a:pt x="473583" y="29961"/>
                </a:cubicBezTo>
                <a:cubicBezTo>
                  <a:pt x="468797" y="29961"/>
                  <a:pt x="465264" y="30800"/>
                  <a:pt x="462984" y="32477"/>
                </a:cubicBezTo>
                <a:cubicBezTo>
                  <a:pt x="460704" y="34154"/>
                  <a:pt x="459017" y="37122"/>
                  <a:pt x="457924" y="41380"/>
                </a:cubicBezTo>
                <a:lnTo>
                  <a:pt x="447975" y="40023"/>
                </a:lnTo>
                <a:cubicBezTo>
                  <a:pt x="448879" y="35752"/>
                  <a:pt x="450368" y="32302"/>
                  <a:pt x="452441" y="29675"/>
                </a:cubicBezTo>
                <a:cubicBezTo>
                  <a:pt x="454514" y="27047"/>
                  <a:pt x="457510" y="25025"/>
                  <a:pt x="461429" y="23608"/>
                </a:cubicBezTo>
                <a:cubicBezTo>
                  <a:pt x="465349" y="22190"/>
                  <a:pt x="469890" y="21481"/>
                  <a:pt x="475053" y="21481"/>
                </a:cubicBezTo>
                <a:cubicBezTo>
                  <a:pt x="480178" y="21481"/>
                  <a:pt x="484343" y="22084"/>
                  <a:pt x="487546" y="23290"/>
                </a:cubicBezTo>
                <a:cubicBezTo>
                  <a:pt x="490750" y="24496"/>
                  <a:pt x="493105" y="26013"/>
                  <a:pt x="494612" y="27841"/>
                </a:cubicBezTo>
                <a:cubicBezTo>
                  <a:pt x="496120" y="29669"/>
                  <a:pt x="497175" y="31977"/>
                  <a:pt x="497778" y="34766"/>
                </a:cubicBezTo>
                <a:cubicBezTo>
                  <a:pt x="498117" y="36500"/>
                  <a:pt x="498287" y="39628"/>
                  <a:pt x="498287" y="44150"/>
                </a:cubicBezTo>
                <a:lnTo>
                  <a:pt x="498287" y="57717"/>
                </a:lnTo>
                <a:cubicBezTo>
                  <a:pt x="498287" y="67177"/>
                  <a:pt x="498504" y="73160"/>
                  <a:pt x="498937" y="75666"/>
                </a:cubicBezTo>
                <a:cubicBezTo>
                  <a:pt x="499370" y="78172"/>
                  <a:pt x="500228" y="80574"/>
                  <a:pt x="501509" y="82873"/>
                </a:cubicBezTo>
                <a:lnTo>
                  <a:pt x="490881" y="82873"/>
                </a:lnTo>
                <a:cubicBezTo>
                  <a:pt x="489826" y="80761"/>
                  <a:pt x="489148" y="78290"/>
                  <a:pt x="488846" y="75461"/>
                </a:cubicBezTo>
                <a:moveTo>
                  <a:pt x="487998" y="52686"/>
                </a:moveTo>
                <a:cubicBezTo>
                  <a:pt x="484305" y="54207"/>
                  <a:pt x="478765" y="55499"/>
                  <a:pt x="471378" y="56562"/>
                </a:cubicBezTo>
                <a:cubicBezTo>
                  <a:pt x="467195" y="57167"/>
                  <a:pt x="464237" y="57849"/>
                  <a:pt x="462503" y="58606"/>
                </a:cubicBezTo>
                <a:cubicBezTo>
                  <a:pt x="460770" y="59362"/>
                  <a:pt x="459432" y="60469"/>
                  <a:pt x="458490" y="61927"/>
                </a:cubicBezTo>
                <a:cubicBezTo>
                  <a:pt x="457547" y="63384"/>
                  <a:pt x="457076" y="65002"/>
                  <a:pt x="457076" y="66780"/>
                </a:cubicBezTo>
                <a:cubicBezTo>
                  <a:pt x="457076" y="69504"/>
                  <a:pt x="458103" y="71775"/>
                  <a:pt x="460157" y="73592"/>
                </a:cubicBezTo>
                <a:cubicBezTo>
                  <a:pt x="462211" y="75408"/>
                  <a:pt x="465217" y="76316"/>
                  <a:pt x="469174" y="76316"/>
                </a:cubicBezTo>
                <a:cubicBezTo>
                  <a:pt x="473093" y="76316"/>
                  <a:pt x="476579" y="75454"/>
                  <a:pt x="479632" y="73731"/>
                </a:cubicBezTo>
                <a:cubicBezTo>
                  <a:pt x="482685" y="72008"/>
                  <a:pt x="484927" y="69651"/>
                  <a:pt x="486359" y="66660"/>
                </a:cubicBezTo>
                <a:cubicBezTo>
                  <a:pt x="487452" y="64349"/>
                  <a:pt x="487998" y="60941"/>
                  <a:pt x="487998" y="56435"/>
                </a:cubicBezTo>
                <a:lnTo>
                  <a:pt x="487998" y="52686"/>
                </a:lnTo>
                <a:close/>
                <a:moveTo>
                  <a:pt x="514121" y="29396"/>
                </a:moveTo>
                <a:lnTo>
                  <a:pt x="511520" y="13876"/>
                </a:lnTo>
                <a:lnTo>
                  <a:pt x="511520" y="0"/>
                </a:lnTo>
                <a:lnTo>
                  <a:pt x="523109" y="0"/>
                </a:lnTo>
                <a:lnTo>
                  <a:pt x="523109" y="13876"/>
                </a:lnTo>
                <a:lnTo>
                  <a:pt x="520395" y="29396"/>
                </a:lnTo>
                <a:lnTo>
                  <a:pt x="514121" y="29396"/>
                </a:lnTo>
                <a:close/>
                <a:moveTo>
                  <a:pt x="532095" y="64897"/>
                </a:moveTo>
                <a:lnTo>
                  <a:pt x="542158" y="63314"/>
                </a:lnTo>
                <a:cubicBezTo>
                  <a:pt x="542723" y="67329"/>
                  <a:pt x="544297" y="70405"/>
                  <a:pt x="546878" y="72544"/>
                </a:cubicBezTo>
                <a:cubicBezTo>
                  <a:pt x="549460" y="74682"/>
                  <a:pt x="553068" y="75751"/>
                  <a:pt x="557704" y="75751"/>
                </a:cubicBezTo>
                <a:cubicBezTo>
                  <a:pt x="562377" y="75751"/>
                  <a:pt x="565844" y="74807"/>
                  <a:pt x="568105" y="72919"/>
                </a:cubicBezTo>
                <a:cubicBezTo>
                  <a:pt x="570366" y="71030"/>
                  <a:pt x="571497" y="68814"/>
                  <a:pt x="571497" y="66273"/>
                </a:cubicBezTo>
                <a:cubicBezTo>
                  <a:pt x="571497" y="63992"/>
                  <a:pt x="570498" y="62197"/>
                  <a:pt x="568501" y="60888"/>
                </a:cubicBezTo>
                <a:cubicBezTo>
                  <a:pt x="567107" y="59991"/>
                  <a:pt x="563639" y="58850"/>
                  <a:pt x="558099" y="57467"/>
                </a:cubicBezTo>
                <a:cubicBezTo>
                  <a:pt x="550637" y="55581"/>
                  <a:pt x="545465" y="53950"/>
                  <a:pt x="542582" y="52573"/>
                </a:cubicBezTo>
                <a:cubicBezTo>
                  <a:pt x="539699" y="51196"/>
                  <a:pt x="537513" y="49291"/>
                  <a:pt x="536024" y="46858"/>
                </a:cubicBezTo>
                <a:cubicBezTo>
                  <a:pt x="534536" y="44425"/>
                  <a:pt x="533791" y="41738"/>
                  <a:pt x="533791" y="38796"/>
                </a:cubicBezTo>
                <a:cubicBezTo>
                  <a:pt x="533791" y="36118"/>
                  <a:pt x="534404" y="33637"/>
                  <a:pt x="535629" y="31355"/>
                </a:cubicBezTo>
                <a:cubicBezTo>
                  <a:pt x="536853" y="29072"/>
                  <a:pt x="538521" y="27177"/>
                  <a:pt x="540632" y="25668"/>
                </a:cubicBezTo>
                <a:cubicBezTo>
                  <a:pt x="542214" y="24499"/>
                  <a:pt x="544372" y="23509"/>
                  <a:pt x="547104" y="22699"/>
                </a:cubicBezTo>
                <a:cubicBezTo>
                  <a:pt x="549837" y="21887"/>
                  <a:pt x="552767" y="21481"/>
                  <a:pt x="555895" y="21481"/>
                </a:cubicBezTo>
                <a:cubicBezTo>
                  <a:pt x="560606" y="21481"/>
                  <a:pt x="564742" y="22165"/>
                  <a:pt x="568303" y="23531"/>
                </a:cubicBezTo>
                <a:cubicBezTo>
                  <a:pt x="571865" y="24896"/>
                  <a:pt x="574493" y="26745"/>
                  <a:pt x="576189" y="29080"/>
                </a:cubicBezTo>
                <a:cubicBezTo>
                  <a:pt x="577885" y="31413"/>
                  <a:pt x="579053" y="34533"/>
                  <a:pt x="579694" y="38441"/>
                </a:cubicBezTo>
                <a:lnTo>
                  <a:pt x="569745" y="39797"/>
                </a:lnTo>
                <a:cubicBezTo>
                  <a:pt x="569292" y="36707"/>
                  <a:pt x="567983" y="34295"/>
                  <a:pt x="565816" y="32561"/>
                </a:cubicBezTo>
                <a:cubicBezTo>
                  <a:pt x="563649" y="30828"/>
                  <a:pt x="560587" y="29961"/>
                  <a:pt x="556630" y="29961"/>
                </a:cubicBezTo>
                <a:cubicBezTo>
                  <a:pt x="551956" y="29961"/>
                  <a:pt x="548621" y="30730"/>
                  <a:pt x="546624" y="32268"/>
                </a:cubicBezTo>
                <a:cubicBezTo>
                  <a:pt x="544626" y="33805"/>
                  <a:pt x="543628" y="35605"/>
                  <a:pt x="543628" y="37669"/>
                </a:cubicBezTo>
                <a:cubicBezTo>
                  <a:pt x="543628" y="38981"/>
                  <a:pt x="544042" y="40162"/>
                  <a:pt x="544871" y="41212"/>
                </a:cubicBezTo>
                <a:cubicBezTo>
                  <a:pt x="545700" y="42299"/>
                  <a:pt x="547001" y="43199"/>
                  <a:pt x="548772" y="43912"/>
                </a:cubicBezTo>
                <a:cubicBezTo>
                  <a:pt x="549789" y="44287"/>
                  <a:pt x="552786" y="45150"/>
                  <a:pt x="557760" y="46500"/>
                </a:cubicBezTo>
                <a:cubicBezTo>
                  <a:pt x="564958" y="48421"/>
                  <a:pt x="569980" y="49993"/>
                  <a:pt x="572826" y="51216"/>
                </a:cubicBezTo>
                <a:cubicBezTo>
                  <a:pt x="575671" y="52440"/>
                  <a:pt x="577904" y="54220"/>
                  <a:pt x="579524" y="56555"/>
                </a:cubicBezTo>
                <a:cubicBezTo>
                  <a:pt x="581145" y="58889"/>
                  <a:pt x="581955" y="61788"/>
                  <a:pt x="581955" y="65252"/>
                </a:cubicBezTo>
                <a:cubicBezTo>
                  <a:pt x="581955" y="68641"/>
                  <a:pt x="580966" y="71833"/>
                  <a:pt x="578987" y="74827"/>
                </a:cubicBezTo>
                <a:cubicBezTo>
                  <a:pt x="577009" y="77819"/>
                  <a:pt x="574154" y="80135"/>
                  <a:pt x="570423" y="81773"/>
                </a:cubicBezTo>
                <a:cubicBezTo>
                  <a:pt x="566692" y="83411"/>
                  <a:pt x="562471" y="84230"/>
                  <a:pt x="557760" y="84230"/>
                </a:cubicBezTo>
                <a:cubicBezTo>
                  <a:pt x="549959" y="84230"/>
                  <a:pt x="544014" y="82605"/>
                  <a:pt x="539925" y="79354"/>
                </a:cubicBezTo>
                <a:cubicBezTo>
                  <a:pt x="535836" y="76104"/>
                  <a:pt x="533226" y="71285"/>
                  <a:pt x="532095" y="64897"/>
                </a:cubicBezTo>
                <a:close/>
                <a:moveTo>
                  <a:pt x="648431" y="73885"/>
                </a:moveTo>
                <a:lnTo>
                  <a:pt x="649901" y="82873"/>
                </a:lnTo>
                <a:cubicBezTo>
                  <a:pt x="647037" y="83401"/>
                  <a:pt x="644474" y="83665"/>
                  <a:pt x="642213" y="83665"/>
                </a:cubicBezTo>
                <a:cubicBezTo>
                  <a:pt x="638519" y="83665"/>
                  <a:pt x="635655" y="83081"/>
                  <a:pt x="633620" y="81912"/>
                </a:cubicBezTo>
                <a:cubicBezTo>
                  <a:pt x="631585" y="80744"/>
                  <a:pt x="630153" y="79208"/>
                  <a:pt x="629324" y="77305"/>
                </a:cubicBezTo>
                <a:cubicBezTo>
                  <a:pt x="628495" y="75402"/>
                  <a:pt x="628080" y="71398"/>
                  <a:pt x="628080" y="65292"/>
                </a:cubicBezTo>
                <a:lnTo>
                  <a:pt x="628080" y="30752"/>
                </a:lnTo>
                <a:lnTo>
                  <a:pt x="620618" y="30752"/>
                </a:lnTo>
                <a:lnTo>
                  <a:pt x="620618" y="22838"/>
                </a:lnTo>
                <a:lnTo>
                  <a:pt x="628080" y="22838"/>
                </a:lnTo>
                <a:lnTo>
                  <a:pt x="628080" y="7930"/>
                </a:lnTo>
                <a:lnTo>
                  <a:pt x="638199" y="1809"/>
                </a:lnTo>
                <a:lnTo>
                  <a:pt x="638199" y="22838"/>
                </a:lnTo>
                <a:lnTo>
                  <a:pt x="648431" y="22838"/>
                </a:lnTo>
                <a:lnTo>
                  <a:pt x="648431" y="30752"/>
                </a:lnTo>
                <a:lnTo>
                  <a:pt x="638199" y="30752"/>
                </a:lnTo>
                <a:lnTo>
                  <a:pt x="638199" y="65858"/>
                </a:lnTo>
                <a:cubicBezTo>
                  <a:pt x="638199" y="68760"/>
                  <a:pt x="638378" y="70625"/>
                  <a:pt x="638736" y="71454"/>
                </a:cubicBezTo>
                <a:cubicBezTo>
                  <a:pt x="639094" y="72283"/>
                  <a:pt x="639678" y="72943"/>
                  <a:pt x="640489" y="73433"/>
                </a:cubicBezTo>
                <a:cubicBezTo>
                  <a:pt x="641299" y="73923"/>
                  <a:pt x="642458" y="74168"/>
                  <a:pt x="643965" y="74168"/>
                </a:cubicBezTo>
                <a:cubicBezTo>
                  <a:pt x="645096" y="74168"/>
                  <a:pt x="646584" y="74073"/>
                  <a:pt x="648431" y="73885"/>
                </a:cubicBezTo>
                <a:close/>
                <a:moveTo>
                  <a:pt x="658263" y="82873"/>
                </a:moveTo>
                <a:lnTo>
                  <a:pt x="658263" y="22838"/>
                </a:lnTo>
                <a:lnTo>
                  <a:pt x="667421" y="22838"/>
                </a:lnTo>
                <a:lnTo>
                  <a:pt x="667421" y="31883"/>
                </a:lnTo>
                <a:cubicBezTo>
                  <a:pt x="669758" y="27648"/>
                  <a:pt x="671915" y="24856"/>
                  <a:pt x="673894" y="23506"/>
                </a:cubicBezTo>
                <a:cubicBezTo>
                  <a:pt x="675872" y="22156"/>
                  <a:pt x="678049" y="21481"/>
                  <a:pt x="680423" y="21481"/>
                </a:cubicBezTo>
                <a:cubicBezTo>
                  <a:pt x="683852" y="21481"/>
                  <a:pt x="687338" y="22570"/>
                  <a:pt x="690881" y="24746"/>
                </a:cubicBezTo>
                <a:lnTo>
                  <a:pt x="687376" y="34144"/>
                </a:lnTo>
                <a:cubicBezTo>
                  <a:pt x="684889" y="32674"/>
                  <a:pt x="682401" y="31940"/>
                  <a:pt x="679914" y="31940"/>
                </a:cubicBezTo>
                <a:cubicBezTo>
                  <a:pt x="677691" y="31940"/>
                  <a:pt x="675693" y="32610"/>
                  <a:pt x="673922" y="33950"/>
                </a:cubicBezTo>
                <a:cubicBezTo>
                  <a:pt x="672151" y="35289"/>
                  <a:pt x="670888" y="37147"/>
                  <a:pt x="670134" y="39523"/>
                </a:cubicBezTo>
                <a:cubicBezTo>
                  <a:pt x="669004" y="43145"/>
                  <a:pt x="668438" y="47106"/>
                  <a:pt x="668438" y="51407"/>
                </a:cubicBezTo>
                <a:lnTo>
                  <a:pt x="668438" y="82873"/>
                </a:lnTo>
                <a:lnTo>
                  <a:pt x="658263" y="82873"/>
                </a:lnTo>
                <a:close/>
                <a:moveTo>
                  <a:pt x="736286" y="82873"/>
                </a:moveTo>
                <a:lnTo>
                  <a:pt x="736286" y="74055"/>
                </a:lnTo>
                <a:cubicBezTo>
                  <a:pt x="731613" y="80838"/>
                  <a:pt x="725263" y="84230"/>
                  <a:pt x="717235" y="84230"/>
                </a:cubicBezTo>
                <a:cubicBezTo>
                  <a:pt x="713693" y="84230"/>
                  <a:pt x="710386" y="83552"/>
                  <a:pt x="707314" y="82195"/>
                </a:cubicBezTo>
                <a:cubicBezTo>
                  <a:pt x="704243" y="80838"/>
                  <a:pt x="701963" y="79133"/>
                  <a:pt x="700474" y="77079"/>
                </a:cubicBezTo>
                <a:cubicBezTo>
                  <a:pt x="698985" y="75025"/>
                  <a:pt x="697940" y="72509"/>
                  <a:pt x="697337" y="69532"/>
                </a:cubicBezTo>
                <a:cubicBezTo>
                  <a:pt x="696922" y="67535"/>
                  <a:pt x="696715" y="64369"/>
                  <a:pt x="696715" y="60035"/>
                </a:cubicBezTo>
                <a:lnTo>
                  <a:pt x="696715" y="22838"/>
                </a:lnTo>
                <a:lnTo>
                  <a:pt x="706890" y="22838"/>
                </a:lnTo>
                <a:lnTo>
                  <a:pt x="706890" y="56135"/>
                </a:lnTo>
                <a:cubicBezTo>
                  <a:pt x="706890" y="61448"/>
                  <a:pt x="707098" y="65029"/>
                  <a:pt x="707512" y="66875"/>
                </a:cubicBezTo>
                <a:cubicBezTo>
                  <a:pt x="708153" y="69551"/>
                  <a:pt x="709509" y="71652"/>
                  <a:pt x="711582" y="73178"/>
                </a:cubicBezTo>
                <a:cubicBezTo>
                  <a:pt x="713655" y="74705"/>
                  <a:pt x="716218" y="75468"/>
                  <a:pt x="719270" y="75468"/>
                </a:cubicBezTo>
                <a:cubicBezTo>
                  <a:pt x="722323" y="75468"/>
                  <a:pt x="725187" y="74686"/>
                  <a:pt x="727863" y="73122"/>
                </a:cubicBezTo>
                <a:cubicBezTo>
                  <a:pt x="730539" y="71558"/>
                  <a:pt x="732432" y="69429"/>
                  <a:pt x="733544" y="66734"/>
                </a:cubicBezTo>
                <a:cubicBezTo>
                  <a:pt x="734656" y="64039"/>
                  <a:pt x="735212" y="60129"/>
                  <a:pt x="735212" y="55004"/>
                </a:cubicBezTo>
                <a:lnTo>
                  <a:pt x="735212" y="22838"/>
                </a:lnTo>
                <a:lnTo>
                  <a:pt x="745387" y="22838"/>
                </a:lnTo>
                <a:lnTo>
                  <a:pt x="745387" y="82873"/>
                </a:lnTo>
                <a:lnTo>
                  <a:pt x="736286" y="82873"/>
                </a:lnTo>
                <a:close/>
                <a:moveTo>
                  <a:pt x="802432" y="63540"/>
                </a:moveTo>
                <a:lnTo>
                  <a:pt x="812947" y="64840"/>
                </a:lnTo>
                <a:cubicBezTo>
                  <a:pt x="811288" y="70983"/>
                  <a:pt x="808217" y="75751"/>
                  <a:pt x="803732" y="79142"/>
                </a:cubicBezTo>
                <a:cubicBezTo>
                  <a:pt x="799247" y="82534"/>
                  <a:pt x="793519" y="84230"/>
                  <a:pt x="786547" y="84230"/>
                </a:cubicBezTo>
                <a:cubicBezTo>
                  <a:pt x="777766" y="84230"/>
                  <a:pt x="770803" y="81526"/>
                  <a:pt x="765659" y="76118"/>
                </a:cubicBezTo>
                <a:cubicBezTo>
                  <a:pt x="760515" y="70710"/>
                  <a:pt x="757943" y="63125"/>
                  <a:pt x="757943" y="53365"/>
                </a:cubicBezTo>
                <a:cubicBezTo>
                  <a:pt x="757943" y="43264"/>
                  <a:pt x="760543" y="35426"/>
                  <a:pt x="765744" y="29848"/>
                </a:cubicBezTo>
                <a:cubicBezTo>
                  <a:pt x="770945" y="24270"/>
                  <a:pt x="777690" y="21481"/>
                  <a:pt x="785982" y="21481"/>
                </a:cubicBezTo>
                <a:cubicBezTo>
                  <a:pt x="794009" y="21481"/>
                  <a:pt x="800566" y="24210"/>
                  <a:pt x="805654" y="29666"/>
                </a:cubicBezTo>
                <a:cubicBezTo>
                  <a:pt x="810742" y="35121"/>
                  <a:pt x="813286" y="42796"/>
                  <a:pt x="813286" y="52692"/>
                </a:cubicBezTo>
                <a:cubicBezTo>
                  <a:pt x="813286" y="53293"/>
                  <a:pt x="813267" y="54196"/>
                  <a:pt x="813229" y="55400"/>
                </a:cubicBezTo>
                <a:lnTo>
                  <a:pt x="768457" y="55400"/>
                </a:lnTo>
                <a:cubicBezTo>
                  <a:pt x="768834" y="61976"/>
                  <a:pt x="770700" y="67012"/>
                  <a:pt x="774054" y="70507"/>
                </a:cubicBezTo>
                <a:cubicBezTo>
                  <a:pt x="777408" y="74003"/>
                  <a:pt x="781591" y="75751"/>
                  <a:pt x="786603" y="75751"/>
                </a:cubicBezTo>
                <a:cubicBezTo>
                  <a:pt x="790334" y="75751"/>
                  <a:pt x="793519" y="74780"/>
                  <a:pt x="796157" y="72839"/>
                </a:cubicBezTo>
                <a:cubicBezTo>
                  <a:pt x="798795" y="70897"/>
                  <a:pt x="800887" y="67797"/>
                  <a:pt x="802432" y="63540"/>
                </a:cubicBezTo>
                <a:moveTo>
                  <a:pt x="769022" y="46920"/>
                </a:moveTo>
                <a:lnTo>
                  <a:pt x="802545" y="46920"/>
                </a:lnTo>
                <a:cubicBezTo>
                  <a:pt x="802093" y="41953"/>
                  <a:pt x="800811" y="38227"/>
                  <a:pt x="798701" y="35743"/>
                </a:cubicBezTo>
                <a:cubicBezTo>
                  <a:pt x="795460" y="31888"/>
                  <a:pt x="791258" y="29961"/>
                  <a:pt x="786095" y="29961"/>
                </a:cubicBezTo>
                <a:cubicBezTo>
                  <a:pt x="781421" y="29961"/>
                  <a:pt x="777493" y="31500"/>
                  <a:pt x="774308" y="34577"/>
                </a:cubicBezTo>
                <a:cubicBezTo>
                  <a:pt x="771124" y="37653"/>
                  <a:pt x="769362" y="41768"/>
                  <a:pt x="769022" y="46920"/>
                </a:cubicBezTo>
                <a:close/>
                <a:moveTo>
                  <a:pt x="897065" y="60827"/>
                </a:moveTo>
                <a:lnTo>
                  <a:pt x="907071" y="62127"/>
                </a:lnTo>
                <a:cubicBezTo>
                  <a:pt x="905978" y="69041"/>
                  <a:pt x="903180" y="74454"/>
                  <a:pt x="898676" y="78365"/>
                </a:cubicBezTo>
                <a:cubicBezTo>
                  <a:pt x="894173" y="82275"/>
                  <a:pt x="888642" y="84230"/>
                  <a:pt x="882085" y="84230"/>
                </a:cubicBezTo>
                <a:cubicBezTo>
                  <a:pt x="873869" y="84230"/>
                  <a:pt x="867264" y="81545"/>
                  <a:pt x="862271" y="76175"/>
                </a:cubicBezTo>
                <a:cubicBezTo>
                  <a:pt x="857277" y="70804"/>
                  <a:pt x="854780" y="63107"/>
                  <a:pt x="854780" y="53082"/>
                </a:cubicBezTo>
                <a:cubicBezTo>
                  <a:pt x="854780" y="46600"/>
                  <a:pt x="855855" y="40928"/>
                  <a:pt x="858003" y="36066"/>
                </a:cubicBezTo>
                <a:cubicBezTo>
                  <a:pt x="860151" y="31205"/>
                  <a:pt x="863420" y="27559"/>
                  <a:pt x="867811" y="25128"/>
                </a:cubicBezTo>
                <a:cubicBezTo>
                  <a:pt x="872201" y="22697"/>
                  <a:pt x="876978" y="21481"/>
                  <a:pt x="882141" y="21481"/>
                </a:cubicBezTo>
                <a:cubicBezTo>
                  <a:pt x="888661" y="21481"/>
                  <a:pt x="893994" y="23136"/>
                  <a:pt x="898139" y="26444"/>
                </a:cubicBezTo>
                <a:cubicBezTo>
                  <a:pt x="902285" y="29751"/>
                  <a:pt x="904942" y="34447"/>
                  <a:pt x="906110" y="40532"/>
                </a:cubicBezTo>
                <a:lnTo>
                  <a:pt x="896217" y="42059"/>
                </a:lnTo>
                <a:cubicBezTo>
                  <a:pt x="895275" y="38045"/>
                  <a:pt x="893607" y="35025"/>
                  <a:pt x="891214" y="33000"/>
                </a:cubicBezTo>
                <a:cubicBezTo>
                  <a:pt x="888821" y="30974"/>
                  <a:pt x="885929" y="29961"/>
                  <a:pt x="882537" y="29961"/>
                </a:cubicBezTo>
                <a:cubicBezTo>
                  <a:pt x="877411" y="29961"/>
                  <a:pt x="873247" y="31789"/>
                  <a:pt x="870044" y="35446"/>
                </a:cubicBezTo>
                <a:cubicBezTo>
                  <a:pt x="866840" y="39102"/>
                  <a:pt x="865239" y="44886"/>
                  <a:pt x="865239" y="52799"/>
                </a:cubicBezTo>
                <a:cubicBezTo>
                  <a:pt x="865239" y="60825"/>
                  <a:pt x="866784" y="66657"/>
                  <a:pt x="869874" y="70295"/>
                </a:cubicBezTo>
                <a:cubicBezTo>
                  <a:pt x="872964" y="73932"/>
                  <a:pt x="876997" y="75751"/>
                  <a:pt x="881971" y="75751"/>
                </a:cubicBezTo>
                <a:cubicBezTo>
                  <a:pt x="885966" y="75751"/>
                  <a:pt x="889302" y="74530"/>
                  <a:pt x="891977" y="72090"/>
                </a:cubicBezTo>
                <a:cubicBezTo>
                  <a:pt x="894653" y="69650"/>
                  <a:pt x="896349" y="65895"/>
                  <a:pt x="897065" y="60827"/>
                </a:cubicBezTo>
                <a:close/>
                <a:moveTo>
                  <a:pt x="911989" y="52856"/>
                </a:moveTo>
                <a:cubicBezTo>
                  <a:pt x="911989" y="41738"/>
                  <a:pt x="915080" y="33504"/>
                  <a:pt x="921260" y="28152"/>
                </a:cubicBezTo>
                <a:cubicBezTo>
                  <a:pt x="926423" y="23705"/>
                  <a:pt x="932717" y="21481"/>
                  <a:pt x="940141" y="21481"/>
                </a:cubicBezTo>
                <a:cubicBezTo>
                  <a:pt x="948395" y="21481"/>
                  <a:pt x="955141" y="24186"/>
                  <a:pt x="960379" y="29594"/>
                </a:cubicBezTo>
                <a:cubicBezTo>
                  <a:pt x="965618" y="35002"/>
                  <a:pt x="968237" y="42473"/>
                  <a:pt x="968237" y="52008"/>
                </a:cubicBezTo>
                <a:cubicBezTo>
                  <a:pt x="968237" y="59734"/>
                  <a:pt x="967078" y="65811"/>
                  <a:pt x="964760" y="70239"/>
                </a:cubicBezTo>
                <a:cubicBezTo>
                  <a:pt x="962443" y="74667"/>
                  <a:pt x="959070" y="78106"/>
                  <a:pt x="954641" y="80556"/>
                </a:cubicBezTo>
                <a:cubicBezTo>
                  <a:pt x="950213" y="83005"/>
                  <a:pt x="945380" y="84230"/>
                  <a:pt x="940141" y="84230"/>
                </a:cubicBezTo>
                <a:cubicBezTo>
                  <a:pt x="931737" y="84230"/>
                  <a:pt x="924944" y="81535"/>
                  <a:pt x="919762" y="76146"/>
                </a:cubicBezTo>
                <a:cubicBezTo>
                  <a:pt x="914580" y="70757"/>
                  <a:pt x="911989" y="62994"/>
                  <a:pt x="911989" y="52856"/>
                </a:cubicBezTo>
                <a:moveTo>
                  <a:pt x="922447" y="52828"/>
                </a:moveTo>
                <a:cubicBezTo>
                  <a:pt x="922447" y="60487"/>
                  <a:pt x="924124" y="66223"/>
                  <a:pt x="927479" y="70034"/>
                </a:cubicBezTo>
                <a:cubicBezTo>
                  <a:pt x="930833" y="73845"/>
                  <a:pt x="935054" y="75751"/>
                  <a:pt x="940141" y="75751"/>
                </a:cubicBezTo>
                <a:cubicBezTo>
                  <a:pt x="945191" y="75751"/>
                  <a:pt x="949393" y="73836"/>
                  <a:pt x="952748" y="70006"/>
                </a:cubicBezTo>
                <a:cubicBezTo>
                  <a:pt x="956102" y="66176"/>
                  <a:pt x="957779" y="60337"/>
                  <a:pt x="957779" y="52490"/>
                </a:cubicBezTo>
                <a:cubicBezTo>
                  <a:pt x="957779" y="45093"/>
                  <a:pt x="956092" y="39489"/>
                  <a:pt x="952719" y="35678"/>
                </a:cubicBezTo>
                <a:cubicBezTo>
                  <a:pt x="949346" y="31867"/>
                  <a:pt x="945154" y="29961"/>
                  <a:pt x="940141" y="29961"/>
                </a:cubicBezTo>
                <a:cubicBezTo>
                  <a:pt x="935054" y="29961"/>
                  <a:pt x="930833" y="31857"/>
                  <a:pt x="927479" y="35649"/>
                </a:cubicBezTo>
                <a:cubicBezTo>
                  <a:pt x="924124" y="39442"/>
                  <a:pt x="922447" y="45168"/>
                  <a:pt x="922447" y="52828"/>
                </a:cubicBezTo>
                <a:close/>
                <a:moveTo>
                  <a:pt x="980170" y="82873"/>
                </a:moveTo>
                <a:lnTo>
                  <a:pt x="980170" y="22838"/>
                </a:lnTo>
                <a:lnTo>
                  <a:pt x="989328" y="22838"/>
                </a:lnTo>
                <a:lnTo>
                  <a:pt x="989328" y="31318"/>
                </a:lnTo>
                <a:cubicBezTo>
                  <a:pt x="993738" y="24760"/>
                  <a:pt x="1000107" y="21481"/>
                  <a:pt x="1008435" y="21481"/>
                </a:cubicBezTo>
                <a:cubicBezTo>
                  <a:pt x="1012053" y="21481"/>
                  <a:pt x="1015379" y="22132"/>
                  <a:pt x="1018413" y="23432"/>
                </a:cubicBezTo>
                <a:cubicBezTo>
                  <a:pt x="1021447" y="24732"/>
                  <a:pt x="1023717" y="26437"/>
                  <a:pt x="1025225" y="28548"/>
                </a:cubicBezTo>
                <a:cubicBezTo>
                  <a:pt x="1026732" y="30658"/>
                  <a:pt x="1027788" y="33164"/>
                  <a:pt x="1028391" y="36066"/>
                </a:cubicBezTo>
                <a:cubicBezTo>
                  <a:pt x="1028767" y="37951"/>
                  <a:pt x="1028956" y="41248"/>
                  <a:pt x="1028956" y="45959"/>
                </a:cubicBezTo>
                <a:lnTo>
                  <a:pt x="1028956" y="82873"/>
                </a:lnTo>
                <a:lnTo>
                  <a:pt x="1018780" y="82873"/>
                </a:lnTo>
                <a:lnTo>
                  <a:pt x="1018780" y="46316"/>
                </a:lnTo>
                <a:cubicBezTo>
                  <a:pt x="1018780" y="42166"/>
                  <a:pt x="1018385" y="39062"/>
                  <a:pt x="1017593" y="37006"/>
                </a:cubicBezTo>
                <a:cubicBezTo>
                  <a:pt x="1016802" y="34950"/>
                  <a:pt x="1015398" y="33309"/>
                  <a:pt x="1013382" y="32083"/>
                </a:cubicBezTo>
                <a:cubicBezTo>
                  <a:pt x="1011366" y="30857"/>
                  <a:pt x="1009001" y="30244"/>
                  <a:pt x="1006287" y="30244"/>
                </a:cubicBezTo>
                <a:cubicBezTo>
                  <a:pt x="1001953" y="30244"/>
                  <a:pt x="998213" y="31621"/>
                  <a:pt x="995066" y="34376"/>
                </a:cubicBezTo>
                <a:cubicBezTo>
                  <a:pt x="991919" y="37129"/>
                  <a:pt x="990346" y="42354"/>
                  <a:pt x="990346" y="50050"/>
                </a:cubicBezTo>
                <a:lnTo>
                  <a:pt x="990346" y="82873"/>
                </a:lnTo>
                <a:lnTo>
                  <a:pt x="980170" y="82873"/>
                </a:lnTo>
                <a:close/>
                <a:moveTo>
                  <a:pt x="1066780" y="73885"/>
                </a:moveTo>
                <a:lnTo>
                  <a:pt x="1068250" y="82873"/>
                </a:lnTo>
                <a:cubicBezTo>
                  <a:pt x="1065386" y="83401"/>
                  <a:pt x="1062823" y="83665"/>
                  <a:pt x="1060562" y="83665"/>
                </a:cubicBezTo>
                <a:cubicBezTo>
                  <a:pt x="1056869" y="83665"/>
                  <a:pt x="1054004" y="83081"/>
                  <a:pt x="1051969" y="81912"/>
                </a:cubicBezTo>
                <a:cubicBezTo>
                  <a:pt x="1049934" y="80744"/>
                  <a:pt x="1048502" y="79208"/>
                  <a:pt x="1047673" y="77305"/>
                </a:cubicBezTo>
                <a:cubicBezTo>
                  <a:pt x="1046844" y="75402"/>
                  <a:pt x="1046429" y="71398"/>
                  <a:pt x="1046429" y="65292"/>
                </a:cubicBezTo>
                <a:lnTo>
                  <a:pt x="1046429" y="30752"/>
                </a:lnTo>
                <a:lnTo>
                  <a:pt x="1038967" y="30752"/>
                </a:lnTo>
                <a:lnTo>
                  <a:pt x="1038967" y="22838"/>
                </a:lnTo>
                <a:lnTo>
                  <a:pt x="1046429" y="22838"/>
                </a:lnTo>
                <a:lnTo>
                  <a:pt x="1046429" y="7930"/>
                </a:lnTo>
                <a:lnTo>
                  <a:pt x="1056548" y="1809"/>
                </a:lnTo>
                <a:lnTo>
                  <a:pt x="1056548" y="22838"/>
                </a:lnTo>
                <a:lnTo>
                  <a:pt x="1066780" y="22838"/>
                </a:lnTo>
                <a:lnTo>
                  <a:pt x="1066780" y="30752"/>
                </a:lnTo>
                <a:lnTo>
                  <a:pt x="1056548" y="30752"/>
                </a:lnTo>
                <a:lnTo>
                  <a:pt x="1056548" y="65858"/>
                </a:lnTo>
                <a:cubicBezTo>
                  <a:pt x="1056548" y="68760"/>
                  <a:pt x="1056727" y="70625"/>
                  <a:pt x="1057085" y="71454"/>
                </a:cubicBezTo>
                <a:cubicBezTo>
                  <a:pt x="1057443" y="72283"/>
                  <a:pt x="1058027" y="72943"/>
                  <a:pt x="1058838" y="73433"/>
                </a:cubicBezTo>
                <a:cubicBezTo>
                  <a:pt x="1059648" y="73923"/>
                  <a:pt x="1060807" y="74168"/>
                  <a:pt x="1062314" y="74168"/>
                </a:cubicBezTo>
                <a:cubicBezTo>
                  <a:pt x="1063445" y="74168"/>
                  <a:pt x="1064934" y="74073"/>
                  <a:pt x="1066780" y="73885"/>
                </a:cubicBezTo>
                <a:close/>
                <a:moveTo>
                  <a:pt x="1117824" y="63540"/>
                </a:moveTo>
                <a:lnTo>
                  <a:pt x="1128338" y="64840"/>
                </a:lnTo>
                <a:cubicBezTo>
                  <a:pt x="1126680" y="70983"/>
                  <a:pt x="1123609" y="75751"/>
                  <a:pt x="1119124" y="79142"/>
                </a:cubicBezTo>
                <a:cubicBezTo>
                  <a:pt x="1114639" y="82534"/>
                  <a:pt x="1108911" y="84230"/>
                  <a:pt x="1101939" y="84230"/>
                </a:cubicBezTo>
                <a:cubicBezTo>
                  <a:pt x="1093158" y="84230"/>
                  <a:pt x="1086195" y="81526"/>
                  <a:pt x="1081051" y="76118"/>
                </a:cubicBezTo>
                <a:cubicBezTo>
                  <a:pt x="1075906" y="70710"/>
                  <a:pt x="1073334" y="63125"/>
                  <a:pt x="1073334" y="53365"/>
                </a:cubicBezTo>
                <a:cubicBezTo>
                  <a:pt x="1073334" y="43264"/>
                  <a:pt x="1075935" y="35426"/>
                  <a:pt x="1081135" y="29848"/>
                </a:cubicBezTo>
                <a:cubicBezTo>
                  <a:pt x="1086336" y="24270"/>
                  <a:pt x="1093082" y="21481"/>
                  <a:pt x="1101373" y="21481"/>
                </a:cubicBezTo>
                <a:cubicBezTo>
                  <a:pt x="1109401" y="21481"/>
                  <a:pt x="1115958" y="24210"/>
                  <a:pt x="1121046" y="29666"/>
                </a:cubicBezTo>
                <a:cubicBezTo>
                  <a:pt x="1126134" y="35121"/>
                  <a:pt x="1128677" y="42796"/>
                  <a:pt x="1128677" y="52692"/>
                </a:cubicBezTo>
                <a:cubicBezTo>
                  <a:pt x="1128677" y="53293"/>
                  <a:pt x="1128659" y="54196"/>
                  <a:pt x="1128621" y="55400"/>
                </a:cubicBezTo>
                <a:lnTo>
                  <a:pt x="1083849" y="55400"/>
                </a:lnTo>
                <a:cubicBezTo>
                  <a:pt x="1084226" y="61976"/>
                  <a:pt x="1086091" y="67012"/>
                  <a:pt x="1089445" y="70507"/>
                </a:cubicBezTo>
                <a:cubicBezTo>
                  <a:pt x="1092800" y="74003"/>
                  <a:pt x="1096983" y="75751"/>
                  <a:pt x="1101995" y="75751"/>
                </a:cubicBezTo>
                <a:cubicBezTo>
                  <a:pt x="1105726" y="75751"/>
                  <a:pt x="1108911" y="74780"/>
                  <a:pt x="1111549" y="72839"/>
                </a:cubicBezTo>
                <a:cubicBezTo>
                  <a:pt x="1114187" y="70897"/>
                  <a:pt x="1116278" y="67797"/>
                  <a:pt x="1117824" y="63540"/>
                </a:cubicBezTo>
                <a:moveTo>
                  <a:pt x="1084414" y="46920"/>
                </a:moveTo>
                <a:lnTo>
                  <a:pt x="1117937" y="46920"/>
                </a:lnTo>
                <a:cubicBezTo>
                  <a:pt x="1117484" y="41953"/>
                  <a:pt x="1116203" y="38227"/>
                  <a:pt x="1114093" y="35743"/>
                </a:cubicBezTo>
                <a:cubicBezTo>
                  <a:pt x="1110852" y="31888"/>
                  <a:pt x="1106649" y="29961"/>
                  <a:pt x="1101486" y="29961"/>
                </a:cubicBezTo>
                <a:cubicBezTo>
                  <a:pt x="1096813" y="29961"/>
                  <a:pt x="1092884" y="31500"/>
                  <a:pt x="1089700" y="34577"/>
                </a:cubicBezTo>
                <a:cubicBezTo>
                  <a:pt x="1086515" y="37653"/>
                  <a:pt x="1084753" y="41768"/>
                  <a:pt x="1084414" y="46920"/>
                </a:cubicBezTo>
                <a:close/>
                <a:moveTo>
                  <a:pt x="1134336" y="82873"/>
                </a:moveTo>
                <a:lnTo>
                  <a:pt x="1156269" y="51669"/>
                </a:lnTo>
                <a:lnTo>
                  <a:pt x="1135975" y="22838"/>
                </a:lnTo>
                <a:lnTo>
                  <a:pt x="1148694" y="22838"/>
                </a:lnTo>
                <a:lnTo>
                  <a:pt x="1157909" y="36914"/>
                </a:lnTo>
                <a:cubicBezTo>
                  <a:pt x="1159642" y="39590"/>
                  <a:pt x="1161037" y="41832"/>
                  <a:pt x="1162092" y="43641"/>
                </a:cubicBezTo>
                <a:cubicBezTo>
                  <a:pt x="1163750" y="41154"/>
                  <a:pt x="1165277" y="38949"/>
                  <a:pt x="1166671" y="37027"/>
                </a:cubicBezTo>
                <a:lnTo>
                  <a:pt x="1176790" y="22838"/>
                </a:lnTo>
                <a:lnTo>
                  <a:pt x="1188944" y="22838"/>
                </a:lnTo>
                <a:lnTo>
                  <a:pt x="1168197" y="51103"/>
                </a:lnTo>
                <a:lnTo>
                  <a:pt x="1190527" y="82873"/>
                </a:lnTo>
                <a:lnTo>
                  <a:pt x="1178034" y="82873"/>
                </a:lnTo>
                <a:lnTo>
                  <a:pt x="1165710" y="64218"/>
                </a:lnTo>
                <a:lnTo>
                  <a:pt x="1162431" y="59187"/>
                </a:lnTo>
                <a:lnTo>
                  <a:pt x="1146659" y="82873"/>
                </a:lnTo>
                <a:lnTo>
                  <a:pt x="1134336" y="82873"/>
                </a:lnTo>
                <a:close/>
                <a:moveTo>
                  <a:pt x="1221222" y="73885"/>
                </a:moveTo>
                <a:lnTo>
                  <a:pt x="1222692" y="82873"/>
                </a:lnTo>
                <a:cubicBezTo>
                  <a:pt x="1219828" y="83401"/>
                  <a:pt x="1217265" y="83665"/>
                  <a:pt x="1215004" y="83665"/>
                </a:cubicBezTo>
                <a:cubicBezTo>
                  <a:pt x="1211311" y="83665"/>
                  <a:pt x="1208446" y="83081"/>
                  <a:pt x="1206411" y="81912"/>
                </a:cubicBezTo>
                <a:cubicBezTo>
                  <a:pt x="1204376" y="80744"/>
                  <a:pt x="1202944" y="79208"/>
                  <a:pt x="1202115" y="77305"/>
                </a:cubicBezTo>
                <a:cubicBezTo>
                  <a:pt x="1201286" y="75402"/>
                  <a:pt x="1200871" y="71398"/>
                  <a:pt x="1200871" y="65292"/>
                </a:cubicBezTo>
                <a:lnTo>
                  <a:pt x="1200871" y="30752"/>
                </a:lnTo>
                <a:lnTo>
                  <a:pt x="1193409" y="30752"/>
                </a:lnTo>
                <a:lnTo>
                  <a:pt x="1193409" y="22838"/>
                </a:lnTo>
                <a:lnTo>
                  <a:pt x="1200871" y="22838"/>
                </a:lnTo>
                <a:lnTo>
                  <a:pt x="1200871" y="7930"/>
                </a:lnTo>
                <a:lnTo>
                  <a:pt x="1210990" y="1809"/>
                </a:lnTo>
                <a:lnTo>
                  <a:pt x="1210990" y="22838"/>
                </a:lnTo>
                <a:lnTo>
                  <a:pt x="1221222" y="22838"/>
                </a:lnTo>
                <a:lnTo>
                  <a:pt x="1221222" y="30752"/>
                </a:lnTo>
                <a:lnTo>
                  <a:pt x="1210990" y="30752"/>
                </a:lnTo>
                <a:lnTo>
                  <a:pt x="1210990" y="65858"/>
                </a:lnTo>
                <a:cubicBezTo>
                  <a:pt x="1210990" y="68760"/>
                  <a:pt x="1211169" y="70625"/>
                  <a:pt x="1211527" y="71454"/>
                </a:cubicBezTo>
                <a:cubicBezTo>
                  <a:pt x="1211885" y="72283"/>
                  <a:pt x="1212470" y="72943"/>
                  <a:pt x="1213280" y="73433"/>
                </a:cubicBezTo>
                <a:cubicBezTo>
                  <a:pt x="1214090" y="73923"/>
                  <a:pt x="1215249" y="74168"/>
                  <a:pt x="1216756" y="74168"/>
                </a:cubicBezTo>
                <a:cubicBezTo>
                  <a:pt x="1217887" y="74168"/>
                  <a:pt x="1219376" y="74073"/>
                  <a:pt x="1221222" y="73885"/>
                </a:cubicBezTo>
                <a:close/>
                <a:moveTo>
                  <a:pt x="1234051" y="82873"/>
                </a:moveTo>
                <a:lnTo>
                  <a:pt x="1234051" y="71228"/>
                </a:lnTo>
                <a:lnTo>
                  <a:pt x="1245640" y="71228"/>
                </a:lnTo>
                <a:lnTo>
                  <a:pt x="1245640" y="82873"/>
                </a:lnTo>
                <a:lnTo>
                  <a:pt x="1234051" y="82873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9C5A46-28DB-48D0-9483-35D89AE8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675" y="4416012"/>
            <a:ext cx="1629770" cy="594557"/>
          </a:xfrm>
          <a:custGeom xmlns:a="http://schemas.openxmlformats.org/drawingml/2006/main">
            <a:pathLst>
              <a:path w="1629770" h="594557">
                <a:moveTo>
                  <a:pt x="1629770" y="80058"/>
                </a:moveTo>
                <a:lnTo>
                  <a:pt x="1629770" y="514500"/>
                </a:lnTo>
                <a:cubicBezTo>
                  <a:pt x="1629770" y="558687"/>
                  <a:pt x="1593899" y="594557"/>
                  <a:pt x="1549712" y="594557"/>
                </a:cubicBezTo>
                <a:lnTo>
                  <a:pt x="80058" y="594557"/>
                </a:lnTo>
                <a:cubicBezTo>
                  <a:pt x="35871" y="594557"/>
                  <a:pt x="0" y="558687"/>
                  <a:pt x="0" y="514500"/>
                </a:cubicBezTo>
                <a:lnTo>
                  <a:pt x="0" y="80058"/>
                </a:lnTo>
                <a:cubicBezTo>
                  <a:pt x="0" y="35871"/>
                  <a:pt x="35871" y="0"/>
                  <a:pt x="80058" y="0"/>
                </a:cubicBezTo>
                <a:lnTo>
                  <a:pt x="1549712" y="0"/>
                </a:lnTo>
                <a:cubicBezTo>
                  <a:pt x="1593899" y="0"/>
                  <a:pt x="1629770" y="35871"/>
                  <a:pt x="1629770" y="80058"/>
                </a:cubicBezTo>
                <a:close/>
              </a:path>
            </a:pathLst>
          </a:custGeom>
          <a:solidFill xmlns:a="http://schemas.openxmlformats.org/drawingml/2006/main">
            <a:srgbClr val="E0344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�">
            <a:extLst xmlns:a="http://schemas.openxmlformats.org/drawingml/2006/main">
              <a:ext uri="{FF2B5EF4-FFF2-40B4-BE49-F238E27FC236}">
                <a16:creationId xmlns:a16="http://schemas.microsoft.com/office/drawing/2014/main" id="{B53AFF91-D3EC-40F6-9A8B-56748CDC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179" y="4470098"/>
            <a:ext cx="177365" cy="169802"/>
          </a:xfrm>
          <a:custGeom xmlns:a="http://schemas.openxmlformats.org/drawingml/2006/main">
            <a:pathLst>
              <a:path w="177365" h="169802">
                <a:moveTo>
                  <a:pt x="88684" y="169802"/>
                </a:moveTo>
                <a:cubicBezTo>
                  <a:pt x="118996" y="169802"/>
                  <a:pt x="147053" y="153619"/>
                  <a:pt x="162241" y="127351"/>
                </a:cubicBezTo>
                <a:cubicBezTo>
                  <a:pt x="177365" y="101087"/>
                  <a:pt x="177365" y="68718"/>
                  <a:pt x="162241" y="42450"/>
                </a:cubicBezTo>
                <a:cubicBezTo>
                  <a:pt x="147053" y="16186"/>
                  <a:pt x="118996" y="0"/>
                  <a:pt x="88684" y="0"/>
                </a:cubicBezTo>
                <a:cubicBezTo>
                  <a:pt x="58369" y="0"/>
                  <a:pt x="30314" y="16186"/>
                  <a:pt x="15123" y="42450"/>
                </a:cubicBezTo>
                <a:cubicBezTo>
                  <a:pt x="0" y="68718"/>
                  <a:pt x="0" y="101087"/>
                  <a:pt x="15123" y="127351"/>
                </a:cubicBezTo>
                <a:cubicBezTo>
                  <a:pt x="30314" y="153619"/>
                  <a:pt x="58369" y="169802"/>
                  <a:pt x="88684" y="169802"/>
                </a:cubicBezTo>
                <a:moveTo>
                  <a:pt x="61821" y="58038"/>
                </a:moveTo>
                <a:cubicBezTo>
                  <a:pt x="64937" y="54921"/>
                  <a:pt x="69977" y="54921"/>
                  <a:pt x="73029" y="58038"/>
                </a:cubicBezTo>
                <a:lnTo>
                  <a:pt x="88616" y="73625"/>
                </a:lnTo>
                <a:lnTo>
                  <a:pt x="104204" y="58038"/>
                </a:lnTo>
                <a:cubicBezTo>
                  <a:pt x="107321" y="54921"/>
                  <a:pt x="112427" y="54921"/>
                  <a:pt x="115480" y="58038"/>
                </a:cubicBezTo>
                <a:cubicBezTo>
                  <a:pt x="118529" y="61157"/>
                  <a:pt x="118596" y="66197"/>
                  <a:pt x="115480" y="69249"/>
                </a:cubicBezTo>
                <a:lnTo>
                  <a:pt x="99892" y="84836"/>
                </a:lnTo>
                <a:lnTo>
                  <a:pt x="115480" y="100423"/>
                </a:lnTo>
                <a:cubicBezTo>
                  <a:pt x="118596" y="103540"/>
                  <a:pt x="118596" y="108582"/>
                  <a:pt x="115480" y="111699"/>
                </a:cubicBezTo>
                <a:cubicBezTo>
                  <a:pt x="112363" y="114749"/>
                  <a:pt x="107321" y="114816"/>
                  <a:pt x="104204" y="111699"/>
                </a:cubicBezTo>
                <a:lnTo>
                  <a:pt x="88616" y="96112"/>
                </a:lnTo>
                <a:lnTo>
                  <a:pt x="73029" y="111699"/>
                </a:lnTo>
                <a:cubicBezTo>
                  <a:pt x="69977" y="114816"/>
                  <a:pt x="64870" y="114816"/>
                  <a:pt x="61821" y="111699"/>
                </a:cubicBezTo>
                <a:cubicBezTo>
                  <a:pt x="58768" y="108582"/>
                  <a:pt x="58701" y="103540"/>
                  <a:pt x="61821" y="100423"/>
                </a:cubicBezTo>
                <a:lnTo>
                  <a:pt x="77408" y="84836"/>
                </a:lnTo>
                <a:lnTo>
                  <a:pt x="61821" y="69249"/>
                </a:lnTo>
                <a:cubicBezTo>
                  <a:pt x="58701" y="66132"/>
                  <a:pt x="58701" y="61090"/>
                  <a:pt x="61821" y="58038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False">
            <a:extLst xmlns:a="http://schemas.openxmlformats.org/drawingml/2006/main">
              <a:ext uri="{FF2B5EF4-FFF2-40B4-BE49-F238E27FC236}">
                <a16:creationId xmlns:a16="http://schemas.microsoft.com/office/drawing/2014/main" id="{599F3DE6-4F8D-4A1C-A1AB-2FDC3266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596" y="4494364"/>
            <a:ext cx="488582" cy="126345"/>
          </a:xfrm>
          <a:custGeom xmlns:a="http://schemas.openxmlformats.org/drawingml/2006/main">
            <a:pathLst>
              <a:path w="488582" h="126345">
                <a:moveTo>
                  <a:pt x="0" y="0"/>
                </a:moveTo>
                <a:lnTo>
                  <a:pt x="94971" y="0"/>
                </a:lnTo>
                <a:lnTo>
                  <a:pt x="94971" y="26795"/>
                </a:lnTo>
                <a:lnTo>
                  <a:pt x="38582" y="26795"/>
                </a:lnTo>
                <a:lnTo>
                  <a:pt x="38582" y="48503"/>
                </a:lnTo>
                <a:lnTo>
                  <a:pt x="86746" y="48503"/>
                </a:lnTo>
                <a:lnTo>
                  <a:pt x="86746" y="73602"/>
                </a:lnTo>
                <a:lnTo>
                  <a:pt x="38582" y="73602"/>
                </a:lnTo>
                <a:lnTo>
                  <a:pt x="38582" y="124310"/>
                </a:lnTo>
                <a:lnTo>
                  <a:pt x="0" y="124310"/>
                </a:lnTo>
                <a:lnTo>
                  <a:pt x="0" y="0"/>
                </a:lnTo>
                <a:close/>
                <a:moveTo>
                  <a:pt x="140334" y="63427"/>
                </a:moveTo>
                <a:lnTo>
                  <a:pt x="107349" y="59866"/>
                </a:lnTo>
                <a:cubicBezTo>
                  <a:pt x="108592" y="54117"/>
                  <a:pt x="110387" y="49595"/>
                  <a:pt x="112733" y="46298"/>
                </a:cubicBezTo>
                <a:cubicBezTo>
                  <a:pt x="115079" y="43000"/>
                  <a:pt x="118457" y="40140"/>
                  <a:pt x="122866" y="37718"/>
                </a:cubicBezTo>
                <a:cubicBezTo>
                  <a:pt x="126032" y="35971"/>
                  <a:pt x="130385" y="34619"/>
                  <a:pt x="135925" y="33661"/>
                </a:cubicBezTo>
                <a:cubicBezTo>
                  <a:pt x="141465" y="32702"/>
                  <a:pt x="147457" y="32222"/>
                  <a:pt x="153901" y="32222"/>
                </a:cubicBezTo>
                <a:cubicBezTo>
                  <a:pt x="164246" y="32222"/>
                  <a:pt x="172556" y="32802"/>
                  <a:pt x="178831" y="33961"/>
                </a:cubicBezTo>
                <a:cubicBezTo>
                  <a:pt x="185106" y="35119"/>
                  <a:pt x="190335" y="37536"/>
                  <a:pt x="194518" y="41211"/>
                </a:cubicBezTo>
                <a:cubicBezTo>
                  <a:pt x="197458" y="43754"/>
                  <a:pt x="199776" y="47358"/>
                  <a:pt x="201471" y="52022"/>
                </a:cubicBezTo>
                <a:cubicBezTo>
                  <a:pt x="203167" y="56686"/>
                  <a:pt x="204015" y="61137"/>
                  <a:pt x="204015" y="65377"/>
                </a:cubicBezTo>
                <a:lnTo>
                  <a:pt x="204015" y="105146"/>
                </a:lnTo>
                <a:cubicBezTo>
                  <a:pt x="204015" y="109386"/>
                  <a:pt x="204284" y="112707"/>
                  <a:pt x="204821" y="115110"/>
                </a:cubicBezTo>
                <a:cubicBezTo>
                  <a:pt x="205358" y="117512"/>
                  <a:pt x="206531" y="120579"/>
                  <a:pt x="208340" y="124310"/>
                </a:cubicBezTo>
                <a:lnTo>
                  <a:pt x="175948" y="124310"/>
                </a:lnTo>
                <a:cubicBezTo>
                  <a:pt x="174648" y="121992"/>
                  <a:pt x="173800" y="120226"/>
                  <a:pt x="173404" y="119010"/>
                </a:cubicBezTo>
                <a:cubicBezTo>
                  <a:pt x="173008" y="117795"/>
                  <a:pt x="172613" y="115887"/>
                  <a:pt x="172217" y="113287"/>
                </a:cubicBezTo>
                <a:cubicBezTo>
                  <a:pt x="167695" y="117639"/>
                  <a:pt x="163200" y="120749"/>
                  <a:pt x="158735" y="122614"/>
                </a:cubicBezTo>
                <a:cubicBezTo>
                  <a:pt x="152629" y="125101"/>
                  <a:pt x="145535" y="126345"/>
                  <a:pt x="137451" y="126345"/>
                </a:cubicBezTo>
                <a:cubicBezTo>
                  <a:pt x="126710" y="126345"/>
                  <a:pt x="118556" y="123854"/>
                  <a:pt x="112987" y="118873"/>
                </a:cubicBezTo>
                <a:cubicBezTo>
                  <a:pt x="107419" y="113891"/>
                  <a:pt x="104635" y="107749"/>
                  <a:pt x="104635" y="100448"/>
                </a:cubicBezTo>
                <a:cubicBezTo>
                  <a:pt x="104635" y="93597"/>
                  <a:pt x="106642" y="87965"/>
                  <a:pt x="110656" y="83550"/>
                </a:cubicBezTo>
                <a:cubicBezTo>
                  <a:pt x="114669" y="79135"/>
                  <a:pt x="122075" y="75852"/>
                  <a:pt x="132872" y="73700"/>
                </a:cubicBezTo>
                <a:cubicBezTo>
                  <a:pt x="145817" y="71097"/>
                  <a:pt x="154212" y="69271"/>
                  <a:pt x="158056" y="68223"/>
                </a:cubicBezTo>
                <a:cubicBezTo>
                  <a:pt x="161900" y="67176"/>
                  <a:pt x="165970" y="65803"/>
                  <a:pt x="170267" y="64105"/>
                </a:cubicBezTo>
                <a:cubicBezTo>
                  <a:pt x="170267" y="59897"/>
                  <a:pt x="169390" y="56952"/>
                  <a:pt x="167638" y="55268"/>
                </a:cubicBezTo>
                <a:cubicBezTo>
                  <a:pt x="165886" y="53584"/>
                  <a:pt x="162805" y="52743"/>
                  <a:pt x="158395" y="52743"/>
                </a:cubicBezTo>
                <a:cubicBezTo>
                  <a:pt x="152742" y="52743"/>
                  <a:pt x="148503" y="53647"/>
                  <a:pt x="145676" y="55456"/>
                </a:cubicBezTo>
                <a:cubicBezTo>
                  <a:pt x="143471" y="56869"/>
                  <a:pt x="141691" y="59526"/>
                  <a:pt x="140334" y="63427"/>
                </a:cubicBezTo>
                <a:moveTo>
                  <a:pt x="170267" y="81573"/>
                </a:moveTo>
                <a:cubicBezTo>
                  <a:pt x="165518" y="83269"/>
                  <a:pt x="160572" y="84767"/>
                  <a:pt x="155428" y="86067"/>
                </a:cubicBezTo>
                <a:cubicBezTo>
                  <a:pt x="148418" y="87933"/>
                  <a:pt x="143980" y="89770"/>
                  <a:pt x="142115" y="91579"/>
                </a:cubicBezTo>
                <a:cubicBezTo>
                  <a:pt x="140193" y="93445"/>
                  <a:pt x="139232" y="95564"/>
                  <a:pt x="139232" y="97939"/>
                </a:cubicBezTo>
                <a:cubicBezTo>
                  <a:pt x="139232" y="100652"/>
                  <a:pt x="140178" y="102871"/>
                  <a:pt x="142072" y="104595"/>
                </a:cubicBezTo>
                <a:cubicBezTo>
                  <a:pt x="143966" y="106319"/>
                  <a:pt x="146750" y="107181"/>
                  <a:pt x="150425" y="107181"/>
                </a:cubicBezTo>
                <a:cubicBezTo>
                  <a:pt x="154269" y="107181"/>
                  <a:pt x="157844" y="106249"/>
                  <a:pt x="161151" y="104383"/>
                </a:cubicBezTo>
                <a:cubicBezTo>
                  <a:pt x="164458" y="102518"/>
                  <a:pt x="166804" y="100242"/>
                  <a:pt x="168189" y="97557"/>
                </a:cubicBezTo>
                <a:cubicBezTo>
                  <a:pt x="169574" y="94872"/>
                  <a:pt x="170267" y="91381"/>
                  <a:pt x="170267" y="87085"/>
                </a:cubicBezTo>
                <a:lnTo>
                  <a:pt x="170267" y="81573"/>
                </a:lnTo>
                <a:close/>
                <a:moveTo>
                  <a:pt x="225876" y="0"/>
                </a:moveTo>
                <a:lnTo>
                  <a:pt x="260473" y="0"/>
                </a:lnTo>
                <a:lnTo>
                  <a:pt x="260473" y="124310"/>
                </a:lnTo>
                <a:lnTo>
                  <a:pt x="225876" y="124310"/>
                </a:lnTo>
                <a:lnTo>
                  <a:pt x="225876" y="0"/>
                </a:lnTo>
                <a:close/>
                <a:moveTo>
                  <a:pt x="276430" y="99211"/>
                </a:moveTo>
                <a:lnTo>
                  <a:pt x="310688" y="95988"/>
                </a:lnTo>
                <a:cubicBezTo>
                  <a:pt x="312101" y="100059"/>
                  <a:pt x="314080" y="102970"/>
                  <a:pt x="316623" y="104722"/>
                </a:cubicBezTo>
                <a:cubicBezTo>
                  <a:pt x="319167" y="106475"/>
                  <a:pt x="322559" y="107351"/>
                  <a:pt x="326799" y="107351"/>
                </a:cubicBezTo>
                <a:cubicBezTo>
                  <a:pt x="331434" y="107351"/>
                  <a:pt x="335024" y="106366"/>
                  <a:pt x="337568" y="104396"/>
                </a:cubicBezTo>
                <a:cubicBezTo>
                  <a:pt x="339546" y="102934"/>
                  <a:pt x="340536" y="101104"/>
                  <a:pt x="340536" y="98909"/>
                </a:cubicBezTo>
                <a:cubicBezTo>
                  <a:pt x="340536" y="96432"/>
                  <a:pt x="339236" y="94519"/>
                  <a:pt x="336635" y="93169"/>
                </a:cubicBezTo>
                <a:cubicBezTo>
                  <a:pt x="334770" y="92211"/>
                  <a:pt x="329823" y="91030"/>
                  <a:pt x="321796" y="89623"/>
                </a:cubicBezTo>
                <a:cubicBezTo>
                  <a:pt x="309812" y="87541"/>
                  <a:pt x="301487" y="85611"/>
                  <a:pt x="296824" y="83833"/>
                </a:cubicBezTo>
                <a:cubicBezTo>
                  <a:pt x="292160" y="82055"/>
                  <a:pt x="288231" y="79049"/>
                  <a:pt x="285037" y="74816"/>
                </a:cubicBezTo>
                <a:cubicBezTo>
                  <a:pt x="281843" y="70582"/>
                  <a:pt x="280246" y="65754"/>
                  <a:pt x="280246" y="60335"/>
                </a:cubicBezTo>
                <a:cubicBezTo>
                  <a:pt x="280246" y="54408"/>
                  <a:pt x="281970" y="49300"/>
                  <a:pt x="285419" y="45010"/>
                </a:cubicBezTo>
                <a:cubicBezTo>
                  <a:pt x="288867" y="40719"/>
                  <a:pt x="293616" y="37516"/>
                  <a:pt x="299664" y="35399"/>
                </a:cubicBezTo>
                <a:cubicBezTo>
                  <a:pt x="305713" y="33281"/>
                  <a:pt x="313825" y="32222"/>
                  <a:pt x="324001" y="32222"/>
                </a:cubicBezTo>
                <a:cubicBezTo>
                  <a:pt x="334741" y="32222"/>
                  <a:pt x="342670" y="33042"/>
                  <a:pt x="347786" y="34681"/>
                </a:cubicBezTo>
                <a:cubicBezTo>
                  <a:pt x="352902" y="36321"/>
                  <a:pt x="357170" y="38865"/>
                  <a:pt x="360590" y="42313"/>
                </a:cubicBezTo>
                <a:cubicBezTo>
                  <a:pt x="364010" y="45761"/>
                  <a:pt x="366851" y="50425"/>
                  <a:pt x="369112" y="56304"/>
                </a:cubicBezTo>
                <a:lnTo>
                  <a:pt x="336381" y="59526"/>
                </a:lnTo>
                <a:cubicBezTo>
                  <a:pt x="335533" y="56670"/>
                  <a:pt x="334120" y="54569"/>
                  <a:pt x="332141" y="53225"/>
                </a:cubicBezTo>
                <a:cubicBezTo>
                  <a:pt x="329428" y="51434"/>
                  <a:pt x="326149" y="50538"/>
                  <a:pt x="322305" y="50538"/>
                </a:cubicBezTo>
                <a:cubicBezTo>
                  <a:pt x="318404" y="50538"/>
                  <a:pt x="315564" y="51228"/>
                  <a:pt x="313783" y="52608"/>
                </a:cubicBezTo>
                <a:cubicBezTo>
                  <a:pt x="312002" y="53986"/>
                  <a:pt x="311112" y="55659"/>
                  <a:pt x="311112" y="57629"/>
                </a:cubicBezTo>
                <a:cubicBezTo>
                  <a:pt x="311112" y="59825"/>
                  <a:pt x="312242" y="61485"/>
                  <a:pt x="314504" y="62611"/>
                </a:cubicBezTo>
                <a:cubicBezTo>
                  <a:pt x="316765" y="63736"/>
                  <a:pt x="321683" y="64749"/>
                  <a:pt x="329258" y="65650"/>
                </a:cubicBezTo>
                <a:cubicBezTo>
                  <a:pt x="340734" y="66943"/>
                  <a:pt x="349270" y="68747"/>
                  <a:pt x="354866" y="71061"/>
                </a:cubicBezTo>
                <a:cubicBezTo>
                  <a:pt x="360463" y="73375"/>
                  <a:pt x="364745" y="76677"/>
                  <a:pt x="367713" y="80966"/>
                </a:cubicBezTo>
                <a:cubicBezTo>
                  <a:pt x="370681" y="85256"/>
                  <a:pt x="372164" y="89969"/>
                  <a:pt x="372164" y="95106"/>
                </a:cubicBezTo>
                <a:cubicBezTo>
                  <a:pt x="372164" y="100298"/>
                  <a:pt x="370596" y="105349"/>
                  <a:pt x="367458" y="110261"/>
                </a:cubicBezTo>
                <a:cubicBezTo>
                  <a:pt x="364321" y="115170"/>
                  <a:pt x="359374" y="119078"/>
                  <a:pt x="352619" y="121986"/>
                </a:cubicBezTo>
                <a:cubicBezTo>
                  <a:pt x="345864" y="124892"/>
                  <a:pt x="336663" y="126345"/>
                  <a:pt x="325018" y="126345"/>
                </a:cubicBezTo>
                <a:cubicBezTo>
                  <a:pt x="308568" y="126345"/>
                  <a:pt x="296852" y="123992"/>
                  <a:pt x="289870" y="119286"/>
                </a:cubicBezTo>
                <a:cubicBezTo>
                  <a:pt x="282889" y="114578"/>
                  <a:pt x="278409" y="107886"/>
                  <a:pt x="276430" y="99211"/>
                </a:cubicBezTo>
                <a:close/>
                <a:moveTo>
                  <a:pt x="488582" y="87848"/>
                </a:moveTo>
                <a:lnTo>
                  <a:pt x="419389" y="87848"/>
                </a:lnTo>
                <a:cubicBezTo>
                  <a:pt x="420010" y="93361"/>
                  <a:pt x="421508" y="97469"/>
                  <a:pt x="423883" y="100170"/>
                </a:cubicBezTo>
                <a:cubicBezTo>
                  <a:pt x="427218" y="104053"/>
                  <a:pt x="431571" y="105994"/>
                  <a:pt x="436941" y="105994"/>
                </a:cubicBezTo>
                <a:cubicBezTo>
                  <a:pt x="440333" y="105994"/>
                  <a:pt x="443555" y="105155"/>
                  <a:pt x="446608" y="103477"/>
                </a:cubicBezTo>
                <a:cubicBezTo>
                  <a:pt x="448473" y="102413"/>
                  <a:pt x="450480" y="100539"/>
                  <a:pt x="452628" y="97854"/>
                </a:cubicBezTo>
                <a:lnTo>
                  <a:pt x="486631" y="100907"/>
                </a:lnTo>
                <a:cubicBezTo>
                  <a:pt x="481430" y="109981"/>
                  <a:pt x="475156" y="116490"/>
                  <a:pt x="467807" y="120433"/>
                </a:cubicBezTo>
                <a:cubicBezTo>
                  <a:pt x="460458" y="124375"/>
                  <a:pt x="449915" y="126345"/>
                  <a:pt x="436178" y="126345"/>
                </a:cubicBezTo>
                <a:cubicBezTo>
                  <a:pt x="424250" y="126345"/>
                  <a:pt x="414866" y="124663"/>
                  <a:pt x="408026" y="121300"/>
                </a:cubicBezTo>
                <a:cubicBezTo>
                  <a:pt x="401186" y="117936"/>
                  <a:pt x="395519" y="112594"/>
                  <a:pt x="391024" y="105273"/>
                </a:cubicBezTo>
                <a:cubicBezTo>
                  <a:pt x="386530" y="97953"/>
                  <a:pt x="384283" y="89346"/>
                  <a:pt x="384283" y="79453"/>
                </a:cubicBezTo>
                <a:cubicBezTo>
                  <a:pt x="384283" y="65377"/>
                  <a:pt x="388792" y="53986"/>
                  <a:pt x="397808" y="45281"/>
                </a:cubicBezTo>
                <a:cubicBezTo>
                  <a:pt x="406825" y="36575"/>
                  <a:pt x="419275" y="32222"/>
                  <a:pt x="435160" y="32222"/>
                </a:cubicBezTo>
                <a:cubicBezTo>
                  <a:pt x="448049" y="32222"/>
                  <a:pt x="458225" y="34173"/>
                  <a:pt x="465687" y="38073"/>
                </a:cubicBezTo>
                <a:cubicBezTo>
                  <a:pt x="473149" y="41974"/>
                  <a:pt x="478830" y="47627"/>
                  <a:pt x="482731" y="55032"/>
                </a:cubicBezTo>
                <a:cubicBezTo>
                  <a:pt x="486631" y="62438"/>
                  <a:pt x="488582" y="72076"/>
                  <a:pt x="488582" y="83947"/>
                </a:cubicBezTo>
                <a:lnTo>
                  <a:pt x="488582" y="87848"/>
                </a:lnTo>
                <a:moveTo>
                  <a:pt x="453476" y="71228"/>
                </a:moveTo>
                <a:cubicBezTo>
                  <a:pt x="452798" y="64618"/>
                  <a:pt x="451003" y="59884"/>
                  <a:pt x="448092" y="57028"/>
                </a:cubicBezTo>
                <a:cubicBezTo>
                  <a:pt x="445180" y="54171"/>
                  <a:pt x="441351" y="52743"/>
                  <a:pt x="436602" y="52743"/>
                </a:cubicBezTo>
                <a:cubicBezTo>
                  <a:pt x="431119" y="52743"/>
                  <a:pt x="426737" y="54900"/>
                  <a:pt x="423459" y="59214"/>
                </a:cubicBezTo>
                <a:cubicBezTo>
                  <a:pt x="421367" y="61902"/>
                  <a:pt x="420039" y="65907"/>
                  <a:pt x="419473" y="71228"/>
                </a:cubicBezTo>
                <a:lnTo>
                  <a:pt x="453476" y="71228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Theevidencecontradicts">
            <a:extLst xmlns:a="http://schemas.openxmlformats.org/drawingml/2006/main">
              <a:ext uri="{FF2B5EF4-FFF2-40B4-BE49-F238E27FC236}">
                <a16:creationId xmlns:a16="http://schemas.microsoft.com/office/drawing/2014/main" id="{F3E914AD-604E-4F63-B94A-BB93738E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75" y="4670292"/>
            <a:ext cx="1279961" cy="84230"/>
          </a:xfrm>
          <a:custGeom xmlns:a="http://schemas.openxmlformats.org/drawingml/2006/main">
            <a:pathLst>
              <a:path w="1279961" h="84230">
                <a:moveTo>
                  <a:pt x="27304" y="82873"/>
                </a:moveTo>
                <a:lnTo>
                  <a:pt x="27304" y="9780"/>
                </a:lnTo>
                <a:lnTo>
                  <a:pt x="0" y="9780"/>
                </a:lnTo>
                <a:lnTo>
                  <a:pt x="0" y="0"/>
                </a:lnTo>
                <a:lnTo>
                  <a:pt x="65688" y="0"/>
                </a:lnTo>
                <a:lnTo>
                  <a:pt x="65688" y="9780"/>
                </a:lnTo>
                <a:lnTo>
                  <a:pt x="38271" y="9780"/>
                </a:lnTo>
                <a:lnTo>
                  <a:pt x="38271" y="82873"/>
                </a:lnTo>
                <a:lnTo>
                  <a:pt x="27304" y="82873"/>
                </a:lnTo>
                <a:close/>
                <a:moveTo>
                  <a:pt x="75633" y="82873"/>
                </a:moveTo>
                <a:lnTo>
                  <a:pt x="75633" y="0"/>
                </a:lnTo>
                <a:lnTo>
                  <a:pt x="85808" y="0"/>
                </a:lnTo>
                <a:lnTo>
                  <a:pt x="85808" y="29735"/>
                </a:lnTo>
                <a:cubicBezTo>
                  <a:pt x="90557" y="24233"/>
                  <a:pt x="96549" y="21481"/>
                  <a:pt x="103785" y="21481"/>
                </a:cubicBezTo>
                <a:cubicBezTo>
                  <a:pt x="108232" y="21481"/>
                  <a:pt x="112095" y="22358"/>
                  <a:pt x="115373" y="24110"/>
                </a:cubicBezTo>
                <a:cubicBezTo>
                  <a:pt x="118652" y="25863"/>
                  <a:pt x="120998" y="28284"/>
                  <a:pt x="122411" y="31374"/>
                </a:cubicBezTo>
                <a:cubicBezTo>
                  <a:pt x="123825" y="34465"/>
                  <a:pt x="124531" y="38949"/>
                  <a:pt x="124531" y="44828"/>
                </a:cubicBezTo>
                <a:lnTo>
                  <a:pt x="124531" y="82873"/>
                </a:lnTo>
                <a:lnTo>
                  <a:pt x="114356" y="82873"/>
                </a:lnTo>
                <a:lnTo>
                  <a:pt x="114356" y="44828"/>
                </a:lnTo>
                <a:cubicBezTo>
                  <a:pt x="114356" y="39741"/>
                  <a:pt x="113254" y="36038"/>
                  <a:pt x="111049" y="33720"/>
                </a:cubicBezTo>
                <a:cubicBezTo>
                  <a:pt x="108844" y="31403"/>
                  <a:pt x="105726" y="30244"/>
                  <a:pt x="101693" y="30244"/>
                </a:cubicBezTo>
                <a:cubicBezTo>
                  <a:pt x="98678" y="30244"/>
                  <a:pt x="95842" y="31026"/>
                  <a:pt x="93185" y="32590"/>
                </a:cubicBezTo>
                <a:cubicBezTo>
                  <a:pt x="90528" y="34154"/>
                  <a:pt x="88635" y="36274"/>
                  <a:pt x="87504" y="38949"/>
                </a:cubicBezTo>
                <a:cubicBezTo>
                  <a:pt x="86373" y="41625"/>
                  <a:pt x="85808" y="45318"/>
                  <a:pt x="85808" y="50029"/>
                </a:cubicBezTo>
                <a:lnTo>
                  <a:pt x="85808" y="82873"/>
                </a:lnTo>
                <a:lnTo>
                  <a:pt x="75633" y="82873"/>
                </a:lnTo>
                <a:close/>
                <a:moveTo>
                  <a:pt x="181124" y="63540"/>
                </a:moveTo>
                <a:lnTo>
                  <a:pt x="191638" y="64840"/>
                </a:lnTo>
                <a:cubicBezTo>
                  <a:pt x="189980" y="70983"/>
                  <a:pt x="186909" y="75751"/>
                  <a:pt x="182424" y="79142"/>
                </a:cubicBezTo>
                <a:cubicBezTo>
                  <a:pt x="177939" y="82534"/>
                  <a:pt x="172211" y="84230"/>
                  <a:pt x="165239" y="84230"/>
                </a:cubicBezTo>
                <a:cubicBezTo>
                  <a:pt x="156458" y="84230"/>
                  <a:pt x="149495" y="81526"/>
                  <a:pt x="144351" y="76118"/>
                </a:cubicBezTo>
                <a:cubicBezTo>
                  <a:pt x="139206" y="70710"/>
                  <a:pt x="136634" y="63125"/>
                  <a:pt x="136634" y="53365"/>
                </a:cubicBezTo>
                <a:cubicBezTo>
                  <a:pt x="136634" y="43264"/>
                  <a:pt x="139235" y="35426"/>
                  <a:pt x="144436" y="29848"/>
                </a:cubicBezTo>
                <a:cubicBezTo>
                  <a:pt x="149636" y="24270"/>
                  <a:pt x="156382" y="21481"/>
                  <a:pt x="164673" y="21481"/>
                </a:cubicBezTo>
                <a:cubicBezTo>
                  <a:pt x="172701" y="21481"/>
                  <a:pt x="179258" y="24210"/>
                  <a:pt x="184346" y="29666"/>
                </a:cubicBezTo>
                <a:cubicBezTo>
                  <a:pt x="189434" y="35121"/>
                  <a:pt x="191977" y="42796"/>
                  <a:pt x="191977" y="52692"/>
                </a:cubicBezTo>
                <a:cubicBezTo>
                  <a:pt x="191977" y="53293"/>
                  <a:pt x="191959" y="54196"/>
                  <a:pt x="191921" y="55400"/>
                </a:cubicBezTo>
                <a:lnTo>
                  <a:pt x="147149" y="55400"/>
                </a:lnTo>
                <a:cubicBezTo>
                  <a:pt x="147526" y="61976"/>
                  <a:pt x="149391" y="67012"/>
                  <a:pt x="152745" y="70507"/>
                </a:cubicBezTo>
                <a:cubicBezTo>
                  <a:pt x="156100" y="74003"/>
                  <a:pt x="160283" y="75751"/>
                  <a:pt x="165295" y="75751"/>
                </a:cubicBezTo>
                <a:cubicBezTo>
                  <a:pt x="169026" y="75751"/>
                  <a:pt x="172211" y="74780"/>
                  <a:pt x="174849" y="72839"/>
                </a:cubicBezTo>
                <a:cubicBezTo>
                  <a:pt x="177487" y="70897"/>
                  <a:pt x="179579" y="67797"/>
                  <a:pt x="181124" y="63540"/>
                </a:cubicBezTo>
                <a:moveTo>
                  <a:pt x="147714" y="46920"/>
                </a:moveTo>
                <a:lnTo>
                  <a:pt x="181237" y="46920"/>
                </a:lnTo>
                <a:cubicBezTo>
                  <a:pt x="180784" y="41953"/>
                  <a:pt x="179503" y="38227"/>
                  <a:pt x="177393" y="35743"/>
                </a:cubicBezTo>
                <a:cubicBezTo>
                  <a:pt x="174152" y="31888"/>
                  <a:pt x="169950" y="29961"/>
                  <a:pt x="164786" y="29961"/>
                </a:cubicBezTo>
                <a:cubicBezTo>
                  <a:pt x="160113" y="29961"/>
                  <a:pt x="156184" y="31500"/>
                  <a:pt x="153000" y="34577"/>
                </a:cubicBezTo>
                <a:cubicBezTo>
                  <a:pt x="149815" y="37653"/>
                  <a:pt x="148053" y="41768"/>
                  <a:pt x="147714" y="46920"/>
                </a:cubicBezTo>
                <a:close/>
                <a:moveTo>
                  <a:pt x="277679" y="63540"/>
                </a:moveTo>
                <a:lnTo>
                  <a:pt x="288194" y="64840"/>
                </a:lnTo>
                <a:cubicBezTo>
                  <a:pt x="286536" y="70983"/>
                  <a:pt x="283464" y="75751"/>
                  <a:pt x="278980" y="79142"/>
                </a:cubicBezTo>
                <a:cubicBezTo>
                  <a:pt x="274495" y="82534"/>
                  <a:pt x="268767" y="84230"/>
                  <a:pt x="261794" y="84230"/>
                </a:cubicBezTo>
                <a:cubicBezTo>
                  <a:pt x="253013" y="84230"/>
                  <a:pt x="246051" y="81526"/>
                  <a:pt x="240907" y="76118"/>
                </a:cubicBezTo>
                <a:cubicBezTo>
                  <a:pt x="235762" y="70710"/>
                  <a:pt x="233190" y="63125"/>
                  <a:pt x="233190" y="53365"/>
                </a:cubicBezTo>
                <a:cubicBezTo>
                  <a:pt x="233190" y="43264"/>
                  <a:pt x="235791" y="35426"/>
                  <a:pt x="240991" y="29848"/>
                </a:cubicBezTo>
                <a:cubicBezTo>
                  <a:pt x="246192" y="24270"/>
                  <a:pt x="252938" y="21481"/>
                  <a:pt x="261229" y="21481"/>
                </a:cubicBezTo>
                <a:cubicBezTo>
                  <a:pt x="269256" y="21481"/>
                  <a:pt x="275814" y="24210"/>
                  <a:pt x="280902" y="29666"/>
                </a:cubicBezTo>
                <a:cubicBezTo>
                  <a:pt x="285989" y="35121"/>
                  <a:pt x="288533" y="42796"/>
                  <a:pt x="288533" y="52692"/>
                </a:cubicBezTo>
                <a:cubicBezTo>
                  <a:pt x="288533" y="53293"/>
                  <a:pt x="288514" y="54196"/>
                  <a:pt x="288477" y="55400"/>
                </a:cubicBezTo>
                <a:lnTo>
                  <a:pt x="243705" y="55400"/>
                </a:lnTo>
                <a:cubicBezTo>
                  <a:pt x="244082" y="61976"/>
                  <a:pt x="245947" y="67012"/>
                  <a:pt x="249301" y="70507"/>
                </a:cubicBezTo>
                <a:cubicBezTo>
                  <a:pt x="252655" y="74003"/>
                  <a:pt x="256839" y="75751"/>
                  <a:pt x="261851" y="75751"/>
                </a:cubicBezTo>
                <a:cubicBezTo>
                  <a:pt x="265582" y="75751"/>
                  <a:pt x="268767" y="74780"/>
                  <a:pt x="271405" y="72839"/>
                </a:cubicBezTo>
                <a:cubicBezTo>
                  <a:pt x="274043" y="70897"/>
                  <a:pt x="276134" y="67797"/>
                  <a:pt x="277679" y="63540"/>
                </a:cubicBezTo>
                <a:moveTo>
                  <a:pt x="244270" y="46920"/>
                </a:moveTo>
                <a:lnTo>
                  <a:pt x="277793" y="46920"/>
                </a:lnTo>
                <a:cubicBezTo>
                  <a:pt x="277340" y="41953"/>
                  <a:pt x="276059" y="38227"/>
                  <a:pt x="273948" y="35743"/>
                </a:cubicBezTo>
                <a:cubicBezTo>
                  <a:pt x="270707" y="31888"/>
                  <a:pt x="266505" y="29961"/>
                  <a:pt x="261342" y="29961"/>
                </a:cubicBezTo>
                <a:cubicBezTo>
                  <a:pt x="256669" y="29961"/>
                  <a:pt x="252740" y="31500"/>
                  <a:pt x="249556" y="34577"/>
                </a:cubicBezTo>
                <a:cubicBezTo>
                  <a:pt x="246371" y="37653"/>
                  <a:pt x="244609" y="41768"/>
                  <a:pt x="244270" y="46920"/>
                </a:cubicBezTo>
                <a:close/>
                <a:moveTo>
                  <a:pt x="317652" y="82873"/>
                </a:moveTo>
                <a:lnTo>
                  <a:pt x="294813" y="22838"/>
                </a:lnTo>
                <a:lnTo>
                  <a:pt x="305554" y="22838"/>
                </a:lnTo>
                <a:lnTo>
                  <a:pt x="318443" y="58791"/>
                </a:lnTo>
                <a:cubicBezTo>
                  <a:pt x="319837" y="62673"/>
                  <a:pt x="321119" y="66706"/>
                  <a:pt x="322287" y="70889"/>
                </a:cubicBezTo>
                <a:cubicBezTo>
                  <a:pt x="323192" y="67723"/>
                  <a:pt x="324454" y="63917"/>
                  <a:pt x="326075" y="59470"/>
                </a:cubicBezTo>
                <a:lnTo>
                  <a:pt x="339416" y="22838"/>
                </a:lnTo>
                <a:lnTo>
                  <a:pt x="349874" y="22838"/>
                </a:lnTo>
                <a:lnTo>
                  <a:pt x="327149" y="82873"/>
                </a:lnTo>
                <a:lnTo>
                  <a:pt x="317652" y="82873"/>
                </a:lnTo>
                <a:close/>
                <a:moveTo>
                  <a:pt x="358919" y="11758"/>
                </a:moveTo>
                <a:lnTo>
                  <a:pt x="358919" y="0"/>
                </a:lnTo>
                <a:lnTo>
                  <a:pt x="369094" y="0"/>
                </a:lnTo>
                <a:lnTo>
                  <a:pt x="369094" y="11758"/>
                </a:lnTo>
                <a:lnTo>
                  <a:pt x="358919" y="11758"/>
                </a:lnTo>
                <a:moveTo>
                  <a:pt x="358919" y="82873"/>
                </a:moveTo>
                <a:lnTo>
                  <a:pt x="358919" y="22838"/>
                </a:lnTo>
                <a:lnTo>
                  <a:pt x="369094" y="22838"/>
                </a:lnTo>
                <a:lnTo>
                  <a:pt x="369094" y="82873"/>
                </a:lnTo>
                <a:lnTo>
                  <a:pt x="358919" y="82873"/>
                </a:lnTo>
                <a:close/>
                <a:moveTo>
                  <a:pt x="423537" y="82873"/>
                </a:moveTo>
                <a:lnTo>
                  <a:pt x="423537" y="75298"/>
                </a:lnTo>
                <a:cubicBezTo>
                  <a:pt x="419730" y="81253"/>
                  <a:pt x="414134" y="84230"/>
                  <a:pt x="406747" y="84230"/>
                </a:cubicBezTo>
                <a:cubicBezTo>
                  <a:pt x="401961" y="84230"/>
                  <a:pt x="397561" y="82911"/>
                  <a:pt x="393547" y="80273"/>
                </a:cubicBezTo>
                <a:cubicBezTo>
                  <a:pt x="389534" y="77635"/>
                  <a:pt x="386425" y="73951"/>
                  <a:pt x="384220" y="69221"/>
                </a:cubicBezTo>
                <a:cubicBezTo>
                  <a:pt x="382015" y="64492"/>
                  <a:pt x="380913" y="59055"/>
                  <a:pt x="380913" y="52912"/>
                </a:cubicBezTo>
                <a:cubicBezTo>
                  <a:pt x="380913" y="46920"/>
                  <a:pt x="381912" y="41484"/>
                  <a:pt x="383909" y="36603"/>
                </a:cubicBezTo>
                <a:cubicBezTo>
                  <a:pt x="385906" y="31723"/>
                  <a:pt x="388902" y="27982"/>
                  <a:pt x="392897" y="25382"/>
                </a:cubicBezTo>
                <a:cubicBezTo>
                  <a:pt x="396892" y="22782"/>
                  <a:pt x="401358" y="21481"/>
                  <a:pt x="406295" y="21481"/>
                </a:cubicBezTo>
                <a:cubicBezTo>
                  <a:pt x="409913" y="21481"/>
                  <a:pt x="413135" y="22245"/>
                  <a:pt x="415962" y="23771"/>
                </a:cubicBezTo>
                <a:cubicBezTo>
                  <a:pt x="418788" y="25297"/>
                  <a:pt x="421087" y="27285"/>
                  <a:pt x="422858" y="29735"/>
                </a:cubicBezTo>
                <a:lnTo>
                  <a:pt x="422858" y="0"/>
                </a:lnTo>
                <a:lnTo>
                  <a:pt x="432977" y="0"/>
                </a:lnTo>
                <a:lnTo>
                  <a:pt x="432977" y="82873"/>
                </a:lnTo>
                <a:lnTo>
                  <a:pt x="423537" y="82873"/>
                </a:lnTo>
                <a:moveTo>
                  <a:pt x="391371" y="52884"/>
                </a:moveTo>
                <a:cubicBezTo>
                  <a:pt x="391371" y="60544"/>
                  <a:pt x="392991" y="66270"/>
                  <a:pt x="396233" y="70062"/>
                </a:cubicBezTo>
                <a:cubicBezTo>
                  <a:pt x="399474" y="73854"/>
                  <a:pt x="403299" y="75751"/>
                  <a:pt x="407708" y="75751"/>
                </a:cubicBezTo>
                <a:cubicBezTo>
                  <a:pt x="412155" y="75751"/>
                  <a:pt x="415933" y="73939"/>
                  <a:pt x="419042" y="70317"/>
                </a:cubicBezTo>
                <a:cubicBezTo>
                  <a:pt x="422152" y="66693"/>
                  <a:pt x="423706" y="61163"/>
                  <a:pt x="423706" y="53728"/>
                </a:cubicBezTo>
                <a:cubicBezTo>
                  <a:pt x="423706" y="45543"/>
                  <a:pt x="422123" y="39536"/>
                  <a:pt x="418958" y="35706"/>
                </a:cubicBezTo>
                <a:cubicBezTo>
                  <a:pt x="415792" y="31876"/>
                  <a:pt x="411891" y="29961"/>
                  <a:pt x="407256" y="29961"/>
                </a:cubicBezTo>
                <a:cubicBezTo>
                  <a:pt x="402734" y="29961"/>
                  <a:pt x="398955" y="31801"/>
                  <a:pt x="395922" y="35482"/>
                </a:cubicBezTo>
                <a:cubicBezTo>
                  <a:pt x="392888" y="39161"/>
                  <a:pt x="391371" y="44962"/>
                  <a:pt x="391371" y="52884"/>
                </a:cubicBezTo>
                <a:close/>
                <a:moveTo>
                  <a:pt x="490078" y="63540"/>
                </a:moveTo>
                <a:lnTo>
                  <a:pt x="500593" y="64840"/>
                </a:lnTo>
                <a:cubicBezTo>
                  <a:pt x="498935" y="70983"/>
                  <a:pt x="495863" y="75751"/>
                  <a:pt x="491378" y="79142"/>
                </a:cubicBezTo>
                <a:cubicBezTo>
                  <a:pt x="486894" y="82534"/>
                  <a:pt x="481165" y="84230"/>
                  <a:pt x="474193" y="84230"/>
                </a:cubicBezTo>
                <a:cubicBezTo>
                  <a:pt x="465412" y="84230"/>
                  <a:pt x="458450" y="81526"/>
                  <a:pt x="453305" y="76118"/>
                </a:cubicBezTo>
                <a:cubicBezTo>
                  <a:pt x="448161" y="70710"/>
                  <a:pt x="445589" y="63125"/>
                  <a:pt x="445589" y="53365"/>
                </a:cubicBezTo>
                <a:cubicBezTo>
                  <a:pt x="445589" y="43264"/>
                  <a:pt x="448189" y="35426"/>
                  <a:pt x="453390" y="29848"/>
                </a:cubicBezTo>
                <a:cubicBezTo>
                  <a:pt x="458591" y="24270"/>
                  <a:pt x="465337" y="21481"/>
                  <a:pt x="473628" y="21481"/>
                </a:cubicBezTo>
                <a:cubicBezTo>
                  <a:pt x="481655" y="21481"/>
                  <a:pt x="488213" y="24210"/>
                  <a:pt x="493301" y="29666"/>
                </a:cubicBezTo>
                <a:cubicBezTo>
                  <a:pt x="498388" y="35121"/>
                  <a:pt x="500932" y="42796"/>
                  <a:pt x="500932" y="52692"/>
                </a:cubicBezTo>
                <a:cubicBezTo>
                  <a:pt x="500932" y="53293"/>
                  <a:pt x="500913" y="54196"/>
                  <a:pt x="500876" y="55400"/>
                </a:cubicBezTo>
                <a:lnTo>
                  <a:pt x="456104" y="55400"/>
                </a:lnTo>
                <a:cubicBezTo>
                  <a:pt x="456480" y="61976"/>
                  <a:pt x="458346" y="67012"/>
                  <a:pt x="461700" y="70507"/>
                </a:cubicBezTo>
                <a:cubicBezTo>
                  <a:pt x="465054" y="74003"/>
                  <a:pt x="469237" y="75751"/>
                  <a:pt x="474250" y="75751"/>
                </a:cubicBezTo>
                <a:cubicBezTo>
                  <a:pt x="477981" y="75751"/>
                  <a:pt x="481165" y="74780"/>
                  <a:pt x="483803" y="72839"/>
                </a:cubicBezTo>
                <a:cubicBezTo>
                  <a:pt x="486441" y="70897"/>
                  <a:pt x="488533" y="67797"/>
                  <a:pt x="490078" y="63540"/>
                </a:cubicBezTo>
                <a:moveTo>
                  <a:pt x="456669" y="46920"/>
                </a:moveTo>
                <a:lnTo>
                  <a:pt x="490191" y="46920"/>
                </a:lnTo>
                <a:cubicBezTo>
                  <a:pt x="489739" y="41953"/>
                  <a:pt x="488458" y="38227"/>
                  <a:pt x="486347" y="35743"/>
                </a:cubicBezTo>
                <a:cubicBezTo>
                  <a:pt x="483106" y="31888"/>
                  <a:pt x="478904" y="29961"/>
                  <a:pt x="473741" y="29961"/>
                </a:cubicBezTo>
                <a:cubicBezTo>
                  <a:pt x="469068" y="29961"/>
                  <a:pt x="465139" y="31500"/>
                  <a:pt x="461954" y="34577"/>
                </a:cubicBezTo>
                <a:cubicBezTo>
                  <a:pt x="458770" y="37653"/>
                  <a:pt x="457008" y="41768"/>
                  <a:pt x="456669" y="46920"/>
                </a:cubicBezTo>
                <a:close/>
                <a:moveTo>
                  <a:pt x="513375" y="82873"/>
                </a:moveTo>
                <a:lnTo>
                  <a:pt x="513375" y="22838"/>
                </a:lnTo>
                <a:lnTo>
                  <a:pt x="522532" y="22838"/>
                </a:lnTo>
                <a:lnTo>
                  <a:pt x="522532" y="31318"/>
                </a:lnTo>
                <a:cubicBezTo>
                  <a:pt x="526942" y="24760"/>
                  <a:pt x="533311" y="21481"/>
                  <a:pt x="541640" y="21481"/>
                </a:cubicBezTo>
                <a:cubicBezTo>
                  <a:pt x="545258" y="21481"/>
                  <a:pt x="548583" y="22132"/>
                  <a:pt x="551617" y="23432"/>
                </a:cubicBezTo>
                <a:cubicBezTo>
                  <a:pt x="554651" y="24732"/>
                  <a:pt x="556922" y="26437"/>
                  <a:pt x="558429" y="28548"/>
                </a:cubicBezTo>
                <a:cubicBezTo>
                  <a:pt x="559937" y="30658"/>
                  <a:pt x="560992" y="33164"/>
                  <a:pt x="561595" y="36066"/>
                </a:cubicBezTo>
                <a:cubicBezTo>
                  <a:pt x="561972" y="37951"/>
                  <a:pt x="562160" y="41248"/>
                  <a:pt x="562160" y="45959"/>
                </a:cubicBezTo>
                <a:lnTo>
                  <a:pt x="562160" y="82873"/>
                </a:lnTo>
                <a:lnTo>
                  <a:pt x="551985" y="82873"/>
                </a:lnTo>
                <a:lnTo>
                  <a:pt x="551985" y="46316"/>
                </a:lnTo>
                <a:cubicBezTo>
                  <a:pt x="551985" y="42166"/>
                  <a:pt x="551589" y="39062"/>
                  <a:pt x="550798" y="37006"/>
                </a:cubicBezTo>
                <a:cubicBezTo>
                  <a:pt x="550006" y="34950"/>
                  <a:pt x="548602" y="33309"/>
                  <a:pt x="546586" y="32083"/>
                </a:cubicBezTo>
                <a:cubicBezTo>
                  <a:pt x="544570" y="30857"/>
                  <a:pt x="542205" y="30244"/>
                  <a:pt x="539492" y="30244"/>
                </a:cubicBezTo>
                <a:cubicBezTo>
                  <a:pt x="535158" y="30244"/>
                  <a:pt x="531417" y="31621"/>
                  <a:pt x="528270" y="34376"/>
                </a:cubicBezTo>
                <a:cubicBezTo>
                  <a:pt x="525123" y="37129"/>
                  <a:pt x="523550" y="42354"/>
                  <a:pt x="523550" y="50050"/>
                </a:cubicBezTo>
                <a:lnTo>
                  <a:pt x="523550" y="82873"/>
                </a:lnTo>
                <a:lnTo>
                  <a:pt x="513375" y="82873"/>
                </a:lnTo>
                <a:close/>
                <a:moveTo>
                  <a:pt x="616943" y="60827"/>
                </a:moveTo>
                <a:lnTo>
                  <a:pt x="626949" y="62127"/>
                </a:lnTo>
                <a:cubicBezTo>
                  <a:pt x="625856" y="69041"/>
                  <a:pt x="623058" y="74454"/>
                  <a:pt x="618554" y="78365"/>
                </a:cubicBezTo>
                <a:cubicBezTo>
                  <a:pt x="614051" y="82275"/>
                  <a:pt x="608520" y="84230"/>
                  <a:pt x="601963" y="84230"/>
                </a:cubicBezTo>
                <a:cubicBezTo>
                  <a:pt x="593747" y="84230"/>
                  <a:pt x="587142" y="81545"/>
                  <a:pt x="582149" y="76175"/>
                </a:cubicBezTo>
                <a:cubicBezTo>
                  <a:pt x="577155" y="70804"/>
                  <a:pt x="574659" y="63107"/>
                  <a:pt x="574659" y="53082"/>
                </a:cubicBezTo>
                <a:cubicBezTo>
                  <a:pt x="574659" y="46600"/>
                  <a:pt x="575733" y="40928"/>
                  <a:pt x="577881" y="36066"/>
                </a:cubicBezTo>
                <a:cubicBezTo>
                  <a:pt x="580029" y="31205"/>
                  <a:pt x="583298" y="27559"/>
                  <a:pt x="587689" y="25128"/>
                </a:cubicBezTo>
                <a:cubicBezTo>
                  <a:pt x="592079" y="22697"/>
                  <a:pt x="596856" y="21481"/>
                  <a:pt x="602019" y="21481"/>
                </a:cubicBezTo>
                <a:cubicBezTo>
                  <a:pt x="608539" y="21481"/>
                  <a:pt x="613872" y="23136"/>
                  <a:pt x="618017" y="26444"/>
                </a:cubicBezTo>
                <a:cubicBezTo>
                  <a:pt x="622163" y="29751"/>
                  <a:pt x="624820" y="34447"/>
                  <a:pt x="625988" y="40532"/>
                </a:cubicBezTo>
                <a:lnTo>
                  <a:pt x="616095" y="42059"/>
                </a:lnTo>
                <a:cubicBezTo>
                  <a:pt x="615153" y="38045"/>
                  <a:pt x="613485" y="35025"/>
                  <a:pt x="611092" y="33000"/>
                </a:cubicBezTo>
                <a:cubicBezTo>
                  <a:pt x="608699" y="30974"/>
                  <a:pt x="605807" y="29961"/>
                  <a:pt x="602415" y="29961"/>
                </a:cubicBezTo>
                <a:cubicBezTo>
                  <a:pt x="597290" y="29961"/>
                  <a:pt x="593125" y="31789"/>
                  <a:pt x="589922" y="35446"/>
                </a:cubicBezTo>
                <a:cubicBezTo>
                  <a:pt x="586718" y="39102"/>
                  <a:pt x="585117" y="44886"/>
                  <a:pt x="585117" y="52799"/>
                </a:cubicBezTo>
                <a:cubicBezTo>
                  <a:pt x="585117" y="60825"/>
                  <a:pt x="586662" y="66657"/>
                  <a:pt x="589752" y="70295"/>
                </a:cubicBezTo>
                <a:cubicBezTo>
                  <a:pt x="592842" y="73932"/>
                  <a:pt x="596875" y="75751"/>
                  <a:pt x="601850" y="75751"/>
                </a:cubicBezTo>
                <a:cubicBezTo>
                  <a:pt x="605844" y="75751"/>
                  <a:pt x="609180" y="74530"/>
                  <a:pt x="611855" y="72090"/>
                </a:cubicBezTo>
                <a:cubicBezTo>
                  <a:pt x="614531" y="69650"/>
                  <a:pt x="616227" y="65895"/>
                  <a:pt x="616943" y="60827"/>
                </a:cubicBezTo>
                <a:close/>
                <a:moveTo>
                  <a:pt x="676752" y="63540"/>
                </a:moveTo>
                <a:lnTo>
                  <a:pt x="687267" y="64840"/>
                </a:lnTo>
                <a:cubicBezTo>
                  <a:pt x="685609" y="70983"/>
                  <a:pt x="682537" y="75751"/>
                  <a:pt x="678053" y="79142"/>
                </a:cubicBezTo>
                <a:cubicBezTo>
                  <a:pt x="673568" y="82534"/>
                  <a:pt x="667840" y="84230"/>
                  <a:pt x="660867" y="84230"/>
                </a:cubicBezTo>
                <a:cubicBezTo>
                  <a:pt x="652086" y="84230"/>
                  <a:pt x="645124" y="81526"/>
                  <a:pt x="639980" y="76118"/>
                </a:cubicBezTo>
                <a:cubicBezTo>
                  <a:pt x="634835" y="70710"/>
                  <a:pt x="632263" y="63125"/>
                  <a:pt x="632263" y="53365"/>
                </a:cubicBezTo>
                <a:cubicBezTo>
                  <a:pt x="632263" y="43264"/>
                  <a:pt x="634864" y="35426"/>
                  <a:pt x="640064" y="29848"/>
                </a:cubicBezTo>
                <a:cubicBezTo>
                  <a:pt x="645265" y="24270"/>
                  <a:pt x="652011" y="21481"/>
                  <a:pt x="660302" y="21481"/>
                </a:cubicBezTo>
                <a:cubicBezTo>
                  <a:pt x="668329" y="21481"/>
                  <a:pt x="674887" y="24210"/>
                  <a:pt x="679975" y="29666"/>
                </a:cubicBezTo>
                <a:cubicBezTo>
                  <a:pt x="685062" y="35121"/>
                  <a:pt x="687606" y="42796"/>
                  <a:pt x="687606" y="52692"/>
                </a:cubicBezTo>
                <a:cubicBezTo>
                  <a:pt x="687606" y="53293"/>
                  <a:pt x="687587" y="54196"/>
                  <a:pt x="687550" y="55400"/>
                </a:cubicBezTo>
                <a:lnTo>
                  <a:pt x="642778" y="55400"/>
                </a:lnTo>
                <a:cubicBezTo>
                  <a:pt x="643155" y="61976"/>
                  <a:pt x="645020" y="67012"/>
                  <a:pt x="648374" y="70507"/>
                </a:cubicBezTo>
                <a:cubicBezTo>
                  <a:pt x="651728" y="74003"/>
                  <a:pt x="655912" y="75751"/>
                  <a:pt x="660924" y="75751"/>
                </a:cubicBezTo>
                <a:cubicBezTo>
                  <a:pt x="664655" y="75751"/>
                  <a:pt x="667840" y="74780"/>
                  <a:pt x="670478" y="72839"/>
                </a:cubicBezTo>
                <a:cubicBezTo>
                  <a:pt x="673116" y="70897"/>
                  <a:pt x="675207" y="67797"/>
                  <a:pt x="676752" y="63540"/>
                </a:cubicBezTo>
                <a:moveTo>
                  <a:pt x="643343" y="46920"/>
                </a:moveTo>
                <a:lnTo>
                  <a:pt x="676866" y="46920"/>
                </a:lnTo>
                <a:cubicBezTo>
                  <a:pt x="676413" y="41953"/>
                  <a:pt x="675132" y="38227"/>
                  <a:pt x="673021" y="35743"/>
                </a:cubicBezTo>
                <a:cubicBezTo>
                  <a:pt x="669780" y="31888"/>
                  <a:pt x="665578" y="29961"/>
                  <a:pt x="660415" y="29961"/>
                </a:cubicBezTo>
                <a:cubicBezTo>
                  <a:pt x="655742" y="29961"/>
                  <a:pt x="651813" y="31500"/>
                  <a:pt x="648629" y="34577"/>
                </a:cubicBezTo>
                <a:cubicBezTo>
                  <a:pt x="645444" y="37653"/>
                  <a:pt x="643682" y="41768"/>
                  <a:pt x="643343" y="46920"/>
                </a:cubicBezTo>
                <a:close/>
                <a:moveTo>
                  <a:pt x="771386" y="60827"/>
                </a:moveTo>
                <a:lnTo>
                  <a:pt x="781392" y="62127"/>
                </a:lnTo>
                <a:cubicBezTo>
                  <a:pt x="780299" y="69041"/>
                  <a:pt x="777500" y="74454"/>
                  <a:pt x="772997" y="78365"/>
                </a:cubicBezTo>
                <a:cubicBezTo>
                  <a:pt x="768493" y="82275"/>
                  <a:pt x="762963" y="84230"/>
                  <a:pt x="756405" y="84230"/>
                </a:cubicBezTo>
                <a:cubicBezTo>
                  <a:pt x="748189" y="84230"/>
                  <a:pt x="741585" y="81545"/>
                  <a:pt x="736591" y="76175"/>
                </a:cubicBezTo>
                <a:cubicBezTo>
                  <a:pt x="731598" y="70804"/>
                  <a:pt x="729101" y="63107"/>
                  <a:pt x="729101" y="53082"/>
                </a:cubicBezTo>
                <a:cubicBezTo>
                  <a:pt x="729101" y="46600"/>
                  <a:pt x="730175" y="40928"/>
                  <a:pt x="732323" y="36066"/>
                </a:cubicBezTo>
                <a:cubicBezTo>
                  <a:pt x="734471" y="31205"/>
                  <a:pt x="737741" y="27559"/>
                  <a:pt x="742131" y="25128"/>
                </a:cubicBezTo>
                <a:cubicBezTo>
                  <a:pt x="746522" y="22697"/>
                  <a:pt x="751299" y="21481"/>
                  <a:pt x="756462" y="21481"/>
                </a:cubicBezTo>
                <a:cubicBezTo>
                  <a:pt x="762981" y="21481"/>
                  <a:pt x="768314" y="23136"/>
                  <a:pt x="772460" y="26444"/>
                </a:cubicBezTo>
                <a:cubicBezTo>
                  <a:pt x="776605" y="29751"/>
                  <a:pt x="779262" y="34447"/>
                  <a:pt x="780430" y="40532"/>
                </a:cubicBezTo>
                <a:lnTo>
                  <a:pt x="770538" y="42059"/>
                </a:lnTo>
                <a:cubicBezTo>
                  <a:pt x="769596" y="38045"/>
                  <a:pt x="767928" y="35025"/>
                  <a:pt x="765535" y="33000"/>
                </a:cubicBezTo>
                <a:cubicBezTo>
                  <a:pt x="763142" y="30974"/>
                  <a:pt x="760249" y="29961"/>
                  <a:pt x="756857" y="29961"/>
                </a:cubicBezTo>
                <a:cubicBezTo>
                  <a:pt x="751732" y="29961"/>
                  <a:pt x="747568" y="31789"/>
                  <a:pt x="744364" y="35446"/>
                </a:cubicBezTo>
                <a:cubicBezTo>
                  <a:pt x="741161" y="39102"/>
                  <a:pt x="739559" y="44886"/>
                  <a:pt x="739559" y="52799"/>
                </a:cubicBezTo>
                <a:cubicBezTo>
                  <a:pt x="739559" y="60825"/>
                  <a:pt x="741104" y="66657"/>
                  <a:pt x="744195" y="70295"/>
                </a:cubicBezTo>
                <a:cubicBezTo>
                  <a:pt x="747285" y="73932"/>
                  <a:pt x="751317" y="75751"/>
                  <a:pt x="756292" y="75751"/>
                </a:cubicBezTo>
                <a:cubicBezTo>
                  <a:pt x="760287" y="75751"/>
                  <a:pt x="763622" y="74530"/>
                  <a:pt x="766298" y="72090"/>
                </a:cubicBezTo>
                <a:cubicBezTo>
                  <a:pt x="768974" y="69650"/>
                  <a:pt x="770670" y="65895"/>
                  <a:pt x="771386" y="60827"/>
                </a:cubicBezTo>
                <a:close/>
                <a:moveTo>
                  <a:pt x="786310" y="52856"/>
                </a:moveTo>
                <a:cubicBezTo>
                  <a:pt x="786310" y="41738"/>
                  <a:pt x="789400" y="33504"/>
                  <a:pt x="795581" y="28152"/>
                </a:cubicBezTo>
                <a:cubicBezTo>
                  <a:pt x="800744" y="23705"/>
                  <a:pt x="807037" y="21481"/>
                  <a:pt x="814462" y="21481"/>
                </a:cubicBezTo>
                <a:cubicBezTo>
                  <a:pt x="822715" y="21481"/>
                  <a:pt x="829461" y="24186"/>
                  <a:pt x="834699" y="29594"/>
                </a:cubicBezTo>
                <a:cubicBezTo>
                  <a:pt x="839938" y="35002"/>
                  <a:pt x="842557" y="42473"/>
                  <a:pt x="842557" y="52008"/>
                </a:cubicBezTo>
                <a:cubicBezTo>
                  <a:pt x="842557" y="59734"/>
                  <a:pt x="841398" y="65811"/>
                  <a:pt x="839081" y="70239"/>
                </a:cubicBezTo>
                <a:cubicBezTo>
                  <a:pt x="836763" y="74667"/>
                  <a:pt x="833390" y="78106"/>
                  <a:pt x="828962" y="80556"/>
                </a:cubicBezTo>
                <a:cubicBezTo>
                  <a:pt x="824533" y="83005"/>
                  <a:pt x="819700" y="84230"/>
                  <a:pt x="814462" y="84230"/>
                </a:cubicBezTo>
                <a:cubicBezTo>
                  <a:pt x="806058" y="84230"/>
                  <a:pt x="799264" y="81535"/>
                  <a:pt x="794083" y="76146"/>
                </a:cubicBezTo>
                <a:cubicBezTo>
                  <a:pt x="788901" y="70757"/>
                  <a:pt x="786310" y="62994"/>
                  <a:pt x="786310" y="52856"/>
                </a:cubicBezTo>
                <a:moveTo>
                  <a:pt x="796768" y="52828"/>
                </a:moveTo>
                <a:cubicBezTo>
                  <a:pt x="796768" y="60487"/>
                  <a:pt x="798445" y="66223"/>
                  <a:pt x="801799" y="70034"/>
                </a:cubicBezTo>
                <a:cubicBezTo>
                  <a:pt x="805153" y="73845"/>
                  <a:pt x="809374" y="75751"/>
                  <a:pt x="814462" y="75751"/>
                </a:cubicBezTo>
                <a:cubicBezTo>
                  <a:pt x="819512" y="75751"/>
                  <a:pt x="823714" y="73836"/>
                  <a:pt x="827068" y="70006"/>
                </a:cubicBezTo>
                <a:cubicBezTo>
                  <a:pt x="830422" y="66176"/>
                  <a:pt x="832099" y="60337"/>
                  <a:pt x="832099" y="52490"/>
                </a:cubicBezTo>
                <a:cubicBezTo>
                  <a:pt x="832099" y="45093"/>
                  <a:pt x="830413" y="39489"/>
                  <a:pt x="827040" y="35678"/>
                </a:cubicBezTo>
                <a:cubicBezTo>
                  <a:pt x="823667" y="31867"/>
                  <a:pt x="819474" y="29961"/>
                  <a:pt x="814462" y="29961"/>
                </a:cubicBezTo>
                <a:cubicBezTo>
                  <a:pt x="809374" y="29961"/>
                  <a:pt x="805153" y="31857"/>
                  <a:pt x="801799" y="35649"/>
                </a:cubicBezTo>
                <a:cubicBezTo>
                  <a:pt x="798445" y="39442"/>
                  <a:pt x="796768" y="45168"/>
                  <a:pt x="796768" y="52828"/>
                </a:cubicBezTo>
                <a:close/>
                <a:moveTo>
                  <a:pt x="854491" y="82873"/>
                </a:moveTo>
                <a:lnTo>
                  <a:pt x="854491" y="22838"/>
                </a:lnTo>
                <a:lnTo>
                  <a:pt x="863649" y="22838"/>
                </a:lnTo>
                <a:lnTo>
                  <a:pt x="863649" y="31318"/>
                </a:lnTo>
                <a:cubicBezTo>
                  <a:pt x="868058" y="24760"/>
                  <a:pt x="874427" y="21481"/>
                  <a:pt x="882756" y="21481"/>
                </a:cubicBezTo>
                <a:cubicBezTo>
                  <a:pt x="886374" y="21481"/>
                  <a:pt x="889700" y="22132"/>
                  <a:pt x="892733" y="23432"/>
                </a:cubicBezTo>
                <a:cubicBezTo>
                  <a:pt x="895767" y="24732"/>
                  <a:pt x="898038" y="26437"/>
                  <a:pt x="899545" y="28548"/>
                </a:cubicBezTo>
                <a:cubicBezTo>
                  <a:pt x="901053" y="30658"/>
                  <a:pt x="902108" y="33164"/>
                  <a:pt x="902711" y="36066"/>
                </a:cubicBezTo>
                <a:cubicBezTo>
                  <a:pt x="903088" y="37951"/>
                  <a:pt x="903276" y="41248"/>
                  <a:pt x="903276" y="45959"/>
                </a:cubicBezTo>
                <a:lnTo>
                  <a:pt x="903276" y="82873"/>
                </a:lnTo>
                <a:lnTo>
                  <a:pt x="893101" y="82873"/>
                </a:lnTo>
                <a:lnTo>
                  <a:pt x="893101" y="46316"/>
                </a:lnTo>
                <a:cubicBezTo>
                  <a:pt x="893101" y="42166"/>
                  <a:pt x="892705" y="39062"/>
                  <a:pt x="891914" y="37006"/>
                </a:cubicBezTo>
                <a:cubicBezTo>
                  <a:pt x="891122" y="34950"/>
                  <a:pt x="889718" y="33309"/>
                  <a:pt x="887702" y="32083"/>
                </a:cubicBezTo>
                <a:cubicBezTo>
                  <a:pt x="885686" y="30857"/>
                  <a:pt x="883321" y="30244"/>
                  <a:pt x="880608" y="30244"/>
                </a:cubicBezTo>
                <a:cubicBezTo>
                  <a:pt x="876274" y="30244"/>
                  <a:pt x="872533" y="31621"/>
                  <a:pt x="869386" y="34376"/>
                </a:cubicBezTo>
                <a:cubicBezTo>
                  <a:pt x="866239" y="37129"/>
                  <a:pt x="864666" y="42354"/>
                  <a:pt x="864666" y="50050"/>
                </a:cubicBezTo>
                <a:lnTo>
                  <a:pt x="864666" y="82873"/>
                </a:lnTo>
                <a:lnTo>
                  <a:pt x="854491" y="82873"/>
                </a:lnTo>
                <a:close/>
                <a:moveTo>
                  <a:pt x="941101" y="73885"/>
                </a:moveTo>
                <a:lnTo>
                  <a:pt x="942571" y="82873"/>
                </a:lnTo>
                <a:cubicBezTo>
                  <a:pt x="939706" y="83401"/>
                  <a:pt x="937144" y="83665"/>
                  <a:pt x="934882" y="83665"/>
                </a:cubicBezTo>
                <a:cubicBezTo>
                  <a:pt x="931189" y="83665"/>
                  <a:pt x="928325" y="83081"/>
                  <a:pt x="926290" y="81912"/>
                </a:cubicBezTo>
                <a:cubicBezTo>
                  <a:pt x="924255" y="80744"/>
                  <a:pt x="922823" y="79208"/>
                  <a:pt x="921994" y="77305"/>
                </a:cubicBezTo>
                <a:cubicBezTo>
                  <a:pt x="921164" y="75402"/>
                  <a:pt x="920750" y="71398"/>
                  <a:pt x="920750" y="65292"/>
                </a:cubicBezTo>
                <a:lnTo>
                  <a:pt x="920750" y="30752"/>
                </a:lnTo>
                <a:lnTo>
                  <a:pt x="913288" y="30752"/>
                </a:lnTo>
                <a:lnTo>
                  <a:pt x="913288" y="22838"/>
                </a:lnTo>
                <a:lnTo>
                  <a:pt x="920750" y="22838"/>
                </a:lnTo>
                <a:lnTo>
                  <a:pt x="920750" y="7930"/>
                </a:lnTo>
                <a:lnTo>
                  <a:pt x="930869" y="1809"/>
                </a:lnTo>
                <a:lnTo>
                  <a:pt x="930869" y="22838"/>
                </a:lnTo>
                <a:lnTo>
                  <a:pt x="941101" y="22838"/>
                </a:lnTo>
                <a:lnTo>
                  <a:pt x="941101" y="30752"/>
                </a:lnTo>
                <a:lnTo>
                  <a:pt x="930869" y="30752"/>
                </a:lnTo>
                <a:lnTo>
                  <a:pt x="930869" y="65858"/>
                </a:lnTo>
                <a:cubicBezTo>
                  <a:pt x="930869" y="68760"/>
                  <a:pt x="931048" y="70625"/>
                  <a:pt x="931406" y="71454"/>
                </a:cubicBezTo>
                <a:cubicBezTo>
                  <a:pt x="931764" y="72283"/>
                  <a:pt x="932348" y="72943"/>
                  <a:pt x="933158" y="73433"/>
                </a:cubicBezTo>
                <a:cubicBezTo>
                  <a:pt x="933969" y="73923"/>
                  <a:pt x="935127" y="74168"/>
                  <a:pt x="936635" y="74168"/>
                </a:cubicBezTo>
                <a:cubicBezTo>
                  <a:pt x="937765" y="74168"/>
                  <a:pt x="939254" y="74073"/>
                  <a:pt x="941101" y="73885"/>
                </a:cubicBezTo>
                <a:close/>
                <a:moveTo>
                  <a:pt x="950933" y="82873"/>
                </a:moveTo>
                <a:lnTo>
                  <a:pt x="950933" y="22838"/>
                </a:lnTo>
                <a:lnTo>
                  <a:pt x="960091" y="22838"/>
                </a:lnTo>
                <a:lnTo>
                  <a:pt x="960091" y="31883"/>
                </a:lnTo>
                <a:cubicBezTo>
                  <a:pt x="962427" y="27648"/>
                  <a:pt x="964585" y="24856"/>
                  <a:pt x="966563" y="23506"/>
                </a:cubicBezTo>
                <a:cubicBezTo>
                  <a:pt x="968542" y="22156"/>
                  <a:pt x="970718" y="21481"/>
                  <a:pt x="973093" y="21481"/>
                </a:cubicBezTo>
                <a:cubicBezTo>
                  <a:pt x="976522" y="21481"/>
                  <a:pt x="980008" y="22570"/>
                  <a:pt x="983551" y="24746"/>
                </a:cubicBezTo>
                <a:lnTo>
                  <a:pt x="980046" y="34144"/>
                </a:lnTo>
                <a:cubicBezTo>
                  <a:pt x="977559" y="32674"/>
                  <a:pt x="975071" y="31940"/>
                  <a:pt x="972584" y="31940"/>
                </a:cubicBezTo>
                <a:cubicBezTo>
                  <a:pt x="970360" y="31940"/>
                  <a:pt x="968363" y="32610"/>
                  <a:pt x="966592" y="33950"/>
                </a:cubicBezTo>
                <a:cubicBezTo>
                  <a:pt x="964820" y="35289"/>
                  <a:pt x="963558" y="37147"/>
                  <a:pt x="962804" y="39523"/>
                </a:cubicBezTo>
                <a:cubicBezTo>
                  <a:pt x="961674" y="43145"/>
                  <a:pt x="961108" y="47106"/>
                  <a:pt x="961108" y="51407"/>
                </a:cubicBezTo>
                <a:lnTo>
                  <a:pt x="961108" y="82873"/>
                </a:lnTo>
                <a:lnTo>
                  <a:pt x="950933" y="82873"/>
                </a:lnTo>
                <a:close/>
                <a:moveTo>
                  <a:pt x="1028786" y="75461"/>
                </a:moveTo>
                <a:cubicBezTo>
                  <a:pt x="1025017" y="78667"/>
                  <a:pt x="1021390" y="80930"/>
                  <a:pt x="1017904" y="82250"/>
                </a:cubicBezTo>
                <a:cubicBezTo>
                  <a:pt x="1014418" y="83570"/>
                  <a:pt x="1010678" y="84230"/>
                  <a:pt x="1006683" y="84230"/>
                </a:cubicBezTo>
                <a:cubicBezTo>
                  <a:pt x="1000088" y="84230"/>
                  <a:pt x="995019" y="82618"/>
                  <a:pt x="991476" y="79393"/>
                </a:cubicBezTo>
                <a:cubicBezTo>
                  <a:pt x="987934" y="76169"/>
                  <a:pt x="986162" y="72048"/>
                  <a:pt x="986162" y="67033"/>
                </a:cubicBezTo>
                <a:cubicBezTo>
                  <a:pt x="986162" y="64092"/>
                  <a:pt x="986831" y="61405"/>
                  <a:pt x="988169" y="58973"/>
                </a:cubicBezTo>
                <a:cubicBezTo>
                  <a:pt x="989507" y="56540"/>
                  <a:pt x="991259" y="54588"/>
                  <a:pt x="993426" y="53117"/>
                </a:cubicBezTo>
                <a:cubicBezTo>
                  <a:pt x="995593" y="51646"/>
                  <a:pt x="998034" y="50534"/>
                  <a:pt x="1000747" y="49780"/>
                </a:cubicBezTo>
                <a:cubicBezTo>
                  <a:pt x="1002744" y="49251"/>
                  <a:pt x="1005759" y="48742"/>
                  <a:pt x="1009792" y="48252"/>
                </a:cubicBezTo>
                <a:cubicBezTo>
                  <a:pt x="1018008" y="47279"/>
                  <a:pt x="1024056" y="46119"/>
                  <a:pt x="1027938" y="44772"/>
                </a:cubicBezTo>
                <a:cubicBezTo>
                  <a:pt x="1027976" y="43383"/>
                  <a:pt x="1027995" y="42501"/>
                  <a:pt x="1027995" y="42126"/>
                </a:cubicBezTo>
                <a:cubicBezTo>
                  <a:pt x="1027995" y="37995"/>
                  <a:pt x="1027034" y="35086"/>
                  <a:pt x="1025112" y="33397"/>
                </a:cubicBezTo>
                <a:cubicBezTo>
                  <a:pt x="1022511" y="31106"/>
                  <a:pt x="1018648" y="29961"/>
                  <a:pt x="1013523" y="29961"/>
                </a:cubicBezTo>
                <a:cubicBezTo>
                  <a:pt x="1008737" y="29961"/>
                  <a:pt x="1005204" y="30800"/>
                  <a:pt x="1002924" y="32477"/>
                </a:cubicBezTo>
                <a:cubicBezTo>
                  <a:pt x="1000643" y="34154"/>
                  <a:pt x="998957" y="37122"/>
                  <a:pt x="997864" y="41380"/>
                </a:cubicBezTo>
                <a:lnTo>
                  <a:pt x="987915" y="40023"/>
                </a:lnTo>
                <a:cubicBezTo>
                  <a:pt x="988819" y="35752"/>
                  <a:pt x="990308" y="32302"/>
                  <a:pt x="992381" y="29675"/>
                </a:cubicBezTo>
                <a:cubicBezTo>
                  <a:pt x="994453" y="27047"/>
                  <a:pt x="997449" y="25025"/>
                  <a:pt x="1001369" y="23608"/>
                </a:cubicBezTo>
                <a:cubicBezTo>
                  <a:pt x="1005288" y="22190"/>
                  <a:pt x="1009830" y="21481"/>
                  <a:pt x="1014993" y="21481"/>
                </a:cubicBezTo>
                <a:cubicBezTo>
                  <a:pt x="1020118" y="21481"/>
                  <a:pt x="1024283" y="22084"/>
                  <a:pt x="1027486" y="23290"/>
                </a:cubicBezTo>
                <a:cubicBezTo>
                  <a:pt x="1030689" y="24496"/>
                  <a:pt x="1033045" y="26013"/>
                  <a:pt x="1034552" y="27841"/>
                </a:cubicBezTo>
                <a:cubicBezTo>
                  <a:pt x="1036060" y="29669"/>
                  <a:pt x="1037115" y="31977"/>
                  <a:pt x="1037718" y="34766"/>
                </a:cubicBezTo>
                <a:cubicBezTo>
                  <a:pt x="1038057" y="36500"/>
                  <a:pt x="1038227" y="39628"/>
                  <a:pt x="1038227" y="44150"/>
                </a:cubicBezTo>
                <a:lnTo>
                  <a:pt x="1038227" y="57717"/>
                </a:lnTo>
                <a:cubicBezTo>
                  <a:pt x="1038227" y="67177"/>
                  <a:pt x="1038443" y="73160"/>
                  <a:pt x="1038877" y="75666"/>
                </a:cubicBezTo>
                <a:cubicBezTo>
                  <a:pt x="1039310" y="78172"/>
                  <a:pt x="1040168" y="80574"/>
                  <a:pt x="1041449" y="82873"/>
                </a:cubicBezTo>
                <a:lnTo>
                  <a:pt x="1030821" y="82873"/>
                </a:lnTo>
                <a:cubicBezTo>
                  <a:pt x="1029766" y="80761"/>
                  <a:pt x="1029088" y="78290"/>
                  <a:pt x="1028786" y="75461"/>
                </a:cubicBezTo>
                <a:moveTo>
                  <a:pt x="1027938" y="52686"/>
                </a:moveTo>
                <a:cubicBezTo>
                  <a:pt x="1024245" y="54207"/>
                  <a:pt x="1018705" y="55499"/>
                  <a:pt x="1011318" y="56562"/>
                </a:cubicBezTo>
                <a:cubicBezTo>
                  <a:pt x="1007135" y="57167"/>
                  <a:pt x="1004177" y="57849"/>
                  <a:pt x="1002443" y="58606"/>
                </a:cubicBezTo>
                <a:cubicBezTo>
                  <a:pt x="1000709" y="59362"/>
                  <a:pt x="999372" y="60469"/>
                  <a:pt x="998429" y="61927"/>
                </a:cubicBezTo>
                <a:cubicBezTo>
                  <a:pt x="997487" y="63384"/>
                  <a:pt x="997016" y="65002"/>
                  <a:pt x="997016" y="66780"/>
                </a:cubicBezTo>
                <a:cubicBezTo>
                  <a:pt x="997016" y="69504"/>
                  <a:pt x="998043" y="71775"/>
                  <a:pt x="1000097" y="73592"/>
                </a:cubicBezTo>
                <a:cubicBezTo>
                  <a:pt x="1002151" y="75408"/>
                  <a:pt x="1005156" y="76316"/>
                  <a:pt x="1009114" y="76316"/>
                </a:cubicBezTo>
                <a:cubicBezTo>
                  <a:pt x="1013033" y="76316"/>
                  <a:pt x="1016519" y="75454"/>
                  <a:pt x="1019572" y="73731"/>
                </a:cubicBezTo>
                <a:cubicBezTo>
                  <a:pt x="1022624" y="72008"/>
                  <a:pt x="1024867" y="69651"/>
                  <a:pt x="1026299" y="66660"/>
                </a:cubicBezTo>
                <a:cubicBezTo>
                  <a:pt x="1027392" y="64349"/>
                  <a:pt x="1027938" y="60941"/>
                  <a:pt x="1027938" y="56435"/>
                </a:cubicBezTo>
                <a:lnTo>
                  <a:pt x="1027938" y="52686"/>
                </a:lnTo>
                <a:close/>
                <a:moveTo>
                  <a:pt x="1092953" y="82873"/>
                </a:moveTo>
                <a:lnTo>
                  <a:pt x="1092953" y="75298"/>
                </a:lnTo>
                <a:cubicBezTo>
                  <a:pt x="1089147" y="81253"/>
                  <a:pt x="1083551" y="84230"/>
                  <a:pt x="1076164" y="84230"/>
                </a:cubicBezTo>
                <a:cubicBezTo>
                  <a:pt x="1071378" y="84230"/>
                  <a:pt x="1066978" y="82911"/>
                  <a:pt x="1062964" y="80273"/>
                </a:cubicBezTo>
                <a:cubicBezTo>
                  <a:pt x="1058951" y="77635"/>
                  <a:pt x="1055841" y="73951"/>
                  <a:pt x="1053637" y="69221"/>
                </a:cubicBezTo>
                <a:cubicBezTo>
                  <a:pt x="1051432" y="64492"/>
                  <a:pt x="1050330" y="59055"/>
                  <a:pt x="1050330" y="52912"/>
                </a:cubicBezTo>
                <a:cubicBezTo>
                  <a:pt x="1050330" y="46920"/>
                  <a:pt x="1051328" y="41484"/>
                  <a:pt x="1053326" y="36603"/>
                </a:cubicBezTo>
                <a:cubicBezTo>
                  <a:pt x="1055323" y="31723"/>
                  <a:pt x="1058319" y="27982"/>
                  <a:pt x="1062314" y="25382"/>
                </a:cubicBezTo>
                <a:cubicBezTo>
                  <a:pt x="1066309" y="22782"/>
                  <a:pt x="1070775" y="21481"/>
                  <a:pt x="1075712" y="21481"/>
                </a:cubicBezTo>
                <a:cubicBezTo>
                  <a:pt x="1079330" y="21481"/>
                  <a:pt x="1082552" y="22245"/>
                  <a:pt x="1085378" y="23771"/>
                </a:cubicBezTo>
                <a:cubicBezTo>
                  <a:pt x="1088205" y="25297"/>
                  <a:pt x="1090504" y="27285"/>
                  <a:pt x="1092275" y="29735"/>
                </a:cubicBezTo>
                <a:lnTo>
                  <a:pt x="1092275" y="0"/>
                </a:lnTo>
                <a:lnTo>
                  <a:pt x="1102394" y="0"/>
                </a:lnTo>
                <a:lnTo>
                  <a:pt x="1102394" y="82873"/>
                </a:lnTo>
                <a:lnTo>
                  <a:pt x="1092953" y="82873"/>
                </a:lnTo>
                <a:moveTo>
                  <a:pt x="1060788" y="52884"/>
                </a:moveTo>
                <a:cubicBezTo>
                  <a:pt x="1060788" y="60544"/>
                  <a:pt x="1062408" y="66270"/>
                  <a:pt x="1065649" y="70062"/>
                </a:cubicBezTo>
                <a:cubicBezTo>
                  <a:pt x="1068890" y="73854"/>
                  <a:pt x="1072716" y="75751"/>
                  <a:pt x="1077125" y="75751"/>
                </a:cubicBezTo>
                <a:cubicBezTo>
                  <a:pt x="1081572" y="75751"/>
                  <a:pt x="1085350" y="73939"/>
                  <a:pt x="1088459" y="70317"/>
                </a:cubicBezTo>
                <a:cubicBezTo>
                  <a:pt x="1091568" y="66693"/>
                  <a:pt x="1093123" y="61163"/>
                  <a:pt x="1093123" y="53728"/>
                </a:cubicBezTo>
                <a:cubicBezTo>
                  <a:pt x="1093123" y="45543"/>
                  <a:pt x="1091540" y="39536"/>
                  <a:pt x="1088375" y="35706"/>
                </a:cubicBezTo>
                <a:cubicBezTo>
                  <a:pt x="1085209" y="31876"/>
                  <a:pt x="1081308" y="29961"/>
                  <a:pt x="1076673" y="29961"/>
                </a:cubicBezTo>
                <a:cubicBezTo>
                  <a:pt x="1072150" y="29961"/>
                  <a:pt x="1068372" y="31801"/>
                  <a:pt x="1065338" y="35482"/>
                </a:cubicBezTo>
                <a:cubicBezTo>
                  <a:pt x="1062305" y="39161"/>
                  <a:pt x="1060788" y="44962"/>
                  <a:pt x="1060788" y="52884"/>
                </a:cubicBezTo>
                <a:close/>
                <a:moveTo>
                  <a:pt x="1118454" y="11758"/>
                </a:moveTo>
                <a:lnTo>
                  <a:pt x="1118454" y="0"/>
                </a:lnTo>
                <a:lnTo>
                  <a:pt x="1128629" y="0"/>
                </a:lnTo>
                <a:lnTo>
                  <a:pt x="1128629" y="11758"/>
                </a:lnTo>
                <a:lnTo>
                  <a:pt x="1118454" y="11758"/>
                </a:lnTo>
                <a:moveTo>
                  <a:pt x="1118454" y="82873"/>
                </a:moveTo>
                <a:lnTo>
                  <a:pt x="1118454" y="22838"/>
                </a:lnTo>
                <a:lnTo>
                  <a:pt x="1128629" y="22838"/>
                </a:lnTo>
                <a:lnTo>
                  <a:pt x="1128629" y="82873"/>
                </a:lnTo>
                <a:lnTo>
                  <a:pt x="1118454" y="82873"/>
                </a:lnTo>
                <a:close/>
                <a:moveTo>
                  <a:pt x="1183298" y="60827"/>
                </a:moveTo>
                <a:lnTo>
                  <a:pt x="1193304" y="62127"/>
                </a:lnTo>
                <a:cubicBezTo>
                  <a:pt x="1192211" y="69041"/>
                  <a:pt x="1189413" y="74454"/>
                  <a:pt x="1184909" y="78365"/>
                </a:cubicBezTo>
                <a:cubicBezTo>
                  <a:pt x="1180406" y="82275"/>
                  <a:pt x="1174875" y="84230"/>
                  <a:pt x="1168317" y="84230"/>
                </a:cubicBezTo>
                <a:cubicBezTo>
                  <a:pt x="1160102" y="84230"/>
                  <a:pt x="1153497" y="81545"/>
                  <a:pt x="1148504" y="76175"/>
                </a:cubicBezTo>
                <a:cubicBezTo>
                  <a:pt x="1143510" y="70804"/>
                  <a:pt x="1141013" y="63107"/>
                  <a:pt x="1141013" y="53082"/>
                </a:cubicBezTo>
                <a:cubicBezTo>
                  <a:pt x="1141013" y="46600"/>
                  <a:pt x="1142087" y="40928"/>
                  <a:pt x="1144236" y="36066"/>
                </a:cubicBezTo>
                <a:cubicBezTo>
                  <a:pt x="1146384" y="31205"/>
                  <a:pt x="1149653" y="27559"/>
                  <a:pt x="1154044" y="25128"/>
                </a:cubicBezTo>
                <a:cubicBezTo>
                  <a:pt x="1158434" y="22697"/>
                  <a:pt x="1163211" y="21481"/>
                  <a:pt x="1168374" y="21481"/>
                </a:cubicBezTo>
                <a:cubicBezTo>
                  <a:pt x="1174894" y="21481"/>
                  <a:pt x="1180227" y="23136"/>
                  <a:pt x="1184372" y="26444"/>
                </a:cubicBezTo>
                <a:cubicBezTo>
                  <a:pt x="1188518" y="29751"/>
                  <a:pt x="1191175" y="34447"/>
                  <a:pt x="1192343" y="40532"/>
                </a:cubicBezTo>
                <a:lnTo>
                  <a:pt x="1182450" y="42059"/>
                </a:lnTo>
                <a:cubicBezTo>
                  <a:pt x="1181508" y="38045"/>
                  <a:pt x="1179840" y="35025"/>
                  <a:pt x="1177447" y="33000"/>
                </a:cubicBezTo>
                <a:cubicBezTo>
                  <a:pt x="1175054" y="30974"/>
                  <a:pt x="1172162" y="29961"/>
                  <a:pt x="1168770" y="29961"/>
                </a:cubicBezTo>
                <a:cubicBezTo>
                  <a:pt x="1163644" y="29961"/>
                  <a:pt x="1159480" y="31789"/>
                  <a:pt x="1156277" y="35446"/>
                </a:cubicBezTo>
                <a:cubicBezTo>
                  <a:pt x="1153073" y="39102"/>
                  <a:pt x="1151471" y="44886"/>
                  <a:pt x="1151471" y="52799"/>
                </a:cubicBezTo>
                <a:cubicBezTo>
                  <a:pt x="1151471" y="60825"/>
                  <a:pt x="1153017" y="66657"/>
                  <a:pt x="1156107" y="70295"/>
                </a:cubicBezTo>
                <a:cubicBezTo>
                  <a:pt x="1159197" y="73932"/>
                  <a:pt x="1163230" y="75751"/>
                  <a:pt x="1168204" y="75751"/>
                </a:cubicBezTo>
                <a:cubicBezTo>
                  <a:pt x="1172199" y="75751"/>
                  <a:pt x="1175534" y="74530"/>
                  <a:pt x="1178210" y="72090"/>
                </a:cubicBezTo>
                <a:cubicBezTo>
                  <a:pt x="1180886" y="69650"/>
                  <a:pt x="1182582" y="65895"/>
                  <a:pt x="1183298" y="60827"/>
                </a:cubicBezTo>
                <a:close/>
                <a:moveTo>
                  <a:pt x="1224226" y="73885"/>
                </a:moveTo>
                <a:lnTo>
                  <a:pt x="1225696" y="82873"/>
                </a:lnTo>
                <a:cubicBezTo>
                  <a:pt x="1222831" y="83401"/>
                  <a:pt x="1220269" y="83665"/>
                  <a:pt x="1218008" y="83665"/>
                </a:cubicBezTo>
                <a:cubicBezTo>
                  <a:pt x="1214314" y="83665"/>
                  <a:pt x="1211450" y="83081"/>
                  <a:pt x="1209415" y="81912"/>
                </a:cubicBezTo>
                <a:cubicBezTo>
                  <a:pt x="1207380" y="80744"/>
                  <a:pt x="1205948" y="79208"/>
                  <a:pt x="1205119" y="77305"/>
                </a:cubicBezTo>
                <a:cubicBezTo>
                  <a:pt x="1204290" y="75402"/>
                  <a:pt x="1203875" y="71398"/>
                  <a:pt x="1203875" y="65292"/>
                </a:cubicBezTo>
                <a:lnTo>
                  <a:pt x="1203875" y="30752"/>
                </a:lnTo>
                <a:lnTo>
                  <a:pt x="1196413" y="30752"/>
                </a:lnTo>
                <a:lnTo>
                  <a:pt x="1196413" y="22838"/>
                </a:lnTo>
                <a:lnTo>
                  <a:pt x="1203875" y="22838"/>
                </a:lnTo>
                <a:lnTo>
                  <a:pt x="1203875" y="7930"/>
                </a:lnTo>
                <a:lnTo>
                  <a:pt x="1213994" y="1809"/>
                </a:lnTo>
                <a:lnTo>
                  <a:pt x="1213994" y="22838"/>
                </a:lnTo>
                <a:lnTo>
                  <a:pt x="1224226" y="22838"/>
                </a:lnTo>
                <a:lnTo>
                  <a:pt x="1224226" y="30752"/>
                </a:lnTo>
                <a:lnTo>
                  <a:pt x="1213994" y="30752"/>
                </a:lnTo>
                <a:lnTo>
                  <a:pt x="1213994" y="65858"/>
                </a:lnTo>
                <a:cubicBezTo>
                  <a:pt x="1213994" y="68760"/>
                  <a:pt x="1214173" y="70625"/>
                  <a:pt x="1214531" y="71454"/>
                </a:cubicBezTo>
                <a:cubicBezTo>
                  <a:pt x="1214889" y="72283"/>
                  <a:pt x="1215473" y="72943"/>
                  <a:pt x="1216283" y="73433"/>
                </a:cubicBezTo>
                <a:cubicBezTo>
                  <a:pt x="1217094" y="73923"/>
                  <a:pt x="1218252" y="74168"/>
                  <a:pt x="1219760" y="74168"/>
                </a:cubicBezTo>
                <a:cubicBezTo>
                  <a:pt x="1220891" y="74168"/>
                  <a:pt x="1222379" y="74073"/>
                  <a:pt x="1224226" y="73885"/>
                </a:cubicBezTo>
                <a:close/>
                <a:moveTo>
                  <a:pt x="1230101" y="64897"/>
                </a:moveTo>
                <a:lnTo>
                  <a:pt x="1240164" y="63314"/>
                </a:lnTo>
                <a:cubicBezTo>
                  <a:pt x="1240729" y="67329"/>
                  <a:pt x="1242302" y="70405"/>
                  <a:pt x="1244884" y="72544"/>
                </a:cubicBezTo>
                <a:cubicBezTo>
                  <a:pt x="1247466" y="74682"/>
                  <a:pt x="1251074" y="75751"/>
                  <a:pt x="1255710" y="75751"/>
                </a:cubicBezTo>
                <a:cubicBezTo>
                  <a:pt x="1260383" y="75751"/>
                  <a:pt x="1263850" y="74807"/>
                  <a:pt x="1266111" y="72919"/>
                </a:cubicBezTo>
                <a:cubicBezTo>
                  <a:pt x="1268372" y="71030"/>
                  <a:pt x="1269503" y="68814"/>
                  <a:pt x="1269503" y="66273"/>
                </a:cubicBezTo>
                <a:cubicBezTo>
                  <a:pt x="1269503" y="63992"/>
                  <a:pt x="1268504" y="62197"/>
                  <a:pt x="1266507" y="60888"/>
                </a:cubicBezTo>
                <a:cubicBezTo>
                  <a:pt x="1265112" y="59991"/>
                  <a:pt x="1261645" y="58850"/>
                  <a:pt x="1256105" y="57467"/>
                </a:cubicBezTo>
                <a:cubicBezTo>
                  <a:pt x="1248643" y="55581"/>
                  <a:pt x="1243471" y="53950"/>
                  <a:pt x="1240588" y="52573"/>
                </a:cubicBezTo>
                <a:cubicBezTo>
                  <a:pt x="1237705" y="51196"/>
                  <a:pt x="1235519" y="49291"/>
                  <a:pt x="1234030" y="46858"/>
                </a:cubicBezTo>
                <a:cubicBezTo>
                  <a:pt x="1232542" y="44425"/>
                  <a:pt x="1231797" y="41738"/>
                  <a:pt x="1231797" y="38796"/>
                </a:cubicBezTo>
                <a:cubicBezTo>
                  <a:pt x="1231797" y="36118"/>
                  <a:pt x="1232410" y="33637"/>
                  <a:pt x="1233634" y="31355"/>
                </a:cubicBezTo>
                <a:cubicBezTo>
                  <a:pt x="1234859" y="29072"/>
                  <a:pt x="1236527" y="27177"/>
                  <a:pt x="1238637" y="25668"/>
                </a:cubicBezTo>
                <a:cubicBezTo>
                  <a:pt x="1240220" y="24499"/>
                  <a:pt x="1242378" y="23509"/>
                  <a:pt x="1245110" y="22699"/>
                </a:cubicBezTo>
                <a:cubicBezTo>
                  <a:pt x="1247842" y="21887"/>
                  <a:pt x="1250773" y="21481"/>
                  <a:pt x="1253901" y="21481"/>
                </a:cubicBezTo>
                <a:cubicBezTo>
                  <a:pt x="1258611" y="21481"/>
                  <a:pt x="1262748" y="22165"/>
                  <a:pt x="1266309" y="23531"/>
                </a:cubicBezTo>
                <a:cubicBezTo>
                  <a:pt x="1269870" y="24896"/>
                  <a:pt x="1272499" y="26745"/>
                  <a:pt x="1274195" y="29080"/>
                </a:cubicBezTo>
                <a:cubicBezTo>
                  <a:pt x="1275891" y="31413"/>
                  <a:pt x="1277059" y="34533"/>
                  <a:pt x="1277700" y="38441"/>
                </a:cubicBezTo>
                <a:lnTo>
                  <a:pt x="1267750" y="39797"/>
                </a:lnTo>
                <a:cubicBezTo>
                  <a:pt x="1267298" y="36707"/>
                  <a:pt x="1265989" y="34295"/>
                  <a:pt x="1263822" y="32561"/>
                </a:cubicBezTo>
                <a:cubicBezTo>
                  <a:pt x="1261655" y="30828"/>
                  <a:pt x="1258593" y="29961"/>
                  <a:pt x="1254635" y="29961"/>
                </a:cubicBezTo>
                <a:cubicBezTo>
                  <a:pt x="1249962" y="29961"/>
                  <a:pt x="1246627" y="30730"/>
                  <a:pt x="1244630" y="32268"/>
                </a:cubicBezTo>
                <a:cubicBezTo>
                  <a:pt x="1242632" y="33805"/>
                  <a:pt x="1241633" y="35605"/>
                  <a:pt x="1241633" y="37669"/>
                </a:cubicBezTo>
                <a:cubicBezTo>
                  <a:pt x="1241633" y="38981"/>
                  <a:pt x="1242048" y="40162"/>
                  <a:pt x="1242877" y="41212"/>
                </a:cubicBezTo>
                <a:cubicBezTo>
                  <a:pt x="1243706" y="42299"/>
                  <a:pt x="1245006" y="43199"/>
                  <a:pt x="1246778" y="43912"/>
                </a:cubicBezTo>
                <a:cubicBezTo>
                  <a:pt x="1247795" y="44287"/>
                  <a:pt x="1250791" y="45150"/>
                  <a:pt x="1255766" y="46500"/>
                </a:cubicBezTo>
                <a:cubicBezTo>
                  <a:pt x="1262964" y="48421"/>
                  <a:pt x="1267986" y="49993"/>
                  <a:pt x="1270831" y="51216"/>
                </a:cubicBezTo>
                <a:cubicBezTo>
                  <a:pt x="1273677" y="52440"/>
                  <a:pt x="1275910" y="54220"/>
                  <a:pt x="1277530" y="56555"/>
                </a:cubicBezTo>
                <a:cubicBezTo>
                  <a:pt x="1279151" y="58889"/>
                  <a:pt x="1279961" y="61788"/>
                  <a:pt x="1279961" y="65252"/>
                </a:cubicBezTo>
                <a:cubicBezTo>
                  <a:pt x="1279961" y="68641"/>
                  <a:pt x="1278972" y="71833"/>
                  <a:pt x="1276993" y="74827"/>
                </a:cubicBezTo>
                <a:cubicBezTo>
                  <a:pt x="1275015" y="77819"/>
                  <a:pt x="1272160" y="80135"/>
                  <a:pt x="1268429" y="81773"/>
                </a:cubicBezTo>
                <a:cubicBezTo>
                  <a:pt x="1264698" y="83411"/>
                  <a:pt x="1260477" y="84230"/>
                  <a:pt x="1255766" y="84230"/>
                </a:cubicBezTo>
                <a:cubicBezTo>
                  <a:pt x="1247965" y="84230"/>
                  <a:pt x="1242020" y="82605"/>
                  <a:pt x="1237931" y="79354"/>
                </a:cubicBezTo>
                <a:cubicBezTo>
                  <a:pt x="1233842" y="76104"/>
                  <a:pt x="1231232" y="71285"/>
                  <a:pt x="1230101" y="64897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oneormoreassertions.">
            <a:extLst xmlns:a="http://schemas.openxmlformats.org/drawingml/2006/main">
              <a:ext uri="{FF2B5EF4-FFF2-40B4-BE49-F238E27FC236}">
                <a16:creationId xmlns:a16="http://schemas.microsoft.com/office/drawing/2014/main" id="{4563B12E-4061-4C65-AD6B-DBB5BBF7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05" y="4804802"/>
            <a:ext cx="1202372" cy="84230"/>
          </a:xfrm>
          <a:custGeom xmlns:a="http://schemas.openxmlformats.org/drawingml/2006/main">
            <a:pathLst>
              <a:path w="1202372" h="84230">
                <a:moveTo>
                  <a:pt x="0" y="52856"/>
                </a:moveTo>
                <a:cubicBezTo>
                  <a:pt x="0" y="41738"/>
                  <a:pt x="3090" y="33504"/>
                  <a:pt x="9271" y="28152"/>
                </a:cubicBezTo>
                <a:cubicBezTo>
                  <a:pt x="14434" y="23705"/>
                  <a:pt x="20728" y="21481"/>
                  <a:pt x="28152" y="21481"/>
                </a:cubicBezTo>
                <a:cubicBezTo>
                  <a:pt x="36405" y="21481"/>
                  <a:pt x="43151" y="24186"/>
                  <a:pt x="48390" y="29594"/>
                </a:cubicBezTo>
                <a:cubicBezTo>
                  <a:pt x="53628" y="35002"/>
                  <a:pt x="56248" y="42473"/>
                  <a:pt x="56248" y="52008"/>
                </a:cubicBezTo>
                <a:cubicBezTo>
                  <a:pt x="56248" y="59734"/>
                  <a:pt x="55089" y="65811"/>
                  <a:pt x="52771" y="70239"/>
                </a:cubicBezTo>
                <a:cubicBezTo>
                  <a:pt x="50453" y="74667"/>
                  <a:pt x="47080" y="78106"/>
                  <a:pt x="42652" y="80556"/>
                </a:cubicBezTo>
                <a:cubicBezTo>
                  <a:pt x="38224" y="83005"/>
                  <a:pt x="33391" y="84230"/>
                  <a:pt x="28152" y="84230"/>
                </a:cubicBezTo>
                <a:cubicBezTo>
                  <a:pt x="19748" y="84230"/>
                  <a:pt x="12955" y="81535"/>
                  <a:pt x="7773" y="76146"/>
                </a:cubicBezTo>
                <a:cubicBezTo>
                  <a:pt x="2591" y="70757"/>
                  <a:pt x="0" y="62994"/>
                  <a:pt x="0" y="52856"/>
                </a:cubicBezTo>
                <a:moveTo>
                  <a:pt x="10458" y="52828"/>
                </a:moveTo>
                <a:cubicBezTo>
                  <a:pt x="10458" y="60487"/>
                  <a:pt x="12135" y="66223"/>
                  <a:pt x="15489" y="70034"/>
                </a:cubicBezTo>
                <a:cubicBezTo>
                  <a:pt x="18843" y="73845"/>
                  <a:pt x="23064" y="75751"/>
                  <a:pt x="28152" y="75751"/>
                </a:cubicBezTo>
                <a:cubicBezTo>
                  <a:pt x="33202" y="75751"/>
                  <a:pt x="37404" y="73836"/>
                  <a:pt x="40758" y="70006"/>
                </a:cubicBezTo>
                <a:cubicBezTo>
                  <a:pt x="44112" y="66176"/>
                  <a:pt x="45790" y="60337"/>
                  <a:pt x="45790" y="52490"/>
                </a:cubicBezTo>
                <a:cubicBezTo>
                  <a:pt x="45790" y="45093"/>
                  <a:pt x="44103" y="39489"/>
                  <a:pt x="40730" y="35678"/>
                </a:cubicBezTo>
                <a:cubicBezTo>
                  <a:pt x="37357" y="31867"/>
                  <a:pt x="33164" y="29961"/>
                  <a:pt x="28152" y="29961"/>
                </a:cubicBezTo>
                <a:cubicBezTo>
                  <a:pt x="23064" y="29961"/>
                  <a:pt x="18843" y="31857"/>
                  <a:pt x="15489" y="35649"/>
                </a:cubicBezTo>
                <a:cubicBezTo>
                  <a:pt x="12135" y="39442"/>
                  <a:pt x="10458" y="45168"/>
                  <a:pt x="10458" y="52828"/>
                </a:cubicBezTo>
                <a:close/>
                <a:moveTo>
                  <a:pt x="68181" y="82873"/>
                </a:moveTo>
                <a:lnTo>
                  <a:pt x="68181" y="22838"/>
                </a:lnTo>
                <a:lnTo>
                  <a:pt x="77339" y="22838"/>
                </a:lnTo>
                <a:lnTo>
                  <a:pt x="77339" y="31318"/>
                </a:lnTo>
                <a:cubicBezTo>
                  <a:pt x="81748" y="24760"/>
                  <a:pt x="88117" y="21481"/>
                  <a:pt x="96446" y="21481"/>
                </a:cubicBezTo>
                <a:cubicBezTo>
                  <a:pt x="100064" y="21481"/>
                  <a:pt x="103390" y="22132"/>
                  <a:pt x="106424" y="23432"/>
                </a:cubicBezTo>
                <a:cubicBezTo>
                  <a:pt x="109458" y="24732"/>
                  <a:pt x="111728" y="26437"/>
                  <a:pt x="113236" y="28548"/>
                </a:cubicBezTo>
                <a:cubicBezTo>
                  <a:pt x="114743" y="30658"/>
                  <a:pt x="115798" y="33164"/>
                  <a:pt x="116401" y="36066"/>
                </a:cubicBezTo>
                <a:cubicBezTo>
                  <a:pt x="116778" y="37951"/>
                  <a:pt x="116967" y="41248"/>
                  <a:pt x="116967" y="45959"/>
                </a:cubicBezTo>
                <a:lnTo>
                  <a:pt x="116967" y="82873"/>
                </a:lnTo>
                <a:lnTo>
                  <a:pt x="106791" y="82873"/>
                </a:lnTo>
                <a:lnTo>
                  <a:pt x="106791" y="46316"/>
                </a:lnTo>
                <a:cubicBezTo>
                  <a:pt x="106791" y="42166"/>
                  <a:pt x="106395" y="39062"/>
                  <a:pt x="105604" y="37006"/>
                </a:cubicBezTo>
                <a:cubicBezTo>
                  <a:pt x="104813" y="34950"/>
                  <a:pt x="103409" y="33309"/>
                  <a:pt x="101393" y="32083"/>
                </a:cubicBezTo>
                <a:cubicBezTo>
                  <a:pt x="99376" y="30857"/>
                  <a:pt x="97011" y="30244"/>
                  <a:pt x="94298" y="30244"/>
                </a:cubicBezTo>
                <a:cubicBezTo>
                  <a:pt x="89964" y="30244"/>
                  <a:pt x="86224" y="31621"/>
                  <a:pt x="83077" y="34376"/>
                </a:cubicBezTo>
                <a:cubicBezTo>
                  <a:pt x="79930" y="37129"/>
                  <a:pt x="78356" y="42354"/>
                  <a:pt x="78356" y="50050"/>
                </a:cubicBezTo>
                <a:lnTo>
                  <a:pt x="78356" y="82873"/>
                </a:lnTo>
                <a:lnTo>
                  <a:pt x="68181" y="82873"/>
                </a:lnTo>
                <a:close/>
                <a:moveTo>
                  <a:pt x="173672" y="63540"/>
                </a:moveTo>
                <a:lnTo>
                  <a:pt x="184186" y="64840"/>
                </a:lnTo>
                <a:cubicBezTo>
                  <a:pt x="182528" y="70983"/>
                  <a:pt x="179457" y="75751"/>
                  <a:pt x="174972" y="79142"/>
                </a:cubicBezTo>
                <a:cubicBezTo>
                  <a:pt x="170487" y="82534"/>
                  <a:pt x="164759" y="84230"/>
                  <a:pt x="157787" y="84230"/>
                </a:cubicBezTo>
                <a:cubicBezTo>
                  <a:pt x="149006" y="84230"/>
                  <a:pt x="142043" y="81526"/>
                  <a:pt x="136899" y="76118"/>
                </a:cubicBezTo>
                <a:cubicBezTo>
                  <a:pt x="131755" y="70710"/>
                  <a:pt x="129182" y="63125"/>
                  <a:pt x="129182" y="53365"/>
                </a:cubicBezTo>
                <a:cubicBezTo>
                  <a:pt x="129182" y="43264"/>
                  <a:pt x="131783" y="35426"/>
                  <a:pt x="136984" y="29848"/>
                </a:cubicBezTo>
                <a:cubicBezTo>
                  <a:pt x="142184" y="24270"/>
                  <a:pt x="148930" y="21481"/>
                  <a:pt x="157221" y="21481"/>
                </a:cubicBezTo>
                <a:cubicBezTo>
                  <a:pt x="165249" y="21481"/>
                  <a:pt x="171806" y="24210"/>
                  <a:pt x="176894" y="29666"/>
                </a:cubicBezTo>
                <a:cubicBezTo>
                  <a:pt x="181982" y="35121"/>
                  <a:pt x="184526" y="42796"/>
                  <a:pt x="184526" y="52692"/>
                </a:cubicBezTo>
                <a:cubicBezTo>
                  <a:pt x="184526" y="53293"/>
                  <a:pt x="184507" y="54196"/>
                  <a:pt x="184469" y="55400"/>
                </a:cubicBezTo>
                <a:lnTo>
                  <a:pt x="139697" y="55400"/>
                </a:lnTo>
                <a:cubicBezTo>
                  <a:pt x="140074" y="61976"/>
                  <a:pt x="141939" y="67012"/>
                  <a:pt x="145294" y="70507"/>
                </a:cubicBezTo>
                <a:cubicBezTo>
                  <a:pt x="148648" y="74003"/>
                  <a:pt x="152831" y="75751"/>
                  <a:pt x="157843" y="75751"/>
                </a:cubicBezTo>
                <a:cubicBezTo>
                  <a:pt x="161574" y="75751"/>
                  <a:pt x="164759" y="74780"/>
                  <a:pt x="167397" y="72839"/>
                </a:cubicBezTo>
                <a:cubicBezTo>
                  <a:pt x="170035" y="70897"/>
                  <a:pt x="172127" y="67797"/>
                  <a:pt x="173672" y="63540"/>
                </a:cubicBezTo>
                <a:moveTo>
                  <a:pt x="140262" y="46920"/>
                </a:moveTo>
                <a:lnTo>
                  <a:pt x="173785" y="46920"/>
                </a:lnTo>
                <a:cubicBezTo>
                  <a:pt x="173333" y="41953"/>
                  <a:pt x="172051" y="38227"/>
                  <a:pt x="169941" y="35743"/>
                </a:cubicBezTo>
                <a:cubicBezTo>
                  <a:pt x="166700" y="31888"/>
                  <a:pt x="162498" y="29961"/>
                  <a:pt x="157334" y="29961"/>
                </a:cubicBezTo>
                <a:cubicBezTo>
                  <a:pt x="152661" y="29961"/>
                  <a:pt x="148732" y="31500"/>
                  <a:pt x="145548" y="34577"/>
                </a:cubicBezTo>
                <a:cubicBezTo>
                  <a:pt x="142363" y="37653"/>
                  <a:pt x="140601" y="41768"/>
                  <a:pt x="140262" y="46920"/>
                </a:cubicBezTo>
                <a:close/>
                <a:moveTo>
                  <a:pt x="225342" y="52856"/>
                </a:moveTo>
                <a:cubicBezTo>
                  <a:pt x="225342" y="41738"/>
                  <a:pt x="228433" y="33504"/>
                  <a:pt x="234613" y="28152"/>
                </a:cubicBezTo>
                <a:cubicBezTo>
                  <a:pt x="239777" y="23705"/>
                  <a:pt x="246070" y="21481"/>
                  <a:pt x="253495" y="21481"/>
                </a:cubicBezTo>
                <a:cubicBezTo>
                  <a:pt x="261748" y="21481"/>
                  <a:pt x="268494" y="24186"/>
                  <a:pt x="273732" y="29594"/>
                </a:cubicBezTo>
                <a:cubicBezTo>
                  <a:pt x="278971" y="35002"/>
                  <a:pt x="281590" y="42473"/>
                  <a:pt x="281590" y="52008"/>
                </a:cubicBezTo>
                <a:cubicBezTo>
                  <a:pt x="281590" y="59734"/>
                  <a:pt x="280431" y="65811"/>
                  <a:pt x="278113" y="70239"/>
                </a:cubicBezTo>
                <a:cubicBezTo>
                  <a:pt x="275796" y="74667"/>
                  <a:pt x="272423" y="78106"/>
                  <a:pt x="267995" y="80556"/>
                </a:cubicBezTo>
                <a:cubicBezTo>
                  <a:pt x="263566" y="83005"/>
                  <a:pt x="258733" y="84230"/>
                  <a:pt x="253495" y="84230"/>
                </a:cubicBezTo>
                <a:cubicBezTo>
                  <a:pt x="245090" y="84230"/>
                  <a:pt x="238297" y="81535"/>
                  <a:pt x="233115" y="76146"/>
                </a:cubicBezTo>
                <a:cubicBezTo>
                  <a:pt x="227933" y="70757"/>
                  <a:pt x="225342" y="62994"/>
                  <a:pt x="225342" y="52856"/>
                </a:cubicBezTo>
                <a:moveTo>
                  <a:pt x="235801" y="52828"/>
                </a:moveTo>
                <a:cubicBezTo>
                  <a:pt x="235801" y="60487"/>
                  <a:pt x="237478" y="66223"/>
                  <a:pt x="240832" y="70034"/>
                </a:cubicBezTo>
                <a:cubicBezTo>
                  <a:pt x="244186" y="73845"/>
                  <a:pt x="248407" y="75751"/>
                  <a:pt x="253495" y="75751"/>
                </a:cubicBezTo>
                <a:cubicBezTo>
                  <a:pt x="258545" y="75751"/>
                  <a:pt x="262747" y="73836"/>
                  <a:pt x="266101" y="70006"/>
                </a:cubicBezTo>
                <a:cubicBezTo>
                  <a:pt x="269455" y="66176"/>
                  <a:pt x="271132" y="60337"/>
                  <a:pt x="271132" y="52490"/>
                </a:cubicBezTo>
                <a:cubicBezTo>
                  <a:pt x="271132" y="45093"/>
                  <a:pt x="269445" y="39489"/>
                  <a:pt x="266073" y="35678"/>
                </a:cubicBezTo>
                <a:cubicBezTo>
                  <a:pt x="262700" y="31867"/>
                  <a:pt x="258507" y="29961"/>
                  <a:pt x="253495" y="29961"/>
                </a:cubicBezTo>
                <a:cubicBezTo>
                  <a:pt x="248407" y="29961"/>
                  <a:pt x="244186" y="31857"/>
                  <a:pt x="240832" y="35649"/>
                </a:cubicBezTo>
                <a:cubicBezTo>
                  <a:pt x="237478" y="39442"/>
                  <a:pt x="235801" y="45168"/>
                  <a:pt x="235801" y="52828"/>
                </a:cubicBezTo>
                <a:close/>
                <a:moveTo>
                  <a:pt x="293411" y="82873"/>
                </a:moveTo>
                <a:lnTo>
                  <a:pt x="293411" y="22838"/>
                </a:lnTo>
                <a:lnTo>
                  <a:pt x="302569" y="22838"/>
                </a:lnTo>
                <a:lnTo>
                  <a:pt x="302569" y="31883"/>
                </a:lnTo>
                <a:cubicBezTo>
                  <a:pt x="304905" y="27648"/>
                  <a:pt x="307063" y="24856"/>
                  <a:pt x="309041" y="23506"/>
                </a:cubicBezTo>
                <a:cubicBezTo>
                  <a:pt x="311020" y="22156"/>
                  <a:pt x="313196" y="21481"/>
                  <a:pt x="315571" y="21481"/>
                </a:cubicBezTo>
                <a:cubicBezTo>
                  <a:pt x="319000" y="21481"/>
                  <a:pt x="322486" y="22570"/>
                  <a:pt x="326029" y="24746"/>
                </a:cubicBezTo>
                <a:lnTo>
                  <a:pt x="322524" y="34144"/>
                </a:lnTo>
                <a:cubicBezTo>
                  <a:pt x="320036" y="32674"/>
                  <a:pt x="317549" y="31940"/>
                  <a:pt x="315062" y="31940"/>
                </a:cubicBezTo>
                <a:cubicBezTo>
                  <a:pt x="312838" y="31940"/>
                  <a:pt x="310841" y="32610"/>
                  <a:pt x="309070" y="33950"/>
                </a:cubicBezTo>
                <a:cubicBezTo>
                  <a:pt x="307298" y="35289"/>
                  <a:pt x="306036" y="37147"/>
                  <a:pt x="305282" y="39523"/>
                </a:cubicBezTo>
                <a:cubicBezTo>
                  <a:pt x="304151" y="43145"/>
                  <a:pt x="303586" y="47106"/>
                  <a:pt x="303586" y="51407"/>
                </a:cubicBezTo>
                <a:lnTo>
                  <a:pt x="303586" y="82873"/>
                </a:lnTo>
                <a:lnTo>
                  <a:pt x="293411" y="82873"/>
                </a:lnTo>
                <a:close/>
                <a:moveTo>
                  <a:pt x="364250" y="82873"/>
                </a:moveTo>
                <a:lnTo>
                  <a:pt x="364250" y="22838"/>
                </a:lnTo>
                <a:lnTo>
                  <a:pt x="373351" y="22838"/>
                </a:lnTo>
                <a:lnTo>
                  <a:pt x="373351" y="31205"/>
                </a:lnTo>
                <a:cubicBezTo>
                  <a:pt x="375236" y="28282"/>
                  <a:pt x="377742" y="25930"/>
                  <a:pt x="380870" y="24151"/>
                </a:cubicBezTo>
                <a:cubicBezTo>
                  <a:pt x="383998" y="22371"/>
                  <a:pt x="387559" y="21481"/>
                  <a:pt x="391554" y="21481"/>
                </a:cubicBezTo>
                <a:cubicBezTo>
                  <a:pt x="396001" y="21481"/>
                  <a:pt x="399647" y="22400"/>
                  <a:pt x="402493" y="24237"/>
                </a:cubicBezTo>
                <a:cubicBezTo>
                  <a:pt x="405338" y="26073"/>
                  <a:pt x="407345" y="28641"/>
                  <a:pt x="408513" y="31940"/>
                </a:cubicBezTo>
                <a:cubicBezTo>
                  <a:pt x="413262" y="24968"/>
                  <a:pt x="419442" y="21481"/>
                  <a:pt x="427055" y="21481"/>
                </a:cubicBezTo>
                <a:cubicBezTo>
                  <a:pt x="433010" y="21481"/>
                  <a:pt x="437589" y="23130"/>
                  <a:pt x="440792" y="26428"/>
                </a:cubicBezTo>
                <a:cubicBezTo>
                  <a:pt x="443995" y="29725"/>
                  <a:pt x="445597" y="34804"/>
                  <a:pt x="445597" y="41663"/>
                </a:cubicBezTo>
                <a:lnTo>
                  <a:pt x="445597" y="82873"/>
                </a:lnTo>
                <a:lnTo>
                  <a:pt x="435478" y="82873"/>
                </a:lnTo>
                <a:lnTo>
                  <a:pt x="435478" y="45014"/>
                </a:lnTo>
                <a:cubicBezTo>
                  <a:pt x="435478" y="40939"/>
                  <a:pt x="435148" y="38006"/>
                  <a:pt x="434489" y="36215"/>
                </a:cubicBezTo>
                <a:cubicBezTo>
                  <a:pt x="433829" y="34422"/>
                  <a:pt x="432633" y="32979"/>
                  <a:pt x="430899" y="31885"/>
                </a:cubicBezTo>
                <a:cubicBezTo>
                  <a:pt x="429166" y="30791"/>
                  <a:pt x="427131" y="30244"/>
                  <a:pt x="424794" y="30244"/>
                </a:cubicBezTo>
                <a:cubicBezTo>
                  <a:pt x="420573" y="30244"/>
                  <a:pt x="417068" y="31649"/>
                  <a:pt x="414279" y="34460"/>
                </a:cubicBezTo>
                <a:cubicBezTo>
                  <a:pt x="411490" y="37271"/>
                  <a:pt x="410096" y="41769"/>
                  <a:pt x="410096" y="47957"/>
                </a:cubicBezTo>
                <a:lnTo>
                  <a:pt x="410096" y="82873"/>
                </a:lnTo>
                <a:lnTo>
                  <a:pt x="399921" y="82873"/>
                </a:lnTo>
                <a:lnTo>
                  <a:pt x="399921" y="43825"/>
                </a:lnTo>
                <a:cubicBezTo>
                  <a:pt x="399921" y="39298"/>
                  <a:pt x="399091" y="35903"/>
                  <a:pt x="397433" y="33639"/>
                </a:cubicBezTo>
                <a:cubicBezTo>
                  <a:pt x="395775" y="31375"/>
                  <a:pt x="393062" y="30244"/>
                  <a:pt x="389293" y="30244"/>
                </a:cubicBezTo>
                <a:cubicBezTo>
                  <a:pt x="386429" y="30244"/>
                  <a:pt x="383781" y="30999"/>
                  <a:pt x="381350" y="32508"/>
                </a:cubicBezTo>
                <a:cubicBezTo>
                  <a:pt x="378920" y="34017"/>
                  <a:pt x="377158" y="36224"/>
                  <a:pt x="376065" y="39130"/>
                </a:cubicBezTo>
                <a:cubicBezTo>
                  <a:pt x="374972" y="42034"/>
                  <a:pt x="374425" y="46221"/>
                  <a:pt x="374425" y="51692"/>
                </a:cubicBezTo>
                <a:lnTo>
                  <a:pt x="374425" y="82873"/>
                </a:lnTo>
                <a:lnTo>
                  <a:pt x="364250" y="82873"/>
                </a:lnTo>
                <a:close/>
                <a:moveTo>
                  <a:pt x="456913" y="52856"/>
                </a:moveTo>
                <a:cubicBezTo>
                  <a:pt x="456913" y="41738"/>
                  <a:pt x="460004" y="33504"/>
                  <a:pt x="466184" y="28152"/>
                </a:cubicBezTo>
                <a:cubicBezTo>
                  <a:pt x="471347" y="23705"/>
                  <a:pt x="477641" y="21481"/>
                  <a:pt x="485065" y="21481"/>
                </a:cubicBezTo>
                <a:cubicBezTo>
                  <a:pt x="493319" y="21481"/>
                  <a:pt x="500065" y="24186"/>
                  <a:pt x="505303" y="29594"/>
                </a:cubicBezTo>
                <a:cubicBezTo>
                  <a:pt x="510542" y="35002"/>
                  <a:pt x="513161" y="42473"/>
                  <a:pt x="513161" y="52008"/>
                </a:cubicBezTo>
                <a:cubicBezTo>
                  <a:pt x="513161" y="59734"/>
                  <a:pt x="512002" y="65811"/>
                  <a:pt x="509684" y="70239"/>
                </a:cubicBezTo>
                <a:cubicBezTo>
                  <a:pt x="507367" y="74667"/>
                  <a:pt x="503994" y="78106"/>
                  <a:pt x="499565" y="80556"/>
                </a:cubicBezTo>
                <a:cubicBezTo>
                  <a:pt x="495137" y="83005"/>
                  <a:pt x="490304" y="84230"/>
                  <a:pt x="485065" y="84230"/>
                </a:cubicBezTo>
                <a:cubicBezTo>
                  <a:pt x="476661" y="84230"/>
                  <a:pt x="469868" y="81535"/>
                  <a:pt x="464686" y="76146"/>
                </a:cubicBezTo>
                <a:cubicBezTo>
                  <a:pt x="459504" y="70757"/>
                  <a:pt x="456913" y="62994"/>
                  <a:pt x="456913" y="52856"/>
                </a:cubicBezTo>
                <a:moveTo>
                  <a:pt x="467371" y="52828"/>
                </a:moveTo>
                <a:cubicBezTo>
                  <a:pt x="467371" y="60487"/>
                  <a:pt x="469049" y="66223"/>
                  <a:pt x="472403" y="70034"/>
                </a:cubicBezTo>
                <a:cubicBezTo>
                  <a:pt x="475757" y="73845"/>
                  <a:pt x="479978" y="75751"/>
                  <a:pt x="485065" y="75751"/>
                </a:cubicBezTo>
                <a:cubicBezTo>
                  <a:pt x="490115" y="75751"/>
                  <a:pt x="494318" y="73836"/>
                  <a:pt x="497672" y="70006"/>
                </a:cubicBezTo>
                <a:cubicBezTo>
                  <a:pt x="501026" y="66176"/>
                  <a:pt x="502703" y="60337"/>
                  <a:pt x="502703" y="52490"/>
                </a:cubicBezTo>
                <a:cubicBezTo>
                  <a:pt x="502703" y="45093"/>
                  <a:pt x="501016" y="39489"/>
                  <a:pt x="497643" y="35678"/>
                </a:cubicBezTo>
                <a:cubicBezTo>
                  <a:pt x="494270" y="31867"/>
                  <a:pt x="490078" y="29961"/>
                  <a:pt x="485065" y="29961"/>
                </a:cubicBezTo>
                <a:cubicBezTo>
                  <a:pt x="479978" y="29961"/>
                  <a:pt x="475757" y="31857"/>
                  <a:pt x="472403" y="35649"/>
                </a:cubicBezTo>
                <a:cubicBezTo>
                  <a:pt x="469049" y="39442"/>
                  <a:pt x="467371" y="45168"/>
                  <a:pt x="467371" y="52828"/>
                </a:cubicBezTo>
                <a:close/>
                <a:moveTo>
                  <a:pt x="524982" y="82873"/>
                </a:moveTo>
                <a:lnTo>
                  <a:pt x="524982" y="22838"/>
                </a:lnTo>
                <a:lnTo>
                  <a:pt x="534140" y="22838"/>
                </a:lnTo>
                <a:lnTo>
                  <a:pt x="534140" y="31883"/>
                </a:lnTo>
                <a:cubicBezTo>
                  <a:pt x="536476" y="27648"/>
                  <a:pt x="538634" y="24856"/>
                  <a:pt x="540612" y="23506"/>
                </a:cubicBezTo>
                <a:cubicBezTo>
                  <a:pt x="542591" y="22156"/>
                  <a:pt x="544767" y="21481"/>
                  <a:pt x="547141" y="21481"/>
                </a:cubicBezTo>
                <a:cubicBezTo>
                  <a:pt x="550571" y="21481"/>
                  <a:pt x="554057" y="22570"/>
                  <a:pt x="557600" y="24746"/>
                </a:cubicBezTo>
                <a:lnTo>
                  <a:pt x="554095" y="34144"/>
                </a:lnTo>
                <a:cubicBezTo>
                  <a:pt x="551607" y="32674"/>
                  <a:pt x="549120" y="31940"/>
                  <a:pt x="546633" y="31940"/>
                </a:cubicBezTo>
                <a:cubicBezTo>
                  <a:pt x="544409" y="31940"/>
                  <a:pt x="542412" y="32610"/>
                  <a:pt x="540641" y="33950"/>
                </a:cubicBezTo>
                <a:cubicBezTo>
                  <a:pt x="538869" y="35289"/>
                  <a:pt x="537607" y="37147"/>
                  <a:pt x="536853" y="39523"/>
                </a:cubicBezTo>
                <a:cubicBezTo>
                  <a:pt x="535722" y="43145"/>
                  <a:pt x="535157" y="47106"/>
                  <a:pt x="535157" y="51407"/>
                </a:cubicBezTo>
                <a:lnTo>
                  <a:pt x="535157" y="82873"/>
                </a:lnTo>
                <a:lnTo>
                  <a:pt x="524982" y="82873"/>
                </a:lnTo>
                <a:close/>
                <a:moveTo>
                  <a:pt x="604756" y="63540"/>
                </a:moveTo>
                <a:lnTo>
                  <a:pt x="615271" y="64840"/>
                </a:lnTo>
                <a:cubicBezTo>
                  <a:pt x="613613" y="70983"/>
                  <a:pt x="610541" y="75751"/>
                  <a:pt x="606057" y="79142"/>
                </a:cubicBezTo>
                <a:cubicBezTo>
                  <a:pt x="601572" y="82534"/>
                  <a:pt x="595843" y="84230"/>
                  <a:pt x="588871" y="84230"/>
                </a:cubicBezTo>
                <a:cubicBezTo>
                  <a:pt x="580090" y="84230"/>
                  <a:pt x="573128" y="81526"/>
                  <a:pt x="567983" y="76118"/>
                </a:cubicBezTo>
                <a:cubicBezTo>
                  <a:pt x="562839" y="70710"/>
                  <a:pt x="560267" y="63125"/>
                  <a:pt x="560267" y="53365"/>
                </a:cubicBezTo>
                <a:cubicBezTo>
                  <a:pt x="560267" y="43264"/>
                  <a:pt x="562868" y="35426"/>
                  <a:pt x="568068" y="29848"/>
                </a:cubicBezTo>
                <a:cubicBezTo>
                  <a:pt x="573269" y="24270"/>
                  <a:pt x="580015" y="21481"/>
                  <a:pt x="588306" y="21481"/>
                </a:cubicBezTo>
                <a:cubicBezTo>
                  <a:pt x="596333" y="21481"/>
                  <a:pt x="602891" y="24210"/>
                  <a:pt x="607979" y="29666"/>
                </a:cubicBezTo>
                <a:cubicBezTo>
                  <a:pt x="613066" y="35121"/>
                  <a:pt x="615610" y="42796"/>
                  <a:pt x="615610" y="52692"/>
                </a:cubicBezTo>
                <a:cubicBezTo>
                  <a:pt x="615610" y="53293"/>
                  <a:pt x="615591" y="54196"/>
                  <a:pt x="615554" y="55400"/>
                </a:cubicBezTo>
                <a:lnTo>
                  <a:pt x="570782" y="55400"/>
                </a:lnTo>
                <a:cubicBezTo>
                  <a:pt x="571159" y="61976"/>
                  <a:pt x="573024" y="67012"/>
                  <a:pt x="576378" y="70507"/>
                </a:cubicBezTo>
                <a:cubicBezTo>
                  <a:pt x="579732" y="74003"/>
                  <a:pt x="583916" y="75751"/>
                  <a:pt x="588928" y="75751"/>
                </a:cubicBezTo>
                <a:cubicBezTo>
                  <a:pt x="592659" y="75751"/>
                  <a:pt x="595843" y="74780"/>
                  <a:pt x="598482" y="72839"/>
                </a:cubicBezTo>
                <a:cubicBezTo>
                  <a:pt x="601120" y="70897"/>
                  <a:pt x="603211" y="67797"/>
                  <a:pt x="604756" y="63540"/>
                </a:cubicBezTo>
                <a:moveTo>
                  <a:pt x="571347" y="46920"/>
                </a:moveTo>
                <a:lnTo>
                  <a:pt x="604869" y="46920"/>
                </a:lnTo>
                <a:cubicBezTo>
                  <a:pt x="604417" y="41953"/>
                  <a:pt x="603136" y="38227"/>
                  <a:pt x="601025" y="35743"/>
                </a:cubicBezTo>
                <a:cubicBezTo>
                  <a:pt x="597784" y="31888"/>
                  <a:pt x="593582" y="29961"/>
                  <a:pt x="588419" y="29961"/>
                </a:cubicBezTo>
                <a:cubicBezTo>
                  <a:pt x="583746" y="29961"/>
                  <a:pt x="579817" y="31500"/>
                  <a:pt x="576633" y="34577"/>
                </a:cubicBezTo>
                <a:cubicBezTo>
                  <a:pt x="573448" y="37653"/>
                  <a:pt x="571686" y="41768"/>
                  <a:pt x="571347" y="46920"/>
                </a:cubicBezTo>
                <a:close/>
                <a:moveTo>
                  <a:pt x="699390" y="75461"/>
                </a:moveTo>
                <a:cubicBezTo>
                  <a:pt x="695621" y="78667"/>
                  <a:pt x="691994" y="80930"/>
                  <a:pt x="688508" y="82250"/>
                </a:cubicBezTo>
                <a:cubicBezTo>
                  <a:pt x="685022" y="83570"/>
                  <a:pt x="681281" y="84230"/>
                  <a:pt x="677286" y="84230"/>
                </a:cubicBezTo>
                <a:cubicBezTo>
                  <a:pt x="670691" y="84230"/>
                  <a:pt x="665622" y="82618"/>
                  <a:pt x="662080" y="79393"/>
                </a:cubicBezTo>
                <a:cubicBezTo>
                  <a:pt x="658537" y="76169"/>
                  <a:pt x="656766" y="72048"/>
                  <a:pt x="656766" y="67033"/>
                </a:cubicBezTo>
                <a:cubicBezTo>
                  <a:pt x="656766" y="64092"/>
                  <a:pt x="657435" y="61405"/>
                  <a:pt x="658773" y="58973"/>
                </a:cubicBezTo>
                <a:cubicBezTo>
                  <a:pt x="660111" y="56540"/>
                  <a:pt x="661863" y="54588"/>
                  <a:pt x="664030" y="53117"/>
                </a:cubicBezTo>
                <a:cubicBezTo>
                  <a:pt x="666197" y="51646"/>
                  <a:pt x="668637" y="50534"/>
                  <a:pt x="671351" y="49780"/>
                </a:cubicBezTo>
                <a:cubicBezTo>
                  <a:pt x="673348" y="49251"/>
                  <a:pt x="676363" y="48742"/>
                  <a:pt x="680395" y="48252"/>
                </a:cubicBezTo>
                <a:cubicBezTo>
                  <a:pt x="688611" y="47279"/>
                  <a:pt x="694660" y="46119"/>
                  <a:pt x="698542" y="44772"/>
                </a:cubicBezTo>
                <a:cubicBezTo>
                  <a:pt x="698579" y="43383"/>
                  <a:pt x="698598" y="42501"/>
                  <a:pt x="698598" y="42126"/>
                </a:cubicBezTo>
                <a:cubicBezTo>
                  <a:pt x="698598" y="37995"/>
                  <a:pt x="697637" y="35086"/>
                  <a:pt x="695715" y="33397"/>
                </a:cubicBezTo>
                <a:cubicBezTo>
                  <a:pt x="693115" y="31106"/>
                  <a:pt x="689252" y="29961"/>
                  <a:pt x="684126" y="29961"/>
                </a:cubicBezTo>
                <a:cubicBezTo>
                  <a:pt x="679340" y="29961"/>
                  <a:pt x="675807" y="30800"/>
                  <a:pt x="673527" y="32477"/>
                </a:cubicBezTo>
                <a:cubicBezTo>
                  <a:pt x="671247" y="34154"/>
                  <a:pt x="669560" y="37122"/>
                  <a:pt x="668468" y="41380"/>
                </a:cubicBezTo>
                <a:lnTo>
                  <a:pt x="658518" y="40023"/>
                </a:lnTo>
                <a:cubicBezTo>
                  <a:pt x="659423" y="35752"/>
                  <a:pt x="660911" y="32302"/>
                  <a:pt x="662984" y="29675"/>
                </a:cubicBezTo>
                <a:cubicBezTo>
                  <a:pt x="665057" y="27047"/>
                  <a:pt x="668053" y="25025"/>
                  <a:pt x="671972" y="23608"/>
                </a:cubicBezTo>
                <a:cubicBezTo>
                  <a:pt x="675892" y="22190"/>
                  <a:pt x="680433" y="21481"/>
                  <a:pt x="685596" y="21481"/>
                </a:cubicBezTo>
                <a:cubicBezTo>
                  <a:pt x="690722" y="21481"/>
                  <a:pt x="694886" y="22084"/>
                  <a:pt x="698089" y="23290"/>
                </a:cubicBezTo>
                <a:cubicBezTo>
                  <a:pt x="701293" y="24496"/>
                  <a:pt x="703648" y="26013"/>
                  <a:pt x="705156" y="27841"/>
                </a:cubicBezTo>
                <a:cubicBezTo>
                  <a:pt x="706663" y="29669"/>
                  <a:pt x="707718" y="31977"/>
                  <a:pt x="708321" y="34766"/>
                </a:cubicBezTo>
                <a:cubicBezTo>
                  <a:pt x="708661" y="36500"/>
                  <a:pt x="708830" y="39628"/>
                  <a:pt x="708830" y="44150"/>
                </a:cubicBezTo>
                <a:lnTo>
                  <a:pt x="708830" y="57717"/>
                </a:lnTo>
                <a:cubicBezTo>
                  <a:pt x="708830" y="67177"/>
                  <a:pt x="709047" y="73160"/>
                  <a:pt x="709480" y="75666"/>
                </a:cubicBezTo>
                <a:cubicBezTo>
                  <a:pt x="709914" y="78172"/>
                  <a:pt x="710771" y="80574"/>
                  <a:pt x="712052" y="82873"/>
                </a:cubicBezTo>
                <a:lnTo>
                  <a:pt x="701425" y="82873"/>
                </a:lnTo>
                <a:cubicBezTo>
                  <a:pt x="700369" y="80761"/>
                  <a:pt x="699691" y="78290"/>
                  <a:pt x="699390" y="75461"/>
                </a:cubicBezTo>
                <a:moveTo>
                  <a:pt x="698542" y="52686"/>
                </a:moveTo>
                <a:cubicBezTo>
                  <a:pt x="694848" y="54207"/>
                  <a:pt x="689308" y="55499"/>
                  <a:pt x="681922" y="56562"/>
                </a:cubicBezTo>
                <a:cubicBezTo>
                  <a:pt x="677739" y="57167"/>
                  <a:pt x="674780" y="57849"/>
                  <a:pt x="673047" y="58606"/>
                </a:cubicBezTo>
                <a:cubicBezTo>
                  <a:pt x="671313" y="59362"/>
                  <a:pt x="669975" y="60469"/>
                  <a:pt x="669033" y="61927"/>
                </a:cubicBezTo>
                <a:cubicBezTo>
                  <a:pt x="668091" y="63384"/>
                  <a:pt x="667620" y="65002"/>
                  <a:pt x="667620" y="66780"/>
                </a:cubicBezTo>
                <a:cubicBezTo>
                  <a:pt x="667620" y="69504"/>
                  <a:pt x="668647" y="71775"/>
                  <a:pt x="670701" y="73592"/>
                </a:cubicBezTo>
                <a:cubicBezTo>
                  <a:pt x="672754" y="75408"/>
                  <a:pt x="675760" y="76316"/>
                  <a:pt x="679717" y="76316"/>
                </a:cubicBezTo>
                <a:cubicBezTo>
                  <a:pt x="683637" y="76316"/>
                  <a:pt x="687123" y="75454"/>
                  <a:pt x="690175" y="73731"/>
                </a:cubicBezTo>
                <a:cubicBezTo>
                  <a:pt x="693228" y="72008"/>
                  <a:pt x="695470" y="69651"/>
                  <a:pt x="696902" y="66660"/>
                </a:cubicBezTo>
                <a:cubicBezTo>
                  <a:pt x="697995" y="64349"/>
                  <a:pt x="698542" y="60941"/>
                  <a:pt x="698542" y="56435"/>
                </a:cubicBezTo>
                <a:lnTo>
                  <a:pt x="698542" y="52686"/>
                </a:lnTo>
                <a:close/>
                <a:moveTo>
                  <a:pt x="720538" y="64897"/>
                </a:moveTo>
                <a:lnTo>
                  <a:pt x="730600" y="63314"/>
                </a:lnTo>
                <a:cubicBezTo>
                  <a:pt x="731165" y="67329"/>
                  <a:pt x="732739" y="70405"/>
                  <a:pt x="735320" y="72544"/>
                </a:cubicBezTo>
                <a:cubicBezTo>
                  <a:pt x="737902" y="74682"/>
                  <a:pt x="741510" y="75751"/>
                  <a:pt x="746146" y="75751"/>
                </a:cubicBezTo>
                <a:cubicBezTo>
                  <a:pt x="750819" y="75751"/>
                  <a:pt x="754286" y="74807"/>
                  <a:pt x="756548" y="72919"/>
                </a:cubicBezTo>
                <a:cubicBezTo>
                  <a:pt x="758809" y="71030"/>
                  <a:pt x="759939" y="68814"/>
                  <a:pt x="759939" y="66273"/>
                </a:cubicBezTo>
                <a:cubicBezTo>
                  <a:pt x="759939" y="63992"/>
                  <a:pt x="758941" y="62197"/>
                  <a:pt x="756943" y="60888"/>
                </a:cubicBezTo>
                <a:cubicBezTo>
                  <a:pt x="755549" y="59991"/>
                  <a:pt x="752082" y="58850"/>
                  <a:pt x="746542" y="57467"/>
                </a:cubicBezTo>
                <a:cubicBezTo>
                  <a:pt x="739080" y="55581"/>
                  <a:pt x="733907" y="53950"/>
                  <a:pt x="731024" y="52573"/>
                </a:cubicBezTo>
                <a:cubicBezTo>
                  <a:pt x="728141" y="51196"/>
                  <a:pt x="725955" y="49291"/>
                  <a:pt x="724467" y="46858"/>
                </a:cubicBezTo>
                <a:cubicBezTo>
                  <a:pt x="722978" y="44425"/>
                  <a:pt x="722234" y="41738"/>
                  <a:pt x="722234" y="38796"/>
                </a:cubicBezTo>
                <a:cubicBezTo>
                  <a:pt x="722234" y="36118"/>
                  <a:pt x="722846" y="33637"/>
                  <a:pt x="724071" y="31355"/>
                </a:cubicBezTo>
                <a:cubicBezTo>
                  <a:pt x="725296" y="29072"/>
                  <a:pt x="726963" y="27177"/>
                  <a:pt x="729074" y="25668"/>
                </a:cubicBezTo>
                <a:cubicBezTo>
                  <a:pt x="730657" y="24499"/>
                  <a:pt x="732814" y="23509"/>
                  <a:pt x="735547" y="22699"/>
                </a:cubicBezTo>
                <a:cubicBezTo>
                  <a:pt x="738279" y="21887"/>
                  <a:pt x="741209" y="21481"/>
                  <a:pt x="744337" y="21481"/>
                </a:cubicBezTo>
                <a:cubicBezTo>
                  <a:pt x="749048" y="21481"/>
                  <a:pt x="753184" y="22165"/>
                  <a:pt x="756745" y="23531"/>
                </a:cubicBezTo>
                <a:cubicBezTo>
                  <a:pt x="760307" y="24896"/>
                  <a:pt x="762935" y="26745"/>
                  <a:pt x="764631" y="29080"/>
                </a:cubicBezTo>
                <a:cubicBezTo>
                  <a:pt x="766327" y="31413"/>
                  <a:pt x="767496" y="34533"/>
                  <a:pt x="768136" y="38441"/>
                </a:cubicBezTo>
                <a:lnTo>
                  <a:pt x="758187" y="39797"/>
                </a:lnTo>
                <a:cubicBezTo>
                  <a:pt x="757735" y="36707"/>
                  <a:pt x="756425" y="34295"/>
                  <a:pt x="754258" y="32561"/>
                </a:cubicBezTo>
                <a:cubicBezTo>
                  <a:pt x="752091" y="30828"/>
                  <a:pt x="749029" y="29961"/>
                  <a:pt x="745072" y="29961"/>
                </a:cubicBezTo>
                <a:cubicBezTo>
                  <a:pt x="740399" y="29961"/>
                  <a:pt x="737063" y="30730"/>
                  <a:pt x="735066" y="32268"/>
                </a:cubicBezTo>
                <a:cubicBezTo>
                  <a:pt x="733069" y="33805"/>
                  <a:pt x="732070" y="35605"/>
                  <a:pt x="732070" y="37669"/>
                </a:cubicBezTo>
                <a:cubicBezTo>
                  <a:pt x="732070" y="38981"/>
                  <a:pt x="732484" y="40162"/>
                  <a:pt x="733314" y="41212"/>
                </a:cubicBezTo>
                <a:cubicBezTo>
                  <a:pt x="734143" y="42299"/>
                  <a:pt x="735443" y="43199"/>
                  <a:pt x="737214" y="43912"/>
                </a:cubicBezTo>
                <a:cubicBezTo>
                  <a:pt x="738232" y="44287"/>
                  <a:pt x="741228" y="45150"/>
                  <a:pt x="746202" y="46500"/>
                </a:cubicBezTo>
                <a:cubicBezTo>
                  <a:pt x="753401" y="48421"/>
                  <a:pt x="758422" y="49993"/>
                  <a:pt x="761268" y="51216"/>
                </a:cubicBezTo>
                <a:cubicBezTo>
                  <a:pt x="764113" y="52440"/>
                  <a:pt x="766346" y="54220"/>
                  <a:pt x="767967" y="56555"/>
                </a:cubicBezTo>
                <a:cubicBezTo>
                  <a:pt x="769587" y="58889"/>
                  <a:pt x="770397" y="61788"/>
                  <a:pt x="770397" y="65252"/>
                </a:cubicBezTo>
                <a:cubicBezTo>
                  <a:pt x="770397" y="68641"/>
                  <a:pt x="769408" y="71833"/>
                  <a:pt x="767430" y="74827"/>
                </a:cubicBezTo>
                <a:cubicBezTo>
                  <a:pt x="765451" y="77819"/>
                  <a:pt x="762596" y="80135"/>
                  <a:pt x="758865" y="81773"/>
                </a:cubicBezTo>
                <a:cubicBezTo>
                  <a:pt x="755134" y="83411"/>
                  <a:pt x="750913" y="84230"/>
                  <a:pt x="746202" y="84230"/>
                </a:cubicBezTo>
                <a:cubicBezTo>
                  <a:pt x="738401" y="84230"/>
                  <a:pt x="732456" y="82605"/>
                  <a:pt x="728367" y="79354"/>
                </a:cubicBezTo>
                <a:cubicBezTo>
                  <a:pt x="724278" y="76104"/>
                  <a:pt x="721668" y="71285"/>
                  <a:pt x="720538" y="64897"/>
                </a:cubicBezTo>
                <a:close/>
                <a:moveTo>
                  <a:pt x="778425" y="64897"/>
                </a:moveTo>
                <a:lnTo>
                  <a:pt x="788487" y="63314"/>
                </a:lnTo>
                <a:cubicBezTo>
                  <a:pt x="789053" y="67329"/>
                  <a:pt x="790626" y="70405"/>
                  <a:pt x="793208" y="72544"/>
                </a:cubicBezTo>
                <a:cubicBezTo>
                  <a:pt x="795789" y="74682"/>
                  <a:pt x="799398" y="75751"/>
                  <a:pt x="804033" y="75751"/>
                </a:cubicBezTo>
                <a:cubicBezTo>
                  <a:pt x="808706" y="75751"/>
                  <a:pt x="812174" y="74807"/>
                  <a:pt x="814435" y="72919"/>
                </a:cubicBezTo>
                <a:cubicBezTo>
                  <a:pt x="816696" y="71030"/>
                  <a:pt x="817827" y="68814"/>
                  <a:pt x="817827" y="66273"/>
                </a:cubicBezTo>
                <a:cubicBezTo>
                  <a:pt x="817827" y="63992"/>
                  <a:pt x="816828" y="62197"/>
                  <a:pt x="814830" y="60888"/>
                </a:cubicBezTo>
                <a:cubicBezTo>
                  <a:pt x="813436" y="59991"/>
                  <a:pt x="809969" y="58850"/>
                  <a:pt x="804429" y="57467"/>
                </a:cubicBezTo>
                <a:cubicBezTo>
                  <a:pt x="796967" y="55581"/>
                  <a:pt x="791794" y="53950"/>
                  <a:pt x="788911" y="52573"/>
                </a:cubicBezTo>
                <a:cubicBezTo>
                  <a:pt x="786028" y="51196"/>
                  <a:pt x="783842" y="49291"/>
                  <a:pt x="782354" y="46858"/>
                </a:cubicBezTo>
                <a:cubicBezTo>
                  <a:pt x="780865" y="44425"/>
                  <a:pt x="780121" y="41738"/>
                  <a:pt x="780121" y="38796"/>
                </a:cubicBezTo>
                <a:cubicBezTo>
                  <a:pt x="780121" y="36118"/>
                  <a:pt x="780733" y="33637"/>
                  <a:pt x="781958" y="31355"/>
                </a:cubicBezTo>
                <a:cubicBezTo>
                  <a:pt x="783183" y="29072"/>
                  <a:pt x="784851" y="27177"/>
                  <a:pt x="786961" y="25668"/>
                </a:cubicBezTo>
                <a:cubicBezTo>
                  <a:pt x="788544" y="24499"/>
                  <a:pt x="790701" y="23509"/>
                  <a:pt x="793434" y="22699"/>
                </a:cubicBezTo>
                <a:cubicBezTo>
                  <a:pt x="796166" y="21887"/>
                  <a:pt x="799096" y="21481"/>
                  <a:pt x="802224" y="21481"/>
                </a:cubicBezTo>
                <a:cubicBezTo>
                  <a:pt x="806935" y="21481"/>
                  <a:pt x="811071" y="22165"/>
                  <a:pt x="814633" y="23531"/>
                </a:cubicBezTo>
                <a:cubicBezTo>
                  <a:pt x="818194" y="24896"/>
                  <a:pt x="820823" y="26745"/>
                  <a:pt x="822519" y="29080"/>
                </a:cubicBezTo>
                <a:cubicBezTo>
                  <a:pt x="824214" y="31413"/>
                  <a:pt x="825383" y="34533"/>
                  <a:pt x="826023" y="38441"/>
                </a:cubicBezTo>
                <a:lnTo>
                  <a:pt x="816074" y="39797"/>
                </a:lnTo>
                <a:cubicBezTo>
                  <a:pt x="815622" y="36707"/>
                  <a:pt x="814312" y="34295"/>
                  <a:pt x="812145" y="32561"/>
                </a:cubicBezTo>
                <a:cubicBezTo>
                  <a:pt x="809978" y="30828"/>
                  <a:pt x="806916" y="29961"/>
                  <a:pt x="802959" y="29961"/>
                </a:cubicBezTo>
                <a:cubicBezTo>
                  <a:pt x="798286" y="29961"/>
                  <a:pt x="794951" y="30730"/>
                  <a:pt x="792953" y="32268"/>
                </a:cubicBezTo>
                <a:cubicBezTo>
                  <a:pt x="790956" y="33805"/>
                  <a:pt x="789957" y="35605"/>
                  <a:pt x="789957" y="37669"/>
                </a:cubicBezTo>
                <a:cubicBezTo>
                  <a:pt x="789957" y="38981"/>
                  <a:pt x="790372" y="40162"/>
                  <a:pt x="791201" y="41212"/>
                </a:cubicBezTo>
                <a:cubicBezTo>
                  <a:pt x="792030" y="42299"/>
                  <a:pt x="793330" y="43199"/>
                  <a:pt x="795101" y="43912"/>
                </a:cubicBezTo>
                <a:cubicBezTo>
                  <a:pt x="796119" y="44287"/>
                  <a:pt x="799115" y="45150"/>
                  <a:pt x="804090" y="46500"/>
                </a:cubicBezTo>
                <a:cubicBezTo>
                  <a:pt x="811288" y="48421"/>
                  <a:pt x="816310" y="49993"/>
                  <a:pt x="819155" y="51216"/>
                </a:cubicBezTo>
                <a:cubicBezTo>
                  <a:pt x="822000" y="52440"/>
                  <a:pt x="824233" y="54220"/>
                  <a:pt x="825854" y="56555"/>
                </a:cubicBezTo>
                <a:cubicBezTo>
                  <a:pt x="827474" y="58889"/>
                  <a:pt x="828285" y="61788"/>
                  <a:pt x="828285" y="65252"/>
                </a:cubicBezTo>
                <a:cubicBezTo>
                  <a:pt x="828285" y="68641"/>
                  <a:pt x="827295" y="71833"/>
                  <a:pt x="825317" y="74827"/>
                </a:cubicBezTo>
                <a:cubicBezTo>
                  <a:pt x="823338" y="77819"/>
                  <a:pt x="820483" y="80135"/>
                  <a:pt x="816752" y="81773"/>
                </a:cubicBezTo>
                <a:cubicBezTo>
                  <a:pt x="813021" y="83411"/>
                  <a:pt x="808801" y="84230"/>
                  <a:pt x="804090" y="84230"/>
                </a:cubicBezTo>
                <a:cubicBezTo>
                  <a:pt x="796289" y="84230"/>
                  <a:pt x="790343" y="82605"/>
                  <a:pt x="786254" y="79354"/>
                </a:cubicBezTo>
                <a:cubicBezTo>
                  <a:pt x="782165" y="76104"/>
                  <a:pt x="779556" y="71285"/>
                  <a:pt x="778425" y="64897"/>
                </a:cubicBezTo>
                <a:close/>
                <a:moveTo>
                  <a:pt x="881480" y="63540"/>
                </a:moveTo>
                <a:lnTo>
                  <a:pt x="891994" y="64840"/>
                </a:lnTo>
                <a:cubicBezTo>
                  <a:pt x="890336" y="70983"/>
                  <a:pt x="887265" y="75751"/>
                  <a:pt x="882780" y="79142"/>
                </a:cubicBezTo>
                <a:cubicBezTo>
                  <a:pt x="878295" y="82534"/>
                  <a:pt x="872567" y="84230"/>
                  <a:pt x="865595" y="84230"/>
                </a:cubicBezTo>
                <a:cubicBezTo>
                  <a:pt x="856814" y="84230"/>
                  <a:pt x="849851" y="81526"/>
                  <a:pt x="844707" y="76118"/>
                </a:cubicBezTo>
                <a:cubicBezTo>
                  <a:pt x="839562" y="70710"/>
                  <a:pt x="836990" y="63125"/>
                  <a:pt x="836990" y="53365"/>
                </a:cubicBezTo>
                <a:cubicBezTo>
                  <a:pt x="836990" y="43264"/>
                  <a:pt x="839591" y="35426"/>
                  <a:pt x="844791" y="29848"/>
                </a:cubicBezTo>
                <a:cubicBezTo>
                  <a:pt x="849992" y="24270"/>
                  <a:pt x="856738" y="21481"/>
                  <a:pt x="865029" y="21481"/>
                </a:cubicBezTo>
                <a:cubicBezTo>
                  <a:pt x="873057" y="21481"/>
                  <a:pt x="879614" y="24210"/>
                  <a:pt x="884702" y="29666"/>
                </a:cubicBezTo>
                <a:cubicBezTo>
                  <a:pt x="889790" y="35121"/>
                  <a:pt x="892333" y="42796"/>
                  <a:pt x="892333" y="52692"/>
                </a:cubicBezTo>
                <a:cubicBezTo>
                  <a:pt x="892333" y="53293"/>
                  <a:pt x="892315" y="54196"/>
                  <a:pt x="892277" y="55400"/>
                </a:cubicBezTo>
                <a:lnTo>
                  <a:pt x="847505" y="55400"/>
                </a:lnTo>
                <a:cubicBezTo>
                  <a:pt x="847882" y="61976"/>
                  <a:pt x="849747" y="67012"/>
                  <a:pt x="853101" y="70507"/>
                </a:cubicBezTo>
                <a:cubicBezTo>
                  <a:pt x="856456" y="74003"/>
                  <a:pt x="860639" y="75751"/>
                  <a:pt x="865651" y="75751"/>
                </a:cubicBezTo>
                <a:cubicBezTo>
                  <a:pt x="869382" y="75751"/>
                  <a:pt x="872567" y="74780"/>
                  <a:pt x="875205" y="72839"/>
                </a:cubicBezTo>
                <a:cubicBezTo>
                  <a:pt x="877843" y="70897"/>
                  <a:pt x="879934" y="67797"/>
                  <a:pt x="881480" y="63540"/>
                </a:cubicBezTo>
                <a:moveTo>
                  <a:pt x="848070" y="46920"/>
                </a:moveTo>
                <a:lnTo>
                  <a:pt x="881593" y="46920"/>
                </a:lnTo>
                <a:cubicBezTo>
                  <a:pt x="881140" y="41953"/>
                  <a:pt x="879859" y="38227"/>
                  <a:pt x="877749" y="35743"/>
                </a:cubicBezTo>
                <a:cubicBezTo>
                  <a:pt x="874508" y="31888"/>
                  <a:pt x="870305" y="29961"/>
                  <a:pt x="865142" y="29961"/>
                </a:cubicBezTo>
                <a:cubicBezTo>
                  <a:pt x="860469" y="29961"/>
                  <a:pt x="856540" y="31500"/>
                  <a:pt x="853356" y="34577"/>
                </a:cubicBezTo>
                <a:cubicBezTo>
                  <a:pt x="850171" y="37653"/>
                  <a:pt x="848409" y="41768"/>
                  <a:pt x="848070" y="46920"/>
                </a:cubicBezTo>
                <a:close/>
                <a:moveTo>
                  <a:pt x="904662" y="82873"/>
                </a:moveTo>
                <a:lnTo>
                  <a:pt x="904662" y="22838"/>
                </a:lnTo>
                <a:lnTo>
                  <a:pt x="913820" y="22838"/>
                </a:lnTo>
                <a:lnTo>
                  <a:pt x="913820" y="31883"/>
                </a:lnTo>
                <a:cubicBezTo>
                  <a:pt x="916157" y="27648"/>
                  <a:pt x="918314" y="24856"/>
                  <a:pt x="920293" y="23506"/>
                </a:cubicBezTo>
                <a:cubicBezTo>
                  <a:pt x="922271" y="22156"/>
                  <a:pt x="924448" y="21481"/>
                  <a:pt x="926822" y="21481"/>
                </a:cubicBezTo>
                <a:cubicBezTo>
                  <a:pt x="930252" y="21481"/>
                  <a:pt x="933738" y="22570"/>
                  <a:pt x="937280" y="24746"/>
                </a:cubicBezTo>
                <a:lnTo>
                  <a:pt x="933775" y="34144"/>
                </a:lnTo>
                <a:cubicBezTo>
                  <a:pt x="931288" y="32674"/>
                  <a:pt x="928801" y="31940"/>
                  <a:pt x="926313" y="31940"/>
                </a:cubicBezTo>
                <a:cubicBezTo>
                  <a:pt x="924090" y="31940"/>
                  <a:pt x="922092" y="32610"/>
                  <a:pt x="920321" y="33950"/>
                </a:cubicBezTo>
                <a:cubicBezTo>
                  <a:pt x="918550" y="35289"/>
                  <a:pt x="917287" y="37147"/>
                  <a:pt x="916534" y="39523"/>
                </a:cubicBezTo>
                <a:cubicBezTo>
                  <a:pt x="915403" y="43145"/>
                  <a:pt x="914838" y="47106"/>
                  <a:pt x="914838" y="51407"/>
                </a:cubicBezTo>
                <a:lnTo>
                  <a:pt x="914838" y="82873"/>
                </a:lnTo>
                <a:lnTo>
                  <a:pt x="904662" y="82873"/>
                </a:lnTo>
                <a:close/>
                <a:moveTo>
                  <a:pt x="965556" y="73885"/>
                </a:moveTo>
                <a:lnTo>
                  <a:pt x="967026" y="82873"/>
                </a:lnTo>
                <a:cubicBezTo>
                  <a:pt x="964162" y="83401"/>
                  <a:pt x="961599" y="83665"/>
                  <a:pt x="959338" y="83665"/>
                </a:cubicBezTo>
                <a:cubicBezTo>
                  <a:pt x="955645" y="83665"/>
                  <a:pt x="952780" y="83081"/>
                  <a:pt x="950745" y="81912"/>
                </a:cubicBezTo>
                <a:cubicBezTo>
                  <a:pt x="948710" y="80744"/>
                  <a:pt x="947278" y="79208"/>
                  <a:pt x="946449" y="77305"/>
                </a:cubicBezTo>
                <a:cubicBezTo>
                  <a:pt x="945620" y="75402"/>
                  <a:pt x="945205" y="71398"/>
                  <a:pt x="945205" y="65292"/>
                </a:cubicBezTo>
                <a:lnTo>
                  <a:pt x="945205" y="30752"/>
                </a:lnTo>
                <a:lnTo>
                  <a:pt x="937743" y="30752"/>
                </a:lnTo>
                <a:lnTo>
                  <a:pt x="937743" y="22838"/>
                </a:lnTo>
                <a:lnTo>
                  <a:pt x="945205" y="22838"/>
                </a:lnTo>
                <a:lnTo>
                  <a:pt x="945205" y="7930"/>
                </a:lnTo>
                <a:lnTo>
                  <a:pt x="955324" y="1809"/>
                </a:lnTo>
                <a:lnTo>
                  <a:pt x="955324" y="22838"/>
                </a:lnTo>
                <a:lnTo>
                  <a:pt x="965556" y="22838"/>
                </a:lnTo>
                <a:lnTo>
                  <a:pt x="965556" y="30752"/>
                </a:lnTo>
                <a:lnTo>
                  <a:pt x="955324" y="30752"/>
                </a:lnTo>
                <a:lnTo>
                  <a:pt x="955324" y="65858"/>
                </a:lnTo>
                <a:cubicBezTo>
                  <a:pt x="955324" y="68760"/>
                  <a:pt x="955503" y="70625"/>
                  <a:pt x="955861" y="71454"/>
                </a:cubicBezTo>
                <a:cubicBezTo>
                  <a:pt x="956219" y="72283"/>
                  <a:pt x="956803" y="72943"/>
                  <a:pt x="957614" y="73433"/>
                </a:cubicBezTo>
                <a:cubicBezTo>
                  <a:pt x="958424" y="73923"/>
                  <a:pt x="959583" y="74168"/>
                  <a:pt x="961090" y="74168"/>
                </a:cubicBezTo>
                <a:cubicBezTo>
                  <a:pt x="962221" y="74168"/>
                  <a:pt x="963710" y="74073"/>
                  <a:pt x="965556" y="73885"/>
                </a:cubicBezTo>
                <a:close/>
                <a:moveTo>
                  <a:pt x="975558" y="11758"/>
                </a:moveTo>
                <a:lnTo>
                  <a:pt x="975558" y="0"/>
                </a:lnTo>
                <a:lnTo>
                  <a:pt x="985734" y="0"/>
                </a:lnTo>
                <a:lnTo>
                  <a:pt x="985734" y="11758"/>
                </a:lnTo>
                <a:lnTo>
                  <a:pt x="975558" y="11758"/>
                </a:lnTo>
                <a:moveTo>
                  <a:pt x="975558" y="82873"/>
                </a:moveTo>
                <a:lnTo>
                  <a:pt x="975558" y="22838"/>
                </a:lnTo>
                <a:lnTo>
                  <a:pt x="985734" y="22838"/>
                </a:lnTo>
                <a:lnTo>
                  <a:pt x="985734" y="82873"/>
                </a:lnTo>
                <a:lnTo>
                  <a:pt x="975558" y="82873"/>
                </a:lnTo>
                <a:close/>
                <a:moveTo>
                  <a:pt x="997439" y="52856"/>
                </a:moveTo>
                <a:cubicBezTo>
                  <a:pt x="997439" y="41738"/>
                  <a:pt x="1000530" y="33504"/>
                  <a:pt x="1006710" y="28152"/>
                </a:cubicBezTo>
                <a:cubicBezTo>
                  <a:pt x="1011873" y="23705"/>
                  <a:pt x="1018167" y="21481"/>
                  <a:pt x="1025591" y="21481"/>
                </a:cubicBezTo>
                <a:cubicBezTo>
                  <a:pt x="1033845" y="21481"/>
                  <a:pt x="1040591" y="24186"/>
                  <a:pt x="1045829" y="29594"/>
                </a:cubicBezTo>
                <a:cubicBezTo>
                  <a:pt x="1051068" y="35002"/>
                  <a:pt x="1053687" y="42473"/>
                  <a:pt x="1053687" y="52008"/>
                </a:cubicBezTo>
                <a:cubicBezTo>
                  <a:pt x="1053687" y="59734"/>
                  <a:pt x="1052528" y="65811"/>
                  <a:pt x="1050210" y="70239"/>
                </a:cubicBezTo>
                <a:cubicBezTo>
                  <a:pt x="1047892" y="74667"/>
                  <a:pt x="1044520" y="78106"/>
                  <a:pt x="1040091" y="80556"/>
                </a:cubicBezTo>
                <a:cubicBezTo>
                  <a:pt x="1035663" y="83005"/>
                  <a:pt x="1030830" y="84230"/>
                  <a:pt x="1025591" y="84230"/>
                </a:cubicBezTo>
                <a:cubicBezTo>
                  <a:pt x="1017187" y="84230"/>
                  <a:pt x="1010394" y="81535"/>
                  <a:pt x="1005212" y="76146"/>
                </a:cubicBezTo>
                <a:cubicBezTo>
                  <a:pt x="1000030" y="70757"/>
                  <a:pt x="997439" y="62994"/>
                  <a:pt x="997439" y="52856"/>
                </a:cubicBezTo>
                <a:moveTo>
                  <a:pt x="1007897" y="52828"/>
                </a:moveTo>
                <a:cubicBezTo>
                  <a:pt x="1007897" y="60487"/>
                  <a:pt x="1009574" y="66223"/>
                  <a:pt x="1012929" y="70034"/>
                </a:cubicBezTo>
                <a:cubicBezTo>
                  <a:pt x="1016283" y="73845"/>
                  <a:pt x="1020504" y="75751"/>
                  <a:pt x="1025591" y="75751"/>
                </a:cubicBezTo>
                <a:cubicBezTo>
                  <a:pt x="1030641" y="75751"/>
                  <a:pt x="1034843" y="73836"/>
                  <a:pt x="1038198" y="70006"/>
                </a:cubicBezTo>
                <a:cubicBezTo>
                  <a:pt x="1041552" y="66176"/>
                  <a:pt x="1043229" y="60337"/>
                  <a:pt x="1043229" y="52490"/>
                </a:cubicBezTo>
                <a:cubicBezTo>
                  <a:pt x="1043229" y="45093"/>
                  <a:pt x="1041542" y="39489"/>
                  <a:pt x="1038169" y="35678"/>
                </a:cubicBezTo>
                <a:cubicBezTo>
                  <a:pt x="1034796" y="31867"/>
                  <a:pt x="1030604" y="29961"/>
                  <a:pt x="1025591" y="29961"/>
                </a:cubicBezTo>
                <a:cubicBezTo>
                  <a:pt x="1020504" y="29961"/>
                  <a:pt x="1016283" y="31857"/>
                  <a:pt x="1012929" y="35649"/>
                </a:cubicBezTo>
                <a:cubicBezTo>
                  <a:pt x="1009574" y="39442"/>
                  <a:pt x="1007897" y="45168"/>
                  <a:pt x="1007897" y="52828"/>
                </a:cubicBezTo>
                <a:close/>
                <a:moveTo>
                  <a:pt x="1065620" y="82873"/>
                </a:moveTo>
                <a:lnTo>
                  <a:pt x="1065620" y="22838"/>
                </a:lnTo>
                <a:lnTo>
                  <a:pt x="1074778" y="22838"/>
                </a:lnTo>
                <a:lnTo>
                  <a:pt x="1074778" y="31318"/>
                </a:lnTo>
                <a:cubicBezTo>
                  <a:pt x="1079188" y="24760"/>
                  <a:pt x="1085557" y="21481"/>
                  <a:pt x="1093885" y="21481"/>
                </a:cubicBezTo>
                <a:cubicBezTo>
                  <a:pt x="1097503" y="21481"/>
                  <a:pt x="1100829" y="22132"/>
                  <a:pt x="1103863" y="23432"/>
                </a:cubicBezTo>
                <a:cubicBezTo>
                  <a:pt x="1106897" y="24732"/>
                  <a:pt x="1109167" y="26437"/>
                  <a:pt x="1110675" y="28548"/>
                </a:cubicBezTo>
                <a:cubicBezTo>
                  <a:pt x="1112182" y="30658"/>
                  <a:pt x="1113238" y="33164"/>
                  <a:pt x="1113841" y="36066"/>
                </a:cubicBezTo>
                <a:cubicBezTo>
                  <a:pt x="1114217" y="37951"/>
                  <a:pt x="1114406" y="41248"/>
                  <a:pt x="1114406" y="45959"/>
                </a:cubicBezTo>
                <a:lnTo>
                  <a:pt x="1114406" y="82873"/>
                </a:lnTo>
                <a:lnTo>
                  <a:pt x="1104230" y="82873"/>
                </a:lnTo>
                <a:lnTo>
                  <a:pt x="1104230" y="46316"/>
                </a:lnTo>
                <a:cubicBezTo>
                  <a:pt x="1104230" y="42166"/>
                  <a:pt x="1103835" y="39062"/>
                  <a:pt x="1103043" y="37006"/>
                </a:cubicBezTo>
                <a:cubicBezTo>
                  <a:pt x="1102252" y="34950"/>
                  <a:pt x="1100848" y="33309"/>
                  <a:pt x="1098832" y="32083"/>
                </a:cubicBezTo>
                <a:cubicBezTo>
                  <a:pt x="1096816" y="30857"/>
                  <a:pt x="1094451" y="30244"/>
                  <a:pt x="1091737" y="30244"/>
                </a:cubicBezTo>
                <a:cubicBezTo>
                  <a:pt x="1087403" y="30244"/>
                  <a:pt x="1083663" y="31621"/>
                  <a:pt x="1080516" y="34376"/>
                </a:cubicBezTo>
                <a:cubicBezTo>
                  <a:pt x="1077369" y="37129"/>
                  <a:pt x="1075796" y="42354"/>
                  <a:pt x="1075796" y="50050"/>
                </a:cubicBezTo>
                <a:lnTo>
                  <a:pt x="1075796" y="82873"/>
                </a:lnTo>
                <a:lnTo>
                  <a:pt x="1065620" y="82873"/>
                </a:lnTo>
                <a:close/>
                <a:moveTo>
                  <a:pt x="1125944" y="64897"/>
                </a:moveTo>
                <a:lnTo>
                  <a:pt x="1136006" y="63314"/>
                </a:lnTo>
                <a:cubicBezTo>
                  <a:pt x="1136571" y="67329"/>
                  <a:pt x="1138145" y="70405"/>
                  <a:pt x="1140726" y="72544"/>
                </a:cubicBezTo>
                <a:cubicBezTo>
                  <a:pt x="1143308" y="74682"/>
                  <a:pt x="1146916" y="75751"/>
                  <a:pt x="1151552" y="75751"/>
                </a:cubicBezTo>
                <a:cubicBezTo>
                  <a:pt x="1156225" y="75751"/>
                  <a:pt x="1159692" y="74807"/>
                  <a:pt x="1161953" y="72919"/>
                </a:cubicBezTo>
                <a:cubicBezTo>
                  <a:pt x="1164215" y="71030"/>
                  <a:pt x="1165345" y="68814"/>
                  <a:pt x="1165345" y="66273"/>
                </a:cubicBezTo>
                <a:cubicBezTo>
                  <a:pt x="1165345" y="63992"/>
                  <a:pt x="1164346" y="62197"/>
                  <a:pt x="1162349" y="60888"/>
                </a:cubicBezTo>
                <a:cubicBezTo>
                  <a:pt x="1160955" y="59991"/>
                  <a:pt x="1157487" y="58850"/>
                  <a:pt x="1151947" y="57467"/>
                </a:cubicBezTo>
                <a:cubicBezTo>
                  <a:pt x="1144485" y="55581"/>
                  <a:pt x="1139313" y="53950"/>
                  <a:pt x="1136430" y="52573"/>
                </a:cubicBezTo>
                <a:cubicBezTo>
                  <a:pt x="1133547" y="51196"/>
                  <a:pt x="1131361" y="49291"/>
                  <a:pt x="1129872" y="46858"/>
                </a:cubicBezTo>
                <a:cubicBezTo>
                  <a:pt x="1128384" y="44425"/>
                  <a:pt x="1127639" y="41738"/>
                  <a:pt x="1127639" y="38796"/>
                </a:cubicBezTo>
                <a:cubicBezTo>
                  <a:pt x="1127639" y="36118"/>
                  <a:pt x="1128252" y="33637"/>
                  <a:pt x="1129477" y="31355"/>
                </a:cubicBezTo>
                <a:cubicBezTo>
                  <a:pt x="1130702" y="29072"/>
                  <a:pt x="1132369" y="27177"/>
                  <a:pt x="1134480" y="25668"/>
                </a:cubicBezTo>
                <a:cubicBezTo>
                  <a:pt x="1136062" y="24499"/>
                  <a:pt x="1138220" y="23509"/>
                  <a:pt x="1140952" y="22699"/>
                </a:cubicBezTo>
                <a:cubicBezTo>
                  <a:pt x="1143685" y="21887"/>
                  <a:pt x="1146615" y="21481"/>
                  <a:pt x="1149743" y="21481"/>
                </a:cubicBezTo>
                <a:cubicBezTo>
                  <a:pt x="1154454" y="21481"/>
                  <a:pt x="1158590" y="22165"/>
                  <a:pt x="1162151" y="23531"/>
                </a:cubicBezTo>
                <a:cubicBezTo>
                  <a:pt x="1165713" y="24896"/>
                  <a:pt x="1168341" y="26745"/>
                  <a:pt x="1170037" y="29080"/>
                </a:cubicBezTo>
                <a:cubicBezTo>
                  <a:pt x="1171733" y="31413"/>
                  <a:pt x="1172901" y="34533"/>
                  <a:pt x="1173542" y="38441"/>
                </a:cubicBezTo>
                <a:lnTo>
                  <a:pt x="1163593" y="39797"/>
                </a:lnTo>
                <a:cubicBezTo>
                  <a:pt x="1163140" y="36707"/>
                  <a:pt x="1161831" y="34295"/>
                  <a:pt x="1159664" y="32561"/>
                </a:cubicBezTo>
                <a:cubicBezTo>
                  <a:pt x="1157497" y="30828"/>
                  <a:pt x="1154435" y="29961"/>
                  <a:pt x="1150478" y="29961"/>
                </a:cubicBezTo>
                <a:cubicBezTo>
                  <a:pt x="1145805" y="29961"/>
                  <a:pt x="1142469" y="30730"/>
                  <a:pt x="1140472" y="32268"/>
                </a:cubicBezTo>
                <a:cubicBezTo>
                  <a:pt x="1138474" y="33805"/>
                  <a:pt x="1137476" y="35605"/>
                  <a:pt x="1137476" y="37669"/>
                </a:cubicBezTo>
                <a:cubicBezTo>
                  <a:pt x="1137476" y="38981"/>
                  <a:pt x="1137890" y="40162"/>
                  <a:pt x="1138719" y="41212"/>
                </a:cubicBezTo>
                <a:cubicBezTo>
                  <a:pt x="1139548" y="42299"/>
                  <a:pt x="1140849" y="43199"/>
                  <a:pt x="1142620" y="43912"/>
                </a:cubicBezTo>
                <a:cubicBezTo>
                  <a:pt x="1143638" y="44287"/>
                  <a:pt x="1146634" y="45150"/>
                  <a:pt x="1151608" y="46500"/>
                </a:cubicBezTo>
                <a:cubicBezTo>
                  <a:pt x="1158806" y="48421"/>
                  <a:pt x="1163828" y="49993"/>
                  <a:pt x="1166674" y="51216"/>
                </a:cubicBezTo>
                <a:cubicBezTo>
                  <a:pt x="1169519" y="52440"/>
                  <a:pt x="1171752" y="54220"/>
                  <a:pt x="1173372" y="56555"/>
                </a:cubicBezTo>
                <a:cubicBezTo>
                  <a:pt x="1174993" y="58889"/>
                  <a:pt x="1175803" y="61788"/>
                  <a:pt x="1175803" y="65252"/>
                </a:cubicBezTo>
                <a:cubicBezTo>
                  <a:pt x="1175803" y="68641"/>
                  <a:pt x="1174814" y="71833"/>
                  <a:pt x="1172835" y="74827"/>
                </a:cubicBezTo>
                <a:cubicBezTo>
                  <a:pt x="1170857" y="77819"/>
                  <a:pt x="1168002" y="80135"/>
                  <a:pt x="1164271" y="81773"/>
                </a:cubicBezTo>
                <a:cubicBezTo>
                  <a:pt x="1160540" y="83411"/>
                  <a:pt x="1156319" y="84230"/>
                  <a:pt x="1151608" y="84230"/>
                </a:cubicBezTo>
                <a:cubicBezTo>
                  <a:pt x="1143807" y="84230"/>
                  <a:pt x="1137862" y="82605"/>
                  <a:pt x="1133773" y="79354"/>
                </a:cubicBezTo>
                <a:cubicBezTo>
                  <a:pt x="1129684" y="76104"/>
                  <a:pt x="1127074" y="71285"/>
                  <a:pt x="1125944" y="64897"/>
                </a:cubicBezTo>
                <a:close/>
                <a:moveTo>
                  <a:pt x="1190784" y="82873"/>
                </a:moveTo>
                <a:lnTo>
                  <a:pt x="1190784" y="71228"/>
                </a:lnTo>
                <a:lnTo>
                  <a:pt x="1202372" y="71228"/>
                </a:lnTo>
                <a:lnTo>
                  <a:pt x="1202372" y="82873"/>
                </a:lnTo>
                <a:lnTo>
                  <a:pt x="1190784" y="82873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B73248-63C1-4666-87F9-934FAD2C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675" y="2682837"/>
            <a:ext cx="1629770" cy="581629"/>
          </a:xfrm>
          <a:custGeom xmlns:a="http://schemas.openxmlformats.org/drawingml/2006/main">
            <a:pathLst>
              <a:path w="1629770" h="581629">
                <a:moveTo>
                  <a:pt x="1629770" y="78302"/>
                </a:moveTo>
                <a:lnTo>
                  <a:pt x="1629770" y="503308"/>
                </a:lnTo>
                <a:cubicBezTo>
                  <a:pt x="1629770" y="546530"/>
                  <a:pt x="1594690" y="581629"/>
                  <a:pt x="1551468" y="581629"/>
                </a:cubicBezTo>
                <a:lnTo>
                  <a:pt x="78321" y="581629"/>
                </a:lnTo>
                <a:cubicBezTo>
                  <a:pt x="35099" y="581629"/>
                  <a:pt x="0" y="546530"/>
                  <a:pt x="0" y="503308"/>
                </a:cubicBezTo>
                <a:lnTo>
                  <a:pt x="0" y="78302"/>
                </a:lnTo>
                <a:cubicBezTo>
                  <a:pt x="0" y="35080"/>
                  <a:pt x="35099" y="0"/>
                  <a:pt x="78321" y="0"/>
                </a:cubicBezTo>
                <a:lnTo>
                  <a:pt x="1551468" y="0"/>
                </a:lnTo>
                <a:cubicBezTo>
                  <a:pt x="1594690" y="0"/>
                  <a:pt x="1629770" y="35080"/>
                  <a:pt x="1629770" y="78302"/>
                </a:cubicBezTo>
                <a:close/>
              </a:path>
            </a:pathLst>
          </a:custGeom>
          <a:solidFill xmlns:a="http://schemas.openxmlformats.org/drawingml/2006/main">
            <a:srgbClr val="E0344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�">
            <a:extLst xmlns:a="http://schemas.openxmlformats.org/drawingml/2006/main">
              <a:ext uri="{FF2B5EF4-FFF2-40B4-BE49-F238E27FC236}">
                <a16:creationId xmlns:a16="http://schemas.microsoft.com/office/drawing/2014/main" id="{3DCB11CF-672A-411C-898B-6F7CD7D7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179" y="2736904"/>
            <a:ext cx="177365" cy="169802"/>
          </a:xfrm>
          <a:custGeom xmlns:a="http://schemas.openxmlformats.org/drawingml/2006/main">
            <a:pathLst>
              <a:path w="177365" h="169802">
                <a:moveTo>
                  <a:pt x="88684" y="169802"/>
                </a:moveTo>
                <a:cubicBezTo>
                  <a:pt x="118996" y="169802"/>
                  <a:pt x="147053" y="153619"/>
                  <a:pt x="162241" y="127351"/>
                </a:cubicBezTo>
                <a:cubicBezTo>
                  <a:pt x="177365" y="101087"/>
                  <a:pt x="177365" y="68718"/>
                  <a:pt x="162241" y="42450"/>
                </a:cubicBezTo>
                <a:cubicBezTo>
                  <a:pt x="147053" y="16186"/>
                  <a:pt x="118996" y="0"/>
                  <a:pt x="88684" y="0"/>
                </a:cubicBezTo>
                <a:cubicBezTo>
                  <a:pt x="58369" y="0"/>
                  <a:pt x="30314" y="16186"/>
                  <a:pt x="15123" y="42450"/>
                </a:cubicBezTo>
                <a:cubicBezTo>
                  <a:pt x="0" y="68718"/>
                  <a:pt x="0" y="101087"/>
                  <a:pt x="15123" y="127351"/>
                </a:cubicBezTo>
                <a:cubicBezTo>
                  <a:pt x="30314" y="153619"/>
                  <a:pt x="58369" y="169802"/>
                  <a:pt x="88684" y="169802"/>
                </a:cubicBezTo>
                <a:moveTo>
                  <a:pt x="61821" y="58038"/>
                </a:moveTo>
                <a:cubicBezTo>
                  <a:pt x="64937" y="54921"/>
                  <a:pt x="69977" y="54921"/>
                  <a:pt x="73029" y="58038"/>
                </a:cubicBezTo>
                <a:lnTo>
                  <a:pt x="88616" y="73625"/>
                </a:lnTo>
                <a:lnTo>
                  <a:pt x="104204" y="58038"/>
                </a:lnTo>
                <a:cubicBezTo>
                  <a:pt x="107321" y="54921"/>
                  <a:pt x="112427" y="54921"/>
                  <a:pt x="115480" y="58038"/>
                </a:cubicBezTo>
                <a:cubicBezTo>
                  <a:pt x="118529" y="61157"/>
                  <a:pt x="118596" y="66197"/>
                  <a:pt x="115480" y="69249"/>
                </a:cubicBezTo>
                <a:lnTo>
                  <a:pt x="99892" y="84836"/>
                </a:lnTo>
                <a:lnTo>
                  <a:pt x="115480" y="100423"/>
                </a:lnTo>
                <a:cubicBezTo>
                  <a:pt x="118596" y="103540"/>
                  <a:pt x="118596" y="108582"/>
                  <a:pt x="115480" y="111699"/>
                </a:cubicBezTo>
                <a:cubicBezTo>
                  <a:pt x="112363" y="114749"/>
                  <a:pt x="107321" y="114816"/>
                  <a:pt x="104204" y="111699"/>
                </a:cubicBezTo>
                <a:lnTo>
                  <a:pt x="88616" y="96112"/>
                </a:lnTo>
                <a:lnTo>
                  <a:pt x="73029" y="111699"/>
                </a:lnTo>
                <a:cubicBezTo>
                  <a:pt x="69977" y="114816"/>
                  <a:pt x="64870" y="114816"/>
                  <a:pt x="61821" y="111699"/>
                </a:cubicBezTo>
                <a:cubicBezTo>
                  <a:pt x="58768" y="108582"/>
                  <a:pt x="58701" y="103540"/>
                  <a:pt x="61821" y="100423"/>
                </a:cubicBezTo>
                <a:lnTo>
                  <a:pt x="77408" y="84836"/>
                </a:lnTo>
                <a:lnTo>
                  <a:pt x="61821" y="69249"/>
                </a:lnTo>
                <a:cubicBezTo>
                  <a:pt x="58701" y="66132"/>
                  <a:pt x="58701" y="61090"/>
                  <a:pt x="61821" y="58038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Insuffcient">
            <a:extLst xmlns:a="http://schemas.openxmlformats.org/drawingml/2006/main">
              <a:ext uri="{FF2B5EF4-FFF2-40B4-BE49-F238E27FC236}">
                <a16:creationId xmlns:a16="http://schemas.microsoft.com/office/drawing/2014/main" id="{A77D34FF-97CB-4BF5-BA4B-F339E31C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952" y="2758966"/>
            <a:ext cx="1052068" cy="128550"/>
          </a:xfrm>
          <a:custGeom xmlns:a="http://schemas.openxmlformats.org/drawingml/2006/main">
            <a:pathLst>
              <a:path w="1052068" h="128550">
                <a:moveTo>
                  <a:pt x="0" y="2205"/>
                </a:moveTo>
                <a:lnTo>
                  <a:pt x="38497" y="2205"/>
                </a:lnTo>
                <a:lnTo>
                  <a:pt x="38497" y="126515"/>
                </a:lnTo>
                <a:lnTo>
                  <a:pt x="0" y="126515"/>
                </a:lnTo>
                <a:lnTo>
                  <a:pt x="0" y="2205"/>
                </a:lnTo>
                <a:close/>
                <a:moveTo>
                  <a:pt x="63773" y="36462"/>
                </a:moveTo>
                <a:lnTo>
                  <a:pt x="95910" y="36462"/>
                </a:lnTo>
                <a:lnTo>
                  <a:pt x="95910" y="51182"/>
                </a:lnTo>
                <a:cubicBezTo>
                  <a:pt x="100715" y="45172"/>
                  <a:pt x="105577" y="40878"/>
                  <a:pt x="110495" y="38298"/>
                </a:cubicBezTo>
                <a:cubicBezTo>
                  <a:pt x="115413" y="35717"/>
                  <a:pt x="121406" y="34427"/>
                  <a:pt x="128472" y="34427"/>
                </a:cubicBezTo>
                <a:cubicBezTo>
                  <a:pt x="138025" y="34427"/>
                  <a:pt x="145502" y="37268"/>
                  <a:pt x="150900" y="42949"/>
                </a:cubicBezTo>
                <a:cubicBezTo>
                  <a:pt x="156299" y="48630"/>
                  <a:pt x="158998" y="57406"/>
                  <a:pt x="158998" y="69278"/>
                </a:cubicBezTo>
                <a:lnTo>
                  <a:pt x="158998" y="126515"/>
                </a:lnTo>
                <a:lnTo>
                  <a:pt x="124317" y="126515"/>
                </a:lnTo>
                <a:lnTo>
                  <a:pt x="124317" y="77058"/>
                </a:lnTo>
                <a:cubicBezTo>
                  <a:pt x="124317" y="71414"/>
                  <a:pt x="123271" y="67420"/>
                  <a:pt x="121179" y="65078"/>
                </a:cubicBezTo>
                <a:cubicBezTo>
                  <a:pt x="119088" y="62734"/>
                  <a:pt x="116148" y="61561"/>
                  <a:pt x="112361" y="61561"/>
                </a:cubicBezTo>
                <a:cubicBezTo>
                  <a:pt x="108177" y="61561"/>
                  <a:pt x="104786" y="63143"/>
                  <a:pt x="102185" y="66305"/>
                </a:cubicBezTo>
                <a:cubicBezTo>
                  <a:pt x="99585" y="69465"/>
                  <a:pt x="98285" y="75138"/>
                  <a:pt x="98285" y="83325"/>
                </a:cubicBezTo>
                <a:lnTo>
                  <a:pt x="98285" y="126515"/>
                </a:lnTo>
                <a:lnTo>
                  <a:pt x="63773" y="126515"/>
                </a:lnTo>
                <a:lnTo>
                  <a:pt x="63773" y="36462"/>
                </a:lnTo>
                <a:close/>
                <a:moveTo>
                  <a:pt x="173482" y="101415"/>
                </a:moveTo>
                <a:lnTo>
                  <a:pt x="207739" y="98193"/>
                </a:lnTo>
                <a:cubicBezTo>
                  <a:pt x="209153" y="102263"/>
                  <a:pt x="211131" y="105175"/>
                  <a:pt x="213675" y="106927"/>
                </a:cubicBezTo>
                <a:cubicBezTo>
                  <a:pt x="216219" y="108679"/>
                  <a:pt x="219611" y="109556"/>
                  <a:pt x="223851" y="109556"/>
                </a:cubicBezTo>
                <a:cubicBezTo>
                  <a:pt x="228486" y="109556"/>
                  <a:pt x="232076" y="108571"/>
                  <a:pt x="234620" y="106601"/>
                </a:cubicBezTo>
                <a:cubicBezTo>
                  <a:pt x="236598" y="105138"/>
                  <a:pt x="237587" y="103309"/>
                  <a:pt x="237587" y="101113"/>
                </a:cubicBezTo>
                <a:cubicBezTo>
                  <a:pt x="237587" y="98636"/>
                  <a:pt x="236287" y="96723"/>
                  <a:pt x="233687" y="95374"/>
                </a:cubicBezTo>
                <a:cubicBezTo>
                  <a:pt x="231821" y="94416"/>
                  <a:pt x="226875" y="93234"/>
                  <a:pt x="218848" y="91828"/>
                </a:cubicBezTo>
                <a:cubicBezTo>
                  <a:pt x="206863" y="89745"/>
                  <a:pt x="198539" y="87815"/>
                  <a:pt x="193875" y="86038"/>
                </a:cubicBezTo>
                <a:cubicBezTo>
                  <a:pt x="189212" y="84259"/>
                  <a:pt x="185283" y="81253"/>
                  <a:pt x="182089" y="77021"/>
                </a:cubicBezTo>
                <a:cubicBezTo>
                  <a:pt x="178895" y="72786"/>
                  <a:pt x="177298" y="67959"/>
                  <a:pt x="177298" y="62539"/>
                </a:cubicBezTo>
                <a:cubicBezTo>
                  <a:pt x="177298" y="56612"/>
                  <a:pt x="179022" y="51504"/>
                  <a:pt x="182470" y="47215"/>
                </a:cubicBezTo>
                <a:cubicBezTo>
                  <a:pt x="185919" y="42924"/>
                  <a:pt x="190667" y="39720"/>
                  <a:pt x="196716" y="37604"/>
                </a:cubicBezTo>
                <a:cubicBezTo>
                  <a:pt x="202765" y="35486"/>
                  <a:pt x="210877" y="34427"/>
                  <a:pt x="221052" y="34427"/>
                </a:cubicBezTo>
                <a:cubicBezTo>
                  <a:pt x="231793" y="34427"/>
                  <a:pt x="239721" y="35247"/>
                  <a:pt x="244837" y="36886"/>
                </a:cubicBezTo>
                <a:cubicBezTo>
                  <a:pt x="249953" y="38525"/>
                  <a:pt x="254221" y="41069"/>
                  <a:pt x="257642" y="44518"/>
                </a:cubicBezTo>
                <a:cubicBezTo>
                  <a:pt x="261062" y="47966"/>
                  <a:pt x="263902" y="52630"/>
                  <a:pt x="266164" y="58509"/>
                </a:cubicBezTo>
                <a:lnTo>
                  <a:pt x="233432" y="61731"/>
                </a:lnTo>
                <a:cubicBezTo>
                  <a:pt x="232585" y="58874"/>
                  <a:pt x="231171" y="56774"/>
                  <a:pt x="229193" y="55430"/>
                </a:cubicBezTo>
                <a:cubicBezTo>
                  <a:pt x="226479" y="53638"/>
                  <a:pt x="223201" y="52743"/>
                  <a:pt x="219356" y="52743"/>
                </a:cubicBezTo>
                <a:cubicBezTo>
                  <a:pt x="215456" y="52743"/>
                  <a:pt x="212615" y="53433"/>
                  <a:pt x="210835" y="54812"/>
                </a:cubicBezTo>
                <a:cubicBezTo>
                  <a:pt x="209054" y="56190"/>
                  <a:pt x="208163" y="57864"/>
                  <a:pt x="208163" y="59834"/>
                </a:cubicBezTo>
                <a:cubicBezTo>
                  <a:pt x="208163" y="62030"/>
                  <a:pt x="209294" y="63690"/>
                  <a:pt x="211555" y="64815"/>
                </a:cubicBezTo>
                <a:cubicBezTo>
                  <a:pt x="213816" y="65941"/>
                  <a:pt x="218735" y="66954"/>
                  <a:pt x="226310" y="67855"/>
                </a:cubicBezTo>
                <a:cubicBezTo>
                  <a:pt x="237785" y="69148"/>
                  <a:pt x="246321" y="70952"/>
                  <a:pt x="251918" y="73266"/>
                </a:cubicBezTo>
                <a:cubicBezTo>
                  <a:pt x="257514" y="75580"/>
                  <a:pt x="261797" y="78882"/>
                  <a:pt x="264764" y="83171"/>
                </a:cubicBezTo>
                <a:cubicBezTo>
                  <a:pt x="267732" y="87460"/>
                  <a:pt x="269216" y="92173"/>
                  <a:pt x="269216" y="97311"/>
                </a:cubicBezTo>
                <a:cubicBezTo>
                  <a:pt x="269216" y="102503"/>
                  <a:pt x="267647" y="107554"/>
                  <a:pt x="264510" y="112465"/>
                </a:cubicBezTo>
                <a:cubicBezTo>
                  <a:pt x="261373" y="117374"/>
                  <a:pt x="256426" y="121283"/>
                  <a:pt x="249671" y="124191"/>
                </a:cubicBezTo>
                <a:cubicBezTo>
                  <a:pt x="242915" y="127097"/>
                  <a:pt x="233715" y="128550"/>
                  <a:pt x="222070" y="128550"/>
                </a:cubicBezTo>
                <a:cubicBezTo>
                  <a:pt x="205620" y="128550"/>
                  <a:pt x="193904" y="126197"/>
                  <a:pt x="186922" y="121491"/>
                </a:cubicBezTo>
                <a:cubicBezTo>
                  <a:pt x="179941" y="116783"/>
                  <a:pt x="175461" y="110091"/>
                  <a:pt x="173482" y="101415"/>
                </a:cubicBezTo>
                <a:close/>
                <a:moveTo>
                  <a:pt x="380546" y="126515"/>
                </a:moveTo>
                <a:lnTo>
                  <a:pt x="348323" y="126515"/>
                </a:lnTo>
                <a:lnTo>
                  <a:pt x="348323" y="111930"/>
                </a:lnTo>
                <a:cubicBezTo>
                  <a:pt x="343518" y="117922"/>
                  <a:pt x="338671" y="122190"/>
                  <a:pt x="333781" y="124734"/>
                </a:cubicBezTo>
                <a:cubicBezTo>
                  <a:pt x="328891" y="127278"/>
                  <a:pt x="322885" y="128550"/>
                  <a:pt x="315762" y="128550"/>
                </a:cubicBezTo>
                <a:cubicBezTo>
                  <a:pt x="306265" y="128550"/>
                  <a:pt x="298817" y="125709"/>
                  <a:pt x="293418" y="120028"/>
                </a:cubicBezTo>
                <a:cubicBezTo>
                  <a:pt x="288020" y="114347"/>
                  <a:pt x="285320" y="105599"/>
                  <a:pt x="285320" y="93784"/>
                </a:cubicBezTo>
                <a:lnTo>
                  <a:pt x="285320" y="36462"/>
                </a:lnTo>
                <a:lnTo>
                  <a:pt x="320002" y="36462"/>
                </a:lnTo>
                <a:lnTo>
                  <a:pt x="320002" y="85983"/>
                </a:lnTo>
                <a:cubicBezTo>
                  <a:pt x="320002" y="91636"/>
                  <a:pt x="321047" y="95649"/>
                  <a:pt x="323139" y="98023"/>
                </a:cubicBezTo>
                <a:cubicBezTo>
                  <a:pt x="325231" y="100398"/>
                  <a:pt x="328170" y="101585"/>
                  <a:pt x="331958" y="101585"/>
                </a:cubicBezTo>
                <a:cubicBezTo>
                  <a:pt x="336085" y="101585"/>
                  <a:pt x="339462" y="100002"/>
                  <a:pt x="342091" y="96836"/>
                </a:cubicBezTo>
                <a:cubicBezTo>
                  <a:pt x="344720" y="93671"/>
                  <a:pt x="346034" y="87989"/>
                  <a:pt x="346034" y="79792"/>
                </a:cubicBezTo>
                <a:lnTo>
                  <a:pt x="346034" y="36462"/>
                </a:lnTo>
                <a:lnTo>
                  <a:pt x="380546" y="36462"/>
                </a:lnTo>
                <a:lnTo>
                  <a:pt x="380546" y="126515"/>
                </a:lnTo>
                <a:close/>
                <a:moveTo>
                  <a:pt x="439887" y="36462"/>
                </a:moveTo>
                <a:lnTo>
                  <a:pt x="456337" y="36462"/>
                </a:lnTo>
                <a:lnTo>
                  <a:pt x="456337" y="61731"/>
                </a:lnTo>
                <a:lnTo>
                  <a:pt x="439887" y="61731"/>
                </a:lnTo>
                <a:lnTo>
                  <a:pt x="439887" y="126515"/>
                </a:lnTo>
                <a:lnTo>
                  <a:pt x="405290" y="126515"/>
                </a:lnTo>
                <a:lnTo>
                  <a:pt x="405290" y="61731"/>
                </a:lnTo>
                <a:lnTo>
                  <a:pt x="392401" y="61731"/>
                </a:lnTo>
                <a:lnTo>
                  <a:pt x="392401" y="36462"/>
                </a:lnTo>
                <a:lnTo>
                  <a:pt x="405290" y="36462"/>
                </a:lnTo>
                <a:lnTo>
                  <a:pt x="405290" y="32381"/>
                </a:lnTo>
                <a:cubicBezTo>
                  <a:pt x="405290" y="28700"/>
                  <a:pt x="405686" y="24649"/>
                  <a:pt x="406477" y="20229"/>
                </a:cubicBezTo>
                <a:cubicBezTo>
                  <a:pt x="407269" y="15809"/>
                  <a:pt x="408753" y="12197"/>
                  <a:pt x="410929" y="9394"/>
                </a:cubicBezTo>
                <a:cubicBezTo>
                  <a:pt x="413105" y="6588"/>
                  <a:pt x="416158" y="4322"/>
                  <a:pt x="420087" y="2594"/>
                </a:cubicBezTo>
                <a:cubicBezTo>
                  <a:pt x="424016" y="865"/>
                  <a:pt x="429768" y="0"/>
                  <a:pt x="437343" y="0"/>
                </a:cubicBezTo>
                <a:cubicBezTo>
                  <a:pt x="443391" y="0"/>
                  <a:pt x="452182" y="709"/>
                  <a:pt x="463714" y="2128"/>
                </a:cubicBezTo>
                <a:lnTo>
                  <a:pt x="459898" y="23064"/>
                </a:lnTo>
                <a:cubicBezTo>
                  <a:pt x="455772" y="22386"/>
                  <a:pt x="452436" y="22047"/>
                  <a:pt x="449892" y="22047"/>
                </a:cubicBezTo>
                <a:cubicBezTo>
                  <a:pt x="446783" y="22047"/>
                  <a:pt x="444550" y="22570"/>
                  <a:pt x="443194" y="23616"/>
                </a:cubicBezTo>
                <a:cubicBezTo>
                  <a:pt x="441837" y="24661"/>
                  <a:pt x="440876" y="26315"/>
                  <a:pt x="440311" y="28576"/>
                </a:cubicBezTo>
                <a:cubicBezTo>
                  <a:pt x="440028" y="29820"/>
                  <a:pt x="439887" y="32448"/>
                  <a:pt x="439887" y="36462"/>
                </a:cubicBezTo>
                <a:close/>
                <a:moveTo>
                  <a:pt x="502896" y="36462"/>
                </a:moveTo>
                <a:lnTo>
                  <a:pt x="518329" y="36462"/>
                </a:lnTo>
                <a:lnTo>
                  <a:pt x="518329" y="61731"/>
                </a:lnTo>
                <a:lnTo>
                  <a:pt x="502896" y="61731"/>
                </a:lnTo>
                <a:lnTo>
                  <a:pt x="502896" y="126515"/>
                </a:lnTo>
                <a:lnTo>
                  <a:pt x="471522" y="126515"/>
                </a:lnTo>
                <a:lnTo>
                  <a:pt x="471522" y="61731"/>
                </a:lnTo>
                <a:lnTo>
                  <a:pt x="460329" y="61731"/>
                </a:lnTo>
                <a:lnTo>
                  <a:pt x="460329" y="36462"/>
                </a:lnTo>
                <a:lnTo>
                  <a:pt x="471522" y="36462"/>
                </a:lnTo>
                <a:lnTo>
                  <a:pt x="471522" y="32381"/>
                </a:lnTo>
                <a:cubicBezTo>
                  <a:pt x="471522" y="28982"/>
                  <a:pt x="471904" y="25002"/>
                  <a:pt x="472667" y="20441"/>
                </a:cubicBezTo>
                <a:cubicBezTo>
                  <a:pt x="473430" y="15880"/>
                  <a:pt x="474970" y="12140"/>
                  <a:pt x="477288" y="9221"/>
                </a:cubicBezTo>
                <a:cubicBezTo>
                  <a:pt x="479606" y="6303"/>
                  <a:pt x="482800" y="4037"/>
                  <a:pt x="486870" y="2422"/>
                </a:cubicBezTo>
                <a:cubicBezTo>
                  <a:pt x="490940" y="807"/>
                  <a:pt x="495887" y="0"/>
                  <a:pt x="501709" y="0"/>
                </a:cubicBezTo>
                <a:cubicBezTo>
                  <a:pt x="506119" y="0"/>
                  <a:pt x="514118" y="650"/>
                  <a:pt x="525706" y="1950"/>
                </a:cubicBezTo>
                <a:lnTo>
                  <a:pt x="521891" y="22730"/>
                </a:lnTo>
                <a:cubicBezTo>
                  <a:pt x="517820" y="22162"/>
                  <a:pt x="514909" y="21877"/>
                  <a:pt x="513157" y="21877"/>
                </a:cubicBezTo>
                <a:cubicBezTo>
                  <a:pt x="509426" y="21877"/>
                  <a:pt x="506783" y="22730"/>
                  <a:pt x="505228" y="24437"/>
                </a:cubicBezTo>
                <a:cubicBezTo>
                  <a:pt x="503674" y="26142"/>
                  <a:pt x="502896" y="29468"/>
                  <a:pt x="502896" y="34416"/>
                </a:cubicBezTo>
                <a:lnTo>
                  <a:pt x="502896" y="36462"/>
                </a:lnTo>
                <a:moveTo>
                  <a:pt x="532490" y="2205"/>
                </a:moveTo>
                <a:lnTo>
                  <a:pt x="563949" y="2205"/>
                </a:lnTo>
                <a:lnTo>
                  <a:pt x="563949" y="25608"/>
                </a:lnTo>
                <a:lnTo>
                  <a:pt x="532490" y="25608"/>
                </a:lnTo>
                <a:lnTo>
                  <a:pt x="532490" y="2205"/>
                </a:lnTo>
                <a:moveTo>
                  <a:pt x="532490" y="36462"/>
                </a:moveTo>
                <a:lnTo>
                  <a:pt x="563949" y="36462"/>
                </a:lnTo>
                <a:lnTo>
                  <a:pt x="563949" y="126515"/>
                </a:lnTo>
                <a:lnTo>
                  <a:pt x="532490" y="126515"/>
                </a:lnTo>
                <a:lnTo>
                  <a:pt x="532490" y="36462"/>
                </a:lnTo>
                <a:close/>
                <a:moveTo>
                  <a:pt x="652035" y="91240"/>
                </a:moveTo>
                <a:lnTo>
                  <a:pt x="684851" y="94971"/>
                </a:lnTo>
                <a:cubicBezTo>
                  <a:pt x="683042" y="101811"/>
                  <a:pt x="680074" y="107733"/>
                  <a:pt x="675947" y="112735"/>
                </a:cubicBezTo>
                <a:cubicBezTo>
                  <a:pt x="671821" y="117738"/>
                  <a:pt x="666549" y="121625"/>
                  <a:pt x="660133" y="124395"/>
                </a:cubicBezTo>
                <a:cubicBezTo>
                  <a:pt x="653717" y="127165"/>
                  <a:pt x="645562" y="128550"/>
                  <a:pt x="635670" y="128550"/>
                </a:cubicBezTo>
                <a:cubicBezTo>
                  <a:pt x="626116" y="128550"/>
                  <a:pt x="618159" y="127660"/>
                  <a:pt x="611800" y="125881"/>
                </a:cubicBezTo>
                <a:cubicBezTo>
                  <a:pt x="605440" y="124102"/>
                  <a:pt x="599971" y="121222"/>
                  <a:pt x="595392" y="117240"/>
                </a:cubicBezTo>
                <a:cubicBezTo>
                  <a:pt x="590813" y="113258"/>
                  <a:pt x="587223" y="108585"/>
                  <a:pt x="584623" y="103220"/>
                </a:cubicBezTo>
                <a:cubicBezTo>
                  <a:pt x="582022" y="97853"/>
                  <a:pt x="580722" y="90736"/>
                  <a:pt x="580722" y="81870"/>
                </a:cubicBezTo>
                <a:cubicBezTo>
                  <a:pt x="580722" y="72608"/>
                  <a:pt x="582305" y="64899"/>
                  <a:pt x="585471" y="58742"/>
                </a:cubicBezTo>
                <a:cubicBezTo>
                  <a:pt x="587789" y="54223"/>
                  <a:pt x="590954" y="50171"/>
                  <a:pt x="594968" y="46584"/>
                </a:cubicBezTo>
                <a:cubicBezTo>
                  <a:pt x="598982" y="42998"/>
                  <a:pt x="603108" y="40330"/>
                  <a:pt x="607348" y="38579"/>
                </a:cubicBezTo>
                <a:cubicBezTo>
                  <a:pt x="614075" y="35811"/>
                  <a:pt x="622696" y="34427"/>
                  <a:pt x="633211" y="34427"/>
                </a:cubicBezTo>
                <a:cubicBezTo>
                  <a:pt x="647908" y="34427"/>
                  <a:pt x="659116" y="37063"/>
                  <a:pt x="666832" y="42334"/>
                </a:cubicBezTo>
                <a:cubicBezTo>
                  <a:pt x="674548" y="47606"/>
                  <a:pt x="679961" y="55315"/>
                  <a:pt x="683070" y="65462"/>
                </a:cubicBezTo>
                <a:lnTo>
                  <a:pt x="650594" y="69702"/>
                </a:lnTo>
                <a:cubicBezTo>
                  <a:pt x="649576" y="65886"/>
                  <a:pt x="647725" y="63010"/>
                  <a:pt x="645040" y="61074"/>
                </a:cubicBezTo>
                <a:cubicBezTo>
                  <a:pt x="642354" y="59138"/>
                  <a:pt x="638751" y="58170"/>
                  <a:pt x="634228" y="58170"/>
                </a:cubicBezTo>
                <a:cubicBezTo>
                  <a:pt x="628519" y="58170"/>
                  <a:pt x="623897" y="60200"/>
                  <a:pt x="620364" y="64262"/>
                </a:cubicBezTo>
                <a:cubicBezTo>
                  <a:pt x="616831" y="68323"/>
                  <a:pt x="615064" y="74472"/>
                  <a:pt x="615064" y="82707"/>
                </a:cubicBezTo>
                <a:cubicBezTo>
                  <a:pt x="615064" y="90047"/>
                  <a:pt x="616817" y="95623"/>
                  <a:pt x="620322" y="99433"/>
                </a:cubicBezTo>
                <a:cubicBezTo>
                  <a:pt x="623827" y="103242"/>
                  <a:pt x="628292" y="105146"/>
                  <a:pt x="633719" y="105146"/>
                </a:cubicBezTo>
                <a:cubicBezTo>
                  <a:pt x="638242" y="105146"/>
                  <a:pt x="642043" y="104009"/>
                  <a:pt x="645124" y="101733"/>
                </a:cubicBezTo>
                <a:cubicBezTo>
                  <a:pt x="648205" y="99456"/>
                  <a:pt x="650509" y="95958"/>
                  <a:pt x="652035" y="91240"/>
                </a:cubicBezTo>
                <a:close/>
                <a:moveTo>
                  <a:pt x="701964" y="2205"/>
                </a:moveTo>
                <a:lnTo>
                  <a:pt x="736476" y="2205"/>
                </a:lnTo>
                <a:lnTo>
                  <a:pt x="736476" y="25608"/>
                </a:lnTo>
                <a:lnTo>
                  <a:pt x="701964" y="25608"/>
                </a:lnTo>
                <a:lnTo>
                  <a:pt x="701964" y="2205"/>
                </a:lnTo>
                <a:moveTo>
                  <a:pt x="701964" y="36462"/>
                </a:moveTo>
                <a:lnTo>
                  <a:pt x="736476" y="36462"/>
                </a:lnTo>
                <a:lnTo>
                  <a:pt x="736476" y="126515"/>
                </a:lnTo>
                <a:lnTo>
                  <a:pt x="701964" y="126515"/>
                </a:lnTo>
                <a:lnTo>
                  <a:pt x="701964" y="36462"/>
                </a:lnTo>
                <a:close/>
                <a:moveTo>
                  <a:pt x="858512" y="90053"/>
                </a:moveTo>
                <a:lnTo>
                  <a:pt x="789319" y="90053"/>
                </a:lnTo>
                <a:cubicBezTo>
                  <a:pt x="789941" y="95566"/>
                  <a:pt x="791439" y="99673"/>
                  <a:pt x="793813" y="102375"/>
                </a:cubicBezTo>
                <a:cubicBezTo>
                  <a:pt x="797149" y="106257"/>
                  <a:pt x="801501" y="108199"/>
                  <a:pt x="806872" y="108199"/>
                </a:cubicBezTo>
                <a:cubicBezTo>
                  <a:pt x="810264" y="108199"/>
                  <a:pt x="813486" y="107360"/>
                  <a:pt x="816538" y="105682"/>
                </a:cubicBezTo>
                <a:cubicBezTo>
                  <a:pt x="818404" y="104618"/>
                  <a:pt x="820411" y="102744"/>
                  <a:pt x="822559" y="100059"/>
                </a:cubicBezTo>
                <a:lnTo>
                  <a:pt x="856562" y="103111"/>
                </a:lnTo>
                <a:cubicBezTo>
                  <a:pt x="851361" y="112186"/>
                  <a:pt x="845086" y="118695"/>
                  <a:pt x="837737" y="122638"/>
                </a:cubicBezTo>
                <a:cubicBezTo>
                  <a:pt x="830388" y="126579"/>
                  <a:pt x="819845" y="128550"/>
                  <a:pt x="806109" y="128550"/>
                </a:cubicBezTo>
                <a:cubicBezTo>
                  <a:pt x="794181" y="128550"/>
                  <a:pt x="784797" y="126868"/>
                  <a:pt x="777956" y="123504"/>
                </a:cubicBezTo>
                <a:cubicBezTo>
                  <a:pt x="771116" y="120141"/>
                  <a:pt x="765449" y="114799"/>
                  <a:pt x="760955" y="107478"/>
                </a:cubicBezTo>
                <a:cubicBezTo>
                  <a:pt x="756461" y="100157"/>
                  <a:pt x="754214" y="91551"/>
                  <a:pt x="754214" y="81658"/>
                </a:cubicBezTo>
                <a:cubicBezTo>
                  <a:pt x="754214" y="67582"/>
                  <a:pt x="758722" y="56191"/>
                  <a:pt x="767739" y="47485"/>
                </a:cubicBezTo>
                <a:cubicBezTo>
                  <a:pt x="776755" y="38780"/>
                  <a:pt x="789206" y="34427"/>
                  <a:pt x="805091" y="34427"/>
                </a:cubicBezTo>
                <a:cubicBezTo>
                  <a:pt x="817980" y="34427"/>
                  <a:pt x="828155" y="36377"/>
                  <a:pt x="835617" y="40278"/>
                </a:cubicBezTo>
                <a:cubicBezTo>
                  <a:pt x="843079" y="44178"/>
                  <a:pt x="848761" y="49831"/>
                  <a:pt x="852661" y="57237"/>
                </a:cubicBezTo>
                <a:cubicBezTo>
                  <a:pt x="856562" y="64642"/>
                  <a:pt x="858512" y="74281"/>
                  <a:pt x="858512" y="86152"/>
                </a:cubicBezTo>
                <a:lnTo>
                  <a:pt x="858512" y="90053"/>
                </a:lnTo>
                <a:moveTo>
                  <a:pt x="823407" y="73433"/>
                </a:moveTo>
                <a:cubicBezTo>
                  <a:pt x="822728" y="66822"/>
                  <a:pt x="820934" y="62089"/>
                  <a:pt x="818022" y="59232"/>
                </a:cubicBezTo>
                <a:cubicBezTo>
                  <a:pt x="815111" y="56376"/>
                  <a:pt x="811281" y="54947"/>
                  <a:pt x="806533" y="54947"/>
                </a:cubicBezTo>
                <a:cubicBezTo>
                  <a:pt x="801049" y="54947"/>
                  <a:pt x="796668" y="57104"/>
                  <a:pt x="793389" y="61418"/>
                </a:cubicBezTo>
                <a:cubicBezTo>
                  <a:pt x="791298" y="64107"/>
                  <a:pt x="789969" y="68112"/>
                  <a:pt x="789404" y="73433"/>
                </a:cubicBezTo>
                <a:lnTo>
                  <a:pt x="823407" y="73433"/>
                </a:lnTo>
                <a:close/>
                <a:moveTo>
                  <a:pt x="874353" y="36462"/>
                </a:moveTo>
                <a:lnTo>
                  <a:pt x="906490" y="36462"/>
                </a:lnTo>
                <a:lnTo>
                  <a:pt x="906490" y="51182"/>
                </a:lnTo>
                <a:cubicBezTo>
                  <a:pt x="911295" y="45172"/>
                  <a:pt x="916157" y="40878"/>
                  <a:pt x="921075" y="38298"/>
                </a:cubicBezTo>
                <a:cubicBezTo>
                  <a:pt x="925993" y="35717"/>
                  <a:pt x="931985" y="34427"/>
                  <a:pt x="939051" y="34427"/>
                </a:cubicBezTo>
                <a:cubicBezTo>
                  <a:pt x="948605" y="34427"/>
                  <a:pt x="956081" y="37268"/>
                  <a:pt x="961480" y="42949"/>
                </a:cubicBezTo>
                <a:cubicBezTo>
                  <a:pt x="966878" y="48630"/>
                  <a:pt x="969578" y="57406"/>
                  <a:pt x="969578" y="69278"/>
                </a:cubicBezTo>
                <a:lnTo>
                  <a:pt x="969578" y="126515"/>
                </a:lnTo>
                <a:lnTo>
                  <a:pt x="934896" y="126515"/>
                </a:lnTo>
                <a:lnTo>
                  <a:pt x="934896" y="77058"/>
                </a:lnTo>
                <a:cubicBezTo>
                  <a:pt x="934896" y="71414"/>
                  <a:pt x="933851" y="67420"/>
                  <a:pt x="931759" y="65078"/>
                </a:cubicBezTo>
                <a:cubicBezTo>
                  <a:pt x="929667" y="62734"/>
                  <a:pt x="926728" y="61561"/>
                  <a:pt x="922940" y="61561"/>
                </a:cubicBezTo>
                <a:cubicBezTo>
                  <a:pt x="918757" y="61561"/>
                  <a:pt x="915365" y="63143"/>
                  <a:pt x="912765" y="66305"/>
                </a:cubicBezTo>
                <a:cubicBezTo>
                  <a:pt x="910164" y="69465"/>
                  <a:pt x="908864" y="75138"/>
                  <a:pt x="908864" y="83325"/>
                </a:cubicBezTo>
                <a:lnTo>
                  <a:pt x="908864" y="126515"/>
                </a:lnTo>
                <a:lnTo>
                  <a:pt x="874353" y="126515"/>
                </a:lnTo>
                <a:lnTo>
                  <a:pt x="874353" y="36462"/>
                </a:lnTo>
                <a:close/>
                <a:moveTo>
                  <a:pt x="1031802" y="2205"/>
                </a:moveTo>
                <a:lnTo>
                  <a:pt x="1031802" y="36462"/>
                </a:lnTo>
                <a:lnTo>
                  <a:pt x="1050796" y="36462"/>
                </a:lnTo>
                <a:lnTo>
                  <a:pt x="1050796" y="61731"/>
                </a:lnTo>
                <a:lnTo>
                  <a:pt x="1031802" y="61731"/>
                </a:lnTo>
                <a:lnTo>
                  <a:pt x="1031802" y="93635"/>
                </a:lnTo>
                <a:cubicBezTo>
                  <a:pt x="1031802" y="97472"/>
                  <a:pt x="1032169" y="100011"/>
                  <a:pt x="1032904" y="101251"/>
                </a:cubicBezTo>
                <a:cubicBezTo>
                  <a:pt x="1034035" y="103169"/>
                  <a:pt x="1036013" y="104129"/>
                  <a:pt x="1038840" y="104129"/>
                </a:cubicBezTo>
                <a:cubicBezTo>
                  <a:pt x="1041384" y="104129"/>
                  <a:pt x="1044945" y="103396"/>
                  <a:pt x="1049524" y="101929"/>
                </a:cubicBezTo>
                <a:lnTo>
                  <a:pt x="1052068" y="125752"/>
                </a:lnTo>
                <a:cubicBezTo>
                  <a:pt x="1043532" y="127617"/>
                  <a:pt x="1035561" y="128550"/>
                  <a:pt x="1028156" y="128550"/>
                </a:cubicBezTo>
                <a:cubicBezTo>
                  <a:pt x="1019563" y="128550"/>
                  <a:pt x="1013232" y="127449"/>
                  <a:pt x="1009161" y="125248"/>
                </a:cubicBezTo>
                <a:cubicBezTo>
                  <a:pt x="1005091" y="123045"/>
                  <a:pt x="1002081" y="119700"/>
                  <a:pt x="1000131" y="115213"/>
                </a:cubicBezTo>
                <a:cubicBezTo>
                  <a:pt x="998180" y="110724"/>
                  <a:pt x="997205" y="103455"/>
                  <a:pt x="997205" y="93405"/>
                </a:cubicBezTo>
                <a:lnTo>
                  <a:pt x="997205" y="61731"/>
                </a:lnTo>
                <a:lnTo>
                  <a:pt x="984486" y="61731"/>
                </a:lnTo>
                <a:lnTo>
                  <a:pt x="984486" y="36462"/>
                </a:lnTo>
                <a:lnTo>
                  <a:pt x="997205" y="36462"/>
                </a:lnTo>
                <a:lnTo>
                  <a:pt x="997205" y="19927"/>
                </a:lnTo>
                <a:lnTo>
                  <a:pt x="1031802" y="2205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Theclaimgivesafalseim-">
            <a:extLst xmlns:a="http://schemas.openxmlformats.org/drawingml/2006/main">
              <a:ext uri="{FF2B5EF4-FFF2-40B4-BE49-F238E27FC236}">
                <a16:creationId xmlns:a16="http://schemas.microsoft.com/office/drawing/2014/main" id="{E95A1EBB-180D-428E-BDD1-DC1141DF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75" y="2935760"/>
            <a:ext cx="1364132" cy="108651"/>
          </a:xfrm>
          <a:custGeom xmlns:a="http://schemas.openxmlformats.org/drawingml/2006/main">
            <a:pathLst>
              <a:path w="1364132" h="108651">
                <a:moveTo>
                  <a:pt x="27304" y="84230"/>
                </a:moveTo>
                <a:lnTo>
                  <a:pt x="27304" y="11136"/>
                </a:lnTo>
                <a:lnTo>
                  <a:pt x="0" y="11136"/>
                </a:lnTo>
                <a:lnTo>
                  <a:pt x="0" y="1357"/>
                </a:lnTo>
                <a:lnTo>
                  <a:pt x="65688" y="1357"/>
                </a:lnTo>
                <a:lnTo>
                  <a:pt x="65688" y="11136"/>
                </a:lnTo>
                <a:lnTo>
                  <a:pt x="38271" y="11136"/>
                </a:lnTo>
                <a:lnTo>
                  <a:pt x="38271" y="84230"/>
                </a:lnTo>
                <a:lnTo>
                  <a:pt x="27304" y="84230"/>
                </a:lnTo>
                <a:close/>
                <a:moveTo>
                  <a:pt x="75633" y="84230"/>
                </a:moveTo>
                <a:lnTo>
                  <a:pt x="75633" y="1357"/>
                </a:lnTo>
                <a:lnTo>
                  <a:pt x="85808" y="1357"/>
                </a:lnTo>
                <a:lnTo>
                  <a:pt x="85808" y="31092"/>
                </a:lnTo>
                <a:cubicBezTo>
                  <a:pt x="90557" y="25589"/>
                  <a:pt x="96549" y="22838"/>
                  <a:pt x="103785" y="22838"/>
                </a:cubicBezTo>
                <a:cubicBezTo>
                  <a:pt x="108232" y="22838"/>
                  <a:pt x="112095" y="23714"/>
                  <a:pt x="115373" y="25467"/>
                </a:cubicBezTo>
                <a:cubicBezTo>
                  <a:pt x="118652" y="27219"/>
                  <a:pt x="120998" y="29641"/>
                  <a:pt x="122411" y="32731"/>
                </a:cubicBezTo>
                <a:cubicBezTo>
                  <a:pt x="123825" y="35821"/>
                  <a:pt x="124531" y="40306"/>
                  <a:pt x="124531" y="46185"/>
                </a:cubicBezTo>
                <a:lnTo>
                  <a:pt x="124531" y="84230"/>
                </a:lnTo>
                <a:lnTo>
                  <a:pt x="114356" y="84230"/>
                </a:lnTo>
                <a:lnTo>
                  <a:pt x="114356" y="46185"/>
                </a:lnTo>
                <a:cubicBezTo>
                  <a:pt x="114356" y="41098"/>
                  <a:pt x="113254" y="37395"/>
                  <a:pt x="111049" y="35077"/>
                </a:cubicBezTo>
                <a:cubicBezTo>
                  <a:pt x="108844" y="32759"/>
                  <a:pt x="105726" y="31600"/>
                  <a:pt x="101693" y="31600"/>
                </a:cubicBezTo>
                <a:cubicBezTo>
                  <a:pt x="98678" y="31600"/>
                  <a:pt x="95842" y="32382"/>
                  <a:pt x="93185" y="33946"/>
                </a:cubicBezTo>
                <a:cubicBezTo>
                  <a:pt x="90528" y="35510"/>
                  <a:pt x="88635" y="37630"/>
                  <a:pt x="87504" y="40306"/>
                </a:cubicBezTo>
                <a:cubicBezTo>
                  <a:pt x="86373" y="42982"/>
                  <a:pt x="85808" y="46675"/>
                  <a:pt x="85808" y="51386"/>
                </a:cubicBezTo>
                <a:lnTo>
                  <a:pt x="85808" y="84230"/>
                </a:lnTo>
                <a:lnTo>
                  <a:pt x="75633" y="84230"/>
                </a:lnTo>
                <a:close/>
                <a:moveTo>
                  <a:pt x="181124" y="64897"/>
                </a:moveTo>
                <a:lnTo>
                  <a:pt x="191638" y="66197"/>
                </a:lnTo>
                <a:cubicBezTo>
                  <a:pt x="189980" y="72340"/>
                  <a:pt x="186909" y="77107"/>
                  <a:pt x="182424" y="80499"/>
                </a:cubicBezTo>
                <a:cubicBezTo>
                  <a:pt x="177939" y="83891"/>
                  <a:pt x="172211" y="85587"/>
                  <a:pt x="165239" y="85587"/>
                </a:cubicBezTo>
                <a:cubicBezTo>
                  <a:pt x="156458" y="85587"/>
                  <a:pt x="149495" y="82883"/>
                  <a:pt x="144351" y="77475"/>
                </a:cubicBezTo>
                <a:cubicBezTo>
                  <a:pt x="139206" y="72067"/>
                  <a:pt x="136634" y="64482"/>
                  <a:pt x="136634" y="54721"/>
                </a:cubicBezTo>
                <a:cubicBezTo>
                  <a:pt x="136634" y="44621"/>
                  <a:pt x="139235" y="36782"/>
                  <a:pt x="144436" y="31205"/>
                </a:cubicBezTo>
                <a:cubicBezTo>
                  <a:pt x="149636" y="25627"/>
                  <a:pt x="156382" y="22838"/>
                  <a:pt x="164673" y="22838"/>
                </a:cubicBezTo>
                <a:cubicBezTo>
                  <a:pt x="172701" y="22838"/>
                  <a:pt x="179258" y="25566"/>
                  <a:pt x="184346" y="31023"/>
                </a:cubicBezTo>
                <a:cubicBezTo>
                  <a:pt x="189434" y="36478"/>
                  <a:pt x="191977" y="44153"/>
                  <a:pt x="191977" y="54048"/>
                </a:cubicBezTo>
                <a:cubicBezTo>
                  <a:pt x="191977" y="54650"/>
                  <a:pt x="191959" y="55553"/>
                  <a:pt x="191921" y="56756"/>
                </a:cubicBezTo>
                <a:lnTo>
                  <a:pt x="147149" y="56756"/>
                </a:lnTo>
                <a:cubicBezTo>
                  <a:pt x="147526" y="63333"/>
                  <a:pt x="149391" y="68369"/>
                  <a:pt x="152745" y="71864"/>
                </a:cubicBezTo>
                <a:cubicBezTo>
                  <a:pt x="156100" y="75360"/>
                  <a:pt x="160283" y="77107"/>
                  <a:pt x="165295" y="77107"/>
                </a:cubicBezTo>
                <a:cubicBezTo>
                  <a:pt x="169026" y="77107"/>
                  <a:pt x="172211" y="76137"/>
                  <a:pt x="174849" y="74196"/>
                </a:cubicBezTo>
                <a:cubicBezTo>
                  <a:pt x="177487" y="72254"/>
                  <a:pt x="179579" y="69154"/>
                  <a:pt x="181124" y="64897"/>
                </a:cubicBezTo>
                <a:moveTo>
                  <a:pt x="147714" y="48277"/>
                </a:moveTo>
                <a:lnTo>
                  <a:pt x="181237" y="48277"/>
                </a:lnTo>
                <a:cubicBezTo>
                  <a:pt x="180784" y="43309"/>
                  <a:pt x="179503" y="39584"/>
                  <a:pt x="177393" y="37100"/>
                </a:cubicBezTo>
                <a:cubicBezTo>
                  <a:pt x="174152" y="33245"/>
                  <a:pt x="169950" y="31318"/>
                  <a:pt x="164786" y="31318"/>
                </a:cubicBezTo>
                <a:cubicBezTo>
                  <a:pt x="160113" y="31318"/>
                  <a:pt x="156184" y="32856"/>
                  <a:pt x="153000" y="35934"/>
                </a:cubicBezTo>
                <a:cubicBezTo>
                  <a:pt x="149815" y="39010"/>
                  <a:pt x="148053" y="43124"/>
                  <a:pt x="147714" y="48277"/>
                </a:cubicBezTo>
                <a:close/>
                <a:moveTo>
                  <a:pt x="275757" y="62183"/>
                </a:moveTo>
                <a:lnTo>
                  <a:pt x="285763" y="63483"/>
                </a:lnTo>
                <a:cubicBezTo>
                  <a:pt x="284670" y="70398"/>
                  <a:pt x="281872" y="75811"/>
                  <a:pt x="277369" y="79722"/>
                </a:cubicBezTo>
                <a:cubicBezTo>
                  <a:pt x="272865" y="83632"/>
                  <a:pt x="267334" y="85587"/>
                  <a:pt x="260777" y="85587"/>
                </a:cubicBezTo>
                <a:cubicBezTo>
                  <a:pt x="252561" y="85587"/>
                  <a:pt x="245957" y="82902"/>
                  <a:pt x="240963" y="77531"/>
                </a:cubicBezTo>
                <a:cubicBezTo>
                  <a:pt x="235970" y="72161"/>
                  <a:pt x="233473" y="64463"/>
                  <a:pt x="233473" y="54439"/>
                </a:cubicBezTo>
                <a:cubicBezTo>
                  <a:pt x="233473" y="47957"/>
                  <a:pt x="234547" y="42285"/>
                  <a:pt x="236695" y="37423"/>
                </a:cubicBezTo>
                <a:cubicBezTo>
                  <a:pt x="238843" y="32561"/>
                  <a:pt x="242112" y="28915"/>
                  <a:pt x="246503" y="26484"/>
                </a:cubicBezTo>
                <a:cubicBezTo>
                  <a:pt x="250894" y="24054"/>
                  <a:pt x="255670" y="22838"/>
                  <a:pt x="260833" y="22838"/>
                </a:cubicBezTo>
                <a:cubicBezTo>
                  <a:pt x="267353" y="22838"/>
                  <a:pt x="272686" y="24492"/>
                  <a:pt x="276831" y="27801"/>
                </a:cubicBezTo>
                <a:cubicBezTo>
                  <a:pt x="280977" y="31108"/>
                  <a:pt x="283634" y="35804"/>
                  <a:pt x="284802" y="41889"/>
                </a:cubicBezTo>
                <a:lnTo>
                  <a:pt x="274909" y="43415"/>
                </a:lnTo>
                <a:cubicBezTo>
                  <a:pt x="273967" y="39402"/>
                  <a:pt x="272300" y="36382"/>
                  <a:pt x="269907" y="34356"/>
                </a:cubicBezTo>
                <a:cubicBezTo>
                  <a:pt x="267513" y="32331"/>
                  <a:pt x="264621" y="31318"/>
                  <a:pt x="261229" y="31318"/>
                </a:cubicBezTo>
                <a:cubicBezTo>
                  <a:pt x="256104" y="31318"/>
                  <a:pt x="251939" y="33146"/>
                  <a:pt x="248736" y="36803"/>
                </a:cubicBezTo>
                <a:cubicBezTo>
                  <a:pt x="245533" y="40459"/>
                  <a:pt x="243931" y="46243"/>
                  <a:pt x="243931" y="54156"/>
                </a:cubicBezTo>
                <a:cubicBezTo>
                  <a:pt x="243931" y="62182"/>
                  <a:pt x="245476" y="68014"/>
                  <a:pt x="248566" y="71652"/>
                </a:cubicBezTo>
                <a:cubicBezTo>
                  <a:pt x="251657" y="75289"/>
                  <a:pt x="255689" y="77107"/>
                  <a:pt x="260664" y="77107"/>
                </a:cubicBezTo>
                <a:cubicBezTo>
                  <a:pt x="264659" y="77107"/>
                  <a:pt x="267994" y="75887"/>
                  <a:pt x="270670" y="73447"/>
                </a:cubicBezTo>
                <a:cubicBezTo>
                  <a:pt x="273345" y="71007"/>
                  <a:pt x="275041" y="67252"/>
                  <a:pt x="275757" y="62183"/>
                </a:cubicBezTo>
                <a:close/>
                <a:moveTo>
                  <a:pt x="294243" y="84230"/>
                </a:moveTo>
                <a:lnTo>
                  <a:pt x="294243" y="1357"/>
                </a:lnTo>
                <a:lnTo>
                  <a:pt x="304418" y="1357"/>
                </a:lnTo>
                <a:lnTo>
                  <a:pt x="304418" y="84230"/>
                </a:lnTo>
                <a:lnTo>
                  <a:pt x="294243" y="84230"/>
                </a:lnTo>
                <a:close/>
                <a:moveTo>
                  <a:pt x="359369" y="76818"/>
                </a:moveTo>
                <a:cubicBezTo>
                  <a:pt x="355600" y="80023"/>
                  <a:pt x="351973" y="82286"/>
                  <a:pt x="348487" y="83606"/>
                </a:cubicBezTo>
                <a:cubicBezTo>
                  <a:pt x="345001" y="84927"/>
                  <a:pt x="341260" y="85587"/>
                  <a:pt x="337266" y="85587"/>
                </a:cubicBezTo>
                <a:cubicBezTo>
                  <a:pt x="330670" y="85587"/>
                  <a:pt x="325602" y="83975"/>
                  <a:pt x="322059" y="80750"/>
                </a:cubicBezTo>
                <a:cubicBezTo>
                  <a:pt x="318516" y="77525"/>
                  <a:pt x="316745" y="73405"/>
                  <a:pt x="316745" y="68389"/>
                </a:cubicBezTo>
                <a:cubicBezTo>
                  <a:pt x="316745" y="65448"/>
                  <a:pt x="317414" y="62762"/>
                  <a:pt x="318752" y="60330"/>
                </a:cubicBezTo>
                <a:cubicBezTo>
                  <a:pt x="320090" y="57897"/>
                  <a:pt x="321842" y="55945"/>
                  <a:pt x="324009" y="54474"/>
                </a:cubicBezTo>
                <a:cubicBezTo>
                  <a:pt x="326176" y="53003"/>
                  <a:pt x="328617" y="51891"/>
                  <a:pt x="331330" y="51137"/>
                </a:cubicBezTo>
                <a:cubicBezTo>
                  <a:pt x="333327" y="50608"/>
                  <a:pt x="336342" y="50099"/>
                  <a:pt x="340375" y="49609"/>
                </a:cubicBezTo>
                <a:cubicBezTo>
                  <a:pt x="348591" y="48636"/>
                  <a:pt x="354639" y="47476"/>
                  <a:pt x="358521" y="46129"/>
                </a:cubicBezTo>
                <a:cubicBezTo>
                  <a:pt x="358559" y="44740"/>
                  <a:pt x="358578" y="43858"/>
                  <a:pt x="358578" y="43482"/>
                </a:cubicBezTo>
                <a:cubicBezTo>
                  <a:pt x="358578" y="39352"/>
                  <a:pt x="357617" y="36443"/>
                  <a:pt x="355695" y="34754"/>
                </a:cubicBezTo>
                <a:cubicBezTo>
                  <a:pt x="353094" y="32463"/>
                  <a:pt x="349231" y="31318"/>
                  <a:pt x="344106" y="31318"/>
                </a:cubicBezTo>
                <a:cubicBezTo>
                  <a:pt x="339320" y="31318"/>
                  <a:pt x="335786" y="32156"/>
                  <a:pt x="333506" y="33833"/>
                </a:cubicBezTo>
                <a:cubicBezTo>
                  <a:pt x="331226" y="35510"/>
                  <a:pt x="329540" y="38478"/>
                  <a:pt x="328447" y="42737"/>
                </a:cubicBezTo>
                <a:lnTo>
                  <a:pt x="318498" y="41380"/>
                </a:lnTo>
                <a:cubicBezTo>
                  <a:pt x="319402" y="37109"/>
                  <a:pt x="320891" y="33659"/>
                  <a:pt x="322964" y="31032"/>
                </a:cubicBezTo>
                <a:cubicBezTo>
                  <a:pt x="325036" y="28404"/>
                  <a:pt x="328032" y="26382"/>
                  <a:pt x="331952" y="24965"/>
                </a:cubicBezTo>
                <a:cubicBezTo>
                  <a:pt x="335871" y="23547"/>
                  <a:pt x="340413" y="22838"/>
                  <a:pt x="345576" y="22838"/>
                </a:cubicBezTo>
                <a:cubicBezTo>
                  <a:pt x="350701" y="22838"/>
                  <a:pt x="354865" y="23441"/>
                  <a:pt x="358069" y="24647"/>
                </a:cubicBezTo>
                <a:cubicBezTo>
                  <a:pt x="361272" y="25853"/>
                  <a:pt x="363628" y="27370"/>
                  <a:pt x="365135" y="29198"/>
                </a:cubicBezTo>
                <a:cubicBezTo>
                  <a:pt x="366643" y="31026"/>
                  <a:pt x="367698" y="33334"/>
                  <a:pt x="368301" y="36123"/>
                </a:cubicBezTo>
                <a:cubicBezTo>
                  <a:pt x="368640" y="37856"/>
                  <a:pt x="368810" y="40984"/>
                  <a:pt x="368810" y="45507"/>
                </a:cubicBezTo>
                <a:lnTo>
                  <a:pt x="368810" y="59074"/>
                </a:lnTo>
                <a:cubicBezTo>
                  <a:pt x="368810" y="68534"/>
                  <a:pt x="369026" y="74516"/>
                  <a:pt x="369460" y="77022"/>
                </a:cubicBezTo>
                <a:cubicBezTo>
                  <a:pt x="369893" y="79529"/>
                  <a:pt x="370750" y="81931"/>
                  <a:pt x="372032" y="84230"/>
                </a:cubicBezTo>
                <a:lnTo>
                  <a:pt x="361404" y="84230"/>
                </a:lnTo>
                <a:cubicBezTo>
                  <a:pt x="360349" y="82117"/>
                  <a:pt x="359671" y="79646"/>
                  <a:pt x="359369" y="76818"/>
                </a:cubicBezTo>
                <a:moveTo>
                  <a:pt x="358521" y="54043"/>
                </a:moveTo>
                <a:cubicBezTo>
                  <a:pt x="354828" y="55563"/>
                  <a:pt x="349288" y="56855"/>
                  <a:pt x="341901" y="57919"/>
                </a:cubicBezTo>
                <a:cubicBezTo>
                  <a:pt x="337718" y="58524"/>
                  <a:pt x="334760" y="59205"/>
                  <a:pt x="333026" y="59963"/>
                </a:cubicBezTo>
                <a:cubicBezTo>
                  <a:pt x="331292" y="60719"/>
                  <a:pt x="329954" y="61826"/>
                  <a:pt x="329012" y="63284"/>
                </a:cubicBezTo>
                <a:cubicBezTo>
                  <a:pt x="328070" y="64741"/>
                  <a:pt x="327599" y="66358"/>
                  <a:pt x="327599" y="68137"/>
                </a:cubicBezTo>
                <a:cubicBezTo>
                  <a:pt x="327599" y="70861"/>
                  <a:pt x="328626" y="73131"/>
                  <a:pt x="330680" y="74949"/>
                </a:cubicBezTo>
                <a:cubicBezTo>
                  <a:pt x="332734" y="76765"/>
                  <a:pt x="335739" y="77673"/>
                  <a:pt x="339696" y="77673"/>
                </a:cubicBezTo>
                <a:cubicBezTo>
                  <a:pt x="343616" y="77673"/>
                  <a:pt x="347102" y="76811"/>
                  <a:pt x="350155" y="75088"/>
                </a:cubicBezTo>
                <a:cubicBezTo>
                  <a:pt x="353207" y="73365"/>
                  <a:pt x="355450" y="71008"/>
                  <a:pt x="356882" y="68017"/>
                </a:cubicBezTo>
                <a:cubicBezTo>
                  <a:pt x="357975" y="65706"/>
                  <a:pt x="358521" y="62298"/>
                  <a:pt x="358521" y="57792"/>
                </a:cubicBezTo>
                <a:lnTo>
                  <a:pt x="358521" y="54043"/>
                </a:lnTo>
                <a:close/>
                <a:moveTo>
                  <a:pt x="384644" y="13115"/>
                </a:moveTo>
                <a:lnTo>
                  <a:pt x="384644" y="1357"/>
                </a:lnTo>
                <a:lnTo>
                  <a:pt x="394819" y="1357"/>
                </a:lnTo>
                <a:lnTo>
                  <a:pt x="394819" y="13115"/>
                </a:lnTo>
                <a:lnTo>
                  <a:pt x="384644" y="13115"/>
                </a:lnTo>
                <a:moveTo>
                  <a:pt x="384644" y="84230"/>
                </a:moveTo>
                <a:lnTo>
                  <a:pt x="384644" y="24195"/>
                </a:lnTo>
                <a:lnTo>
                  <a:pt x="394819" y="24195"/>
                </a:lnTo>
                <a:lnTo>
                  <a:pt x="394819" y="84230"/>
                </a:lnTo>
                <a:lnTo>
                  <a:pt x="384644" y="84230"/>
                </a:lnTo>
                <a:close/>
                <a:moveTo>
                  <a:pt x="410313" y="84230"/>
                </a:moveTo>
                <a:lnTo>
                  <a:pt x="410313" y="24195"/>
                </a:lnTo>
                <a:lnTo>
                  <a:pt x="419414" y="24195"/>
                </a:lnTo>
                <a:lnTo>
                  <a:pt x="419414" y="32561"/>
                </a:lnTo>
                <a:cubicBezTo>
                  <a:pt x="421298" y="29638"/>
                  <a:pt x="423804" y="27287"/>
                  <a:pt x="426932" y="25508"/>
                </a:cubicBezTo>
                <a:cubicBezTo>
                  <a:pt x="430060" y="23728"/>
                  <a:pt x="433622" y="22838"/>
                  <a:pt x="437617" y="22838"/>
                </a:cubicBezTo>
                <a:cubicBezTo>
                  <a:pt x="442064" y="22838"/>
                  <a:pt x="445710" y="23757"/>
                  <a:pt x="448555" y="25594"/>
                </a:cubicBezTo>
                <a:cubicBezTo>
                  <a:pt x="451401" y="27430"/>
                  <a:pt x="453407" y="29998"/>
                  <a:pt x="454576" y="33296"/>
                </a:cubicBezTo>
                <a:cubicBezTo>
                  <a:pt x="459324" y="26324"/>
                  <a:pt x="465505" y="22838"/>
                  <a:pt x="473118" y="22838"/>
                </a:cubicBezTo>
                <a:cubicBezTo>
                  <a:pt x="479072" y="22838"/>
                  <a:pt x="483651" y="24487"/>
                  <a:pt x="486854" y="27785"/>
                </a:cubicBezTo>
                <a:cubicBezTo>
                  <a:pt x="490058" y="31082"/>
                  <a:pt x="491660" y="36161"/>
                  <a:pt x="491660" y="43020"/>
                </a:cubicBezTo>
                <a:lnTo>
                  <a:pt x="491660" y="84230"/>
                </a:lnTo>
                <a:lnTo>
                  <a:pt x="481541" y="84230"/>
                </a:lnTo>
                <a:lnTo>
                  <a:pt x="481541" y="46371"/>
                </a:lnTo>
                <a:cubicBezTo>
                  <a:pt x="481541" y="42296"/>
                  <a:pt x="481211" y="39363"/>
                  <a:pt x="480551" y="37571"/>
                </a:cubicBezTo>
                <a:cubicBezTo>
                  <a:pt x="479892" y="35779"/>
                  <a:pt x="478695" y="34336"/>
                  <a:pt x="476962" y="33242"/>
                </a:cubicBezTo>
                <a:cubicBezTo>
                  <a:pt x="475228" y="32147"/>
                  <a:pt x="473193" y="31600"/>
                  <a:pt x="470856" y="31600"/>
                </a:cubicBezTo>
                <a:cubicBezTo>
                  <a:pt x="466636" y="31600"/>
                  <a:pt x="463131" y="33006"/>
                  <a:pt x="460342" y="35817"/>
                </a:cubicBezTo>
                <a:cubicBezTo>
                  <a:pt x="457553" y="38627"/>
                  <a:pt x="456159" y="43126"/>
                  <a:pt x="456159" y="49314"/>
                </a:cubicBezTo>
                <a:lnTo>
                  <a:pt x="456159" y="84230"/>
                </a:lnTo>
                <a:lnTo>
                  <a:pt x="445983" y="84230"/>
                </a:lnTo>
                <a:lnTo>
                  <a:pt x="445983" y="45182"/>
                </a:lnTo>
                <a:cubicBezTo>
                  <a:pt x="445983" y="40655"/>
                  <a:pt x="445154" y="37259"/>
                  <a:pt x="443496" y="34996"/>
                </a:cubicBezTo>
                <a:cubicBezTo>
                  <a:pt x="441838" y="32732"/>
                  <a:pt x="439124" y="31600"/>
                  <a:pt x="435355" y="31600"/>
                </a:cubicBezTo>
                <a:cubicBezTo>
                  <a:pt x="432491" y="31600"/>
                  <a:pt x="429844" y="32355"/>
                  <a:pt x="427413" y="33865"/>
                </a:cubicBezTo>
                <a:cubicBezTo>
                  <a:pt x="424982" y="35374"/>
                  <a:pt x="423220" y="37581"/>
                  <a:pt x="422127" y="40486"/>
                </a:cubicBezTo>
                <a:cubicBezTo>
                  <a:pt x="421034" y="43391"/>
                  <a:pt x="420488" y="47578"/>
                  <a:pt x="420488" y="53048"/>
                </a:cubicBezTo>
                <a:lnTo>
                  <a:pt x="420488" y="84230"/>
                </a:lnTo>
                <a:lnTo>
                  <a:pt x="410313" y="84230"/>
                </a:lnTo>
                <a:close/>
                <a:moveTo>
                  <a:pt x="537060" y="89205"/>
                </a:moveTo>
                <a:lnTo>
                  <a:pt x="546953" y="90675"/>
                </a:lnTo>
                <a:cubicBezTo>
                  <a:pt x="547368" y="93727"/>
                  <a:pt x="548517" y="95951"/>
                  <a:pt x="550401" y="97345"/>
                </a:cubicBezTo>
                <a:cubicBezTo>
                  <a:pt x="552926" y="99229"/>
                  <a:pt x="556375" y="100172"/>
                  <a:pt x="560746" y="100172"/>
                </a:cubicBezTo>
                <a:cubicBezTo>
                  <a:pt x="565457" y="100172"/>
                  <a:pt x="569094" y="99227"/>
                  <a:pt x="571657" y="97338"/>
                </a:cubicBezTo>
                <a:cubicBezTo>
                  <a:pt x="574219" y="95450"/>
                  <a:pt x="575953" y="92806"/>
                  <a:pt x="576858" y="89406"/>
                </a:cubicBezTo>
                <a:cubicBezTo>
                  <a:pt x="577385" y="87330"/>
                  <a:pt x="577630" y="82968"/>
                  <a:pt x="577592" y="76319"/>
                </a:cubicBezTo>
                <a:cubicBezTo>
                  <a:pt x="573145" y="81593"/>
                  <a:pt x="567605" y="84230"/>
                  <a:pt x="560973" y="84230"/>
                </a:cubicBezTo>
                <a:cubicBezTo>
                  <a:pt x="552719" y="84230"/>
                  <a:pt x="546331" y="81253"/>
                  <a:pt x="541809" y="75298"/>
                </a:cubicBezTo>
                <a:cubicBezTo>
                  <a:pt x="537286" y="69344"/>
                  <a:pt x="535025" y="62202"/>
                  <a:pt x="535025" y="53873"/>
                </a:cubicBezTo>
                <a:cubicBezTo>
                  <a:pt x="535025" y="48145"/>
                  <a:pt x="536062" y="42859"/>
                  <a:pt x="538134" y="38017"/>
                </a:cubicBezTo>
                <a:cubicBezTo>
                  <a:pt x="540207" y="33174"/>
                  <a:pt x="543213" y="29433"/>
                  <a:pt x="547151" y="26795"/>
                </a:cubicBezTo>
                <a:cubicBezTo>
                  <a:pt x="551089" y="24157"/>
                  <a:pt x="555715" y="22838"/>
                  <a:pt x="561029" y="22838"/>
                </a:cubicBezTo>
                <a:cubicBezTo>
                  <a:pt x="568114" y="22838"/>
                  <a:pt x="573956" y="25721"/>
                  <a:pt x="578553" y="31487"/>
                </a:cubicBezTo>
                <a:lnTo>
                  <a:pt x="578553" y="24195"/>
                </a:lnTo>
                <a:lnTo>
                  <a:pt x="587937" y="24195"/>
                </a:lnTo>
                <a:lnTo>
                  <a:pt x="587937" y="76125"/>
                </a:lnTo>
                <a:cubicBezTo>
                  <a:pt x="587937" y="85477"/>
                  <a:pt x="586986" y="92105"/>
                  <a:pt x="585083" y="96008"/>
                </a:cubicBezTo>
                <a:cubicBezTo>
                  <a:pt x="583180" y="99911"/>
                  <a:pt x="580165" y="102993"/>
                  <a:pt x="576038" y="105256"/>
                </a:cubicBezTo>
                <a:cubicBezTo>
                  <a:pt x="571911" y="107519"/>
                  <a:pt x="566833" y="108651"/>
                  <a:pt x="560803" y="108651"/>
                </a:cubicBezTo>
                <a:cubicBezTo>
                  <a:pt x="553642" y="108651"/>
                  <a:pt x="547858" y="107035"/>
                  <a:pt x="543448" y="103804"/>
                </a:cubicBezTo>
                <a:cubicBezTo>
                  <a:pt x="539039" y="100572"/>
                  <a:pt x="536909" y="95706"/>
                  <a:pt x="537060" y="89205"/>
                </a:cubicBezTo>
                <a:moveTo>
                  <a:pt x="545483" y="53140"/>
                </a:moveTo>
                <a:cubicBezTo>
                  <a:pt x="545483" y="60997"/>
                  <a:pt x="547047" y="66729"/>
                  <a:pt x="550175" y="70338"/>
                </a:cubicBezTo>
                <a:cubicBezTo>
                  <a:pt x="553303" y="73946"/>
                  <a:pt x="557223" y="75751"/>
                  <a:pt x="561934" y="75751"/>
                </a:cubicBezTo>
                <a:cubicBezTo>
                  <a:pt x="566607" y="75751"/>
                  <a:pt x="570526" y="73956"/>
                  <a:pt x="573692" y="70366"/>
                </a:cubicBezTo>
                <a:cubicBezTo>
                  <a:pt x="576858" y="66776"/>
                  <a:pt x="578440" y="61147"/>
                  <a:pt x="578440" y="53478"/>
                </a:cubicBezTo>
                <a:cubicBezTo>
                  <a:pt x="578440" y="46148"/>
                  <a:pt x="576810" y="40622"/>
                  <a:pt x="573551" y="36900"/>
                </a:cubicBezTo>
                <a:cubicBezTo>
                  <a:pt x="570291" y="33179"/>
                  <a:pt x="566362" y="31318"/>
                  <a:pt x="561764" y="31318"/>
                </a:cubicBezTo>
                <a:cubicBezTo>
                  <a:pt x="557242" y="31318"/>
                  <a:pt x="553397" y="33150"/>
                  <a:pt x="550232" y="36815"/>
                </a:cubicBezTo>
                <a:cubicBezTo>
                  <a:pt x="547066" y="40480"/>
                  <a:pt x="545483" y="45922"/>
                  <a:pt x="545483" y="53140"/>
                </a:cubicBezTo>
                <a:close/>
                <a:moveTo>
                  <a:pt x="603376" y="13115"/>
                </a:moveTo>
                <a:lnTo>
                  <a:pt x="603376" y="1357"/>
                </a:lnTo>
                <a:lnTo>
                  <a:pt x="613551" y="1357"/>
                </a:lnTo>
                <a:lnTo>
                  <a:pt x="613551" y="13115"/>
                </a:lnTo>
                <a:lnTo>
                  <a:pt x="603376" y="13115"/>
                </a:lnTo>
                <a:moveTo>
                  <a:pt x="603376" y="84230"/>
                </a:moveTo>
                <a:lnTo>
                  <a:pt x="603376" y="24195"/>
                </a:lnTo>
                <a:lnTo>
                  <a:pt x="613551" y="24195"/>
                </a:lnTo>
                <a:lnTo>
                  <a:pt x="613551" y="84230"/>
                </a:lnTo>
                <a:lnTo>
                  <a:pt x="603376" y="84230"/>
                </a:lnTo>
                <a:close/>
                <a:moveTo>
                  <a:pt x="645720" y="84230"/>
                </a:moveTo>
                <a:lnTo>
                  <a:pt x="622882" y="24195"/>
                </a:lnTo>
                <a:lnTo>
                  <a:pt x="633623" y="24195"/>
                </a:lnTo>
                <a:lnTo>
                  <a:pt x="646512" y="60148"/>
                </a:lnTo>
                <a:cubicBezTo>
                  <a:pt x="647906" y="64030"/>
                  <a:pt x="649187" y="68062"/>
                  <a:pt x="650356" y="72246"/>
                </a:cubicBezTo>
                <a:cubicBezTo>
                  <a:pt x="651260" y="69080"/>
                  <a:pt x="652523" y="65274"/>
                  <a:pt x="654143" y="60827"/>
                </a:cubicBezTo>
                <a:lnTo>
                  <a:pt x="667484" y="24195"/>
                </a:lnTo>
                <a:lnTo>
                  <a:pt x="677943" y="24195"/>
                </a:lnTo>
                <a:lnTo>
                  <a:pt x="655217" y="84230"/>
                </a:lnTo>
                <a:lnTo>
                  <a:pt x="645720" y="84230"/>
                </a:lnTo>
                <a:close/>
                <a:moveTo>
                  <a:pt x="728029" y="64897"/>
                </a:moveTo>
                <a:lnTo>
                  <a:pt x="738544" y="66197"/>
                </a:lnTo>
                <a:cubicBezTo>
                  <a:pt x="736885" y="72340"/>
                  <a:pt x="733814" y="77107"/>
                  <a:pt x="729329" y="80499"/>
                </a:cubicBezTo>
                <a:cubicBezTo>
                  <a:pt x="724844" y="83891"/>
                  <a:pt x="719116" y="85587"/>
                  <a:pt x="712144" y="85587"/>
                </a:cubicBezTo>
                <a:cubicBezTo>
                  <a:pt x="703363" y="85587"/>
                  <a:pt x="696400" y="82883"/>
                  <a:pt x="691256" y="77475"/>
                </a:cubicBezTo>
                <a:cubicBezTo>
                  <a:pt x="686112" y="72067"/>
                  <a:pt x="683540" y="64482"/>
                  <a:pt x="683540" y="54721"/>
                </a:cubicBezTo>
                <a:cubicBezTo>
                  <a:pt x="683540" y="44621"/>
                  <a:pt x="686140" y="36782"/>
                  <a:pt x="691341" y="31205"/>
                </a:cubicBezTo>
                <a:cubicBezTo>
                  <a:pt x="696542" y="25627"/>
                  <a:pt x="703287" y="22838"/>
                  <a:pt x="711579" y="22838"/>
                </a:cubicBezTo>
                <a:cubicBezTo>
                  <a:pt x="719606" y="22838"/>
                  <a:pt x="726163" y="25566"/>
                  <a:pt x="731251" y="31023"/>
                </a:cubicBezTo>
                <a:cubicBezTo>
                  <a:pt x="736339" y="36478"/>
                  <a:pt x="738883" y="44153"/>
                  <a:pt x="738883" y="54048"/>
                </a:cubicBezTo>
                <a:cubicBezTo>
                  <a:pt x="738883" y="54650"/>
                  <a:pt x="738864" y="55553"/>
                  <a:pt x="738826" y="56756"/>
                </a:cubicBezTo>
                <a:lnTo>
                  <a:pt x="694054" y="56756"/>
                </a:lnTo>
                <a:cubicBezTo>
                  <a:pt x="694431" y="63333"/>
                  <a:pt x="696297" y="68369"/>
                  <a:pt x="699651" y="71864"/>
                </a:cubicBezTo>
                <a:cubicBezTo>
                  <a:pt x="703005" y="75360"/>
                  <a:pt x="707188" y="77107"/>
                  <a:pt x="712200" y="77107"/>
                </a:cubicBezTo>
                <a:cubicBezTo>
                  <a:pt x="715931" y="77107"/>
                  <a:pt x="719116" y="76137"/>
                  <a:pt x="721754" y="74196"/>
                </a:cubicBezTo>
                <a:cubicBezTo>
                  <a:pt x="724392" y="72254"/>
                  <a:pt x="726484" y="69154"/>
                  <a:pt x="728029" y="64897"/>
                </a:cubicBezTo>
                <a:moveTo>
                  <a:pt x="694619" y="48277"/>
                </a:moveTo>
                <a:lnTo>
                  <a:pt x="728142" y="48277"/>
                </a:lnTo>
                <a:cubicBezTo>
                  <a:pt x="727690" y="43309"/>
                  <a:pt x="726408" y="39584"/>
                  <a:pt x="724298" y="37100"/>
                </a:cubicBezTo>
                <a:cubicBezTo>
                  <a:pt x="721057" y="33245"/>
                  <a:pt x="716855" y="31318"/>
                  <a:pt x="711692" y="31318"/>
                </a:cubicBezTo>
                <a:cubicBezTo>
                  <a:pt x="707018" y="31318"/>
                  <a:pt x="703090" y="32856"/>
                  <a:pt x="699905" y="35934"/>
                </a:cubicBezTo>
                <a:cubicBezTo>
                  <a:pt x="696721" y="39010"/>
                  <a:pt x="694959" y="43124"/>
                  <a:pt x="694619" y="48277"/>
                </a:cubicBezTo>
                <a:close/>
                <a:moveTo>
                  <a:pt x="747254" y="66253"/>
                </a:moveTo>
                <a:lnTo>
                  <a:pt x="757317" y="64671"/>
                </a:lnTo>
                <a:cubicBezTo>
                  <a:pt x="757882" y="68685"/>
                  <a:pt x="759456" y="71762"/>
                  <a:pt x="762037" y="73901"/>
                </a:cubicBezTo>
                <a:cubicBezTo>
                  <a:pt x="764619" y="76039"/>
                  <a:pt x="768227" y="77107"/>
                  <a:pt x="772863" y="77107"/>
                </a:cubicBezTo>
                <a:cubicBezTo>
                  <a:pt x="777536" y="77107"/>
                  <a:pt x="781003" y="76163"/>
                  <a:pt x="783264" y="74275"/>
                </a:cubicBezTo>
                <a:cubicBezTo>
                  <a:pt x="785525" y="72386"/>
                  <a:pt x="786656" y="70171"/>
                  <a:pt x="786656" y="67630"/>
                </a:cubicBezTo>
                <a:cubicBezTo>
                  <a:pt x="786656" y="65348"/>
                  <a:pt x="785657" y="63554"/>
                  <a:pt x="783660" y="62245"/>
                </a:cubicBezTo>
                <a:cubicBezTo>
                  <a:pt x="782265" y="61348"/>
                  <a:pt x="778798" y="60207"/>
                  <a:pt x="773258" y="58823"/>
                </a:cubicBezTo>
                <a:cubicBezTo>
                  <a:pt x="765796" y="56938"/>
                  <a:pt x="760624" y="55307"/>
                  <a:pt x="757741" y="53930"/>
                </a:cubicBezTo>
                <a:cubicBezTo>
                  <a:pt x="754858" y="52553"/>
                  <a:pt x="752672" y="50648"/>
                  <a:pt x="751183" y="48215"/>
                </a:cubicBezTo>
                <a:cubicBezTo>
                  <a:pt x="749695" y="45782"/>
                  <a:pt x="748950" y="43094"/>
                  <a:pt x="748950" y="40152"/>
                </a:cubicBezTo>
                <a:cubicBezTo>
                  <a:pt x="748950" y="37474"/>
                  <a:pt x="749563" y="34994"/>
                  <a:pt x="750788" y="32712"/>
                </a:cubicBezTo>
                <a:cubicBezTo>
                  <a:pt x="752012" y="30429"/>
                  <a:pt x="753680" y="28534"/>
                  <a:pt x="755790" y="27025"/>
                </a:cubicBezTo>
                <a:cubicBezTo>
                  <a:pt x="757373" y="25856"/>
                  <a:pt x="759531" y="24866"/>
                  <a:pt x="762263" y="24055"/>
                </a:cubicBezTo>
                <a:cubicBezTo>
                  <a:pt x="764995" y="23244"/>
                  <a:pt x="767926" y="22838"/>
                  <a:pt x="771054" y="22838"/>
                </a:cubicBezTo>
                <a:cubicBezTo>
                  <a:pt x="775764" y="22838"/>
                  <a:pt x="779901" y="23521"/>
                  <a:pt x="783462" y="24887"/>
                </a:cubicBezTo>
                <a:cubicBezTo>
                  <a:pt x="787023" y="26252"/>
                  <a:pt x="789652" y="28102"/>
                  <a:pt x="791348" y="30436"/>
                </a:cubicBezTo>
                <a:cubicBezTo>
                  <a:pt x="793044" y="32769"/>
                  <a:pt x="794212" y="35890"/>
                  <a:pt x="794853" y="39797"/>
                </a:cubicBezTo>
                <a:lnTo>
                  <a:pt x="784904" y="41154"/>
                </a:lnTo>
                <a:cubicBezTo>
                  <a:pt x="784451" y="38064"/>
                  <a:pt x="783142" y="35652"/>
                  <a:pt x="780975" y="33918"/>
                </a:cubicBezTo>
                <a:cubicBezTo>
                  <a:pt x="778808" y="32185"/>
                  <a:pt x="775746" y="31318"/>
                  <a:pt x="771789" y="31318"/>
                </a:cubicBezTo>
                <a:cubicBezTo>
                  <a:pt x="767115" y="31318"/>
                  <a:pt x="763780" y="32087"/>
                  <a:pt x="761783" y="33625"/>
                </a:cubicBezTo>
                <a:cubicBezTo>
                  <a:pt x="759785" y="35162"/>
                  <a:pt x="758787" y="36962"/>
                  <a:pt x="758787" y="39025"/>
                </a:cubicBezTo>
                <a:cubicBezTo>
                  <a:pt x="758787" y="40337"/>
                  <a:pt x="759201" y="41519"/>
                  <a:pt x="760030" y="42569"/>
                </a:cubicBezTo>
                <a:cubicBezTo>
                  <a:pt x="760859" y="43656"/>
                  <a:pt x="762160" y="44556"/>
                  <a:pt x="763931" y="45268"/>
                </a:cubicBezTo>
                <a:cubicBezTo>
                  <a:pt x="764948" y="45644"/>
                  <a:pt x="767944" y="46507"/>
                  <a:pt x="772919" y="47856"/>
                </a:cubicBezTo>
                <a:cubicBezTo>
                  <a:pt x="780117" y="49777"/>
                  <a:pt x="785139" y="51349"/>
                  <a:pt x="787984" y="52573"/>
                </a:cubicBezTo>
                <a:cubicBezTo>
                  <a:pt x="790830" y="53797"/>
                  <a:pt x="793063" y="55576"/>
                  <a:pt x="794683" y="57912"/>
                </a:cubicBezTo>
                <a:cubicBezTo>
                  <a:pt x="796304" y="60246"/>
                  <a:pt x="797114" y="63145"/>
                  <a:pt x="797114" y="66609"/>
                </a:cubicBezTo>
                <a:cubicBezTo>
                  <a:pt x="797114" y="69998"/>
                  <a:pt x="796125" y="73190"/>
                  <a:pt x="794146" y="76183"/>
                </a:cubicBezTo>
                <a:cubicBezTo>
                  <a:pt x="792168" y="79176"/>
                  <a:pt x="789313" y="81491"/>
                  <a:pt x="785582" y="83130"/>
                </a:cubicBezTo>
                <a:cubicBezTo>
                  <a:pt x="781851" y="84768"/>
                  <a:pt x="777630" y="85587"/>
                  <a:pt x="772919" y="85587"/>
                </a:cubicBezTo>
                <a:cubicBezTo>
                  <a:pt x="765118" y="85587"/>
                  <a:pt x="759173" y="83962"/>
                  <a:pt x="755084" y="80711"/>
                </a:cubicBezTo>
                <a:cubicBezTo>
                  <a:pt x="750995" y="77461"/>
                  <a:pt x="748385" y="72641"/>
                  <a:pt x="747254" y="66253"/>
                </a:cubicBezTo>
                <a:close/>
                <a:moveTo>
                  <a:pt x="880549" y="76818"/>
                </a:moveTo>
                <a:cubicBezTo>
                  <a:pt x="876780" y="80023"/>
                  <a:pt x="873153" y="82286"/>
                  <a:pt x="869667" y="83606"/>
                </a:cubicBezTo>
                <a:cubicBezTo>
                  <a:pt x="866181" y="84927"/>
                  <a:pt x="862440" y="85587"/>
                  <a:pt x="858446" y="85587"/>
                </a:cubicBezTo>
                <a:cubicBezTo>
                  <a:pt x="851850" y="85587"/>
                  <a:pt x="846782" y="83975"/>
                  <a:pt x="843239" y="80750"/>
                </a:cubicBezTo>
                <a:cubicBezTo>
                  <a:pt x="839696" y="77525"/>
                  <a:pt x="837925" y="73405"/>
                  <a:pt x="837925" y="68389"/>
                </a:cubicBezTo>
                <a:cubicBezTo>
                  <a:pt x="837925" y="65448"/>
                  <a:pt x="838594" y="62762"/>
                  <a:pt x="839932" y="60330"/>
                </a:cubicBezTo>
                <a:cubicBezTo>
                  <a:pt x="841270" y="57897"/>
                  <a:pt x="843022" y="55945"/>
                  <a:pt x="845189" y="54474"/>
                </a:cubicBezTo>
                <a:cubicBezTo>
                  <a:pt x="847356" y="53003"/>
                  <a:pt x="849797" y="51891"/>
                  <a:pt x="852510" y="51137"/>
                </a:cubicBezTo>
                <a:cubicBezTo>
                  <a:pt x="854507" y="50608"/>
                  <a:pt x="857522" y="50099"/>
                  <a:pt x="861555" y="49609"/>
                </a:cubicBezTo>
                <a:cubicBezTo>
                  <a:pt x="869771" y="48636"/>
                  <a:pt x="875819" y="47476"/>
                  <a:pt x="879701" y="46129"/>
                </a:cubicBezTo>
                <a:cubicBezTo>
                  <a:pt x="879739" y="44740"/>
                  <a:pt x="879758" y="43858"/>
                  <a:pt x="879758" y="43482"/>
                </a:cubicBezTo>
                <a:cubicBezTo>
                  <a:pt x="879758" y="39352"/>
                  <a:pt x="878797" y="36443"/>
                  <a:pt x="876875" y="34754"/>
                </a:cubicBezTo>
                <a:cubicBezTo>
                  <a:pt x="874274" y="32463"/>
                  <a:pt x="870411" y="31318"/>
                  <a:pt x="865286" y="31318"/>
                </a:cubicBezTo>
                <a:cubicBezTo>
                  <a:pt x="860500" y="31318"/>
                  <a:pt x="856966" y="32156"/>
                  <a:pt x="854686" y="33833"/>
                </a:cubicBezTo>
                <a:cubicBezTo>
                  <a:pt x="852406" y="35510"/>
                  <a:pt x="850720" y="38478"/>
                  <a:pt x="849627" y="42737"/>
                </a:cubicBezTo>
                <a:lnTo>
                  <a:pt x="839678" y="41380"/>
                </a:lnTo>
                <a:cubicBezTo>
                  <a:pt x="840582" y="37109"/>
                  <a:pt x="842071" y="33659"/>
                  <a:pt x="844144" y="31032"/>
                </a:cubicBezTo>
                <a:cubicBezTo>
                  <a:pt x="846216" y="28404"/>
                  <a:pt x="849212" y="26382"/>
                  <a:pt x="853132" y="24965"/>
                </a:cubicBezTo>
                <a:cubicBezTo>
                  <a:pt x="857051" y="23547"/>
                  <a:pt x="861593" y="22838"/>
                  <a:pt x="866756" y="22838"/>
                </a:cubicBezTo>
                <a:cubicBezTo>
                  <a:pt x="871881" y="22838"/>
                  <a:pt x="876045" y="23441"/>
                  <a:pt x="879249" y="24647"/>
                </a:cubicBezTo>
                <a:cubicBezTo>
                  <a:pt x="882452" y="25853"/>
                  <a:pt x="884808" y="27370"/>
                  <a:pt x="886315" y="29198"/>
                </a:cubicBezTo>
                <a:cubicBezTo>
                  <a:pt x="887823" y="31026"/>
                  <a:pt x="888878" y="33334"/>
                  <a:pt x="889481" y="36123"/>
                </a:cubicBezTo>
                <a:cubicBezTo>
                  <a:pt x="889820" y="37856"/>
                  <a:pt x="889990" y="40984"/>
                  <a:pt x="889990" y="45507"/>
                </a:cubicBezTo>
                <a:lnTo>
                  <a:pt x="889990" y="59074"/>
                </a:lnTo>
                <a:cubicBezTo>
                  <a:pt x="889990" y="68534"/>
                  <a:pt x="890206" y="74516"/>
                  <a:pt x="890640" y="77022"/>
                </a:cubicBezTo>
                <a:cubicBezTo>
                  <a:pt x="891073" y="79529"/>
                  <a:pt x="891930" y="81931"/>
                  <a:pt x="893212" y="84230"/>
                </a:cubicBezTo>
                <a:lnTo>
                  <a:pt x="882584" y="84230"/>
                </a:lnTo>
                <a:cubicBezTo>
                  <a:pt x="881529" y="82117"/>
                  <a:pt x="880850" y="79646"/>
                  <a:pt x="880549" y="76818"/>
                </a:cubicBezTo>
                <a:moveTo>
                  <a:pt x="879701" y="54043"/>
                </a:moveTo>
                <a:cubicBezTo>
                  <a:pt x="876008" y="55563"/>
                  <a:pt x="870468" y="56855"/>
                  <a:pt x="863081" y="57919"/>
                </a:cubicBezTo>
                <a:cubicBezTo>
                  <a:pt x="858898" y="58524"/>
                  <a:pt x="855939" y="59205"/>
                  <a:pt x="854206" y="59963"/>
                </a:cubicBezTo>
                <a:cubicBezTo>
                  <a:pt x="852472" y="60719"/>
                  <a:pt x="851134" y="61826"/>
                  <a:pt x="850192" y="63284"/>
                </a:cubicBezTo>
                <a:cubicBezTo>
                  <a:pt x="849250" y="64741"/>
                  <a:pt x="848779" y="66358"/>
                  <a:pt x="848779" y="68137"/>
                </a:cubicBezTo>
                <a:cubicBezTo>
                  <a:pt x="848779" y="70861"/>
                  <a:pt x="849806" y="73131"/>
                  <a:pt x="851860" y="74949"/>
                </a:cubicBezTo>
                <a:cubicBezTo>
                  <a:pt x="853914" y="76765"/>
                  <a:pt x="856919" y="77673"/>
                  <a:pt x="860876" y="77673"/>
                </a:cubicBezTo>
                <a:cubicBezTo>
                  <a:pt x="864796" y="77673"/>
                  <a:pt x="868282" y="76811"/>
                  <a:pt x="871335" y="75088"/>
                </a:cubicBezTo>
                <a:cubicBezTo>
                  <a:pt x="874387" y="73365"/>
                  <a:pt x="876630" y="71008"/>
                  <a:pt x="878062" y="68017"/>
                </a:cubicBezTo>
                <a:cubicBezTo>
                  <a:pt x="879155" y="65706"/>
                  <a:pt x="879701" y="62298"/>
                  <a:pt x="879701" y="57792"/>
                </a:cubicBezTo>
                <a:lnTo>
                  <a:pt x="879701" y="54043"/>
                </a:lnTo>
                <a:close/>
                <a:moveTo>
                  <a:pt x="940360" y="84230"/>
                </a:moveTo>
                <a:lnTo>
                  <a:pt x="940360" y="32109"/>
                </a:lnTo>
                <a:lnTo>
                  <a:pt x="931371" y="32109"/>
                </a:lnTo>
                <a:lnTo>
                  <a:pt x="931371" y="24195"/>
                </a:lnTo>
                <a:lnTo>
                  <a:pt x="940360" y="24195"/>
                </a:lnTo>
                <a:lnTo>
                  <a:pt x="940360" y="17821"/>
                </a:lnTo>
                <a:cubicBezTo>
                  <a:pt x="940360" y="13798"/>
                  <a:pt x="940718" y="10809"/>
                  <a:pt x="941434" y="8854"/>
                </a:cubicBezTo>
                <a:cubicBezTo>
                  <a:pt x="942413" y="6223"/>
                  <a:pt x="944138" y="4090"/>
                  <a:pt x="946606" y="2454"/>
                </a:cubicBezTo>
                <a:cubicBezTo>
                  <a:pt x="949075" y="818"/>
                  <a:pt x="952532" y="0"/>
                  <a:pt x="956979" y="0"/>
                </a:cubicBezTo>
                <a:cubicBezTo>
                  <a:pt x="959844" y="0"/>
                  <a:pt x="963009" y="339"/>
                  <a:pt x="966477" y="1018"/>
                </a:cubicBezTo>
                <a:lnTo>
                  <a:pt x="964950" y="9893"/>
                </a:lnTo>
                <a:cubicBezTo>
                  <a:pt x="962840" y="9516"/>
                  <a:pt x="960842" y="9327"/>
                  <a:pt x="958958" y="9327"/>
                </a:cubicBezTo>
                <a:cubicBezTo>
                  <a:pt x="955868" y="9327"/>
                  <a:pt x="953682" y="9985"/>
                  <a:pt x="952400" y="11299"/>
                </a:cubicBezTo>
                <a:cubicBezTo>
                  <a:pt x="951119" y="12613"/>
                  <a:pt x="950478" y="15072"/>
                  <a:pt x="950478" y="18676"/>
                </a:cubicBezTo>
                <a:lnTo>
                  <a:pt x="950478" y="24195"/>
                </a:lnTo>
                <a:lnTo>
                  <a:pt x="962180" y="24195"/>
                </a:lnTo>
                <a:lnTo>
                  <a:pt x="962180" y="32109"/>
                </a:lnTo>
                <a:lnTo>
                  <a:pt x="950478" y="32109"/>
                </a:lnTo>
                <a:lnTo>
                  <a:pt x="950478" y="84230"/>
                </a:lnTo>
                <a:lnTo>
                  <a:pt x="940360" y="84230"/>
                </a:lnTo>
                <a:close/>
                <a:moveTo>
                  <a:pt x="1009266" y="76818"/>
                </a:moveTo>
                <a:cubicBezTo>
                  <a:pt x="1005498" y="80023"/>
                  <a:pt x="1001870" y="82286"/>
                  <a:pt x="998384" y="83606"/>
                </a:cubicBezTo>
                <a:cubicBezTo>
                  <a:pt x="994898" y="84927"/>
                  <a:pt x="991158" y="85587"/>
                  <a:pt x="987163" y="85587"/>
                </a:cubicBezTo>
                <a:cubicBezTo>
                  <a:pt x="980568" y="85587"/>
                  <a:pt x="975499" y="83975"/>
                  <a:pt x="971956" y="80750"/>
                </a:cubicBezTo>
                <a:cubicBezTo>
                  <a:pt x="968414" y="77525"/>
                  <a:pt x="966642" y="73405"/>
                  <a:pt x="966642" y="68389"/>
                </a:cubicBezTo>
                <a:cubicBezTo>
                  <a:pt x="966642" y="65448"/>
                  <a:pt x="967311" y="62762"/>
                  <a:pt x="968649" y="60330"/>
                </a:cubicBezTo>
                <a:cubicBezTo>
                  <a:pt x="969987" y="57897"/>
                  <a:pt x="971740" y="55945"/>
                  <a:pt x="973907" y="54474"/>
                </a:cubicBezTo>
                <a:cubicBezTo>
                  <a:pt x="976074" y="53003"/>
                  <a:pt x="978514" y="51891"/>
                  <a:pt x="981227" y="51137"/>
                </a:cubicBezTo>
                <a:cubicBezTo>
                  <a:pt x="983225" y="50608"/>
                  <a:pt x="986240" y="50099"/>
                  <a:pt x="990272" y="49609"/>
                </a:cubicBezTo>
                <a:cubicBezTo>
                  <a:pt x="998488" y="48636"/>
                  <a:pt x="1004537" y="47476"/>
                  <a:pt x="1008418" y="46129"/>
                </a:cubicBezTo>
                <a:cubicBezTo>
                  <a:pt x="1008456" y="44740"/>
                  <a:pt x="1008475" y="43858"/>
                  <a:pt x="1008475" y="43482"/>
                </a:cubicBezTo>
                <a:cubicBezTo>
                  <a:pt x="1008475" y="39352"/>
                  <a:pt x="1007514" y="36443"/>
                  <a:pt x="1005592" y="34754"/>
                </a:cubicBezTo>
                <a:cubicBezTo>
                  <a:pt x="1002991" y="32463"/>
                  <a:pt x="999128" y="31318"/>
                  <a:pt x="994003" y="31318"/>
                </a:cubicBezTo>
                <a:cubicBezTo>
                  <a:pt x="989217" y="31318"/>
                  <a:pt x="985684" y="32156"/>
                  <a:pt x="983404" y="33833"/>
                </a:cubicBezTo>
                <a:cubicBezTo>
                  <a:pt x="981124" y="35510"/>
                  <a:pt x="979437" y="38478"/>
                  <a:pt x="978344" y="42737"/>
                </a:cubicBezTo>
                <a:lnTo>
                  <a:pt x="968395" y="41380"/>
                </a:lnTo>
                <a:cubicBezTo>
                  <a:pt x="969299" y="37109"/>
                  <a:pt x="970788" y="33659"/>
                  <a:pt x="972861" y="31032"/>
                </a:cubicBezTo>
                <a:cubicBezTo>
                  <a:pt x="974934" y="28404"/>
                  <a:pt x="977930" y="26382"/>
                  <a:pt x="981849" y="24965"/>
                </a:cubicBezTo>
                <a:cubicBezTo>
                  <a:pt x="985768" y="23547"/>
                  <a:pt x="990310" y="22838"/>
                  <a:pt x="995473" y="22838"/>
                </a:cubicBezTo>
                <a:cubicBezTo>
                  <a:pt x="1000598" y="22838"/>
                  <a:pt x="1004763" y="23441"/>
                  <a:pt x="1007966" y="24647"/>
                </a:cubicBezTo>
                <a:cubicBezTo>
                  <a:pt x="1011169" y="25853"/>
                  <a:pt x="1013525" y="27370"/>
                  <a:pt x="1015032" y="29198"/>
                </a:cubicBezTo>
                <a:cubicBezTo>
                  <a:pt x="1016540" y="31026"/>
                  <a:pt x="1017595" y="33334"/>
                  <a:pt x="1018198" y="36123"/>
                </a:cubicBezTo>
                <a:cubicBezTo>
                  <a:pt x="1018537" y="37856"/>
                  <a:pt x="1018707" y="40984"/>
                  <a:pt x="1018707" y="45507"/>
                </a:cubicBezTo>
                <a:lnTo>
                  <a:pt x="1018707" y="59074"/>
                </a:lnTo>
                <a:cubicBezTo>
                  <a:pt x="1018707" y="68534"/>
                  <a:pt x="1018923" y="74516"/>
                  <a:pt x="1019357" y="77022"/>
                </a:cubicBezTo>
                <a:cubicBezTo>
                  <a:pt x="1019790" y="79529"/>
                  <a:pt x="1020648" y="81931"/>
                  <a:pt x="1021929" y="84230"/>
                </a:cubicBezTo>
                <a:lnTo>
                  <a:pt x="1011301" y="84230"/>
                </a:lnTo>
                <a:cubicBezTo>
                  <a:pt x="1010246" y="82117"/>
                  <a:pt x="1009568" y="79646"/>
                  <a:pt x="1009266" y="76818"/>
                </a:cubicBezTo>
                <a:moveTo>
                  <a:pt x="1008418" y="54043"/>
                </a:moveTo>
                <a:cubicBezTo>
                  <a:pt x="1004725" y="55563"/>
                  <a:pt x="999185" y="56855"/>
                  <a:pt x="991798" y="57919"/>
                </a:cubicBezTo>
                <a:cubicBezTo>
                  <a:pt x="987615" y="58524"/>
                  <a:pt x="984657" y="59205"/>
                  <a:pt x="982923" y="59963"/>
                </a:cubicBezTo>
                <a:cubicBezTo>
                  <a:pt x="981190" y="60719"/>
                  <a:pt x="979852" y="61826"/>
                  <a:pt x="978909" y="63284"/>
                </a:cubicBezTo>
                <a:cubicBezTo>
                  <a:pt x="977967" y="64741"/>
                  <a:pt x="977496" y="66358"/>
                  <a:pt x="977496" y="68137"/>
                </a:cubicBezTo>
                <a:cubicBezTo>
                  <a:pt x="977496" y="70861"/>
                  <a:pt x="978523" y="73131"/>
                  <a:pt x="980577" y="74949"/>
                </a:cubicBezTo>
                <a:cubicBezTo>
                  <a:pt x="982631" y="76765"/>
                  <a:pt x="985637" y="77673"/>
                  <a:pt x="989594" y="77673"/>
                </a:cubicBezTo>
                <a:cubicBezTo>
                  <a:pt x="993513" y="77673"/>
                  <a:pt x="996999" y="76811"/>
                  <a:pt x="1000052" y="75088"/>
                </a:cubicBezTo>
                <a:cubicBezTo>
                  <a:pt x="1003104" y="73365"/>
                  <a:pt x="1005347" y="71008"/>
                  <a:pt x="1006779" y="68017"/>
                </a:cubicBezTo>
                <a:cubicBezTo>
                  <a:pt x="1007872" y="65706"/>
                  <a:pt x="1008418" y="62298"/>
                  <a:pt x="1008418" y="57792"/>
                </a:cubicBezTo>
                <a:lnTo>
                  <a:pt x="1008418" y="54043"/>
                </a:lnTo>
                <a:close/>
                <a:moveTo>
                  <a:pt x="1034258" y="84230"/>
                </a:moveTo>
                <a:lnTo>
                  <a:pt x="1034258" y="1357"/>
                </a:lnTo>
                <a:lnTo>
                  <a:pt x="1044434" y="1357"/>
                </a:lnTo>
                <a:lnTo>
                  <a:pt x="1044434" y="84230"/>
                </a:lnTo>
                <a:lnTo>
                  <a:pt x="1034258" y="84230"/>
                </a:lnTo>
                <a:close/>
                <a:moveTo>
                  <a:pt x="1056140" y="66253"/>
                </a:moveTo>
                <a:lnTo>
                  <a:pt x="1066202" y="64671"/>
                </a:lnTo>
                <a:cubicBezTo>
                  <a:pt x="1066767" y="68685"/>
                  <a:pt x="1068341" y="71762"/>
                  <a:pt x="1070922" y="73901"/>
                </a:cubicBezTo>
                <a:cubicBezTo>
                  <a:pt x="1073504" y="76039"/>
                  <a:pt x="1077112" y="77107"/>
                  <a:pt x="1081748" y="77107"/>
                </a:cubicBezTo>
                <a:cubicBezTo>
                  <a:pt x="1086421" y="77107"/>
                  <a:pt x="1089888" y="76163"/>
                  <a:pt x="1092149" y="74275"/>
                </a:cubicBezTo>
                <a:cubicBezTo>
                  <a:pt x="1094411" y="72386"/>
                  <a:pt x="1095541" y="70171"/>
                  <a:pt x="1095541" y="67630"/>
                </a:cubicBezTo>
                <a:cubicBezTo>
                  <a:pt x="1095541" y="65348"/>
                  <a:pt x="1094542" y="63554"/>
                  <a:pt x="1092545" y="62245"/>
                </a:cubicBezTo>
                <a:cubicBezTo>
                  <a:pt x="1091151" y="61348"/>
                  <a:pt x="1087683" y="60207"/>
                  <a:pt x="1082143" y="58823"/>
                </a:cubicBezTo>
                <a:cubicBezTo>
                  <a:pt x="1074681" y="56938"/>
                  <a:pt x="1069509" y="55307"/>
                  <a:pt x="1066626" y="53930"/>
                </a:cubicBezTo>
                <a:cubicBezTo>
                  <a:pt x="1063743" y="52553"/>
                  <a:pt x="1061557" y="50648"/>
                  <a:pt x="1060068" y="48215"/>
                </a:cubicBezTo>
                <a:cubicBezTo>
                  <a:pt x="1058580" y="45782"/>
                  <a:pt x="1057835" y="43094"/>
                  <a:pt x="1057835" y="40152"/>
                </a:cubicBezTo>
                <a:cubicBezTo>
                  <a:pt x="1057835" y="37474"/>
                  <a:pt x="1058448" y="34994"/>
                  <a:pt x="1059673" y="32712"/>
                </a:cubicBezTo>
                <a:cubicBezTo>
                  <a:pt x="1060898" y="30429"/>
                  <a:pt x="1062565" y="28534"/>
                  <a:pt x="1064676" y="27025"/>
                </a:cubicBezTo>
                <a:cubicBezTo>
                  <a:pt x="1066258" y="25856"/>
                  <a:pt x="1068416" y="24866"/>
                  <a:pt x="1071148" y="24055"/>
                </a:cubicBezTo>
                <a:cubicBezTo>
                  <a:pt x="1073881" y="23244"/>
                  <a:pt x="1076811" y="22838"/>
                  <a:pt x="1079939" y="22838"/>
                </a:cubicBezTo>
                <a:cubicBezTo>
                  <a:pt x="1084650" y="22838"/>
                  <a:pt x="1088786" y="23521"/>
                  <a:pt x="1092347" y="24887"/>
                </a:cubicBezTo>
                <a:cubicBezTo>
                  <a:pt x="1095909" y="26252"/>
                  <a:pt x="1098537" y="28102"/>
                  <a:pt x="1100233" y="30436"/>
                </a:cubicBezTo>
                <a:cubicBezTo>
                  <a:pt x="1101929" y="32769"/>
                  <a:pt x="1103097" y="35890"/>
                  <a:pt x="1103738" y="39797"/>
                </a:cubicBezTo>
                <a:lnTo>
                  <a:pt x="1093789" y="41154"/>
                </a:lnTo>
                <a:cubicBezTo>
                  <a:pt x="1093336" y="38064"/>
                  <a:pt x="1092027" y="35652"/>
                  <a:pt x="1089860" y="33918"/>
                </a:cubicBezTo>
                <a:cubicBezTo>
                  <a:pt x="1087693" y="32185"/>
                  <a:pt x="1084631" y="31318"/>
                  <a:pt x="1080674" y="31318"/>
                </a:cubicBezTo>
                <a:cubicBezTo>
                  <a:pt x="1076001" y="31318"/>
                  <a:pt x="1072665" y="32087"/>
                  <a:pt x="1070668" y="33625"/>
                </a:cubicBezTo>
                <a:cubicBezTo>
                  <a:pt x="1068670" y="35162"/>
                  <a:pt x="1067672" y="36962"/>
                  <a:pt x="1067672" y="39025"/>
                </a:cubicBezTo>
                <a:cubicBezTo>
                  <a:pt x="1067672" y="40337"/>
                  <a:pt x="1068086" y="41519"/>
                  <a:pt x="1068915" y="42569"/>
                </a:cubicBezTo>
                <a:cubicBezTo>
                  <a:pt x="1069745" y="43656"/>
                  <a:pt x="1071045" y="44556"/>
                  <a:pt x="1072816" y="45268"/>
                </a:cubicBezTo>
                <a:cubicBezTo>
                  <a:pt x="1073834" y="45644"/>
                  <a:pt x="1076830" y="46507"/>
                  <a:pt x="1081804" y="47856"/>
                </a:cubicBezTo>
                <a:cubicBezTo>
                  <a:pt x="1089002" y="49777"/>
                  <a:pt x="1094024" y="51349"/>
                  <a:pt x="1096870" y="52573"/>
                </a:cubicBezTo>
                <a:cubicBezTo>
                  <a:pt x="1099715" y="53797"/>
                  <a:pt x="1101948" y="55576"/>
                  <a:pt x="1103568" y="57912"/>
                </a:cubicBezTo>
                <a:cubicBezTo>
                  <a:pt x="1105189" y="60246"/>
                  <a:pt x="1105999" y="63145"/>
                  <a:pt x="1105999" y="66609"/>
                </a:cubicBezTo>
                <a:cubicBezTo>
                  <a:pt x="1105999" y="69998"/>
                  <a:pt x="1105010" y="73190"/>
                  <a:pt x="1103031" y="76183"/>
                </a:cubicBezTo>
                <a:cubicBezTo>
                  <a:pt x="1101053" y="79176"/>
                  <a:pt x="1098198" y="81491"/>
                  <a:pt x="1094467" y="83130"/>
                </a:cubicBezTo>
                <a:cubicBezTo>
                  <a:pt x="1090736" y="84768"/>
                  <a:pt x="1086515" y="85587"/>
                  <a:pt x="1081804" y="85587"/>
                </a:cubicBezTo>
                <a:cubicBezTo>
                  <a:pt x="1074003" y="85587"/>
                  <a:pt x="1068058" y="83962"/>
                  <a:pt x="1063969" y="80711"/>
                </a:cubicBezTo>
                <a:cubicBezTo>
                  <a:pt x="1059880" y="77461"/>
                  <a:pt x="1057270" y="72641"/>
                  <a:pt x="1056140" y="66253"/>
                </a:cubicBezTo>
                <a:close/>
                <a:moveTo>
                  <a:pt x="1159194" y="64897"/>
                </a:moveTo>
                <a:lnTo>
                  <a:pt x="1169709" y="66197"/>
                </a:lnTo>
                <a:cubicBezTo>
                  <a:pt x="1168050" y="72340"/>
                  <a:pt x="1164979" y="77107"/>
                  <a:pt x="1160494" y="80499"/>
                </a:cubicBezTo>
                <a:cubicBezTo>
                  <a:pt x="1156009" y="83891"/>
                  <a:pt x="1150281" y="85587"/>
                  <a:pt x="1143309" y="85587"/>
                </a:cubicBezTo>
                <a:cubicBezTo>
                  <a:pt x="1134528" y="85587"/>
                  <a:pt x="1127565" y="82883"/>
                  <a:pt x="1122421" y="77475"/>
                </a:cubicBezTo>
                <a:cubicBezTo>
                  <a:pt x="1117277" y="72067"/>
                  <a:pt x="1114705" y="64482"/>
                  <a:pt x="1114705" y="54721"/>
                </a:cubicBezTo>
                <a:cubicBezTo>
                  <a:pt x="1114705" y="44621"/>
                  <a:pt x="1117305" y="36782"/>
                  <a:pt x="1122506" y="31205"/>
                </a:cubicBezTo>
                <a:cubicBezTo>
                  <a:pt x="1127707" y="25627"/>
                  <a:pt x="1134452" y="22838"/>
                  <a:pt x="1142744" y="22838"/>
                </a:cubicBezTo>
                <a:cubicBezTo>
                  <a:pt x="1150771" y="22838"/>
                  <a:pt x="1157328" y="25566"/>
                  <a:pt x="1162416" y="31023"/>
                </a:cubicBezTo>
                <a:cubicBezTo>
                  <a:pt x="1167504" y="36478"/>
                  <a:pt x="1170048" y="44153"/>
                  <a:pt x="1170048" y="54048"/>
                </a:cubicBezTo>
                <a:cubicBezTo>
                  <a:pt x="1170048" y="54650"/>
                  <a:pt x="1170029" y="55553"/>
                  <a:pt x="1169991" y="56756"/>
                </a:cubicBezTo>
                <a:lnTo>
                  <a:pt x="1125219" y="56756"/>
                </a:lnTo>
                <a:cubicBezTo>
                  <a:pt x="1125596" y="63333"/>
                  <a:pt x="1127462" y="68369"/>
                  <a:pt x="1130816" y="71864"/>
                </a:cubicBezTo>
                <a:cubicBezTo>
                  <a:pt x="1134170" y="75360"/>
                  <a:pt x="1138353" y="77107"/>
                  <a:pt x="1143365" y="77107"/>
                </a:cubicBezTo>
                <a:cubicBezTo>
                  <a:pt x="1147096" y="77107"/>
                  <a:pt x="1150281" y="76137"/>
                  <a:pt x="1152919" y="74196"/>
                </a:cubicBezTo>
                <a:cubicBezTo>
                  <a:pt x="1155557" y="72254"/>
                  <a:pt x="1157649" y="69154"/>
                  <a:pt x="1159194" y="64897"/>
                </a:cubicBezTo>
                <a:moveTo>
                  <a:pt x="1125785" y="48277"/>
                </a:moveTo>
                <a:lnTo>
                  <a:pt x="1159307" y="48277"/>
                </a:lnTo>
                <a:cubicBezTo>
                  <a:pt x="1158855" y="43309"/>
                  <a:pt x="1157573" y="39584"/>
                  <a:pt x="1155463" y="37100"/>
                </a:cubicBezTo>
                <a:cubicBezTo>
                  <a:pt x="1152222" y="33245"/>
                  <a:pt x="1148020" y="31318"/>
                  <a:pt x="1142857" y="31318"/>
                </a:cubicBezTo>
                <a:cubicBezTo>
                  <a:pt x="1138183" y="31318"/>
                  <a:pt x="1134255" y="32856"/>
                  <a:pt x="1131070" y="35934"/>
                </a:cubicBezTo>
                <a:cubicBezTo>
                  <a:pt x="1127886" y="39010"/>
                  <a:pt x="1126124" y="43124"/>
                  <a:pt x="1125785" y="48277"/>
                </a:cubicBezTo>
                <a:close/>
                <a:moveTo>
                  <a:pt x="1214708" y="13115"/>
                </a:moveTo>
                <a:lnTo>
                  <a:pt x="1214708" y="1357"/>
                </a:lnTo>
                <a:lnTo>
                  <a:pt x="1224884" y="1357"/>
                </a:lnTo>
                <a:lnTo>
                  <a:pt x="1224884" y="13115"/>
                </a:lnTo>
                <a:lnTo>
                  <a:pt x="1214708" y="13115"/>
                </a:lnTo>
                <a:moveTo>
                  <a:pt x="1214708" y="84230"/>
                </a:moveTo>
                <a:lnTo>
                  <a:pt x="1214708" y="24195"/>
                </a:lnTo>
                <a:lnTo>
                  <a:pt x="1224884" y="24195"/>
                </a:lnTo>
                <a:lnTo>
                  <a:pt x="1224884" y="84230"/>
                </a:lnTo>
                <a:lnTo>
                  <a:pt x="1214708" y="84230"/>
                </a:lnTo>
                <a:close/>
                <a:moveTo>
                  <a:pt x="1240377" y="84230"/>
                </a:moveTo>
                <a:lnTo>
                  <a:pt x="1240377" y="24195"/>
                </a:lnTo>
                <a:lnTo>
                  <a:pt x="1249478" y="24195"/>
                </a:lnTo>
                <a:lnTo>
                  <a:pt x="1249478" y="32561"/>
                </a:lnTo>
                <a:cubicBezTo>
                  <a:pt x="1251363" y="29638"/>
                  <a:pt x="1253869" y="27287"/>
                  <a:pt x="1256997" y="25508"/>
                </a:cubicBezTo>
                <a:cubicBezTo>
                  <a:pt x="1260125" y="23728"/>
                  <a:pt x="1263686" y="22838"/>
                  <a:pt x="1267681" y="22838"/>
                </a:cubicBezTo>
                <a:cubicBezTo>
                  <a:pt x="1272128" y="22838"/>
                  <a:pt x="1275774" y="23757"/>
                  <a:pt x="1278620" y="25594"/>
                </a:cubicBezTo>
                <a:cubicBezTo>
                  <a:pt x="1281465" y="27430"/>
                  <a:pt x="1283472" y="29998"/>
                  <a:pt x="1284640" y="33296"/>
                </a:cubicBezTo>
                <a:cubicBezTo>
                  <a:pt x="1289389" y="26324"/>
                  <a:pt x="1295569" y="22838"/>
                  <a:pt x="1303182" y="22838"/>
                </a:cubicBezTo>
                <a:cubicBezTo>
                  <a:pt x="1309137" y="22838"/>
                  <a:pt x="1313716" y="24487"/>
                  <a:pt x="1316919" y="27785"/>
                </a:cubicBezTo>
                <a:cubicBezTo>
                  <a:pt x="1320122" y="31082"/>
                  <a:pt x="1321724" y="36161"/>
                  <a:pt x="1321724" y="43020"/>
                </a:cubicBezTo>
                <a:lnTo>
                  <a:pt x="1321724" y="84230"/>
                </a:lnTo>
                <a:lnTo>
                  <a:pt x="1311605" y="84230"/>
                </a:lnTo>
                <a:lnTo>
                  <a:pt x="1311605" y="46371"/>
                </a:lnTo>
                <a:cubicBezTo>
                  <a:pt x="1311605" y="42296"/>
                  <a:pt x="1311275" y="39363"/>
                  <a:pt x="1310616" y="37571"/>
                </a:cubicBezTo>
                <a:cubicBezTo>
                  <a:pt x="1309956" y="35779"/>
                  <a:pt x="1308760" y="34336"/>
                  <a:pt x="1307026" y="33242"/>
                </a:cubicBezTo>
                <a:cubicBezTo>
                  <a:pt x="1305293" y="32147"/>
                  <a:pt x="1303258" y="31600"/>
                  <a:pt x="1300921" y="31600"/>
                </a:cubicBezTo>
                <a:cubicBezTo>
                  <a:pt x="1296700" y="31600"/>
                  <a:pt x="1293195" y="33006"/>
                  <a:pt x="1290406" y="35817"/>
                </a:cubicBezTo>
                <a:cubicBezTo>
                  <a:pt x="1287618" y="38627"/>
                  <a:pt x="1286223" y="43126"/>
                  <a:pt x="1286223" y="49314"/>
                </a:cubicBezTo>
                <a:lnTo>
                  <a:pt x="1286223" y="84230"/>
                </a:lnTo>
                <a:lnTo>
                  <a:pt x="1276048" y="84230"/>
                </a:lnTo>
                <a:lnTo>
                  <a:pt x="1276048" y="45182"/>
                </a:lnTo>
                <a:cubicBezTo>
                  <a:pt x="1276048" y="40655"/>
                  <a:pt x="1275219" y="37259"/>
                  <a:pt x="1273560" y="34996"/>
                </a:cubicBezTo>
                <a:cubicBezTo>
                  <a:pt x="1271902" y="32732"/>
                  <a:pt x="1269189" y="31600"/>
                  <a:pt x="1265420" y="31600"/>
                </a:cubicBezTo>
                <a:cubicBezTo>
                  <a:pt x="1262556" y="31600"/>
                  <a:pt x="1259908" y="32355"/>
                  <a:pt x="1257478" y="33865"/>
                </a:cubicBezTo>
                <a:cubicBezTo>
                  <a:pt x="1255047" y="35374"/>
                  <a:pt x="1253285" y="37581"/>
                  <a:pt x="1252192" y="40486"/>
                </a:cubicBezTo>
                <a:cubicBezTo>
                  <a:pt x="1251099" y="43391"/>
                  <a:pt x="1250553" y="47578"/>
                  <a:pt x="1250553" y="53048"/>
                </a:cubicBezTo>
                <a:lnTo>
                  <a:pt x="1250553" y="84230"/>
                </a:lnTo>
                <a:lnTo>
                  <a:pt x="1240377" y="84230"/>
                </a:lnTo>
                <a:close/>
                <a:moveTo>
                  <a:pt x="1332871" y="59357"/>
                </a:moveTo>
                <a:lnTo>
                  <a:pt x="1332871" y="49068"/>
                </a:lnTo>
                <a:lnTo>
                  <a:pt x="1364132" y="49068"/>
                </a:lnTo>
                <a:lnTo>
                  <a:pt x="1364132" y="59357"/>
                </a:lnTo>
                <a:lnTo>
                  <a:pt x="1332871" y="59357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pression.">
            <a:extLst xmlns:a="http://schemas.openxmlformats.org/drawingml/2006/main">
              <a:ext uri="{FF2B5EF4-FFF2-40B4-BE49-F238E27FC236}">
                <a16:creationId xmlns:a16="http://schemas.microsoft.com/office/drawing/2014/main" id="{CBB3295F-DC5E-40AD-B16B-FB6B3D30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593" y="3071626"/>
            <a:ext cx="452109" cy="105938"/>
          </a:xfrm>
          <a:custGeom xmlns:a="http://schemas.openxmlformats.org/drawingml/2006/main">
            <a:pathLst>
              <a:path w="452109" h="105938">
                <a:moveTo>
                  <a:pt x="0" y="105938"/>
                </a:moveTo>
                <a:lnTo>
                  <a:pt x="0" y="22838"/>
                </a:lnTo>
                <a:lnTo>
                  <a:pt x="9271" y="22838"/>
                </a:lnTo>
                <a:lnTo>
                  <a:pt x="9271" y="30583"/>
                </a:lnTo>
                <a:cubicBezTo>
                  <a:pt x="11457" y="27549"/>
                  <a:pt x="13925" y="25274"/>
                  <a:pt x="16676" y="23757"/>
                </a:cubicBezTo>
                <a:cubicBezTo>
                  <a:pt x="19428" y="22240"/>
                  <a:pt x="22763" y="21481"/>
                  <a:pt x="26682" y="21481"/>
                </a:cubicBezTo>
                <a:cubicBezTo>
                  <a:pt x="31808" y="21481"/>
                  <a:pt x="36330" y="22801"/>
                  <a:pt x="40250" y="25439"/>
                </a:cubicBezTo>
                <a:cubicBezTo>
                  <a:pt x="44169" y="28077"/>
                  <a:pt x="47127" y="31798"/>
                  <a:pt x="49125" y="36603"/>
                </a:cubicBezTo>
                <a:cubicBezTo>
                  <a:pt x="51122" y="41408"/>
                  <a:pt x="52121" y="46675"/>
                  <a:pt x="52121" y="52404"/>
                </a:cubicBezTo>
                <a:cubicBezTo>
                  <a:pt x="52121" y="58547"/>
                  <a:pt x="51019" y="64077"/>
                  <a:pt x="48814" y="68995"/>
                </a:cubicBezTo>
                <a:cubicBezTo>
                  <a:pt x="46609" y="73913"/>
                  <a:pt x="43406" y="77682"/>
                  <a:pt x="39204" y="80301"/>
                </a:cubicBezTo>
                <a:cubicBezTo>
                  <a:pt x="35002" y="82920"/>
                  <a:pt x="30583" y="84230"/>
                  <a:pt x="25947" y="84230"/>
                </a:cubicBezTo>
                <a:cubicBezTo>
                  <a:pt x="22556" y="84230"/>
                  <a:pt x="19512" y="83505"/>
                  <a:pt x="16818" y="82054"/>
                </a:cubicBezTo>
                <a:cubicBezTo>
                  <a:pt x="14123" y="80602"/>
                  <a:pt x="11909" y="78768"/>
                  <a:pt x="10175" y="76553"/>
                </a:cubicBezTo>
                <a:lnTo>
                  <a:pt x="10175" y="105938"/>
                </a:lnTo>
                <a:lnTo>
                  <a:pt x="0" y="105938"/>
                </a:lnTo>
                <a:moveTo>
                  <a:pt x="9214" y="53110"/>
                </a:moveTo>
                <a:cubicBezTo>
                  <a:pt x="9214" y="60827"/>
                  <a:pt x="10778" y="66529"/>
                  <a:pt x="13906" y="70218"/>
                </a:cubicBezTo>
                <a:cubicBezTo>
                  <a:pt x="17034" y="73906"/>
                  <a:pt x="20822" y="75751"/>
                  <a:pt x="25269" y="75751"/>
                </a:cubicBezTo>
                <a:cubicBezTo>
                  <a:pt x="29791" y="75751"/>
                  <a:pt x="33664" y="73840"/>
                  <a:pt x="36886" y="70020"/>
                </a:cubicBezTo>
                <a:cubicBezTo>
                  <a:pt x="40108" y="66199"/>
                  <a:pt x="41719" y="60280"/>
                  <a:pt x="41719" y="52262"/>
                </a:cubicBezTo>
                <a:cubicBezTo>
                  <a:pt x="41719" y="44621"/>
                  <a:pt x="40146" y="38900"/>
                  <a:pt x="36999" y="35098"/>
                </a:cubicBezTo>
                <a:cubicBezTo>
                  <a:pt x="33852" y="31297"/>
                  <a:pt x="30093" y="29396"/>
                  <a:pt x="25721" y="29396"/>
                </a:cubicBezTo>
                <a:cubicBezTo>
                  <a:pt x="21387" y="29396"/>
                  <a:pt x="17553" y="31419"/>
                  <a:pt x="14217" y="35466"/>
                </a:cubicBezTo>
                <a:cubicBezTo>
                  <a:pt x="10882" y="39512"/>
                  <a:pt x="9214" y="45394"/>
                  <a:pt x="9214" y="53110"/>
                </a:cubicBezTo>
                <a:close/>
                <a:moveTo>
                  <a:pt x="64280" y="82873"/>
                </a:moveTo>
                <a:lnTo>
                  <a:pt x="64280" y="22838"/>
                </a:lnTo>
                <a:lnTo>
                  <a:pt x="73438" y="22838"/>
                </a:lnTo>
                <a:lnTo>
                  <a:pt x="73438" y="31883"/>
                </a:lnTo>
                <a:cubicBezTo>
                  <a:pt x="75775" y="27648"/>
                  <a:pt x="77932" y="24856"/>
                  <a:pt x="79911" y="23506"/>
                </a:cubicBezTo>
                <a:cubicBezTo>
                  <a:pt x="81890" y="22156"/>
                  <a:pt x="84066" y="21481"/>
                  <a:pt x="86440" y="21481"/>
                </a:cubicBezTo>
                <a:cubicBezTo>
                  <a:pt x="89870" y="21481"/>
                  <a:pt x="93356" y="22570"/>
                  <a:pt x="96898" y="24746"/>
                </a:cubicBezTo>
                <a:lnTo>
                  <a:pt x="93394" y="34144"/>
                </a:lnTo>
                <a:cubicBezTo>
                  <a:pt x="90906" y="32674"/>
                  <a:pt x="88419" y="31940"/>
                  <a:pt x="85932" y="31940"/>
                </a:cubicBezTo>
                <a:cubicBezTo>
                  <a:pt x="83708" y="31940"/>
                  <a:pt x="81711" y="32610"/>
                  <a:pt x="79939" y="33950"/>
                </a:cubicBezTo>
                <a:cubicBezTo>
                  <a:pt x="78168" y="35289"/>
                  <a:pt x="76906" y="37147"/>
                  <a:pt x="76152" y="39523"/>
                </a:cubicBezTo>
                <a:cubicBezTo>
                  <a:pt x="75021" y="43145"/>
                  <a:pt x="74456" y="47106"/>
                  <a:pt x="74456" y="51407"/>
                </a:cubicBezTo>
                <a:lnTo>
                  <a:pt x="74456" y="82873"/>
                </a:lnTo>
                <a:lnTo>
                  <a:pt x="64280" y="82873"/>
                </a:lnTo>
                <a:close/>
                <a:moveTo>
                  <a:pt x="144055" y="63540"/>
                </a:moveTo>
                <a:lnTo>
                  <a:pt x="154570" y="64840"/>
                </a:lnTo>
                <a:cubicBezTo>
                  <a:pt x="152912" y="70983"/>
                  <a:pt x="149840" y="75751"/>
                  <a:pt x="145355" y="79142"/>
                </a:cubicBezTo>
                <a:cubicBezTo>
                  <a:pt x="140871" y="82534"/>
                  <a:pt x="135142" y="84230"/>
                  <a:pt x="128170" y="84230"/>
                </a:cubicBezTo>
                <a:cubicBezTo>
                  <a:pt x="119389" y="84230"/>
                  <a:pt x="112427" y="81526"/>
                  <a:pt x="107282" y="76118"/>
                </a:cubicBezTo>
                <a:cubicBezTo>
                  <a:pt x="102138" y="70710"/>
                  <a:pt x="99566" y="63125"/>
                  <a:pt x="99566" y="53365"/>
                </a:cubicBezTo>
                <a:cubicBezTo>
                  <a:pt x="99566" y="43264"/>
                  <a:pt x="102166" y="35426"/>
                  <a:pt x="107367" y="29848"/>
                </a:cubicBezTo>
                <a:cubicBezTo>
                  <a:pt x="112568" y="24270"/>
                  <a:pt x="119314" y="21481"/>
                  <a:pt x="127605" y="21481"/>
                </a:cubicBezTo>
                <a:cubicBezTo>
                  <a:pt x="135632" y="21481"/>
                  <a:pt x="142190" y="24210"/>
                  <a:pt x="147277" y="29666"/>
                </a:cubicBezTo>
                <a:cubicBezTo>
                  <a:pt x="152365" y="35121"/>
                  <a:pt x="154909" y="42796"/>
                  <a:pt x="154909" y="52692"/>
                </a:cubicBezTo>
                <a:cubicBezTo>
                  <a:pt x="154909" y="53293"/>
                  <a:pt x="154890" y="54196"/>
                  <a:pt x="154853" y="55400"/>
                </a:cubicBezTo>
                <a:lnTo>
                  <a:pt x="110081" y="55400"/>
                </a:lnTo>
                <a:cubicBezTo>
                  <a:pt x="110457" y="61976"/>
                  <a:pt x="112323" y="67012"/>
                  <a:pt x="115677" y="70507"/>
                </a:cubicBezTo>
                <a:cubicBezTo>
                  <a:pt x="119031" y="74003"/>
                  <a:pt x="123214" y="75751"/>
                  <a:pt x="128227" y="75751"/>
                </a:cubicBezTo>
                <a:cubicBezTo>
                  <a:pt x="131958" y="75751"/>
                  <a:pt x="135142" y="74780"/>
                  <a:pt x="137780" y="72839"/>
                </a:cubicBezTo>
                <a:cubicBezTo>
                  <a:pt x="140418" y="70897"/>
                  <a:pt x="142510" y="67797"/>
                  <a:pt x="144055" y="63540"/>
                </a:cubicBezTo>
                <a:moveTo>
                  <a:pt x="110646" y="46920"/>
                </a:moveTo>
                <a:lnTo>
                  <a:pt x="144168" y="46920"/>
                </a:lnTo>
                <a:cubicBezTo>
                  <a:pt x="143716" y="41953"/>
                  <a:pt x="142435" y="38227"/>
                  <a:pt x="140324" y="35743"/>
                </a:cubicBezTo>
                <a:cubicBezTo>
                  <a:pt x="137083" y="31888"/>
                  <a:pt x="132881" y="29961"/>
                  <a:pt x="127718" y="29961"/>
                </a:cubicBezTo>
                <a:cubicBezTo>
                  <a:pt x="123045" y="29961"/>
                  <a:pt x="119116" y="31500"/>
                  <a:pt x="115931" y="34577"/>
                </a:cubicBezTo>
                <a:cubicBezTo>
                  <a:pt x="112747" y="37653"/>
                  <a:pt x="110985" y="41768"/>
                  <a:pt x="110646" y="46920"/>
                </a:cubicBezTo>
                <a:close/>
                <a:moveTo>
                  <a:pt x="163281" y="64897"/>
                </a:moveTo>
                <a:lnTo>
                  <a:pt x="173344" y="63314"/>
                </a:lnTo>
                <a:cubicBezTo>
                  <a:pt x="173909" y="67329"/>
                  <a:pt x="175482" y="70405"/>
                  <a:pt x="178064" y="72544"/>
                </a:cubicBezTo>
                <a:cubicBezTo>
                  <a:pt x="180646" y="74682"/>
                  <a:pt x="184254" y="75751"/>
                  <a:pt x="188890" y="75751"/>
                </a:cubicBezTo>
                <a:cubicBezTo>
                  <a:pt x="193563" y="75751"/>
                  <a:pt x="197030" y="74807"/>
                  <a:pt x="199291" y="72919"/>
                </a:cubicBezTo>
                <a:cubicBezTo>
                  <a:pt x="201552" y="71030"/>
                  <a:pt x="202683" y="68814"/>
                  <a:pt x="202683" y="66273"/>
                </a:cubicBezTo>
                <a:cubicBezTo>
                  <a:pt x="202683" y="63992"/>
                  <a:pt x="201684" y="62197"/>
                  <a:pt x="199687" y="60888"/>
                </a:cubicBezTo>
                <a:cubicBezTo>
                  <a:pt x="198292" y="59991"/>
                  <a:pt x="194825" y="58850"/>
                  <a:pt x="189285" y="57467"/>
                </a:cubicBezTo>
                <a:cubicBezTo>
                  <a:pt x="181823" y="55581"/>
                  <a:pt x="176651" y="53950"/>
                  <a:pt x="173768" y="52573"/>
                </a:cubicBezTo>
                <a:cubicBezTo>
                  <a:pt x="170885" y="51196"/>
                  <a:pt x="168699" y="49291"/>
                  <a:pt x="167210" y="46858"/>
                </a:cubicBezTo>
                <a:cubicBezTo>
                  <a:pt x="165722" y="44425"/>
                  <a:pt x="164977" y="41738"/>
                  <a:pt x="164977" y="38796"/>
                </a:cubicBezTo>
                <a:cubicBezTo>
                  <a:pt x="164977" y="36118"/>
                  <a:pt x="165590" y="33637"/>
                  <a:pt x="166814" y="31355"/>
                </a:cubicBezTo>
                <a:cubicBezTo>
                  <a:pt x="168039" y="29072"/>
                  <a:pt x="169707" y="27177"/>
                  <a:pt x="171817" y="25668"/>
                </a:cubicBezTo>
                <a:cubicBezTo>
                  <a:pt x="173400" y="24499"/>
                  <a:pt x="175558" y="23509"/>
                  <a:pt x="178290" y="22699"/>
                </a:cubicBezTo>
                <a:cubicBezTo>
                  <a:pt x="181022" y="21887"/>
                  <a:pt x="183953" y="21481"/>
                  <a:pt x="187081" y="21481"/>
                </a:cubicBezTo>
                <a:cubicBezTo>
                  <a:pt x="191791" y="21481"/>
                  <a:pt x="195928" y="22165"/>
                  <a:pt x="199489" y="23531"/>
                </a:cubicBezTo>
                <a:cubicBezTo>
                  <a:pt x="203050" y="24896"/>
                  <a:pt x="205679" y="26745"/>
                  <a:pt x="207375" y="29080"/>
                </a:cubicBezTo>
                <a:cubicBezTo>
                  <a:pt x="209071" y="31413"/>
                  <a:pt x="210239" y="34533"/>
                  <a:pt x="210880" y="38441"/>
                </a:cubicBezTo>
                <a:lnTo>
                  <a:pt x="200930" y="39797"/>
                </a:lnTo>
                <a:cubicBezTo>
                  <a:pt x="200478" y="36707"/>
                  <a:pt x="199169" y="34295"/>
                  <a:pt x="197002" y="32561"/>
                </a:cubicBezTo>
                <a:cubicBezTo>
                  <a:pt x="194835" y="30828"/>
                  <a:pt x="191773" y="29961"/>
                  <a:pt x="187815" y="29961"/>
                </a:cubicBezTo>
                <a:cubicBezTo>
                  <a:pt x="183142" y="29961"/>
                  <a:pt x="179807" y="30730"/>
                  <a:pt x="177810" y="32268"/>
                </a:cubicBezTo>
                <a:cubicBezTo>
                  <a:pt x="175812" y="33805"/>
                  <a:pt x="174813" y="35605"/>
                  <a:pt x="174813" y="37669"/>
                </a:cubicBezTo>
                <a:cubicBezTo>
                  <a:pt x="174813" y="38981"/>
                  <a:pt x="175228" y="40162"/>
                  <a:pt x="176057" y="41212"/>
                </a:cubicBezTo>
                <a:cubicBezTo>
                  <a:pt x="176886" y="42299"/>
                  <a:pt x="178186" y="43199"/>
                  <a:pt x="179958" y="43912"/>
                </a:cubicBezTo>
                <a:cubicBezTo>
                  <a:pt x="180975" y="44287"/>
                  <a:pt x="183971" y="45150"/>
                  <a:pt x="188946" y="46500"/>
                </a:cubicBezTo>
                <a:cubicBezTo>
                  <a:pt x="196144" y="48421"/>
                  <a:pt x="201166" y="49993"/>
                  <a:pt x="204011" y="51216"/>
                </a:cubicBezTo>
                <a:cubicBezTo>
                  <a:pt x="206857" y="52440"/>
                  <a:pt x="209090" y="54220"/>
                  <a:pt x="210710" y="56555"/>
                </a:cubicBezTo>
                <a:cubicBezTo>
                  <a:pt x="212331" y="58889"/>
                  <a:pt x="213141" y="61788"/>
                  <a:pt x="213141" y="65252"/>
                </a:cubicBezTo>
                <a:cubicBezTo>
                  <a:pt x="213141" y="68641"/>
                  <a:pt x="212152" y="71833"/>
                  <a:pt x="210173" y="74827"/>
                </a:cubicBezTo>
                <a:cubicBezTo>
                  <a:pt x="208195" y="77819"/>
                  <a:pt x="205340" y="80135"/>
                  <a:pt x="201609" y="81773"/>
                </a:cubicBezTo>
                <a:cubicBezTo>
                  <a:pt x="197878" y="83411"/>
                  <a:pt x="193657" y="84230"/>
                  <a:pt x="188946" y="84230"/>
                </a:cubicBezTo>
                <a:cubicBezTo>
                  <a:pt x="181145" y="84230"/>
                  <a:pt x="175200" y="82605"/>
                  <a:pt x="171111" y="79354"/>
                </a:cubicBezTo>
                <a:cubicBezTo>
                  <a:pt x="167022" y="76104"/>
                  <a:pt x="164412" y="71285"/>
                  <a:pt x="163281" y="64897"/>
                </a:cubicBezTo>
                <a:close/>
                <a:moveTo>
                  <a:pt x="221168" y="64897"/>
                </a:moveTo>
                <a:lnTo>
                  <a:pt x="231230" y="63314"/>
                </a:lnTo>
                <a:cubicBezTo>
                  <a:pt x="231796" y="67329"/>
                  <a:pt x="233369" y="70405"/>
                  <a:pt x="235951" y="72544"/>
                </a:cubicBezTo>
                <a:cubicBezTo>
                  <a:pt x="238532" y="74682"/>
                  <a:pt x="242141" y="75751"/>
                  <a:pt x="246776" y="75751"/>
                </a:cubicBezTo>
                <a:cubicBezTo>
                  <a:pt x="251449" y="75751"/>
                  <a:pt x="254917" y="74807"/>
                  <a:pt x="257178" y="72919"/>
                </a:cubicBezTo>
                <a:cubicBezTo>
                  <a:pt x="259439" y="71030"/>
                  <a:pt x="260570" y="68814"/>
                  <a:pt x="260570" y="66273"/>
                </a:cubicBezTo>
                <a:cubicBezTo>
                  <a:pt x="260570" y="63992"/>
                  <a:pt x="259571" y="62197"/>
                  <a:pt x="257573" y="60888"/>
                </a:cubicBezTo>
                <a:cubicBezTo>
                  <a:pt x="256179" y="59991"/>
                  <a:pt x="252712" y="58850"/>
                  <a:pt x="247172" y="57467"/>
                </a:cubicBezTo>
                <a:cubicBezTo>
                  <a:pt x="239710" y="55581"/>
                  <a:pt x="234537" y="53950"/>
                  <a:pt x="231654" y="52573"/>
                </a:cubicBezTo>
                <a:cubicBezTo>
                  <a:pt x="228771" y="51196"/>
                  <a:pt x="226585" y="49291"/>
                  <a:pt x="225097" y="46858"/>
                </a:cubicBezTo>
                <a:cubicBezTo>
                  <a:pt x="223608" y="44425"/>
                  <a:pt x="222864" y="41738"/>
                  <a:pt x="222864" y="38796"/>
                </a:cubicBezTo>
                <a:cubicBezTo>
                  <a:pt x="222864" y="36118"/>
                  <a:pt x="223476" y="33637"/>
                  <a:pt x="224701" y="31355"/>
                </a:cubicBezTo>
                <a:cubicBezTo>
                  <a:pt x="225926" y="29072"/>
                  <a:pt x="227594" y="27177"/>
                  <a:pt x="229704" y="25668"/>
                </a:cubicBezTo>
                <a:cubicBezTo>
                  <a:pt x="231287" y="24499"/>
                  <a:pt x="233444" y="23509"/>
                  <a:pt x="236177" y="22699"/>
                </a:cubicBezTo>
                <a:cubicBezTo>
                  <a:pt x="238909" y="21887"/>
                  <a:pt x="241839" y="21481"/>
                  <a:pt x="244967" y="21481"/>
                </a:cubicBezTo>
                <a:cubicBezTo>
                  <a:pt x="249678" y="21481"/>
                  <a:pt x="253814" y="22165"/>
                  <a:pt x="257376" y="23531"/>
                </a:cubicBezTo>
                <a:cubicBezTo>
                  <a:pt x="260937" y="24896"/>
                  <a:pt x="263566" y="26745"/>
                  <a:pt x="265262" y="29080"/>
                </a:cubicBezTo>
                <a:cubicBezTo>
                  <a:pt x="266957" y="31413"/>
                  <a:pt x="268126" y="34533"/>
                  <a:pt x="268766" y="38441"/>
                </a:cubicBezTo>
                <a:lnTo>
                  <a:pt x="258817" y="39797"/>
                </a:lnTo>
                <a:cubicBezTo>
                  <a:pt x="258365" y="36707"/>
                  <a:pt x="257055" y="34295"/>
                  <a:pt x="254888" y="32561"/>
                </a:cubicBezTo>
                <a:cubicBezTo>
                  <a:pt x="252721" y="30828"/>
                  <a:pt x="249659" y="29961"/>
                  <a:pt x="245702" y="29961"/>
                </a:cubicBezTo>
                <a:cubicBezTo>
                  <a:pt x="241029" y="29961"/>
                  <a:pt x="237694" y="30730"/>
                  <a:pt x="235696" y="32268"/>
                </a:cubicBezTo>
                <a:cubicBezTo>
                  <a:pt x="233699" y="33805"/>
                  <a:pt x="232700" y="35605"/>
                  <a:pt x="232700" y="37669"/>
                </a:cubicBezTo>
                <a:cubicBezTo>
                  <a:pt x="232700" y="38981"/>
                  <a:pt x="233115" y="40162"/>
                  <a:pt x="233944" y="41212"/>
                </a:cubicBezTo>
                <a:cubicBezTo>
                  <a:pt x="234773" y="42299"/>
                  <a:pt x="236073" y="43199"/>
                  <a:pt x="237844" y="43912"/>
                </a:cubicBezTo>
                <a:cubicBezTo>
                  <a:pt x="238862" y="44287"/>
                  <a:pt x="241858" y="45150"/>
                  <a:pt x="246833" y="46500"/>
                </a:cubicBezTo>
                <a:cubicBezTo>
                  <a:pt x="254031" y="48421"/>
                  <a:pt x="259053" y="49993"/>
                  <a:pt x="261898" y="51216"/>
                </a:cubicBezTo>
                <a:cubicBezTo>
                  <a:pt x="264743" y="52440"/>
                  <a:pt x="266976" y="54220"/>
                  <a:pt x="268597" y="56555"/>
                </a:cubicBezTo>
                <a:cubicBezTo>
                  <a:pt x="270217" y="58889"/>
                  <a:pt x="271028" y="61788"/>
                  <a:pt x="271028" y="65252"/>
                </a:cubicBezTo>
                <a:cubicBezTo>
                  <a:pt x="271028" y="68641"/>
                  <a:pt x="270038" y="71833"/>
                  <a:pt x="268060" y="74827"/>
                </a:cubicBezTo>
                <a:cubicBezTo>
                  <a:pt x="266081" y="77819"/>
                  <a:pt x="263226" y="80135"/>
                  <a:pt x="259495" y="81773"/>
                </a:cubicBezTo>
                <a:cubicBezTo>
                  <a:pt x="255764" y="83411"/>
                  <a:pt x="251544" y="84230"/>
                  <a:pt x="246833" y="84230"/>
                </a:cubicBezTo>
                <a:cubicBezTo>
                  <a:pt x="239032" y="84230"/>
                  <a:pt x="233086" y="82605"/>
                  <a:pt x="228997" y="79354"/>
                </a:cubicBezTo>
                <a:cubicBezTo>
                  <a:pt x="224908" y="76104"/>
                  <a:pt x="222299" y="71285"/>
                  <a:pt x="221168" y="64897"/>
                </a:cubicBezTo>
                <a:close/>
                <a:moveTo>
                  <a:pt x="283182" y="11758"/>
                </a:moveTo>
                <a:lnTo>
                  <a:pt x="283182" y="0"/>
                </a:lnTo>
                <a:lnTo>
                  <a:pt x="293357" y="0"/>
                </a:lnTo>
                <a:lnTo>
                  <a:pt x="293357" y="11758"/>
                </a:lnTo>
                <a:lnTo>
                  <a:pt x="283182" y="11758"/>
                </a:lnTo>
                <a:moveTo>
                  <a:pt x="283182" y="82873"/>
                </a:moveTo>
                <a:lnTo>
                  <a:pt x="283182" y="22838"/>
                </a:lnTo>
                <a:lnTo>
                  <a:pt x="293357" y="22838"/>
                </a:lnTo>
                <a:lnTo>
                  <a:pt x="293357" y="82873"/>
                </a:lnTo>
                <a:lnTo>
                  <a:pt x="283182" y="82873"/>
                </a:lnTo>
                <a:close/>
                <a:moveTo>
                  <a:pt x="305063" y="52856"/>
                </a:moveTo>
                <a:cubicBezTo>
                  <a:pt x="305063" y="41738"/>
                  <a:pt x="308153" y="33504"/>
                  <a:pt x="314334" y="28152"/>
                </a:cubicBezTo>
                <a:cubicBezTo>
                  <a:pt x="319497" y="23705"/>
                  <a:pt x="325791" y="21481"/>
                  <a:pt x="333215" y="21481"/>
                </a:cubicBezTo>
                <a:cubicBezTo>
                  <a:pt x="341468" y="21481"/>
                  <a:pt x="348214" y="24186"/>
                  <a:pt x="353453" y="29594"/>
                </a:cubicBezTo>
                <a:cubicBezTo>
                  <a:pt x="358691" y="35002"/>
                  <a:pt x="361310" y="42473"/>
                  <a:pt x="361310" y="52008"/>
                </a:cubicBezTo>
                <a:cubicBezTo>
                  <a:pt x="361310" y="59734"/>
                  <a:pt x="360152" y="65811"/>
                  <a:pt x="357834" y="70239"/>
                </a:cubicBezTo>
                <a:cubicBezTo>
                  <a:pt x="355516" y="74667"/>
                  <a:pt x="352143" y="78106"/>
                  <a:pt x="347715" y="80556"/>
                </a:cubicBezTo>
                <a:cubicBezTo>
                  <a:pt x="343287" y="83005"/>
                  <a:pt x="338453" y="84230"/>
                  <a:pt x="333215" y="84230"/>
                </a:cubicBezTo>
                <a:cubicBezTo>
                  <a:pt x="324811" y="84230"/>
                  <a:pt x="318018" y="81535"/>
                  <a:pt x="312836" y="76146"/>
                </a:cubicBezTo>
                <a:cubicBezTo>
                  <a:pt x="307654" y="70757"/>
                  <a:pt x="305063" y="62994"/>
                  <a:pt x="305063" y="52856"/>
                </a:cubicBezTo>
                <a:moveTo>
                  <a:pt x="315521" y="52828"/>
                </a:moveTo>
                <a:cubicBezTo>
                  <a:pt x="315521" y="60487"/>
                  <a:pt x="317198" y="66223"/>
                  <a:pt x="320552" y="70034"/>
                </a:cubicBezTo>
                <a:cubicBezTo>
                  <a:pt x="323906" y="73845"/>
                  <a:pt x="328127" y="75751"/>
                  <a:pt x="333215" y="75751"/>
                </a:cubicBezTo>
                <a:cubicBezTo>
                  <a:pt x="338265" y="75751"/>
                  <a:pt x="342467" y="73836"/>
                  <a:pt x="345821" y="70006"/>
                </a:cubicBezTo>
                <a:cubicBezTo>
                  <a:pt x="349175" y="66176"/>
                  <a:pt x="350852" y="60337"/>
                  <a:pt x="350852" y="52490"/>
                </a:cubicBezTo>
                <a:cubicBezTo>
                  <a:pt x="350852" y="45093"/>
                  <a:pt x="349166" y="39489"/>
                  <a:pt x="345793" y="35678"/>
                </a:cubicBezTo>
                <a:cubicBezTo>
                  <a:pt x="342420" y="31867"/>
                  <a:pt x="338227" y="29961"/>
                  <a:pt x="333215" y="29961"/>
                </a:cubicBezTo>
                <a:cubicBezTo>
                  <a:pt x="328127" y="29961"/>
                  <a:pt x="323906" y="31857"/>
                  <a:pt x="320552" y="35649"/>
                </a:cubicBezTo>
                <a:cubicBezTo>
                  <a:pt x="317198" y="39442"/>
                  <a:pt x="315521" y="45168"/>
                  <a:pt x="315521" y="52828"/>
                </a:cubicBezTo>
                <a:close/>
                <a:moveTo>
                  <a:pt x="373244" y="82873"/>
                </a:moveTo>
                <a:lnTo>
                  <a:pt x="373244" y="22838"/>
                </a:lnTo>
                <a:lnTo>
                  <a:pt x="382402" y="22838"/>
                </a:lnTo>
                <a:lnTo>
                  <a:pt x="382402" y="31318"/>
                </a:lnTo>
                <a:cubicBezTo>
                  <a:pt x="386811" y="24760"/>
                  <a:pt x="393180" y="21481"/>
                  <a:pt x="401509" y="21481"/>
                </a:cubicBezTo>
                <a:cubicBezTo>
                  <a:pt x="405127" y="21481"/>
                  <a:pt x="408453" y="22132"/>
                  <a:pt x="411487" y="23432"/>
                </a:cubicBezTo>
                <a:cubicBezTo>
                  <a:pt x="414520" y="24732"/>
                  <a:pt x="416791" y="26437"/>
                  <a:pt x="418298" y="28548"/>
                </a:cubicBezTo>
                <a:cubicBezTo>
                  <a:pt x="419806" y="30658"/>
                  <a:pt x="420861" y="33164"/>
                  <a:pt x="421464" y="36066"/>
                </a:cubicBezTo>
                <a:cubicBezTo>
                  <a:pt x="421841" y="37951"/>
                  <a:pt x="422029" y="41248"/>
                  <a:pt x="422029" y="45959"/>
                </a:cubicBezTo>
                <a:lnTo>
                  <a:pt x="422029" y="82873"/>
                </a:lnTo>
                <a:lnTo>
                  <a:pt x="411854" y="82873"/>
                </a:lnTo>
                <a:lnTo>
                  <a:pt x="411854" y="46316"/>
                </a:lnTo>
                <a:cubicBezTo>
                  <a:pt x="411854" y="42166"/>
                  <a:pt x="411458" y="39062"/>
                  <a:pt x="410667" y="37006"/>
                </a:cubicBezTo>
                <a:cubicBezTo>
                  <a:pt x="409875" y="34950"/>
                  <a:pt x="408472" y="33309"/>
                  <a:pt x="406455" y="32083"/>
                </a:cubicBezTo>
                <a:cubicBezTo>
                  <a:pt x="404439" y="30857"/>
                  <a:pt x="402074" y="30244"/>
                  <a:pt x="399361" y="30244"/>
                </a:cubicBezTo>
                <a:cubicBezTo>
                  <a:pt x="395027" y="30244"/>
                  <a:pt x="391286" y="31621"/>
                  <a:pt x="388140" y="34376"/>
                </a:cubicBezTo>
                <a:cubicBezTo>
                  <a:pt x="384993" y="37129"/>
                  <a:pt x="383419" y="42354"/>
                  <a:pt x="383419" y="50050"/>
                </a:cubicBezTo>
                <a:lnTo>
                  <a:pt x="383419" y="82873"/>
                </a:lnTo>
                <a:lnTo>
                  <a:pt x="373244" y="82873"/>
                </a:lnTo>
                <a:close/>
                <a:moveTo>
                  <a:pt x="440520" y="82873"/>
                </a:moveTo>
                <a:lnTo>
                  <a:pt x="440520" y="71228"/>
                </a:lnTo>
                <a:lnTo>
                  <a:pt x="452109" y="71228"/>
                </a:lnTo>
                <a:lnTo>
                  <a:pt x="452109" y="82873"/>
                </a:lnTo>
                <a:lnTo>
                  <a:pt x="440520" y="82873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06B3D-BF0F-4DBE-9FDD-6248A556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675" y="1022484"/>
            <a:ext cx="1629770" cy="723819"/>
          </a:xfrm>
          <a:custGeom xmlns:a="http://schemas.openxmlformats.org/drawingml/2006/main">
            <a:pathLst>
              <a:path w="1629770" h="723819">
                <a:moveTo>
                  <a:pt x="1629770" y="97462"/>
                </a:moveTo>
                <a:lnTo>
                  <a:pt x="1629770" y="626357"/>
                </a:lnTo>
                <a:cubicBezTo>
                  <a:pt x="1629770" y="680153"/>
                  <a:pt x="1586103" y="723819"/>
                  <a:pt x="1532307" y="723819"/>
                </a:cubicBezTo>
                <a:lnTo>
                  <a:pt x="97462" y="723819"/>
                </a:lnTo>
                <a:cubicBezTo>
                  <a:pt x="43666" y="723819"/>
                  <a:pt x="0" y="680153"/>
                  <a:pt x="0" y="626357"/>
                </a:cubicBezTo>
                <a:lnTo>
                  <a:pt x="0" y="97462"/>
                </a:lnTo>
                <a:cubicBezTo>
                  <a:pt x="0" y="43666"/>
                  <a:pt x="43666" y="0"/>
                  <a:pt x="97462" y="0"/>
                </a:cubicBezTo>
                <a:lnTo>
                  <a:pt x="1532307" y="0"/>
                </a:lnTo>
                <a:cubicBezTo>
                  <a:pt x="1586103" y="0"/>
                  <a:pt x="1629770" y="43666"/>
                  <a:pt x="1629770" y="97462"/>
                </a:cubicBezTo>
                <a:close/>
              </a:path>
            </a:pathLst>
          </a:custGeom>
          <a:solidFill xmlns:a="http://schemas.openxmlformats.org/drawingml/2006/main">
            <a:srgbClr val="E0344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�">
            <a:extLst xmlns:a="http://schemas.openxmlformats.org/drawingml/2006/main">
              <a:ext uri="{FF2B5EF4-FFF2-40B4-BE49-F238E27FC236}">
                <a16:creationId xmlns:a16="http://schemas.microsoft.com/office/drawing/2014/main" id="{17BD6F0A-6E34-4B19-A986-407B852F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179" y="1076550"/>
            <a:ext cx="177365" cy="169802"/>
          </a:xfrm>
          <a:custGeom xmlns:a="http://schemas.openxmlformats.org/drawingml/2006/main">
            <a:pathLst>
              <a:path w="177365" h="169802">
                <a:moveTo>
                  <a:pt x="88684" y="169802"/>
                </a:moveTo>
                <a:cubicBezTo>
                  <a:pt x="118996" y="169802"/>
                  <a:pt x="147053" y="153619"/>
                  <a:pt x="162241" y="127351"/>
                </a:cubicBezTo>
                <a:cubicBezTo>
                  <a:pt x="177365" y="101087"/>
                  <a:pt x="177365" y="68718"/>
                  <a:pt x="162241" y="42450"/>
                </a:cubicBezTo>
                <a:cubicBezTo>
                  <a:pt x="147053" y="16186"/>
                  <a:pt x="118996" y="0"/>
                  <a:pt x="88684" y="0"/>
                </a:cubicBezTo>
                <a:cubicBezTo>
                  <a:pt x="58369" y="0"/>
                  <a:pt x="30314" y="16186"/>
                  <a:pt x="15123" y="42450"/>
                </a:cubicBezTo>
                <a:cubicBezTo>
                  <a:pt x="0" y="68718"/>
                  <a:pt x="0" y="101087"/>
                  <a:pt x="15123" y="127351"/>
                </a:cubicBezTo>
                <a:cubicBezTo>
                  <a:pt x="30314" y="153619"/>
                  <a:pt x="58369" y="169802"/>
                  <a:pt x="88684" y="169802"/>
                </a:cubicBezTo>
                <a:moveTo>
                  <a:pt x="61821" y="58038"/>
                </a:moveTo>
                <a:cubicBezTo>
                  <a:pt x="64937" y="54921"/>
                  <a:pt x="69977" y="54921"/>
                  <a:pt x="73029" y="58038"/>
                </a:cubicBezTo>
                <a:lnTo>
                  <a:pt x="88616" y="73625"/>
                </a:lnTo>
                <a:lnTo>
                  <a:pt x="104204" y="58038"/>
                </a:lnTo>
                <a:cubicBezTo>
                  <a:pt x="107321" y="54921"/>
                  <a:pt x="112427" y="54921"/>
                  <a:pt x="115480" y="58038"/>
                </a:cubicBezTo>
                <a:cubicBezTo>
                  <a:pt x="118529" y="61157"/>
                  <a:pt x="118596" y="66197"/>
                  <a:pt x="115480" y="69249"/>
                </a:cubicBezTo>
                <a:lnTo>
                  <a:pt x="99892" y="84836"/>
                </a:lnTo>
                <a:lnTo>
                  <a:pt x="115480" y="100423"/>
                </a:lnTo>
                <a:cubicBezTo>
                  <a:pt x="118596" y="103540"/>
                  <a:pt x="118596" y="108582"/>
                  <a:pt x="115480" y="111699"/>
                </a:cubicBezTo>
                <a:cubicBezTo>
                  <a:pt x="112363" y="114749"/>
                  <a:pt x="107321" y="114816"/>
                  <a:pt x="104204" y="111699"/>
                </a:cubicBezTo>
                <a:lnTo>
                  <a:pt x="88616" y="96112"/>
                </a:lnTo>
                <a:lnTo>
                  <a:pt x="73029" y="111699"/>
                </a:lnTo>
                <a:cubicBezTo>
                  <a:pt x="69977" y="114816"/>
                  <a:pt x="64870" y="114816"/>
                  <a:pt x="61821" y="111699"/>
                </a:cubicBezTo>
                <a:cubicBezTo>
                  <a:pt x="58768" y="108582"/>
                  <a:pt x="58701" y="103540"/>
                  <a:pt x="61821" y="100423"/>
                </a:cubicBezTo>
                <a:lnTo>
                  <a:pt x="77408" y="84836"/>
                </a:lnTo>
                <a:lnTo>
                  <a:pt x="61821" y="69249"/>
                </a:lnTo>
                <a:cubicBezTo>
                  <a:pt x="58701" y="66132"/>
                  <a:pt x="58701" y="61090"/>
                  <a:pt x="61821" y="58038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Compromised">
            <a:extLst xmlns:a="http://schemas.openxmlformats.org/drawingml/2006/main">
              <a:ext uri="{FF2B5EF4-FFF2-40B4-BE49-F238E27FC236}">
                <a16:creationId xmlns:a16="http://schemas.microsoft.com/office/drawing/2014/main" id="{BB671E29-0E35-4790-A4E2-C0D086CD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932" y="1098612"/>
            <a:ext cx="1286462" cy="160772"/>
          </a:xfrm>
          <a:custGeom xmlns:a="http://schemas.openxmlformats.org/drawingml/2006/main">
            <a:pathLst>
              <a:path w="1286462" h="160772">
                <a:moveTo>
                  <a:pt x="87254" y="75637"/>
                </a:moveTo>
                <a:lnTo>
                  <a:pt x="120918" y="85847"/>
                </a:lnTo>
                <a:cubicBezTo>
                  <a:pt x="118657" y="95299"/>
                  <a:pt x="115096" y="103194"/>
                  <a:pt x="110234" y="109534"/>
                </a:cubicBezTo>
                <a:cubicBezTo>
                  <a:pt x="105372" y="115873"/>
                  <a:pt x="99338" y="120655"/>
                  <a:pt x="92130" y="123881"/>
                </a:cubicBezTo>
                <a:cubicBezTo>
                  <a:pt x="84923" y="127107"/>
                  <a:pt x="75751" y="128719"/>
                  <a:pt x="64614" y="128719"/>
                </a:cubicBezTo>
                <a:cubicBezTo>
                  <a:pt x="51103" y="128719"/>
                  <a:pt x="40066" y="126754"/>
                  <a:pt x="31501" y="122823"/>
                </a:cubicBezTo>
                <a:cubicBezTo>
                  <a:pt x="22937" y="118891"/>
                  <a:pt x="15546" y="111976"/>
                  <a:pt x="9327" y="102078"/>
                </a:cubicBezTo>
                <a:cubicBezTo>
                  <a:pt x="3109" y="92178"/>
                  <a:pt x="0" y="79506"/>
                  <a:pt x="0" y="64063"/>
                </a:cubicBezTo>
                <a:cubicBezTo>
                  <a:pt x="0" y="43472"/>
                  <a:pt x="5469" y="27647"/>
                  <a:pt x="16408" y="16588"/>
                </a:cubicBezTo>
                <a:cubicBezTo>
                  <a:pt x="27347" y="5529"/>
                  <a:pt x="42822" y="0"/>
                  <a:pt x="62833" y="0"/>
                </a:cubicBezTo>
                <a:cubicBezTo>
                  <a:pt x="78492" y="0"/>
                  <a:pt x="90802" y="3165"/>
                  <a:pt x="99762" y="9494"/>
                </a:cubicBezTo>
                <a:cubicBezTo>
                  <a:pt x="108722" y="15824"/>
                  <a:pt x="115378" y="25545"/>
                  <a:pt x="119731" y="38656"/>
                </a:cubicBezTo>
                <a:lnTo>
                  <a:pt x="85813" y="46129"/>
                </a:lnTo>
                <a:cubicBezTo>
                  <a:pt x="84626" y="42378"/>
                  <a:pt x="83382" y="39635"/>
                  <a:pt x="82082" y="37898"/>
                </a:cubicBezTo>
                <a:cubicBezTo>
                  <a:pt x="79934" y="34989"/>
                  <a:pt x="77305" y="32750"/>
                  <a:pt x="74196" y="31184"/>
                </a:cubicBezTo>
                <a:cubicBezTo>
                  <a:pt x="71087" y="29615"/>
                  <a:pt x="67610" y="28830"/>
                  <a:pt x="63766" y="28830"/>
                </a:cubicBezTo>
                <a:cubicBezTo>
                  <a:pt x="55060" y="28830"/>
                  <a:pt x="48390" y="32335"/>
                  <a:pt x="43754" y="39345"/>
                </a:cubicBezTo>
                <a:cubicBezTo>
                  <a:pt x="40250" y="44546"/>
                  <a:pt x="38497" y="52714"/>
                  <a:pt x="38497" y="63851"/>
                </a:cubicBezTo>
                <a:cubicBezTo>
                  <a:pt x="38497" y="77644"/>
                  <a:pt x="40589" y="87099"/>
                  <a:pt x="44772" y="92215"/>
                </a:cubicBezTo>
                <a:cubicBezTo>
                  <a:pt x="48955" y="97331"/>
                  <a:pt x="54834" y="99889"/>
                  <a:pt x="62409" y="99889"/>
                </a:cubicBezTo>
                <a:cubicBezTo>
                  <a:pt x="69758" y="99889"/>
                  <a:pt x="75312" y="97819"/>
                  <a:pt x="79072" y="93678"/>
                </a:cubicBezTo>
                <a:cubicBezTo>
                  <a:pt x="82831" y="89537"/>
                  <a:pt x="85559" y="83523"/>
                  <a:pt x="87254" y="75637"/>
                </a:cubicBezTo>
                <a:close/>
                <a:moveTo>
                  <a:pt x="133038" y="81743"/>
                </a:moveTo>
                <a:cubicBezTo>
                  <a:pt x="133038" y="68006"/>
                  <a:pt x="137674" y="56686"/>
                  <a:pt x="146945" y="47782"/>
                </a:cubicBezTo>
                <a:cubicBezTo>
                  <a:pt x="156215" y="38879"/>
                  <a:pt x="168737" y="34427"/>
                  <a:pt x="184509" y="34427"/>
                </a:cubicBezTo>
                <a:cubicBezTo>
                  <a:pt x="202542" y="34427"/>
                  <a:pt x="216166" y="39656"/>
                  <a:pt x="225380" y="50114"/>
                </a:cubicBezTo>
                <a:cubicBezTo>
                  <a:pt x="232786" y="58537"/>
                  <a:pt x="236488" y="68910"/>
                  <a:pt x="236488" y="81234"/>
                </a:cubicBezTo>
                <a:cubicBezTo>
                  <a:pt x="236488" y="95084"/>
                  <a:pt x="231895" y="106432"/>
                  <a:pt x="222709" y="115279"/>
                </a:cubicBezTo>
                <a:cubicBezTo>
                  <a:pt x="213523" y="124126"/>
                  <a:pt x="200818" y="128550"/>
                  <a:pt x="184594" y="128550"/>
                </a:cubicBezTo>
                <a:cubicBezTo>
                  <a:pt x="170122" y="128550"/>
                  <a:pt x="158420" y="124875"/>
                  <a:pt x="149488" y="117526"/>
                </a:cubicBezTo>
                <a:cubicBezTo>
                  <a:pt x="138522" y="108425"/>
                  <a:pt x="133038" y="96497"/>
                  <a:pt x="133038" y="81743"/>
                </a:cubicBezTo>
                <a:moveTo>
                  <a:pt x="167635" y="81616"/>
                </a:moveTo>
                <a:cubicBezTo>
                  <a:pt x="167635" y="89629"/>
                  <a:pt x="169260" y="95554"/>
                  <a:pt x="172510" y="99391"/>
                </a:cubicBezTo>
                <a:cubicBezTo>
                  <a:pt x="175761" y="103228"/>
                  <a:pt x="179845" y="105146"/>
                  <a:pt x="184763" y="105146"/>
                </a:cubicBezTo>
                <a:cubicBezTo>
                  <a:pt x="189738" y="105146"/>
                  <a:pt x="193822" y="103256"/>
                  <a:pt x="197016" y="99476"/>
                </a:cubicBezTo>
                <a:cubicBezTo>
                  <a:pt x="200210" y="95695"/>
                  <a:pt x="201807" y="89629"/>
                  <a:pt x="201807" y="81276"/>
                </a:cubicBezTo>
                <a:cubicBezTo>
                  <a:pt x="201807" y="73489"/>
                  <a:pt x="200196" y="67691"/>
                  <a:pt x="196974" y="63883"/>
                </a:cubicBezTo>
                <a:cubicBezTo>
                  <a:pt x="193752" y="60074"/>
                  <a:pt x="189766" y="58170"/>
                  <a:pt x="185018" y="58170"/>
                </a:cubicBezTo>
                <a:cubicBezTo>
                  <a:pt x="179986" y="58170"/>
                  <a:pt x="175831" y="60102"/>
                  <a:pt x="172553" y="63968"/>
                </a:cubicBezTo>
                <a:cubicBezTo>
                  <a:pt x="169274" y="67833"/>
                  <a:pt x="167635" y="73715"/>
                  <a:pt x="167635" y="81616"/>
                </a:cubicBezTo>
                <a:close/>
                <a:moveTo>
                  <a:pt x="253347" y="36462"/>
                </a:moveTo>
                <a:lnTo>
                  <a:pt x="285569" y="36462"/>
                </a:lnTo>
                <a:lnTo>
                  <a:pt x="285569" y="49653"/>
                </a:lnTo>
                <a:cubicBezTo>
                  <a:pt x="290205" y="44152"/>
                  <a:pt x="294883" y="40239"/>
                  <a:pt x="299603" y="37914"/>
                </a:cubicBezTo>
                <a:cubicBezTo>
                  <a:pt x="304323" y="35589"/>
                  <a:pt x="310019" y="34427"/>
                  <a:pt x="316689" y="34427"/>
                </a:cubicBezTo>
                <a:cubicBezTo>
                  <a:pt x="323868" y="34427"/>
                  <a:pt x="329550" y="35703"/>
                  <a:pt x="333733" y="38256"/>
                </a:cubicBezTo>
                <a:cubicBezTo>
                  <a:pt x="337916" y="40807"/>
                  <a:pt x="341336" y="44606"/>
                  <a:pt x="343993" y="49653"/>
                </a:cubicBezTo>
                <a:cubicBezTo>
                  <a:pt x="349420" y="43756"/>
                  <a:pt x="354367" y="39744"/>
                  <a:pt x="358832" y="37617"/>
                </a:cubicBezTo>
                <a:cubicBezTo>
                  <a:pt x="363298" y="35490"/>
                  <a:pt x="368810" y="34427"/>
                  <a:pt x="375368" y="34427"/>
                </a:cubicBezTo>
                <a:cubicBezTo>
                  <a:pt x="385034" y="34427"/>
                  <a:pt x="392581" y="37296"/>
                  <a:pt x="398008" y="43034"/>
                </a:cubicBezTo>
                <a:cubicBezTo>
                  <a:pt x="403435" y="48771"/>
                  <a:pt x="406148" y="57746"/>
                  <a:pt x="406148" y="69956"/>
                </a:cubicBezTo>
                <a:lnTo>
                  <a:pt x="406148" y="126515"/>
                </a:lnTo>
                <a:lnTo>
                  <a:pt x="371552" y="126515"/>
                </a:lnTo>
                <a:lnTo>
                  <a:pt x="371552" y="75147"/>
                </a:lnTo>
                <a:cubicBezTo>
                  <a:pt x="371552" y="71072"/>
                  <a:pt x="370760" y="68043"/>
                  <a:pt x="369177" y="66061"/>
                </a:cubicBezTo>
                <a:cubicBezTo>
                  <a:pt x="366860" y="62948"/>
                  <a:pt x="363977" y="61392"/>
                  <a:pt x="360528" y="61392"/>
                </a:cubicBezTo>
                <a:cubicBezTo>
                  <a:pt x="356458" y="61392"/>
                  <a:pt x="353179" y="62863"/>
                  <a:pt x="350692" y="65807"/>
                </a:cubicBezTo>
                <a:cubicBezTo>
                  <a:pt x="348205" y="68750"/>
                  <a:pt x="346961" y="73476"/>
                  <a:pt x="346961" y="79986"/>
                </a:cubicBezTo>
                <a:lnTo>
                  <a:pt x="346961" y="126515"/>
                </a:lnTo>
                <a:lnTo>
                  <a:pt x="312365" y="126515"/>
                </a:lnTo>
                <a:lnTo>
                  <a:pt x="312365" y="76973"/>
                </a:lnTo>
                <a:cubicBezTo>
                  <a:pt x="312365" y="73021"/>
                  <a:pt x="312138" y="70340"/>
                  <a:pt x="311686" y="68928"/>
                </a:cubicBezTo>
                <a:cubicBezTo>
                  <a:pt x="310951" y="66670"/>
                  <a:pt x="309679" y="64850"/>
                  <a:pt x="307870" y="63467"/>
                </a:cubicBezTo>
                <a:cubicBezTo>
                  <a:pt x="306061" y="62083"/>
                  <a:pt x="303942" y="61392"/>
                  <a:pt x="301511" y="61392"/>
                </a:cubicBezTo>
                <a:cubicBezTo>
                  <a:pt x="297554" y="61392"/>
                  <a:pt x="294303" y="62888"/>
                  <a:pt x="291759" y="65881"/>
                </a:cubicBezTo>
                <a:cubicBezTo>
                  <a:pt x="289215" y="68873"/>
                  <a:pt x="287944" y="73785"/>
                  <a:pt x="287944" y="80617"/>
                </a:cubicBezTo>
                <a:lnTo>
                  <a:pt x="287944" y="126515"/>
                </a:lnTo>
                <a:lnTo>
                  <a:pt x="253347" y="126515"/>
                </a:lnTo>
                <a:lnTo>
                  <a:pt x="253347" y="36462"/>
                </a:lnTo>
                <a:close/>
                <a:moveTo>
                  <a:pt x="426923" y="160772"/>
                </a:moveTo>
                <a:lnTo>
                  <a:pt x="426923" y="36462"/>
                </a:lnTo>
                <a:lnTo>
                  <a:pt x="459230" y="36462"/>
                </a:lnTo>
                <a:lnTo>
                  <a:pt x="459230" y="49823"/>
                </a:lnTo>
                <a:cubicBezTo>
                  <a:pt x="463696" y="44208"/>
                  <a:pt x="467795" y="40409"/>
                  <a:pt x="471526" y="38426"/>
                </a:cubicBezTo>
                <a:cubicBezTo>
                  <a:pt x="476557" y="35760"/>
                  <a:pt x="482125" y="34427"/>
                  <a:pt x="488230" y="34427"/>
                </a:cubicBezTo>
                <a:cubicBezTo>
                  <a:pt x="500271" y="34427"/>
                  <a:pt x="509585" y="39034"/>
                  <a:pt x="516170" y="48249"/>
                </a:cubicBezTo>
                <a:cubicBezTo>
                  <a:pt x="522756" y="57463"/>
                  <a:pt x="526049" y="68854"/>
                  <a:pt x="526049" y="82421"/>
                </a:cubicBezTo>
                <a:cubicBezTo>
                  <a:pt x="526049" y="97402"/>
                  <a:pt x="522459" y="108835"/>
                  <a:pt x="515280" y="116721"/>
                </a:cubicBezTo>
                <a:cubicBezTo>
                  <a:pt x="508101" y="124607"/>
                  <a:pt x="499028" y="128550"/>
                  <a:pt x="488061" y="128550"/>
                </a:cubicBezTo>
                <a:cubicBezTo>
                  <a:pt x="482747" y="128550"/>
                  <a:pt x="477899" y="127645"/>
                  <a:pt x="473518" y="125836"/>
                </a:cubicBezTo>
                <a:cubicBezTo>
                  <a:pt x="469137" y="124027"/>
                  <a:pt x="465223" y="121342"/>
                  <a:pt x="461774" y="117781"/>
                </a:cubicBezTo>
                <a:lnTo>
                  <a:pt x="461774" y="160772"/>
                </a:lnTo>
                <a:lnTo>
                  <a:pt x="426923" y="160772"/>
                </a:lnTo>
                <a:moveTo>
                  <a:pt x="461520" y="81785"/>
                </a:moveTo>
                <a:cubicBezTo>
                  <a:pt x="461520" y="88894"/>
                  <a:pt x="463018" y="94169"/>
                  <a:pt x="466014" y="97610"/>
                </a:cubicBezTo>
                <a:cubicBezTo>
                  <a:pt x="469010" y="101051"/>
                  <a:pt x="472798" y="102772"/>
                  <a:pt x="477377" y="102772"/>
                </a:cubicBezTo>
                <a:cubicBezTo>
                  <a:pt x="481390" y="102772"/>
                  <a:pt x="484754" y="101122"/>
                  <a:pt x="487467" y="97822"/>
                </a:cubicBezTo>
                <a:cubicBezTo>
                  <a:pt x="490181" y="94520"/>
                  <a:pt x="491537" y="88920"/>
                  <a:pt x="491537" y="81022"/>
                </a:cubicBezTo>
                <a:cubicBezTo>
                  <a:pt x="491537" y="73744"/>
                  <a:pt x="490124" y="68398"/>
                  <a:pt x="487298" y="64985"/>
                </a:cubicBezTo>
                <a:cubicBezTo>
                  <a:pt x="484471" y="61572"/>
                  <a:pt x="481023" y="59866"/>
                  <a:pt x="476953" y="59866"/>
                </a:cubicBezTo>
                <a:cubicBezTo>
                  <a:pt x="472543" y="59866"/>
                  <a:pt x="468869" y="61586"/>
                  <a:pt x="465929" y="65027"/>
                </a:cubicBezTo>
                <a:cubicBezTo>
                  <a:pt x="462990" y="68469"/>
                  <a:pt x="461520" y="74055"/>
                  <a:pt x="461520" y="81785"/>
                </a:cubicBezTo>
                <a:close/>
                <a:moveTo>
                  <a:pt x="542907" y="36462"/>
                </a:moveTo>
                <a:lnTo>
                  <a:pt x="575214" y="36462"/>
                </a:lnTo>
                <a:lnTo>
                  <a:pt x="575214" y="51216"/>
                </a:lnTo>
                <a:cubicBezTo>
                  <a:pt x="578323" y="44828"/>
                  <a:pt x="581531" y="40433"/>
                  <a:pt x="584838" y="38031"/>
                </a:cubicBezTo>
                <a:cubicBezTo>
                  <a:pt x="588145" y="35628"/>
                  <a:pt x="592230" y="34427"/>
                  <a:pt x="597091" y="34427"/>
                </a:cubicBezTo>
                <a:cubicBezTo>
                  <a:pt x="602179" y="34427"/>
                  <a:pt x="607747" y="36010"/>
                  <a:pt x="613796" y="39175"/>
                </a:cubicBezTo>
                <a:lnTo>
                  <a:pt x="603112" y="63766"/>
                </a:lnTo>
                <a:cubicBezTo>
                  <a:pt x="599042" y="62070"/>
                  <a:pt x="595819" y="61222"/>
                  <a:pt x="593445" y="61222"/>
                </a:cubicBezTo>
                <a:cubicBezTo>
                  <a:pt x="588923" y="61222"/>
                  <a:pt x="585418" y="63088"/>
                  <a:pt x="582931" y="66819"/>
                </a:cubicBezTo>
                <a:cubicBezTo>
                  <a:pt x="579369" y="72076"/>
                  <a:pt x="577588" y="81912"/>
                  <a:pt x="577588" y="96328"/>
                </a:cubicBezTo>
                <a:lnTo>
                  <a:pt x="577588" y="126515"/>
                </a:lnTo>
                <a:lnTo>
                  <a:pt x="542907" y="126515"/>
                </a:lnTo>
                <a:lnTo>
                  <a:pt x="542907" y="36462"/>
                </a:lnTo>
                <a:close/>
                <a:moveTo>
                  <a:pt x="618212" y="81743"/>
                </a:moveTo>
                <a:cubicBezTo>
                  <a:pt x="618212" y="68006"/>
                  <a:pt x="622848" y="56686"/>
                  <a:pt x="632119" y="47782"/>
                </a:cubicBezTo>
                <a:cubicBezTo>
                  <a:pt x="641390" y="38879"/>
                  <a:pt x="653911" y="34427"/>
                  <a:pt x="669683" y="34427"/>
                </a:cubicBezTo>
                <a:cubicBezTo>
                  <a:pt x="687716" y="34427"/>
                  <a:pt x="701340" y="39656"/>
                  <a:pt x="710554" y="50114"/>
                </a:cubicBezTo>
                <a:cubicBezTo>
                  <a:pt x="717960" y="58537"/>
                  <a:pt x="721663" y="68910"/>
                  <a:pt x="721663" y="81234"/>
                </a:cubicBezTo>
                <a:cubicBezTo>
                  <a:pt x="721663" y="95084"/>
                  <a:pt x="717069" y="106432"/>
                  <a:pt x="707883" y="115279"/>
                </a:cubicBezTo>
                <a:cubicBezTo>
                  <a:pt x="698697" y="124126"/>
                  <a:pt x="685992" y="128550"/>
                  <a:pt x="669768" y="128550"/>
                </a:cubicBezTo>
                <a:cubicBezTo>
                  <a:pt x="655296" y="128550"/>
                  <a:pt x="643594" y="124875"/>
                  <a:pt x="634662" y="117526"/>
                </a:cubicBezTo>
                <a:cubicBezTo>
                  <a:pt x="623696" y="108425"/>
                  <a:pt x="618212" y="96497"/>
                  <a:pt x="618212" y="81743"/>
                </a:cubicBezTo>
                <a:moveTo>
                  <a:pt x="652809" y="81616"/>
                </a:moveTo>
                <a:cubicBezTo>
                  <a:pt x="652809" y="89629"/>
                  <a:pt x="654434" y="95554"/>
                  <a:pt x="657684" y="99391"/>
                </a:cubicBezTo>
                <a:cubicBezTo>
                  <a:pt x="660935" y="103228"/>
                  <a:pt x="665019" y="105146"/>
                  <a:pt x="669937" y="105146"/>
                </a:cubicBezTo>
                <a:cubicBezTo>
                  <a:pt x="674912" y="105146"/>
                  <a:pt x="678996" y="103256"/>
                  <a:pt x="682190" y="99476"/>
                </a:cubicBezTo>
                <a:cubicBezTo>
                  <a:pt x="685384" y="95695"/>
                  <a:pt x="686981" y="89629"/>
                  <a:pt x="686981" y="81276"/>
                </a:cubicBezTo>
                <a:cubicBezTo>
                  <a:pt x="686981" y="73489"/>
                  <a:pt x="685370" y="67691"/>
                  <a:pt x="682148" y="63883"/>
                </a:cubicBezTo>
                <a:cubicBezTo>
                  <a:pt x="678926" y="60074"/>
                  <a:pt x="674940" y="58170"/>
                  <a:pt x="670192" y="58170"/>
                </a:cubicBezTo>
                <a:cubicBezTo>
                  <a:pt x="665161" y="58170"/>
                  <a:pt x="661006" y="60102"/>
                  <a:pt x="657727" y="63968"/>
                </a:cubicBezTo>
                <a:cubicBezTo>
                  <a:pt x="654448" y="67833"/>
                  <a:pt x="652809" y="73715"/>
                  <a:pt x="652809" y="81616"/>
                </a:cubicBezTo>
                <a:close/>
                <a:moveTo>
                  <a:pt x="738521" y="36462"/>
                </a:moveTo>
                <a:lnTo>
                  <a:pt x="770743" y="36462"/>
                </a:lnTo>
                <a:lnTo>
                  <a:pt x="770743" y="49653"/>
                </a:lnTo>
                <a:cubicBezTo>
                  <a:pt x="775379" y="44152"/>
                  <a:pt x="780056" y="40239"/>
                  <a:pt x="784777" y="37914"/>
                </a:cubicBezTo>
                <a:cubicBezTo>
                  <a:pt x="789497" y="35589"/>
                  <a:pt x="795192" y="34427"/>
                  <a:pt x="801863" y="34427"/>
                </a:cubicBezTo>
                <a:cubicBezTo>
                  <a:pt x="809042" y="34427"/>
                  <a:pt x="814724" y="35703"/>
                  <a:pt x="818907" y="38256"/>
                </a:cubicBezTo>
                <a:cubicBezTo>
                  <a:pt x="823090" y="40807"/>
                  <a:pt x="826510" y="44606"/>
                  <a:pt x="829167" y="49653"/>
                </a:cubicBezTo>
                <a:cubicBezTo>
                  <a:pt x="834594" y="43756"/>
                  <a:pt x="839540" y="39744"/>
                  <a:pt x="844006" y="37617"/>
                </a:cubicBezTo>
                <a:cubicBezTo>
                  <a:pt x="848472" y="35490"/>
                  <a:pt x="853984" y="34427"/>
                  <a:pt x="860541" y="34427"/>
                </a:cubicBezTo>
                <a:cubicBezTo>
                  <a:pt x="870208" y="34427"/>
                  <a:pt x="877755" y="37296"/>
                  <a:pt x="883182" y="43034"/>
                </a:cubicBezTo>
                <a:cubicBezTo>
                  <a:pt x="888609" y="48771"/>
                  <a:pt x="891322" y="57746"/>
                  <a:pt x="891322" y="69956"/>
                </a:cubicBezTo>
                <a:lnTo>
                  <a:pt x="891322" y="126515"/>
                </a:lnTo>
                <a:lnTo>
                  <a:pt x="856726" y="126515"/>
                </a:lnTo>
                <a:lnTo>
                  <a:pt x="856726" y="75147"/>
                </a:lnTo>
                <a:cubicBezTo>
                  <a:pt x="856726" y="71072"/>
                  <a:pt x="855934" y="68043"/>
                  <a:pt x="854351" y="66061"/>
                </a:cubicBezTo>
                <a:cubicBezTo>
                  <a:pt x="852034" y="62948"/>
                  <a:pt x="849150" y="61392"/>
                  <a:pt x="845702" y="61392"/>
                </a:cubicBezTo>
                <a:cubicBezTo>
                  <a:pt x="841632" y="61392"/>
                  <a:pt x="838353" y="62863"/>
                  <a:pt x="835866" y="65807"/>
                </a:cubicBezTo>
                <a:cubicBezTo>
                  <a:pt x="833379" y="68750"/>
                  <a:pt x="832135" y="73476"/>
                  <a:pt x="832135" y="79986"/>
                </a:cubicBezTo>
                <a:lnTo>
                  <a:pt x="832135" y="126515"/>
                </a:lnTo>
                <a:lnTo>
                  <a:pt x="797538" y="126515"/>
                </a:lnTo>
                <a:lnTo>
                  <a:pt x="797538" y="76973"/>
                </a:lnTo>
                <a:cubicBezTo>
                  <a:pt x="797538" y="73021"/>
                  <a:pt x="797312" y="70340"/>
                  <a:pt x="796860" y="68928"/>
                </a:cubicBezTo>
                <a:cubicBezTo>
                  <a:pt x="796125" y="66670"/>
                  <a:pt x="794853" y="64850"/>
                  <a:pt x="793044" y="63467"/>
                </a:cubicBezTo>
                <a:cubicBezTo>
                  <a:pt x="791235" y="62083"/>
                  <a:pt x="789115" y="61392"/>
                  <a:pt x="786685" y="61392"/>
                </a:cubicBezTo>
                <a:cubicBezTo>
                  <a:pt x="782727" y="61392"/>
                  <a:pt x="779477" y="62888"/>
                  <a:pt x="776933" y="65881"/>
                </a:cubicBezTo>
                <a:cubicBezTo>
                  <a:pt x="774389" y="68873"/>
                  <a:pt x="773117" y="73785"/>
                  <a:pt x="773117" y="80617"/>
                </a:cubicBezTo>
                <a:lnTo>
                  <a:pt x="773117" y="126515"/>
                </a:lnTo>
                <a:lnTo>
                  <a:pt x="738521" y="126515"/>
                </a:lnTo>
                <a:lnTo>
                  <a:pt x="738521" y="36462"/>
                </a:lnTo>
                <a:close/>
                <a:moveTo>
                  <a:pt x="913199" y="2205"/>
                </a:moveTo>
                <a:lnTo>
                  <a:pt x="947711" y="2205"/>
                </a:lnTo>
                <a:lnTo>
                  <a:pt x="947711" y="25608"/>
                </a:lnTo>
                <a:lnTo>
                  <a:pt x="913199" y="25608"/>
                </a:lnTo>
                <a:lnTo>
                  <a:pt x="913199" y="2205"/>
                </a:lnTo>
                <a:moveTo>
                  <a:pt x="913199" y="36462"/>
                </a:moveTo>
                <a:lnTo>
                  <a:pt x="947711" y="36462"/>
                </a:lnTo>
                <a:lnTo>
                  <a:pt x="947711" y="126515"/>
                </a:lnTo>
                <a:lnTo>
                  <a:pt x="913199" y="126515"/>
                </a:lnTo>
                <a:lnTo>
                  <a:pt x="913199" y="36462"/>
                </a:lnTo>
                <a:close/>
                <a:moveTo>
                  <a:pt x="963669" y="101415"/>
                </a:moveTo>
                <a:lnTo>
                  <a:pt x="997926" y="98193"/>
                </a:lnTo>
                <a:cubicBezTo>
                  <a:pt x="999340" y="102263"/>
                  <a:pt x="1001318" y="105175"/>
                  <a:pt x="1003862" y="106927"/>
                </a:cubicBezTo>
                <a:cubicBezTo>
                  <a:pt x="1006406" y="108679"/>
                  <a:pt x="1009798" y="109556"/>
                  <a:pt x="1014037" y="109556"/>
                </a:cubicBezTo>
                <a:cubicBezTo>
                  <a:pt x="1018673" y="109556"/>
                  <a:pt x="1022263" y="108571"/>
                  <a:pt x="1024806" y="106601"/>
                </a:cubicBezTo>
                <a:cubicBezTo>
                  <a:pt x="1026785" y="105138"/>
                  <a:pt x="1027774" y="103309"/>
                  <a:pt x="1027774" y="101113"/>
                </a:cubicBezTo>
                <a:cubicBezTo>
                  <a:pt x="1027774" y="98636"/>
                  <a:pt x="1026474" y="96723"/>
                  <a:pt x="1023874" y="95374"/>
                </a:cubicBezTo>
                <a:cubicBezTo>
                  <a:pt x="1022008" y="94416"/>
                  <a:pt x="1017062" y="93234"/>
                  <a:pt x="1009034" y="91828"/>
                </a:cubicBezTo>
                <a:cubicBezTo>
                  <a:pt x="997050" y="89745"/>
                  <a:pt x="988726" y="87815"/>
                  <a:pt x="984062" y="86038"/>
                </a:cubicBezTo>
                <a:cubicBezTo>
                  <a:pt x="979398" y="84259"/>
                  <a:pt x="975470" y="81253"/>
                  <a:pt x="972276" y="77021"/>
                </a:cubicBezTo>
                <a:cubicBezTo>
                  <a:pt x="969082" y="72786"/>
                  <a:pt x="967485" y="67959"/>
                  <a:pt x="967485" y="62539"/>
                </a:cubicBezTo>
                <a:cubicBezTo>
                  <a:pt x="967485" y="56612"/>
                  <a:pt x="969209" y="51504"/>
                  <a:pt x="972657" y="47215"/>
                </a:cubicBezTo>
                <a:cubicBezTo>
                  <a:pt x="976106" y="42924"/>
                  <a:pt x="980854" y="39720"/>
                  <a:pt x="986903" y="37604"/>
                </a:cubicBezTo>
                <a:cubicBezTo>
                  <a:pt x="992952" y="35486"/>
                  <a:pt x="1001064" y="34427"/>
                  <a:pt x="1011239" y="34427"/>
                </a:cubicBezTo>
                <a:cubicBezTo>
                  <a:pt x="1021980" y="34427"/>
                  <a:pt x="1029908" y="35247"/>
                  <a:pt x="1035024" y="36886"/>
                </a:cubicBezTo>
                <a:cubicBezTo>
                  <a:pt x="1040140" y="38525"/>
                  <a:pt x="1044408" y="41069"/>
                  <a:pt x="1047828" y="44518"/>
                </a:cubicBezTo>
                <a:cubicBezTo>
                  <a:pt x="1051248" y="47966"/>
                  <a:pt x="1054089" y="52630"/>
                  <a:pt x="1056350" y="58509"/>
                </a:cubicBezTo>
                <a:lnTo>
                  <a:pt x="1023619" y="61731"/>
                </a:lnTo>
                <a:cubicBezTo>
                  <a:pt x="1022771" y="58874"/>
                  <a:pt x="1021358" y="56774"/>
                  <a:pt x="1019379" y="55430"/>
                </a:cubicBezTo>
                <a:cubicBezTo>
                  <a:pt x="1016666" y="53638"/>
                  <a:pt x="1013387" y="52743"/>
                  <a:pt x="1009543" y="52743"/>
                </a:cubicBezTo>
                <a:cubicBezTo>
                  <a:pt x="1005643" y="52743"/>
                  <a:pt x="1002802" y="53433"/>
                  <a:pt x="1001021" y="54812"/>
                </a:cubicBezTo>
                <a:cubicBezTo>
                  <a:pt x="999241" y="56190"/>
                  <a:pt x="998350" y="57864"/>
                  <a:pt x="998350" y="59834"/>
                </a:cubicBezTo>
                <a:cubicBezTo>
                  <a:pt x="998350" y="62030"/>
                  <a:pt x="999481" y="63690"/>
                  <a:pt x="1001742" y="64815"/>
                </a:cubicBezTo>
                <a:cubicBezTo>
                  <a:pt x="1004003" y="65941"/>
                  <a:pt x="1008921" y="66954"/>
                  <a:pt x="1016496" y="67855"/>
                </a:cubicBezTo>
                <a:cubicBezTo>
                  <a:pt x="1027972" y="69148"/>
                  <a:pt x="1036508" y="70952"/>
                  <a:pt x="1042105" y="73266"/>
                </a:cubicBezTo>
                <a:cubicBezTo>
                  <a:pt x="1047701" y="75580"/>
                  <a:pt x="1051983" y="78882"/>
                  <a:pt x="1054951" y="83171"/>
                </a:cubicBezTo>
                <a:cubicBezTo>
                  <a:pt x="1057919" y="87460"/>
                  <a:pt x="1059403" y="92173"/>
                  <a:pt x="1059403" y="97311"/>
                </a:cubicBezTo>
                <a:cubicBezTo>
                  <a:pt x="1059403" y="102503"/>
                  <a:pt x="1057834" y="107554"/>
                  <a:pt x="1054697" y="112465"/>
                </a:cubicBezTo>
                <a:cubicBezTo>
                  <a:pt x="1051559" y="117374"/>
                  <a:pt x="1046613" y="121283"/>
                  <a:pt x="1039858" y="124191"/>
                </a:cubicBezTo>
                <a:cubicBezTo>
                  <a:pt x="1033102" y="127097"/>
                  <a:pt x="1023902" y="128550"/>
                  <a:pt x="1012257" y="128550"/>
                </a:cubicBezTo>
                <a:cubicBezTo>
                  <a:pt x="995806" y="128550"/>
                  <a:pt x="984090" y="126197"/>
                  <a:pt x="977109" y="121491"/>
                </a:cubicBezTo>
                <a:cubicBezTo>
                  <a:pt x="970127" y="116783"/>
                  <a:pt x="965647" y="110091"/>
                  <a:pt x="963669" y="101415"/>
                </a:cubicBezTo>
                <a:close/>
                <a:moveTo>
                  <a:pt x="1175820" y="90053"/>
                </a:moveTo>
                <a:lnTo>
                  <a:pt x="1106627" y="90053"/>
                </a:lnTo>
                <a:cubicBezTo>
                  <a:pt x="1107249" y="95566"/>
                  <a:pt x="1108747" y="99673"/>
                  <a:pt x="1111121" y="102375"/>
                </a:cubicBezTo>
                <a:cubicBezTo>
                  <a:pt x="1114456" y="106257"/>
                  <a:pt x="1118809" y="108199"/>
                  <a:pt x="1124179" y="108199"/>
                </a:cubicBezTo>
                <a:cubicBezTo>
                  <a:pt x="1127571" y="108199"/>
                  <a:pt x="1130793" y="107360"/>
                  <a:pt x="1133846" y="105682"/>
                </a:cubicBezTo>
                <a:cubicBezTo>
                  <a:pt x="1135712" y="104618"/>
                  <a:pt x="1137718" y="102744"/>
                  <a:pt x="1139867" y="100059"/>
                </a:cubicBezTo>
                <a:lnTo>
                  <a:pt x="1173869" y="103111"/>
                </a:lnTo>
                <a:cubicBezTo>
                  <a:pt x="1168669" y="112186"/>
                  <a:pt x="1162394" y="118695"/>
                  <a:pt x="1155045" y="122638"/>
                </a:cubicBezTo>
                <a:cubicBezTo>
                  <a:pt x="1147696" y="126579"/>
                  <a:pt x="1137153" y="128550"/>
                  <a:pt x="1123416" y="128550"/>
                </a:cubicBezTo>
                <a:cubicBezTo>
                  <a:pt x="1111488" y="128550"/>
                  <a:pt x="1102104" y="126868"/>
                  <a:pt x="1095264" y="123504"/>
                </a:cubicBezTo>
                <a:cubicBezTo>
                  <a:pt x="1088424" y="120141"/>
                  <a:pt x="1082757" y="114799"/>
                  <a:pt x="1078263" y="107478"/>
                </a:cubicBezTo>
                <a:cubicBezTo>
                  <a:pt x="1073769" y="100157"/>
                  <a:pt x="1071521" y="91551"/>
                  <a:pt x="1071521" y="81658"/>
                </a:cubicBezTo>
                <a:cubicBezTo>
                  <a:pt x="1071521" y="67582"/>
                  <a:pt x="1076030" y="56191"/>
                  <a:pt x="1085046" y="47485"/>
                </a:cubicBezTo>
                <a:cubicBezTo>
                  <a:pt x="1094063" y="38780"/>
                  <a:pt x="1106514" y="34427"/>
                  <a:pt x="1122399" y="34427"/>
                </a:cubicBezTo>
                <a:cubicBezTo>
                  <a:pt x="1135288" y="34427"/>
                  <a:pt x="1145463" y="36377"/>
                  <a:pt x="1152925" y="40278"/>
                </a:cubicBezTo>
                <a:cubicBezTo>
                  <a:pt x="1160387" y="44178"/>
                  <a:pt x="1166068" y="49831"/>
                  <a:pt x="1169969" y="57237"/>
                </a:cubicBezTo>
                <a:cubicBezTo>
                  <a:pt x="1173869" y="64642"/>
                  <a:pt x="1175820" y="74281"/>
                  <a:pt x="1175820" y="86152"/>
                </a:cubicBezTo>
                <a:lnTo>
                  <a:pt x="1175820" y="90053"/>
                </a:lnTo>
                <a:moveTo>
                  <a:pt x="1140714" y="73433"/>
                </a:moveTo>
                <a:cubicBezTo>
                  <a:pt x="1140036" y="66822"/>
                  <a:pt x="1138241" y="62089"/>
                  <a:pt x="1135330" y="59232"/>
                </a:cubicBezTo>
                <a:cubicBezTo>
                  <a:pt x="1132419" y="56376"/>
                  <a:pt x="1128589" y="54947"/>
                  <a:pt x="1123840" y="54947"/>
                </a:cubicBezTo>
                <a:cubicBezTo>
                  <a:pt x="1118357" y="54947"/>
                  <a:pt x="1113976" y="57104"/>
                  <a:pt x="1110697" y="61418"/>
                </a:cubicBezTo>
                <a:cubicBezTo>
                  <a:pt x="1108605" y="64107"/>
                  <a:pt x="1107277" y="68112"/>
                  <a:pt x="1106712" y="73433"/>
                </a:cubicBezTo>
                <a:lnTo>
                  <a:pt x="1140714" y="73433"/>
                </a:lnTo>
                <a:close/>
                <a:moveTo>
                  <a:pt x="1286462" y="2205"/>
                </a:moveTo>
                <a:lnTo>
                  <a:pt x="1286462" y="126515"/>
                </a:lnTo>
                <a:lnTo>
                  <a:pt x="1254155" y="126515"/>
                </a:lnTo>
                <a:lnTo>
                  <a:pt x="1254155" y="113202"/>
                </a:lnTo>
                <a:cubicBezTo>
                  <a:pt x="1249633" y="118855"/>
                  <a:pt x="1245506" y="122671"/>
                  <a:pt x="1241775" y="124649"/>
                </a:cubicBezTo>
                <a:cubicBezTo>
                  <a:pt x="1236800" y="127250"/>
                  <a:pt x="1231260" y="128550"/>
                  <a:pt x="1225155" y="128550"/>
                </a:cubicBezTo>
                <a:cubicBezTo>
                  <a:pt x="1212888" y="128550"/>
                  <a:pt x="1203518" y="123886"/>
                  <a:pt x="1197045" y="114559"/>
                </a:cubicBezTo>
                <a:cubicBezTo>
                  <a:pt x="1190573" y="105231"/>
                  <a:pt x="1187336" y="93897"/>
                  <a:pt x="1187336" y="80556"/>
                </a:cubicBezTo>
                <a:cubicBezTo>
                  <a:pt x="1187336" y="65632"/>
                  <a:pt x="1190912" y="54213"/>
                  <a:pt x="1198063" y="46298"/>
                </a:cubicBezTo>
                <a:cubicBezTo>
                  <a:pt x="1205214" y="38384"/>
                  <a:pt x="1214301" y="34427"/>
                  <a:pt x="1225325" y="34427"/>
                </a:cubicBezTo>
                <a:cubicBezTo>
                  <a:pt x="1230695" y="34427"/>
                  <a:pt x="1235571" y="35331"/>
                  <a:pt x="1239952" y="37140"/>
                </a:cubicBezTo>
                <a:cubicBezTo>
                  <a:pt x="1244333" y="38949"/>
                  <a:pt x="1248219" y="41663"/>
                  <a:pt x="1251611" y="45281"/>
                </a:cubicBezTo>
                <a:lnTo>
                  <a:pt x="1251611" y="2205"/>
                </a:lnTo>
                <a:lnTo>
                  <a:pt x="1286462" y="2205"/>
                </a:lnTo>
                <a:moveTo>
                  <a:pt x="1251866" y="81234"/>
                </a:moveTo>
                <a:cubicBezTo>
                  <a:pt x="1251866" y="74168"/>
                  <a:pt x="1250367" y="68896"/>
                  <a:pt x="1247371" y="65420"/>
                </a:cubicBezTo>
                <a:cubicBezTo>
                  <a:pt x="1244375" y="61943"/>
                  <a:pt x="1240588" y="60205"/>
                  <a:pt x="1236009" y="60205"/>
                </a:cubicBezTo>
                <a:cubicBezTo>
                  <a:pt x="1231995" y="60205"/>
                  <a:pt x="1228632" y="61872"/>
                  <a:pt x="1225918" y="65208"/>
                </a:cubicBezTo>
                <a:cubicBezTo>
                  <a:pt x="1223205" y="68543"/>
                  <a:pt x="1221848" y="74139"/>
                  <a:pt x="1221848" y="81997"/>
                </a:cubicBezTo>
                <a:cubicBezTo>
                  <a:pt x="1221848" y="89346"/>
                  <a:pt x="1223247" y="94731"/>
                  <a:pt x="1226045" y="98151"/>
                </a:cubicBezTo>
                <a:cubicBezTo>
                  <a:pt x="1228844" y="101571"/>
                  <a:pt x="1232306" y="103281"/>
                  <a:pt x="1236433" y="103281"/>
                </a:cubicBezTo>
                <a:cubicBezTo>
                  <a:pt x="1240842" y="103281"/>
                  <a:pt x="1244517" y="101557"/>
                  <a:pt x="1247456" y="98108"/>
                </a:cubicBezTo>
                <a:cubicBezTo>
                  <a:pt x="1250396" y="94660"/>
                  <a:pt x="1251866" y="89035"/>
                  <a:pt x="1251866" y="81234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Theclaimputsmediaoutof">
            <a:extLst xmlns:a="http://schemas.openxmlformats.org/drawingml/2006/main">
              <a:ext uri="{FF2B5EF4-FFF2-40B4-BE49-F238E27FC236}">
                <a16:creationId xmlns:a16="http://schemas.microsoft.com/office/drawing/2014/main" id="{6B401F26-29C9-4B10-9D19-027F7005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75" y="1275407"/>
            <a:ext cx="1423495" cy="107294"/>
          </a:xfrm>
          <a:custGeom xmlns:a="http://schemas.openxmlformats.org/drawingml/2006/main">
            <a:pathLst>
              <a:path w="1423495" h="107294">
                <a:moveTo>
                  <a:pt x="27304" y="84230"/>
                </a:moveTo>
                <a:lnTo>
                  <a:pt x="27304" y="11136"/>
                </a:lnTo>
                <a:lnTo>
                  <a:pt x="0" y="11136"/>
                </a:lnTo>
                <a:lnTo>
                  <a:pt x="0" y="1357"/>
                </a:lnTo>
                <a:lnTo>
                  <a:pt x="65688" y="1357"/>
                </a:lnTo>
                <a:lnTo>
                  <a:pt x="65688" y="11136"/>
                </a:lnTo>
                <a:lnTo>
                  <a:pt x="38271" y="11136"/>
                </a:lnTo>
                <a:lnTo>
                  <a:pt x="38271" y="84230"/>
                </a:lnTo>
                <a:lnTo>
                  <a:pt x="27304" y="84230"/>
                </a:lnTo>
                <a:close/>
                <a:moveTo>
                  <a:pt x="75633" y="84230"/>
                </a:moveTo>
                <a:lnTo>
                  <a:pt x="75633" y="1357"/>
                </a:lnTo>
                <a:lnTo>
                  <a:pt x="85808" y="1357"/>
                </a:lnTo>
                <a:lnTo>
                  <a:pt x="85808" y="31092"/>
                </a:lnTo>
                <a:cubicBezTo>
                  <a:pt x="90557" y="25589"/>
                  <a:pt x="96549" y="22838"/>
                  <a:pt x="103785" y="22838"/>
                </a:cubicBezTo>
                <a:cubicBezTo>
                  <a:pt x="108232" y="22838"/>
                  <a:pt x="112095" y="23714"/>
                  <a:pt x="115373" y="25467"/>
                </a:cubicBezTo>
                <a:cubicBezTo>
                  <a:pt x="118652" y="27219"/>
                  <a:pt x="120998" y="29641"/>
                  <a:pt x="122411" y="32731"/>
                </a:cubicBezTo>
                <a:cubicBezTo>
                  <a:pt x="123825" y="35821"/>
                  <a:pt x="124531" y="40306"/>
                  <a:pt x="124531" y="46185"/>
                </a:cubicBezTo>
                <a:lnTo>
                  <a:pt x="124531" y="84230"/>
                </a:lnTo>
                <a:lnTo>
                  <a:pt x="114356" y="84230"/>
                </a:lnTo>
                <a:lnTo>
                  <a:pt x="114356" y="46185"/>
                </a:lnTo>
                <a:cubicBezTo>
                  <a:pt x="114356" y="41098"/>
                  <a:pt x="113254" y="37395"/>
                  <a:pt x="111049" y="35077"/>
                </a:cubicBezTo>
                <a:cubicBezTo>
                  <a:pt x="108844" y="32759"/>
                  <a:pt x="105726" y="31600"/>
                  <a:pt x="101693" y="31600"/>
                </a:cubicBezTo>
                <a:cubicBezTo>
                  <a:pt x="98678" y="31600"/>
                  <a:pt x="95842" y="32382"/>
                  <a:pt x="93185" y="33946"/>
                </a:cubicBezTo>
                <a:cubicBezTo>
                  <a:pt x="90528" y="35510"/>
                  <a:pt x="88635" y="37630"/>
                  <a:pt x="87504" y="40306"/>
                </a:cubicBezTo>
                <a:cubicBezTo>
                  <a:pt x="86373" y="42982"/>
                  <a:pt x="85808" y="46675"/>
                  <a:pt x="85808" y="51386"/>
                </a:cubicBezTo>
                <a:lnTo>
                  <a:pt x="85808" y="84230"/>
                </a:lnTo>
                <a:lnTo>
                  <a:pt x="75633" y="84230"/>
                </a:lnTo>
                <a:close/>
                <a:moveTo>
                  <a:pt x="181124" y="64897"/>
                </a:moveTo>
                <a:lnTo>
                  <a:pt x="191638" y="66197"/>
                </a:lnTo>
                <a:cubicBezTo>
                  <a:pt x="189980" y="72340"/>
                  <a:pt x="186909" y="77107"/>
                  <a:pt x="182424" y="80499"/>
                </a:cubicBezTo>
                <a:cubicBezTo>
                  <a:pt x="177939" y="83891"/>
                  <a:pt x="172211" y="85587"/>
                  <a:pt x="165239" y="85587"/>
                </a:cubicBezTo>
                <a:cubicBezTo>
                  <a:pt x="156458" y="85587"/>
                  <a:pt x="149495" y="82883"/>
                  <a:pt x="144351" y="77475"/>
                </a:cubicBezTo>
                <a:cubicBezTo>
                  <a:pt x="139206" y="72067"/>
                  <a:pt x="136634" y="64482"/>
                  <a:pt x="136634" y="54721"/>
                </a:cubicBezTo>
                <a:cubicBezTo>
                  <a:pt x="136634" y="44621"/>
                  <a:pt x="139235" y="36782"/>
                  <a:pt x="144436" y="31205"/>
                </a:cubicBezTo>
                <a:cubicBezTo>
                  <a:pt x="149636" y="25627"/>
                  <a:pt x="156382" y="22838"/>
                  <a:pt x="164673" y="22838"/>
                </a:cubicBezTo>
                <a:cubicBezTo>
                  <a:pt x="172701" y="22838"/>
                  <a:pt x="179258" y="25566"/>
                  <a:pt x="184346" y="31023"/>
                </a:cubicBezTo>
                <a:cubicBezTo>
                  <a:pt x="189434" y="36478"/>
                  <a:pt x="191977" y="44153"/>
                  <a:pt x="191977" y="54048"/>
                </a:cubicBezTo>
                <a:cubicBezTo>
                  <a:pt x="191977" y="54650"/>
                  <a:pt x="191959" y="55553"/>
                  <a:pt x="191921" y="56756"/>
                </a:cubicBezTo>
                <a:lnTo>
                  <a:pt x="147149" y="56756"/>
                </a:lnTo>
                <a:cubicBezTo>
                  <a:pt x="147526" y="63333"/>
                  <a:pt x="149391" y="68369"/>
                  <a:pt x="152745" y="71864"/>
                </a:cubicBezTo>
                <a:cubicBezTo>
                  <a:pt x="156100" y="75360"/>
                  <a:pt x="160283" y="77107"/>
                  <a:pt x="165295" y="77107"/>
                </a:cubicBezTo>
                <a:cubicBezTo>
                  <a:pt x="169026" y="77107"/>
                  <a:pt x="172211" y="76137"/>
                  <a:pt x="174849" y="74196"/>
                </a:cubicBezTo>
                <a:cubicBezTo>
                  <a:pt x="177487" y="72254"/>
                  <a:pt x="179579" y="69154"/>
                  <a:pt x="181124" y="64897"/>
                </a:cubicBezTo>
                <a:moveTo>
                  <a:pt x="147714" y="48277"/>
                </a:moveTo>
                <a:lnTo>
                  <a:pt x="181237" y="48277"/>
                </a:lnTo>
                <a:cubicBezTo>
                  <a:pt x="180784" y="43309"/>
                  <a:pt x="179503" y="39584"/>
                  <a:pt x="177393" y="37100"/>
                </a:cubicBezTo>
                <a:cubicBezTo>
                  <a:pt x="174152" y="33245"/>
                  <a:pt x="169950" y="31318"/>
                  <a:pt x="164786" y="31318"/>
                </a:cubicBezTo>
                <a:cubicBezTo>
                  <a:pt x="160113" y="31318"/>
                  <a:pt x="156184" y="32856"/>
                  <a:pt x="153000" y="35934"/>
                </a:cubicBezTo>
                <a:cubicBezTo>
                  <a:pt x="149815" y="39010"/>
                  <a:pt x="148053" y="43124"/>
                  <a:pt x="147714" y="48277"/>
                </a:cubicBezTo>
                <a:close/>
                <a:moveTo>
                  <a:pt x="275757" y="62183"/>
                </a:moveTo>
                <a:lnTo>
                  <a:pt x="285763" y="63483"/>
                </a:lnTo>
                <a:cubicBezTo>
                  <a:pt x="284670" y="70398"/>
                  <a:pt x="281872" y="75811"/>
                  <a:pt x="277369" y="79722"/>
                </a:cubicBezTo>
                <a:cubicBezTo>
                  <a:pt x="272865" y="83632"/>
                  <a:pt x="267334" y="85587"/>
                  <a:pt x="260777" y="85587"/>
                </a:cubicBezTo>
                <a:cubicBezTo>
                  <a:pt x="252561" y="85587"/>
                  <a:pt x="245957" y="82902"/>
                  <a:pt x="240963" y="77531"/>
                </a:cubicBezTo>
                <a:cubicBezTo>
                  <a:pt x="235970" y="72161"/>
                  <a:pt x="233473" y="64463"/>
                  <a:pt x="233473" y="54439"/>
                </a:cubicBezTo>
                <a:cubicBezTo>
                  <a:pt x="233473" y="47957"/>
                  <a:pt x="234547" y="42285"/>
                  <a:pt x="236695" y="37423"/>
                </a:cubicBezTo>
                <a:cubicBezTo>
                  <a:pt x="238843" y="32561"/>
                  <a:pt x="242112" y="28915"/>
                  <a:pt x="246503" y="26484"/>
                </a:cubicBezTo>
                <a:cubicBezTo>
                  <a:pt x="250894" y="24054"/>
                  <a:pt x="255670" y="22838"/>
                  <a:pt x="260833" y="22838"/>
                </a:cubicBezTo>
                <a:cubicBezTo>
                  <a:pt x="267353" y="22838"/>
                  <a:pt x="272686" y="24492"/>
                  <a:pt x="276831" y="27801"/>
                </a:cubicBezTo>
                <a:cubicBezTo>
                  <a:pt x="280977" y="31108"/>
                  <a:pt x="283634" y="35804"/>
                  <a:pt x="284802" y="41889"/>
                </a:cubicBezTo>
                <a:lnTo>
                  <a:pt x="274909" y="43415"/>
                </a:lnTo>
                <a:cubicBezTo>
                  <a:pt x="273967" y="39402"/>
                  <a:pt x="272300" y="36382"/>
                  <a:pt x="269907" y="34356"/>
                </a:cubicBezTo>
                <a:cubicBezTo>
                  <a:pt x="267513" y="32331"/>
                  <a:pt x="264621" y="31318"/>
                  <a:pt x="261229" y="31318"/>
                </a:cubicBezTo>
                <a:cubicBezTo>
                  <a:pt x="256104" y="31318"/>
                  <a:pt x="251939" y="33146"/>
                  <a:pt x="248736" y="36803"/>
                </a:cubicBezTo>
                <a:cubicBezTo>
                  <a:pt x="245533" y="40459"/>
                  <a:pt x="243931" y="46243"/>
                  <a:pt x="243931" y="54156"/>
                </a:cubicBezTo>
                <a:cubicBezTo>
                  <a:pt x="243931" y="62182"/>
                  <a:pt x="245476" y="68014"/>
                  <a:pt x="248566" y="71652"/>
                </a:cubicBezTo>
                <a:cubicBezTo>
                  <a:pt x="251657" y="75289"/>
                  <a:pt x="255689" y="77107"/>
                  <a:pt x="260664" y="77107"/>
                </a:cubicBezTo>
                <a:cubicBezTo>
                  <a:pt x="264659" y="77107"/>
                  <a:pt x="267994" y="75887"/>
                  <a:pt x="270670" y="73447"/>
                </a:cubicBezTo>
                <a:cubicBezTo>
                  <a:pt x="273345" y="71007"/>
                  <a:pt x="275041" y="67252"/>
                  <a:pt x="275757" y="62183"/>
                </a:cubicBezTo>
                <a:close/>
                <a:moveTo>
                  <a:pt x="294243" y="84230"/>
                </a:moveTo>
                <a:lnTo>
                  <a:pt x="294243" y="1357"/>
                </a:lnTo>
                <a:lnTo>
                  <a:pt x="304418" y="1357"/>
                </a:lnTo>
                <a:lnTo>
                  <a:pt x="304418" y="84230"/>
                </a:lnTo>
                <a:lnTo>
                  <a:pt x="294243" y="84230"/>
                </a:lnTo>
                <a:close/>
                <a:moveTo>
                  <a:pt x="359369" y="76818"/>
                </a:moveTo>
                <a:cubicBezTo>
                  <a:pt x="355600" y="80023"/>
                  <a:pt x="351973" y="82286"/>
                  <a:pt x="348487" y="83606"/>
                </a:cubicBezTo>
                <a:cubicBezTo>
                  <a:pt x="345001" y="84927"/>
                  <a:pt x="341260" y="85587"/>
                  <a:pt x="337266" y="85587"/>
                </a:cubicBezTo>
                <a:cubicBezTo>
                  <a:pt x="330670" y="85587"/>
                  <a:pt x="325602" y="83975"/>
                  <a:pt x="322059" y="80750"/>
                </a:cubicBezTo>
                <a:cubicBezTo>
                  <a:pt x="318516" y="77525"/>
                  <a:pt x="316745" y="73405"/>
                  <a:pt x="316745" y="68389"/>
                </a:cubicBezTo>
                <a:cubicBezTo>
                  <a:pt x="316745" y="65448"/>
                  <a:pt x="317414" y="62762"/>
                  <a:pt x="318752" y="60330"/>
                </a:cubicBezTo>
                <a:cubicBezTo>
                  <a:pt x="320090" y="57897"/>
                  <a:pt x="321842" y="55945"/>
                  <a:pt x="324009" y="54474"/>
                </a:cubicBezTo>
                <a:cubicBezTo>
                  <a:pt x="326176" y="53003"/>
                  <a:pt x="328617" y="51891"/>
                  <a:pt x="331330" y="51137"/>
                </a:cubicBezTo>
                <a:cubicBezTo>
                  <a:pt x="333327" y="50608"/>
                  <a:pt x="336342" y="50099"/>
                  <a:pt x="340375" y="49609"/>
                </a:cubicBezTo>
                <a:cubicBezTo>
                  <a:pt x="348591" y="48636"/>
                  <a:pt x="354639" y="47476"/>
                  <a:pt x="358521" y="46129"/>
                </a:cubicBezTo>
                <a:cubicBezTo>
                  <a:pt x="358559" y="44740"/>
                  <a:pt x="358578" y="43858"/>
                  <a:pt x="358578" y="43482"/>
                </a:cubicBezTo>
                <a:cubicBezTo>
                  <a:pt x="358578" y="39352"/>
                  <a:pt x="357617" y="36443"/>
                  <a:pt x="355695" y="34754"/>
                </a:cubicBezTo>
                <a:cubicBezTo>
                  <a:pt x="353094" y="32463"/>
                  <a:pt x="349231" y="31318"/>
                  <a:pt x="344106" y="31318"/>
                </a:cubicBezTo>
                <a:cubicBezTo>
                  <a:pt x="339320" y="31318"/>
                  <a:pt x="335786" y="32156"/>
                  <a:pt x="333506" y="33833"/>
                </a:cubicBezTo>
                <a:cubicBezTo>
                  <a:pt x="331226" y="35510"/>
                  <a:pt x="329540" y="38478"/>
                  <a:pt x="328447" y="42737"/>
                </a:cubicBezTo>
                <a:lnTo>
                  <a:pt x="318498" y="41380"/>
                </a:lnTo>
                <a:cubicBezTo>
                  <a:pt x="319402" y="37109"/>
                  <a:pt x="320891" y="33659"/>
                  <a:pt x="322964" y="31032"/>
                </a:cubicBezTo>
                <a:cubicBezTo>
                  <a:pt x="325036" y="28404"/>
                  <a:pt x="328032" y="26382"/>
                  <a:pt x="331952" y="24965"/>
                </a:cubicBezTo>
                <a:cubicBezTo>
                  <a:pt x="335871" y="23547"/>
                  <a:pt x="340413" y="22838"/>
                  <a:pt x="345576" y="22838"/>
                </a:cubicBezTo>
                <a:cubicBezTo>
                  <a:pt x="350701" y="22838"/>
                  <a:pt x="354865" y="23441"/>
                  <a:pt x="358069" y="24647"/>
                </a:cubicBezTo>
                <a:cubicBezTo>
                  <a:pt x="361272" y="25853"/>
                  <a:pt x="363628" y="27370"/>
                  <a:pt x="365135" y="29198"/>
                </a:cubicBezTo>
                <a:cubicBezTo>
                  <a:pt x="366643" y="31026"/>
                  <a:pt x="367698" y="33334"/>
                  <a:pt x="368301" y="36123"/>
                </a:cubicBezTo>
                <a:cubicBezTo>
                  <a:pt x="368640" y="37856"/>
                  <a:pt x="368810" y="40984"/>
                  <a:pt x="368810" y="45507"/>
                </a:cubicBezTo>
                <a:lnTo>
                  <a:pt x="368810" y="59074"/>
                </a:lnTo>
                <a:cubicBezTo>
                  <a:pt x="368810" y="68534"/>
                  <a:pt x="369026" y="74516"/>
                  <a:pt x="369460" y="77022"/>
                </a:cubicBezTo>
                <a:cubicBezTo>
                  <a:pt x="369893" y="79529"/>
                  <a:pt x="370750" y="81931"/>
                  <a:pt x="372032" y="84230"/>
                </a:cubicBezTo>
                <a:lnTo>
                  <a:pt x="361404" y="84230"/>
                </a:lnTo>
                <a:cubicBezTo>
                  <a:pt x="360349" y="82117"/>
                  <a:pt x="359671" y="79646"/>
                  <a:pt x="359369" y="76818"/>
                </a:cubicBezTo>
                <a:moveTo>
                  <a:pt x="358521" y="54043"/>
                </a:moveTo>
                <a:cubicBezTo>
                  <a:pt x="354828" y="55563"/>
                  <a:pt x="349288" y="56855"/>
                  <a:pt x="341901" y="57919"/>
                </a:cubicBezTo>
                <a:cubicBezTo>
                  <a:pt x="337718" y="58524"/>
                  <a:pt x="334760" y="59205"/>
                  <a:pt x="333026" y="59963"/>
                </a:cubicBezTo>
                <a:cubicBezTo>
                  <a:pt x="331292" y="60719"/>
                  <a:pt x="329954" y="61826"/>
                  <a:pt x="329012" y="63284"/>
                </a:cubicBezTo>
                <a:cubicBezTo>
                  <a:pt x="328070" y="64741"/>
                  <a:pt x="327599" y="66358"/>
                  <a:pt x="327599" y="68137"/>
                </a:cubicBezTo>
                <a:cubicBezTo>
                  <a:pt x="327599" y="70861"/>
                  <a:pt x="328626" y="73131"/>
                  <a:pt x="330680" y="74949"/>
                </a:cubicBezTo>
                <a:cubicBezTo>
                  <a:pt x="332734" y="76765"/>
                  <a:pt x="335739" y="77673"/>
                  <a:pt x="339696" y="77673"/>
                </a:cubicBezTo>
                <a:cubicBezTo>
                  <a:pt x="343616" y="77673"/>
                  <a:pt x="347102" y="76811"/>
                  <a:pt x="350155" y="75088"/>
                </a:cubicBezTo>
                <a:cubicBezTo>
                  <a:pt x="353207" y="73365"/>
                  <a:pt x="355450" y="71008"/>
                  <a:pt x="356882" y="68017"/>
                </a:cubicBezTo>
                <a:cubicBezTo>
                  <a:pt x="357975" y="65706"/>
                  <a:pt x="358521" y="62298"/>
                  <a:pt x="358521" y="57792"/>
                </a:cubicBezTo>
                <a:lnTo>
                  <a:pt x="358521" y="54043"/>
                </a:lnTo>
                <a:close/>
                <a:moveTo>
                  <a:pt x="384644" y="13115"/>
                </a:moveTo>
                <a:lnTo>
                  <a:pt x="384644" y="1357"/>
                </a:lnTo>
                <a:lnTo>
                  <a:pt x="394819" y="1357"/>
                </a:lnTo>
                <a:lnTo>
                  <a:pt x="394819" y="13115"/>
                </a:lnTo>
                <a:lnTo>
                  <a:pt x="384644" y="13115"/>
                </a:lnTo>
                <a:moveTo>
                  <a:pt x="384644" y="84230"/>
                </a:moveTo>
                <a:lnTo>
                  <a:pt x="384644" y="24195"/>
                </a:lnTo>
                <a:lnTo>
                  <a:pt x="394819" y="24195"/>
                </a:lnTo>
                <a:lnTo>
                  <a:pt x="394819" y="84230"/>
                </a:lnTo>
                <a:lnTo>
                  <a:pt x="384644" y="84230"/>
                </a:lnTo>
                <a:close/>
                <a:moveTo>
                  <a:pt x="410313" y="84230"/>
                </a:moveTo>
                <a:lnTo>
                  <a:pt x="410313" y="24195"/>
                </a:lnTo>
                <a:lnTo>
                  <a:pt x="419414" y="24195"/>
                </a:lnTo>
                <a:lnTo>
                  <a:pt x="419414" y="32561"/>
                </a:lnTo>
                <a:cubicBezTo>
                  <a:pt x="421298" y="29638"/>
                  <a:pt x="423804" y="27287"/>
                  <a:pt x="426932" y="25508"/>
                </a:cubicBezTo>
                <a:cubicBezTo>
                  <a:pt x="430060" y="23728"/>
                  <a:pt x="433622" y="22838"/>
                  <a:pt x="437617" y="22838"/>
                </a:cubicBezTo>
                <a:cubicBezTo>
                  <a:pt x="442064" y="22838"/>
                  <a:pt x="445710" y="23757"/>
                  <a:pt x="448555" y="25594"/>
                </a:cubicBezTo>
                <a:cubicBezTo>
                  <a:pt x="451401" y="27430"/>
                  <a:pt x="453407" y="29998"/>
                  <a:pt x="454576" y="33296"/>
                </a:cubicBezTo>
                <a:cubicBezTo>
                  <a:pt x="459324" y="26324"/>
                  <a:pt x="465505" y="22838"/>
                  <a:pt x="473118" y="22838"/>
                </a:cubicBezTo>
                <a:cubicBezTo>
                  <a:pt x="479072" y="22838"/>
                  <a:pt x="483651" y="24487"/>
                  <a:pt x="486854" y="27785"/>
                </a:cubicBezTo>
                <a:cubicBezTo>
                  <a:pt x="490058" y="31082"/>
                  <a:pt x="491660" y="36161"/>
                  <a:pt x="491660" y="43020"/>
                </a:cubicBezTo>
                <a:lnTo>
                  <a:pt x="491660" y="84230"/>
                </a:lnTo>
                <a:lnTo>
                  <a:pt x="481541" y="84230"/>
                </a:lnTo>
                <a:lnTo>
                  <a:pt x="481541" y="46371"/>
                </a:lnTo>
                <a:cubicBezTo>
                  <a:pt x="481541" y="42296"/>
                  <a:pt x="481211" y="39363"/>
                  <a:pt x="480551" y="37571"/>
                </a:cubicBezTo>
                <a:cubicBezTo>
                  <a:pt x="479892" y="35779"/>
                  <a:pt x="478695" y="34336"/>
                  <a:pt x="476962" y="33242"/>
                </a:cubicBezTo>
                <a:cubicBezTo>
                  <a:pt x="475228" y="32147"/>
                  <a:pt x="473193" y="31600"/>
                  <a:pt x="470856" y="31600"/>
                </a:cubicBezTo>
                <a:cubicBezTo>
                  <a:pt x="466636" y="31600"/>
                  <a:pt x="463131" y="33006"/>
                  <a:pt x="460342" y="35817"/>
                </a:cubicBezTo>
                <a:cubicBezTo>
                  <a:pt x="457553" y="38627"/>
                  <a:pt x="456159" y="43126"/>
                  <a:pt x="456159" y="49314"/>
                </a:cubicBezTo>
                <a:lnTo>
                  <a:pt x="456159" y="84230"/>
                </a:lnTo>
                <a:lnTo>
                  <a:pt x="445983" y="84230"/>
                </a:lnTo>
                <a:lnTo>
                  <a:pt x="445983" y="45182"/>
                </a:lnTo>
                <a:cubicBezTo>
                  <a:pt x="445983" y="40655"/>
                  <a:pt x="445154" y="37259"/>
                  <a:pt x="443496" y="34996"/>
                </a:cubicBezTo>
                <a:cubicBezTo>
                  <a:pt x="441838" y="32732"/>
                  <a:pt x="439124" y="31600"/>
                  <a:pt x="435355" y="31600"/>
                </a:cubicBezTo>
                <a:cubicBezTo>
                  <a:pt x="432491" y="31600"/>
                  <a:pt x="429844" y="32355"/>
                  <a:pt x="427413" y="33865"/>
                </a:cubicBezTo>
                <a:cubicBezTo>
                  <a:pt x="424982" y="35374"/>
                  <a:pt x="423220" y="37581"/>
                  <a:pt x="422127" y="40486"/>
                </a:cubicBezTo>
                <a:cubicBezTo>
                  <a:pt x="421034" y="43391"/>
                  <a:pt x="420488" y="47578"/>
                  <a:pt x="420488" y="53048"/>
                </a:cubicBezTo>
                <a:lnTo>
                  <a:pt x="420488" y="84230"/>
                </a:lnTo>
                <a:lnTo>
                  <a:pt x="410313" y="84230"/>
                </a:lnTo>
                <a:close/>
                <a:moveTo>
                  <a:pt x="538926" y="107294"/>
                </a:moveTo>
                <a:lnTo>
                  <a:pt x="538926" y="24195"/>
                </a:lnTo>
                <a:lnTo>
                  <a:pt x="548197" y="24195"/>
                </a:lnTo>
                <a:lnTo>
                  <a:pt x="548197" y="31940"/>
                </a:lnTo>
                <a:cubicBezTo>
                  <a:pt x="550383" y="28906"/>
                  <a:pt x="552851" y="26630"/>
                  <a:pt x="555602" y="25114"/>
                </a:cubicBezTo>
                <a:cubicBezTo>
                  <a:pt x="558353" y="23597"/>
                  <a:pt x="561689" y="22838"/>
                  <a:pt x="565608" y="22838"/>
                </a:cubicBezTo>
                <a:cubicBezTo>
                  <a:pt x="570733" y="22838"/>
                  <a:pt x="575256" y="24157"/>
                  <a:pt x="579175" y="26795"/>
                </a:cubicBezTo>
                <a:cubicBezTo>
                  <a:pt x="583095" y="29433"/>
                  <a:pt x="586053" y="33155"/>
                  <a:pt x="588051" y="37960"/>
                </a:cubicBezTo>
                <a:cubicBezTo>
                  <a:pt x="590048" y="42765"/>
                  <a:pt x="591047" y="48032"/>
                  <a:pt x="591047" y="53760"/>
                </a:cubicBezTo>
                <a:cubicBezTo>
                  <a:pt x="591047" y="59903"/>
                  <a:pt x="589944" y="65434"/>
                  <a:pt x="587740" y="70352"/>
                </a:cubicBezTo>
                <a:cubicBezTo>
                  <a:pt x="585535" y="75270"/>
                  <a:pt x="582332" y="79039"/>
                  <a:pt x="578129" y="81658"/>
                </a:cubicBezTo>
                <a:cubicBezTo>
                  <a:pt x="573927" y="84277"/>
                  <a:pt x="569509" y="85587"/>
                  <a:pt x="564873" y="85587"/>
                </a:cubicBezTo>
                <a:cubicBezTo>
                  <a:pt x="561481" y="85587"/>
                  <a:pt x="558438" y="84861"/>
                  <a:pt x="555743" y="83410"/>
                </a:cubicBezTo>
                <a:cubicBezTo>
                  <a:pt x="553049" y="81958"/>
                  <a:pt x="550835" y="80125"/>
                  <a:pt x="549101" y="77909"/>
                </a:cubicBezTo>
                <a:lnTo>
                  <a:pt x="549101" y="107294"/>
                </a:lnTo>
                <a:lnTo>
                  <a:pt x="538926" y="107294"/>
                </a:lnTo>
                <a:moveTo>
                  <a:pt x="548140" y="54467"/>
                </a:moveTo>
                <a:cubicBezTo>
                  <a:pt x="548140" y="62183"/>
                  <a:pt x="549704" y="67886"/>
                  <a:pt x="552832" y="71574"/>
                </a:cubicBezTo>
                <a:cubicBezTo>
                  <a:pt x="555960" y="75263"/>
                  <a:pt x="559748" y="77107"/>
                  <a:pt x="564195" y="77107"/>
                </a:cubicBezTo>
                <a:cubicBezTo>
                  <a:pt x="568717" y="77107"/>
                  <a:pt x="572590" y="75197"/>
                  <a:pt x="575812" y="71377"/>
                </a:cubicBezTo>
                <a:cubicBezTo>
                  <a:pt x="579034" y="67556"/>
                  <a:pt x="580645" y="61637"/>
                  <a:pt x="580645" y="53619"/>
                </a:cubicBezTo>
                <a:cubicBezTo>
                  <a:pt x="580645" y="45978"/>
                  <a:pt x="579072" y="40257"/>
                  <a:pt x="575925" y="36455"/>
                </a:cubicBezTo>
                <a:cubicBezTo>
                  <a:pt x="572778" y="32653"/>
                  <a:pt x="569019" y="30752"/>
                  <a:pt x="564647" y="30752"/>
                </a:cubicBezTo>
                <a:cubicBezTo>
                  <a:pt x="560313" y="30752"/>
                  <a:pt x="556478" y="32776"/>
                  <a:pt x="553143" y="36822"/>
                </a:cubicBezTo>
                <a:cubicBezTo>
                  <a:pt x="549808" y="40869"/>
                  <a:pt x="548140" y="46751"/>
                  <a:pt x="548140" y="54467"/>
                </a:cubicBezTo>
                <a:close/>
                <a:moveTo>
                  <a:pt x="642664" y="84230"/>
                </a:moveTo>
                <a:lnTo>
                  <a:pt x="642664" y="75411"/>
                </a:lnTo>
                <a:cubicBezTo>
                  <a:pt x="637991" y="82195"/>
                  <a:pt x="631641" y="85587"/>
                  <a:pt x="623614" y="85587"/>
                </a:cubicBezTo>
                <a:cubicBezTo>
                  <a:pt x="620071" y="85587"/>
                  <a:pt x="616764" y="84908"/>
                  <a:pt x="613693" y="83552"/>
                </a:cubicBezTo>
                <a:cubicBezTo>
                  <a:pt x="610621" y="82195"/>
                  <a:pt x="608341" y="80490"/>
                  <a:pt x="606852" y="78436"/>
                </a:cubicBezTo>
                <a:cubicBezTo>
                  <a:pt x="605364" y="76382"/>
                  <a:pt x="604318" y="73866"/>
                  <a:pt x="603715" y="70889"/>
                </a:cubicBezTo>
                <a:cubicBezTo>
                  <a:pt x="603300" y="68892"/>
                  <a:pt x="603093" y="65726"/>
                  <a:pt x="603093" y="61392"/>
                </a:cubicBezTo>
                <a:lnTo>
                  <a:pt x="603093" y="24195"/>
                </a:lnTo>
                <a:lnTo>
                  <a:pt x="613269" y="24195"/>
                </a:lnTo>
                <a:lnTo>
                  <a:pt x="613269" y="57491"/>
                </a:lnTo>
                <a:cubicBezTo>
                  <a:pt x="613269" y="62805"/>
                  <a:pt x="613476" y="66385"/>
                  <a:pt x="613890" y="68232"/>
                </a:cubicBezTo>
                <a:cubicBezTo>
                  <a:pt x="614531" y="70908"/>
                  <a:pt x="615888" y="73009"/>
                  <a:pt x="617961" y="74535"/>
                </a:cubicBezTo>
                <a:cubicBezTo>
                  <a:pt x="620033" y="76061"/>
                  <a:pt x="622596" y="76825"/>
                  <a:pt x="625649" y="76825"/>
                </a:cubicBezTo>
                <a:cubicBezTo>
                  <a:pt x="628701" y="76825"/>
                  <a:pt x="631565" y="76043"/>
                  <a:pt x="634241" y="74479"/>
                </a:cubicBezTo>
                <a:cubicBezTo>
                  <a:pt x="636917" y="72915"/>
                  <a:pt x="638811" y="70785"/>
                  <a:pt x="639923" y="68091"/>
                </a:cubicBezTo>
                <a:cubicBezTo>
                  <a:pt x="641034" y="65396"/>
                  <a:pt x="641590" y="61486"/>
                  <a:pt x="641590" y="56361"/>
                </a:cubicBezTo>
                <a:lnTo>
                  <a:pt x="641590" y="24195"/>
                </a:lnTo>
                <a:lnTo>
                  <a:pt x="651766" y="24195"/>
                </a:lnTo>
                <a:lnTo>
                  <a:pt x="651766" y="84230"/>
                </a:lnTo>
                <a:lnTo>
                  <a:pt x="642664" y="84230"/>
                </a:lnTo>
                <a:close/>
                <a:moveTo>
                  <a:pt x="689929" y="75242"/>
                </a:moveTo>
                <a:lnTo>
                  <a:pt x="691399" y="84230"/>
                </a:lnTo>
                <a:cubicBezTo>
                  <a:pt x="688535" y="84758"/>
                  <a:pt x="685972" y="85022"/>
                  <a:pt x="683711" y="85022"/>
                </a:cubicBezTo>
                <a:cubicBezTo>
                  <a:pt x="680018" y="85022"/>
                  <a:pt x="677154" y="84437"/>
                  <a:pt x="675118" y="83269"/>
                </a:cubicBezTo>
                <a:cubicBezTo>
                  <a:pt x="673083" y="82101"/>
                  <a:pt x="671651" y="80565"/>
                  <a:pt x="670822" y="78662"/>
                </a:cubicBezTo>
                <a:cubicBezTo>
                  <a:pt x="669993" y="76759"/>
                  <a:pt x="669578" y="72754"/>
                  <a:pt x="669578" y="66649"/>
                </a:cubicBezTo>
                <a:lnTo>
                  <a:pt x="669578" y="32109"/>
                </a:lnTo>
                <a:lnTo>
                  <a:pt x="662116" y="32109"/>
                </a:lnTo>
                <a:lnTo>
                  <a:pt x="662116" y="24195"/>
                </a:lnTo>
                <a:lnTo>
                  <a:pt x="669578" y="24195"/>
                </a:lnTo>
                <a:lnTo>
                  <a:pt x="669578" y="9287"/>
                </a:lnTo>
                <a:lnTo>
                  <a:pt x="679697" y="3166"/>
                </a:lnTo>
                <a:lnTo>
                  <a:pt x="679697" y="24195"/>
                </a:lnTo>
                <a:lnTo>
                  <a:pt x="689929" y="24195"/>
                </a:lnTo>
                <a:lnTo>
                  <a:pt x="689929" y="32109"/>
                </a:lnTo>
                <a:lnTo>
                  <a:pt x="679697" y="32109"/>
                </a:lnTo>
                <a:lnTo>
                  <a:pt x="679697" y="67214"/>
                </a:lnTo>
                <a:cubicBezTo>
                  <a:pt x="679697" y="70116"/>
                  <a:pt x="679876" y="71982"/>
                  <a:pt x="680234" y="72811"/>
                </a:cubicBezTo>
                <a:cubicBezTo>
                  <a:pt x="680592" y="73640"/>
                  <a:pt x="681177" y="74300"/>
                  <a:pt x="681987" y="74790"/>
                </a:cubicBezTo>
                <a:cubicBezTo>
                  <a:pt x="682797" y="75279"/>
                  <a:pt x="683956" y="75524"/>
                  <a:pt x="685463" y="75524"/>
                </a:cubicBezTo>
                <a:cubicBezTo>
                  <a:pt x="686594" y="75524"/>
                  <a:pt x="688083" y="75430"/>
                  <a:pt x="689929" y="75242"/>
                </a:cubicBezTo>
                <a:close/>
                <a:moveTo>
                  <a:pt x="695804" y="66253"/>
                </a:moveTo>
                <a:lnTo>
                  <a:pt x="705867" y="64671"/>
                </a:lnTo>
                <a:cubicBezTo>
                  <a:pt x="706432" y="68685"/>
                  <a:pt x="708005" y="71762"/>
                  <a:pt x="710587" y="73901"/>
                </a:cubicBezTo>
                <a:cubicBezTo>
                  <a:pt x="713168" y="76039"/>
                  <a:pt x="716777" y="77107"/>
                  <a:pt x="721412" y="77107"/>
                </a:cubicBezTo>
                <a:cubicBezTo>
                  <a:pt x="726086" y="77107"/>
                  <a:pt x="729553" y="76163"/>
                  <a:pt x="731814" y="74275"/>
                </a:cubicBezTo>
                <a:cubicBezTo>
                  <a:pt x="734075" y="72386"/>
                  <a:pt x="735206" y="70171"/>
                  <a:pt x="735206" y="67630"/>
                </a:cubicBezTo>
                <a:cubicBezTo>
                  <a:pt x="735206" y="65348"/>
                  <a:pt x="734207" y="63554"/>
                  <a:pt x="732210" y="62245"/>
                </a:cubicBezTo>
                <a:cubicBezTo>
                  <a:pt x="730815" y="61348"/>
                  <a:pt x="727348" y="60207"/>
                  <a:pt x="721808" y="58823"/>
                </a:cubicBezTo>
                <a:cubicBezTo>
                  <a:pt x="714346" y="56938"/>
                  <a:pt x="709174" y="55307"/>
                  <a:pt x="706291" y="53930"/>
                </a:cubicBezTo>
                <a:cubicBezTo>
                  <a:pt x="703408" y="52553"/>
                  <a:pt x="701222" y="50648"/>
                  <a:pt x="699733" y="48215"/>
                </a:cubicBezTo>
                <a:cubicBezTo>
                  <a:pt x="698244" y="45782"/>
                  <a:pt x="697500" y="43094"/>
                  <a:pt x="697500" y="40152"/>
                </a:cubicBezTo>
                <a:cubicBezTo>
                  <a:pt x="697500" y="37474"/>
                  <a:pt x="698113" y="34994"/>
                  <a:pt x="699337" y="32712"/>
                </a:cubicBezTo>
                <a:cubicBezTo>
                  <a:pt x="700562" y="30429"/>
                  <a:pt x="702230" y="28534"/>
                  <a:pt x="704340" y="27025"/>
                </a:cubicBezTo>
                <a:cubicBezTo>
                  <a:pt x="705923" y="25856"/>
                  <a:pt x="708081" y="24866"/>
                  <a:pt x="710813" y="24055"/>
                </a:cubicBezTo>
                <a:cubicBezTo>
                  <a:pt x="713545" y="23244"/>
                  <a:pt x="716475" y="22838"/>
                  <a:pt x="719603" y="22838"/>
                </a:cubicBezTo>
                <a:cubicBezTo>
                  <a:pt x="724314" y="22838"/>
                  <a:pt x="728450" y="23521"/>
                  <a:pt x="732012" y="24887"/>
                </a:cubicBezTo>
                <a:cubicBezTo>
                  <a:pt x="735573" y="26252"/>
                  <a:pt x="738202" y="28102"/>
                  <a:pt x="739898" y="30436"/>
                </a:cubicBezTo>
                <a:cubicBezTo>
                  <a:pt x="741594" y="32769"/>
                  <a:pt x="742762" y="35890"/>
                  <a:pt x="743403" y="39797"/>
                </a:cubicBezTo>
                <a:lnTo>
                  <a:pt x="733453" y="41154"/>
                </a:lnTo>
                <a:cubicBezTo>
                  <a:pt x="733001" y="38064"/>
                  <a:pt x="731692" y="35652"/>
                  <a:pt x="729525" y="33918"/>
                </a:cubicBezTo>
                <a:cubicBezTo>
                  <a:pt x="727358" y="32185"/>
                  <a:pt x="724295" y="31318"/>
                  <a:pt x="720338" y="31318"/>
                </a:cubicBezTo>
                <a:cubicBezTo>
                  <a:pt x="715665" y="31318"/>
                  <a:pt x="712330" y="32087"/>
                  <a:pt x="710333" y="33625"/>
                </a:cubicBezTo>
                <a:cubicBezTo>
                  <a:pt x="708335" y="35162"/>
                  <a:pt x="707336" y="36962"/>
                  <a:pt x="707336" y="39025"/>
                </a:cubicBezTo>
                <a:cubicBezTo>
                  <a:pt x="707336" y="40337"/>
                  <a:pt x="707751" y="41519"/>
                  <a:pt x="708580" y="42569"/>
                </a:cubicBezTo>
                <a:cubicBezTo>
                  <a:pt x="709409" y="43656"/>
                  <a:pt x="710709" y="44556"/>
                  <a:pt x="712481" y="45268"/>
                </a:cubicBezTo>
                <a:cubicBezTo>
                  <a:pt x="713498" y="45644"/>
                  <a:pt x="716494" y="46507"/>
                  <a:pt x="721469" y="47856"/>
                </a:cubicBezTo>
                <a:cubicBezTo>
                  <a:pt x="728667" y="49777"/>
                  <a:pt x="733689" y="51349"/>
                  <a:pt x="736534" y="52573"/>
                </a:cubicBezTo>
                <a:cubicBezTo>
                  <a:pt x="739380" y="53797"/>
                  <a:pt x="741613" y="55576"/>
                  <a:pt x="743233" y="57912"/>
                </a:cubicBezTo>
                <a:cubicBezTo>
                  <a:pt x="744854" y="60246"/>
                  <a:pt x="745664" y="63145"/>
                  <a:pt x="745664" y="66609"/>
                </a:cubicBezTo>
                <a:cubicBezTo>
                  <a:pt x="745664" y="69998"/>
                  <a:pt x="744675" y="73190"/>
                  <a:pt x="742696" y="76183"/>
                </a:cubicBezTo>
                <a:cubicBezTo>
                  <a:pt x="740718" y="79176"/>
                  <a:pt x="737863" y="81491"/>
                  <a:pt x="734132" y="83130"/>
                </a:cubicBezTo>
                <a:cubicBezTo>
                  <a:pt x="730401" y="84768"/>
                  <a:pt x="726180" y="85587"/>
                  <a:pt x="721469" y="85587"/>
                </a:cubicBezTo>
                <a:cubicBezTo>
                  <a:pt x="713668" y="85587"/>
                  <a:pt x="707723" y="83962"/>
                  <a:pt x="703634" y="80711"/>
                </a:cubicBezTo>
                <a:cubicBezTo>
                  <a:pt x="699545" y="77461"/>
                  <a:pt x="696935" y="72641"/>
                  <a:pt x="695804" y="66253"/>
                </a:cubicBezTo>
                <a:close/>
                <a:moveTo>
                  <a:pt x="789924" y="84230"/>
                </a:moveTo>
                <a:lnTo>
                  <a:pt x="789924" y="24195"/>
                </a:lnTo>
                <a:lnTo>
                  <a:pt x="799025" y="24195"/>
                </a:lnTo>
                <a:lnTo>
                  <a:pt x="799025" y="32561"/>
                </a:lnTo>
                <a:cubicBezTo>
                  <a:pt x="800909" y="29638"/>
                  <a:pt x="803416" y="27287"/>
                  <a:pt x="806544" y="25508"/>
                </a:cubicBezTo>
                <a:cubicBezTo>
                  <a:pt x="809672" y="23728"/>
                  <a:pt x="813233" y="22838"/>
                  <a:pt x="817228" y="22838"/>
                </a:cubicBezTo>
                <a:cubicBezTo>
                  <a:pt x="821675" y="22838"/>
                  <a:pt x="825321" y="23757"/>
                  <a:pt x="828166" y="25594"/>
                </a:cubicBezTo>
                <a:cubicBezTo>
                  <a:pt x="831012" y="27430"/>
                  <a:pt x="833019" y="29998"/>
                  <a:pt x="834187" y="33296"/>
                </a:cubicBezTo>
                <a:cubicBezTo>
                  <a:pt x="838935" y="26324"/>
                  <a:pt x="845116" y="22838"/>
                  <a:pt x="852729" y="22838"/>
                </a:cubicBezTo>
                <a:cubicBezTo>
                  <a:pt x="858683" y="22838"/>
                  <a:pt x="863262" y="24487"/>
                  <a:pt x="866466" y="27785"/>
                </a:cubicBezTo>
                <a:cubicBezTo>
                  <a:pt x="869669" y="31082"/>
                  <a:pt x="871271" y="36161"/>
                  <a:pt x="871271" y="43020"/>
                </a:cubicBezTo>
                <a:lnTo>
                  <a:pt x="871271" y="84230"/>
                </a:lnTo>
                <a:lnTo>
                  <a:pt x="861152" y="84230"/>
                </a:lnTo>
                <a:lnTo>
                  <a:pt x="861152" y="46371"/>
                </a:lnTo>
                <a:cubicBezTo>
                  <a:pt x="861152" y="42296"/>
                  <a:pt x="860822" y="39363"/>
                  <a:pt x="860163" y="37571"/>
                </a:cubicBezTo>
                <a:cubicBezTo>
                  <a:pt x="859503" y="35779"/>
                  <a:pt x="858306" y="34336"/>
                  <a:pt x="856573" y="33242"/>
                </a:cubicBezTo>
                <a:cubicBezTo>
                  <a:pt x="854839" y="32147"/>
                  <a:pt x="852804" y="31600"/>
                  <a:pt x="850468" y="31600"/>
                </a:cubicBezTo>
                <a:cubicBezTo>
                  <a:pt x="846247" y="31600"/>
                  <a:pt x="842742" y="33006"/>
                  <a:pt x="839953" y="35817"/>
                </a:cubicBezTo>
                <a:cubicBezTo>
                  <a:pt x="837164" y="38627"/>
                  <a:pt x="835770" y="43126"/>
                  <a:pt x="835770" y="49314"/>
                </a:cubicBezTo>
                <a:lnTo>
                  <a:pt x="835770" y="84230"/>
                </a:lnTo>
                <a:lnTo>
                  <a:pt x="825594" y="84230"/>
                </a:lnTo>
                <a:lnTo>
                  <a:pt x="825594" y="45182"/>
                </a:lnTo>
                <a:cubicBezTo>
                  <a:pt x="825594" y="40655"/>
                  <a:pt x="824765" y="37259"/>
                  <a:pt x="823107" y="34996"/>
                </a:cubicBezTo>
                <a:cubicBezTo>
                  <a:pt x="821449" y="32732"/>
                  <a:pt x="818735" y="31600"/>
                  <a:pt x="814967" y="31600"/>
                </a:cubicBezTo>
                <a:cubicBezTo>
                  <a:pt x="812102" y="31600"/>
                  <a:pt x="809455" y="32355"/>
                  <a:pt x="807024" y="33865"/>
                </a:cubicBezTo>
                <a:cubicBezTo>
                  <a:pt x="804593" y="35374"/>
                  <a:pt x="802831" y="37581"/>
                  <a:pt x="801738" y="40486"/>
                </a:cubicBezTo>
                <a:cubicBezTo>
                  <a:pt x="800646" y="43391"/>
                  <a:pt x="800099" y="47578"/>
                  <a:pt x="800099" y="53048"/>
                </a:cubicBezTo>
                <a:lnTo>
                  <a:pt x="800099" y="84230"/>
                </a:lnTo>
                <a:lnTo>
                  <a:pt x="789924" y="84230"/>
                </a:lnTo>
                <a:close/>
                <a:moveTo>
                  <a:pt x="927472" y="64897"/>
                </a:moveTo>
                <a:lnTo>
                  <a:pt x="937987" y="66197"/>
                </a:lnTo>
                <a:cubicBezTo>
                  <a:pt x="936328" y="72340"/>
                  <a:pt x="933257" y="77107"/>
                  <a:pt x="928772" y="80499"/>
                </a:cubicBezTo>
                <a:cubicBezTo>
                  <a:pt x="924288" y="83891"/>
                  <a:pt x="918559" y="85587"/>
                  <a:pt x="911587" y="85587"/>
                </a:cubicBezTo>
                <a:cubicBezTo>
                  <a:pt x="902806" y="85587"/>
                  <a:pt x="895843" y="82883"/>
                  <a:pt x="890699" y="77475"/>
                </a:cubicBezTo>
                <a:cubicBezTo>
                  <a:pt x="885555" y="72067"/>
                  <a:pt x="882983" y="64482"/>
                  <a:pt x="882983" y="54721"/>
                </a:cubicBezTo>
                <a:cubicBezTo>
                  <a:pt x="882983" y="44621"/>
                  <a:pt x="885583" y="36782"/>
                  <a:pt x="890784" y="31205"/>
                </a:cubicBezTo>
                <a:cubicBezTo>
                  <a:pt x="895985" y="25627"/>
                  <a:pt x="902731" y="22838"/>
                  <a:pt x="911022" y="22838"/>
                </a:cubicBezTo>
                <a:cubicBezTo>
                  <a:pt x="919049" y="22838"/>
                  <a:pt x="925607" y="25566"/>
                  <a:pt x="930694" y="31023"/>
                </a:cubicBezTo>
                <a:cubicBezTo>
                  <a:pt x="935782" y="36478"/>
                  <a:pt x="938326" y="44153"/>
                  <a:pt x="938326" y="54048"/>
                </a:cubicBezTo>
                <a:cubicBezTo>
                  <a:pt x="938326" y="54650"/>
                  <a:pt x="938307" y="55553"/>
                  <a:pt x="938269" y="56756"/>
                </a:cubicBezTo>
                <a:lnTo>
                  <a:pt x="893497" y="56756"/>
                </a:lnTo>
                <a:cubicBezTo>
                  <a:pt x="893874" y="63333"/>
                  <a:pt x="895740" y="68369"/>
                  <a:pt x="899094" y="71864"/>
                </a:cubicBezTo>
                <a:cubicBezTo>
                  <a:pt x="902448" y="75360"/>
                  <a:pt x="906631" y="77107"/>
                  <a:pt x="911644" y="77107"/>
                </a:cubicBezTo>
                <a:cubicBezTo>
                  <a:pt x="915375" y="77107"/>
                  <a:pt x="918559" y="76137"/>
                  <a:pt x="921197" y="74196"/>
                </a:cubicBezTo>
                <a:cubicBezTo>
                  <a:pt x="923835" y="72254"/>
                  <a:pt x="925927" y="69154"/>
                  <a:pt x="927472" y="64897"/>
                </a:cubicBezTo>
                <a:moveTo>
                  <a:pt x="894063" y="48277"/>
                </a:moveTo>
                <a:lnTo>
                  <a:pt x="927585" y="48277"/>
                </a:lnTo>
                <a:cubicBezTo>
                  <a:pt x="927133" y="43309"/>
                  <a:pt x="925852" y="39584"/>
                  <a:pt x="923741" y="37100"/>
                </a:cubicBezTo>
                <a:cubicBezTo>
                  <a:pt x="920500" y="33245"/>
                  <a:pt x="916298" y="31318"/>
                  <a:pt x="911135" y="31318"/>
                </a:cubicBezTo>
                <a:cubicBezTo>
                  <a:pt x="906462" y="31318"/>
                  <a:pt x="902533" y="32856"/>
                  <a:pt x="899348" y="35934"/>
                </a:cubicBezTo>
                <a:cubicBezTo>
                  <a:pt x="896164" y="39010"/>
                  <a:pt x="894402" y="43124"/>
                  <a:pt x="894063" y="48277"/>
                </a:cubicBezTo>
                <a:close/>
                <a:moveTo>
                  <a:pt x="989718" y="84230"/>
                </a:moveTo>
                <a:lnTo>
                  <a:pt x="989718" y="76655"/>
                </a:lnTo>
                <a:cubicBezTo>
                  <a:pt x="985911" y="82610"/>
                  <a:pt x="980315" y="85587"/>
                  <a:pt x="972928" y="85587"/>
                </a:cubicBezTo>
                <a:cubicBezTo>
                  <a:pt x="968142" y="85587"/>
                  <a:pt x="963742" y="84268"/>
                  <a:pt x="959728" y="81630"/>
                </a:cubicBezTo>
                <a:cubicBezTo>
                  <a:pt x="955715" y="78992"/>
                  <a:pt x="952606" y="75308"/>
                  <a:pt x="950401" y="70578"/>
                </a:cubicBezTo>
                <a:cubicBezTo>
                  <a:pt x="948196" y="65848"/>
                  <a:pt x="947094" y="60412"/>
                  <a:pt x="947094" y="54269"/>
                </a:cubicBezTo>
                <a:cubicBezTo>
                  <a:pt x="947094" y="48277"/>
                  <a:pt x="948093" y="42841"/>
                  <a:pt x="950090" y="37960"/>
                </a:cubicBezTo>
                <a:cubicBezTo>
                  <a:pt x="952087" y="33080"/>
                  <a:pt x="955083" y="29339"/>
                  <a:pt x="959078" y="26739"/>
                </a:cubicBezTo>
                <a:cubicBezTo>
                  <a:pt x="963073" y="24138"/>
                  <a:pt x="967539" y="22838"/>
                  <a:pt x="972476" y="22838"/>
                </a:cubicBezTo>
                <a:cubicBezTo>
                  <a:pt x="976094" y="22838"/>
                  <a:pt x="979316" y="23601"/>
                  <a:pt x="982143" y="25128"/>
                </a:cubicBezTo>
                <a:cubicBezTo>
                  <a:pt x="984969" y="26654"/>
                  <a:pt x="987268" y="28642"/>
                  <a:pt x="989039" y="31092"/>
                </a:cubicBezTo>
                <a:lnTo>
                  <a:pt x="989039" y="1357"/>
                </a:lnTo>
                <a:lnTo>
                  <a:pt x="999158" y="1357"/>
                </a:lnTo>
                <a:lnTo>
                  <a:pt x="999158" y="84230"/>
                </a:lnTo>
                <a:lnTo>
                  <a:pt x="989718" y="84230"/>
                </a:lnTo>
                <a:moveTo>
                  <a:pt x="957552" y="54241"/>
                </a:moveTo>
                <a:cubicBezTo>
                  <a:pt x="957552" y="61901"/>
                  <a:pt x="959173" y="67627"/>
                  <a:pt x="962414" y="71419"/>
                </a:cubicBezTo>
                <a:cubicBezTo>
                  <a:pt x="965655" y="75211"/>
                  <a:pt x="969480" y="77107"/>
                  <a:pt x="973889" y="77107"/>
                </a:cubicBezTo>
                <a:cubicBezTo>
                  <a:pt x="978336" y="77107"/>
                  <a:pt x="982114" y="75296"/>
                  <a:pt x="985224" y="71673"/>
                </a:cubicBezTo>
                <a:cubicBezTo>
                  <a:pt x="988333" y="68049"/>
                  <a:pt x="989887" y="62520"/>
                  <a:pt x="989887" y="55085"/>
                </a:cubicBezTo>
                <a:cubicBezTo>
                  <a:pt x="989887" y="46900"/>
                  <a:pt x="988304" y="40893"/>
                  <a:pt x="985139" y="37063"/>
                </a:cubicBezTo>
                <a:cubicBezTo>
                  <a:pt x="981973" y="33233"/>
                  <a:pt x="978072" y="31318"/>
                  <a:pt x="973437" y="31318"/>
                </a:cubicBezTo>
                <a:cubicBezTo>
                  <a:pt x="968915" y="31318"/>
                  <a:pt x="965136" y="33158"/>
                  <a:pt x="962103" y="36838"/>
                </a:cubicBezTo>
                <a:cubicBezTo>
                  <a:pt x="959069" y="40517"/>
                  <a:pt x="957552" y="46318"/>
                  <a:pt x="957552" y="54241"/>
                </a:cubicBezTo>
                <a:close/>
                <a:moveTo>
                  <a:pt x="1015218" y="13115"/>
                </a:moveTo>
                <a:lnTo>
                  <a:pt x="1015218" y="1357"/>
                </a:lnTo>
                <a:lnTo>
                  <a:pt x="1025394" y="1357"/>
                </a:lnTo>
                <a:lnTo>
                  <a:pt x="1025394" y="13115"/>
                </a:lnTo>
                <a:lnTo>
                  <a:pt x="1015218" y="13115"/>
                </a:lnTo>
                <a:moveTo>
                  <a:pt x="1015218" y="84230"/>
                </a:moveTo>
                <a:lnTo>
                  <a:pt x="1015218" y="24195"/>
                </a:lnTo>
                <a:lnTo>
                  <a:pt x="1025394" y="24195"/>
                </a:lnTo>
                <a:lnTo>
                  <a:pt x="1025394" y="84230"/>
                </a:lnTo>
                <a:lnTo>
                  <a:pt x="1015218" y="84230"/>
                </a:lnTo>
                <a:close/>
                <a:moveTo>
                  <a:pt x="1080063" y="76818"/>
                </a:moveTo>
                <a:cubicBezTo>
                  <a:pt x="1076294" y="80023"/>
                  <a:pt x="1072666" y="82286"/>
                  <a:pt x="1069180" y="83606"/>
                </a:cubicBezTo>
                <a:cubicBezTo>
                  <a:pt x="1065694" y="84927"/>
                  <a:pt x="1061954" y="85587"/>
                  <a:pt x="1057959" y="85587"/>
                </a:cubicBezTo>
                <a:cubicBezTo>
                  <a:pt x="1051364" y="85587"/>
                  <a:pt x="1046295" y="83975"/>
                  <a:pt x="1042753" y="80750"/>
                </a:cubicBezTo>
                <a:cubicBezTo>
                  <a:pt x="1039210" y="77525"/>
                  <a:pt x="1037439" y="73405"/>
                  <a:pt x="1037439" y="68389"/>
                </a:cubicBezTo>
                <a:cubicBezTo>
                  <a:pt x="1037439" y="65448"/>
                  <a:pt x="1038108" y="62762"/>
                  <a:pt x="1039446" y="60330"/>
                </a:cubicBezTo>
                <a:cubicBezTo>
                  <a:pt x="1040783" y="57897"/>
                  <a:pt x="1042536" y="55945"/>
                  <a:pt x="1044703" y="54474"/>
                </a:cubicBezTo>
                <a:cubicBezTo>
                  <a:pt x="1046870" y="53003"/>
                  <a:pt x="1049310" y="51891"/>
                  <a:pt x="1052024" y="51137"/>
                </a:cubicBezTo>
                <a:cubicBezTo>
                  <a:pt x="1054021" y="50608"/>
                  <a:pt x="1057036" y="50099"/>
                  <a:pt x="1061068" y="49609"/>
                </a:cubicBezTo>
                <a:cubicBezTo>
                  <a:pt x="1069284" y="48636"/>
                  <a:pt x="1075333" y="47476"/>
                  <a:pt x="1079215" y="46129"/>
                </a:cubicBezTo>
                <a:cubicBezTo>
                  <a:pt x="1079252" y="44740"/>
                  <a:pt x="1079271" y="43858"/>
                  <a:pt x="1079271" y="43482"/>
                </a:cubicBezTo>
                <a:cubicBezTo>
                  <a:pt x="1079271" y="39352"/>
                  <a:pt x="1078310" y="36443"/>
                  <a:pt x="1076388" y="34754"/>
                </a:cubicBezTo>
                <a:cubicBezTo>
                  <a:pt x="1073788" y="32463"/>
                  <a:pt x="1069925" y="31318"/>
                  <a:pt x="1064799" y="31318"/>
                </a:cubicBezTo>
                <a:cubicBezTo>
                  <a:pt x="1060013" y="31318"/>
                  <a:pt x="1056480" y="32156"/>
                  <a:pt x="1054200" y="33833"/>
                </a:cubicBezTo>
                <a:cubicBezTo>
                  <a:pt x="1051920" y="35510"/>
                  <a:pt x="1050233" y="38478"/>
                  <a:pt x="1049140" y="42737"/>
                </a:cubicBezTo>
                <a:lnTo>
                  <a:pt x="1039191" y="41380"/>
                </a:lnTo>
                <a:cubicBezTo>
                  <a:pt x="1040096" y="37109"/>
                  <a:pt x="1041584" y="33659"/>
                  <a:pt x="1043657" y="31032"/>
                </a:cubicBezTo>
                <a:cubicBezTo>
                  <a:pt x="1045730" y="28404"/>
                  <a:pt x="1048726" y="26382"/>
                  <a:pt x="1052645" y="24965"/>
                </a:cubicBezTo>
                <a:cubicBezTo>
                  <a:pt x="1056565" y="23547"/>
                  <a:pt x="1061106" y="22838"/>
                  <a:pt x="1066269" y="22838"/>
                </a:cubicBezTo>
                <a:cubicBezTo>
                  <a:pt x="1071395" y="22838"/>
                  <a:pt x="1075559" y="23441"/>
                  <a:pt x="1078762" y="24647"/>
                </a:cubicBezTo>
                <a:cubicBezTo>
                  <a:pt x="1081966" y="25853"/>
                  <a:pt x="1084321" y="27370"/>
                  <a:pt x="1085829" y="29198"/>
                </a:cubicBezTo>
                <a:cubicBezTo>
                  <a:pt x="1087336" y="31026"/>
                  <a:pt x="1088391" y="33334"/>
                  <a:pt x="1088994" y="36123"/>
                </a:cubicBezTo>
                <a:cubicBezTo>
                  <a:pt x="1089333" y="37856"/>
                  <a:pt x="1089503" y="40984"/>
                  <a:pt x="1089503" y="45507"/>
                </a:cubicBezTo>
                <a:lnTo>
                  <a:pt x="1089503" y="59074"/>
                </a:lnTo>
                <a:cubicBezTo>
                  <a:pt x="1089503" y="68534"/>
                  <a:pt x="1089720" y="74516"/>
                  <a:pt x="1090153" y="77022"/>
                </a:cubicBezTo>
                <a:cubicBezTo>
                  <a:pt x="1090587" y="79529"/>
                  <a:pt x="1091444" y="81931"/>
                  <a:pt x="1092725" y="84230"/>
                </a:cubicBezTo>
                <a:lnTo>
                  <a:pt x="1082098" y="84230"/>
                </a:lnTo>
                <a:cubicBezTo>
                  <a:pt x="1081042" y="82117"/>
                  <a:pt x="1080364" y="79646"/>
                  <a:pt x="1080063" y="76818"/>
                </a:cubicBezTo>
                <a:moveTo>
                  <a:pt x="1079215" y="54043"/>
                </a:moveTo>
                <a:cubicBezTo>
                  <a:pt x="1075521" y="55563"/>
                  <a:pt x="1069981" y="56855"/>
                  <a:pt x="1062595" y="57919"/>
                </a:cubicBezTo>
                <a:cubicBezTo>
                  <a:pt x="1058411" y="58524"/>
                  <a:pt x="1055453" y="59205"/>
                  <a:pt x="1053719" y="59963"/>
                </a:cubicBezTo>
                <a:cubicBezTo>
                  <a:pt x="1051986" y="60719"/>
                  <a:pt x="1050648" y="61826"/>
                  <a:pt x="1049706" y="63284"/>
                </a:cubicBezTo>
                <a:cubicBezTo>
                  <a:pt x="1048764" y="64741"/>
                  <a:pt x="1048293" y="66358"/>
                  <a:pt x="1048293" y="68137"/>
                </a:cubicBezTo>
                <a:cubicBezTo>
                  <a:pt x="1048293" y="70861"/>
                  <a:pt x="1049319" y="73131"/>
                  <a:pt x="1051373" y="74949"/>
                </a:cubicBezTo>
                <a:cubicBezTo>
                  <a:pt x="1053427" y="76765"/>
                  <a:pt x="1056433" y="77673"/>
                  <a:pt x="1060390" y="77673"/>
                </a:cubicBezTo>
                <a:cubicBezTo>
                  <a:pt x="1064309" y="77673"/>
                  <a:pt x="1067795" y="76811"/>
                  <a:pt x="1070848" y="75088"/>
                </a:cubicBezTo>
                <a:cubicBezTo>
                  <a:pt x="1073901" y="73365"/>
                  <a:pt x="1076143" y="71008"/>
                  <a:pt x="1077575" y="68017"/>
                </a:cubicBezTo>
                <a:cubicBezTo>
                  <a:pt x="1078668" y="65706"/>
                  <a:pt x="1079215" y="62298"/>
                  <a:pt x="1079215" y="57792"/>
                </a:cubicBezTo>
                <a:lnTo>
                  <a:pt x="1079215" y="54043"/>
                </a:lnTo>
                <a:close/>
                <a:moveTo>
                  <a:pt x="1133655" y="54213"/>
                </a:moveTo>
                <a:cubicBezTo>
                  <a:pt x="1133655" y="43095"/>
                  <a:pt x="1136745" y="34860"/>
                  <a:pt x="1142926" y="29509"/>
                </a:cubicBezTo>
                <a:cubicBezTo>
                  <a:pt x="1148089" y="25062"/>
                  <a:pt x="1154382" y="22838"/>
                  <a:pt x="1161807" y="22838"/>
                </a:cubicBezTo>
                <a:cubicBezTo>
                  <a:pt x="1170060" y="22838"/>
                  <a:pt x="1176806" y="25542"/>
                  <a:pt x="1182045" y="30950"/>
                </a:cubicBezTo>
                <a:cubicBezTo>
                  <a:pt x="1187283" y="36358"/>
                  <a:pt x="1189902" y="43830"/>
                  <a:pt x="1189902" y="53365"/>
                </a:cubicBezTo>
                <a:cubicBezTo>
                  <a:pt x="1189902" y="61090"/>
                  <a:pt x="1188743" y="67167"/>
                  <a:pt x="1186426" y="71596"/>
                </a:cubicBezTo>
                <a:cubicBezTo>
                  <a:pt x="1184108" y="76024"/>
                  <a:pt x="1180735" y="79463"/>
                  <a:pt x="1176307" y="81912"/>
                </a:cubicBezTo>
                <a:cubicBezTo>
                  <a:pt x="1171879" y="84362"/>
                  <a:pt x="1167045" y="85587"/>
                  <a:pt x="1161807" y="85587"/>
                </a:cubicBezTo>
                <a:cubicBezTo>
                  <a:pt x="1153403" y="85587"/>
                  <a:pt x="1146610" y="82892"/>
                  <a:pt x="1141428" y="77503"/>
                </a:cubicBezTo>
                <a:cubicBezTo>
                  <a:pt x="1136246" y="72114"/>
                  <a:pt x="1133655" y="64350"/>
                  <a:pt x="1133655" y="54213"/>
                </a:cubicBezTo>
                <a:moveTo>
                  <a:pt x="1144113" y="54184"/>
                </a:moveTo>
                <a:cubicBezTo>
                  <a:pt x="1144113" y="61844"/>
                  <a:pt x="1145790" y="67580"/>
                  <a:pt x="1149144" y="71391"/>
                </a:cubicBezTo>
                <a:cubicBezTo>
                  <a:pt x="1152498" y="75202"/>
                  <a:pt x="1156719" y="77107"/>
                  <a:pt x="1161807" y="77107"/>
                </a:cubicBezTo>
                <a:cubicBezTo>
                  <a:pt x="1166857" y="77107"/>
                  <a:pt x="1171059" y="75192"/>
                  <a:pt x="1174413" y="71362"/>
                </a:cubicBezTo>
                <a:cubicBezTo>
                  <a:pt x="1177767" y="67532"/>
                  <a:pt x="1179444" y="61694"/>
                  <a:pt x="1179444" y="53847"/>
                </a:cubicBezTo>
                <a:cubicBezTo>
                  <a:pt x="1179444" y="46450"/>
                  <a:pt x="1177758" y="40845"/>
                  <a:pt x="1174385" y="37034"/>
                </a:cubicBezTo>
                <a:cubicBezTo>
                  <a:pt x="1171012" y="33223"/>
                  <a:pt x="1166819" y="31318"/>
                  <a:pt x="1161807" y="31318"/>
                </a:cubicBezTo>
                <a:cubicBezTo>
                  <a:pt x="1156719" y="31318"/>
                  <a:pt x="1152498" y="33214"/>
                  <a:pt x="1149144" y="37006"/>
                </a:cubicBezTo>
                <a:cubicBezTo>
                  <a:pt x="1145790" y="40798"/>
                  <a:pt x="1144113" y="46524"/>
                  <a:pt x="1144113" y="54184"/>
                </a:cubicBezTo>
                <a:close/>
                <a:moveTo>
                  <a:pt x="1241181" y="84230"/>
                </a:moveTo>
                <a:lnTo>
                  <a:pt x="1241181" y="75411"/>
                </a:lnTo>
                <a:cubicBezTo>
                  <a:pt x="1236508" y="82195"/>
                  <a:pt x="1230158" y="85587"/>
                  <a:pt x="1222130" y="85587"/>
                </a:cubicBezTo>
                <a:cubicBezTo>
                  <a:pt x="1218588" y="85587"/>
                  <a:pt x="1215281" y="84908"/>
                  <a:pt x="1212209" y="83552"/>
                </a:cubicBezTo>
                <a:cubicBezTo>
                  <a:pt x="1209138" y="82195"/>
                  <a:pt x="1206858" y="80490"/>
                  <a:pt x="1205369" y="78436"/>
                </a:cubicBezTo>
                <a:cubicBezTo>
                  <a:pt x="1203881" y="76382"/>
                  <a:pt x="1202835" y="73866"/>
                  <a:pt x="1202232" y="70889"/>
                </a:cubicBezTo>
                <a:cubicBezTo>
                  <a:pt x="1201817" y="68892"/>
                  <a:pt x="1201610" y="65726"/>
                  <a:pt x="1201610" y="61392"/>
                </a:cubicBezTo>
                <a:lnTo>
                  <a:pt x="1201610" y="24195"/>
                </a:lnTo>
                <a:lnTo>
                  <a:pt x="1211785" y="24195"/>
                </a:lnTo>
                <a:lnTo>
                  <a:pt x="1211785" y="57491"/>
                </a:lnTo>
                <a:cubicBezTo>
                  <a:pt x="1211785" y="62805"/>
                  <a:pt x="1211993" y="66385"/>
                  <a:pt x="1212407" y="68232"/>
                </a:cubicBezTo>
                <a:cubicBezTo>
                  <a:pt x="1213048" y="70908"/>
                  <a:pt x="1214405" y="73009"/>
                  <a:pt x="1216477" y="74535"/>
                </a:cubicBezTo>
                <a:cubicBezTo>
                  <a:pt x="1218550" y="76061"/>
                  <a:pt x="1221113" y="76825"/>
                  <a:pt x="1224165" y="76825"/>
                </a:cubicBezTo>
                <a:cubicBezTo>
                  <a:pt x="1227218" y="76825"/>
                  <a:pt x="1230082" y="76043"/>
                  <a:pt x="1232758" y="74479"/>
                </a:cubicBezTo>
                <a:cubicBezTo>
                  <a:pt x="1235434" y="72915"/>
                  <a:pt x="1237328" y="70785"/>
                  <a:pt x="1238439" y="68091"/>
                </a:cubicBezTo>
                <a:cubicBezTo>
                  <a:pt x="1239551" y="65396"/>
                  <a:pt x="1240107" y="61486"/>
                  <a:pt x="1240107" y="56361"/>
                </a:cubicBezTo>
                <a:lnTo>
                  <a:pt x="1240107" y="24195"/>
                </a:lnTo>
                <a:lnTo>
                  <a:pt x="1250282" y="24195"/>
                </a:lnTo>
                <a:lnTo>
                  <a:pt x="1250282" y="84230"/>
                </a:lnTo>
                <a:lnTo>
                  <a:pt x="1241181" y="84230"/>
                </a:lnTo>
                <a:close/>
                <a:moveTo>
                  <a:pt x="1288446" y="75242"/>
                </a:moveTo>
                <a:lnTo>
                  <a:pt x="1289916" y="84230"/>
                </a:lnTo>
                <a:cubicBezTo>
                  <a:pt x="1287051" y="84758"/>
                  <a:pt x="1284489" y="85022"/>
                  <a:pt x="1282228" y="85022"/>
                </a:cubicBezTo>
                <a:cubicBezTo>
                  <a:pt x="1278534" y="85022"/>
                  <a:pt x="1275670" y="84437"/>
                  <a:pt x="1273635" y="83269"/>
                </a:cubicBezTo>
                <a:cubicBezTo>
                  <a:pt x="1271600" y="82101"/>
                  <a:pt x="1270168" y="80565"/>
                  <a:pt x="1269339" y="78662"/>
                </a:cubicBezTo>
                <a:cubicBezTo>
                  <a:pt x="1268510" y="76759"/>
                  <a:pt x="1268095" y="72754"/>
                  <a:pt x="1268095" y="66649"/>
                </a:cubicBezTo>
                <a:lnTo>
                  <a:pt x="1268095" y="32109"/>
                </a:lnTo>
                <a:lnTo>
                  <a:pt x="1260633" y="32109"/>
                </a:lnTo>
                <a:lnTo>
                  <a:pt x="1260633" y="24195"/>
                </a:lnTo>
                <a:lnTo>
                  <a:pt x="1268095" y="24195"/>
                </a:lnTo>
                <a:lnTo>
                  <a:pt x="1268095" y="9287"/>
                </a:lnTo>
                <a:lnTo>
                  <a:pt x="1278214" y="3166"/>
                </a:lnTo>
                <a:lnTo>
                  <a:pt x="1278214" y="24195"/>
                </a:lnTo>
                <a:lnTo>
                  <a:pt x="1288446" y="24195"/>
                </a:lnTo>
                <a:lnTo>
                  <a:pt x="1288446" y="32109"/>
                </a:lnTo>
                <a:lnTo>
                  <a:pt x="1278214" y="32109"/>
                </a:lnTo>
                <a:lnTo>
                  <a:pt x="1278214" y="67214"/>
                </a:lnTo>
                <a:cubicBezTo>
                  <a:pt x="1278214" y="70116"/>
                  <a:pt x="1278393" y="71982"/>
                  <a:pt x="1278751" y="72811"/>
                </a:cubicBezTo>
                <a:cubicBezTo>
                  <a:pt x="1279109" y="73640"/>
                  <a:pt x="1279693" y="74300"/>
                  <a:pt x="1280503" y="74790"/>
                </a:cubicBezTo>
                <a:cubicBezTo>
                  <a:pt x="1281314" y="75279"/>
                  <a:pt x="1282473" y="75524"/>
                  <a:pt x="1283980" y="75524"/>
                </a:cubicBezTo>
                <a:cubicBezTo>
                  <a:pt x="1285111" y="75524"/>
                  <a:pt x="1286599" y="75430"/>
                  <a:pt x="1288446" y="75242"/>
                </a:cubicBezTo>
                <a:close/>
                <a:moveTo>
                  <a:pt x="1326766" y="54213"/>
                </a:moveTo>
                <a:cubicBezTo>
                  <a:pt x="1326766" y="43095"/>
                  <a:pt x="1329856" y="34860"/>
                  <a:pt x="1336037" y="29509"/>
                </a:cubicBezTo>
                <a:cubicBezTo>
                  <a:pt x="1341200" y="25062"/>
                  <a:pt x="1347493" y="22838"/>
                  <a:pt x="1354918" y="22838"/>
                </a:cubicBezTo>
                <a:cubicBezTo>
                  <a:pt x="1363171" y="22838"/>
                  <a:pt x="1369917" y="25542"/>
                  <a:pt x="1375156" y="30950"/>
                </a:cubicBezTo>
                <a:cubicBezTo>
                  <a:pt x="1380394" y="36358"/>
                  <a:pt x="1383013" y="43830"/>
                  <a:pt x="1383013" y="53365"/>
                </a:cubicBezTo>
                <a:cubicBezTo>
                  <a:pt x="1383013" y="61090"/>
                  <a:pt x="1381854" y="67167"/>
                  <a:pt x="1379537" y="71596"/>
                </a:cubicBezTo>
                <a:cubicBezTo>
                  <a:pt x="1377219" y="76024"/>
                  <a:pt x="1373846" y="79463"/>
                  <a:pt x="1369418" y="81912"/>
                </a:cubicBezTo>
                <a:cubicBezTo>
                  <a:pt x="1364990" y="84362"/>
                  <a:pt x="1360156" y="85587"/>
                  <a:pt x="1354918" y="85587"/>
                </a:cubicBezTo>
                <a:cubicBezTo>
                  <a:pt x="1346514" y="85587"/>
                  <a:pt x="1339721" y="82892"/>
                  <a:pt x="1334539" y="77503"/>
                </a:cubicBezTo>
                <a:cubicBezTo>
                  <a:pt x="1329357" y="72114"/>
                  <a:pt x="1326766" y="64350"/>
                  <a:pt x="1326766" y="54213"/>
                </a:cubicBezTo>
                <a:moveTo>
                  <a:pt x="1337224" y="54184"/>
                </a:moveTo>
                <a:cubicBezTo>
                  <a:pt x="1337224" y="61844"/>
                  <a:pt x="1338901" y="67580"/>
                  <a:pt x="1342255" y="71391"/>
                </a:cubicBezTo>
                <a:cubicBezTo>
                  <a:pt x="1345609" y="75202"/>
                  <a:pt x="1349830" y="77107"/>
                  <a:pt x="1354918" y="77107"/>
                </a:cubicBezTo>
                <a:cubicBezTo>
                  <a:pt x="1359968" y="77107"/>
                  <a:pt x="1364170" y="75192"/>
                  <a:pt x="1367524" y="71362"/>
                </a:cubicBezTo>
                <a:cubicBezTo>
                  <a:pt x="1370878" y="67532"/>
                  <a:pt x="1372555" y="61694"/>
                  <a:pt x="1372555" y="53847"/>
                </a:cubicBezTo>
                <a:cubicBezTo>
                  <a:pt x="1372555" y="46450"/>
                  <a:pt x="1370869" y="40845"/>
                  <a:pt x="1367496" y="37034"/>
                </a:cubicBezTo>
                <a:cubicBezTo>
                  <a:pt x="1364123" y="33223"/>
                  <a:pt x="1359930" y="31318"/>
                  <a:pt x="1354918" y="31318"/>
                </a:cubicBezTo>
                <a:cubicBezTo>
                  <a:pt x="1349830" y="31318"/>
                  <a:pt x="1345609" y="33214"/>
                  <a:pt x="1342255" y="37006"/>
                </a:cubicBezTo>
                <a:cubicBezTo>
                  <a:pt x="1338901" y="40798"/>
                  <a:pt x="1337224" y="46524"/>
                  <a:pt x="1337224" y="54184"/>
                </a:cubicBezTo>
                <a:close/>
                <a:moveTo>
                  <a:pt x="1397378" y="84230"/>
                </a:moveTo>
                <a:lnTo>
                  <a:pt x="1397378" y="32109"/>
                </a:lnTo>
                <a:lnTo>
                  <a:pt x="1388389" y="32109"/>
                </a:lnTo>
                <a:lnTo>
                  <a:pt x="1388389" y="24195"/>
                </a:lnTo>
                <a:lnTo>
                  <a:pt x="1397378" y="24195"/>
                </a:lnTo>
                <a:lnTo>
                  <a:pt x="1397378" y="17821"/>
                </a:lnTo>
                <a:cubicBezTo>
                  <a:pt x="1397378" y="13798"/>
                  <a:pt x="1397736" y="10809"/>
                  <a:pt x="1398452" y="8854"/>
                </a:cubicBezTo>
                <a:cubicBezTo>
                  <a:pt x="1399432" y="6223"/>
                  <a:pt x="1401156" y="4090"/>
                  <a:pt x="1403624" y="2454"/>
                </a:cubicBezTo>
                <a:cubicBezTo>
                  <a:pt x="1406093" y="818"/>
                  <a:pt x="1409551" y="0"/>
                  <a:pt x="1413998" y="0"/>
                </a:cubicBezTo>
                <a:cubicBezTo>
                  <a:pt x="1416862" y="0"/>
                  <a:pt x="1420028" y="339"/>
                  <a:pt x="1423495" y="1018"/>
                </a:cubicBezTo>
                <a:lnTo>
                  <a:pt x="1421968" y="9893"/>
                </a:lnTo>
                <a:cubicBezTo>
                  <a:pt x="1419858" y="9516"/>
                  <a:pt x="1417861" y="9327"/>
                  <a:pt x="1415976" y="9327"/>
                </a:cubicBezTo>
                <a:cubicBezTo>
                  <a:pt x="1412886" y="9327"/>
                  <a:pt x="1410700" y="9985"/>
                  <a:pt x="1409419" y="11299"/>
                </a:cubicBezTo>
                <a:cubicBezTo>
                  <a:pt x="1408137" y="12613"/>
                  <a:pt x="1407497" y="15072"/>
                  <a:pt x="1407497" y="18676"/>
                </a:cubicBezTo>
                <a:lnTo>
                  <a:pt x="1407497" y="24195"/>
                </a:lnTo>
                <a:lnTo>
                  <a:pt x="1419198" y="24195"/>
                </a:lnTo>
                <a:lnTo>
                  <a:pt x="1419198" y="32109"/>
                </a:lnTo>
                <a:lnTo>
                  <a:pt x="1407497" y="32109"/>
                </a:lnTo>
                <a:lnTo>
                  <a:pt x="1407497" y="84230"/>
                </a:lnTo>
                <a:lnTo>
                  <a:pt x="1397378" y="84230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context,makesfalseasserti-">
            <a:extLst xmlns:a="http://schemas.openxmlformats.org/drawingml/2006/main">
              <a:ext uri="{FF2B5EF4-FFF2-40B4-BE49-F238E27FC236}">
                <a16:creationId xmlns:a16="http://schemas.microsoft.com/office/drawing/2014/main" id="{A25A805D-AF44-48EA-B6C1-EAAB2810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4" y="1409917"/>
            <a:ext cx="1458925" cy="100624"/>
          </a:xfrm>
          <a:custGeom xmlns:a="http://schemas.openxmlformats.org/drawingml/2006/main">
            <a:pathLst>
              <a:path w="1458925" h="100624">
                <a:moveTo>
                  <a:pt x="42285" y="62183"/>
                </a:moveTo>
                <a:lnTo>
                  <a:pt x="52290" y="63483"/>
                </a:lnTo>
                <a:cubicBezTo>
                  <a:pt x="51198" y="70398"/>
                  <a:pt x="48399" y="75811"/>
                  <a:pt x="43896" y="79722"/>
                </a:cubicBezTo>
                <a:cubicBezTo>
                  <a:pt x="39392" y="83632"/>
                  <a:pt x="33862" y="85587"/>
                  <a:pt x="27304" y="85587"/>
                </a:cubicBezTo>
                <a:cubicBezTo>
                  <a:pt x="19088" y="85587"/>
                  <a:pt x="12484" y="82902"/>
                  <a:pt x="7490" y="77531"/>
                </a:cubicBezTo>
                <a:cubicBezTo>
                  <a:pt x="2497" y="72161"/>
                  <a:pt x="0" y="64463"/>
                  <a:pt x="0" y="54439"/>
                </a:cubicBezTo>
                <a:cubicBezTo>
                  <a:pt x="0" y="47957"/>
                  <a:pt x="1074" y="42285"/>
                  <a:pt x="3222" y="37423"/>
                </a:cubicBezTo>
                <a:cubicBezTo>
                  <a:pt x="5370" y="32561"/>
                  <a:pt x="8640" y="28915"/>
                  <a:pt x="13030" y="26484"/>
                </a:cubicBezTo>
                <a:cubicBezTo>
                  <a:pt x="17421" y="24054"/>
                  <a:pt x="22198" y="22838"/>
                  <a:pt x="27361" y="22838"/>
                </a:cubicBezTo>
                <a:cubicBezTo>
                  <a:pt x="33880" y="22838"/>
                  <a:pt x="39213" y="24492"/>
                  <a:pt x="43359" y="27801"/>
                </a:cubicBezTo>
                <a:cubicBezTo>
                  <a:pt x="47504" y="31108"/>
                  <a:pt x="50161" y="35804"/>
                  <a:pt x="51329" y="41889"/>
                </a:cubicBezTo>
                <a:lnTo>
                  <a:pt x="41437" y="43415"/>
                </a:lnTo>
                <a:cubicBezTo>
                  <a:pt x="40495" y="39402"/>
                  <a:pt x="38827" y="36382"/>
                  <a:pt x="36434" y="34356"/>
                </a:cubicBezTo>
                <a:cubicBezTo>
                  <a:pt x="34041" y="32331"/>
                  <a:pt x="31148" y="31318"/>
                  <a:pt x="27756" y="31318"/>
                </a:cubicBezTo>
                <a:cubicBezTo>
                  <a:pt x="22631" y="31318"/>
                  <a:pt x="18467" y="33146"/>
                  <a:pt x="15263" y="36803"/>
                </a:cubicBezTo>
                <a:cubicBezTo>
                  <a:pt x="12060" y="40459"/>
                  <a:pt x="10458" y="46243"/>
                  <a:pt x="10458" y="54156"/>
                </a:cubicBezTo>
                <a:cubicBezTo>
                  <a:pt x="10458" y="62182"/>
                  <a:pt x="12003" y="68014"/>
                  <a:pt x="15094" y="71652"/>
                </a:cubicBezTo>
                <a:cubicBezTo>
                  <a:pt x="18184" y="75289"/>
                  <a:pt x="22216" y="77107"/>
                  <a:pt x="27191" y="77107"/>
                </a:cubicBezTo>
                <a:cubicBezTo>
                  <a:pt x="31186" y="77107"/>
                  <a:pt x="34521" y="75887"/>
                  <a:pt x="37197" y="73447"/>
                </a:cubicBezTo>
                <a:cubicBezTo>
                  <a:pt x="39873" y="71007"/>
                  <a:pt x="41569" y="67252"/>
                  <a:pt x="42285" y="62183"/>
                </a:cubicBezTo>
                <a:close/>
                <a:moveTo>
                  <a:pt x="57209" y="54213"/>
                </a:moveTo>
                <a:cubicBezTo>
                  <a:pt x="57209" y="43095"/>
                  <a:pt x="60299" y="34860"/>
                  <a:pt x="66480" y="29509"/>
                </a:cubicBezTo>
                <a:cubicBezTo>
                  <a:pt x="71643" y="25062"/>
                  <a:pt x="77936" y="22838"/>
                  <a:pt x="85361" y="22838"/>
                </a:cubicBezTo>
                <a:cubicBezTo>
                  <a:pt x="93614" y="22838"/>
                  <a:pt x="100360" y="25542"/>
                  <a:pt x="105598" y="30950"/>
                </a:cubicBezTo>
                <a:cubicBezTo>
                  <a:pt x="110837" y="36358"/>
                  <a:pt x="113456" y="43830"/>
                  <a:pt x="113456" y="53365"/>
                </a:cubicBezTo>
                <a:cubicBezTo>
                  <a:pt x="113456" y="61090"/>
                  <a:pt x="112297" y="67167"/>
                  <a:pt x="109980" y="71596"/>
                </a:cubicBezTo>
                <a:cubicBezTo>
                  <a:pt x="107662" y="76024"/>
                  <a:pt x="104289" y="79463"/>
                  <a:pt x="99861" y="81912"/>
                </a:cubicBezTo>
                <a:cubicBezTo>
                  <a:pt x="95432" y="84362"/>
                  <a:pt x="90599" y="85587"/>
                  <a:pt x="85361" y="85587"/>
                </a:cubicBezTo>
                <a:cubicBezTo>
                  <a:pt x="76956" y="85587"/>
                  <a:pt x="70163" y="82892"/>
                  <a:pt x="64981" y="77503"/>
                </a:cubicBezTo>
                <a:cubicBezTo>
                  <a:pt x="59800" y="72114"/>
                  <a:pt x="57209" y="64350"/>
                  <a:pt x="57209" y="54213"/>
                </a:cubicBezTo>
                <a:moveTo>
                  <a:pt x="67667" y="54184"/>
                </a:moveTo>
                <a:cubicBezTo>
                  <a:pt x="67667" y="61844"/>
                  <a:pt x="69344" y="67580"/>
                  <a:pt x="72698" y="71391"/>
                </a:cubicBezTo>
                <a:cubicBezTo>
                  <a:pt x="76052" y="75202"/>
                  <a:pt x="80273" y="77107"/>
                  <a:pt x="85361" y="77107"/>
                </a:cubicBezTo>
                <a:cubicBezTo>
                  <a:pt x="90411" y="77107"/>
                  <a:pt x="94613" y="75192"/>
                  <a:pt x="97967" y="71362"/>
                </a:cubicBezTo>
                <a:cubicBezTo>
                  <a:pt x="101321" y="67532"/>
                  <a:pt x="102998" y="61694"/>
                  <a:pt x="102998" y="53847"/>
                </a:cubicBezTo>
                <a:cubicBezTo>
                  <a:pt x="102998" y="46450"/>
                  <a:pt x="101312" y="40845"/>
                  <a:pt x="97939" y="37034"/>
                </a:cubicBezTo>
                <a:cubicBezTo>
                  <a:pt x="94566" y="33223"/>
                  <a:pt x="90373" y="31318"/>
                  <a:pt x="85361" y="31318"/>
                </a:cubicBezTo>
                <a:cubicBezTo>
                  <a:pt x="80273" y="31318"/>
                  <a:pt x="76052" y="33214"/>
                  <a:pt x="72698" y="37006"/>
                </a:cubicBezTo>
                <a:cubicBezTo>
                  <a:pt x="69344" y="40798"/>
                  <a:pt x="67667" y="46524"/>
                  <a:pt x="67667" y="54184"/>
                </a:cubicBezTo>
                <a:close/>
                <a:moveTo>
                  <a:pt x="125390" y="84230"/>
                </a:moveTo>
                <a:lnTo>
                  <a:pt x="125390" y="24195"/>
                </a:lnTo>
                <a:lnTo>
                  <a:pt x="134547" y="24195"/>
                </a:lnTo>
                <a:lnTo>
                  <a:pt x="134547" y="32674"/>
                </a:lnTo>
                <a:cubicBezTo>
                  <a:pt x="138957" y="26117"/>
                  <a:pt x="145326" y="22838"/>
                  <a:pt x="153655" y="22838"/>
                </a:cubicBezTo>
                <a:cubicBezTo>
                  <a:pt x="157273" y="22838"/>
                  <a:pt x="160599" y="23488"/>
                  <a:pt x="163632" y="24789"/>
                </a:cubicBezTo>
                <a:cubicBezTo>
                  <a:pt x="166666" y="26089"/>
                  <a:pt x="168937" y="27794"/>
                  <a:pt x="170444" y="29905"/>
                </a:cubicBezTo>
                <a:cubicBezTo>
                  <a:pt x="171952" y="32015"/>
                  <a:pt x="173007" y="34521"/>
                  <a:pt x="173610" y="37423"/>
                </a:cubicBezTo>
                <a:cubicBezTo>
                  <a:pt x="173987" y="39307"/>
                  <a:pt x="174175" y="42605"/>
                  <a:pt x="174175" y="47316"/>
                </a:cubicBezTo>
                <a:lnTo>
                  <a:pt x="174175" y="84230"/>
                </a:lnTo>
                <a:lnTo>
                  <a:pt x="164000" y="84230"/>
                </a:lnTo>
                <a:lnTo>
                  <a:pt x="164000" y="47673"/>
                </a:lnTo>
                <a:cubicBezTo>
                  <a:pt x="164000" y="43522"/>
                  <a:pt x="163604" y="40419"/>
                  <a:pt x="162813" y="38363"/>
                </a:cubicBezTo>
                <a:cubicBezTo>
                  <a:pt x="162021" y="36307"/>
                  <a:pt x="160617" y="34665"/>
                  <a:pt x="158601" y="33439"/>
                </a:cubicBezTo>
                <a:cubicBezTo>
                  <a:pt x="156585" y="32213"/>
                  <a:pt x="154220" y="31600"/>
                  <a:pt x="151507" y="31600"/>
                </a:cubicBezTo>
                <a:cubicBezTo>
                  <a:pt x="147173" y="31600"/>
                  <a:pt x="143432" y="32978"/>
                  <a:pt x="140285" y="35732"/>
                </a:cubicBezTo>
                <a:cubicBezTo>
                  <a:pt x="137138" y="38486"/>
                  <a:pt x="135565" y="43711"/>
                  <a:pt x="135565" y="51407"/>
                </a:cubicBezTo>
                <a:lnTo>
                  <a:pt x="135565" y="84230"/>
                </a:lnTo>
                <a:lnTo>
                  <a:pt x="125390" y="84230"/>
                </a:lnTo>
                <a:close/>
                <a:moveTo>
                  <a:pt x="212000" y="75242"/>
                </a:moveTo>
                <a:lnTo>
                  <a:pt x="213470" y="84230"/>
                </a:lnTo>
                <a:cubicBezTo>
                  <a:pt x="210605" y="84758"/>
                  <a:pt x="208043" y="85022"/>
                  <a:pt x="205781" y="85022"/>
                </a:cubicBezTo>
                <a:cubicBezTo>
                  <a:pt x="202088" y="85022"/>
                  <a:pt x="199224" y="84437"/>
                  <a:pt x="197189" y="83269"/>
                </a:cubicBezTo>
                <a:cubicBezTo>
                  <a:pt x="195154" y="82101"/>
                  <a:pt x="193722" y="80565"/>
                  <a:pt x="192893" y="78662"/>
                </a:cubicBezTo>
                <a:cubicBezTo>
                  <a:pt x="192063" y="76759"/>
                  <a:pt x="191649" y="72754"/>
                  <a:pt x="191649" y="66649"/>
                </a:cubicBezTo>
                <a:lnTo>
                  <a:pt x="191649" y="32109"/>
                </a:lnTo>
                <a:lnTo>
                  <a:pt x="184187" y="32109"/>
                </a:lnTo>
                <a:lnTo>
                  <a:pt x="184187" y="24195"/>
                </a:lnTo>
                <a:lnTo>
                  <a:pt x="191649" y="24195"/>
                </a:lnTo>
                <a:lnTo>
                  <a:pt x="191649" y="9287"/>
                </a:lnTo>
                <a:lnTo>
                  <a:pt x="201768" y="3166"/>
                </a:lnTo>
                <a:lnTo>
                  <a:pt x="201768" y="24195"/>
                </a:lnTo>
                <a:lnTo>
                  <a:pt x="212000" y="24195"/>
                </a:lnTo>
                <a:lnTo>
                  <a:pt x="212000" y="32109"/>
                </a:lnTo>
                <a:lnTo>
                  <a:pt x="201768" y="32109"/>
                </a:lnTo>
                <a:lnTo>
                  <a:pt x="201768" y="67214"/>
                </a:lnTo>
                <a:cubicBezTo>
                  <a:pt x="201768" y="70116"/>
                  <a:pt x="201947" y="71982"/>
                  <a:pt x="202305" y="72811"/>
                </a:cubicBezTo>
                <a:cubicBezTo>
                  <a:pt x="202663" y="73640"/>
                  <a:pt x="203247" y="74300"/>
                  <a:pt x="204057" y="74790"/>
                </a:cubicBezTo>
                <a:cubicBezTo>
                  <a:pt x="204868" y="75279"/>
                  <a:pt x="206026" y="75524"/>
                  <a:pt x="207534" y="75524"/>
                </a:cubicBezTo>
                <a:cubicBezTo>
                  <a:pt x="208664" y="75524"/>
                  <a:pt x="210153" y="75430"/>
                  <a:pt x="212000" y="75242"/>
                </a:cubicBezTo>
                <a:close/>
                <a:moveTo>
                  <a:pt x="263042" y="64897"/>
                </a:moveTo>
                <a:lnTo>
                  <a:pt x="273557" y="66197"/>
                </a:lnTo>
                <a:cubicBezTo>
                  <a:pt x="271899" y="72340"/>
                  <a:pt x="268827" y="77107"/>
                  <a:pt x="264342" y="80499"/>
                </a:cubicBezTo>
                <a:cubicBezTo>
                  <a:pt x="259858" y="83891"/>
                  <a:pt x="254129" y="85587"/>
                  <a:pt x="247157" y="85587"/>
                </a:cubicBezTo>
                <a:cubicBezTo>
                  <a:pt x="238376" y="85587"/>
                  <a:pt x="231414" y="82883"/>
                  <a:pt x="226269" y="77475"/>
                </a:cubicBezTo>
                <a:cubicBezTo>
                  <a:pt x="221125" y="72067"/>
                  <a:pt x="218553" y="64482"/>
                  <a:pt x="218553" y="54721"/>
                </a:cubicBezTo>
                <a:cubicBezTo>
                  <a:pt x="218553" y="44621"/>
                  <a:pt x="221153" y="36782"/>
                  <a:pt x="226354" y="31205"/>
                </a:cubicBezTo>
                <a:cubicBezTo>
                  <a:pt x="231555" y="25627"/>
                  <a:pt x="238301" y="22838"/>
                  <a:pt x="246592" y="22838"/>
                </a:cubicBezTo>
                <a:cubicBezTo>
                  <a:pt x="254619" y="22838"/>
                  <a:pt x="261177" y="25566"/>
                  <a:pt x="266265" y="31023"/>
                </a:cubicBezTo>
                <a:cubicBezTo>
                  <a:pt x="271352" y="36478"/>
                  <a:pt x="273896" y="44153"/>
                  <a:pt x="273896" y="54048"/>
                </a:cubicBezTo>
                <a:cubicBezTo>
                  <a:pt x="273896" y="54650"/>
                  <a:pt x="273877" y="55553"/>
                  <a:pt x="273840" y="56756"/>
                </a:cubicBezTo>
                <a:lnTo>
                  <a:pt x="229068" y="56756"/>
                </a:lnTo>
                <a:cubicBezTo>
                  <a:pt x="229444" y="63333"/>
                  <a:pt x="231310" y="68369"/>
                  <a:pt x="234664" y="71864"/>
                </a:cubicBezTo>
                <a:cubicBezTo>
                  <a:pt x="238018" y="75360"/>
                  <a:pt x="242201" y="77107"/>
                  <a:pt x="247214" y="77107"/>
                </a:cubicBezTo>
                <a:cubicBezTo>
                  <a:pt x="250945" y="77107"/>
                  <a:pt x="254129" y="76137"/>
                  <a:pt x="256767" y="74196"/>
                </a:cubicBezTo>
                <a:cubicBezTo>
                  <a:pt x="259406" y="72254"/>
                  <a:pt x="261497" y="69154"/>
                  <a:pt x="263042" y="64897"/>
                </a:cubicBezTo>
                <a:moveTo>
                  <a:pt x="229633" y="48277"/>
                </a:moveTo>
                <a:lnTo>
                  <a:pt x="263155" y="48277"/>
                </a:lnTo>
                <a:cubicBezTo>
                  <a:pt x="262703" y="43309"/>
                  <a:pt x="261422" y="39584"/>
                  <a:pt x="259311" y="37100"/>
                </a:cubicBezTo>
                <a:cubicBezTo>
                  <a:pt x="256070" y="33245"/>
                  <a:pt x="251868" y="31318"/>
                  <a:pt x="246705" y="31318"/>
                </a:cubicBezTo>
                <a:cubicBezTo>
                  <a:pt x="242032" y="31318"/>
                  <a:pt x="238103" y="32856"/>
                  <a:pt x="234918" y="35934"/>
                </a:cubicBezTo>
                <a:cubicBezTo>
                  <a:pt x="231734" y="39010"/>
                  <a:pt x="229972" y="43124"/>
                  <a:pt x="229633" y="48277"/>
                </a:cubicBezTo>
                <a:close/>
                <a:moveTo>
                  <a:pt x="279555" y="84230"/>
                </a:moveTo>
                <a:lnTo>
                  <a:pt x="301489" y="53025"/>
                </a:lnTo>
                <a:lnTo>
                  <a:pt x="281194" y="24195"/>
                </a:lnTo>
                <a:lnTo>
                  <a:pt x="293914" y="24195"/>
                </a:lnTo>
                <a:lnTo>
                  <a:pt x="303128" y="38271"/>
                </a:lnTo>
                <a:cubicBezTo>
                  <a:pt x="304862" y="40947"/>
                  <a:pt x="306256" y="43189"/>
                  <a:pt x="307311" y="44998"/>
                </a:cubicBezTo>
                <a:cubicBezTo>
                  <a:pt x="308970" y="42511"/>
                  <a:pt x="310496" y="40306"/>
                  <a:pt x="311890" y="38384"/>
                </a:cubicBezTo>
                <a:lnTo>
                  <a:pt x="322009" y="24195"/>
                </a:lnTo>
                <a:lnTo>
                  <a:pt x="334163" y="24195"/>
                </a:lnTo>
                <a:lnTo>
                  <a:pt x="313417" y="52460"/>
                </a:lnTo>
                <a:lnTo>
                  <a:pt x="335746" y="84230"/>
                </a:lnTo>
                <a:lnTo>
                  <a:pt x="323253" y="84230"/>
                </a:lnTo>
                <a:lnTo>
                  <a:pt x="310929" y="65575"/>
                </a:lnTo>
                <a:lnTo>
                  <a:pt x="307650" y="60544"/>
                </a:lnTo>
                <a:lnTo>
                  <a:pt x="291879" y="84230"/>
                </a:lnTo>
                <a:lnTo>
                  <a:pt x="279555" y="84230"/>
                </a:lnTo>
                <a:close/>
                <a:moveTo>
                  <a:pt x="366442" y="75242"/>
                </a:moveTo>
                <a:lnTo>
                  <a:pt x="367912" y="84230"/>
                </a:lnTo>
                <a:cubicBezTo>
                  <a:pt x="365047" y="84758"/>
                  <a:pt x="362485" y="85022"/>
                  <a:pt x="360224" y="85022"/>
                </a:cubicBezTo>
                <a:cubicBezTo>
                  <a:pt x="356530" y="85022"/>
                  <a:pt x="353666" y="84437"/>
                  <a:pt x="351631" y="83269"/>
                </a:cubicBezTo>
                <a:cubicBezTo>
                  <a:pt x="349596" y="82101"/>
                  <a:pt x="348164" y="80565"/>
                  <a:pt x="347335" y="78662"/>
                </a:cubicBezTo>
                <a:cubicBezTo>
                  <a:pt x="346506" y="76759"/>
                  <a:pt x="346091" y="72754"/>
                  <a:pt x="346091" y="66649"/>
                </a:cubicBezTo>
                <a:lnTo>
                  <a:pt x="346091" y="32109"/>
                </a:lnTo>
                <a:lnTo>
                  <a:pt x="338629" y="32109"/>
                </a:lnTo>
                <a:lnTo>
                  <a:pt x="338629" y="24195"/>
                </a:lnTo>
                <a:lnTo>
                  <a:pt x="346091" y="24195"/>
                </a:lnTo>
                <a:lnTo>
                  <a:pt x="346091" y="9287"/>
                </a:lnTo>
                <a:lnTo>
                  <a:pt x="356210" y="3166"/>
                </a:lnTo>
                <a:lnTo>
                  <a:pt x="356210" y="24195"/>
                </a:lnTo>
                <a:lnTo>
                  <a:pt x="366442" y="24195"/>
                </a:lnTo>
                <a:lnTo>
                  <a:pt x="366442" y="32109"/>
                </a:lnTo>
                <a:lnTo>
                  <a:pt x="356210" y="32109"/>
                </a:lnTo>
                <a:lnTo>
                  <a:pt x="356210" y="67214"/>
                </a:lnTo>
                <a:cubicBezTo>
                  <a:pt x="356210" y="70116"/>
                  <a:pt x="356389" y="71982"/>
                  <a:pt x="356747" y="72811"/>
                </a:cubicBezTo>
                <a:cubicBezTo>
                  <a:pt x="357105" y="73640"/>
                  <a:pt x="357689" y="74300"/>
                  <a:pt x="358499" y="74790"/>
                </a:cubicBezTo>
                <a:cubicBezTo>
                  <a:pt x="359310" y="75279"/>
                  <a:pt x="360469" y="75524"/>
                  <a:pt x="361976" y="75524"/>
                </a:cubicBezTo>
                <a:cubicBezTo>
                  <a:pt x="363107" y="75524"/>
                  <a:pt x="364595" y="75430"/>
                  <a:pt x="366442" y="75242"/>
                </a:cubicBezTo>
                <a:close/>
                <a:moveTo>
                  <a:pt x="379044" y="84230"/>
                </a:moveTo>
                <a:lnTo>
                  <a:pt x="379044" y="72585"/>
                </a:lnTo>
                <a:lnTo>
                  <a:pt x="390633" y="72585"/>
                </a:lnTo>
                <a:lnTo>
                  <a:pt x="390633" y="84197"/>
                </a:lnTo>
                <a:cubicBezTo>
                  <a:pt x="390633" y="88465"/>
                  <a:pt x="389879" y="91911"/>
                  <a:pt x="388372" y="94534"/>
                </a:cubicBezTo>
                <a:cubicBezTo>
                  <a:pt x="386864" y="97160"/>
                  <a:pt x="384471" y="99189"/>
                  <a:pt x="381193" y="100624"/>
                </a:cubicBezTo>
                <a:lnTo>
                  <a:pt x="378366" y="96215"/>
                </a:lnTo>
                <a:cubicBezTo>
                  <a:pt x="380514" y="95277"/>
                  <a:pt x="382097" y="93899"/>
                  <a:pt x="383115" y="92079"/>
                </a:cubicBezTo>
                <a:cubicBezTo>
                  <a:pt x="384132" y="90259"/>
                  <a:pt x="384697" y="87643"/>
                  <a:pt x="384811" y="84230"/>
                </a:cubicBezTo>
                <a:lnTo>
                  <a:pt x="379044" y="84230"/>
                </a:lnTo>
                <a:close/>
                <a:moveTo>
                  <a:pt x="440712" y="84230"/>
                </a:moveTo>
                <a:lnTo>
                  <a:pt x="440712" y="24195"/>
                </a:lnTo>
                <a:lnTo>
                  <a:pt x="449813" y="24195"/>
                </a:lnTo>
                <a:lnTo>
                  <a:pt x="449813" y="32561"/>
                </a:lnTo>
                <a:cubicBezTo>
                  <a:pt x="451698" y="29638"/>
                  <a:pt x="454204" y="27287"/>
                  <a:pt x="457332" y="25508"/>
                </a:cubicBezTo>
                <a:cubicBezTo>
                  <a:pt x="460460" y="23728"/>
                  <a:pt x="464021" y="22838"/>
                  <a:pt x="468016" y="22838"/>
                </a:cubicBezTo>
                <a:cubicBezTo>
                  <a:pt x="472463" y="22838"/>
                  <a:pt x="476109" y="23757"/>
                  <a:pt x="478955" y="25594"/>
                </a:cubicBezTo>
                <a:cubicBezTo>
                  <a:pt x="481800" y="27430"/>
                  <a:pt x="483807" y="29998"/>
                  <a:pt x="484975" y="33296"/>
                </a:cubicBezTo>
                <a:cubicBezTo>
                  <a:pt x="489724" y="26324"/>
                  <a:pt x="495904" y="22838"/>
                  <a:pt x="503517" y="22838"/>
                </a:cubicBezTo>
                <a:cubicBezTo>
                  <a:pt x="509472" y="22838"/>
                  <a:pt x="514050" y="24487"/>
                  <a:pt x="517254" y="27785"/>
                </a:cubicBezTo>
                <a:cubicBezTo>
                  <a:pt x="520457" y="31082"/>
                  <a:pt x="522059" y="36161"/>
                  <a:pt x="522059" y="43020"/>
                </a:cubicBezTo>
                <a:lnTo>
                  <a:pt x="522059" y="84230"/>
                </a:lnTo>
                <a:lnTo>
                  <a:pt x="511940" y="84230"/>
                </a:lnTo>
                <a:lnTo>
                  <a:pt x="511940" y="46371"/>
                </a:lnTo>
                <a:cubicBezTo>
                  <a:pt x="511940" y="42296"/>
                  <a:pt x="511610" y="39363"/>
                  <a:pt x="510951" y="37571"/>
                </a:cubicBezTo>
                <a:cubicBezTo>
                  <a:pt x="510291" y="35779"/>
                  <a:pt x="509095" y="34336"/>
                  <a:pt x="507361" y="33242"/>
                </a:cubicBezTo>
                <a:cubicBezTo>
                  <a:pt x="505627" y="32147"/>
                  <a:pt x="503592" y="31600"/>
                  <a:pt x="501256" y="31600"/>
                </a:cubicBezTo>
                <a:cubicBezTo>
                  <a:pt x="497035" y="31600"/>
                  <a:pt x="493530" y="33006"/>
                  <a:pt x="490741" y="35817"/>
                </a:cubicBezTo>
                <a:cubicBezTo>
                  <a:pt x="487952" y="38627"/>
                  <a:pt x="486558" y="43126"/>
                  <a:pt x="486558" y="49314"/>
                </a:cubicBezTo>
                <a:lnTo>
                  <a:pt x="486558" y="84230"/>
                </a:lnTo>
                <a:lnTo>
                  <a:pt x="476382" y="84230"/>
                </a:lnTo>
                <a:lnTo>
                  <a:pt x="476382" y="45182"/>
                </a:lnTo>
                <a:cubicBezTo>
                  <a:pt x="476382" y="40655"/>
                  <a:pt x="475553" y="37259"/>
                  <a:pt x="473895" y="34996"/>
                </a:cubicBezTo>
                <a:cubicBezTo>
                  <a:pt x="472237" y="32732"/>
                  <a:pt x="469523" y="31600"/>
                  <a:pt x="465755" y="31600"/>
                </a:cubicBezTo>
                <a:cubicBezTo>
                  <a:pt x="462891" y="31600"/>
                  <a:pt x="460243" y="32355"/>
                  <a:pt x="457812" y="33865"/>
                </a:cubicBezTo>
                <a:cubicBezTo>
                  <a:pt x="455381" y="35374"/>
                  <a:pt x="453620" y="37581"/>
                  <a:pt x="452527" y="40486"/>
                </a:cubicBezTo>
                <a:cubicBezTo>
                  <a:pt x="451434" y="43391"/>
                  <a:pt x="450887" y="47578"/>
                  <a:pt x="450887" y="53048"/>
                </a:cubicBezTo>
                <a:lnTo>
                  <a:pt x="450887" y="84230"/>
                </a:lnTo>
                <a:lnTo>
                  <a:pt x="440712" y="84230"/>
                </a:lnTo>
                <a:close/>
                <a:moveTo>
                  <a:pt x="576338" y="76818"/>
                </a:moveTo>
                <a:cubicBezTo>
                  <a:pt x="572570" y="80023"/>
                  <a:pt x="568942" y="82286"/>
                  <a:pt x="565456" y="83606"/>
                </a:cubicBezTo>
                <a:cubicBezTo>
                  <a:pt x="561970" y="84927"/>
                  <a:pt x="558230" y="85587"/>
                  <a:pt x="554235" y="85587"/>
                </a:cubicBezTo>
                <a:cubicBezTo>
                  <a:pt x="547640" y="85587"/>
                  <a:pt x="542571" y="83975"/>
                  <a:pt x="539028" y="80750"/>
                </a:cubicBezTo>
                <a:cubicBezTo>
                  <a:pt x="535486" y="77525"/>
                  <a:pt x="533714" y="73405"/>
                  <a:pt x="533714" y="68389"/>
                </a:cubicBezTo>
                <a:cubicBezTo>
                  <a:pt x="533714" y="65448"/>
                  <a:pt x="534383" y="62762"/>
                  <a:pt x="535721" y="60330"/>
                </a:cubicBezTo>
                <a:cubicBezTo>
                  <a:pt x="537059" y="57897"/>
                  <a:pt x="538812" y="55945"/>
                  <a:pt x="540979" y="54474"/>
                </a:cubicBezTo>
                <a:cubicBezTo>
                  <a:pt x="543146" y="53003"/>
                  <a:pt x="545586" y="51891"/>
                  <a:pt x="548299" y="51137"/>
                </a:cubicBezTo>
                <a:cubicBezTo>
                  <a:pt x="550297" y="50608"/>
                  <a:pt x="553312" y="50099"/>
                  <a:pt x="557344" y="49609"/>
                </a:cubicBezTo>
                <a:cubicBezTo>
                  <a:pt x="565560" y="48636"/>
                  <a:pt x="571609" y="47476"/>
                  <a:pt x="575490" y="46129"/>
                </a:cubicBezTo>
                <a:cubicBezTo>
                  <a:pt x="575528" y="44740"/>
                  <a:pt x="575547" y="43858"/>
                  <a:pt x="575547" y="43482"/>
                </a:cubicBezTo>
                <a:cubicBezTo>
                  <a:pt x="575547" y="39352"/>
                  <a:pt x="574586" y="36443"/>
                  <a:pt x="572664" y="34754"/>
                </a:cubicBezTo>
                <a:cubicBezTo>
                  <a:pt x="570063" y="32463"/>
                  <a:pt x="566200" y="31318"/>
                  <a:pt x="561075" y="31318"/>
                </a:cubicBezTo>
                <a:cubicBezTo>
                  <a:pt x="556289" y="31318"/>
                  <a:pt x="552756" y="32156"/>
                  <a:pt x="550476" y="33833"/>
                </a:cubicBezTo>
                <a:cubicBezTo>
                  <a:pt x="548196" y="35510"/>
                  <a:pt x="546509" y="38478"/>
                  <a:pt x="545416" y="42737"/>
                </a:cubicBezTo>
                <a:lnTo>
                  <a:pt x="535467" y="41380"/>
                </a:lnTo>
                <a:cubicBezTo>
                  <a:pt x="536371" y="37109"/>
                  <a:pt x="537860" y="33659"/>
                  <a:pt x="539933" y="31032"/>
                </a:cubicBezTo>
                <a:cubicBezTo>
                  <a:pt x="542006" y="28404"/>
                  <a:pt x="545002" y="26382"/>
                  <a:pt x="548921" y="24965"/>
                </a:cubicBezTo>
                <a:cubicBezTo>
                  <a:pt x="552840" y="23547"/>
                  <a:pt x="557382" y="22838"/>
                  <a:pt x="562545" y="22838"/>
                </a:cubicBezTo>
                <a:cubicBezTo>
                  <a:pt x="567670" y="22838"/>
                  <a:pt x="571835" y="23441"/>
                  <a:pt x="575038" y="24647"/>
                </a:cubicBezTo>
                <a:cubicBezTo>
                  <a:pt x="578241" y="25853"/>
                  <a:pt x="580597" y="27370"/>
                  <a:pt x="582104" y="29198"/>
                </a:cubicBezTo>
                <a:cubicBezTo>
                  <a:pt x="583612" y="31026"/>
                  <a:pt x="584667" y="33334"/>
                  <a:pt x="585270" y="36123"/>
                </a:cubicBezTo>
                <a:cubicBezTo>
                  <a:pt x="585609" y="37856"/>
                  <a:pt x="585779" y="40984"/>
                  <a:pt x="585779" y="45507"/>
                </a:cubicBezTo>
                <a:lnTo>
                  <a:pt x="585779" y="59074"/>
                </a:lnTo>
                <a:cubicBezTo>
                  <a:pt x="585779" y="68534"/>
                  <a:pt x="585995" y="74516"/>
                  <a:pt x="586429" y="77022"/>
                </a:cubicBezTo>
                <a:cubicBezTo>
                  <a:pt x="586862" y="79529"/>
                  <a:pt x="587720" y="81931"/>
                  <a:pt x="589001" y="84230"/>
                </a:cubicBezTo>
                <a:lnTo>
                  <a:pt x="578373" y="84230"/>
                </a:lnTo>
                <a:cubicBezTo>
                  <a:pt x="577318" y="82117"/>
                  <a:pt x="576640" y="79646"/>
                  <a:pt x="576338" y="76818"/>
                </a:cubicBezTo>
                <a:moveTo>
                  <a:pt x="575490" y="54043"/>
                </a:moveTo>
                <a:cubicBezTo>
                  <a:pt x="571797" y="55563"/>
                  <a:pt x="566257" y="56855"/>
                  <a:pt x="558870" y="57919"/>
                </a:cubicBezTo>
                <a:cubicBezTo>
                  <a:pt x="554687" y="58524"/>
                  <a:pt x="551729" y="59205"/>
                  <a:pt x="549995" y="59963"/>
                </a:cubicBezTo>
                <a:cubicBezTo>
                  <a:pt x="548262" y="60719"/>
                  <a:pt x="546924" y="61826"/>
                  <a:pt x="545981" y="63284"/>
                </a:cubicBezTo>
                <a:cubicBezTo>
                  <a:pt x="545039" y="64741"/>
                  <a:pt x="544568" y="66358"/>
                  <a:pt x="544568" y="68137"/>
                </a:cubicBezTo>
                <a:cubicBezTo>
                  <a:pt x="544568" y="70861"/>
                  <a:pt x="545595" y="73131"/>
                  <a:pt x="547649" y="74949"/>
                </a:cubicBezTo>
                <a:cubicBezTo>
                  <a:pt x="549703" y="76765"/>
                  <a:pt x="552709" y="77673"/>
                  <a:pt x="556666" y="77673"/>
                </a:cubicBezTo>
                <a:cubicBezTo>
                  <a:pt x="560585" y="77673"/>
                  <a:pt x="564071" y="76811"/>
                  <a:pt x="567124" y="75088"/>
                </a:cubicBezTo>
                <a:cubicBezTo>
                  <a:pt x="570176" y="73365"/>
                  <a:pt x="572419" y="71008"/>
                  <a:pt x="573851" y="68017"/>
                </a:cubicBezTo>
                <a:cubicBezTo>
                  <a:pt x="574944" y="65706"/>
                  <a:pt x="575490" y="62298"/>
                  <a:pt x="575490" y="57792"/>
                </a:cubicBezTo>
                <a:lnTo>
                  <a:pt x="575490" y="54043"/>
                </a:lnTo>
                <a:close/>
                <a:moveTo>
                  <a:pt x="601613" y="84230"/>
                </a:moveTo>
                <a:lnTo>
                  <a:pt x="601613" y="1357"/>
                </a:lnTo>
                <a:lnTo>
                  <a:pt x="611788" y="1357"/>
                </a:lnTo>
                <a:lnTo>
                  <a:pt x="611788" y="48616"/>
                </a:lnTo>
                <a:lnTo>
                  <a:pt x="635870" y="24195"/>
                </a:lnTo>
                <a:lnTo>
                  <a:pt x="649042" y="24195"/>
                </a:lnTo>
                <a:lnTo>
                  <a:pt x="626090" y="46468"/>
                </a:lnTo>
                <a:lnTo>
                  <a:pt x="651359" y="84230"/>
                </a:lnTo>
                <a:lnTo>
                  <a:pt x="638810" y="84230"/>
                </a:lnTo>
                <a:lnTo>
                  <a:pt x="618968" y="53534"/>
                </a:lnTo>
                <a:lnTo>
                  <a:pt x="611788" y="60431"/>
                </a:lnTo>
                <a:lnTo>
                  <a:pt x="611788" y="84230"/>
                </a:lnTo>
                <a:lnTo>
                  <a:pt x="601613" y="84230"/>
                </a:lnTo>
                <a:close/>
                <a:moveTo>
                  <a:pt x="700541" y="64897"/>
                </a:moveTo>
                <a:lnTo>
                  <a:pt x="711056" y="66197"/>
                </a:lnTo>
                <a:cubicBezTo>
                  <a:pt x="709397" y="72340"/>
                  <a:pt x="706326" y="77107"/>
                  <a:pt x="701841" y="80499"/>
                </a:cubicBezTo>
                <a:cubicBezTo>
                  <a:pt x="697356" y="83891"/>
                  <a:pt x="691628" y="85587"/>
                  <a:pt x="684656" y="85587"/>
                </a:cubicBezTo>
                <a:cubicBezTo>
                  <a:pt x="675875" y="85587"/>
                  <a:pt x="668912" y="82883"/>
                  <a:pt x="663768" y="77475"/>
                </a:cubicBezTo>
                <a:cubicBezTo>
                  <a:pt x="658624" y="72067"/>
                  <a:pt x="656052" y="64482"/>
                  <a:pt x="656052" y="54721"/>
                </a:cubicBezTo>
                <a:cubicBezTo>
                  <a:pt x="656052" y="44621"/>
                  <a:pt x="658652" y="36782"/>
                  <a:pt x="663853" y="31205"/>
                </a:cubicBezTo>
                <a:cubicBezTo>
                  <a:pt x="669054" y="25627"/>
                  <a:pt x="675800" y="22838"/>
                  <a:pt x="684091" y="22838"/>
                </a:cubicBezTo>
                <a:cubicBezTo>
                  <a:pt x="692118" y="22838"/>
                  <a:pt x="698675" y="25566"/>
                  <a:pt x="703763" y="31023"/>
                </a:cubicBezTo>
                <a:cubicBezTo>
                  <a:pt x="708851" y="36478"/>
                  <a:pt x="711395" y="44153"/>
                  <a:pt x="711395" y="54048"/>
                </a:cubicBezTo>
                <a:cubicBezTo>
                  <a:pt x="711395" y="54650"/>
                  <a:pt x="711376" y="55553"/>
                  <a:pt x="711338" y="56756"/>
                </a:cubicBezTo>
                <a:lnTo>
                  <a:pt x="666566" y="56756"/>
                </a:lnTo>
                <a:cubicBezTo>
                  <a:pt x="666943" y="63333"/>
                  <a:pt x="668809" y="68369"/>
                  <a:pt x="672163" y="71864"/>
                </a:cubicBezTo>
                <a:cubicBezTo>
                  <a:pt x="675517" y="75360"/>
                  <a:pt x="679700" y="77107"/>
                  <a:pt x="684713" y="77107"/>
                </a:cubicBezTo>
                <a:cubicBezTo>
                  <a:pt x="688444" y="77107"/>
                  <a:pt x="691628" y="76137"/>
                  <a:pt x="694266" y="74196"/>
                </a:cubicBezTo>
                <a:cubicBezTo>
                  <a:pt x="696904" y="72254"/>
                  <a:pt x="698996" y="69154"/>
                  <a:pt x="700541" y="64897"/>
                </a:cubicBezTo>
                <a:moveTo>
                  <a:pt x="667132" y="48277"/>
                </a:moveTo>
                <a:lnTo>
                  <a:pt x="700654" y="48277"/>
                </a:lnTo>
                <a:cubicBezTo>
                  <a:pt x="700202" y="43309"/>
                  <a:pt x="698920" y="39584"/>
                  <a:pt x="696810" y="37100"/>
                </a:cubicBezTo>
                <a:cubicBezTo>
                  <a:pt x="693569" y="33245"/>
                  <a:pt x="689367" y="31318"/>
                  <a:pt x="684204" y="31318"/>
                </a:cubicBezTo>
                <a:cubicBezTo>
                  <a:pt x="679531" y="31318"/>
                  <a:pt x="675602" y="32856"/>
                  <a:pt x="672417" y="35934"/>
                </a:cubicBezTo>
                <a:cubicBezTo>
                  <a:pt x="669233" y="39010"/>
                  <a:pt x="667471" y="43124"/>
                  <a:pt x="667132" y="48277"/>
                </a:cubicBezTo>
                <a:close/>
                <a:moveTo>
                  <a:pt x="719767" y="66253"/>
                </a:moveTo>
                <a:lnTo>
                  <a:pt x="729829" y="64671"/>
                </a:lnTo>
                <a:cubicBezTo>
                  <a:pt x="730394" y="68685"/>
                  <a:pt x="731968" y="71762"/>
                  <a:pt x="734549" y="73901"/>
                </a:cubicBezTo>
                <a:cubicBezTo>
                  <a:pt x="737131" y="76039"/>
                  <a:pt x="740740" y="77107"/>
                  <a:pt x="745375" y="77107"/>
                </a:cubicBezTo>
                <a:cubicBezTo>
                  <a:pt x="750048" y="77107"/>
                  <a:pt x="753515" y="76163"/>
                  <a:pt x="755777" y="74275"/>
                </a:cubicBezTo>
                <a:cubicBezTo>
                  <a:pt x="758038" y="72386"/>
                  <a:pt x="759168" y="70171"/>
                  <a:pt x="759168" y="67630"/>
                </a:cubicBezTo>
                <a:cubicBezTo>
                  <a:pt x="759168" y="65348"/>
                  <a:pt x="758170" y="63554"/>
                  <a:pt x="756172" y="62245"/>
                </a:cubicBezTo>
                <a:cubicBezTo>
                  <a:pt x="754778" y="61348"/>
                  <a:pt x="751311" y="60207"/>
                  <a:pt x="745771" y="58823"/>
                </a:cubicBezTo>
                <a:cubicBezTo>
                  <a:pt x="738309" y="56938"/>
                  <a:pt x="733136" y="55307"/>
                  <a:pt x="730253" y="53930"/>
                </a:cubicBezTo>
                <a:cubicBezTo>
                  <a:pt x="727370" y="52553"/>
                  <a:pt x="725184" y="50648"/>
                  <a:pt x="723696" y="48215"/>
                </a:cubicBezTo>
                <a:cubicBezTo>
                  <a:pt x="722207" y="45782"/>
                  <a:pt x="721463" y="43094"/>
                  <a:pt x="721463" y="40152"/>
                </a:cubicBezTo>
                <a:cubicBezTo>
                  <a:pt x="721463" y="37474"/>
                  <a:pt x="722075" y="34994"/>
                  <a:pt x="723300" y="32712"/>
                </a:cubicBezTo>
                <a:cubicBezTo>
                  <a:pt x="724525" y="30429"/>
                  <a:pt x="726192" y="28534"/>
                  <a:pt x="728303" y="27025"/>
                </a:cubicBezTo>
                <a:cubicBezTo>
                  <a:pt x="729886" y="25856"/>
                  <a:pt x="732043" y="24866"/>
                  <a:pt x="734776" y="24055"/>
                </a:cubicBezTo>
                <a:cubicBezTo>
                  <a:pt x="737508" y="23244"/>
                  <a:pt x="740438" y="22838"/>
                  <a:pt x="743566" y="22838"/>
                </a:cubicBezTo>
                <a:cubicBezTo>
                  <a:pt x="748277" y="22838"/>
                  <a:pt x="752413" y="23521"/>
                  <a:pt x="755974" y="24887"/>
                </a:cubicBezTo>
                <a:cubicBezTo>
                  <a:pt x="759536" y="26252"/>
                  <a:pt x="762164" y="28102"/>
                  <a:pt x="763860" y="30436"/>
                </a:cubicBezTo>
                <a:cubicBezTo>
                  <a:pt x="765556" y="32769"/>
                  <a:pt x="766725" y="35890"/>
                  <a:pt x="767365" y="39797"/>
                </a:cubicBezTo>
                <a:lnTo>
                  <a:pt x="757416" y="41154"/>
                </a:lnTo>
                <a:cubicBezTo>
                  <a:pt x="756964" y="38064"/>
                  <a:pt x="755654" y="35652"/>
                  <a:pt x="753487" y="33918"/>
                </a:cubicBezTo>
                <a:cubicBezTo>
                  <a:pt x="751320" y="32185"/>
                  <a:pt x="748258" y="31318"/>
                  <a:pt x="744301" y="31318"/>
                </a:cubicBezTo>
                <a:cubicBezTo>
                  <a:pt x="739628" y="31318"/>
                  <a:pt x="736292" y="32087"/>
                  <a:pt x="734295" y="33625"/>
                </a:cubicBezTo>
                <a:cubicBezTo>
                  <a:pt x="732298" y="35162"/>
                  <a:pt x="731299" y="36962"/>
                  <a:pt x="731299" y="39025"/>
                </a:cubicBezTo>
                <a:cubicBezTo>
                  <a:pt x="731299" y="40337"/>
                  <a:pt x="731714" y="41519"/>
                  <a:pt x="732543" y="42569"/>
                </a:cubicBezTo>
                <a:cubicBezTo>
                  <a:pt x="733372" y="43656"/>
                  <a:pt x="734672" y="44556"/>
                  <a:pt x="736443" y="45268"/>
                </a:cubicBezTo>
                <a:cubicBezTo>
                  <a:pt x="737461" y="45644"/>
                  <a:pt x="740457" y="46507"/>
                  <a:pt x="745432" y="47856"/>
                </a:cubicBezTo>
                <a:cubicBezTo>
                  <a:pt x="752630" y="49777"/>
                  <a:pt x="757651" y="51349"/>
                  <a:pt x="760497" y="52573"/>
                </a:cubicBezTo>
                <a:cubicBezTo>
                  <a:pt x="763342" y="53797"/>
                  <a:pt x="765575" y="55576"/>
                  <a:pt x="767196" y="57912"/>
                </a:cubicBezTo>
                <a:cubicBezTo>
                  <a:pt x="768816" y="60246"/>
                  <a:pt x="769626" y="63145"/>
                  <a:pt x="769626" y="66609"/>
                </a:cubicBezTo>
                <a:cubicBezTo>
                  <a:pt x="769626" y="69998"/>
                  <a:pt x="768637" y="73190"/>
                  <a:pt x="766659" y="76183"/>
                </a:cubicBezTo>
                <a:cubicBezTo>
                  <a:pt x="764680" y="79176"/>
                  <a:pt x="761825" y="81491"/>
                  <a:pt x="758094" y="83130"/>
                </a:cubicBezTo>
                <a:cubicBezTo>
                  <a:pt x="754363" y="84768"/>
                  <a:pt x="750142" y="85587"/>
                  <a:pt x="745432" y="85587"/>
                </a:cubicBezTo>
                <a:cubicBezTo>
                  <a:pt x="737630" y="85587"/>
                  <a:pt x="731685" y="83962"/>
                  <a:pt x="727596" y="80711"/>
                </a:cubicBezTo>
                <a:cubicBezTo>
                  <a:pt x="723507" y="77461"/>
                  <a:pt x="720897" y="72641"/>
                  <a:pt x="719767" y="66253"/>
                </a:cubicBezTo>
                <a:close/>
                <a:moveTo>
                  <a:pt x="816317" y="84230"/>
                </a:moveTo>
                <a:lnTo>
                  <a:pt x="816317" y="32109"/>
                </a:lnTo>
                <a:lnTo>
                  <a:pt x="807328" y="32109"/>
                </a:lnTo>
                <a:lnTo>
                  <a:pt x="807328" y="24195"/>
                </a:lnTo>
                <a:lnTo>
                  <a:pt x="816317" y="24195"/>
                </a:lnTo>
                <a:lnTo>
                  <a:pt x="816317" y="17821"/>
                </a:lnTo>
                <a:cubicBezTo>
                  <a:pt x="816317" y="13798"/>
                  <a:pt x="816675" y="10809"/>
                  <a:pt x="817391" y="8854"/>
                </a:cubicBezTo>
                <a:cubicBezTo>
                  <a:pt x="818371" y="6223"/>
                  <a:pt x="820095" y="4090"/>
                  <a:pt x="822563" y="2454"/>
                </a:cubicBezTo>
                <a:cubicBezTo>
                  <a:pt x="825032" y="818"/>
                  <a:pt x="828490" y="0"/>
                  <a:pt x="832937" y="0"/>
                </a:cubicBezTo>
                <a:cubicBezTo>
                  <a:pt x="835801" y="0"/>
                  <a:pt x="838967" y="339"/>
                  <a:pt x="842434" y="1018"/>
                </a:cubicBezTo>
                <a:lnTo>
                  <a:pt x="840907" y="9893"/>
                </a:lnTo>
                <a:cubicBezTo>
                  <a:pt x="838797" y="9516"/>
                  <a:pt x="836800" y="9327"/>
                  <a:pt x="834915" y="9327"/>
                </a:cubicBezTo>
                <a:cubicBezTo>
                  <a:pt x="831825" y="9327"/>
                  <a:pt x="829639" y="9985"/>
                  <a:pt x="828358" y="11299"/>
                </a:cubicBezTo>
                <a:cubicBezTo>
                  <a:pt x="827076" y="12613"/>
                  <a:pt x="826436" y="15072"/>
                  <a:pt x="826436" y="18676"/>
                </a:cubicBezTo>
                <a:lnTo>
                  <a:pt x="826436" y="24195"/>
                </a:lnTo>
                <a:lnTo>
                  <a:pt x="838137" y="24195"/>
                </a:lnTo>
                <a:lnTo>
                  <a:pt x="838137" y="32109"/>
                </a:lnTo>
                <a:lnTo>
                  <a:pt x="826436" y="32109"/>
                </a:lnTo>
                <a:lnTo>
                  <a:pt x="826436" y="84230"/>
                </a:lnTo>
                <a:lnTo>
                  <a:pt x="816317" y="84230"/>
                </a:lnTo>
                <a:close/>
                <a:moveTo>
                  <a:pt x="885223" y="76818"/>
                </a:moveTo>
                <a:cubicBezTo>
                  <a:pt x="881454" y="80023"/>
                  <a:pt x="877827" y="82286"/>
                  <a:pt x="874341" y="83606"/>
                </a:cubicBezTo>
                <a:cubicBezTo>
                  <a:pt x="870855" y="84927"/>
                  <a:pt x="867115" y="85587"/>
                  <a:pt x="863120" y="85587"/>
                </a:cubicBezTo>
                <a:cubicBezTo>
                  <a:pt x="856525" y="85587"/>
                  <a:pt x="851456" y="83975"/>
                  <a:pt x="847913" y="80750"/>
                </a:cubicBezTo>
                <a:cubicBezTo>
                  <a:pt x="844371" y="77525"/>
                  <a:pt x="842599" y="73405"/>
                  <a:pt x="842599" y="68389"/>
                </a:cubicBezTo>
                <a:cubicBezTo>
                  <a:pt x="842599" y="65448"/>
                  <a:pt x="843268" y="62762"/>
                  <a:pt x="844606" y="60330"/>
                </a:cubicBezTo>
                <a:cubicBezTo>
                  <a:pt x="845944" y="57897"/>
                  <a:pt x="847696" y="55945"/>
                  <a:pt x="849863" y="54474"/>
                </a:cubicBezTo>
                <a:cubicBezTo>
                  <a:pt x="852030" y="53003"/>
                  <a:pt x="854471" y="51891"/>
                  <a:pt x="857184" y="51137"/>
                </a:cubicBezTo>
                <a:cubicBezTo>
                  <a:pt x="859182" y="50608"/>
                  <a:pt x="862196" y="50099"/>
                  <a:pt x="866229" y="49609"/>
                </a:cubicBezTo>
                <a:cubicBezTo>
                  <a:pt x="874445" y="48636"/>
                  <a:pt x="880493" y="47476"/>
                  <a:pt x="884375" y="46129"/>
                </a:cubicBezTo>
                <a:cubicBezTo>
                  <a:pt x="884413" y="44740"/>
                  <a:pt x="884432" y="43858"/>
                  <a:pt x="884432" y="43482"/>
                </a:cubicBezTo>
                <a:cubicBezTo>
                  <a:pt x="884432" y="39352"/>
                  <a:pt x="883471" y="36443"/>
                  <a:pt x="881549" y="34754"/>
                </a:cubicBezTo>
                <a:cubicBezTo>
                  <a:pt x="878948" y="32463"/>
                  <a:pt x="875085" y="31318"/>
                  <a:pt x="869960" y="31318"/>
                </a:cubicBezTo>
                <a:cubicBezTo>
                  <a:pt x="865174" y="31318"/>
                  <a:pt x="861641" y="32156"/>
                  <a:pt x="859361" y="33833"/>
                </a:cubicBezTo>
                <a:cubicBezTo>
                  <a:pt x="857080" y="35510"/>
                  <a:pt x="855394" y="38478"/>
                  <a:pt x="854301" y="42737"/>
                </a:cubicBezTo>
                <a:lnTo>
                  <a:pt x="844352" y="41380"/>
                </a:lnTo>
                <a:cubicBezTo>
                  <a:pt x="845256" y="37109"/>
                  <a:pt x="846745" y="33659"/>
                  <a:pt x="848818" y="31032"/>
                </a:cubicBezTo>
                <a:cubicBezTo>
                  <a:pt x="850890" y="28404"/>
                  <a:pt x="853887" y="26382"/>
                  <a:pt x="857806" y="24965"/>
                </a:cubicBezTo>
                <a:cubicBezTo>
                  <a:pt x="861725" y="23547"/>
                  <a:pt x="866267" y="22838"/>
                  <a:pt x="871430" y="22838"/>
                </a:cubicBezTo>
                <a:cubicBezTo>
                  <a:pt x="876555" y="22838"/>
                  <a:pt x="880720" y="23441"/>
                  <a:pt x="883923" y="24647"/>
                </a:cubicBezTo>
                <a:cubicBezTo>
                  <a:pt x="887126" y="25853"/>
                  <a:pt x="889482" y="27370"/>
                  <a:pt x="890989" y="29198"/>
                </a:cubicBezTo>
                <a:cubicBezTo>
                  <a:pt x="892497" y="31026"/>
                  <a:pt x="893552" y="33334"/>
                  <a:pt x="894155" y="36123"/>
                </a:cubicBezTo>
                <a:cubicBezTo>
                  <a:pt x="894494" y="37856"/>
                  <a:pt x="894664" y="40984"/>
                  <a:pt x="894664" y="45507"/>
                </a:cubicBezTo>
                <a:lnTo>
                  <a:pt x="894664" y="59074"/>
                </a:lnTo>
                <a:cubicBezTo>
                  <a:pt x="894664" y="68534"/>
                  <a:pt x="894880" y="74516"/>
                  <a:pt x="895314" y="77022"/>
                </a:cubicBezTo>
                <a:cubicBezTo>
                  <a:pt x="895747" y="79529"/>
                  <a:pt x="896605" y="81931"/>
                  <a:pt x="897886" y="84230"/>
                </a:cubicBezTo>
                <a:lnTo>
                  <a:pt x="887258" y="84230"/>
                </a:lnTo>
                <a:cubicBezTo>
                  <a:pt x="886203" y="82117"/>
                  <a:pt x="885525" y="79646"/>
                  <a:pt x="885223" y="76818"/>
                </a:cubicBezTo>
                <a:moveTo>
                  <a:pt x="884375" y="54043"/>
                </a:moveTo>
                <a:cubicBezTo>
                  <a:pt x="880682" y="55563"/>
                  <a:pt x="875142" y="56855"/>
                  <a:pt x="867755" y="57919"/>
                </a:cubicBezTo>
                <a:cubicBezTo>
                  <a:pt x="863572" y="58524"/>
                  <a:pt x="860614" y="59205"/>
                  <a:pt x="858880" y="59963"/>
                </a:cubicBezTo>
                <a:cubicBezTo>
                  <a:pt x="857146" y="60719"/>
                  <a:pt x="855809" y="61826"/>
                  <a:pt x="854866" y="63284"/>
                </a:cubicBezTo>
                <a:cubicBezTo>
                  <a:pt x="853924" y="64741"/>
                  <a:pt x="853453" y="66358"/>
                  <a:pt x="853453" y="68137"/>
                </a:cubicBezTo>
                <a:cubicBezTo>
                  <a:pt x="853453" y="70861"/>
                  <a:pt x="854480" y="73131"/>
                  <a:pt x="856534" y="74949"/>
                </a:cubicBezTo>
                <a:cubicBezTo>
                  <a:pt x="858588" y="76765"/>
                  <a:pt x="861593" y="77673"/>
                  <a:pt x="865551" y="77673"/>
                </a:cubicBezTo>
                <a:cubicBezTo>
                  <a:pt x="869470" y="77673"/>
                  <a:pt x="872956" y="76811"/>
                  <a:pt x="876009" y="75088"/>
                </a:cubicBezTo>
                <a:cubicBezTo>
                  <a:pt x="879061" y="73365"/>
                  <a:pt x="881304" y="71008"/>
                  <a:pt x="882736" y="68017"/>
                </a:cubicBezTo>
                <a:cubicBezTo>
                  <a:pt x="883829" y="65706"/>
                  <a:pt x="884375" y="62298"/>
                  <a:pt x="884375" y="57792"/>
                </a:cubicBezTo>
                <a:lnTo>
                  <a:pt x="884375" y="54043"/>
                </a:lnTo>
                <a:close/>
                <a:moveTo>
                  <a:pt x="910215" y="84230"/>
                </a:moveTo>
                <a:lnTo>
                  <a:pt x="910215" y="1357"/>
                </a:lnTo>
                <a:lnTo>
                  <a:pt x="920390" y="1357"/>
                </a:lnTo>
                <a:lnTo>
                  <a:pt x="920390" y="84230"/>
                </a:lnTo>
                <a:lnTo>
                  <a:pt x="910215" y="84230"/>
                </a:lnTo>
                <a:close/>
                <a:moveTo>
                  <a:pt x="932096" y="66253"/>
                </a:moveTo>
                <a:lnTo>
                  <a:pt x="942159" y="64671"/>
                </a:lnTo>
                <a:cubicBezTo>
                  <a:pt x="942724" y="68685"/>
                  <a:pt x="944297" y="71762"/>
                  <a:pt x="946879" y="73901"/>
                </a:cubicBezTo>
                <a:cubicBezTo>
                  <a:pt x="949460" y="76039"/>
                  <a:pt x="953069" y="77107"/>
                  <a:pt x="957704" y="77107"/>
                </a:cubicBezTo>
                <a:cubicBezTo>
                  <a:pt x="962378" y="77107"/>
                  <a:pt x="965845" y="76163"/>
                  <a:pt x="968106" y="74275"/>
                </a:cubicBezTo>
                <a:cubicBezTo>
                  <a:pt x="970367" y="72386"/>
                  <a:pt x="971498" y="70171"/>
                  <a:pt x="971498" y="67630"/>
                </a:cubicBezTo>
                <a:cubicBezTo>
                  <a:pt x="971498" y="65348"/>
                  <a:pt x="970499" y="63554"/>
                  <a:pt x="968502" y="62245"/>
                </a:cubicBezTo>
                <a:cubicBezTo>
                  <a:pt x="967107" y="61348"/>
                  <a:pt x="963640" y="60207"/>
                  <a:pt x="958100" y="58823"/>
                </a:cubicBezTo>
                <a:cubicBezTo>
                  <a:pt x="950638" y="56938"/>
                  <a:pt x="945466" y="55307"/>
                  <a:pt x="942583" y="53930"/>
                </a:cubicBezTo>
                <a:cubicBezTo>
                  <a:pt x="939699" y="52553"/>
                  <a:pt x="937514" y="50648"/>
                  <a:pt x="936025" y="48215"/>
                </a:cubicBezTo>
                <a:cubicBezTo>
                  <a:pt x="934536" y="45782"/>
                  <a:pt x="933792" y="43094"/>
                  <a:pt x="933792" y="40152"/>
                </a:cubicBezTo>
                <a:cubicBezTo>
                  <a:pt x="933792" y="37474"/>
                  <a:pt x="934404" y="34994"/>
                  <a:pt x="935629" y="32712"/>
                </a:cubicBezTo>
                <a:cubicBezTo>
                  <a:pt x="936854" y="30429"/>
                  <a:pt x="938522" y="28534"/>
                  <a:pt x="940632" y="27025"/>
                </a:cubicBezTo>
                <a:cubicBezTo>
                  <a:pt x="942215" y="25856"/>
                  <a:pt x="944373" y="24866"/>
                  <a:pt x="947105" y="24055"/>
                </a:cubicBezTo>
                <a:cubicBezTo>
                  <a:pt x="949837" y="23244"/>
                  <a:pt x="952767" y="22838"/>
                  <a:pt x="955895" y="22838"/>
                </a:cubicBezTo>
                <a:cubicBezTo>
                  <a:pt x="960606" y="22838"/>
                  <a:pt x="964742" y="23521"/>
                  <a:pt x="968304" y="24887"/>
                </a:cubicBezTo>
                <a:cubicBezTo>
                  <a:pt x="971865" y="26252"/>
                  <a:pt x="974494" y="28102"/>
                  <a:pt x="976190" y="30436"/>
                </a:cubicBezTo>
                <a:cubicBezTo>
                  <a:pt x="977886" y="32769"/>
                  <a:pt x="979054" y="35890"/>
                  <a:pt x="979695" y="39797"/>
                </a:cubicBezTo>
                <a:lnTo>
                  <a:pt x="969745" y="41154"/>
                </a:lnTo>
                <a:cubicBezTo>
                  <a:pt x="969293" y="38064"/>
                  <a:pt x="967983" y="35652"/>
                  <a:pt x="965816" y="33918"/>
                </a:cubicBezTo>
                <a:cubicBezTo>
                  <a:pt x="963649" y="32185"/>
                  <a:pt x="960587" y="31318"/>
                  <a:pt x="956630" y="31318"/>
                </a:cubicBezTo>
                <a:cubicBezTo>
                  <a:pt x="951957" y="31318"/>
                  <a:pt x="948622" y="32087"/>
                  <a:pt x="946624" y="33625"/>
                </a:cubicBezTo>
                <a:cubicBezTo>
                  <a:pt x="944627" y="35162"/>
                  <a:pt x="943628" y="36962"/>
                  <a:pt x="943628" y="39025"/>
                </a:cubicBezTo>
                <a:cubicBezTo>
                  <a:pt x="943628" y="40337"/>
                  <a:pt x="944043" y="41519"/>
                  <a:pt x="944872" y="42569"/>
                </a:cubicBezTo>
                <a:cubicBezTo>
                  <a:pt x="945701" y="43656"/>
                  <a:pt x="947001" y="44556"/>
                  <a:pt x="948773" y="45268"/>
                </a:cubicBezTo>
                <a:cubicBezTo>
                  <a:pt x="949790" y="45644"/>
                  <a:pt x="952786" y="46507"/>
                  <a:pt x="957761" y="47856"/>
                </a:cubicBezTo>
                <a:cubicBezTo>
                  <a:pt x="964959" y="49777"/>
                  <a:pt x="969981" y="51349"/>
                  <a:pt x="972826" y="52573"/>
                </a:cubicBezTo>
                <a:cubicBezTo>
                  <a:pt x="975672" y="53797"/>
                  <a:pt x="977905" y="55576"/>
                  <a:pt x="979525" y="57912"/>
                </a:cubicBezTo>
                <a:cubicBezTo>
                  <a:pt x="981146" y="60246"/>
                  <a:pt x="981956" y="63145"/>
                  <a:pt x="981956" y="66609"/>
                </a:cubicBezTo>
                <a:cubicBezTo>
                  <a:pt x="981956" y="69998"/>
                  <a:pt x="980967" y="73190"/>
                  <a:pt x="978988" y="76183"/>
                </a:cubicBezTo>
                <a:cubicBezTo>
                  <a:pt x="977009" y="79176"/>
                  <a:pt x="974155" y="81491"/>
                  <a:pt x="970424" y="83130"/>
                </a:cubicBezTo>
                <a:cubicBezTo>
                  <a:pt x="966693" y="84768"/>
                  <a:pt x="962472" y="85587"/>
                  <a:pt x="957761" y="85587"/>
                </a:cubicBezTo>
                <a:cubicBezTo>
                  <a:pt x="949960" y="85587"/>
                  <a:pt x="944015" y="83962"/>
                  <a:pt x="939926" y="80711"/>
                </a:cubicBezTo>
                <a:cubicBezTo>
                  <a:pt x="935837" y="77461"/>
                  <a:pt x="933227" y="72641"/>
                  <a:pt x="932096" y="66253"/>
                </a:cubicBezTo>
                <a:close/>
                <a:moveTo>
                  <a:pt x="1035151" y="64897"/>
                </a:moveTo>
                <a:lnTo>
                  <a:pt x="1045665" y="66197"/>
                </a:lnTo>
                <a:cubicBezTo>
                  <a:pt x="1044007" y="72340"/>
                  <a:pt x="1040936" y="77107"/>
                  <a:pt x="1036451" y="80499"/>
                </a:cubicBezTo>
                <a:cubicBezTo>
                  <a:pt x="1031966" y="83891"/>
                  <a:pt x="1026238" y="85587"/>
                  <a:pt x="1019266" y="85587"/>
                </a:cubicBezTo>
                <a:cubicBezTo>
                  <a:pt x="1010485" y="85587"/>
                  <a:pt x="1003522" y="82883"/>
                  <a:pt x="998378" y="77475"/>
                </a:cubicBezTo>
                <a:cubicBezTo>
                  <a:pt x="993234" y="72067"/>
                  <a:pt x="990661" y="64482"/>
                  <a:pt x="990661" y="54721"/>
                </a:cubicBezTo>
                <a:cubicBezTo>
                  <a:pt x="990661" y="44621"/>
                  <a:pt x="993262" y="36782"/>
                  <a:pt x="998463" y="31205"/>
                </a:cubicBezTo>
                <a:cubicBezTo>
                  <a:pt x="1003663" y="25627"/>
                  <a:pt x="1010409" y="22838"/>
                  <a:pt x="1018700" y="22838"/>
                </a:cubicBezTo>
                <a:cubicBezTo>
                  <a:pt x="1026728" y="22838"/>
                  <a:pt x="1033285" y="25566"/>
                  <a:pt x="1038373" y="31023"/>
                </a:cubicBezTo>
                <a:cubicBezTo>
                  <a:pt x="1043461" y="36478"/>
                  <a:pt x="1046005" y="44153"/>
                  <a:pt x="1046005" y="54048"/>
                </a:cubicBezTo>
                <a:cubicBezTo>
                  <a:pt x="1046005" y="54650"/>
                  <a:pt x="1045986" y="55553"/>
                  <a:pt x="1045948" y="56756"/>
                </a:cubicBezTo>
                <a:lnTo>
                  <a:pt x="1001176" y="56756"/>
                </a:lnTo>
                <a:cubicBezTo>
                  <a:pt x="1001553" y="63333"/>
                  <a:pt x="1003418" y="68369"/>
                  <a:pt x="1006773" y="71864"/>
                </a:cubicBezTo>
                <a:cubicBezTo>
                  <a:pt x="1010127" y="75360"/>
                  <a:pt x="1014310" y="77107"/>
                  <a:pt x="1019322" y="77107"/>
                </a:cubicBezTo>
                <a:cubicBezTo>
                  <a:pt x="1023053" y="77107"/>
                  <a:pt x="1026238" y="76137"/>
                  <a:pt x="1028876" y="74196"/>
                </a:cubicBezTo>
                <a:cubicBezTo>
                  <a:pt x="1031514" y="72254"/>
                  <a:pt x="1033606" y="69154"/>
                  <a:pt x="1035151" y="64897"/>
                </a:cubicBezTo>
                <a:moveTo>
                  <a:pt x="1001741" y="48277"/>
                </a:moveTo>
                <a:lnTo>
                  <a:pt x="1035264" y="48277"/>
                </a:lnTo>
                <a:cubicBezTo>
                  <a:pt x="1034812" y="43309"/>
                  <a:pt x="1033530" y="39584"/>
                  <a:pt x="1031420" y="37100"/>
                </a:cubicBezTo>
                <a:cubicBezTo>
                  <a:pt x="1028179" y="33245"/>
                  <a:pt x="1023977" y="31318"/>
                  <a:pt x="1018814" y="31318"/>
                </a:cubicBezTo>
                <a:cubicBezTo>
                  <a:pt x="1014140" y="31318"/>
                  <a:pt x="1010212" y="32856"/>
                  <a:pt x="1007027" y="35934"/>
                </a:cubicBezTo>
                <a:cubicBezTo>
                  <a:pt x="1003842" y="39010"/>
                  <a:pt x="1002081" y="43124"/>
                  <a:pt x="1001741" y="48277"/>
                </a:cubicBezTo>
                <a:close/>
                <a:moveTo>
                  <a:pt x="1129784" y="76818"/>
                </a:moveTo>
                <a:cubicBezTo>
                  <a:pt x="1126015" y="80023"/>
                  <a:pt x="1122388" y="82286"/>
                  <a:pt x="1118902" y="83606"/>
                </a:cubicBezTo>
                <a:cubicBezTo>
                  <a:pt x="1115416" y="84927"/>
                  <a:pt x="1111675" y="85587"/>
                  <a:pt x="1107681" y="85587"/>
                </a:cubicBezTo>
                <a:cubicBezTo>
                  <a:pt x="1101085" y="85587"/>
                  <a:pt x="1096017" y="83975"/>
                  <a:pt x="1092474" y="80750"/>
                </a:cubicBezTo>
                <a:cubicBezTo>
                  <a:pt x="1088931" y="77525"/>
                  <a:pt x="1087160" y="73405"/>
                  <a:pt x="1087160" y="68389"/>
                </a:cubicBezTo>
                <a:cubicBezTo>
                  <a:pt x="1087160" y="65448"/>
                  <a:pt x="1087829" y="62762"/>
                  <a:pt x="1089167" y="60330"/>
                </a:cubicBezTo>
                <a:cubicBezTo>
                  <a:pt x="1090505" y="57897"/>
                  <a:pt x="1092257" y="55945"/>
                  <a:pt x="1094424" y="54474"/>
                </a:cubicBezTo>
                <a:cubicBezTo>
                  <a:pt x="1096591" y="53003"/>
                  <a:pt x="1099032" y="51891"/>
                  <a:pt x="1101745" y="51137"/>
                </a:cubicBezTo>
                <a:cubicBezTo>
                  <a:pt x="1103742" y="50608"/>
                  <a:pt x="1106757" y="50099"/>
                  <a:pt x="1110790" y="49609"/>
                </a:cubicBezTo>
                <a:cubicBezTo>
                  <a:pt x="1119006" y="48636"/>
                  <a:pt x="1125054" y="47476"/>
                  <a:pt x="1128936" y="46129"/>
                </a:cubicBezTo>
                <a:cubicBezTo>
                  <a:pt x="1128974" y="44740"/>
                  <a:pt x="1128993" y="43858"/>
                  <a:pt x="1128993" y="43482"/>
                </a:cubicBezTo>
                <a:cubicBezTo>
                  <a:pt x="1128993" y="39352"/>
                  <a:pt x="1128032" y="36443"/>
                  <a:pt x="1126110" y="34754"/>
                </a:cubicBezTo>
                <a:cubicBezTo>
                  <a:pt x="1123509" y="32463"/>
                  <a:pt x="1119646" y="31318"/>
                  <a:pt x="1114521" y="31318"/>
                </a:cubicBezTo>
                <a:cubicBezTo>
                  <a:pt x="1109735" y="31318"/>
                  <a:pt x="1106201" y="32156"/>
                  <a:pt x="1103921" y="33833"/>
                </a:cubicBezTo>
                <a:cubicBezTo>
                  <a:pt x="1101641" y="35510"/>
                  <a:pt x="1099955" y="38478"/>
                  <a:pt x="1098862" y="42737"/>
                </a:cubicBezTo>
                <a:lnTo>
                  <a:pt x="1088913" y="41380"/>
                </a:lnTo>
                <a:cubicBezTo>
                  <a:pt x="1089817" y="37109"/>
                  <a:pt x="1091306" y="33659"/>
                  <a:pt x="1093378" y="31032"/>
                </a:cubicBezTo>
                <a:cubicBezTo>
                  <a:pt x="1095451" y="28404"/>
                  <a:pt x="1098447" y="26382"/>
                  <a:pt x="1102367" y="24965"/>
                </a:cubicBezTo>
                <a:cubicBezTo>
                  <a:pt x="1106286" y="23547"/>
                  <a:pt x="1110828" y="22838"/>
                  <a:pt x="1115991" y="22838"/>
                </a:cubicBezTo>
                <a:cubicBezTo>
                  <a:pt x="1121116" y="22838"/>
                  <a:pt x="1125280" y="23441"/>
                  <a:pt x="1128484" y="24647"/>
                </a:cubicBezTo>
                <a:cubicBezTo>
                  <a:pt x="1131687" y="25853"/>
                  <a:pt x="1134043" y="27370"/>
                  <a:pt x="1135550" y="29198"/>
                </a:cubicBezTo>
                <a:cubicBezTo>
                  <a:pt x="1137058" y="31026"/>
                  <a:pt x="1138113" y="33334"/>
                  <a:pt x="1138716" y="36123"/>
                </a:cubicBezTo>
                <a:cubicBezTo>
                  <a:pt x="1139055" y="37856"/>
                  <a:pt x="1139225" y="40984"/>
                  <a:pt x="1139225" y="45507"/>
                </a:cubicBezTo>
                <a:lnTo>
                  <a:pt x="1139225" y="59074"/>
                </a:lnTo>
                <a:cubicBezTo>
                  <a:pt x="1139225" y="68534"/>
                  <a:pt x="1139441" y="74516"/>
                  <a:pt x="1139875" y="77022"/>
                </a:cubicBezTo>
                <a:cubicBezTo>
                  <a:pt x="1140308" y="79529"/>
                  <a:pt x="1141165" y="81931"/>
                  <a:pt x="1142447" y="84230"/>
                </a:cubicBezTo>
                <a:lnTo>
                  <a:pt x="1131819" y="84230"/>
                </a:lnTo>
                <a:cubicBezTo>
                  <a:pt x="1130764" y="82117"/>
                  <a:pt x="1130085" y="79646"/>
                  <a:pt x="1129784" y="76818"/>
                </a:cubicBezTo>
                <a:moveTo>
                  <a:pt x="1128936" y="54043"/>
                </a:moveTo>
                <a:cubicBezTo>
                  <a:pt x="1125243" y="55563"/>
                  <a:pt x="1119703" y="56855"/>
                  <a:pt x="1112316" y="57919"/>
                </a:cubicBezTo>
                <a:cubicBezTo>
                  <a:pt x="1108133" y="58524"/>
                  <a:pt x="1105174" y="59205"/>
                  <a:pt x="1103441" y="59963"/>
                </a:cubicBezTo>
                <a:cubicBezTo>
                  <a:pt x="1101707" y="60719"/>
                  <a:pt x="1100369" y="61826"/>
                  <a:pt x="1099427" y="63284"/>
                </a:cubicBezTo>
                <a:cubicBezTo>
                  <a:pt x="1098485" y="64741"/>
                  <a:pt x="1098014" y="66358"/>
                  <a:pt x="1098014" y="68137"/>
                </a:cubicBezTo>
                <a:cubicBezTo>
                  <a:pt x="1098014" y="70861"/>
                  <a:pt x="1099041" y="73131"/>
                  <a:pt x="1101095" y="74949"/>
                </a:cubicBezTo>
                <a:cubicBezTo>
                  <a:pt x="1103149" y="76765"/>
                  <a:pt x="1106154" y="77673"/>
                  <a:pt x="1110111" y="77673"/>
                </a:cubicBezTo>
                <a:cubicBezTo>
                  <a:pt x="1114031" y="77673"/>
                  <a:pt x="1117517" y="76811"/>
                  <a:pt x="1120570" y="75088"/>
                </a:cubicBezTo>
                <a:cubicBezTo>
                  <a:pt x="1123622" y="73365"/>
                  <a:pt x="1125865" y="71008"/>
                  <a:pt x="1127297" y="68017"/>
                </a:cubicBezTo>
                <a:cubicBezTo>
                  <a:pt x="1128390" y="65706"/>
                  <a:pt x="1128936" y="62298"/>
                  <a:pt x="1128936" y="57792"/>
                </a:cubicBezTo>
                <a:lnTo>
                  <a:pt x="1128936" y="54043"/>
                </a:lnTo>
                <a:close/>
                <a:moveTo>
                  <a:pt x="1150932" y="66253"/>
                </a:moveTo>
                <a:lnTo>
                  <a:pt x="1160994" y="64671"/>
                </a:lnTo>
                <a:cubicBezTo>
                  <a:pt x="1161560" y="68685"/>
                  <a:pt x="1163133" y="71762"/>
                  <a:pt x="1165715" y="73901"/>
                </a:cubicBezTo>
                <a:cubicBezTo>
                  <a:pt x="1168296" y="76039"/>
                  <a:pt x="1171905" y="77107"/>
                  <a:pt x="1176540" y="77107"/>
                </a:cubicBezTo>
                <a:cubicBezTo>
                  <a:pt x="1181213" y="77107"/>
                  <a:pt x="1184681" y="76163"/>
                  <a:pt x="1186942" y="74275"/>
                </a:cubicBezTo>
                <a:cubicBezTo>
                  <a:pt x="1189203" y="72386"/>
                  <a:pt x="1190334" y="70171"/>
                  <a:pt x="1190334" y="67630"/>
                </a:cubicBezTo>
                <a:cubicBezTo>
                  <a:pt x="1190334" y="65348"/>
                  <a:pt x="1189335" y="63554"/>
                  <a:pt x="1187338" y="62245"/>
                </a:cubicBezTo>
                <a:cubicBezTo>
                  <a:pt x="1185943" y="61348"/>
                  <a:pt x="1182476" y="60207"/>
                  <a:pt x="1176936" y="58823"/>
                </a:cubicBezTo>
                <a:cubicBezTo>
                  <a:pt x="1169474" y="56938"/>
                  <a:pt x="1164302" y="55307"/>
                  <a:pt x="1161418" y="53930"/>
                </a:cubicBezTo>
                <a:cubicBezTo>
                  <a:pt x="1158535" y="52553"/>
                  <a:pt x="1156350" y="50648"/>
                  <a:pt x="1154861" y="48215"/>
                </a:cubicBezTo>
                <a:cubicBezTo>
                  <a:pt x="1153372" y="45782"/>
                  <a:pt x="1152628" y="43094"/>
                  <a:pt x="1152628" y="40152"/>
                </a:cubicBezTo>
                <a:cubicBezTo>
                  <a:pt x="1152628" y="37474"/>
                  <a:pt x="1153240" y="34994"/>
                  <a:pt x="1154465" y="32712"/>
                </a:cubicBezTo>
                <a:cubicBezTo>
                  <a:pt x="1155690" y="30429"/>
                  <a:pt x="1157358" y="28534"/>
                  <a:pt x="1159468" y="27025"/>
                </a:cubicBezTo>
                <a:cubicBezTo>
                  <a:pt x="1161051" y="25856"/>
                  <a:pt x="1163209" y="24866"/>
                  <a:pt x="1165941" y="24055"/>
                </a:cubicBezTo>
                <a:cubicBezTo>
                  <a:pt x="1168673" y="23244"/>
                  <a:pt x="1171603" y="22838"/>
                  <a:pt x="1174731" y="22838"/>
                </a:cubicBezTo>
                <a:cubicBezTo>
                  <a:pt x="1179442" y="22838"/>
                  <a:pt x="1183578" y="23521"/>
                  <a:pt x="1187140" y="24887"/>
                </a:cubicBezTo>
                <a:cubicBezTo>
                  <a:pt x="1190701" y="26252"/>
                  <a:pt x="1193330" y="28102"/>
                  <a:pt x="1195026" y="30436"/>
                </a:cubicBezTo>
                <a:cubicBezTo>
                  <a:pt x="1196722" y="32769"/>
                  <a:pt x="1197890" y="35890"/>
                  <a:pt x="1198531" y="39797"/>
                </a:cubicBezTo>
                <a:lnTo>
                  <a:pt x="1188581" y="41154"/>
                </a:lnTo>
                <a:cubicBezTo>
                  <a:pt x="1188129" y="38064"/>
                  <a:pt x="1186819" y="35652"/>
                  <a:pt x="1184652" y="33918"/>
                </a:cubicBezTo>
                <a:cubicBezTo>
                  <a:pt x="1182485" y="32185"/>
                  <a:pt x="1179423" y="31318"/>
                  <a:pt x="1175466" y="31318"/>
                </a:cubicBezTo>
                <a:cubicBezTo>
                  <a:pt x="1170793" y="31318"/>
                  <a:pt x="1167458" y="32087"/>
                  <a:pt x="1165460" y="33625"/>
                </a:cubicBezTo>
                <a:cubicBezTo>
                  <a:pt x="1163463" y="35162"/>
                  <a:pt x="1162464" y="36962"/>
                  <a:pt x="1162464" y="39025"/>
                </a:cubicBezTo>
                <a:cubicBezTo>
                  <a:pt x="1162464" y="40337"/>
                  <a:pt x="1162879" y="41519"/>
                  <a:pt x="1163708" y="42569"/>
                </a:cubicBezTo>
                <a:cubicBezTo>
                  <a:pt x="1164537" y="43656"/>
                  <a:pt x="1165837" y="44556"/>
                  <a:pt x="1167609" y="45268"/>
                </a:cubicBezTo>
                <a:cubicBezTo>
                  <a:pt x="1168626" y="45644"/>
                  <a:pt x="1171622" y="46507"/>
                  <a:pt x="1176597" y="47856"/>
                </a:cubicBezTo>
                <a:cubicBezTo>
                  <a:pt x="1183795" y="49777"/>
                  <a:pt x="1188817" y="51349"/>
                  <a:pt x="1191662" y="52573"/>
                </a:cubicBezTo>
                <a:cubicBezTo>
                  <a:pt x="1194508" y="53797"/>
                  <a:pt x="1196740" y="55576"/>
                  <a:pt x="1198361" y="57912"/>
                </a:cubicBezTo>
                <a:cubicBezTo>
                  <a:pt x="1199982" y="60246"/>
                  <a:pt x="1200792" y="63145"/>
                  <a:pt x="1200792" y="66609"/>
                </a:cubicBezTo>
                <a:cubicBezTo>
                  <a:pt x="1200792" y="69998"/>
                  <a:pt x="1199803" y="73190"/>
                  <a:pt x="1197824" y="76183"/>
                </a:cubicBezTo>
                <a:cubicBezTo>
                  <a:pt x="1195845" y="79176"/>
                  <a:pt x="1192991" y="81491"/>
                  <a:pt x="1189260" y="83130"/>
                </a:cubicBezTo>
                <a:cubicBezTo>
                  <a:pt x="1185529" y="84768"/>
                  <a:pt x="1181308" y="85587"/>
                  <a:pt x="1176597" y="85587"/>
                </a:cubicBezTo>
                <a:cubicBezTo>
                  <a:pt x="1168796" y="85587"/>
                  <a:pt x="1162851" y="83962"/>
                  <a:pt x="1158762" y="80711"/>
                </a:cubicBezTo>
                <a:cubicBezTo>
                  <a:pt x="1154673" y="77461"/>
                  <a:pt x="1152063" y="72641"/>
                  <a:pt x="1150932" y="66253"/>
                </a:cubicBezTo>
                <a:close/>
                <a:moveTo>
                  <a:pt x="1208819" y="66253"/>
                </a:moveTo>
                <a:lnTo>
                  <a:pt x="1218882" y="64671"/>
                </a:lnTo>
                <a:cubicBezTo>
                  <a:pt x="1219447" y="68685"/>
                  <a:pt x="1221020" y="71762"/>
                  <a:pt x="1223602" y="73901"/>
                </a:cubicBezTo>
                <a:cubicBezTo>
                  <a:pt x="1226184" y="76039"/>
                  <a:pt x="1229792" y="77107"/>
                  <a:pt x="1234428" y="77107"/>
                </a:cubicBezTo>
                <a:cubicBezTo>
                  <a:pt x="1239101" y="77107"/>
                  <a:pt x="1242568" y="76163"/>
                  <a:pt x="1244829" y="74275"/>
                </a:cubicBezTo>
                <a:cubicBezTo>
                  <a:pt x="1247090" y="72386"/>
                  <a:pt x="1248221" y="70171"/>
                  <a:pt x="1248221" y="67630"/>
                </a:cubicBezTo>
                <a:cubicBezTo>
                  <a:pt x="1248221" y="65348"/>
                  <a:pt x="1247222" y="63554"/>
                  <a:pt x="1245225" y="62245"/>
                </a:cubicBezTo>
                <a:cubicBezTo>
                  <a:pt x="1243830" y="61348"/>
                  <a:pt x="1240363" y="60207"/>
                  <a:pt x="1234823" y="58823"/>
                </a:cubicBezTo>
                <a:cubicBezTo>
                  <a:pt x="1227361" y="56938"/>
                  <a:pt x="1222189" y="55307"/>
                  <a:pt x="1219306" y="53930"/>
                </a:cubicBezTo>
                <a:cubicBezTo>
                  <a:pt x="1216423" y="52553"/>
                  <a:pt x="1214237" y="50648"/>
                  <a:pt x="1212748" y="48215"/>
                </a:cubicBezTo>
                <a:cubicBezTo>
                  <a:pt x="1211260" y="45782"/>
                  <a:pt x="1210515" y="43094"/>
                  <a:pt x="1210515" y="40152"/>
                </a:cubicBezTo>
                <a:cubicBezTo>
                  <a:pt x="1210515" y="37474"/>
                  <a:pt x="1211128" y="34994"/>
                  <a:pt x="1212352" y="32712"/>
                </a:cubicBezTo>
                <a:cubicBezTo>
                  <a:pt x="1213577" y="30429"/>
                  <a:pt x="1215245" y="28534"/>
                  <a:pt x="1217355" y="27025"/>
                </a:cubicBezTo>
                <a:cubicBezTo>
                  <a:pt x="1218938" y="25856"/>
                  <a:pt x="1221096" y="24866"/>
                  <a:pt x="1223828" y="24055"/>
                </a:cubicBezTo>
                <a:cubicBezTo>
                  <a:pt x="1226560" y="23244"/>
                  <a:pt x="1229491" y="22838"/>
                  <a:pt x="1232619" y="22838"/>
                </a:cubicBezTo>
                <a:cubicBezTo>
                  <a:pt x="1237329" y="22838"/>
                  <a:pt x="1241466" y="23521"/>
                  <a:pt x="1245027" y="24887"/>
                </a:cubicBezTo>
                <a:cubicBezTo>
                  <a:pt x="1248588" y="26252"/>
                  <a:pt x="1251217" y="28102"/>
                  <a:pt x="1252913" y="30436"/>
                </a:cubicBezTo>
                <a:cubicBezTo>
                  <a:pt x="1254609" y="32769"/>
                  <a:pt x="1255777" y="35890"/>
                  <a:pt x="1256418" y="39797"/>
                </a:cubicBezTo>
                <a:lnTo>
                  <a:pt x="1246468" y="41154"/>
                </a:lnTo>
                <a:cubicBezTo>
                  <a:pt x="1246016" y="38064"/>
                  <a:pt x="1244707" y="35652"/>
                  <a:pt x="1242540" y="33918"/>
                </a:cubicBezTo>
                <a:cubicBezTo>
                  <a:pt x="1240373" y="32185"/>
                  <a:pt x="1237311" y="31318"/>
                  <a:pt x="1233353" y="31318"/>
                </a:cubicBezTo>
                <a:cubicBezTo>
                  <a:pt x="1228680" y="31318"/>
                  <a:pt x="1225345" y="32087"/>
                  <a:pt x="1223348" y="33625"/>
                </a:cubicBezTo>
                <a:cubicBezTo>
                  <a:pt x="1221350" y="35162"/>
                  <a:pt x="1220352" y="36962"/>
                  <a:pt x="1220352" y="39025"/>
                </a:cubicBezTo>
                <a:cubicBezTo>
                  <a:pt x="1220352" y="40337"/>
                  <a:pt x="1220766" y="41519"/>
                  <a:pt x="1221595" y="42569"/>
                </a:cubicBezTo>
                <a:cubicBezTo>
                  <a:pt x="1222424" y="43656"/>
                  <a:pt x="1223724" y="44556"/>
                  <a:pt x="1225496" y="45268"/>
                </a:cubicBezTo>
                <a:cubicBezTo>
                  <a:pt x="1226513" y="45644"/>
                  <a:pt x="1229509" y="46507"/>
                  <a:pt x="1234484" y="47856"/>
                </a:cubicBezTo>
                <a:cubicBezTo>
                  <a:pt x="1241682" y="49777"/>
                  <a:pt x="1246704" y="51349"/>
                  <a:pt x="1249549" y="52573"/>
                </a:cubicBezTo>
                <a:cubicBezTo>
                  <a:pt x="1252395" y="53797"/>
                  <a:pt x="1254628" y="55576"/>
                  <a:pt x="1256248" y="57912"/>
                </a:cubicBezTo>
                <a:cubicBezTo>
                  <a:pt x="1257869" y="60246"/>
                  <a:pt x="1258679" y="63145"/>
                  <a:pt x="1258679" y="66609"/>
                </a:cubicBezTo>
                <a:cubicBezTo>
                  <a:pt x="1258679" y="69998"/>
                  <a:pt x="1257690" y="73190"/>
                  <a:pt x="1255711" y="76183"/>
                </a:cubicBezTo>
                <a:cubicBezTo>
                  <a:pt x="1253733" y="79176"/>
                  <a:pt x="1250878" y="81491"/>
                  <a:pt x="1247147" y="83130"/>
                </a:cubicBezTo>
                <a:cubicBezTo>
                  <a:pt x="1243416" y="84768"/>
                  <a:pt x="1239195" y="85587"/>
                  <a:pt x="1234484" y="85587"/>
                </a:cubicBezTo>
                <a:cubicBezTo>
                  <a:pt x="1226683" y="85587"/>
                  <a:pt x="1220738" y="83962"/>
                  <a:pt x="1216649" y="80711"/>
                </a:cubicBezTo>
                <a:cubicBezTo>
                  <a:pt x="1212560" y="77461"/>
                  <a:pt x="1209950" y="72641"/>
                  <a:pt x="1208819" y="66253"/>
                </a:cubicBezTo>
                <a:close/>
                <a:moveTo>
                  <a:pt x="1311874" y="64897"/>
                </a:moveTo>
                <a:lnTo>
                  <a:pt x="1322389" y="66197"/>
                </a:lnTo>
                <a:cubicBezTo>
                  <a:pt x="1320730" y="72340"/>
                  <a:pt x="1317659" y="77107"/>
                  <a:pt x="1313174" y="80499"/>
                </a:cubicBezTo>
                <a:cubicBezTo>
                  <a:pt x="1308689" y="83891"/>
                  <a:pt x="1302961" y="85587"/>
                  <a:pt x="1295989" y="85587"/>
                </a:cubicBezTo>
                <a:cubicBezTo>
                  <a:pt x="1287208" y="85587"/>
                  <a:pt x="1280245" y="82883"/>
                  <a:pt x="1275101" y="77475"/>
                </a:cubicBezTo>
                <a:cubicBezTo>
                  <a:pt x="1269957" y="72067"/>
                  <a:pt x="1267385" y="64482"/>
                  <a:pt x="1267385" y="54721"/>
                </a:cubicBezTo>
                <a:cubicBezTo>
                  <a:pt x="1267385" y="44621"/>
                  <a:pt x="1269985" y="36782"/>
                  <a:pt x="1275186" y="31205"/>
                </a:cubicBezTo>
                <a:cubicBezTo>
                  <a:pt x="1280387" y="25627"/>
                  <a:pt x="1287133" y="22838"/>
                  <a:pt x="1295424" y="22838"/>
                </a:cubicBezTo>
                <a:cubicBezTo>
                  <a:pt x="1303451" y="22838"/>
                  <a:pt x="1310008" y="25566"/>
                  <a:pt x="1315096" y="31023"/>
                </a:cubicBezTo>
                <a:cubicBezTo>
                  <a:pt x="1320184" y="36478"/>
                  <a:pt x="1322728" y="44153"/>
                  <a:pt x="1322728" y="54048"/>
                </a:cubicBezTo>
                <a:cubicBezTo>
                  <a:pt x="1322728" y="54650"/>
                  <a:pt x="1322709" y="55553"/>
                  <a:pt x="1322671" y="56756"/>
                </a:cubicBezTo>
                <a:lnTo>
                  <a:pt x="1277899" y="56756"/>
                </a:lnTo>
                <a:cubicBezTo>
                  <a:pt x="1278276" y="63333"/>
                  <a:pt x="1280142" y="68369"/>
                  <a:pt x="1283496" y="71864"/>
                </a:cubicBezTo>
                <a:cubicBezTo>
                  <a:pt x="1286850" y="75360"/>
                  <a:pt x="1291033" y="77107"/>
                  <a:pt x="1296045" y="77107"/>
                </a:cubicBezTo>
                <a:cubicBezTo>
                  <a:pt x="1299776" y="77107"/>
                  <a:pt x="1302961" y="76137"/>
                  <a:pt x="1305599" y="74196"/>
                </a:cubicBezTo>
                <a:cubicBezTo>
                  <a:pt x="1308237" y="72254"/>
                  <a:pt x="1310329" y="69154"/>
                  <a:pt x="1311874" y="64897"/>
                </a:cubicBezTo>
                <a:moveTo>
                  <a:pt x="1278465" y="48277"/>
                </a:moveTo>
                <a:lnTo>
                  <a:pt x="1311987" y="48277"/>
                </a:lnTo>
                <a:cubicBezTo>
                  <a:pt x="1311535" y="43309"/>
                  <a:pt x="1310253" y="39584"/>
                  <a:pt x="1308143" y="37100"/>
                </a:cubicBezTo>
                <a:cubicBezTo>
                  <a:pt x="1304902" y="33245"/>
                  <a:pt x="1300700" y="31318"/>
                  <a:pt x="1295537" y="31318"/>
                </a:cubicBezTo>
                <a:cubicBezTo>
                  <a:pt x="1290864" y="31318"/>
                  <a:pt x="1286935" y="32856"/>
                  <a:pt x="1283750" y="35934"/>
                </a:cubicBezTo>
                <a:cubicBezTo>
                  <a:pt x="1280566" y="39010"/>
                  <a:pt x="1278804" y="43124"/>
                  <a:pt x="1278465" y="48277"/>
                </a:cubicBezTo>
                <a:close/>
                <a:moveTo>
                  <a:pt x="1335057" y="84230"/>
                </a:moveTo>
                <a:lnTo>
                  <a:pt x="1335057" y="24195"/>
                </a:lnTo>
                <a:lnTo>
                  <a:pt x="1344214" y="24195"/>
                </a:lnTo>
                <a:lnTo>
                  <a:pt x="1344214" y="33240"/>
                </a:lnTo>
                <a:cubicBezTo>
                  <a:pt x="1346551" y="29005"/>
                  <a:pt x="1348709" y="26212"/>
                  <a:pt x="1350687" y="24863"/>
                </a:cubicBezTo>
                <a:cubicBezTo>
                  <a:pt x="1352666" y="23513"/>
                  <a:pt x="1354842" y="22838"/>
                  <a:pt x="1357216" y="22838"/>
                </a:cubicBezTo>
                <a:cubicBezTo>
                  <a:pt x="1360646" y="22838"/>
                  <a:pt x="1364132" y="23926"/>
                  <a:pt x="1367675" y="26103"/>
                </a:cubicBezTo>
                <a:lnTo>
                  <a:pt x="1364170" y="35501"/>
                </a:lnTo>
                <a:cubicBezTo>
                  <a:pt x="1361682" y="34031"/>
                  <a:pt x="1359195" y="33296"/>
                  <a:pt x="1356708" y="33296"/>
                </a:cubicBezTo>
                <a:cubicBezTo>
                  <a:pt x="1354484" y="33296"/>
                  <a:pt x="1352487" y="33966"/>
                  <a:pt x="1350715" y="35307"/>
                </a:cubicBezTo>
                <a:cubicBezTo>
                  <a:pt x="1348944" y="36646"/>
                  <a:pt x="1347682" y="38504"/>
                  <a:pt x="1346928" y="40880"/>
                </a:cubicBezTo>
                <a:cubicBezTo>
                  <a:pt x="1345797" y="44502"/>
                  <a:pt x="1345232" y="48463"/>
                  <a:pt x="1345232" y="52764"/>
                </a:cubicBezTo>
                <a:lnTo>
                  <a:pt x="1345232" y="84230"/>
                </a:lnTo>
                <a:lnTo>
                  <a:pt x="1335057" y="84230"/>
                </a:lnTo>
                <a:close/>
                <a:moveTo>
                  <a:pt x="1395951" y="75242"/>
                </a:moveTo>
                <a:lnTo>
                  <a:pt x="1397420" y="84230"/>
                </a:lnTo>
                <a:cubicBezTo>
                  <a:pt x="1394556" y="84758"/>
                  <a:pt x="1391993" y="85022"/>
                  <a:pt x="1389732" y="85022"/>
                </a:cubicBezTo>
                <a:cubicBezTo>
                  <a:pt x="1386039" y="85022"/>
                  <a:pt x="1383175" y="84437"/>
                  <a:pt x="1381140" y="83269"/>
                </a:cubicBezTo>
                <a:cubicBezTo>
                  <a:pt x="1379105" y="82101"/>
                  <a:pt x="1377672" y="80565"/>
                  <a:pt x="1376843" y="78662"/>
                </a:cubicBezTo>
                <a:cubicBezTo>
                  <a:pt x="1376014" y="76759"/>
                  <a:pt x="1375600" y="72754"/>
                  <a:pt x="1375600" y="66649"/>
                </a:cubicBezTo>
                <a:lnTo>
                  <a:pt x="1375600" y="32109"/>
                </a:lnTo>
                <a:lnTo>
                  <a:pt x="1368138" y="32109"/>
                </a:lnTo>
                <a:lnTo>
                  <a:pt x="1368138" y="24195"/>
                </a:lnTo>
                <a:lnTo>
                  <a:pt x="1375600" y="24195"/>
                </a:lnTo>
                <a:lnTo>
                  <a:pt x="1375600" y="9287"/>
                </a:lnTo>
                <a:lnTo>
                  <a:pt x="1385719" y="3166"/>
                </a:lnTo>
                <a:lnTo>
                  <a:pt x="1385719" y="24195"/>
                </a:lnTo>
                <a:lnTo>
                  <a:pt x="1395951" y="24195"/>
                </a:lnTo>
                <a:lnTo>
                  <a:pt x="1395951" y="32109"/>
                </a:lnTo>
                <a:lnTo>
                  <a:pt x="1385719" y="32109"/>
                </a:lnTo>
                <a:lnTo>
                  <a:pt x="1385719" y="67214"/>
                </a:lnTo>
                <a:cubicBezTo>
                  <a:pt x="1385719" y="70116"/>
                  <a:pt x="1385898" y="71982"/>
                  <a:pt x="1386256" y="72811"/>
                </a:cubicBezTo>
                <a:cubicBezTo>
                  <a:pt x="1386614" y="73640"/>
                  <a:pt x="1387198" y="74300"/>
                  <a:pt x="1388008" y="74790"/>
                </a:cubicBezTo>
                <a:cubicBezTo>
                  <a:pt x="1388818" y="75279"/>
                  <a:pt x="1389977" y="75524"/>
                  <a:pt x="1391485" y="75524"/>
                </a:cubicBezTo>
                <a:cubicBezTo>
                  <a:pt x="1392615" y="75524"/>
                  <a:pt x="1394104" y="75430"/>
                  <a:pt x="1395951" y="75242"/>
                </a:cubicBezTo>
                <a:close/>
                <a:moveTo>
                  <a:pt x="1405953" y="13115"/>
                </a:moveTo>
                <a:lnTo>
                  <a:pt x="1405953" y="1357"/>
                </a:lnTo>
                <a:lnTo>
                  <a:pt x="1416128" y="1357"/>
                </a:lnTo>
                <a:lnTo>
                  <a:pt x="1416128" y="13115"/>
                </a:lnTo>
                <a:lnTo>
                  <a:pt x="1405953" y="13115"/>
                </a:lnTo>
                <a:moveTo>
                  <a:pt x="1405953" y="84230"/>
                </a:moveTo>
                <a:lnTo>
                  <a:pt x="1405953" y="24195"/>
                </a:lnTo>
                <a:lnTo>
                  <a:pt x="1416128" y="24195"/>
                </a:lnTo>
                <a:lnTo>
                  <a:pt x="1416128" y="84230"/>
                </a:lnTo>
                <a:lnTo>
                  <a:pt x="1405953" y="84230"/>
                </a:lnTo>
                <a:close/>
                <a:moveTo>
                  <a:pt x="1427664" y="59357"/>
                </a:moveTo>
                <a:lnTo>
                  <a:pt x="1427664" y="49068"/>
                </a:lnTo>
                <a:lnTo>
                  <a:pt x="1458925" y="49068"/>
                </a:lnTo>
                <a:lnTo>
                  <a:pt x="1458925" y="59357"/>
                </a:lnTo>
                <a:lnTo>
                  <a:pt x="1427664" y="59357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ons,orismisleading.">
            <a:extLst xmlns:a="http://schemas.openxmlformats.org/drawingml/2006/main">
              <a:ext uri="{FF2B5EF4-FFF2-40B4-BE49-F238E27FC236}">
                <a16:creationId xmlns:a16="http://schemas.microsoft.com/office/drawing/2014/main" id="{51DC63D9-1528-4900-BECE-A0401347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05" y="1545784"/>
            <a:ext cx="1073632" cy="107294"/>
          </a:xfrm>
          <a:custGeom xmlns:a="http://schemas.openxmlformats.org/drawingml/2006/main">
            <a:pathLst>
              <a:path w="1073632" h="107294">
                <a:moveTo>
                  <a:pt x="0" y="52856"/>
                </a:moveTo>
                <a:cubicBezTo>
                  <a:pt x="0" y="41738"/>
                  <a:pt x="3090" y="33504"/>
                  <a:pt x="9271" y="28152"/>
                </a:cubicBezTo>
                <a:cubicBezTo>
                  <a:pt x="14434" y="23705"/>
                  <a:pt x="20728" y="21481"/>
                  <a:pt x="28152" y="21481"/>
                </a:cubicBezTo>
                <a:cubicBezTo>
                  <a:pt x="36405" y="21481"/>
                  <a:pt x="43151" y="24186"/>
                  <a:pt x="48390" y="29594"/>
                </a:cubicBezTo>
                <a:cubicBezTo>
                  <a:pt x="53628" y="35002"/>
                  <a:pt x="56248" y="42473"/>
                  <a:pt x="56248" y="52008"/>
                </a:cubicBezTo>
                <a:cubicBezTo>
                  <a:pt x="56248" y="59734"/>
                  <a:pt x="55089" y="65811"/>
                  <a:pt x="52771" y="70239"/>
                </a:cubicBezTo>
                <a:cubicBezTo>
                  <a:pt x="50453" y="74667"/>
                  <a:pt x="47080" y="78106"/>
                  <a:pt x="42652" y="80556"/>
                </a:cubicBezTo>
                <a:cubicBezTo>
                  <a:pt x="38224" y="83005"/>
                  <a:pt x="33391" y="84230"/>
                  <a:pt x="28152" y="84230"/>
                </a:cubicBezTo>
                <a:cubicBezTo>
                  <a:pt x="19748" y="84230"/>
                  <a:pt x="12955" y="81535"/>
                  <a:pt x="7773" y="76146"/>
                </a:cubicBezTo>
                <a:cubicBezTo>
                  <a:pt x="2591" y="70757"/>
                  <a:pt x="0" y="62994"/>
                  <a:pt x="0" y="52856"/>
                </a:cubicBezTo>
                <a:moveTo>
                  <a:pt x="10458" y="52828"/>
                </a:moveTo>
                <a:cubicBezTo>
                  <a:pt x="10458" y="60487"/>
                  <a:pt x="12135" y="66223"/>
                  <a:pt x="15489" y="70034"/>
                </a:cubicBezTo>
                <a:cubicBezTo>
                  <a:pt x="18843" y="73845"/>
                  <a:pt x="23064" y="75751"/>
                  <a:pt x="28152" y="75751"/>
                </a:cubicBezTo>
                <a:cubicBezTo>
                  <a:pt x="33202" y="75751"/>
                  <a:pt x="37404" y="73836"/>
                  <a:pt x="40758" y="70006"/>
                </a:cubicBezTo>
                <a:cubicBezTo>
                  <a:pt x="44112" y="66176"/>
                  <a:pt x="45790" y="60337"/>
                  <a:pt x="45790" y="52490"/>
                </a:cubicBezTo>
                <a:cubicBezTo>
                  <a:pt x="45790" y="45093"/>
                  <a:pt x="44103" y="39489"/>
                  <a:pt x="40730" y="35678"/>
                </a:cubicBezTo>
                <a:cubicBezTo>
                  <a:pt x="37357" y="31867"/>
                  <a:pt x="33164" y="29961"/>
                  <a:pt x="28152" y="29961"/>
                </a:cubicBezTo>
                <a:cubicBezTo>
                  <a:pt x="23064" y="29961"/>
                  <a:pt x="18843" y="31857"/>
                  <a:pt x="15489" y="35649"/>
                </a:cubicBezTo>
                <a:cubicBezTo>
                  <a:pt x="12135" y="39442"/>
                  <a:pt x="10458" y="45168"/>
                  <a:pt x="10458" y="52828"/>
                </a:cubicBezTo>
                <a:close/>
                <a:moveTo>
                  <a:pt x="68181" y="82873"/>
                </a:moveTo>
                <a:lnTo>
                  <a:pt x="68181" y="22838"/>
                </a:lnTo>
                <a:lnTo>
                  <a:pt x="77339" y="22838"/>
                </a:lnTo>
                <a:lnTo>
                  <a:pt x="77339" y="31318"/>
                </a:lnTo>
                <a:cubicBezTo>
                  <a:pt x="81748" y="24760"/>
                  <a:pt x="88117" y="21481"/>
                  <a:pt x="96446" y="21481"/>
                </a:cubicBezTo>
                <a:cubicBezTo>
                  <a:pt x="100064" y="21481"/>
                  <a:pt x="103390" y="22132"/>
                  <a:pt x="106424" y="23432"/>
                </a:cubicBezTo>
                <a:cubicBezTo>
                  <a:pt x="109458" y="24732"/>
                  <a:pt x="111728" y="26437"/>
                  <a:pt x="113236" y="28548"/>
                </a:cubicBezTo>
                <a:cubicBezTo>
                  <a:pt x="114743" y="30658"/>
                  <a:pt x="115798" y="33164"/>
                  <a:pt x="116401" y="36066"/>
                </a:cubicBezTo>
                <a:cubicBezTo>
                  <a:pt x="116778" y="37951"/>
                  <a:pt x="116967" y="41248"/>
                  <a:pt x="116967" y="45959"/>
                </a:cubicBezTo>
                <a:lnTo>
                  <a:pt x="116967" y="82873"/>
                </a:lnTo>
                <a:lnTo>
                  <a:pt x="106791" y="82873"/>
                </a:lnTo>
                <a:lnTo>
                  <a:pt x="106791" y="46316"/>
                </a:lnTo>
                <a:cubicBezTo>
                  <a:pt x="106791" y="42166"/>
                  <a:pt x="106395" y="39062"/>
                  <a:pt x="105604" y="37006"/>
                </a:cubicBezTo>
                <a:cubicBezTo>
                  <a:pt x="104813" y="34950"/>
                  <a:pt x="103409" y="33309"/>
                  <a:pt x="101393" y="32083"/>
                </a:cubicBezTo>
                <a:cubicBezTo>
                  <a:pt x="99376" y="30857"/>
                  <a:pt x="97011" y="30244"/>
                  <a:pt x="94298" y="30244"/>
                </a:cubicBezTo>
                <a:cubicBezTo>
                  <a:pt x="89964" y="30244"/>
                  <a:pt x="86224" y="31621"/>
                  <a:pt x="83077" y="34376"/>
                </a:cubicBezTo>
                <a:cubicBezTo>
                  <a:pt x="79930" y="37129"/>
                  <a:pt x="78356" y="42354"/>
                  <a:pt x="78356" y="50050"/>
                </a:cubicBezTo>
                <a:lnTo>
                  <a:pt x="78356" y="82873"/>
                </a:lnTo>
                <a:lnTo>
                  <a:pt x="68181" y="82873"/>
                </a:lnTo>
                <a:close/>
                <a:moveTo>
                  <a:pt x="128504" y="64897"/>
                </a:moveTo>
                <a:lnTo>
                  <a:pt x="138566" y="63314"/>
                </a:lnTo>
                <a:cubicBezTo>
                  <a:pt x="139132" y="67329"/>
                  <a:pt x="140705" y="70405"/>
                  <a:pt x="143287" y="72544"/>
                </a:cubicBezTo>
                <a:cubicBezTo>
                  <a:pt x="145868" y="74682"/>
                  <a:pt x="149477" y="75751"/>
                  <a:pt x="154112" y="75751"/>
                </a:cubicBezTo>
                <a:cubicBezTo>
                  <a:pt x="158785" y="75751"/>
                  <a:pt x="162253" y="74807"/>
                  <a:pt x="164514" y="72919"/>
                </a:cubicBezTo>
                <a:cubicBezTo>
                  <a:pt x="166775" y="71030"/>
                  <a:pt x="167906" y="68814"/>
                  <a:pt x="167906" y="66273"/>
                </a:cubicBezTo>
                <a:cubicBezTo>
                  <a:pt x="167906" y="63992"/>
                  <a:pt x="166907" y="62197"/>
                  <a:pt x="164910" y="60888"/>
                </a:cubicBezTo>
                <a:cubicBezTo>
                  <a:pt x="163515" y="59991"/>
                  <a:pt x="160048" y="58850"/>
                  <a:pt x="154508" y="57467"/>
                </a:cubicBezTo>
                <a:cubicBezTo>
                  <a:pt x="147046" y="55581"/>
                  <a:pt x="141873" y="53950"/>
                  <a:pt x="138990" y="52573"/>
                </a:cubicBezTo>
                <a:cubicBezTo>
                  <a:pt x="136107" y="51196"/>
                  <a:pt x="133921" y="49291"/>
                  <a:pt x="132433" y="46858"/>
                </a:cubicBezTo>
                <a:cubicBezTo>
                  <a:pt x="130944" y="44425"/>
                  <a:pt x="130200" y="41738"/>
                  <a:pt x="130200" y="38796"/>
                </a:cubicBezTo>
                <a:cubicBezTo>
                  <a:pt x="130200" y="36118"/>
                  <a:pt x="130812" y="33637"/>
                  <a:pt x="132037" y="31355"/>
                </a:cubicBezTo>
                <a:cubicBezTo>
                  <a:pt x="133262" y="29072"/>
                  <a:pt x="134930" y="27177"/>
                  <a:pt x="137040" y="25668"/>
                </a:cubicBezTo>
                <a:cubicBezTo>
                  <a:pt x="138623" y="24499"/>
                  <a:pt x="140781" y="23509"/>
                  <a:pt x="143513" y="22699"/>
                </a:cubicBezTo>
                <a:cubicBezTo>
                  <a:pt x="146245" y="21887"/>
                  <a:pt x="149175" y="21481"/>
                  <a:pt x="152303" y="21481"/>
                </a:cubicBezTo>
                <a:cubicBezTo>
                  <a:pt x="157014" y="21481"/>
                  <a:pt x="161150" y="22165"/>
                  <a:pt x="164712" y="23531"/>
                </a:cubicBezTo>
                <a:cubicBezTo>
                  <a:pt x="168273" y="24896"/>
                  <a:pt x="170902" y="26745"/>
                  <a:pt x="172598" y="29080"/>
                </a:cubicBezTo>
                <a:cubicBezTo>
                  <a:pt x="174294" y="31413"/>
                  <a:pt x="175462" y="34533"/>
                  <a:pt x="176102" y="38441"/>
                </a:cubicBezTo>
                <a:lnTo>
                  <a:pt x="166153" y="39797"/>
                </a:lnTo>
                <a:cubicBezTo>
                  <a:pt x="165701" y="36707"/>
                  <a:pt x="164391" y="34295"/>
                  <a:pt x="162224" y="32561"/>
                </a:cubicBezTo>
                <a:cubicBezTo>
                  <a:pt x="160057" y="30828"/>
                  <a:pt x="156995" y="29961"/>
                  <a:pt x="153038" y="29961"/>
                </a:cubicBezTo>
                <a:cubicBezTo>
                  <a:pt x="148365" y="29961"/>
                  <a:pt x="145030" y="30730"/>
                  <a:pt x="143032" y="32268"/>
                </a:cubicBezTo>
                <a:cubicBezTo>
                  <a:pt x="141035" y="33805"/>
                  <a:pt x="140036" y="35605"/>
                  <a:pt x="140036" y="37669"/>
                </a:cubicBezTo>
                <a:cubicBezTo>
                  <a:pt x="140036" y="38981"/>
                  <a:pt x="140451" y="40162"/>
                  <a:pt x="141280" y="41212"/>
                </a:cubicBezTo>
                <a:cubicBezTo>
                  <a:pt x="142109" y="42299"/>
                  <a:pt x="143409" y="43199"/>
                  <a:pt x="145180" y="43912"/>
                </a:cubicBezTo>
                <a:cubicBezTo>
                  <a:pt x="146198" y="44287"/>
                  <a:pt x="149194" y="45150"/>
                  <a:pt x="154169" y="46500"/>
                </a:cubicBezTo>
                <a:cubicBezTo>
                  <a:pt x="161367" y="48421"/>
                  <a:pt x="166389" y="49993"/>
                  <a:pt x="169234" y="51216"/>
                </a:cubicBezTo>
                <a:cubicBezTo>
                  <a:pt x="172079" y="52440"/>
                  <a:pt x="174312" y="54220"/>
                  <a:pt x="175933" y="56555"/>
                </a:cubicBezTo>
                <a:cubicBezTo>
                  <a:pt x="177553" y="58889"/>
                  <a:pt x="178364" y="61788"/>
                  <a:pt x="178364" y="65252"/>
                </a:cubicBezTo>
                <a:cubicBezTo>
                  <a:pt x="178364" y="68641"/>
                  <a:pt x="177374" y="71833"/>
                  <a:pt x="175396" y="74827"/>
                </a:cubicBezTo>
                <a:cubicBezTo>
                  <a:pt x="173417" y="77819"/>
                  <a:pt x="170563" y="80135"/>
                  <a:pt x="166832" y="81773"/>
                </a:cubicBezTo>
                <a:cubicBezTo>
                  <a:pt x="163101" y="83411"/>
                  <a:pt x="158880" y="84230"/>
                  <a:pt x="154169" y="84230"/>
                </a:cubicBezTo>
                <a:cubicBezTo>
                  <a:pt x="146368" y="84230"/>
                  <a:pt x="140422" y="82605"/>
                  <a:pt x="136333" y="79354"/>
                </a:cubicBezTo>
                <a:cubicBezTo>
                  <a:pt x="132244" y="76104"/>
                  <a:pt x="129635" y="71285"/>
                  <a:pt x="128504" y="64897"/>
                </a:cubicBezTo>
                <a:close/>
                <a:moveTo>
                  <a:pt x="193119" y="82873"/>
                </a:moveTo>
                <a:lnTo>
                  <a:pt x="193119" y="71228"/>
                </a:lnTo>
                <a:lnTo>
                  <a:pt x="204707" y="71228"/>
                </a:lnTo>
                <a:lnTo>
                  <a:pt x="204707" y="82840"/>
                </a:lnTo>
                <a:cubicBezTo>
                  <a:pt x="204707" y="87108"/>
                  <a:pt x="203954" y="90554"/>
                  <a:pt x="202446" y="93178"/>
                </a:cubicBezTo>
                <a:cubicBezTo>
                  <a:pt x="200939" y="95803"/>
                  <a:pt x="198546" y="97833"/>
                  <a:pt x="195267" y="99267"/>
                </a:cubicBezTo>
                <a:lnTo>
                  <a:pt x="192440" y="94858"/>
                </a:lnTo>
                <a:cubicBezTo>
                  <a:pt x="194588" y="93920"/>
                  <a:pt x="196171" y="92542"/>
                  <a:pt x="197189" y="90722"/>
                </a:cubicBezTo>
                <a:cubicBezTo>
                  <a:pt x="198206" y="88903"/>
                  <a:pt x="198772" y="86286"/>
                  <a:pt x="198885" y="82873"/>
                </a:cubicBezTo>
                <a:lnTo>
                  <a:pt x="193119" y="82873"/>
                </a:lnTo>
                <a:close/>
                <a:moveTo>
                  <a:pt x="250998" y="52856"/>
                </a:moveTo>
                <a:cubicBezTo>
                  <a:pt x="250998" y="41738"/>
                  <a:pt x="254088" y="33504"/>
                  <a:pt x="260269" y="28152"/>
                </a:cubicBezTo>
                <a:cubicBezTo>
                  <a:pt x="265432" y="23705"/>
                  <a:pt x="271726" y="21481"/>
                  <a:pt x="279150" y="21481"/>
                </a:cubicBezTo>
                <a:cubicBezTo>
                  <a:pt x="287403" y="21481"/>
                  <a:pt x="294149" y="24186"/>
                  <a:pt x="299388" y="29594"/>
                </a:cubicBezTo>
                <a:cubicBezTo>
                  <a:pt x="304626" y="35002"/>
                  <a:pt x="307246" y="42473"/>
                  <a:pt x="307246" y="52008"/>
                </a:cubicBezTo>
                <a:cubicBezTo>
                  <a:pt x="307246" y="59734"/>
                  <a:pt x="306087" y="65811"/>
                  <a:pt x="303769" y="70239"/>
                </a:cubicBezTo>
                <a:cubicBezTo>
                  <a:pt x="301451" y="74667"/>
                  <a:pt x="298078" y="78106"/>
                  <a:pt x="293650" y="80556"/>
                </a:cubicBezTo>
                <a:cubicBezTo>
                  <a:pt x="289222" y="83005"/>
                  <a:pt x="284388" y="84230"/>
                  <a:pt x="279150" y="84230"/>
                </a:cubicBezTo>
                <a:cubicBezTo>
                  <a:pt x="270746" y="84230"/>
                  <a:pt x="263953" y="81535"/>
                  <a:pt x="258771" y="76146"/>
                </a:cubicBezTo>
                <a:cubicBezTo>
                  <a:pt x="253589" y="70757"/>
                  <a:pt x="250998" y="62994"/>
                  <a:pt x="250998" y="52856"/>
                </a:cubicBezTo>
                <a:moveTo>
                  <a:pt x="261456" y="52828"/>
                </a:moveTo>
                <a:cubicBezTo>
                  <a:pt x="261456" y="60487"/>
                  <a:pt x="263133" y="66223"/>
                  <a:pt x="266487" y="70034"/>
                </a:cubicBezTo>
                <a:cubicBezTo>
                  <a:pt x="269841" y="73845"/>
                  <a:pt x="274062" y="75751"/>
                  <a:pt x="279150" y="75751"/>
                </a:cubicBezTo>
                <a:cubicBezTo>
                  <a:pt x="284200" y="75751"/>
                  <a:pt x="288402" y="73836"/>
                  <a:pt x="291756" y="70006"/>
                </a:cubicBezTo>
                <a:cubicBezTo>
                  <a:pt x="295110" y="66176"/>
                  <a:pt x="296787" y="60337"/>
                  <a:pt x="296787" y="52490"/>
                </a:cubicBezTo>
                <a:cubicBezTo>
                  <a:pt x="296787" y="45093"/>
                  <a:pt x="295101" y="39489"/>
                  <a:pt x="291728" y="35678"/>
                </a:cubicBezTo>
                <a:cubicBezTo>
                  <a:pt x="288355" y="31867"/>
                  <a:pt x="284162" y="29961"/>
                  <a:pt x="279150" y="29961"/>
                </a:cubicBezTo>
                <a:cubicBezTo>
                  <a:pt x="274062" y="29961"/>
                  <a:pt x="269841" y="31857"/>
                  <a:pt x="266487" y="35649"/>
                </a:cubicBezTo>
                <a:cubicBezTo>
                  <a:pt x="263133" y="39442"/>
                  <a:pt x="261456" y="45168"/>
                  <a:pt x="261456" y="52828"/>
                </a:cubicBezTo>
                <a:close/>
                <a:moveTo>
                  <a:pt x="319066" y="82873"/>
                </a:moveTo>
                <a:lnTo>
                  <a:pt x="319066" y="22838"/>
                </a:lnTo>
                <a:lnTo>
                  <a:pt x="328224" y="22838"/>
                </a:lnTo>
                <a:lnTo>
                  <a:pt x="328224" y="31883"/>
                </a:lnTo>
                <a:cubicBezTo>
                  <a:pt x="330560" y="27648"/>
                  <a:pt x="332718" y="24856"/>
                  <a:pt x="334697" y="23506"/>
                </a:cubicBezTo>
                <a:cubicBezTo>
                  <a:pt x="336675" y="22156"/>
                  <a:pt x="338851" y="21481"/>
                  <a:pt x="341226" y="21481"/>
                </a:cubicBezTo>
                <a:cubicBezTo>
                  <a:pt x="344655" y="21481"/>
                  <a:pt x="348141" y="22570"/>
                  <a:pt x="351684" y="24746"/>
                </a:cubicBezTo>
                <a:lnTo>
                  <a:pt x="348179" y="34144"/>
                </a:lnTo>
                <a:cubicBezTo>
                  <a:pt x="345692" y="32674"/>
                  <a:pt x="343204" y="31940"/>
                  <a:pt x="340717" y="31940"/>
                </a:cubicBezTo>
                <a:cubicBezTo>
                  <a:pt x="338493" y="31940"/>
                  <a:pt x="336496" y="32610"/>
                  <a:pt x="334725" y="33950"/>
                </a:cubicBezTo>
                <a:cubicBezTo>
                  <a:pt x="332953" y="35289"/>
                  <a:pt x="331691" y="37147"/>
                  <a:pt x="330937" y="39523"/>
                </a:cubicBezTo>
                <a:cubicBezTo>
                  <a:pt x="329807" y="43145"/>
                  <a:pt x="329241" y="47106"/>
                  <a:pt x="329241" y="51407"/>
                </a:cubicBezTo>
                <a:lnTo>
                  <a:pt x="329241" y="82873"/>
                </a:lnTo>
                <a:lnTo>
                  <a:pt x="319066" y="82873"/>
                </a:lnTo>
                <a:close/>
                <a:moveTo>
                  <a:pt x="389962" y="11758"/>
                </a:moveTo>
                <a:lnTo>
                  <a:pt x="389962" y="0"/>
                </a:lnTo>
                <a:lnTo>
                  <a:pt x="400137" y="0"/>
                </a:lnTo>
                <a:lnTo>
                  <a:pt x="400137" y="11758"/>
                </a:lnTo>
                <a:lnTo>
                  <a:pt x="389962" y="11758"/>
                </a:lnTo>
                <a:moveTo>
                  <a:pt x="389962" y="82873"/>
                </a:moveTo>
                <a:lnTo>
                  <a:pt x="389962" y="22838"/>
                </a:lnTo>
                <a:lnTo>
                  <a:pt x="400137" y="22838"/>
                </a:lnTo>
                <a:lnTo>
                  <a:pt x="400137" y="82873"/>
                </a:lnTo>
                <a:lnTo>
                  <a:pt x="389962" y="82873"/>
                </a:lnTo>
                <a:close/>
                <a:moveTo>
                  <a:pt x="411560" y="64897"/>
                </a:moveTo>
                <a:lnTo>
                  <a:pt x="421623" y="63314"/>
                </a:lnTo>
                <a:cubicBezTo>
                  <a:pt x="422188" y="67329"/>
                  <a:pt x="423761" y="70405"/>
                  <a:pt x="426343" y="72544"/>
                </a:cubicBezTo>
                <a:cubicBezTo>
                  <a:pt x="428924" y="74682"/>
                  <a:pt x="432533" y="75751"/>
                  <a:pt x="437168" y="75751"/>
                </a:cubicBezTo>
                <a:cubicBezTo>
                  <a:pt x="441842" y="75751"/>
                  <a:pt x="445309" y="74807"/>
                  <a:pt x="447570" y="72919"/>
                </a:cubicBezTo>
                <a:cubicBezTo>
                  <a:pt x="449831" y="71030"/>
                  <a:pt x="450962" y="68814"/>
                  <a:pt x="450962" y="66273"/>
                </a:cubicBezTo>
                <a:cubicBezTo>
                  <a:pt x="450962" y="63992"/>
                  <a:pt x="449963" y="62197"/>
                  <a:pt x="447966" y="60888"/>
                </a:cubicBezTo>
                <a:cubicBezTo>
                  <a:pt x="446571" y="59991"/>
                  <a:pt x="443104" y="58850"/>
                  <a:pt x="437564" y="57467"/>
                </a:cubicBezTo>
                <a:cubicBezTo>
                  <a:pt x="430102" y="55581"/>
                  <a:pt x="424930" y="53950"/>
                  <a:pt x="422047" y="52573"/>
                </a:cubicBezTo>
                <a:cubicBezTo>
                  <a:pt x="419164" y="51196"/>
                  <a:pt x="416978" y="49291"/>
                  <a:pt x="415489" y="46858"/>
                </a:cubicBezTo>
                <a:cubicBezTo>
                  <a:pt x="414000" y="44425"/>
                  <a:pt x="413256" y="41738"/>
                  <a:pt x="413256" y="38796"/>
                </a:cubicBezTo>
                <a:cubicBezTo>
                  <a:pt x="413256" y="36118"/>
                  <a:pt x="413869" y="33637"/>
                  <a:pt x="415093" y="31355"/>
                </a:cubicBezTo>
                <a:cubicBezTo>
                  <a:pt x="416318" y="29072"/>
                  <a:pt x="417986" y="27177"/>
                  <a:pt x="420096" y="25668"/>
                </a:cubicBezTo>
                <a:cubicBezTo>
                  <a:pt x="421679" y="24499"/>
                  <a:pt x="423837" y="23509"/>
                  <a:pt x="426569" y="22699"/>
                </a:cubicBezTo>
                <a:cubicBezTo>
                  <a:pt x="429301" y="21887"/>
                  <a:pt x="432231" y="21481"/>
                  <a:pt x="435359" y="21481"/>
                </a:cubicBezTo>
                <a:cubicBezTo>
                  <a:pt x="440070" y="21481"/>
                  <a:pt x="444206" y="22165"/>
                  <a:pt x="447768" y="23531"/>
                </a:cubicBezTo>
                <a:cubicBezTo>
                  <a:pt x="451329" y="24896"/>
                  <a:pt x="453958" y="26745"/>
                  <a:pt x="455654" y="29080"/>
                </a:cubicBezTo>
                <a:cubicBezTo>
                  <a:pt x="457350" y="31413"/>
                  <a:pt x="458518" y="34533"/>
                  <a:pt x="459159" y="38441"/>
                </a:cubicBezTo>
                <a:lnTo>
                  <a:pt x="449209" y="39797"/>
                </a:lnTo>
                <a:cubicBezTo>
                  <a:pt x="448757" y="36707"/>
                  <a:pt x="447448" y="34295"/>
                  <a:pt x="445281" y="32561"/>
                </a:cubicBezTo>
                <a:cubicBezTo>
                  <a:pt x="443114" y="30828"/>
                  <a:pt x="440052" y="29961"/>
                  <a:pt x="436094" y="29961"/>
                </a:cubicBezTo>
                <a:cubicBezTo>
                  <a:pt x="431421" y="29961"/>
                  <a:pt x="428086" y="30730"/>
                  <a:pt x="426089" y="32268"/>
                </a:cubicBezTo>
                <a:cubicBezTo>
                  <a:pt x="424091" y="33805"/>
                  <a:pt x="423092" y="35605"/>
                  <a:pt x="423092" y="37669"/>
                </a:cubicBezTo>
                <a:cubicBezTo>
                  <a:pt x="423092" y="38981"/>
                  <a:pt x="423507" y="40162"/>
                  <a:pt x="424336" y="41212"/>
                </a:cubicBezTo>
                <a:cubicBezTo>
                  <a:pt x="425165" y="42299"/>
                  <a:pt x="426465" y="43199"/>
                  <a:pt x="428237" y="43912"/>
                </a:cubicBezTo>
                <a:cubicBezTo>
                  <a:pt x="429254" y="44287"/>
                  <a:pt x="432250" y="45150"/>
                  <a:pt x="437225" y="46500"/>
                </a:cubicBezTo>
                <a:cubicBezTo>
                  <a:pt x="444423" y="48421"/>
                  <a:pt x="449445" y="49993"/>
                  <a:pt x="452290" y="51216"/>
                </a:cubicBezTo>
                <a:cubicBezTo>
                  <a:pt x="455136" y="52440"/>
                  <a:pt x="457369" y="54220"/>
                  <a:pt x="458989" y="56555"/>
                </a:cubicBezTo>
                <a:cubicBezTo>
                  <a:pt x="460610" y="58889"/>
                  <a:pt x="461420" y="61788"/>
                  <a:pt x="461420" y="65252"/>
                </a:cubicBezTo>
                <a:cubicBezTo>
                  <a:pt x="461420" y="68641"/>
                  <a:pt x="460431" y="71833"/>
                  <a:pt x="458452" y="74827"/>
                </a:cubicBezTo>
                <a:cubicBezTo>
                  <a:pt x="456474" y="77819"/>
                  <a:pt x="453619" y="80135"/>
                  <a:pt x="449888" y="81773"/>
                </a:cubicBezTo>
                <a:cubicBezTo>
                  <a:pt x="446157" y="83411"/>
                  <a:pt x="441936" y="84230"/>
                  <a:pt x="437225" y="84230"/>
                </a:cubicBezTo>
                <a:cubicBezTo>
                  <a:pt x="429424" y="84230"/>
                  <a:pt x="423479" y="82605"/>
                  <a:pt x="419390" y="79354"/>
                </a:cubicBezTo>
                <a:cubicBezTo>
                  <a:pt x="415301" y="76104"/>
                  <a:pt x="412691" y="71285"/>
                  <a:pt x="411560" y="64897"/>
                </a:cubicBezTo>
                <a:close/>
                <a:moveTo>
                  <a:pt x="505679" y="82873"/>
                </a:moveTo>
                <a:lnTo>
                  <a:pt x="505679" y="22838"/>
                </a:lnTo>
                <a:lnTo>
                  <a:pt x="514780" y="22838"/>
                </a:lnTo>
                <a:lnTo>
                  <a:pt x="514780" y="31205"/>
                </a:lnTo>
                <a:cubicBezTo>
                  <a:pt x="516665" y="28282"/>
                  <a:pt x="519171" y="25930"/>
                  <a:pt x="522299" y="24151"/>
                </a:cubicBezTo>
                <a:cubicBezTo>
                  <a:pt x="525427" y="22371"/>
                  <a:pt x="528988" y="21481"/>
                  <a:pt x="532983" y="21481"/>
                </a:cubicBezTo>
                <a:cubicBezTo>
                  <a:pt x="537430" y="21481"/>
                  <a:pt x="541076" y="22400"/>
                  <a:pt x="543922" y="24237"/>
                </a:cubicBezTo>
                <a:cubicBezTo>
                  <a:pt x="546767" y="26073"/>
                  <a:pt x="548774" y="28641"/>
                  <a:pt x="549942" y="31940"/>
                </a:cubicBezTo>
                <a:cubicBezTo>
                  <a:pt x="554691" y="24968"/>
                  <a:pt x="560871" y="21481"/>
                  <a:pt x="568484" y="21481"/>
                </a:cubicBezTo>
                <a:cubicBezTo>
                  <a:pt x="574439" y="21481"/>
                  <a:pt x="579018" y="23130"/>
                  <a:pt x="582221" y="26428"/>
                </a:cubicBezTo>
                <a:cubicBezTo>
                  <a:pt x="585424" y="29725"/>
                  <a:pt x="587026" y="34804"/>
                  <a:pt x="587026" y="41663"/>
                </a:cubicBezTo>
                <a:lnTo>
                  <a:pt x="587026" y="82873"/>
                </a:lnTo>
                <a:lnTo>
                  <a:pt x="576907" y="82873"/>
                </a:lnTo>
                <a:lnTo>
                  <a:pt x="576907" y="45014"/>
                </a:lnTo>
                <a:cubicBezTo>
                  <a:pt x="576907" y="40939"/>
                  <a:pt x="576577" y="38006"/>
                  <a:pt x="575918" y="36215"/>
                </a:cubicBezTo>
                <a:cubicBezTo>
                  <a:pt x="575258" y="34422"/>
                  <a:pt x="574062" y="32979"/>
                  <a:pt x="572328" y="31885"/>
                </a:cubicBezTo>
                <a:cubicBezTo>
                  <a:pt x="570595" y="30791"/>
                  <a:pt x="568560" y="30244"/>
                  <a:pt x="566223" y="30244"/>
                </a:cubicBezTo>
                <a:cubicBezTo>
                  <a:pt x="562002" y="30244"/>
                  <a:pt x="558497" y="31649"/>
                  <a:pt x="555708" y="34460"/>
                </a:cubicBezTo>
                <a:cubicBezTo>
                  <a:pt x="552920" y="37271"/>
                  <a:pt x="551525" y="41769"/>
                  <a:pt x="551525" y="47957"/>
                </a:cubicBezTo>
                <a:lnTo>
                  <a:pt x="551525" y="82873"/>
                </a:lnTo>
                <a:lnTo>
                  <a:pt x="541350" y="82873"/>
                </a:lnTo>
                <a:lnTo>
                  <a:pt x="541350" y="43825"/>
                </a:lnTo>
                <a:cubicBezTo>
                  <a:pt x="541350" y="39298"/>
                  <a:pt x="540521" y="35903"/>
                  <a:pt x="538862" y="33639"/>
                </a:cubicBezTo>
                <a:cubicBezTo>
                  <a:pt x="537204" y="31375"/>
                  <a:pt x="534491" y="30244"/>
                  <a:pt x="530722" y="30244"/>
                </a:cubicBezTo>
                <a:cubicBezTo>
                  <a:pt x="527858" y="30244"/>
                  <a:pt x="525210" y="30999"/>
                  <a:pt x="522780" y="32508"/>
                </a:cubicBezTo>
                <a:cubicBezTo>
                  <a:pt x="520349" y="34017"/>
                  <a:pt x="518587" y="36224"/>
                  <a:pt x="517494" y="39130"/>
                </a:cubicBezTo>
                <a:cubicBezTo>
                  <a:pt x="516401" y="42034"/>
                  <a:pt x="515855" y="46221"/>
                  <a:pt x="515855" y="51692"/>
                </a:cubicBezTo>
                <a:lnTo>
                  <a:pt x="515855" y="82873"/>
                </a:lnTo>
                <a:lnTo>
                  <a:pt x="505679" y="82873"/>
                </a:lnTo>
                <a:close/>
                <a:moveTo>
                  <a:pt x="602187" y="11758"/>
                </a:moveTo>
                <a:lnTo>
                  <a:pt x="602187" y="0"/>
                </a:lnTo>
                <a:lnTo>
                  <a:pt x="612363" y="0"/>
                </a:lnTo>
                <a:lnTo>
                  <a:pt x="612363" y="11758"/>
                </a:lnTo>
                <a:lnTo>
                  <a:pt x="602187" y="11758"/>
                </a:lnTo>
                <a:moveTo>
                  <a:pt x="602187" y="82873"/>
                </a:moveTo>
                <a:lnTo>
                  <a:pt x="602187" y="22838"/>
                </a:lnTo>
                <a:lnTo>
                  <a:pt x="612363" y="22838"/>
                </a:lnTo>
                <a:lnTo>
                  <a:pt x="612363" y="82873"/>
                </a:lnTo>
                <a:lnTo>
                  <a:pt x="602187" y="82873"/>
                </a:lnTo>
                <a:close/>
                <a:moveTo>
                  <a:pt x="623785" y="64897"/>
                </a:moveTo>
                <a:lnTo>
                  <a:pt x="633848" y="63314"/>
                </a:lnTo>
                <a:cubicBezTo>
                  <a:pt x="634413" y="67329"/>
                  <a:pt x="635986" y="70405"/>
                  <a:pt x="638568" y="72544"/>
                </a:cubicBezTo>
                <a:cubicBezTo>
                  <a:pt x="641150" y="74682"/>
                  <a:pt x="644758" y="75751"/>
                  <a:pt x="649394" y="75751"/>
                </a:cubicBezTo>
                <a:cubicBezTo>
                  <a:pt x="654067" y="75751"/>
                  <a:pt x="657534" y="74807"/>
                  <a:pt x="659795" y="72919"/>
                </a:cubicBezTo>
                <a:cubicBezTo>
                  <a:pt x="662056" y="71030"/>
                  <a:pt x="663187" y="68814"/>
                  <a:pt x="663187" y="66273"/>
                </a:cubicBezTo>
                <a:cubicBezTo>
                  <a:pt x="663187" y="63992"/>
                  <a:pt x="662188" y="62197"/>
                  <a:pt x="660191" y="60888"/>
                </a:cubicBezTo>
                <a:cubicBezTo>
                  <a:pt x="658796" y="59991"/>
                  <a:pt x="655329" y="58850"/>
                  <a:pt x="649789" y="57467"/>
                </a:cubicBezTo>
                <a:cubicBezTo>
                  <a:pt x="642327" y="55581"/>
                  <a:pt x="637155" y="53950"/>
                  <a:pt x="634272" y="52573"/>
                </a:cubicBezTo>
                <a:cubicBezTo>
                  <a:pt x="631389" y="51196"/>
                  <a:pt x="629203" y="49291"/>
                  <a:pt x="627714" y="46858"/>
                </a:cubicBezTo>
                <a:cubicBezTo>
                  <a:pt x="626226" y="44425"/>
                  <a:pt x="625481" y="41738"/>
                  <a:pt x="625481" y="38796"/>
                </a:cubicBezTo>
                <a:cubicBezTo>
                  <a:pt x="625481" y="36118"/>
                  <a:pt x="626094" y="33637"/>
                  <a:pt x="627318" y="31355"/>
                </a:cubicBezTo>
                <a:cubicBezTo>
                  <a:pt x="628543" y="29072"/>
                  <a:pt x="630211" y="27177"/>
                  <a:pt x="632321" y="25668"/>
                </a:cubicBezTo>
                <a:cubicBezTo>
                  <a:pt x="633904" y="24499"/>
                  <a:pt x="636062" y="23509"/>
                  <a:pt x="638794" y="22699"/>
                </a:cubicBezTo>
                <a:cubicBezTo>
                  <a:pt x="641526" y="21887"/>
                  <a:pt x="644457" y="21481"/>
                  <a:pt x="647585" y="21481"/>
                </a:cubicBezTo>
                <a:cubicBezTo>
                  <a:pt x="652295" y="21481"/>
                  <a:pt x="656432" y="22165"/>
                  <a:pt x="659993" y="23531"/>
                </a:cubicBezTo>
                <a:cubicBezTo>
                  <a:pt x="663554" y="24896"/>
                  <a:pt x="666183" y="26745"/>
                  <a:pt x="667879" y="29080"/>
                </a:cubicBezTo>
                <a:cubicBezTo>
                  <a:pt x="669575" y="31413"/>
                  <a:pt x="670743" y="34533"/>
                  <a:pt x="671384" y="38441"/>
                </a:cubicBezTo>
                <a:lnTo>
                  <a:pt x="661435" y="39797"/>
                </a:lnTo>
                <a:cubicBezTo>
                  <a:pt x="660982" y="36707"/>
                  <a:pt x="659673" y="34295"/>
                  <a:pt x="657506" y="32561"/>
                </a:cubicBezTo>
                <a:cubicBezTo>
                  <a:pt x="655339" y="30828"/>
                  <a:pt x="652277" y="29961"/>
                  <a:pt x="648319" y="29961"/>
                </a:cubicBezTo>
                <a:cubicBezTo>
                  <a:pt x="643646" y="29961"/>
                  <a:pt x="640311" y="30730"/>
                  <a:pt x="638314" y="32268"/>
                </a:cubicBezTo>
                <a:cubicBezTo>
                  <a:pt x="636316" y="33805"/>
                  <a:pt x="635318" y="35605"/>
                  <a:pt x="635318" y="37669"/>
                </a:cubicBezTo>
                <a:cubicBezTo>
                  <a:pt x="635318" y="38981"/>
                  <a:pt x="635732" y="40162"/>
                  <a:pt x="636561" y="41212"/>
                </a:cubicBezTo>
                <a:cubicBezTo>
                  <a:pt x="637390" y="42299"/>
                  <a:pt x="638690" y="43199"/>
                  <a:pt x="640462" y="43912"/>
                </a:cubicBezTo>
                <a:cubicBezTo>
                  <a:pt x="641479" y="44287"/>
                  <a:pt x="644475" y="45150"/>
                  <a:pt x="649450" y="46500"/>
                </a:cubicBezTo>
                <a:cubicBezTo>
                  <a:pt x="656648" y="48421"/>
                  <a:pt x="661670" y="49993"/>
                  <a:pt x="664515" y="51216"/>
                </a:cubicBezTo>
                <a:cubicBezTo>
                  <a:pt x="667361" y="52440"/>
                  <a:pt x="669594" y="54220"/>
                  <a:pt x="671214" y="56555"/>
                </a:cubicBezTo>
                <a:cubicBezTo>
                  <a:pt x="672835" y="58889"/>
                  <a:pt x="673645" y="61788"/>
                  <a:pt x="673645" y="65252"/>
                </a:cubicBezTo>
                <a:cubicBezTo>
                  <a:pt x="673645" y="68641"/>
                  <a:pt x="672656" y="71833"/>
                  <a:pt x="670677" y="74827"/>
                </a:cubicBezTo>
                <a:cubicBezTo>
                  <a:pt x="668699" y="77819"/>
                  <a:pt x="665844" y="80135"/>
                  <a:pt x="662113" y="81773"/>
                </a:cubicBezTo>
                <a:cubicBezTo>
                  <a:pt x="658382" y="83411"/>
                  <a:pt x="654161" y="84230"/>
                  <a:pt x="649450" y="84230"/>
                </a:cubicBezTo>
                <a:cubicBezTo>
                  <a:pt x="641649" y="84230"/>
                  <a:pt x="635704" y="82605"/>
                  <a:pt x="631615" y="79354"/>
                </a:cubicBezTo>
                <a:cubicBezTo>
                  <a:pt x="627526" y="76104"/>
                  <a:pt x="624916" y="71285"/>
                  <a:pt x="623785" y="64897"/>
                </a:cubicBezTo>
                <a:close/>
                <a:moveTo>
                  <a:pt x="685517" y="82873"/>
                </a:moveTo>
                <a:lnTo>
                  <a:pt x="685517" y="0"/>
                </a:lnTo>
                <a:lnTo>
                  <a:pt x="695692" y="0"/>
                </a:lnTo>
                <a:lnTo>
                  <a:pt x="695692" y="82873"/>
                </a:lnTo>
                <a:lnTo>
                  <a:pt x="685517" y="82873"/>
                </a:lnTo>
                <a:close/>
                <a:moveTo>
                  <a:pt x="752565" y="63540"/>
                </a:moveTo>
                <a:lnTo>
                  <a:pt x="763080" y="64840"/>
                </a:lnTo>
                <a:cubicBezTo>
                  <a:pt x="761421" y="70983"/>
                  <a:pt x="758350" y="75751"/>
                  <a:pt x="753865" y="79142"/>
                </a:cubicBezTo>
                <a:cubicBezTo>
                  <a:pt x="749380" y="82534"/>
                  <a:pt x="743652" y="84230"/>
                  <a:pt x="736680" y="84230"/>
                </a:cubicBezTo>
                <a:cubicBezTo>
                  <a:pt x="727899" y="84230"/>
                  <a:pt x="720936" y="81526"/>
                  <a:pt x="715792" y="76118"/>
                </a:cubicBezTo>
                <a:cubicBezTo>
                  <a:pt x="710648" y="70710"/>
                  <a:pt x="708076" y="63125"/>
                  <a:pt x="708076" y="53365"/>
                </a:cubicBezTo>
                <a:cubicBezTo>
                  <a:pt x="708076" y="43264"/>
                  <a:pt x="710676" y="35426"/>
                  <a:pt x="715877" y="29848"/>
                </a:cubicBezTo>
                <a:cubicBezTo>
                  <a:pt x="721078" y="24270"/>
                  <a:pt x="727823" y="21481"/>
                  <a:pt x="736115" y="21481"/>
                </a:cubicBezTo>
                <a:cubicBezTo>
                  <a:pt x="744142" y="21481"/>
                  <a:pt x="750699" y="24210"/>
                  <a:pt x="755787" y="29666"/>
                </a:cubicBezTo>
                <a:cubicBezTo>
                  <a:pt x="760875" y="35121"/>
                  <a:pt x="763419" y="42796"/>
                  <a:pt x="763419" y="52692"/>
                </a:cubicBezTo>
                <a:cubicBezTo>
                  <a:pt x="763419" y="53293"/>
                  <a:pt x="763400" y="54196"/>
                  <a:pt x="763362" y="55400"/>
                </a:cubicBezTo>
                <a:lnTo>
                  <a:pt x="718590" y="55400"/>
                </a:lnTo>
                <a:cubicBezTo>
                  <a:pt x="718967" y="61976"/>
                  <a:pt x="720833" y="67012"/>
                  <a:pt x="724187" y="70507"/>
                </a:cubicBezTo>
                <a:cubicBezTo>
                  <a:pt x="727541" y="74003"/>
                  <a:pt x="731724" y="75751"/>
                  <a:pt x="736736" y="75751"/>
                </a:cubicBezTo>
                <a:cubicBezTo>
                  <a:pt x="740467" y="75751"/>
                  <a:pt x="743652" y="74780"/>
                  <a:pt x="746290" y="72839"/>
                </a:cubicBezTo>
                <a:cubicBezTo>
                  <a:pt x="748928" y="70897"/>
                  <a:pt x="751020" y="67797"/>
                  <a:pt x="752565" y="63540"/>
                </a:cubicBezTo>
                <a:moveTo>
                  <a:pt x="719156" y="46920"/>
                </a:moveTo>
                <a:lnTo>
                  <a:pt x="752678" y="46920"/>
                </a:lnTo>
                <a:cubicBezTo>
                  <a:pt x="752226" y="41953"/>
                  <a:pt x="750944" y="38227"/>
                  <a:pt x="748834" y="35743"/>
                </a:cubicBezTo>
                <a:cubicBezTo>
                  <a:pt x="745593" y="31888"/>
                  <a:pt x="741391" y="29961"/>
                  <a:pt x="736228" y="29961"/>
                </a:cubicBezTo>
                <a:cubicBezTo>
                  <a:pt x="731554" y="29961"/>
                  <a:pt x="727626" y="31500"/>
                  <a:pt x="724441" y="34577"/>
                </a:cubicBezTo>
                <a:cubicBezTo>
                  <a:pt x="721257" y="37653"/>
                  <a:pt x="719495" y="41768"/>
                  <a:pt x="719156" y="46920"/>
                </a:cubicBezTo>
                <a:close/>
                <a:moveTo>
                  <a:pt x="815037" y="75461"/>
                </a:moveTo>
                <a:cubicBezTo>
                  <a:pt x="811268" y="78667"/>
                  <a:pt x="807641" y="80930"/>
                  <a:pt x="804155" y="82250"/>
                </a:cubicBezTo>
                <a:cubicBezTo>
                  <a:pt x="800669" y="83570"/>
                  <a:pt x="796928" y="84230"/>
                  <a:pt x="792933" y="84230"/>
                </a:cubicBezTo>
                <a:cubicBezTo>
                  <a:pt x="786338" y="84230"/>
                  <a:pt x="781269" y="82618"/>
                  <a:pt x="777727" y="79393"/>
                </a:cubicBezTo>
                <a:cubicBezTo>
                  <a:pt x="774184" y="76169"/>
                  <a:pt x="772413" y="72048"/>
                  <a:pt x="772413" y="67033"/>
                </a:cubicBezTo>
                <a:cubicBezTo>
                  <a:pt x="772413" y="64092"/>
                  <a:pt x="773082" y="61405"/>
                  <a:pt x="774420" y="58973"/>
                </a:cubicBezTo>
                <a:cubicBezTo>
                  <a:pt x="775758" y="56540"/>
                  <a:pt x="777510" y="54588"/>
                  <a:pt x="779677" y="53117"/>
                </a:cubicBezTo>
                <a:cubicBezTo>
                  <a:pt x="781844" y="51646"/>
                  <a:pt x="784284" y="50534"/>
                  <a:pt x="786998" y="49780"/>
                </a:cubicBezTo>
                <a:cubicBezTo>
                  <a:pt x="788995" y="49251"/>
                  <a:pt x="792010" y="48742"/>
                  <a:pt x="796042" y="48252"/>
                </a:cubicBezTo>
                <a:cubicBezTo>
                  <a:pt x="804258" y="47279"/>
                  <a:pt x="810307" y="46119"/>
                  <a:pt x="814189" y="44772"/>
                </a:cubicBezTo>
                <a:cubicBezTo>
                  <a:pt x="814226" y="43383"/>
                  <a:pt x="814245" y="42501"/>
                  <a:pt x="814245" y="42126"/>
                </a:cubicBezTo>
                <a:cubicBezTo>
                  <a:pt x="814245" y="37995"/>
                  <a:pt x="813284" y="35086"/>
                  <a:pt x="811362" y="33397"/>
                </a:cubicBezTo>
                <a:cubicBezTo>
                  <a:pt x="808762" y="31106"/>
                  <a:pt x="804899" y="29961"/>
                  <a:pt x="799773" y="29961"/>
                </a:cubicBezTo>
                <a:cubicBezTo>
                  <a:pt x="794987" y="29961"/>
                  <a:pt x="791454" y="30800"/>
                  <a:pt x="789174" y="32477"/>
                </a:cubicBezTo>
                <a:cubicBezTo>
                  <a:pt x="786894" y="34154"/>
                  <a:pt x="785208" y="37122"/>
                  <a:pt x="784115" y="41380"/>
                </a:cubicBezTo>
                <a:lnTo>
                  <a:pt x="774165" y="40023"/>
                </a:lnTo>
                <a:cubicBezTo>
                  <a:pt x="775070" y="35752"/>
                  <a:pt x="776558" y="32302"/>
                  <a:pt x="778631" y="29675"/>
                </a:cubicBezTo>
                <a:cubicBezTo>
                  <a:pt x="780704" y="27047"/>
                  <a:pt x="783700" y="25025"/>
                  <a:pt x="787619" y="23608"/>
                </a:cubicBezTo>
                <a:cubicBezTo>
                  <a:pt x="791539" y="22190"/>
                  <a:pt x="796080" y="21481"/>
                  <a:pt x="801243" y="21481"/>
                </a:cubicBezTo>
                <a:cubicBezTo>
                  <a:pt x="806369" y="21481"/>
                  <a:pt x="810533" y="22084"/>
                  <a:pt x="813736" y="23290"/>
                </a:cubicBezTo>
                <a:cubicBezTo>
                  <a:pt x="816940" y="24496"/>
                  <a:pt x="819295" y="26013"/>
                  <a:pt x="820803" y="27841"/>
                </a:cubicBezTo>
                <a:cubicBezTo>
                  <a:pt x="822310" y="29669"/>
                  <a:pt x="823365" y="31977"/>
                  <a:pt x="823968" y="34766"/>
                </a:cubicBezTo>
                <a:cubicBezTo>
                  <a:pt x="824308" y="36500"/>
                  <a:pt x="824477" y="39628"/>
                  <a:pt x="824477" y="44150"/>
                </a:cubicBezTo>
                <a:lnTo>
                  <a:pt x="824477" y="57717"/>
                </a:lnTo>
                <a:cubicBezTo>
                  <a:pt x="824477" y="67177"/>
                  <a:pt x="824694" y="73160"/>
                  <a:pt x="825127" y="75666"/>
                </a:cubicBezTo>
                <a:cubicBezTo>
                  <a:pt x="825561" y="78172"/>
                  <a:pt x="826418" y="80574"/>
                  <a:pt x="827699" y="82873"/>
                </a:cubicBezTo>
                <a:lnTo>
                  <a:pt x="817072" y="82873"/>
                </a:lnTo>
                <a:cubicBezTo>
                  <a:pt x="816016" y="80761"/>
                  <a:pt x="815338" y="78290"/>
                  <a:pt x="815037" y="75461"/>
                </a:cubicBezTo>
                <a:moveTo>
                  <a:pt x="814189" y="52686"/>
                </a:moveTo>
                <a:cubicBezTo>
                  <a:pt x="810495" y="54207"/>
                  <a:pt x="804955" y="55499"/>
                  <a:pt x="797569" y="56562"/>
                </a:cubicBezTo>
                <a:cubicBezTo>
                  <a:pt x="793386" y="57167"/>
                  <a:pt x="790427" y="57849"/>
                  <a:pt x="788694" y="58606"/>
                </a:cubicBezTo>
                <a:cubicBezTo>
                  <a:pt x="786960" y="59362"/>
                  <a:pt x="785622" y="60469"/>
                  <a:pt x="784680" y="61927"/>
                </a:cubicBezTo>
                <a:cubicBezTo>
                  <a:pt x="783738" y="63384"/>
                  <a:pt x="783267" y="65002"/>
                  <a:pt x="783267" y="66780"/>
                </a:cubicBezTo>
                <a:cubicBezTo>
                  <a:pt x="783267" y="69504"/>
                  <a:pt x="784294" y="71775"/>
                  <a:pt x="786348" y="73592"/>
                </a:cubicBezTo>
                <a:cubicBezTo>
                  <a:pt x="788401" y="75408"/>
                  <a:pt x="791407" y="76316"/>
                  <a:pt x="795364" y="76316"/>
                </a:cubicBezTo>
                <a:cubicBezTo>
                  <a:pt x="799284" y="76316"/>
                  <a:pt x="802770" y="75454"/>
                  <a:pt x="805822" y="73731"/>
                </a:cubicBezTo>
                <a:cubicBezTo>
                  <a:pt x="808875" y="72008"/>
                  <a:pt x="811117" y="69651"/>
                  <a:pt x="812549" y="66660"/>
                </a:cubicBezTo>
                <a:cubicBezTo>
                  <a:pt x="813642" y="64349"/>
                  <a:pt x="814189" y="60941"/>
                  <a:pt x="814189" y="56435"/>
                </a:cubicBezTo>
                <a:lnTo>
                  <a:pt x="814189" y="52686"/>
                </a:lnTo>
                <a:close/>
                <a:moveTo>
                  <a:pt x="879204" y="82873"/>
                </a:moveTo>
                <a:lnTo>
                  <a:pt x="879204" y="75298"/>
                </a:lnTo>
                <a:cubicBezTo>
                  <a:pt x="875398" y="81253"/>
                  <a:pt x="869801" y="84230"/>
                  <a:pt x="862415" y="84230"/>
                </a:cubicBezTo>
                <a:cubicBezTo>
                  <a:pt x="857628" y="84230"/>
                  <a:pt x="853228" y="82911"/>
                  <a:pt x="849215" y="80273"/>
                </a:cubicBezTo>
                <a:cubicBezTo>
                  <a:pt x="845201" y="77635"/>
                  <a:pt x="842092" y="73951"/>
                  <a:pt x="839887" y="69221"/>
                </a:cubicBezTo>
                <a:cubicBezTo>
                  <a:pt x="837683" y="64492"/>
                  <a:pt x="836580" y="59055"/>
                  <a:pt x="836580" y="52912"/>
                </a:cubicBezTo>
                <a:cubicBezTo>
                  <a:pt x="836580" y="46920"/>
                  <a:pt x="837579" y="41484"/>
                  <a:pt x="839576" y="36603"/>
                </a:cubicBezTo>
                <a:cubicBezTo>
                  <a:pt x="841574" y="31723"/>
                  <a:pt x="844570" y="27982"/>
                  <a:pt x="848565" y="25382"/>
                </a:cubicBezTo>
                <a:cubicBezTo>
                  <a:pt x="852559" y="22782"/>
                  <a:pt x="857025" y="21481"/>
                  <a:pt x="861962" y="21481"/>
                </a:cubicBezTo>
                <a:cubicBezTo>
                  <a:pt x="865580" y="21481"/>
                  <a:pt x="868802" y="22245"/>
                  <a:pt x="871629" y="23771"/>
                </a:cubicBezTo>
                <a:cubicBezTo>
                  <a:pt x="874455" y="25297"/>
                  <a:pt x="876754" y="27285"/>
                  <a:pt x="878526" y="29735"/>
                </a:cubicBezTo>
                <a:lnTo>
                  <a:pt x="878526" y="0"/>
                </a:lnTo>
                <a:lnTo>
                  <a:pt x="888645" y="0"/>
                </a:lnTo>
                <a:lnTo>
                  <a:pt x="888645" y="82873"/>
                </a:lnTo>
                <a:lnTo>
                  <a:pt x="879204" y="82873"/>
                </a:lnTo>
                <a:moveTo>
                  <a:pt x="847038" y="52884"/>
                </a:moveTo>
                <a:cubicBezTo>
                  <a:pt x="847038" y="60544"/>
                  <a:pt x="848659" y="66270"/>
                  <a:pt x="851900" y="70062"/>
                </a:cubicBezTo>
                <a:cubicBezTo>
                  <a:pt x="855141" y="73854"/>
                  <a:pt x="858966" y="75751"/>
                  <a:pt x="863376" y="75751"/>
                </a:cubicBezTo>
                <a:cubicBezTo>
                  <a:pt x="867823" y="75751"/>
                  <a:pt x="871601" y="73939"/>
                  <a:pt x="874710" y="70317"/>
                </a:cubicBezTo>
                <a:cubicBezTo>
                  <a:pt x="877819" y="66693"/>
                  <a:pt x="879374" y="61163"/>
                  <a:pt x="879374" y="53728"/>
                </a:cubicBezTo>
                <a:cubicBezTo>
                  <a:pt x="879374" y="45543"/>
                  <a:pt x="877791" y="39536"/>
                  <a:pt x="874625" y="35706"/>
                </a:cubicBezTo>
                <a:cubicBezTo>
                  <a:pt x="871459" y="31876"/>
                  <a:pt x="867559" y="29961"/>
                  <a:pt x="862923" y="29961"/>
                </a:cubicBezTo>
                <a:cubicBezTo>
                  <a:pt x="858401" y="29961"/>
                  <a:pt x="854623" y="31801"/>
                  <a:pt x="851589" y="35482"/>
                </a:cubicBezTo>
                <a:cubicBezTo>
                  <a:pt x="848555" y="39161"/>
                  <a:pt x="847038" y="44962"/>
                  <a:pt x="847038" y="52884"/>
                </a:cubicBezTo>
                <a:close/>
                <a:moveTo>
                  <a:pt x="904705" y="11758"/>
                </a:moveTo>
                <a:lnTo>
                  <a:pt x="904705" y="0"/>
                </a:lnTo>
                <a:lnTo>
                  <a:pt x="914880" y="0"/>
                </a:lnTo>
                <a:lnTo>
                  <a:pt x="914880" y="11758"/>
                </a:lnTo>
                <a:lnTo>
                  <a:pt x="904705" y="11758"/>
                </a:lnTo>
                <a:moveTo>
                  <a:pt x="904705" y="82873"/>
                </a:moveTo>
                <a:lnTo>
                  <a:pt x="904705" y="22838"/>
                </a:lnTo>
                <a:lnTo>
                  <a:pt x="914880" y="22838"/>
                </a:lnTo>
                <a:lnTo>
                  <a:pt x="914880" y="82873"/>
                </a:lnTo>
                <a:lnTo>
                  <a:pt x="904705" y="82873"/>
                </a:lnTo>
                <a:close/>
                <a:moveTo>
                  <a:pt x="930373" y="82873"/>
                </a:moveTo>
                <a:lnTo>
                  <a:pt x="930373" y="22838"/>
                </a:lnTo>
                <a:lnTo>
                  <a:pt x="939531" y="22838"/>
                </a:lnTo>
                <a:lnTo>
                  <a:pt x="939531" y="31318"/>
                </a:lnTo>
                <a:cubicBezTo>
                  <a:pt x="943941" y="24760"/>
                  <a:pt x="950310" y="21481"/>
                  <a:pt x="958638" y="21481"/>
                </a:cubicBezTo>
                <a:cubicBezTo>
                  <a:pt x="962256" y="21481"/>
                  <a:pt x="965582" y="22132"/>
                  <a:pt x="968616" y="23432"/>
                </a:cubicBezTo>
                <a:cubicBezTo>
                  <a:pt x="971650" y="24732"/>
                  <a:pt x="973920" y="26437"/>
                  <a:pt x="975428" y="28548"/>
                </a:cubicBezTo>
                <a:cubicBezTo>
                  <a:pt x="976935" y="30658"/>
                  <a:pt x="977991" y="33164"/>
                  <a:pt x="978594" y="36066"/>
                </a:cubicBezTo>
                <a:cubicBezTo>
                  <a:pt x="978971" y="37951"/>
                  <a:pt x="979159" y="41248"/>
                  <a:pt x="979159" y="45959"/>
                </a:cubicBezTo>
                <a:lnTo>
                  <a:pt x="979159" y="82873"/>
                </a:lnTo>
                <a:lnTo>
                  <a:pt x="968984" y="82873"/>
                </a:lnTo>
                <a:lnTo>
                  <a:pt x="968984" y="46316"/>
                </a:lnTo>
                <a:cubicBezTo>
                  <a:pt x="968984" y="42166"/>
                  <a:pt x="968588" y="39062"/>
                  <a:pt x="967796" y="37006"/>
                </a:cubicBezTo>
                <a:cubicBezTo>
                  <a:pt x="967005" y="34950"/>
                  <a:pt x="965601" y="33309"/>
                  <a:pt x="963585" y="32083"/>
                </a:cubicBezTo>
                <a:cubicBezTo>
                  <a:pt x="961569" y="30857"/>
                  <a:pt x="959204" y="30244"/>
                  <a:pt x="956490" y="30244"/>
                </a:cubicBezTo>
                <a:cubicBezTo>
                  <a:pt x="952156" y="30244"/>
                  <a:pt x="948416" y="31621"/>
                  <a:pt x="945269" y="34376"/>
                </a:cubicBezTo>
                <a:cubicBezTo>
                  <a:pt x="942122" y="37129"/>
                  <a:pt x="940549" y="42354"/>
                  <a:pt x="940549" y="50050"/>
                </a:cubicBezTo>
                <a:lnTo>
                  <a:pt x="940549" y="82873"/>
                </a:lnTo>
                <a:lnTo>
                  <a:pt x="930373" y="82873"/>
                </a:lnTo>
                <a:close/>
                <a:moveTo>
                  <a:pt x="992901" y="87848"/>
                </a:moveTo>
                <a:lnTo>
                  <a:pt x="1002794" y="89318"/>
                </a:lnTo>
                <a:cubicBezTo>
                  <a:pt x="1003208" y="92370"/>
                  <a:pt x="1004358" y="94594"/>
                  <a:pt x="1006242" y="95988"/>
                </a:cubicBezTo>
                <a:cubicBezTo>
                  <a:pt x="1008767" y="97873"/>
                  <a:pt x="1012216" y="98815"/>
                  <a:pt x="1016587" y="98815"/>
                </a:cubicBezTo>
                <a:cubicBezTo>
                  <a:pt x="1021298" y="98815"/>
                  <a:pt x="1024935" y="97870"/>
                  <a:pt x="1027498" y="95981"/>
                </a:cubicBezTo>
                <a:cubicBezTo>
                  <a:pt x="1030060" y="94093"/>
                  <a:pt x="1031794" y="91449"/>
                  <a:pt x="1032698" y="88049"/>
                </a:cubicBezTo>
                <a:cubicBezTo>
                  <a:pt x="1033226" y="85973"/>
                  <a:pt x="1033471" y="81611"/>
                  <a:pt x="1033433" y="74963"/>
                </a:cubicBezTo>
                <a:cubicBezTo>
                  <a:pt x="1028986" y="80236"/>
                  <a:pt x="1023446" y="82873"/>
                  <a:pt x="1016813" y="82873"/>
                </a:cubicBezTo>
                <a:cubicBezTo>
                  <a:pt x="1008560" y="82873"/>
                  <a:pt x="1002172" y="79896"/>
                  <a:pt x="997650" y="73942"/>
                </a:cubicBezTo>
                <a:cubicBezTo>
                  <a:pt x="993127" y="67987"/>
                  <a:pt x="990866" y="60845"/>
                  <a:pt x="990866" y="52517"/>
                </a:cubicBezTo>
                <a:cubicBezTo>
                  <a:pt x="990866" y="46788"/>
                  <a:pt x="991902" y="41503"/>
                  <a:pt x="993975" y="36660"/>
                </a:cubicBezTo>
                <a:cubicBezTo>
                  <a:pt x="996048" y="31817"/>
                  <a:pt x="999053" y="28077"/>
                  <a:pt x="1002992" y="25439"/>
                </a:cubicBezTo>
                <a:cubicBezTo>
                  <a:pt x="1006930" y="22801"/>
                  <a:pt x="1011556" y="21481"/>
                  <a:pt x="1016870" y="21481"/>
                </a:cubicBezTo>
                <a:cubicBezTo>
                  <a:pt x="1023955" y="21481"/>
                  <a:pt x="1029796" y="24365"/>
                  <a:pt x="1034394" y="30131"/>
                </a:cubicBezTo>
                <a:lnTo>
                  <a:pt x="1034394" y="22838"/>
                </a:lnTo>
                <a:lnTo>
                  <a:pt x="1043778" y="22838"/>
                </a:lnTo>
                <a:lnTo>
                  <a:pt x="1043778" y="74768"/>
                </a:lnTo>
                <a:cubicBezTo>
                  <a:pt x="1043778" y="84121"/>
                  <a:pt x="1042827" y="90748"/>
                  <a:pt x="1040923" y="94651"/>
                </a:cubicBezTo>
                <a:cubicBezTo>
                  <a:pt x="1039020" y="98554"/>
                  <a:pt x="1036005" y="101637"/>
                  <a:pt x="1031879" y="103899"/>
                </a:cubicBezTo>
                <a:cubicBezTo>
                  <a:pt x="1027752" y="106163"/>
                  <a:pt x="1022674" y="107294"/>
                  <a:pt x="1016644" y="107294"/>
                </a:cubicBezTo>
                <a:cubicBezTo>
                  <a:pt x="1009483" y="107294"/>
                  <a:pt x="1003698" y="105679"/>
                  <a:pt x="999289" y="102447"/>
                </a:cubicBezTo>
                <a:cubicBezTo>
                  <a:pt x="994880" y="99215"/>
                  <a:pt x="992750" y="94349"/>
                  <a:pt x="992901" y="87848"/>
                </a:cubicBezTo>
                <a:moveTo>
                  <a:pt x="1001324" y="51783"/>
                </a:moveTo>
                <a:cubicBezTo>
                  <a:pt x="1001324" y="59640"/>
                  <a:pt x="1002888" y="65373"/>
                  <a:pt x="1006016" y="68981"/>
                </a:cubicBezTo>
                <a:cubicBezTo>
                  <a:pt x="1009144" y="72590"/>
                  <a:pt x="1013063" y="74394"/>
                  <a:pt x="1017774" y="74394"/>
                </a:cubicBezTo>
                <a:cubicBezTo>
                  <a:pt x="1022448" y="74394"/>
                  <a:pt x="1026367" y="72599"/>
                  <a:pt x="1029533" y="69009"/>
                </a:cubicBezTo>
                <a:cubicBezTo>
                  <a:pt x="1032698" y="65420"/>
                  <a:pt x="1034281" y="59790"/>
                  <a:pt x="1034281" y="52121"/>
                </a:cubicBezTo>
                <a:cubicBezTo>
                  <a:pt x="1034281" y="44791"/>
                  <a:pt x="1032651" y="39265"/>
                  <a:pt x="1029391" y="35543"/>
                </a:cubicBezTo>
                <a:cubicBezTo>
                  <a:pt x="1026131" y="31822"/>
                  <a:pt x="1022203" y="29961"/>
                  <a:pt x="1017605" y="29961"/>
                </a:cubicBezTo>
                <a:cubicBezTo>
                  <a:pt x="1013082" y="29961"/>
                  <a:pt x="1009238" y="31794"/>
                  <a:pt x="1006073" y="35459"/>
                </a:cubicBezTo>
                <a:cubicBezTo>
                  <a:pt x="1002907" y="39124"/>
                  <a:pt x="1001324" y="44565"/>
                  <a:pt x="1001324" y="51783"/>
                </a:cubicBezTo>
                <a:close/>
                <a:moveTo>
                  <a:pt x="1062043" y="82873"/>
                </a:moveTo>
                <a:lnTo>
                  <a:pt x="1062043" y="71228"/>
                </a:lnTo>
                <a:lnTo>
                  <a:pt x="1073632" y="71228"/>
                </a:lnTo>
                <a:lnTo>
                  <a:pt x="1073632" y="82873"/>
                </a:lnTo>
                <a:lnTo>
                  <a:pt x="1062043" y="82873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922189-E6C5-457E-975D-D2082161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675" y="6871424"/>
            <a:ext cx="1629770" cy="607072"/>
          </a:xfrm>
          <a:custGeom xmlns:a="http://schemas.openxmlformats.org/drawingml/2006/main">
            <a:pathLst>
              <a:path w="1629770" h="607072">
                <a:moveTo>
                  <a:pt x="1629770" y="81736"/>
                </a:moveTo>
                <a:lnTo>
                  <a:pt x="1629770" y="525336"/>
                </a:lnTo>
                <a:cubicBezTo>
                  <a:pt x="1629770" y="570447"/>
                  <a:pt x="1593146" y="607072"/>
                  <a:pt x="1548033" y="607072"/>
                </a:cubicBezTo>
                <a:lnTo>
                  <a:pt x="81736" y="607072"/>
                </a:lnTo>
                <a:cubicBezTo>
                  <a:pt x="36623" y="607072"/>
                  <a:pt x="0" y="570447"/>
                  <a:pt x="0" y="525336"/>
                </a:cubicBezTo>
                <a:lnTo>
                  <a:pt x="0" y="81736"/>
                </a:lnTo>
                <a:cubicBezTo>
                  <a:pt x="0" y="36625"/>
                  <a:pt x="36623" y="0"/>
                  <a:pt x="81736" y="0"/>
                </a:cubicBezTo>
                <a:lnTo>
                  <a:pt x="1548033" y="0"/>
                </a:lnTo>
                <a:cubicBezTo>
                  <a:pt x="1593146" y="0"/>
                  <a:pt x="1629770" y="36625"/>
                  <a:pt x="1629770" y="81736"/>
                </a:cubicBezTo>
                <a:close/>
              </a:path>
            </a:pathLst>
          </a:custGeom>
          <a:solidFill xmlns:a="http://schemas.openxmlformats.org/drawingml/2006/main">
            <a:srgbClr val="09C479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�Pristine">
            <a:extLst xmlns:a="http://schemas.openxmlformats.org/drawingml/2006/main">
              <a:ext uri="{FF2B5EF4-FFF2-40B4-BE49-F238E27FC236}">
                <a16:creationId xmlns:a16="http://schemas.microsoft.com/office/drawing/2014/main" id="{826A4ECB-1924-41C8-B253-943F5453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093" y="6927441"/>
            <a:ext cx="934016" cy="173661"/>
          </a:xfrm>
          <a:custGeom xmlns:a="http://schemas.openxmlformats.org/drawingml/2006/main">
            <a:pathLst>
              <a:path w="934016" h="173661">
                <a:moveTo>
                  <a:pt x="90699" y="173661"/>
                </a:moveTo>
                <a:cubicBezTo>
                  <a:pt x="121700" y="173661"/>
                  <a:pt x="150395" y="157110"/>
                  <a:pt x="165929" y="130246"/>
                </a:cubicBezTo>
                <a:cubicBezTo>
                  <a:pt x="181396" y="103384"/>
                  <a:pt x="181396" y="70279"/>
                  <a:pt x="165929" y="43415"/>
                </a:cubicBezTo>
                <a:cubicBezTo>
                  <a:pt x="150395" y="16554"/>
                  <a:pt x="121700" y="0"/>
                  <a:pt x="90699" y="0"/>
                </a:cubicBezTo>
                <a:cubicBezTo>
                  <a:pt x="59696" y="0"/>
                  <a:pt x="31003" y="16554"/>
                  <a:pt x="15467" y="43415"/>
                </a:cubicBezTo>
                <a:cubicBezTo>
                  <a:pt x="0" y="70279"/>
                  <a:pt x="0" y="103384"/>
                  <a:pt x="15467" y="130246"/>
                </a:cubicBezTo>
                <a:cubicBezTo>
                  <a:pt x="31003" y="157110"/>
                  <a:pt x="59696" y="173661"/>
                  <a:pt x="90699" y="173661"/>
                </a:cubicBezTo>
                <a:moveTo>
                  <a:pt x="129027" y="70889"/>
                </a:moveTo>
                <a:lnTo>
                  <a:pt x="85612" y="114304"/>
                </a:lnTo>
                <a:cubicBezTo>
                  <a:pt x="82421" y="117495"/>
                  <a:pt x="77267" y="117495"/>
                  <a:pt x="74146" y="114304"/>
                </a:cubicBezTo>
                <a:lnTo>
                  <a:pt x="52438" y="92597"/>
                </a:lnTo>
                <a:cubicBezTo>
                  <a:pt x="49250" y="89409"/>
                  <a:pt x="49250" y="84255"/>
                  <a:pt x="52438" y="81133"/>
                </a:cubicBezTo>
                <a:cubicBezTo>
                  <a:pt x="55626" y="77946"/>
                  <a:pt x="60782" y="77946"/>
                  <a:pt x="63904" y="81133"/>
                </a:cubicBezTo>
                <a:lnTo>
                  <a:pt x="79845" y="97075"/>
                </a:lnTo>
                <a:lnTo>
                  <a:pt x="117495" y="59359"/>
                </a:lnTo>
                <a:cubicBezTo>
                  <a:pt x="120682" y="56169"/>
                  <a:pt x="125836" y="56169"/>
                  <a:pt x="128958" y="59359"/>
                </a:cubicBezTo>
                <a:cubicBezTo>
                  <a:pt x="132146" y="62547"/>
                  <a:pt x="132146" y="67701"/>
                  <a:pt x="128958" y="70823"/>
                </a:cubicBezTo>
                <a:lnTo>
                  <a:pt x="129027" y="70889"/>
                </a:lnTo>
                <a:close/>
                <a:moveTo>
                  <a:pt x="219023" y="27643"/>
                </a:moveTo>
                <a:lnTo>
                  <a:pt x="282874" y="27643"/>
                </a:lnTo>
                <a:cubicBezTo>
                  <a:pt x="296780" y="27643"/>
                  <a:pt x="307196" y="30950"/>
                  <a:pt x="314121" y="37564"/>
                </a:cubicBezTo>
                <a:cubicBezTo>
                  <a:pt x="321046" y="44178"/>
                  <a:pt x="324508" y="53591"/>
                  <a:pt x="324508" y="65801"/>
                </a:cubicBezTo>
                <a:cubicBezTo>
                  <a:pt x="324508" y="78351"/>
                  <a:pt x="320735" y="88159"/>
                  <a:pt x="313188" y="95225"/>
                </a:cubicBezTo>
                <a:cubicBezTo>
                  <a:pt x="305641" y="102292"/>
                  <a:pt x="294123" y="105825"/>
                  <a:pt x="278634" y="105825"/>
                </a:cubicBezTo>
                <a:lnTo>
                  <a:pt x="257605" y="105825"/>
                </a:lnTo>
                <a:lnTo>
                  <a:pt x="257605" y="151953"/>
                </a:lnTo>
                <a:lnTo>
                  <a:pt x="219023" y="151953"/>
                </a:lnTo>
                <a:lnTo>
                  <a:pt x="219023" y="27643"/>
                </a:lnTo>
                <a:moveTo>
                  <a:pt x="257605" y="80556"/>
                </a:moveTo>
                <a:lnTo>
                  <a:pt x="267017" y="80556"/>
                </a:lnTo>
                <a:cubicBezTo>
                  <a:pt x="274423" y="80556"/>
                  <a:pt x="279623" y="79274"/>
                  <a:pt x="282620" y="76711"/>
                </a:cubicBezTo>
                <a:cubicBezTo>
                  <a:pt x="285616" y="74146"/>
                  <a:pt x="287114" y="70862"/>
                  <a:pt x="287114" y="66861"/>
                </a:cubicBezTo>
                <a:cubicBezTo>
                  <a:pt x="287114" y="62973"/>
                  <a:pt x="285813" y="59677"/>
                  <a:pt x="283213" y="56972"/>
                </a:cubicBezTo>
                <a:cubicBezTo>
                  <a:pt x="280613" y="54266"/>
                  <a:pt x="275723" y="52912"/>
                  <a:pt x="268543" y="52912"/>
                </a:cubicBezTo>
                <a:lnTo>
                  <a:pt x="257605" y="52912"/>
                </a:lnTo>
                <a:lnTo>
                  <a:pt x="257605" y="80556"/>
                </a:lnTo>
                <a:close/>
                <a:moveTo>
                  <a:pt x="342660" y="61901"/>
                </a:moveTo>
                <a:lnTo>
                  <a:pt x="374967" y="61901"/>
                </a:lnTo>
                <a:lnTo>
                  <a:pt x="374967" y="76655"/>
                </a:lnTo>
                <a:cubicBezTo>
                  <a:pt x="378076" y="70267"/>
                  <a:pt x="381285" y="65872"/>
                  <a:pt x="384592" y="63469"/>
                </a:cubicBezTo>
                <a:cubicBezTo>
                  <a:pt x="387899" y="61067"/>
                  <a:pt x="391983" y="59866"/>
                  <a:pt x="396844" y="59866"/>
                </a:cubicBezTo>
                <a:cubicBezTo>
                  <a:pt x="401932" y="59866"/>
                  <a:pt x="407500" y="61448"/>
                  <a:pt x="413549" y="64614"/>
                </a:cubicBezTo>
                <a:lnTo>
                  <a:pt x="402865" y="89205"/>
                </a:lnTo>
                <a:cubicBezTo>
                  <a:pt x="398795" y="87509"/>
                  <a:pt x="395573" y="86661"/>
                  <a:pt x="393198" y="86661"/>
                </a:cubicBezTo>
                <a:cubicBezTo>
                  <a:pt x="388676" y="86661"/>
                  <a:pt x="385171" y="88526"/>
                  <a:pt x="382684" y="92257"/>
                </a:cubicBezTo>
                <a:cubicBezTo>
                  <a:pt x="379122" y="97515"/>
                  <a:pt x="377342" y="107351"/>
                  <a:pt x="377342" y="121766"/>
                </a:cubicBezTo>
                <a:lnTo>
                  <a:pt x="377342" y="151953"/>
                </a:lnTo>
                <a:lnTo>
                  <a:pt x="342660" y="151953"/>
                </a:lnTo>
                <a:lnTo>
                  <a:pt x="342660" y="61901"/>
                </a:lnTo>
                <a:close/>
                <a:moveTo>
                  <a:pt x="420663" y="27643"/>
                </a:moveTo>
                <a:lnTo>
                  <a:pt x="455175" y="27643"/>
                </a:lnTo>
                <a:lnTo>
                  <a:pt x="455175" y="51047"/>
                </a:lnTo>
                <a:lnTo>
                  <a:pt x="420663" y="51047"/>
                </a:lnTo>
                <a:lnTo>
                  <a:pt x="420663" y="27643"/>
                </a:lnTo>
                <a:moveTo>
                  <a:pt x="420663" y="61901"/>
                </a:moveTo>
                <a:lnTo>
                  <a:pt x="455175" y="61901"/>
                </a:lnTo>
                <a:lnTo>
                  <a:pt x="455175" y="151953"/>
                </a:lnTo>
                <a:lnTo>
                  <a:pt x="420663" y="151953"/>
                </a:lnTo>
                <a:lnTo>
                  <a:pt x="420663" y="61901"/>
                </a:lnTo>
                <a:close/>
                <a:moveTo>
                  <a:pt x="471133" y="126854"/>
                </a:moveTo>
                <a:lnTo>
                  <a:pt x="505391" y="123632"/>
                </a:lnTo>
                <a:cubicBezTo>
                  <a:pt x="506804" y="127702"/>
                  <a:pt x="508782" y="130613"/>
                  <a:pt x="511326" y="132366"/>
                </a:cubicBezTo>
                <a:cubicBezTo>
                  <a:pt x="513870" y="134118"/>
                  <a:pt x="517262" y="134994"/>
                  <a:pt x="521502" y="134994"/>
                </a:cubicBezTo>
                <a:cubicBezTo>
                  <a:pt x="526137" y="134994"/>
                  <a:pt x="529727" y="134009"/>
                  <a:pt x="532271" y="132040"/>
                </a:cubicBezTo>
                <a:cubicBezTo>
                  <a:pt x="534249" y="130577"/>
                  <a:pt x="535239" y="128748"/>
                  <a:pt x="535239" y="126552"/>
                </a:cubicBezTo>
                <a:cubicBezTo>
                  <a:pt x="535239" y="124075"/>
                  <a:pt x="533938" y="122162"/>
                  <a:pt x="531338" y="120812"/>
                </a:cubicBezTo>
                <a:cubicBezTo>
                  <a:pt x="529472" y="119855"/>
                  <a:pt x="524526" y="118673"/>
                  <a:pt x="516499" y="117267"/>
                </a:cubicBezTo>
                <a:cubicBezTo>
                  <a:pt x="504514" y="115184"/>
                  <a:pt x="496190" y="113254"/>
                  <a:pt x="491527" y="111477"/>
                </a:cubicBezTo>
                <a:cubicBezTo>
                  <a:pt x="486863" y="109698"/>
                  <a:pt x="482934" y="106692"/>
                  <a:pt x="479740" y="102459"/>
                </a:cubicBezTo>
                <a:cubicBezTo>
                  <a:pt x="476546" y="98225"/>
                  <a:pt x="474949" y="93398"/>
                  <a:pt x="474949" y="87978"/>
                </a:cubicBezTo>
                <a:cubicBezTo>
                  <a:pt x="474949" y="82051"/>
                  <a:pt x="476673" y="76943"/>
                  <a:pt x="480122" y="72654"/>
                </a:cubicBezTo>
                <a:cubicBezTo>
                  <a:pt x="483570" y="68363"/>
                  <a:pt x="488318" y="65159"/>
                  <a:pt x="494367" y="63043"/>
                </a:cubicBezTo>
                <a:cubicBezTo>
                  <a:pt x="500416" y="60925"/>
                  <a:pt x="508528" y="59866"/>
                  <a:pt x="518703" y="59866"/>
                </a:cubicBezTo>
                <a:cubicBezTo>
                  <a:pt x="529444" y="59866"/>
                  <a:pt x="537373" y="60685"/>
                  <a:pt x="542489" y="62325"/>
                </a:cubicBezTo>
                <a:cubicBezTo>
                  <a:pt x="547605" y="63964"/>
                  <a:pt x="551873" y="66508"/>
                  <a:pt x="555293" y="69956"/>
                </a:cubicBezTo>
                <a:cubicBezTo>
                  <a:pt x="558713" y="73405"/>
                  <a:pt x="561553" y="78068"/>
                  <a:pt x="563815" y="83947"/>
                </a:cubicBezTo>
                <a:lnTo>
                  <a:pt x="531084" y="87170"/>
                </a:lnTo>
                <a:cubicBezTo>
                  <a:pt x="530236" y="84313"/>
                  <a:pt x="528822" y="82213"/>
                  <a:pt x="526844" y="80868"/>
                </a:cubicBezTo>
                <a:cubicBezTo>
                  <a:pt x="524130" y="79077"/>
                  <a:pt x="520852" y="78181"/>
                  <a:pt x="517008" y="78181"/>
                </a:cubicBezTo>
                <a:cubicBezTo>
                  <a:pt x="513107" y="78181"/>
                  <a:pt x="510266" y="78871"/>
                  <a:pt x="508486" y="80251"/>
                </a:cubicBezTo>
                <a:cubicBezTo>
                  <a:pt x="506705" y="81629"/>
                  <a:pt x="505815" y="83303"/>
                  <a:pt x="505815" y="85272"/>
                </a:cubicBezTo>
                <a:cubicBezTo>
                  <a:pt x="505815" y="87468"/>
                  <a:pt x="506945" y="89129"/>
                  <a:pt x="509206" y="90254"/>
                </a:cubicBezTo>
                <a:cubicBezTo>
                  <a:pt x="511468" y="91379"/>
                  <a:pt x="516386" y="92393"/>
                  <a:pt x="523961" y="93293"/>
                </a:cubicBezTo>
                <a:cubicBezTo>
                  <a:pt x="535436" y="94587"/>
                  <a:pt x="543972" y="96390"/>
                  <a:pt x="549569" y="98704"/>
                </a:cubicBezTo>
                <a:cubicBezTo>
                  <a:pt x="555165" y="101019"/>
                  <a:pt x="559448" y="104320"/>
                  <a:pt x="562415" y="108610"/>
                </a:cubicBezTo>
                <a:cubicBezTo>
                  <a:pt x="565383" y="112899"/>
                  <a:pt x="566867" y="117612"/>
                  <a:pt x="566867" y="122749"/>
                </a:cubicBezTo>
                <a:cubicBezTo>
                  <a:pt x="566867" y="127941"/>
                  <a:pt x="565299" y="132993"/>
                  <a:pt x="562161" y="137904"/>
                </a:cubicBezTo>
                <a:cubicBezTo>
                  <a:pt x="559024" y="142813"/>
                  <a:pt x="554077" y="146722"/>
                  <a:pt x="547322" y="149629"/>
                </a:cubicBezTo>
                <a:cubicBezTo>
                  <a:pt x="540567" y="152535"/>
                  <a:pt x="531366" y="153988"/>
                  <a:pt x="519721" y="153988"/>
                </a:cubicBezTo>
                <a:cubicBezTo>
                  <a:pt x="503271" y="153988"/>
                  <a:pt x="491555" y="151635"/>
                  <a:pt x="484573" y="146929"/>
                </a:cubicBezTo>
                <a:cubicBezTo>
                  <a:pt x="477592" y="142221"/>
                  <a:pt x="473112" y="135530"/>
                  <a:pt x="471133" y="126854"/>
                </a:cubicBezTo>
                <a:close/>
                <a:moveTo>
                  <a:pt x="624945" y="27643"/>
                </a:moveTo>
                <a:lnTo>
                  <a:pt x="624945" y="61901"/>
                </a:lnTo>
                <a:lnTo>
                  <a:pt x="643939" y="61901"/>
                </a:lnTo>
                <a:lnTo>
                  <a:pt x="643939" y="87170"/>
                </a:lnTo>
                <a:lnTo>
                  <a:pt x="624945" y="87170"/>
                </a:lnTo>
                <a:lnTo>
                  <a:pt x="624945" y="119074"/>
                </a:lnTo>
                <a:cubicBezTo>
                  <a:pt x="624945" y="122911"/>
                  <a:pt x="625312" y="125449"/>
                  <a:pt x="626047" y="126690"/>
                </a:cubicBezTo>
                <a:cubicBezTo>
                  <a:pt x="627178" y="128608"/>
                  <a:pt x="629156" y="129567"/>
                  <a:pt x="631983" y="129567"/>
                </a:cubicBezTo>
                <a:cubicBezTo>
                  <a:pt x="634527" y="129567"/>
                  <a:pt x="638088" y="128834"/>
                  <a:pt x="642667" y="127368"/>
                </a:cubicBezTo>
                <a:lnTo>
                  <a:pt x="645211" y="151190"/>
                </a:lnTo>
                <a:cubicBezTo>
                  <a:pt x="636675" y="153056"/>
                  <a:pt x="628704" y="153988"/>
                  <a:pt x="621299" y="153988"/>
                </a:cubicBezTo>
                <a:cubicBezTo>
                  <a:pt x="612706" y="153988"/>
                  <a:pt x="606375" y="152888"/>
                  <a:pt x="602304" y="150687"/>
                </a:cubicBezTo>
                <a:cubicBezTo>
                  <a:pt x="598234" y="148484"/>
                  <a:pt x="595224" y="145139"/>
                  <a:pt x="593274" y="140652"/>
                </a:cubicBezTo>
                <a:cubicBezTo>
                  <a:pt x="591323" y="136163"/>
                  <a:pt x="590348" y="128893"/>
                  <a:pt x="590348" y="118843"/>
                </a:cubicBezTo>
                <a:lnTo>
                  <a:pt x="590348" y="87170"/>
                </a:lnTo>
                <a:lnTo>
                  <a:pt x="577629" y="87170"/>
                </a:lnTo>
                <a:lnTo>
                  <a:pt x="577629" y="61901"/>
                </a:lnTo>
                <a:lnTo>
                  <a:pt x="590348" y="61901"/>
                </a:lnTo>
                <a:lnTo>
                  <a:pt x="590348" y="45366"/>
                </a:lnTo>
                <a:lnTo>
                  <a:pt x="624945" y="27643"/>
                </a:lnTo>
                <a:close/>
                <a:moveTo>
                  <a:pt x="661653" y="27643"/>
                </a:moveTo>
                <a:lnTo>
                  <a:pt x="696165" y="27643"/>
                </a:lnTo>
                <a:lnTo>
                  <a:pt x="696165" y="51047"/>
                </a:lnTo>
                <a:lnTo>
                  <a:pt x="661653" y="51047"/>
                </a:lnTo>
                <a:lnTo>
                  <a:pt x="661653" y="27643"/>
                </a:lnTo>
                <a:moveTo>
                  <a:pt x="661653" y="61901"/>
                </a:moveTo>
                <a:lnTo>
                  <a:pt x="696165" y="61901"/>
                </a:lnTo>
                <a:lnTo>
                  <a:pt x="696165" y="151953"/>
                </a:lnTo>
                <a:lnTo>
                  <a:pt x="661653" y="151953"/>
                </a:lnTo>
                <a:lnTo>
                  <a:pt x="661653" y="61901"/>
                </a:lnTo>
                <a:close/>
                <a:moveTo>
                  <a:pt x="718227" y="61901"/>
                </a:moveTo>
                <a:lnTo>
                  <a:pt x="750365" y="61901"/>
                </a:lnTo>
                <a:lnTo>
                  <a:pt x="750365" y="76621"/>
                </a:lnTo>
                <a:cubicBezTo>
                  <a:pt x="755170" y="70611"/>
                  <a:pt x="760032" y="66316"/>
                  <a:pt x="764950" y="63737"/>
                </a:cubicBezTo>
                <a:cubicBezTo>
                  <a:pt x="769868" y="61156"/>
                  <a:pt x="775860" y="59866"/>
                  <a:pt x="782926" y="59866"/>
                </a:cubicBezTo>
                <a:cubicBezTo>
                  <a:pt x="792480" y="59866"/>
                  <a:pt x="799956" y="62706"/>
                  <a:pt x="805355" y="68387"/>
                </a:cubicBezTo>
                <a:cubicBezTo>
                  <a:pt x="810753" y="74069"/>
                  <a:pt x="813453" y="82845"/>
                  <a:pt x="813453" y="94716"/>
                </a:cubicBezTo>
                <a:lnTo>
                  <a:pt x="813453" y="151953"/>
                </a:lnTo>
                <a:lnTo>
                  <a:pt x="778771" y="151953"/>
                </a:lnTo>
                <a:lnTo>
                  <a:pt x="778771" y="102496"/>
                </a:lnTo>
                <a:cubicBezTo>
                  <a:pt x="778771" y="96852"/>
                  <a:pt x="777726" y="92859"/>
                  <a:pt x="775634" y="90516"/>
                </a:cubicBezTo>
                <a:cubicBezTo>
                  <a:pt x="773542" y="88172"/>
                  <a:pt x="770603" y="87000"/>
                  <a:pt x="766815" y="87000"/>
                </a:cubicBezTo>
                <a:cubicBezTo>
                  <a:pt x="762632" y="87000"/>
                  <a:pt x="759240" y="88581"/>
                  <a:pt x="756640" y="91743"/>
                </a:cubicBezTo>
                <a:cubicBezTo>
                  <a:pt x="754039" y="94904"/>
                  <a:pt x="752739" y="100577"/>
                  <a:pt x="752739" y="108763"/>
                </a:cubicBezTo>
                <a:lnTo>
                  <a:pt x="752739" y="151953"/>
                </a:lnTo>
                <a:lnTo>
                  <a:pt x="718227" y="151953"/>
                </a:lnTo>
                <a:lnTo>
                  <a:pt x="718227" y="61901"/>
                </a:lnTo>
                <a:close/>
                <a:moveTo>
                  <a:pt x="934016" y="115491"/>
                </a:moveTo>
                <a:lnTo>
                  <a:pt x="864823" y="115491"/>
                </a:lnTo>
                <a:cubicBezTo>
                  <a:pt x="865444" y="121005"/>
                  <a:pt x="866943" y="125112"/>
                  <a:pt x="869317" y="127813"/>
                </a:cubicBezTo>
                <a:cubicBezTo>
                  <a:pt x="872652" y="131696"/>
                  <a:pt x="877005" y="133638"/>
                  <a:pt x="882375" y="133638"/>
                </a:cubicBezTo>
                <a:cubicBezTo>
                  <a:pt x="885767" y="133638"/>
                  <a:pt x="888989" y="132798"/>
                  <a:pt x="892042" y="131120"/>
                </a:cubicBezTo>
                <a:cubicBezTo>
                  <a:pt x="893907" y="130057"/>
                  <a:pt x="895914" y="128182"/>
                  <a:pt x="898062" y="125497"/>
                </a:cubicBezTo>
                <a:lnTo>
                  <a:pt x="932065" y="128550"/>
                </a:lnTo>
                <a:cubicBezTo>
                  <a:pt x="926865" y="137625"/>
                  <a:pt x="920590" y="144134"/>
                  <a:pt x="913241" y="148077"/>
                </a:cubicBezTo>
                <a:cubicBezTo>
                  <a:pt x="905892" y="152018"/>
                  <a:pt x="895349" y="153988"/>
                  <a:pt x="881612" y="153988"/>
                </a:cubicBezTo>
                <a:cubicBezTo>
                  <a:pt x="869684" y="153988"/>
                  <a:pt x="860300" y="152307"/>
                  <a:pt x="853460" y="148943"/>
                </a:cubicBezTo>
                <a:cubicBezTo>
                  <a:pt x="846620" y="145580"/>
                  <a:pt x="840953" y="140237"/>
                  <a:pt x="836459" y="132917"/>
                </a:cubicBezTo>
                <a:cubicBezTo>
                  <a:pt x="831964" y="125596"/>
                  <a:pt x="829717" y="116989"/>
                  <a:pt x="829717" y="107097"/>
                </a:cubicBezTo>
                <a:cubicBezTo>
                  <a:pt x="829717" y="93021"/>
                  <a:pt x="834226" y="81630"/>
                  <a:pt x="843242" y="72924"/>
                </a:cubicBezTo>
                <a:cubicBezTo>
                  <a:pt x="852259" y="64218"/>
                  <a:pt x="864710" y="59866"/>
                  <a:pt x="880595" y="59866"/>
                </a:cubicBezTo>
                <a:cubicBezTo>
                  <a:pt x="893484" y="59866"/>
                  <a:pt x="903659" y="61816"/>
                  <a:pt x="911121" y="65716"/>
                </a:cubicBezTo>
                <a:cubicBezTo>
                  <a:pt x="918583" y="69617"/>
                  <a:pt x="924264" y="75270"/>
                  <a:pt x="928165" y="82676"/>
                </a:cubicBezTo>
                <a:cubicBezTo>
                  <a:pt x="932065" y="90081"/>
                  <a:pt x="934016" y="99719"/>
                  <a:pt x="934016" y="111591"/>
                </a:cubicBezTo>
                <a:lnTo>
                  <a:pt x="934016" y="115491"/>
                </a:lnTo>
                <a:moveTo>
                  <a:pt x="898910" y="98871"/>
                </a:moveTo>
                <a:cubicBezTo>
                  <a:pt x="898232" y="92261"/>
                  <a:pt x="896437" y="87527"/>
                  <a:pt x="893526" y="84671"/>
                </a:cubicBezTo>
                <a:cubicBezTo>
                  <a:pt x="890615" y="81814"/>
                  <a:pt x="886785" y="80386"/>
                  <a:pt x="882036" y="80386"/>
                </a:cubicBezTo>
                <a:cubicBezTo>
                  <a:pt x="876553" y="80386"/>
                  <a:pt x="872172" y="82543"/>
                  <a:pt x="868893" y="86857"/>
                </a:cubicBezTo>
                <a:cubicBezTo>
                  <a:pt x="866801" y="89546"/>
                  <a:pt x="865473" y="93551"/>
                  <a:pt x="864907" y="98871"/>
                </a:cubicBezTo>
                <a:lnTo>
                  <a:pt x="898910" y="98871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Themediaisanunaltered">
            <a:extLst xmlns:a="http://schemas.openxmlformats.org/drawingml/2006/main">
              <a:ext uri="{FF2B5EF4-FFF2-40B4-BE49-F238E27FC236}">
                <a16:creationId xmlns:a16="http://schemas.microsoft.com/office/drawing/2014/main" id="{03BFDE35-6F8C-4F94-A0A6-FB2E5B9C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75" y="7131027"/>
            <a:ext cx="1327632" cy="84230"/>
          </a:xfrm>
          <a:custGeom xmlns:a="http://schemas.openxmlformats.org/drawingml/2006/main">
            <a:pathLst>
              <a:path w="1327632" h="84230">
                <a:moveTo>
                  <a:pt x="27304" y="82873"/>
                </a:moveTo>
                <a:lnTo>
                  <a:pt x="27304" y="9780"/>
                </a:lnTo>
                <a:lnTo>
                  <a:pt x="0" y="9780"/>
                </a:lnTo>
                <a:lnTo>
                  <a:pt x="0" y="0"/>
                </a:lnTo>
                <a:lnTo>
                  <a:pt x="65688" y="0"/>
                </a:lnTo>
                <a:lnTo>
                  <a:pt x="65688" y="9780"/>
                </a:lnTo>
                <a:lnTo>
                  <a:pt x="38271" y="9780"/>
                </a:lnTo>
                <a:lnTo>
                  <a:pt x="38271" y="82873"/>
                </a:lnTo>
                <a:lnTo>
                  <a:pt x="27304" y="82873"/>
                </a:lnTo>
                <a:close/>
                <a:moveTo>
                  <a:pt x="75633" y="82873"/>
                </a:moveTo>
                <a:lnTo>
                  <a:pt x="75633" y="0"/>
                </a:lnTo>
                <a:lnTo>
                  <a:pt x="85808" y="0"/>
                </a:lnTo>
                <a:lnTo>
                  <a:pt x="85808" y="29735"/>
                </a:lnTo>
                <a:cubicBezTo>
                  <a:pt x="90557" y="24233"/>
                  <a:pt x="96549" y="21481"/>
                  <a:pt x="103785" y="21481"/>
                </a:cubicBezTo>
                <a:cubicBezTo>
                  <a:pt x="108232" y="21481"/>
                  <a:pt x="112095" y="22358"/>
                  <a:pt x="115373" y="24110"/>
                </a:cubicBezTo>
                <a:cubicBezTo>
                  <a:pt x="118652" y="25863"/>
                  <a:pt x="120998" y="28284"/>
                  <a:pt x="122411" y="31374"/>
                </a:cubicBezTo>
                <a:cubicBezTo>
                  <a:pt x="123825" y="34465"/>
                  <a:pt x="124531" y="38949"/>
                  <a:pt x="124531" y="44828"/>
                </a:cubicBezTo>
                <a:lnTo>
                  <a:pt x="124531" y="82873"/>
                </a:lnTo>
                <a:lnTo>
                  <a:pt x="114356" y="82873"/>
                </a:lnTo>
                <a:lnTo>
                  <a:pt x="114356" y="44828"/>
                </a:lnTo>
                <a:cubicBezTo>
                  <a:pt x="114356" y="39741"/>
                  <a:pt x="113254" y="36038"/>
                  <a:pt x="111049" y="33720"/>
                </a:cubicBezTo>
                <a:cubicBezTo>
                  <a:pt x="108844" y="31403"/>
                  <a:pt x="105726" y="30244"/>
                  <a:pt x="101693" y="30244"/>
                </a:cubicBezTo>
                <a:cubicBezTo>
                  <a:pt x="98678" y="30244"/>
                  <a:pt x="95842" y="31026"/>
                  <a:pt x="93185" y="32590"/>
                </a:cubicBezTo>
                <a:cubicBezTo>
                  <a:pt x="90528" y="34154"/>
                  <a:pt x="88635" y="36274"/>
                  <a:pt x="87504" y="38949"/>
                </a:cubicBezTo>
                <a:cubicBezTo>
                  <a:pt x="86373" y="41625"/>
                  <a:pt x="85808" y="45318"/>
                  <a:pt x="85808" y="50029"/>
                </a:cubicBezTo>
                <a:lnTo>
                  <a:pt x="85808" y="82873"/>
                </a:lnTo>
                <a:lnTo>
                  <a:pt x="75633" y="82873"/>
                </a:lnTo>
                <a:close/>
                <a:moveTo>
                  <a:pt x="181124" y="63540"/>
                </a:moveTo>
                <a:lnTo>
                  <a:pt x="191638" y="64840"/>
                </a:lnTo>
                <a:cubicBezTo>
                  <a:pt x="189980" y="70983"/>
                  <a:pt x="186909" y="75751"/>
                  <a:pt x="182424" y="79142"/>
                </a:cubicBezTo>
                <a:cubicBezTo>
                  <a:pt x="177939" y="82534"/>
                  <a:pt x="172211" y="84230"/>
                  <a:pt x="165239" y="84230"/>
                </a:cubicBezTo>
                <a:cubicBezTo>
                  <a:pt x="156458" y="84230"/>
                  <a:pt x="149495" y="81526"/>
                  <a:pt x="144351" y="76118"/>
                </a:cubicBezTo>
                <a:cubicBezTo>
                  <a:pt x="139206" y="70710"/>
                  <a:pt x="136634" y="63125"/>
                  <a:pt x="136634" y="53365"/>
                </a:cubicBezTo>
                <a:cubicBezTo>
                  <a:pt x="136634" y="43264"/>
                  <a:pt x="139235" y="35426"/>
                  <a:pt x="144436" y="29848"/>
                </a:cubicBezTo>
                <a:cubicBezTo>
                  <a:pt x="149636" y="24270"/>
                  <a:pt x="156382" y="21481"/>
                  <a:pt x="164673" y="21481"/>
                </a:cubicBezTo>
                <a:cubicBezTo>
                  <a:pt x="172701" y="21481"/>
                  <a:pt x="179258" y="24210"/>
                  <a:pt x="184346" y="29666"/>
                </a:cubicBezTo>
                <a:cubicBezTo>
                  <a:pt x="189434" y="35121"/>
                  <a:pt x="191977" y="42796"/>
                  <a:pt x="191977" y="52692"/>
                </a:cubicBezTo>
                <a:cubicBezTo>
                  <a:pt x="191977" y="53293"/>
                  <a:pt x="191959" y="54196"/>
                  <a:pt x="191921" y="55400"/>
                </a:cubicBezTo>
                <a:lnTo>
                  <a:pt x="147149" y="55400"/>
                </a:lnTo>
                <a:cubicBezTo>
                  <a:pt x="147526" y="61976"/>
                  <a:pt x="149391" y="67012"/>
                  <a:pt x="152745" y="70507"/>
                </a:cubicBezTo>
                <a:cubicBezTo>
                  <a:pt x="156100" y="74003"/>
                  <a:pt x="160283" y="75751"/>
                  <a:pt x="165295" y="75751"/>
                </a:cubicBezTo>
                <a:cubicBezTo>
                  <a:pt x="169026" y="75751"/>
                  <a:pt x="172211" y="74780"/>
                  <a:pt x="174849" y="72839"/>
                </a:cubicBezTo>
                <a:cubicBezTo>
                  <a:pt x="177487" y="70897"/>
                  <a:pt x="179579" y="67797"/>
                  <a:pt x="181124" y="63540"/>
                </a:cubicBezTo>
                <a:moveTo>
                  <a:pt x="147714" y="46920"/>
                </a:moveTo>
                <a:lnTo>
                  <a:pt x="181237" y="46920"/>
                </a:lnTo>
                <a:cubicBezTo>
                  <a:pt x="180784" y="41953"/>
                  <a:pt x="179503" y="38227"/>
                  <a:pt x="177393" y="35743"/>
                </a:cubicBezTo>
                <a:cubicBezTo>
                  <a:pt x="174152" y="31888"/>
                  <a:pt x="169950" y="29961"/>
                  <a:pt x="164786" y="29961"/>
                </a:cubicBezTo>
                <a:cubicBezTo>
                  <a:pt x="160113" y="29961"/>
                  <a:pt x="156184" y="31500"/>
                  <a:pt x="153000" y="34577"/>
                </a:cubicBezTo>
                <a:cubicBezTo>
                  <a:pt x="149815" y="37653"/>
                  <a:pt x="148053" y="41768"/>
                  <a:pt x="147714" y="46920"/>
                </a:cubicBezTo>
                <a:close/>
                <a:moveTo>
                  <a:pt x="236582" y="82873"/>
                </a:moveTo>
                <a:lnTo>
                  <a:pt x="236582" y="22838"/>
                </a:lnTo>
                <a:lnTo>
                  <a:pt x="245683" y="22838"/>
                </a:lnTo>
                <a:lnTo>
                  <a:pt x="245683" y="31205"/>
                </a:lnTo>
                <a:cubicBezTo>
                  <a:pt x="247568" y="28282"/>
                  <a:pt x="250074" y="25930"/>
                  <a:pt x="253202" y="24151"/>
                </a:cubicBezTo>
                <a:cubicBezTo>
                  <a:pt x="256330" y="22371"/>
                  <a:pt x="259891" y="21481"/>
                  <a:pt x="263886" y="21481"/>
                </a:cubicBezTo>
                <a:cubicBezTo>
                  <a:pt x="268333" y="21481"/>
                  <a:pt x="271979" y="22400"/>
                  <a:pt x="274825" y="24237"/>
                </a:cubicBezTo>
                <a:cubicBezTo>
                  <a:pt x="277670" y="26073"/>
                  <a:pt x="279677" y="28641"/>
                  <a:pt x="280845" y="31940"/>
                </a:cubicBezTo>
                <a:cubicBezTo>
                  <a:pt x="285594" y="24968"/>
                  <a:pt x="291774" y="21481"/>
                  <a:pt x="299387" y="21481"/>
                </a:cubicBezTo>
                <a:cubicBezTo>
                  <a:pt x="305342" y="21481"/>
                  <a:pt x="309921" y="23130"/>
                  <a:pt x="313124" y="26428"/>
                </a:cubicBezTo>
                <a:cubicBezTo>
                  <a:pt x="316327" y="29725"/>
                  <a:pt x="317929" y="34804"/>
                  <a:pt x="317929" y="41663"/>
                </a:cubicBezTo>
                <a:lnTo>
                  <a:pt x="317929" y="82873"/>
                </a:lnTo>
                <a:lnTo>
                  <a:pt x="307810" y="82873"/>
                </a:lnTo>
                <a:lnTo>
                  <a:pt x="307810" y="45014"/>
                </a:lnTo>
                <a:cubicBezTo>
                  <a:pt x="307810" y="40939"/>
                  <a:pt x="307480" y="38006"/>
                  <a:pt x="306821" y="36215"/>
                </a:cubicBezTo>
                <a:cubicBezTo>
                  <a:pt x="306161" y="34422"/>
                  <a:pt x="304965" y="32979"/>
                  <a:pt x="303231" y="31885"/>
                </a:cubicBezTo>
                <a:cubicBezTo>
                  <a:pt x="301498" y="30791"/>
                  <a:pt x="299462" y="30244"/>
                  <a:pt x="297126" y="30244"/>
                </a:cubicBezTo>
                <a:cubicBezTo>
                  <a:pt x="292905" y="30244"/>
                  <a:pt x="289400" y="31649"/>
                  <a:pt x="286611" y="34460"/>
                </a:cubicBezTo>
                <a:cubicBezTo>
                  <a:pt x="283822" y="37271"/>
                  <a:pt x="282428" y="41769"/>
                  <a:pt x="282428" y="47957"/>
                </a:cubicBezTo>
                <a:lnTo>
                  <a:pt x="282428" y="82873"/>
                </a:lnTo>
                <a:lnTo>
                  <a:pt x="272253" y="82873"/>
                </a:lnTo>
                <a:lnTo>
                  <a:pt x="272253" y="43825"/>
                </a:lnTo>
                <a:cubicBezTo>
                  <a:pt x="272253" y="39298"/>
                  <a:pt x="271423" y="35903"/>
                  <a:pt x="269765" y="33639"/>
                </a:cubicBezTo>
                <a:cubicBezTo>
                  <a:pt x="268107" y="31375"/>
                  <a:pt x="265394" y="30244"/>
                  <a:pt x="261625" y="30244"/>
                </a:cubicBezTo>
                <a:cubicBezTo>
                  <a:pt x="258761" y="30244"/>
                  <a:pt x="256113" y="30999"/>
                  <a:pt x="253682" y="32508"/>
                </a:cubicBezTo>
                <a:cubicBezTo>
                  <a:pt x="251252" y="34017"/>
                  <a:pt x="249490" y="36224"/>
                  <a:pt x="248397" y="39130"/>
                </a:cubicBezTo>
                <a:cubicBezTo>
                  <a:pt x="247304" y="42034"/>
                  <a:pt x="246757" y="46221"/>
                  <a:pt x="246757" y="51692"/>
                </a:cubicBezTo>
                <a:lnTo>
                  <a:pt x="246757" y="82873"/>
                </a:lnTo>
                <a:lnTo>
                  <a:pt x="236582" y="82873"/>
                </a:lnTo>
                <a:close/>
                <a:moveTo>
                  <a:pt x="374131" y="63540"/>
                </a:moveTo>
                <a:lnTo>
                  <a:pt x="384645" y="64840"/>
                </a:lnTo>
                <a:cubicBezTo>
                  <a:pt x="382987" y="70983"/>
                  <a:pt x="379916" y="75751"/>
                  <a:pt x="375431" y="79142"/>
                </a:cubicBezTo>
                <a:cubicBezTo>
                  <a:pt x="370946" y="82534"/>
                  <a:pt x="365218" y="84230"/>
                  <a:pt x="358246" y="84230"/>
                </a:cubicBezTo>
                <a:cubicBezTo>
                  <a:pt x="349465" y="84230"/>
                  <a:pt x="342502" y="81526"/>
                  <a:pt x="337358" y="76118"/>
                </a:cubicBezTo>
                <a:cubicBezTo>
                  <a:pt x="332213" y="70710"/>
                  <a:pt x="329641" y="63125"/>
                  <a:pt x="329641" y="53365"/>
                </a:cubicBezTo>
                <a:cubicBezTo>
                  <a:pt x="329641" y="43264"/>
                  <a:pt x="332242" y="35426"/>
                  <a:pt x="337443" y="29848"/>
                </a:cubicBezTo>
                <a:cubicBezTo>
                  <a:pt x="342643" y="24270"/>
                  <a:pt x="349389" y="21481"/>
                  <a:pt x="357680" y="21481"/>
                </a:cubicBezTo>
                <a:cubicBezTo>
                  <a:pt x="365708" y="21481"/>
                  <a:pt x="372265" y="24210"/>
                  <a:pt x="377353" y="29666"/>
                </a:cubicBezTo>
                <a:cubicBezTo>
                  <a:pt x="382441" y="35121"/>
                  <a:pt x="384984" y="42796"/>
                  <a:pt x="384984" y="52692"/>
                </a:cubicBezTo>
                <a:cubicBezTo>
                  <a:pt x="384984" y="53293"/>
                  <a:pt x="384966" y="54196"/>
                  <a:pt x="384928" y="55400"/>
                </a:cubicBezTo>
                <a:lnTo>
                  <a:pt x="340156" y="55400"/>
                </a:lnTo>
                <a:cubicBezTo>
                  <a:pt x="340533" y="61976"/>
                  <a:pt x="342398" y="67012"/>
                  <a:pt x="345752" y="70507"/>
                </a:cubicBezTo>
                <a:cubicBezTo>
                  <a:pt x="349107" y="74003"/>
                  <a:pt x="353290" y="75751"/>
                  <a:pt x="358302" y="75751"/>
                </a:cubicBezTo>
                <a:cubicBezTo>
                  <a:pt x="362033" y="75751"/>
                  <a:pt x="365218" y="74780"/>
                  <a:pt x="367856" y="72839"/>
                </a:cubicBezTo>
                <a:cubicBezTo>
                  <a:pt x="370494" y="70897"/>
                  <a:pt x="372585" y="67797"/>
                  <a:pt x="374131" y="63540"/>
                </a:cubicBezTo>
                <a:moveTo>
                  <a:pt x="340721" y="46920"/>
                </a:moveTo>
                <a:lnTo>
                  <a:pt x="374244" y="46920"/>
                </a:lnTo>
                <a:cubicBezTo>
                  <a:pt x="373791" y="41953"/>
                  <a:pt x="372510" y="38227"/>
                  <a:pt x="370400" y="35743"/>
                </a:cubicBezTo>
                <a:cubicBezTo>
                  <a:pt x="367159" y="31888"/>
                  <a:pt x="362956" y="29961"/>
                  <a:pt x="357793" y="29961"/>
                </a:cubicBezTo>
                <a:cubicBezTo>
                  <a:pt x="353120" y="29961"/>
                  <a:pt x="349191" y="31500"/>
                  <a:pt x="346007" y="34577"/>
                </a:cubicBezTo>
                <a:cubicBezTo>
                  <a:pt x="342822" y="37653"/>
                  <a:pt x="341060" y="41768"/>
                  <a:pt x="340721" y="46920"/>
                </a:cubicBezTo>
                <a:close/>
                <a:moveTo>
                  <a:pt x="436376" y="82873"/>
                </a:moveTo>
                <a:lnTo>
                  <a:pt x="436376" y="75298"/>
                </a:lnTo>
                <a:cubicBezTo>
                  <a:pt x="432570" y="81253"/>
                  <a:pt x="426973" y="84230"/>
                  <a:pt x="419586" y="84230"/>
                </a:cubicBezTo>
                <a:cubicBezTo>
                  <a:pt x="414800" y="84230"/>
                  <a:pt x="410400" y="82911"/>
                  <a:pt x="406387" y="80273"/>
                </a:cubicBezTo>
                <a:cubicBezTo>
                  <a:pt x="402373" y="77635"/>
                  <a:pt x="399264" y="73951"/>
                  <a:pt x="397059" y="69221"/>
                </a:cubicBezTo>
                <a:cubicBezTo>
                  <a:pt x="394854" y="64492"/>
                  <a:pt x="393752" y="59055"/>
                  <a:pt x="393752" y="52912"/>
                </a:cubicBezTo>
                <a:cubicBezTo>
                  <a:pt x="393752" y="46920"/>
                  <a:pt x="394751" y="41484"/>
                  <a:pt x="396748" y="36603"/>
                </a:cubicBezTo>
                <a:cubicBezTo>
                  <a:pt x="398746" y="31723"/>
                  <a:pt x="401742" y="27982"/>
                  <a:pt x="405737" y="25382"/>
                </a:cubicBezTo>
                <a:cubicBezTo>
                  <a:pt x="409731" y="22782"/>
                  <a:pt x="414197" y="21481"/>
                  <a:pt x="419134" y="21481"/>
                </a:cubicBezTo>
                <a:cubicBezTo>
                  <a:pt x="422752" y="21481"/>
                  <a:pt x="425974" y="22245"/>
                  <a:pt x="428801" y="23771"/>
                </a:cubicBezTo>
                <a:cubicBezTo>
                  <a:pt x="431627" y="25297"/>
                  <a:pt x="433926" y="27285"/>
                  <a:pt x="435698" y="29735"/>
                </a:cubicBezTo>
                <a:lnTo>
                  <a:pt x="435698" y="0"/>
                </a:lnTo>
                <a:lnTo>
                  <a:pt x="445817" y="0"/>
                </a:lnTo>
                <a:lnTo>
                  <a:pt x="445817" y="82873"/>
                </a:lnTo>
                <a:lnTo>
                  <a:pt x="436376" y="82873"/>
                </a:lnTo>
                <a:moveTo>
                  <a:pt x="404210" y="52884"/>
                </a:moveTo>
                <a:cubicBezTo>
                  <a:pt x="404210" y="60544"/>
                  <a:pt x="405831" y="66270"/>
                  <a:pt x="409072" y="70062"/>
                </a:cubicBezTo>
                <a:cubicBezTo>
                  <a:pt x="412313" y="73854"/>
                  <a:pt x="416138" y="75751"/>
                  <a:pt x="420547" y="75751"/>
                </a:cubicBezTo>
                <a:cubicBezTo>
                  <a:pt x="424995" y="75751"/>
                  <a:pt x="428773" y="73939"/>
                  <a:pt x="431882" y="70317"/>
                </a:cubicBezTo>
                <a:cubicBezTo>
                  <a:pt x="434991" y="66693"/>
                  <a:pt x="436546" y="61163"/>
                  <a:pt x="436546" y="53728"/>
                </a:cubicBezTo>
                <a:cubicBezTo>
                  <a:pt x="436546" y="45543"/>
                  <a:pt x="434963" y="39536"/>
                  <a:pt x="431797" y="35706"/>
                </a:cubicBezTo>
                <a:cubicBezTo>
                  <a:pt x="428631" y="31876"/>
                  <a:pt x="424731" y="29961"/>
                  <a:pt x="420095" y="29961"/>
                </a:cubicBezTo>
                <a:cubicBezTo>
                  <a:pt x="415573" y="29961"/>
                  <a:pt x="411795" y="31801"/>
                  <a:pt x="408761" y="35482"/>
                </a:cubicBezTo>
                <a:cubicBezTo>
                  <a:pt x="405727" y="39161"/>
                  <a:pt x="404210" y="44962"/>
                  <a:pt x="404210" y="52884"/>
                </a:cubicBezTo>
                <a:close/>
                <a:moveTo>
                  <a:pt x="461877" y="11758"/>
                </a:moveTo>
                <a:lnTo>
                  <a:pt x="461877" y="0"/>
                </a:lnTo>
                <a:lnTo>
                  <a:pt x="472052" y="0"/>
                </a:lnTo>
                <a:lnTo>
                  <a:pt x="472052" y="11758"/>
                </a:lnTo>
                <a:lnTo>
                  <a:pt x="461877" y="11758"/>
                </a:lnTo>
                <a:moveTo>
                  <a:pt x="461877" y="82873"/>
                </a:moveTo>
                <a:lnTo>
                  <a:pt x="461877" y="22838"/>
                </a:lnTo>
                <a:lnTo>
                  <a:pt x="472052" y="22838"/>
                </a:lnTo>
                <a:lnTo>
                  <a:pt x="472052" y="82873"/>
                </a:lnTo>
                <a:lnTo>
                  <a:pt x="461877" y="82873"/>
                </a:lnTo>
                <a:close/>
                <a:moveTo>
                  <a:pt x="526720" y="75461"/>
                </a:moveTo>
                <a:cubicBezTo>
                  <a:pt x="522952" y="78667"/>
                  <a:pt x="519324" y="80930"/>
                  <a:pt x="515838" y="82250"/>
                </a:cubicBezTo>
                <a:cubicBezTo>
                  <a:pt x="512352" y="83570"/>
                  <a:pt x="508612" y="84230"/>
                  <a:pt x="504617" y="84230"/>
                </a:cubicBezTo>
                <a:cubicBezTo>
                  <a:pt x="498022" y="84230"/>
                  <a:pt x="492953" y="82618"/>
                  <a:pt x="489411" y="79393"/>
                </a:cubicBezTo>
                <a:cubicBezTo>
                  <a:pt x="485868" y="76169"/>
                  <a:pt x="484097" y="72048"/>
                  <a:pt x="484097" y="67033"/>
                </a:cubicBezTo>
                <a:cubicBezTo>
                  <a:pt x="484097" y="64092"/>
                  <a:pt x="484766" y="61405"/>
                  <a:pt x="486104" y="58973"/>
                </a:cubicBezTo>
                <a:cubicBezTo>
                  <a:pt x="487441" y="56540"/>
                  <a:pt x="489194" y="54588"/>
                  <a:pt x="491361" y="53117"/>
                </a:cubicBezTo>
                <a:cubicBezTo>
                  <a:pt x="493528" y="51646"/>
                  <a:pt x="495968" y="50534"/>
                  <a:pt x="498681" y="49780"/>
                </a:cubicBezTo>
                <a:cubicBezTo>
                  <a:pt x="500679" y="49251"/>
                  <a:pt x="503694" y="48742"/>
                  <a:pt x="507726" y="48252"/>
                </a:cubicBezTo>
                <a:cubicBezTo>
                  <a:pt x="515942" y="47279"/>
                  <a:pt x="521991" y="46119"/>
                  <a:pt x="525873" y="44772"/>
                </a:cubicBezTo>
                <a:cubicBezTo>
                  <a:pt x="525910" y="43383"/>
                  <a:pt x="525929" y="42501"/>
                  <a:pt x="525929" y="42126"/>
                </a:cubicBezTo>
                <a:cubicBezTo>
                  <a:pt x="525929" y="37995"/>
                  <a:pt x="524968" y="35086"/>
                  <a:pt x="523046" y="33397"/>
                </a:cubicBezTo>
                <a:cubicBezTo>
                  <a:pt x="520446" y="31106"/>
                  <a:pt x="516583" y="29961"/>
                  <a:pt x="511457" y="29961"/>
                </a:cubicBezTo>
                <a:cubicBezTo>
                  <a:pt x="506671" y="29961"/>
                  <a:pt x="503138" y="30800"/>
                  <a:pt x="500858" y="32477"/>
                </a:cubicBezTo>
                <a:cubicBezTo>
                  <a:pt x="498578" y="34154"/>
                  <a:pt x="496891" y="37122"/>
                  <a:pt x="495798" y="41380"/>
                </a:cubicBezTo>
                <a:lnTo>
                  <a:pt x="485849" y="40023"/>
                </a:lnTo>
                <a:cubicBezTo>
                  <a:pt x="486754" y="35752"/>
                  <a:pt x="488242" y="32302"/>
                  <a:pt x="490315" y="29675"/>
                </a:cubicBezTo>
                <a:cubicBezTo>
                  <a:pt x="492388" y="27047"/>
                  <a:pt x="495384" y="25025"/>
                  <a:pt x="499303" y="23608"/>
                </a:cubicBezTo>
                <a:cubicBezTo>
                  <a:pt x="503223" y="22190"/>
                  <a:pt x="507764" y="21481"/>
                  <a:pt x="512927" y="21481"/>
                </a:cubicBezTo>
                <a:cubicBezTo>
                  <a:pt x="518053" y="21481"/>
                  <a:pt x="522217" y="22084"/>
                  <a:pt x="525420" y="23290"/>
                </a:cubicBezTo>
                <a:cubicBezTo>
                  <a:pt x="528624" y="24496"/>
                  <a:pt x="530979" y="26013"/>
                  <a:pt x="532487" y="27841"/>
                </a:cubicBezTo>
                <a:cubicBezTo>
                  <a:pt x="533994" y="29669"/>
                  <a:pt x="535049" y="31977"/>
                  <a:pt x="535652" y="34766"/>
                </a:cubicBezTo>
                <a:cubicBezTo>
                  <a:pt x="535991" y="36500"/>
                  <a:pt x="536161" y="39628"/>
                  <a:pt x="536161" y="44150"/>
                </a:cubicBezTo>
                <a:lnTo>
                  <a:pt x="536161" y="57717"/>
                </a:lnTo>
                <a:cubicBezTo>
                  <a:pt x="536161" y="67177"/>
                  <a:pt x="536378" y="73160"/>
                  <a:pt x="536811" y="75666"/>
                </a:cubicBezTo>
                <a:cubicBezTo>
                  <a:pt x="537245" y="78172"/>
                  <a:pt x="538102" y="80574"/>
                  <a:pt x="539383" y="82873"/>
                </a:cubicBezTo>
                <a:lnTo>
                  <a:pt x="528756" y="82873"/>
                </a:lnTo>
                <a:cubicBezTo>
                  <a:pt x="527700" y="80761"/>
                  <a:pt x="527022" y="78290"/>
                  <a:pt x="526720" y="75461"/>
                </a:cubicBezTo>
                <a:moveTo>
                  <a:pt x="525873" y="52686"/>
                </a:moveTo>
                <a:cubicBezTo>
                  <a:pt x="522179" y="54207"/>
                  <a:pt x="516639" y="55499"/>
                  <a:pt x="509253" y="56562"/>
                </a:cubicBezTo>
                <a:cubicBezTo>
                  <a:pt x="505069" y="57167"/>
                  <a:pt x="502111" y="57849"/>
                  <a:pt x="500377" y="58606"/>
                </a:cubicBezTo>
                <a:cubicBezTo>
                  <a:pt x="498644" y="59362"/>
                  <a:pt x="497306" y="60469"/>
                  <a:pt x="496364" y="61927"/>
                </a:cubicBezTo>
                <a:cubicBezTo>
                  <a:pt x="495422" y="63384"/>
                  <a:pt x="494950" y="65002"/>
                  <a:pt x="494950" y="66780"/>
                </a:cubicBezTo>
                <a:cubicBezTo>
                  <a:pt x="494950" y="69504"/>
                  <a:pt x="495977" y="71775"/>
                  <a:pt x="498031" y="73592"/>
                </a:cubicBezTo>
                <a:cubicBezTo>
                  <a:pt x="500085" y="75408"/>
                  <a:pt x="503091" y="76316"/>
                  <a:pt x="507048" y="76316"/>
                </a:cubicBezTo>
                <a:cubicBezTo>
                  <a:pt x="510967" y="76316"/>
                  <a:pt x="514453" y="75454"/>
                  <a:pt x="517506" y="73731"/>
                </a:cubicBezTo>
                <a:cubicBezTo>
                  <a:pt x="520559" y="72008"/>
                  <a:pt x="522801" y="69651"/>
                  <a:pt x="524233" y="66660"/>
                </a:cubicBezTo>
                <a:cubicBezTo>
                  <a:pt x="525326" y="64349"/>
                  <a:pt x="525873" y="60941"/>
                  <a:pt x="525873" y="56435"/>
                </a:cubicBezTo>
                <a:lnTo>
                  <a:pt x="525873" y="52686"/>
                </a:lnTo>
                <a:close/>
                <a:moveTo>
                  <a:pt x="584157" y="11758"/>
                </a:moveTo>
                <a:lnTo>
                  <a:pt x="584157" y="0"/>
                </a:lnTo>
                <a:lnTo>
                  <a:pt x="594333" y="0"/>
                </a:lnTo>
                <a:lnTo>
                  <a:pt x="594333" y="11758"/>
                </a:lnTo>
                <a:lnTo>
                  <a:pt x="584157" y="11758"/>
                </a:lnTo>
                <a:moveTo>
                  <a:pt x="584157" y="82873"/>
                </a:moveTo>
                <a:lnTo>
                  <a:pt x="584157" y="22838"/>
                </a:lnTo>
                <a:lnTo>
                  <a:pt x="594333" y="22838"/>
                </a:lnTo>
                <a:lnTo>
                  <a:pt x="594333" y="82873"/>
                </a:lnTo>
                <a:lnTo>
                  <a:pt x="584157" y="82873"/>
                </a:lnTo>
                <a:close/>
                <a:moveTo>
                  <a:pt x="605755" y="64897"/>
                </a:moveTo>
                <a:lnTo>
                  <a:pt x="615818" y="63314"/>
                </a:lnTo>
                <a:cubicBezTo>
                  <a:pt x="616383" y="67329"/>
                  <a:pt x="617956" y="70405"/>
                  <a:pt x="620538" y="72544"/>
                </a:cubicBezTo>
                <a:cubicBezTo>
                  <a:pt x="623119" y="74682"/>
                  <a:pt x="626728" y="75751"/>
                  <a:pt x="631363" y="75751"/>
                </a:cubicBezTo>
                <a:cubicBezTo>
                  <a:pt x="636037" y="75751"/>
                  <a:pt x="639504" y="74807"/>
                  <a:pt x="641765" y="72919"/>
                </a:cubicBezTo>
                <a:cubicBezTo>
                  <a:pt x="644026" y="71030"/>
                  <a:pt x="645157" y="68814"/>
                  <a:pt x="645157" y="66273"/>
                </a:cubicBezTo>
                <a:cubicBezTo>
                  <a:pt x="645157" y="63992"/>
                  <a:pt x="644158" y="62197"/>
                  <a:pt x="642161" y="60888"/>
                </a:cubicBezTo>
                <a:cubicBezTo>
                  <a:pt x="640766" y="59991"/>
                  <a:pt x="637299" y="58850"/>
                  <a:pt x="631759" y="57467"/>
                </a:cubicBezTo>
                <a:cubicBezTo>
                  <a:pt x="624297" y="55581"/>
                  <a:pt x="619125" y="53950"/>
                  <a:pt x="616242" y="52573"/>
                </a:cubicBezTo>
                <a:cubicBezTo>
                  <a:pt x="613359" y="51196"/>
                  <a:pt x="611173" y="49291"/>
                  <a:pt x="609684" y="46858"/>
                </a:cubicBezTo>
                <a:cubicBezTo>
                  <a:pt x="608195" y="44425"/>
                  <a:pt x="607451" y="41738"/>
                  <a:pt x="607451" y="38796"/>
                </a:cubicBezTo>
                <a:cubicBezTo>
                  <a:pt x="607451" y="36118"/>
                  <a:pt x="608064" y="33637"/>
                  <a:pt x="609288" y="31355"/>
                </a:cubicBezTo>
                <a:cubicBezTo>
                  <a:pt x="610513" y="29072"/>
                  <a:pt x="612181" y="27177"/>
                  <a:pt x="614291" y="25668"/>
                </a:cubicBezTo>
                <a:cubicBezTo>
                  <a:pt x="615874" y="24499"/>
                  <a:pt x="618032" y="23509"/>
                  <a:pt x="620764" y="22699"/>
                </a:cubicBezTo>
                <a:cubicBezTo>
                  <a:pt x="623496" y="21887"/>
                  <a:pt x="626427" y="21481"/>
                  <a:pt x="629555" y="21481"/>
                </a:cubicBezTo>
                <a:cubicBezTo>
                  <a:pt x="634265" y="21481"/>
                  <a:pt x="638401" y="22165"/>
                  <a:pt x="641963" y="23531"/>
                </a:cubicBezTo>
                <a:cubicBezTo>
                  <a:pt x="645524" y="24896"/>
                  <a:pt x="648153" y="26745"/>
                  <a:pt x="649849" y="29080"/>
                </a:cubicBezTo>
                <a:cubicBezTo>
                  <a:pt x="651545" y="31413"/>
                  <a:pt x="652713" y="34533"/>
                  <a:pt x="653354" y="38441"/>
                </a:cubicBezTo>
                <a:lnTo>
                  <a:pt x="643404" y="39797"/>
                </a:lnTo>
                <a:cubicBezTo>
                  <a:pt x="642952" y="36707"/>
                  <a:pt x="641643" y="34295"/>
                  <a:pt x="639476" y="32561"/>
                </a:cubicBezTo>
                <a:cubicBezTo>
                  <a:pt x="637309" y="30828"/>
                  <a:pt x="634247" y="29961"/>
                  <a:pt x="630289" y="29961"/>
                </a:cubicBezTo>
                <a:cubicBezTo>
                  <a:pt x="625616" y="29961"/>
                  <a:pt x="622281" y="30730"/>
                  <a:pt x="620284" y="32268"/>
                </a:cubicBezTo>
                <a:cubicBezTo>
                  <a:pt x="618286" y="33805"/>
                  <a:pt x="617287" y="35605"/>
                  <a:pt x="617287" y="37669"/>
                </a:cubicBezTo>
                <a:cubicBezTo>
                  <a:pt x="617287" y="38981"/>
                  <a:pt x="617702" y="40162"/>
                  <a:pt x="618531" y="41212"/>
                </a:cubicBezTo>
                <a:cubicBezTo>
                  <a:pt x="619360" y="42299"/>
                  <a:pt x="620660" y="43199"/>
                  <a:pt x="622432" y="43912"/>
                </a:cubicBezTo>
                <a:cubicBezTo>
                  <a:pt x="623449" y="44287"/>
                  <a:pt x="626445" y="45150"/>
                  <a:pt x="631420" y="46500"/>
                </a:cubicBezTo>
                <a:cubicBezTo>
                  <a:pt x="638618" y="48421"/>
                  <a:pt x="643640" y="49993"/>
                  <a:pt x="646485" y="51216"/>
                </a:cubicBezTo>
                <a:cubicBezTo>
                  <a:pt x="649331" y="52440"/>
                  <a:pt x="651564" y="54220"/>
                  <a:pt x="653184" y="56555"/>
                </a:cubicBezTo>
                <a:cubicBezTo>
                  <a:pt x="654805" y="58889"/>
                  <a:pt x="655615" y="61788"/>
                  <a:pt x="655615" y="65252"/>
                </a:cubicBezTo>
                <a:cubicBezTo>
                  <a:pt x="655615" y="68641"/>
                  <a:pt x="654626" y="71833"/>
                  <a:pt x="652647" y="74827"/>
                </a:cubicBezTo>
                <a:cubicBezTo>
                  <a:pt x="650669" y="77819"/>
                  <a:pt x="647814" y="80135"/>
                  <a:pt x="644083" y="81773"/>
                </a:cubicBezTo>
                <a:cubicBezTo>
                  <a:pt x="640352" y="83411"/>
                  <a:pt x="636131" y="84230"/>
                  <a:pt x="631420" y="84230"/>
                </a:cubicBezTo>
                <a:cubicBezTo>
                  <a:pt x="623619" y="84230"/>
                  <a:pt x="617674" y="82605"/>
                  <a:pt x="613585" y="79354"/>
                </a:cubicBezTo>
                <a:cubicBezTo>
                  <a:pt x="609496" y="76104"/>
                  <a:pt x="606886" y="71285"/>
                  <a:pt x="605755" y="64897"/>
                </a:cubicBezTo>
                <a:close/>
                <a:moveTo>
                  <a:pt x="739050" y="75461"/>
                </a:moveTo>
                <a:cubicBezTo>
                  <a:pt x="735281" y="78667"/>
                  <a:pt x="731654" y="80930"/>
                  <a:pt x="728168" y="82250"/>
                </a:cubicBezTo>
                <a:cubicBezTo>
                  <a:pt x="724682" y="83570"/>
                  <a:pt x="720941" y="84230"/>
                  <a:pt x="716947" y="84230"/>
                </a:cubicBezTo>
                <a:cubicBezTo>
                  <a:pt x="710351" y="84230"/>
                  <a:pt x="705282" y="82618"/>
                  <a:pt x="701740" y="79393"/>
                </a:cubicBezTo>
                <a:cubicBezTo>
                  <a:pt x="698197" y="76169"/>
                  <a:pt x="696426" y="72048"/>
                  <a:pt x="696426" y="67033"/>
                </a:cubicBezTo>
                <a:cubicBezTo>
                  <a:pt x="696426" y="64092"/>
                  <a:pt x="697095" y="61405"/>
                  <a:pt x="698433" y="58973"/>
                </a:cubicBezTo>
                <a:cubicBezTo>
                  <a:pt x="699771" y="56540"/>
                  <a:pt x="701523" y="54588"/>
                  <a:pt x="703690" y="53117"/>
                </a:cubicBezTo>
                <a:cubicBezTo>
                  <a:pt x="705857" y="51646"/>
                  <a:pt x="708297" y="50534"/>
                  <a:pt x="711011" y="49780"/>
                </a:cubicBezTo>
                <a:cubicBezTo>
                  <a:pt x="713008" y="49251"/>
                  <a:pt x="716023" y="48742"/>
                  <a:pt x="720056" y="48252"/>
                </a:cubicBezTo>
                <a:cubicBezTo>
                  <a:pt x="728271" y="47279"/>
                  <a:pt x="734320" y="46119"/>
                  <a:pt x="738202" y="44772"/>
                </a:cubicBezTo>
                <a:cubicBezTo>
                  <a:pt x="738240" y="43383"/>
                  <a:pt x="738258" y="42501"/>
                  <a:pt x="738258" y="42126"/>
                </a:cubicBezTo>
                <a:cubicBezTo>
                  <a:pt x="738258" y="37995"/>
                  <a:pt x="737297" y="35086"/>
                  <a:pt x="735375" y="33397"/>
                </a:cubicBezTo>
                <a:cubicBezTo>
                  <a:pt x="732775" y="31106"/>
                  <a:pt x="728912" y="29961"/>
                  <a:pt x="723787" y="29961"/>
                </a:cubicBezTo>
                <a:cubicBezTo>
                  <a:pt x="719000" y="29961"/>
                  <a:pt x="715467" y="30800"/>
                  <a:pt x="713187" y="32477"/>
                </a:cubicBezTo>
                <a:cubicBezTo>
                  <a:pt x="710907" y="34154"/>
                  <a:pt x="709221" y="37122"/>
                  <a:pt x="708128" y="41380"/>
                </a:cubicBezTo>
                <a:lnTo>
                  <a:pt x="698179" y="40023"/>
                </a:lnTo>
                <a:cubicBezTo>
                  <a:pt x="699083" y="35752"/>
                  <a:pt x="700572" y="32302"/>
                  <a:pt x="702644" y="29675"/>
                </a:cubicBezTo>
                <a:cubicBezTo>
                  <a:pt x="704717" y="27047"/>
                  <a:pt x="707713" y="25025"/>
                  <a:pt x="711633" y="23608"/>
                </a:cubicBezTo>
                <a:cubicBezTo>
                  <a:pt x="715552" y="22190"/>
                  <a:pt x="720093" y="21481"/>
                  <a:pt x="725257" y="21481"/>
                </a:cubicBezTo>
                <a:cubicBezTo>
                  <a:pt x="730382" y="21481"/>
                  <a:pt x="734546" y="22084"/>
                  <a:pt x="737750" y="23290"/>
                </a:cubicBezTo>
                <a:cubicBezTo>
                  <a:pt x="740953" y="24496"/>
                  <a:pt x="743309" y="26013"/>
                  <a:pt x="744816" y="27841"/>
                </a:cubicBezTo>
                <a:cubicBezTo>
                  <a:pt x="746323" y="29669"/>
                  <a:pt x="747379" y="31977"/>
                  <a:pt x="747982" y="34766"/>
                </a:cubicBezTo>
                <a:cubicBezTo>
                  <a:pt x="748321" y="36500"/>
                  <a:pt x="748490" y="39628"/>
                  <a:pt x="748490" y="44150"/>
                </a:cubicBezTo>
                <a:lnTo>
                  <a:pt x="748490" y="57717"/>
                </a:lnTo>
                <a:cubicBezTo>
                  <a:pt x="748490" y="67177"/>
                  <a:pt x="748707" y="73160"/>
                  <a:pt x="749141" y="75666"/>
                </a:cubicBezTo>
                <a:cubicBezTo>
                  <a:pt x="749574" y="78172"/>
                  <a:pt x="750431" y="80574"/>
                  <a:pt x="751713" y="82873"/>
                </a:cubicBezTo>
                <a:lnTo>
                  <a:pt x="741085" y="82873"/>
                </a:lnTo>
                <a:cubicBezTo>
                  <a:pt x="740030" y="80761"/>
                  <a:pt x="739351" y="78290"/>
                  <a:pt x="739050" y="75461"/>
                </a:cubicBezTo>
                <a:moveTo>
                  <a:pt x="738202" y="52686"/>
                </a:moveTo>
                <a:cubicBezTo>
                  <a:pt x="734509" y="54207"/>
                  <a:pt x="728969" y="55499"/>
                  <a:pt x="721582" y="56562"/>
                </a:cubicBezTo>
                <a:cubicBezTo>
                  <a:pt x="717399" y="57167"/>
                  <a:pt x="714440" y="57849"/>
                  <a:pt x="712707" y="58606"/>
                </a:cubicBezTo>
                <a:cubicBezTo>
                  <a:pt x="710973" y="59362"/>
                  <a:pt x="709635" y="60469"/>
                  <a:pt x="708693" y="61927"/>
                </a:cubicBezTo>
                <a:cubicBezTo>
                  <a:pt x="707751" y="63384"/>
                  <a:pt x="707280" y="65002"/>
                  <a:pt x="707280" y="66780"/>
                </a:cubicBezTo>
                <a:cubicBezTo>
                  <a:pt x="707280" y="69504"/>
                  <a:pt x="708307" y="71775"/>
                  <a:pt x="710361" y="73592"/>
                </a:cubicBezTo>
                <a:cubicBezTo>
                  <a:pt x="712415" y="75408"/>
                  <a:pt x="715420" y="76316"/>
                  <a:pt x="719377" y="76316"/>
                </a:cubicBezTo>
                <a:cubicBezTo>
                  <a:pt x="723297" y="76316"/>
                  <a:pt x="726783" y="75454"/>
                  <a:pt x="729835" y="73731"/>
                </a:cubicBezTo>
                <a:cubicBezTo>
                  <a:pt x="732888" y="72008"/>
                  <a:pt x="735130" y="69651"/>
                  <a:pt x="736563" y="66660"/>
                </a:cubicBezTo>
                <a:cubicBezTo>
                  <a:pt x="737655" y="64349"/>
                  <a:pt x="738202" y="60941"/>
                  <a:pt x="738202" y="56435"/>
                </a:cubicBezTo>
                <a:lnTo>
                  <a:pt x="738202" y="52686"/>
                </a:lnTo>
                <a:close/>
                <a:moveTo>
                  <a:pt x="764268" y="82873"/>
                </a:moveTo>
                <a:lnTo>
                  <a:pt x="764268" y="22838"/>
                </a:lnTo>
                <a:lnTo>
                  <a:pt x="773426" y="22838"/>
                </a:lnTo>
                <a:lnTo>
                  <a:pt x="773426" y="31318"/>
                </a:lnTo>
                <a:cubicBezTo>
                  <a:pt x="777835" y="24760"/>
                  <a:pt x="784205" y="21481"/>
                  <a:pt x="792533" y="21481"/>
                </a:cubicBezTo>
                <a:cubicBezTo>
                  <a:pt x="796151" y="21481"/>
                  <a:pt x="799477" y="22132"/>
                  <a:pt x="802511" y="23432"/>
                </a:cubicBezTo>
                <a:cubicBezTo>
                  <a:pt x="805545" y="24732"/>
                  <a:pt x="807815" y="26437"/>
                  <a:pt x="809323" y="28548"/>
                </a:cubicBezTo>
                <a:cubicBezTo>
                  <a:pt x="810830" y="30658"/>
                  <a:pt x="811886" y="33164"/>
                  <a:pt x="812488" y="36066"/>
                </a:cubicBezTo>
                <a:cubicBezTo>
                  <a:pt x="812865" y="37951"/>
                  <a:pt x="813054" y="41248"/>
                  <a:pt x="813054" y="45959"/>
                </a:cubicBezTo>
                <a:lnTo>
                  <a:pt x="813054" y="82873"/>
                </a:lnTo>
                <a:lnTo>
                  <a:pt x="802878" y="82873"/>
                </a:lnTo>
                <a:lnTo>
                  <a:pt x="802878" y="46316"/>
                </a:lnTo>
                <a:cubicBezTo>
                  <a:pt x="802878" y="42166"/>
                  <a:pt x="802483" y="39062"/>
                  <a:pt x="801691" y="37006"/>
                </a:cubicBezTo>
                <a:cubicBezTo>
                  <a:pt x="800900" y="34950"/>
                  <a:pt x="799496" y="33309"/>
                  <a:pt x="797480" y="32083"/>
                </a:cubicBezTo>
                <a:cubicBezTo>
                  <a:pt x="795463" y="30857"/>
                  <a:pt x="793099" y="30244"/>
                  <a:pt x="790385" y="30244"/>
                </a:cubicBezTo>
                <a:cubicBezTo>
                  <a:pt x="786051" y="30244"/>
                  <a:pt x="782311" y="31621"/>
                  <a:pt x="779164" y="34376"/>
                </a:cubicBezTo>
                <a:cubicBezTo>
                  <a:pt x="776017" y="37129"/>
                  <a:pt x="774444" y="42354"/>
                  <a:pt x="774444" y="50050"/>
                </a:cubicBezTo>
                <a:lnTo>
                  <a:pt x="774444" y="82873"/>
                </a:lnTo>
                <a:lnTo>
                  <a:pt x="764268" y="82873"/>
                </a:lnTo>
                <a:close/>
                <a:moveTo>
                  <a:pt x="900169" y="82873"/>
                </a:moveTo>
                <a:lnTo>
                  <a:pt x="900169" y="74055"/>
                </a:lnTo>
                <a:cubicBezTo>
                  <a:pt x="895496" y="80838"/>
                  <a:pt x="889146" y="84230"/>
                  <a:pt x="881118" y="84230"/>
                </a:cubicBezTo>
                <a:cubicBezTo>
                  <a:pt x="877576" y="84230"/>
                  <a:pt x="874269" y="83552"/>
                  <a:pt x="871197" y="82195"/>
                </a:cubicBezTo>
                <a:cubicBezTo>
                  <a:pt x="868126" y="80838"/>
                  <a:pt x="865846" y="79133"/>
                  <a:pt x="864357" y="77079"/>
                </a:cubicBezTo>
                <a:cubicBezTo>
                  <a:pt x="862868" y="75025"/>
                  <a:pt x="861823" y="72509"/>
                  <a:pt x="861220" y="69532"/>
                </a:cubicBezTo>
                <a:cubicBezTo>
                  <a:pt x="860805" y="67535"/>
                  <a:pt x="860598" y="64369"/>
                  <a:pt x="860598" y="60035"/>
                </a:cubicBezTo>
                <a:lnTo>
                  <a:pt x="860598" y="22838"/>
                </a:lnTo>
                <a:lnTo>
                  <a:pt x="870773" y="22838"/>
                </a:lnTo>
                <a:lnTo>
                  <a:pt x="870773" y="56135"/>
                </a:lnTo>
                <a:cubicBezTo>
                  <a:pt x="870773" y="61448"/>
                  <a:pt x="870981" y="65029"/>
                  <a:pt x="871395" y="66875"/>
                </a:cubicBezTo>
                <a:cubicBezTo>
                  <a:pt x="872036" y="69551"/>
                  <a:pt x="873393" y="71652"/>
                  <a:pt x="875465" y="73178"/>
                </a:cubicBezTo>
                <a:cubicBezTo>
                  <a:pt x="877538" y="74705"/>
                  <a:pt x="880101" y="75468"/>
                  <a:pt x="883153" y="75468"/>
                </a:cubicBezTo>
                <a:cubicBezTo>
                  <a:pt x="886206" y="75468"/>
                  <a:pt x="889070" y="74686"/>
                  <a:pt x="891746" y="73122"/>
                </a:cubicBezTo>
                <a:cubicBezTo>
                  <a:pt x="894422" y="71558"/>
                  <a:pt x="896316" y="69429"/>
                  <a:pt x="897427" y="66734"/>
                </a:cubicBezTo>
                <a:cubicBezTo>
                  <a:pt x="898539" y="64039"/>
                  <a:pt x="899095" y="60129"/>
                  <a:pt x="899095" y="55004"/>
                </a:cubicBezTo>
                <a:lnTo>
                  <a:pt x="899095" y="22838"/>
                </a:lnTo>
                <a:lnTo>
                  <a:pt x="909270" y="22838"/>
                </a:lnTo>
                <a:lnTo>
                  <a:pt x="909270" y="82873"/>
                </a:lnTo>
                <a:lnTo>
                  <a:pt x="900169" y="82873"/>
                </a:lnTo>
                <a:close/>
                <a:moveTo>
                  <a:pt x="925217" y="82873"/>
                </a:moveTo>
                <a:lnTo>
                  <a:pt x="925217" y="22838"/>
                </a:lnTo>
                <a:lnTo>
                  <a:pt x="934375" y="22838"/>
                </a:lnTo>
                <a:lnTo>
                  <a:pt x="934375" y="31318"/>
                </a:lnTo>
                <a:cubicBezTo>
                  <a:pt x="938784" y="24760"/>
                  <a:pt x="945153" y="21481"/>
                  <a:pt x="953482" y="21481"/>
                </a:cubicBezTo>
                <a:cubicBezTo>
                  <a:pt x="957100" y="21481"/>
                  <a:pt x="960426" y="22132"/>
                  <a:pt x="963460" y="23432"/>
                </a:cubicBezTo>
                <a:cubicBezTo>
                  <a:pt x="966493" y="24732"/>
                  <a:pt x="968764" y="26437"/>
                  <a:pt x="970271" y="28548"/>
                </a:cubicBezTo>
                <a:cubicBezTo>
                  <a:pt x="971779" y="30658"/>
                  <a:pt x="972834" y="33164"/>
                  <a:pt x="973437" y="36066"/>
                </a:cubicBezTo>
                <a:cubicBezTo>
                  <a:pt x="973814" y="37951"/>
                  <a:pt x="974002" y="41248"/>
                  <a:pt x="974002" y="45959"/>
                </a:cubicBezTo>
                <a:lnTo>
                  <a:pt x="974002" y="82873"/>
                </a:lnTo>
                <a:lnTo>
                  <a:pt x="963827" y="82873"/>
                </a:lnTo>
                <a:lnTo>
                  <a:pt x="963827" y="46316"/>
                </a:lnTo>
                <a:cubicBezTo>
                  <a:pt x="963827" y="42166"/>
                  <a:pt x="963431" y="39062"/>
                  <a:pt x="962640" y="37006"/>
                </a:cubicBezTo>
                <a:cubicBezTo>
                  <a:pt x="961848" y="34950"/>
                  <a:pt x="960445" y="33309"/>
                  <a:pt x="958428" y="32083"/>
                </a:cubicBezTo>
                <a:cubicBezTo>
                  <a:pt x="956412" y="30857"/>
                  <a:pt x="954047" y="30244"/>
                  <a:pt x="951334" y="30244"/>
                </a:cubicBezTo>
                <a:cubicBezTo>
                  <a:pt x="947000" y="30244"/>
                  <a:pt x="943259" y="31621"/>
                  <a:pt x="940113" y="34376"/>
                </a:cubicBezTo>
                <a:cubicBezTo>
                  <a:pt x="936966" y="37129"/>
                  <a:pt x="935392" y="42354"/>
                  <a:pt x="935392" y="50050"/>
                </a:cubicBezTo>
                <a:lnTo>
                  <a:pt x="935392" y="82873"/>
                </a:lnTo>
                <a:lnTo>
                  <a:pt x="925217" y="82873"/>
                </a:lnTo>
                <a:close/>
                <a:moveTo>
                  <a:pt x="1028786" y="75461"/>
                </a:moveTo>
                <a:cubicBezTo>
                  <a:pt x="1025017" y="78667"/>
                  <a:pt x="1021390" y="80930"/>
                  <a:pt x="1017904" y="82250"/>
                </a:cubicBezTo>
                <a:cubicBezTo>
                  <a:pt x="1014418" y="83570"/>
                  <a:pt x="1010678" y="84230"/>
                  <a:pt x="1006683" y="84230"/>
                </a:cubicBezTo>
                <a:cubicBezTo>
                  <a:pt x="1000088" y="84230"/>
                  <a:pt x="995019" y="82618"/>
                  <a:pt x="991476" y="79393"/>
                </a:cubicBezTo>
                <a:cubicBezTo>
                  <a:pt x="987934" y="76169"/>
                  <a:pt x="986162" y="72048"/>
                  <a:pt x="986162" y="67033"/>
                </a:cubicBezTo>
                <a:cubicBezTo>
                  <a:pt x="986162" y="64092"/>
                  <a:pt x="986831" y="61405"/>
                  <a:pt x="988169" y="58973"/>
                </a:cubicBezTo>
                <a:cubicBezTo>
                  <a:pt x="989507" y="56540"/>
                  <a:pt x="991259" y="54588"/>
                  <a:pt x="993426" y="53117"/>
                </a:cubicBezTo>
                <a:cubicBezTo>
                  <a:pt x="995593" y="51646"/>
                  <a:pt x="998034" y="50534"/>
                  <a:pt x="1000747" y="49780"/>
                </a:cubicBezTo>
                <a:cubicBezTo>
                  <a:pt x="1002744" y="49251"/>
                  <a:pt x="1005759" y="48742"/>
                  <a:pt x="1009792" y="48252"/>
                </a:cubicBezTo>
                <a:cubicBezTo>
                  <a:pt x="1018008" y="47279"/>
                  <a:pt x="1024056" y="46119"/>
                  <a:pt x="1027938" y="44772"/>
                </a:cubicBezTo>
                <a:cubicBezTo>
                  <a:pt x="1027976" y="43383"/>
                  <a:pt x="1027995" y="42501"/>
                  <a:pt x="1027995" y="42126"/>
                </a:cubicBezTo>
                <a:cubicBezTo>
                  <a:pt x="1027995" y="37995"/>
                  <a:pt x="1027034" y="35086"/>
                  <a:pt x="1025112" y="33397"/>
                </a:cubicBezTo>
                <a:cubicBezTo>
                  <a:pt x="1022511" y="31106"/>
                  <a:pt x="1018648" y="29961"/>
                  <a:pt x="1013523" y="29961"/>
                </a:cubicBezTo>
                <a:cubicBezTo>
                  <a:pt x="1008737" y="29961"/>
                  <a:pt x="1005204" y="30800"/>
                  <a:pt x="1002924" y="32477"/>
                </a:cubicBezTo>
                <a:cubicBezTo>
                  <a:pt x="1000643" y="34154"/>
                  <a:pt x="998957" y="37122"/>
                  <a:pt x="997864" y="41380"/>
                </a:cubicBezTo>
                <a:lnTo>
                  <a:pt x="987915" y="40023"/>
                </a:lnTo>
                <a:cubicBezTo>
                  <a:pt x="988819" y="35752"/>
                  <a:pt x="990308" y="32302"/>
                  <a:pt x="992381" y="29675"/>
                </a:cubicBezTo>
                <a:cubicBezTo>
                  <a:pt x="994453" y="27047"/>
                  <a:pt x="997449" y="25025"/>
                  <a:pt x="1001369" y="23608"/>
                </a:cubicBezTo>
                <a:cubicBezTo>
                  <a:pt x="1005288" y="22190"/>
                  <a:pt x="1009830" y="21481"/>
                  <a:pt x="1014993" y="21481"/>
                </a:cubicBezTo>
                <a:cubicBezTo>
                  <a:pt x="1020118" y="21481"/>
                  <a:pt x="1024283" y="22084"/>
                  <a:pt x="1027486" y="23290"/>
                </a:cubicBezTo>
                <a:cubicBezTo>
                  <a:pt x="1030689" y="24496"/>
                  <a:pt x="1033045" y="26013"/>
                  <a:pt x="1034552" y="27841"/>
                </a:cubicBezTo>
                <a:cubicBezTo>
                  <a:pt x="1036060" y="29669"/>
                  <a:pt x="1037115" y="31977"/>
                  <a:pt x="1037718" y="34766"/>
                </a:cubicBezTo>
                <a:cubicBezTo>
                  <a:pt x="1038057" y="36500"/>
                  <a:pt x="1038227" y="39628"/>
                  <a:pt x="1038227" y="44150"/>
                </a:cubicBezTo>
                <a:lnTo>
                  <a:pt x="1038227" y="57717"/>
                </a:lnTo>
                <a:cubicBezTo>
                  <a:pt x="1038227" y="67177"/>
                  <a:pt x="1038443" y="73160"/>
                  <a:pt x="1038877" y="75666"/>
                </a:cubicBezTo>
                <a:cubicBezTo>
                  <a:pt x="1039310" y="78172"/>
                  <a:pt x="1040168" y="80574"/>
                  <a:pt x="1041449" y="82873"/>
                </a:cubicBezTo>
                <a:lnTo>
                  <a:pt x="1030821" y="82873"/>
                </a:lnTo>
                <a:cubicBezTo>
                  <a:pt x="1029766" y="80761"/>
                  <a:pt x="1029088" y="78290"/>
                  <a:pt x="1028786" y="75461"/>
                </a:cubicBezTo>
                <a:moveTo>
                  <a:pt x="1027938" y="52686"/>
                </a:moveTo>
                <a:cubicBezTo>
                  <a:pt x="1024245" y="54207"/>
                  <a:pt x="1018705" y="55499"/>
                  <a:pt x="1011318" y="56562"/>
                </a:cubicBezTo>
                <a:cubicBezTo>
                  <a:pt x="1007135" y="57167"/>
                  <a:pt x="1004177" y="57849"/>
                  <a:pt x="1002443" y="58606"/>
                </a:cubicBezTo>
                <a:cubicBezTo>
                  <a:pt x="1000709" y="59362"/>
                  <a:pt x="999372" y="60469"/>
                  <a:pt x="998429" y="61927"/>
                </a:cubicBezTo>
                <a:cubicBezTo>
                  <a:pt x="997487" y="63384"/>
                  <a:pt x="997016" y="65002"/>
                  <a:pt x="997016" y="66780"/>
                </a:cubicBezTo>
                <a:cubicBezTo>
                  <a:pt x="997016" y="69504"/>
                  <a:pt x="998043" y="71775"/>
                  <a:pt x="1000097" y="73592"/>
                </a:cubicBezTo>
                <a:cubicBezTo>
                  <a:pt x="1002151" y="75408"/>
                  <a:pt x="1005156" y="76316"/>
                  <a:pt x="1009114" y="76316"/>
                </a:cubicBezTo>
                <a:cubicBezTo>
                  <a:pt x="1013033" y="76316"/>
                  <a:pt x="1016519" y="75454"/>
                  <a:pt x="1019572" y="73731"/>
                </a:cubicBezTo>
                <a:cubicBezTo>
                  <a:pt x="1022624" y="72008"/>
                  <a:pt x="1024867" y="69651"/>
                  <a:pt x="1026299" y="66660"/>
                </a:cubicBezTo>
                <a:cubicBezTo>
                  <a:pt x="1027392" y="64349"/>
                  <a:pt x="1027938" y="60941"/>
                  <a:pt x="1027938" y="56435"/>
                </a:cubicBezTo>
                <a:lnTo>
                  <a:pt x="1027938" y="52686"/>
                </a:lnTo>
                <a:close/>
                <a:moveTo>
                  <a:pt x="1053778" y="82873"/>
                </a:moveTo>
                <a:lnTo>
                  <a:pt x="1053778" y="0"/>
                </a:lnTo>
                <a:lnTo>
                  <a:pt x="1063953" y="0"/>
                </a:lnTo>
                <a:lnTo>
                  <a:pt x="1063953" y="82873"/>
                </a:lnTo>
                <a:lnTo>
                  <a:pt x="1053778" y="82873"/>
                </a:lnTo>
                <a:close/>
                <a:moveTo>
                  <a:pt x="1101946" y="73885"/>
                </a:moveTo>
                <a:lnTo>
                  <a:pt x="1103416" y="82873"/>
                </a:lnTo>
                <a:cubicBezTo>
                  <a:pt x="1100551" y="83401"/>
                  <a:pt x="1097989" y="83665"/>
                  <a:pt x="1095727" y="83665"/>
                </a:cubicBezTo>
                <a:cubicBezTo>
                  <a:pt x="1092034" y="83665"/>
                  <a:pt x="1089170" y="83081"/>
                  <a:pt x="1087135" y="81912"/>
                </a:cubicBezTo>
                <a:cubicBezTo>
                  <a:pt x="1085100" y="80744"/>
                  <a:pt x="1083668" y="79208"/>
                  <a:pt x="1082838" y="77305"/>
                </a:cubicBezTo>
                <a:cubicBezTo>
                  <a:pt x="1082009" y="75402"/>
                  <a:pt x="1081595" y="71398"/>
                  <a:pt x="1081595" y="65292"/>
                </a:cubicBezTo>
                <a:lnTo>
                  <a:pt x="1081595" y="30752"/>
                </a:lnTo>
                <a:lnTo>
                  <a:pt x="1074133" y="30752"/>
                </a:lnTo>
                <a:lnTo>
                  <a:pt x="1074133" y="22838"/>
                </a:lnTo>
                <a:lnTo>
                  <a:pt x="1081595" y="22838"/>
                </a:lnTo>
                <a:lnTo>
                  <a:pt x="1081595" y="7930"/>
                </a:lnTo>
                <a:lnTo>
                  <a:pt x="1091714" y="1809"/>
                </a:lnTo>
                <a:lnTo>
                  <a:pt x="1091714" y="22838"/>
                </a:lnTo>
                <a:lnTo>
                  <a:pt x="1101946" y="22838"/>
                </a:lnTo>
                <a:lnTo>
                  <a:pt x="1101946" y="30752"/>
                </a:lnTo>
                <a:lnTo>
                  <a:pt x="1091714" y="30752"/>
                </a:lnTo>
                <a:lnTo>
                  <a:pt x="1091714" y="65858"/>
                </a:lnTo>
                <a:cubicBezTo>
                  <a:pt x="1091714" y="68760"/>
                  <a:pt x="1091893" y="70625"/>
                  <a:pt x="1092251" y="71454"/>
                </a:cubicBezTo>
                <a:cubicBezTo>
                  <a:pt x="1092609" y="72283"/>
                  <a:pt x="1093193" y="72943"/>
                  <a:pt x="1094003" y="73433"/>
                </a:cubicBezTo>
                <a:cubicBezTo>
                  <a:pt x="1094813" y="73923"/>
                  <a:pt x="1095972" y="74168"/>
                  <a:pt x="1097480" y="74168"/>
                </a:cubicBezTo>
                <a:cubicBezTo>
                  <a:pt x="1098610" y="74168"/>
                  <a:pt x="1100099" y="74073"/>
                  <a:pt x="1101946" y="73885"/>
                </a:cubicBezTo>
                <a:close/>
                <a:moveTo>
                  <a:pt x="1152989" y="63540"/>
                </a:moveTo>
                <a:lnTo>
                  <a:pt x="1163503" y="64840"/>
                </a:lnTo>
                <a:cubicBezTo>
                  <a:pt x="1161845" y="70983"/>
                  <a:pt x="1158773" y="75751"/>
                  <a:pt x="1154289" y="79142"/>
                </a:cubicBezTo>
                <a:cubicBezTo>
                  <a:pt x="1149804" y="82534"/>
                  <a:pt x="1144076" y="84230"/>
                  <a:pt x="1137104" y="84230"/>
                </a:cubicBezTo>
                <a:cubicBezTo>
                  <a:pt x="1128323" y="84230"/>
                  <a:pt x="1121360" y="81526"/>
                  <a:pt x="1116216" y="76118"/>
                </a:cubicBezTo>
                <a:cubicBezTo>
                  <a:pt x="1111071" y="70710"/>
                  <a:pt x="1108499" y="63125"/>
                  <a:pt x="1108499" y="53365"/>
                </a:cubicBezTo>
                <a:cubicBezTo>
                  <a:pt x="1108499" y="43264"/>
                  <a:pt x="1111100" y="35426"/>
                  <a:pt x="1116300" y="29848"/>
                </a:cubicBezTo>
                <a:cubicBezTo>
                  <a:pt x="1121501" y="24270"/>
                  <a:pt x="1128247" y="21481"/>
                  <a:pt x="1136538" y="21481"/>
                </a:cubicBezTo>
                <a:cubicBezTo>
                  <a:pt x="1144566" y="21481"/>
                  <a:pt x="1151123" y="24210"/>
                  <a:pt x="1156211" y="29666"/>
                </a:cubicBezTo>
                <a:cubicBezTo>
                  <a:pt x="1161299" y="35121"/>
                  <a:pt x="1163842" y="42796"/>
                  <a:pt x="1163842" y="52692"/>
                </a:cubicBezTo>
                <a:cubicBezTo>
                  <a:pt x="1163842" y="53293"/>
                  <a:pt x="1163824" y="54196"/>
                  <a:pt x="1163786" y="55400"/>
                </a:cubicBezTo>
                <a:lnTo>
                  <a:pt x="1119014" y="55400"/>
                </a:lnTo>
                <a:cubicBezTo>
                  <a:pt x="1119391" y="61976"/>
                  <a:pt x="1121256" y="67012"/>
                  <a:pt x="1124610" y="70507"/>
                </a:cubicBezTo>
                <a:cubicBezTo>
                  <a:pt x="1127964" y="74003"/>
                  <a:pt x="1132148" y="75751"/>
                  <a:pt x="1137160" y="75751"/>
                </a:cubicBezTo>
                <a:cubicBezTo>
                  <a:pt x="1140891" y="75751"/>
                  <a:pt x="1144076" y="74780"/>
                  <a:pt x="1146714" y="72839"/>
                </a:cubicBezTo>
                <a:cubicBezTo>
                  <a:pt x="1149352" y="70897"/>
                  <a:pt x="1151443" y="67797"/>
                  <a:pt x="1152989" y="63540"/>
                </a:cubicBezTo>
                <a:moveTo>
                  <a:pt x="1119579" y="46920"/>
                </a:moveTo>
                <a:lnTo>
                  <a:pt x="1153102" y="46920"/>
                </a:lnTo>
                <a:cubicBezTo>
                  <a:pt x="1152649" y="41953"/>
                  <a:pt x="1151368" y="38227"/>
                  <a:pt x="1149258" y="35743"/>
                </a:cubicBezTo>
                <a:cubicBezTo>
                  <a:pt x="1146016" y="31888"/>
                  <a:pt x="1141814" y="29961"/>
                  <a:pt x="1136651" y="29961"/>
                </a:cubicBezTo>
                <a:cubicBezTo>
                  <a:pt x="1131978" y="29961"/>
                  <a:pt x="1128049" y="31500"/>
                  <a:pt x="1124865" y="34577"/>
                </a:cubicBezTo>
                <a:cubicBezTo>
                  <a:pt x="1121680" y="37653"/>
                  <a:pt x="1119918" y="41768"/>
                  <a:pt x="1119579" y="46920"/>
                </a:cubicBezTo>
                <a:close/>
                <a:moveTo>
                  <a:pt x="1176172" y="82873"/>
                </a:moveTo>
                <a:lnTo>
                  <a:pt x="1176172" y="22838"/>
                </a:lnTo>
                <a:lnTo>
                  <a:pt x="1185330" y="22838"/>
                </a:lnTo>
                <a:lnTo>
                  <a:pt x="1185330" y="31883"/>
                </a:lnTo>
                <a:cubicBezTo>
                  <a:pt x="1187666" y="27648"/>
                  <a:pt x="1189824" y="24856"/>
                  <a:pt x="1191802" y="23506"/>
                </a:cubicBezTo>
                <a:cubicBezTo>
                  <a:pt x="1193781" y="22156"/>
                  <a:pt x="1195957" y="21481"/>
                  <a:pt x="1198332" y="21481"/>
                </a:cubicBezTo>
                <a:cubicBezTo>
                  <a:pt x="1201761" y="21481"/>
                  <a:pt x="1205247" y="22570"/>
                  <a:pt x="1208790" y="24746"/>
                </a:cubicBezTo>
                <a:lnTo>
                  <a:pt x="1205285" y="34144"/>
                </a:lnTo>
                <a:cubicBezTo>
                  <a:pt x="1202798" y="32674"/>
                  <a:pt x="1200310" y="31940"/>
                  <a:pt x="1197823" y="31940"/>
                </a:cubicBezTo>
                <a:cubicBezTo>
                  <a:pt x="1195599" y="31940"/>
                  <a:pt x="1193602" y="32610"/>
                  <a:pt x="1191831" y="33950"/>
                </a:cubicBezTo>
                <a:cubicBezTo>
                  <a:pt x="1190059" y="35289"/>
                  <a:pt x="1188797" y="37147"/>
                  <a:pt x="1188043" y="39523"/>
                </a:cubicBezTo>
                <a:cubicBezTo>
                  <a:pt x="1186913" y="43145"/>
                  <a:pt x="1186347" y="47106"/>
                  <a:pt x="1186347" y="51407"/>
                </a:cubicBezTo>
                <a:lnTo>
                  <a:pt x="1186347" y="82873"/>
                </a:lnTo>
                <a:lnTo>
                  <a:pt x="1176172" y="82873"/>
                </a:lnTo>
                <a:close/>
                <a:moveTo>
                  <a:pt x="1255947" y="63540"/>
                </a:moveTo>
                <a:lnTo>
                  <a:pt x="1266461" y="64840"/>
                </a:lnTo>
                <a:cubicBezTo>
                  <a:pt x="1264803" y="70983"/>
                  <a:pt x="1261732" y="75751"/>
                  <a:pt x="1257247" y="79142"/>
                </a:cubicBezTo>
                <a:cubicBezTo>
                  <a:pt x="1252762" y="82534"/>
                  <a:pt x="1247034" y="84230"/>
                  <a:pt x="1240062" y="84230"/>
                </a:cubicBezTo>
                <a:cubicBezTo>
                  <a:pt x="1231281" y="84230"/>
                  <a:pt x="1224318" y="81526"/>
                  <a:pt x="1219174" y="76118"/>
                </a:cubicBezTo>
                <a:cubicBezTo>
                  <a:pt x="1214030" y="70710"/>
                  <a:pt x="1211458" y="63125"/>
                  <a:pt x="1211458" y="53365"/>
                </a:cubicBezTo>
                <a:cubicBezTo>
                  <a:pt x="1211458" y="43264"/>
                  <a:pt x="1214058" y="35426"/>
                  <a:pt x="1219259" y="29848"/>
                </a:cubicBezTo>
                <a:cubicBezTo>
                  <a:pt x="1224459" y="24270"/>
                  <a:pt x="1231205" y="21481"/>
                  <a:pt x="1239497" y="21481"/>
                </a:cubicBezTo>
                <a:cubicBezTo>
                  <a:pt x="1247524" y="21481"/>
                  <a:pt x="1254081" y="24210"/>
                  <a:pt x="1259169" y="29666"/>
                </a:cubicBezTo>
                <a:cubicBezTo>
                  <a:pt x="1264257" y="35121"/>
                  <a:pt x="1266801" y="42796"/>
                  <a:pt x="1266801" y="52692"/>
                </a:cubicBezTo>
                <a:cubicBezTo>
                  <a:pt x="1266801" y="53293"/>
                  <a:pt x="1266782" y="54196"/>
                  <a:pt x="1266744" y="55400"/>
                </a:cubicBezTo>
                <a:lnTo>
                  <a:pt x="1221972" y="55400"/>
                </a:lnTo>
                <a:cubicBezTo>
                  <a:pt x="1222349" y="61976"/>
                  <a:pt x="1224215" y="67012"/>
                  <a:pt x="1227569" y="70507"/>
                </a:cubicBezTo>
                <a:cubicBezTo>
                  <a:pt x="1230923" y="74003"/>
                  <a:pt x="1235106" y="75751"/>
                  <a:pt x="1240118" y="75751"/>
                </a:cubicBezTo>
                <a:cubicBezTo>
                  <a:pt x="1243849" y="75751"/>
                  <a:pt x="1247034" y="74780"/>
                  <a:pt x="1249672" y="72839"/>
                </a:cubicBezTo>
                <a:cubicBezTo>
                  <a:pt x="1252310" y="70897"/>
                  <a:pt x="1254402" y="67797"/>
                  <a:pt x="1255947" y="63540"/>
                </a:cubicBezTo>
                <a:moveTo>
                  <a:pt x="1222537" y="46920"/>
                </a:moveTo>
                <a:lnTo>
                  <a:pt x="1256060" y="46920"/>
                </a:lnTo>
                <a:cubicBezTo>
                  <a:pt x="1255608" y="41953"/>
                  <a:pt x="1254326" y="38227"/>
                  <a:pt x="1252216" y="35743"/>
                </a:cubicBezTo>
                <a:cubicBezTo>
                  <a:pt x="1248975" y="31888"/>
                  <a:pt x="1244773" y="29961"/>
                  <a:pt x="1239610" y="29961"/>
                </a:cubicBezTo>
                <a:cubicBezTo>
                  <a:pt x="1234936" y="29961"/>
                  <a:pt x="1231008" y="31500"/>
                  <a:pt x="1227823" y="34577"/>
                </a:cubicBezTo>
                <a:cubicBezTo>
                  <a:pt x="1224639" y="37653"/>
                  <a:pt x="1222877" y="41768"/>
                  <a:pt x="1222537" y="46920"/>
                </a:cubicBezTo>
                <a:close/>
                <a:moveTo>
                  <a:pt x="1318192" y="82873"/>
                </a:moveTo>
                <a:lnTo>
                  <a:pt x="1318192" y="75298"/>
                </a:lnTo>
                <a:cubicBezTo>
                  <a:pt x="1314386" y="81253"/>
                  <a:pt x="1308789" y="84230"/>
                  <a:pt x="1301402" y="84230"/>
                </a:cubicBezTo>
                <a:cubicBezTo>
                  <a:pt x="1296616" y="84230"/>
                  <a:pt x="1292216" y="82911"/>
                  <a:pt x="1288203" y="80273"/>
                </a:cubicBezTo>
                <a:cubicBezTo>
                  <a:pt x="1284189" y="77635"/>
                  <a:pt x="1281080" y="73951"/>
                  <a:pt x="1278875" y="69221"/>
                </a:cubicBezTo>
                <a:cubicBezTo>
                  <a:pt x="1276670" y="64492"/>
                  <a:pt x="1275568" y="59055"/>
                  <a:pt x="1275568" y="52912"/>
                </a:cubicBezTo>
                <a:cubicBezTo>
                  <a:pt x="1275568" y="46920"/>
                  <a:pt x="1276567" y="41484"/>
                  <a:pt x="1278564" y="36603"/>
                </a:cubicBezTo>
                <a:cubicBezTo>
                  <a:pt x="1280562" y="31723"/>
                  <a:pt x="1283558" y="27982"/>
                  <a:pt x="1287552" y="25382"/>
                </a:cubicBezTo>
                <a:cubicBezTo>
                  <a:pt x="1291547" y="22782"/>
                  <a:pt x="1296013" y="21481"/>
                  <a:pt x="1300950" y="21481"/>
                </a:cubicBezTo>
                <a:cubicBezTo>
                  <a:pt x="1304568" y="21481"/>
                  <a:pt x="1307790" y="22245"/>
                  <a:pt x="1310617" y="23771"/>
                </a:cubicBezTo>
                <a:cubicBezTo>
                  <a:pt x="1313443" y="25297"/>
                  <a:pt x="1315742" y="27285"/>
                  <a:pt x="1317514" y="29735"/>
                </a:cubicBezTo>
                <a:lnTo>
                  <a:pt x="1317514" y="0"/>
                </a:lnTo>
                <a:lnTo>
                  <a:pt x="1327632" y="0"/>
                </a:lnTo>
                <a:lnTo>
                  <a:pt x="1327632" y="82873"/>
                </a:lnTo>
                <a:lnTo>
                  <a:pt x="1318192" y="82873"/>
                </a:lnTo>
                <a:moveTo>
                  <a:pt x="1286026" y="52884"/>
                </a:moveTo>
                <a:cubicBezTo>
                  <a:pt x="1286026" y="60544"/>
                  <a:pt x="1287647" y="66270"/>
                  <a:pt x="1290888" y="70062"/>
                </a:cubicBezTo>
                <a:cubicBezTo>
                  <a:pt x="1294129" y="73854"/>
                  <a:pt x="1297954" y="75751"/>
                  <a:pt x="1302363" y="75751"/>
                </a:cubicBezTo>
                <a:cubicBezTo>
                  <a:pt x="1306810" y="75751"/>
                  <a:pt x="1310589" y="73939"/>
                  <a:pt x="1313698" y="70317"/>
                </a:cubicBezTo>
                <a:cubicBezTo>
                  <a:pt x="1316807" y="66693"/>
                  <a:pt x="1318361" y="61163"/>
                  <a:pt x="1318361" y="53728"/>
                </a:cubicBezTo>
                <a:cubicBezTo>
                  <a:pt x="1318361" y="45543"/>
                  <a:pt x="1316779" y="39536"/>
                  <a:pt x="1313613" y="35706"/>
                </a:cubicBezTo>
                <a:cubicBezTo>
                  <a:pt x="1310447" y="31876"/>
                  <a:pt x="1306547" y="29961"/>
                  <a:pt x="1301911" y="29961"/>
                </a:cubicBezTo>
                <a:cubicBezTo>
                  <a:pt x="1297389" y="29961"/>
                  <a:pt x="1293611" y="31801"/>
                  <a:pt x="1290577" y="35482"/>
                </a:cubicBezTo>
                <a:cubicBezTo>
                  <a:pt x="1287543" y="39161"/>
                  <a:pt x="1286026" y="44962"/>
                  <a:pt x="1286026" y="52884"/>
                </a:cubicBez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recordingofreality.">
            <a:extLst xmlns:a="http://schemas.openxmlformats.org/drawingml/2006/main">
              <a:ext uri="{FF2B5EF4-FFF2-40B4-BE49-F238E27FC236}">
                <a16:creationId xmlns:a16="http://schemas.microsoft.com/office/drawing/2014/main" id="{949CE274-974F-4014-B890-3AE2E74F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480" y="7264177"/>
            <a:ext cx="958432" cy="108651"/>
          </a:xfrm>
          <a:custGeom xmlns:a="http://schemas.openxmlformats.org/drawingml/2006/main">
            <a:pathLst>
              <a:path w="958432" h="108651">
                <a:moveTo>
                  <a:pt x="0" y="84230"/>
                </a:moveTo>
                <a:lnTo>
                  <a:pt x="0" y="24195"/>
                </a:lnTo>
                <a:lnTo>
                  <a:pt x="9158" y="24195"/>
                </a:lnTo>
                <a:lnTo>
                  <a:pt x="9158" y="33240"/>
                </a:lnTo>
                <a:cubicBezTo>
                  <a:pt x="11494" y="29005"/>
                  <a:pt x="13652" y="26212"/>
                  <a:pt x="15631" y="24863"/>
                </a:cubicBezTo>
                <a:cubicBezTo>
                  <a:pt x="17609" y="23513"/>
                  <a:pt x="19786" y="22838"/>
                  <a:pt x="22160" y="22838"/>
                </a:cubicBezTo>
                <a:cubicBezTo>
                  <a:pt x="25589" y="22838"/>
                  <a:pt x="29075" y="23926"/>
                  <a:pt x="32618" y="26103"/>
                </a:cubicBezTo>
                <a:lnTo>
                  <a:pt x="29113" y="35501"/>
                </a:lnTo>
                <a:cubicBezTo>
                  <a:pt x="26626" y="34031"/>
                  <a:pt x="24138" y="33296"/>
                  <a:pt x="21651" y="33296"/>
                </a:cubicBezTo>
                <a:cubicBezTo>
                  <a:pt x="19428" y="33296"/>
                  <a:pt x="17430" y="33966"/>
                  <a:pt x="15659" y="35307"/>
                </a:cubicBezTo>
                <a:cubicBezTo>
                  <a:pt x="13888" y="36646"/>
                  <a:pt x="12625" y="38504"/>
                  <a:pt x="11871" y="40880"/>
                </a:cubicBezTo>
                <a:cubicBezTo>
                  <a:pt x="10741" y="44502"/>
                  <a:pt x="10175" y="48463"/>
                  <a:pt x="10175" y="52764"/>
                </a:cubicBezTo>
                <a:lnTo>
                  <a:pt x="10175" y="84230"/>
                </a:lnTo>
                <a:lnTo>
                  <a:pt x="0" y="84230"/>
                </a:lnTo>
                <a:close/>
                <a:moveTo>
                  <a:pt x="79775" y="64897"/>
                </a:moveTo>
                <a:lnTo>
                  <a:pt x="90289" y="66197"/>
                </a:lnTo>
                <a:cubicBezTo>
                  <a:pt x="88631" y="72340"/>
                  <a:pt x="85560" y="77107"/>
                  <a:pt x="81075" y="80499"/>
                </a:cubicBezTo>
                <a:cubicBezTo>
                  <a:pt x="76590" y="83891"/>
                  <a:pt x="70862" y="85587"/>
                  <a:pt x="63890" y="85587"/>
                </a:cubicBezTo>
                <a:cubicBezTo>
                  <a:pt x="55109" y="85587"/>
                  <a:pt x="48146" y="82883"/>
                  <a:pt x="43002" y="77475"/>
                </a:cubicBezTo>
                <a:cubicBezTo>
                  <a:pt x="37858" y="72067"/>
                  <a:pt x="35285" y="64482"/>
                  <a:pt x="35285" y="54721"/>
                </a:cubicBezTo>
                <a:cubicBezTo>
                  <a:pt x="35285" y="44621"/>
                  <a:pt x="37886" y="36782"/>
                  <a:pt x="43087" y="31205"/>
                </a:cubicBezTo>
                <a:cubicBezTo>
                  <a:pt x="48287" y="25627"/>
                  <a:pt x="55033" y="22838"/>
                  <a:pt x="63325" y="22838"/>
                </a:cubicBezTo>
                <a:cubicBezTo>
                  <a:pt x="71352" y="22838"/>
                  <a:pt x="77909" y="25566"/>
                  <a:pt x="82997" y="31023"/>
                </a:cubicBezTo>
                <a:cubicBezTo>
                  <a:pt x="88085" y="36478"/>
                  <a:pt x="90629" y="44153"/>
                  <a:pt x="90629" y="54048"/>
                </a:cubicBezTo>
                <a:cubicBezTo>
                  <a:pt x="90629" y="54650"/>
                  <a:pt x="90610" y="55553"/>
                  <a:pt x="90572" y="56756"/>
                </a:cubicBezTo>
                <a:lnTo>
                  <a:pt x="45800" y="56756"/>
                </a:lnTo>
                <a:cubicBezTo>
                  <a:pt x="46177" y="63333"/>
                  <a:pt x="48042" y="68369"/>
                  <a:pt x="51397" y="71864"/>
                </a:cubicBezTo>
                <a:cubicBezTo>
                  <a:pt x="54751" y="75360"/>
                  <a:pt x="58934" y="77107"/>
                  <a:pt x="63946" y="77107"/>
                </a:cubicBezTo>
                <a:cubicBezTo>
                  <a:pt x="67677" y="77107"/>
                  <a:pt x="70862" y="76137"/>
                  <a:pt x="73500" y="74196"/>
                </a:cubicBezTo>
                <a:cubicBezTo>
                  <a:pt x="76138" y="72254"/>
                  <a:pt x="78230" y="69154"/>
                  <a:pt x="79775" y="64897"/>
                </a:cubicBezTo>
                <a:moveTo>
                  <a:pt x="46365" y="48277"/>
                </a:moveTo>
                <a:lnTo>
                  <a:pt x="79888" y="48277"/>
                </a:lnTo>
                <a:cubicBezTo>
                  <a:pt x="79436" y="43309"/>
                  <a:pt x="78154" y="39584"/>
                  <a:pt x="76044" y="37100"/>
                </a:cubicBezTo>
                <a:cubicBezTo>
                  <a:pt x="72803" y="33245"/>
                  <a:pt x="68601" y="31318"/>
                  <a:pt x="63438" y="31318"/>
                </a:cubicBezTo>
                <a:cubicBezTo>
                  <a:pt x="58764" y="31318"/>
                  <a:pt x="54836" y="32856"/>
                  <a:pt x="51651" y="35934"/>
                </a:cubicBezTo>
                <a:cubicBezTo>
                  <a:pt x="48466" y="39010"/>
                  <a:pt x="46705" y="43124"/>
                  <a:pt x="46365" y="48277"/>
                </a:cubicBezTo>
                <a:close/>
                <a:moveTo>
                  <a:pt x="142246" y="62183"/>
                </a:moveTo>
                <a:lnTo>
                  <a:pt x="152252" y="63483"/>
                </a:lnTo>
                <a:cubicBezTo>
                  <a:pt x="151159" y="70398"/>
                  <a:pt x="148361" y="75811"/>
                  <a:pt x="143857" y="79722"/>
                </a:cubicBezTo>
                <a:cubicBezTo>
                  <a:pt x="139354" y="83632"/>
                  <a:pt x="133823" y="85587"/>
                  <a:pt x="127266" y="85587"/>
                </a:cubicBezTo>
                <a:cubicBezTo>
                  <a:pt x="119050" y="85587"/>
                  <a:pt x="112445" y="82902"/>
                  <a:pt x="107452" y="77531"/>
                </a:cubicBezTo>
                <a:cubicBezTo>
                  <a:pt x="102458" y="72161"/>
                  <a:pt x="99962" y="64463"/>
                  <a:pt x="99962" y="54439"/>
                </a:cubicBezTo>
                <a:cubicBezTo>
                  <a:pt x="99962" y="47957"/>
                  <a:pt x="101036" y="42285"/>
                  <a:pt x="103184" y="37423"/>
                </a:cubicBezTo>
                <a:cubicBezTo>
                  <a:pt x="105332" y="32561"/>
                  <a:pt x="108601" y="28915"/>
                  <a:pt x="112992" y="26484"/>
                </a:cubicBezTo>
                <a:cubicBezTo>
                  <a:pt x="117382" y="24054"/>
                  <a:pt x="122159" y="22838"/>
                  <a:pt x="127322" y="22838"/>
                </a:cubicBezTo>
                <a:cubicBezTo>
                  <a:pt x="133842" y="22838"/>
                  <a:pt x="139175" y="24492"/>
                  <a:pt x="143320" y="27801"/>
                </a:cubicBezTo>
                <a:cubicBezTo>
                  <a:pt x="147466" y="31108"/>
                  <a:pt x="150123" y="35804"/>
                  <a:pt x="151291" y="41889"/>
                </a:cubicBezTo>
                <a:lnTo>
                  <a:pt x="141398" y="43415"/>
                </a:lnTo>
                <a:cubicBezTo>
                  <a:pt x="140456" y="39402"/>
                  <a:pt x="138788" y="36382"/>
                  <a:pt x="136395" y="34356"/>
                </a:cubicBezTo>
                <a:cubicBezTo>
                  <a:pt x="134002" y="32331"/>
                  <a:pt x="131110" y="31318"/>
                  <a:pt x="127718" y="31318"/>
                </a:cubicBezTo>
                <a:cubicBezTo>
                  <a:pt x="122593" y="31318"/>
                  <a:pt x="118428" y="33146"/>
                  <a:pt x="115225" y="36803"/>
                </a:cubicBezTo>
                <a:cubicBezTo>
                  <a:pt x="112021" y="40459"/>
                  <a:pt x="110420" y="46243"/>
                  <a:pt x="110420" y="54156"/>
                </a:cubicBezTo>
                <a:cubicBezTo>
                  <a:pt x="110420" y="62182"/>
                  <a:pt x="111965" y="68014"/>
                  <a:pt x="115055" y="71652"/>
                </a:cubicBezTo>
                <a:cubicBezTo>
                  <a:pt x="118146" y="75289"/>
                  <a:pt x="122178" y="77107"/>
                  <a:pt x="127153" y="77107"/>
                </a:cubicBezTo>
                <a:cubicBezTo>
                  <a:pt x="131147" y="77107"/>
                  <a:pt x="134483" y="75887"/>
                  <a:pt x="137159" y="73447"/>
                </a:cubicBezTo>
                <a:cubicBezTo>
                  <a:pt x="139834" y="71007"/>
                  <a:pt x="141530" y="67252"/>
                  <a:pt x="142246" y="62183"/>
                </a:cubicBezTo>
                <a:close/>
                <a:moveTo>
                  <a:pt x="157170" y="54213"/>
                </a:moveTo>
                <a:cubicBezTo>
                  <a:pt x="157170" y="43095"/>
                  <a:pt x="160261" y="34860"/>
                  <a:pt x="166441" y="29509"/>
                </a:cubicBezTo>
                <a:cubicBezTo>
                  <a:pt x="171604" y="25062"/>
                  <a:pt x="177898" y="22838"/>
                  <a:pt x="185322" y="22838"/>
                </a:cubicBezTo>
                <a:cubicBezTo>
                  <a:pt x="193576" y="22838"/>
                  <a:pt x="200322" y="25542"/>
                  <a:pt x="205560" y="30950"/>
                </a:cubicBezTo>
                <a:cubicBezTo>
                  <a:pt x="210799" y="36358"/>
                  <a:pt x="213418" y="43830"/>
                  <a:pt x="213418" y="53365"/>
                </a:cubicBezTo>
                <a:cubicBezTo>
                  <a:pt x="213418" y="61090"/>
                  <a:pt x="212259" y="67167"/>
                  <a:pt x="209941" y="71596"/>
                </a:cubicBezTo>
                <a:cubicBezTo>
                  <a:pt x="207623" y="76024"/>
                  <a:pt x="204250" y="79463"/>
                  <a:pt x="199822" y="81912"/>
                </a:cubicBezTo>
                <a:cubicBezTo>
                  <a:pt x="195394" y="84362"/>
                  <a:pt x="190561" y="85587"/>
                  <a:pt x="185322" y="85587"/>
                </a:cubicBezTo>
                <a:cubicBezTo>
                  <a:pt x="176918" y="85587"/>
                  <a:pt x="170125" y="82892"/>
                  <a:pt x="164943" y="77503"/>
                </a:cubicBezTo>
                <a:cubicBezTo>
                  <a:pt x="159761" y="72114"/>
                  <a:pt x="157170" y="64350"/>
                  <a:pt x="157170" y="54213"/>
                </a:cubicBezTo>
                <a:moveTo>
                  <a:pt x="167628" y="54184"/>
                </a:moveTo>
                <a:cubicBezTo>
                  <a:pt x="167628" y="61844"/>
                  <a:pt x="169305" y="67580"/>
                  <a:pt x="172659" y="71391"/>
                </a:cubicBezTo>
                <a:cubicBezTo>
                  <a:pt x="176014" y="75202"/>
                  <a:pt x="180235" y="77107"/>
                  <a:pt x="185322" y="77107"/>
                </a:cubicBezTo>
                <a:cubicBezTo>
                  <a:pt x="190372" y="77107"/>
                  <a:pt x="194574" y="75192"/>
                  <a:pt x="197929" y="71362"/>
                </a:cubicBezTo>
                <a:cubicBezTo>
                  <a:pt x="201283" y="67532"/>
                  <a:pt x="202960" y="61694"/>
                  <a:pt x="202960" y="53847"/>
                </a:cubicBezTo>
                <a:cubicBezTo>
                  <a:pt x="202960" y="46450"/>
                  <a:pt x="201273" y="40845"/>
                  <a:pt x="197900" y="37034"/>
                </a:cubicBezTo>
                <a:cubicBezTo>
                  <a:pt x="194527" y="33223"/>
                  <a:pt x="190335" y="31318"/>
                  <a:pt x="185322" y="31318"/>
                </a:cubicBezTo>
                <a:cubicBezTo>
                  <a:pt x="180235" y="31318"/>
                  <a:pt x="176014" y="33214"/>
                  <a:pt x="172659" y="37006"/>
                </a:cubicBezTo>
                <a:cubicBezTo>
                  <a:pt x="169305" y="40798"/>
                  <a:pt x="167628" y="46524"/>
                  <a:pt x="167628" y="54184"/>
                </a:cubicBezTo>
                <a:close/>
                <a:moveTo>
                  <a:pt x="225238" y="84230"/>
                </a:moveTo>
                <a:lnTo>
                  <a:pt x="225238" y="24195"/>
                </a:lnTo>
                <a:lnTo>
                  <a:pt x="234396" y="24195"/>
                </a:lnTo>
                <a:lnTo>
                  <a:pt x="234396" y="33240"/>
                </a:lnTo>
                <a:cubicBezTo>
                  <a:pt x="236733" y="29005"/>
                  <a:pt x="238890" y="26212"/>
                  <a:pt x="240869" y="24863"/>
                </a:cubicBezTo>
                <a:cubicBezTo>
                  <a:pt x="242847" y="23513"/>
                  <a:pt x="245024" y="22838"/>
                  <a:pt x="247398" y="22838"/>
                </a:cubicBezTo>
                <a:cubicBezTo>
                  <a:pt x="250828" y="22838"/>
                  <a:pt x="254314" y="23926"/>
                  <a:pt x="257856" y="26103"/>
                </a:cubicBezTo>
                <a:lnTo>
                  <a:pt x="254351" y="35501"/>
                </a:lnTo>
                <a:cubicBezTo>
                  <a:pt x="251864" y="34031"/>
                  <a:pt x="249377" y="33296"/>
                  <a:pt x="246889" y="33296"/>
                </a:cubicBezTo>
                <a:cubicBezTo>
                  <a:pt x="244666" y="33296"/>
                  <a:pt x="242668" y="33966"/>
                  <a:pt x="240897" y="35307"/>
                </a:cubicBezTo>
                <a:cubicBezTo>
                  <a:pt x="239126" y="36646"/>
                  <a:pt x="237863" y="38504"/>
                  <a:pt x="237110" y="40880"/>
                </a:cubicBezTo>
                <a:cubicBezTo>
                  <a:pt x="235979" y="44502"/>
                  <a:pt x="235414" y="48463"/>
                  <a:pt x="235414" y="52764"/>
                </a:cubicBezTo>
                <a:lnTo>
                  <a:pt x="235414" y="84230"/>
                </a:lnTo>
                <a:lnTo>
                  <a:pt x="225238" y="84230"/>
                </a:lnTo>
                <a:close/>
                <a:moveTo>
                  <a:pt x="302865" y="84230"/>
                </a:moveTo>
                <a:lnTo>
                  <a:pt x="302865" y="76655"/>
                </a:lnTo>
                <a:cubicBezTo>
                  <a:pt x="299058" y="82610"/>
                  <a:pt x="293462" y="85587"/>
                  <a:pt x="286075" y="85587"/>
                </a:cubicBezTo>
                <a:cubicBezTo>
                  <a:pt x="281289" y="85587"/>
                  <a:pt x="276889" y="84268"/>
                  <a:pt x="272876" y="81630"/>
                </a:cubicBezTo>
                <a:cubicBezTo>
                  <a:pt x="268862" y="78992"/>
                  <a:pt x="265753" y="75308"/>
                  <a:pt x="263548" y="70578"/>
                </a:cubicBezTo>
                <a:cubicBezTo>
                  <a:pt x="261343" y="65848"/>
                  <a:pt x="260241" y="60412"/>
                  <a:pt x="260241" y="54269"/>
                </a:cubicBezTo>
                <a:cubicBezTo>
                  <a:pt x="260241" y="48277"/>
                  <a:pt x="261240" y="42841"/>
                  <a:pt x="263237" y="37960"/>
                </a:cubicBezTo>
                <a:cubicBezTo>
                  <a:pt x="265234" y="33080"/>
                  <a:pt x="268231" y="29339"/>
                  <a:pt x="272225" y="26739"/>
                </a:cubicBezTo>
                <a:cubicBezTo>
                  <a:pt x="276220" y="24138"/>
                  <a:pt x="280686" y="22838"/>
                  <a:pt x="285623" y="22838"/>
                </a:cubicBezTo>
                <a:cubicBezTo>
                  <a:pt x="289241" y="22838"/>
                  <a:pt x="292463" y="23601"/>
                  <a:pt x="295290" y="25128"/>
                </a:cubicBezTo>
                <a:cubicBezTo>
                  <a:pt x="298116" y="26654"/>
                  <a:pt x="300415" y="28642"/>
                  <a:pt x="302186" y="31092"/>
                </a:cubicBezTo>
                <a:lnTo>
                  <a:pt x="302186" y="1357"/>
                </a:lnTo>
                <a:lnTo>
                  <a:pt x="312305" y="1357"/>
                </a:lnTo>
                <a:lnTo>
                  <a:pt x="312305" y="84230"/>
                </a:lnTo>
                <a:lnTo>
                  <a:pt x="302865" y="84230"/>
                </a:lnTo>
                <a:moveTo>
                  <a:pt x="270699" y="54241"/>
                </a:moveTo>
                <a:cubicBezTo>
                  <a:pt x="270699" y="61901"/>
                  <a:pt x="272320" y="67627"/>
                  <a:pt x="275561" y="71419"/>
                </a:cubicBezTo>
                <a:cubicBezTo>
                  <a:pt x="278802" y="75211"/>
                  <a:pt x="282627" y="77107"/>
                  <a:pt x="287036" y="77107"/>
                </a:cubicBezTo>
                <a:cubicBezTo>
                  <a:pt x="291483" y="77107"/>
                  <a:pt x="295261" y="75296"/>
                  <a:pt x="298371" y="71673"/>
                </a:cubicBezTo>
                <a:cubicBezTo>
                  <a:pt x="301480" y="68049"/>
                  <a:pt x="303034" y="62520"/>
                  <a:pt x="303034" y="55085"/>
                </a:cubicBezTo>
                <a:cubicBezTo>
                  <a:pt x="303034" y="46900"/>
                  <a:pt x="301452" y="40893"/>
                  <a:pt x="298286" y="37063"/>
                </a:cubicBezTo>
                <a:cubicBezTo>
                  <a:pt x="295120" y="33233"/>
                  <a:pt x="291220" y="31318"/>
                  <a:pt x="286584" y="31318"/>
                </a:cubicBezTo>
                <a:cubicBezTo>
                  <a:pt x="282062" y="31318"/>
                  <a:pt x="278284" y="33158"/>
                  <a:pt x="275250" y="36838"/>
                </a:cubicBezTo>
                <a:cubicBezTo>
                  <a:pt x="272216" y="40517"/>
                  <a:pt x="270699" y="46318"/>
                  <a:pt x="270699" y="54241"/>
                </a:cubicBezTo>
                <a:close/>
                <a:moveTo>
                  <a:pt x="328366" y="13115"/>
                </a:moveTo>
                <a:lnTo>
                  <a:pt x="328366" y="1357"/>
                </a:lnTo>
                <a:lnTo>
                  <a:pt x="338541" y="1357"/>
                </a:lnTo>
                <a:lnTo>
                  <a:pt x="338541" y="13115"/>
                </a:lnTo>
                <a:lnTo>
                  <a:pt x="328366" y="13115"/>
                </a:lnTo>
                <a:moveTo>
                  <a:pt x="328366" y="84230"/>
                </a:moveTo>
                <a:lnTo>
                  <a:pt x="328366" y="24195"/>
                </a:lnTo>
                <a:lnTo>
                  <a:pt x="338541" y="24195"/>
                </a:lnTo>
                <a:lnTo>
                  <a:pt x="338541" y="84230"/>
                </a:lnTo>
                <a:lnTo>
                  <a:pt x="328366" y="84230"/>
                </a:lnTo>
                <a:close/>
                <a:moveTo>
                  <a:pt x="354034" y="84230"/>
                </a:moveTo>
                <a:lnTo>
                  <a:pt x="354034" y="24195"/>
                </a:lnTo>
                <a:lnTo>
                  <a:pt x="363192" y="24195"/>
                </a:lnTo>
                <a:lnTo>
                  <a:pt x="363192" y="32674"/>
                </a:lnTo>
                <a:cubicBezTo>
                  <a:pt x="367602" y="26117"/>
                  <a:pt x="373971" y="22838"/>
                  <a:pt x="382300" y="22838"/>
                </a:cubicBezTo>
                <a:cubicBezTo>
                  <a:pt x="385918" y="22838"/>
                  <a:pt x="389243" y="23488"/>
                  <a:pt x="392277" y="24789"/>
                </a:cubicBezTo>
                <a:cubicBezTo>
                  <a:pt x="395311" y="26089"/>
                  <a:pt x="397582" y="27794"/>
                  <a:pt x="399089" y="29905"/>
                </a:cubicBezTo>
                <a:cubicBezTo>
                  <a:pt x="400597" y="32015"/>
                  <a:pt x="401652" y="34521"/>
                  <a:pt x="402255" y="37423"/>
                </a:cubicBezTo>
                <a:cubicBezTo>
                  <a:pt x="402632" y="39307"/>
                  <a:pt x="402820" y="42605"/>
                  <a:pt x="402820" y="47316"/>
                </a:cubicBezTo>
                <a:lnTo>
                  <a:pt x="402820" y="84230"/>
                </a:lnTo>
                <a:lnTo>
                  <a:pt x="392645" y="84230"/>
                </a:lnTo>
                <a:lnTo>
                  <a:pt x="392645" y="47673"/>
                </a:lnTo>
                <a:cubicBezTo>
                  <a:pt x="392645" y="43522"/>
                  <a:pt x="392249" y="40419"/>
                  <a:pt x="391457" y="38363"/>
                </a:cubicBezTo>
                <a:cubicBezTo>
                  <a:pt x="390666" y="36307"/>
                  <a:pt x="389262" y="34665"/>
                  <a:pt x="387246" y="33439"/>
                </a:cubicBezTo>
                <a:cubicBezTo>
                  <a:pt x="385230" y="32213"/>
                  <a:pt x="382865" y="31600"/>
                  <a:pt x="380151" y="31600"/>
                </a:cubicBezTo>
                <a:cubicBezTo>
                  <a:pt x="375817" y="31600"/>
                  <a:pt x="372077" y="32978"/>
                  <a:pt x="368930" y="35732"/>
                </a:cubicBezTo>
                <a:cubicBezTo>
                  <a:pt x="365783" y="38486"/>
                  <a:pt x="364210" y="43711"/>
                  <a:pt x="364210" y="51407"/>
                </a:cubicBezTo>
                <a:lnTo>
                  <a:pt x="364210" y="84230"/>
                </a:lnTo>
                <a:lnTo>
                  <a:pt x="354034" y="84230"/>
                </a:lnTo>
                <a:close/>
                <a:moveTo>
                  <a:pt x="416562" y="89205"/>
                </a:moveTo>
                <a:lnTo>
                  <a:pt x="426455" y="90675"/>
                </a:lnTo>
                <a:cubicBezTo>
                  <a:pt x="426869" y="93727"/>
                  <a:pt x="428019" y="95951"/>
                  <a:pt x="429903" y="97345"/>
                </a:cubicBezTo>
                <a:cubicBezTo>
                  <a:pt x="432428" y="99229"/>
                  <a:pt x="435877" y="100172"/>
                  <a:pt x="440248" y="100172"/>
                </a:cubicBezTo>
                <a:cubicBezTo>
                  <a:pt x="444959" y="100172"/>
                  <a:pt x="448596" y="99227"/>
                  <a:pt x="451159" y="97338"/>
                </a:cubicBezTo>
                <a:cubicBezTo>
                  <a:pt x="453721" y="95450"/>
                  <a:pt x="455455" y="92806"/>
                  <a:pt x="456359" y="89406"/>
                </a:cubicBezTo>
                <a:cubicBezTo>
                  <a:pt x="456887" y="87330"/>
                  <a:pt x="457132" y="82968"/>
                  <a:pt x="457094" y="76319"/>
                </a:cubicBezTo>
                <a:cubicBezTo>
                  <a:pt x="452647" y="81593"/>
                  <a:pt x="447107" y="84230"/>
                  <a:pt x="440474" y="84230"/>
                </a:cubicBezTo>
                <a:cubicBezTo>
                  <a:pt x="432221" y="84230"/>
                  <a:pt x="425833" y="81253"/>
                  <a:pt x="421311" y="75298"/>
                </a:cubicBezTo>
                <a:cubicBezTo>
                  <a:pt x="416788" y="69344"/>
                  <a:pt x="414527" y="62202"/>
                  <a:pt x="414527" y="53873"/>
                </a:cubicBezTo>
                <a:cubicBezTo>
                  <a:pt x="414527" y="48145"/>
                  <a:pt x="415563" y="42859"/>
                  <a:pt x="417636" y="38017"/>
                </a:cubicBezTo>
                <a:cubicBezTo>
                  <a:pt x="419709" y="33174"/>
                  <a:pt x="422715" y="29433"/>
                  <a:pt x="426653" y="26795"/>
                </a:cubicBezTo>
                <a:cubicBezTo>
                  <a:pt x="430591" y="24157"/>
                  <a:pt x="435217" y="22838"/>
                  <a:pt x="440531" y="22838"/>
                </a:cubicBezTo>
                <a:cubicBezTo>
                  <a:pt x="447616" y="22838"/>
                  <a:pt x="453458" y="25721"/>
                  <a:pt x="458055" y="31487"/>
                </a:cubicBezTo>
                <a:lnTo>
                  <a:pt x="458055" y="24195"/>
                </a:lnTo>
                <a:lnTo>
                  <a:pt x="467439" y="24195"/>
                </a:lnTo>
                <a:lnTo>
                  <a:pt x="467439" y="76125"/>
                </a:lnTo>
                <a:cubicBezTo>
                  <a:pt x="467439" y="85477"/>
                  <a:pt x="466488" y="92105"/>
                  <a:pt x="464585" y="96008"/>
                </a:cubicBezTo>
                <a:cubicBezTo>
                  <a:pt x="462681" y="99911"/>
                  <a:pt x="459666" y="102993"/>
                  <a:pt x="455540" y="105256"/>
                </a:cubicBezTo>
                <a:cubicBezTo>
                  <a:pt x="451413" y="107519"/>
                  <a:pt x="446335" y="108651"/>
                  <a:pt x="440305" y="108651"/>
                </a:cubicBezTo>
                <a:cubicBezTo>
                  <a:pt x="433144" y="108651"/>
                  <a:pt x="427359" y="107035"/>
                  <a:pt x="422950" y="103804"/>
                </a:cubicBezTo>
                <a:cubicBezTo>
                  <a:pt x="418541" y="100572"/>
                  <a:pt x="416411" y="95706"/>
                  <a:pt x="416562" y="89205"/>
                </a:cubicBezTo>
                <a:moveTo>
                  <a:pt x="424985" y="53140"/>
                </a:moveTo>
                <a:cubicBezTo>
                  <a:pt x="424985" y="60997"/>
                  <a:pt x="426549" y="66729"/>
                  <a:pt x="429677" y="70338"/>
                </a:cubicBezTo>
                <a:cubicBezTo>
                  <a:pt x="432805" y="73946"/>
                  <a:pt x="436725" y="75751"/>
                  <a:pt x="441435" y="75751"/>
                </a:cubicBezTo>
                <a:cubicBezTo>
                  <a:pt x="446109" y="75751"/>
                  <a:pt x="450028" y="73956"/>
                  <a:pt x="453194" y="70366"/>
                </a:cubicBezTo>
                <a:cubicBezTo>
                  <a:pt x="456359" y="66776"/>
                  <a:pt x="457942" y="61147"/>
                  <a:pt x="457942" y="53478"/>
                </a:cubicBezTo>
                <a:cubicBezTo>
                  <a:pt x="457942" y="46148"/>
                  <a:pt x="456312" y="40622"/>
                  <a:pt x="453052" y="36900"/>
                </a:cubicBezTo>
                <a:cubicBezTo>
                  <a:pt x="449793" y="33179"/>
                  <a:pt x="445864" y="31318"/>
                  <a:pt x="441266" y="31318"/>
                </a:cubicBezTo>
                <a:cubicBezTo>
                  <a:pt x="436743" y="31318"/>
                  <a:pt x="432899" y="33150"/>
                  <a:pt x="429734" y="36815"/>
                </a:cubicBezTo>
                <a:cubicBezTo>
                  <a:pt x="426568" y="40480"/>
                  <a:pt x="424985" y="45922"/>
                  <a:pt x="424985" y="53140"/>
                </a:cubicBezTo>
                <a:close/>
                <a:moveTo>
                  <a:pt x="511196" y="54213"/>
                </a:moveTo>
                <a:cubicBezTo>
                  <a:pt x="511196" y="43095"/>
                  <a:pt x="514286" y="34860"/>
                  <a:pt x="520467" y="29509"/>
                </a:cubicBezTo>
                <a:cubicBezTo>
                  <a:pt x="525630" y="25062"/>
                  <a:pt x="531923" y="22838"/>
                  <a:pt x="539348" y="22838"/>
                </a:cubicBezTo>
                <a:cubicBezTo>
                  <a:pt x="547601" y="22838"/>
                  <a:pt x="554347" y="25542"/>
                  <a:pt x="559585" y="30950"/>
                </a:cubicBezTo>
                <a:cubicBezTo>
                  <a:pt x="564824" y="36358"/>
                  <a:pt x="567443" y="43830"/>
                  <a:pt x="567443" y="53365"/>
                </a:cubicBezTo>
                <a:cubicBezTo>
                  <a:pt x="567443" y="61090"/>
                  <a:pt x="566284" y="67167"/>
                  <a:pt x="563967" y="71596"/>
                </a:cubicBezTo>
                <a:cubicBezTo>
                  <a:pt x="561649" y="76024"/>
                  <a:pt x="558276" y="79463"/>
                  <a:pt x="553848" y="81912"/>
                </a:cubicBezTo>
                <a:cubicBezTo>
                  <a:pt x="549419" y="84362"/>
                  <a:pt x="544586" y="85587"/>
                  <a:pt x="539348" y="85587"/>
                </a:cubicBezTo>
                <a:cubicBezTo>
                  <a:pt x="530944" y="85587"/>
                  <a:pt x="524150" y="82892"/>
                  <a:pt x="518969" y="77503"/>
                </a:cubicBezTo>
                <a:cubicBezTo>
                  <a:pt x="513787" y="72114"/>
                  <a:pt x="511196" y="64350"/>
                  <a:pt x="511196" y="54213"/>
                </a:cubicBezTo>
                <a:moveTo>
                  <a:pt x="521654" y="54184"/>
                </a:moveTo>
                <a:cubicBezTo>
                  <a:pt x="521654" y="61844"/>
                  <a:pt x="523331" y="67580"/>
                  <a:pt x="526685" y="71391"/>
                </a:cubicBezTo>
                <a:cubicBezTo>
                  <a:pt x="530039" y="75202"/>
                  <a:pt x="534260" y="77107"/>
                  <a:pt x="539348" y="77107"/>
                </a:cubicBezTo>
                <a:cubicBezTo>
                  <a:pt x="544398" y="77107"/>
                  <a:pt x="548600" y="75192"/>
                  <a:pt x="551954" y="71362"/>
                </a:cubicBezTo>
                <a:cubicBezTo>
                  <a:pt x="555308" y="67532"/>
                  <a:pt x="556985" y="61694"/>
                  <a:pt x="556985" y="53847"/>
                </a:cubicBezTo>
                <a:cubicBezTo>
                  <a:pt x="556985" y="46450"/>
                  <a:pt x="555299" y="40845"/>
                  <a:pt x="551926" y="37034"/>
                </a:cubicBezTo>
                <a:cubicBezTo>
                  <a:pt x="548553" y="33223"/>
                  <a:pt x="544360" y="31318"/>
                  <a:pt x="539348" y="31318"/>
                </a:cubicBezTo>
                <a:cubicBezTo>
                  <a:pt x="534260" y="31318"/>
                  <a:pt x="530039" y="33214"/>
                  <a:pt x="526685" y="37006"/>
                </a:cubicBezTo>
                <a:cubicBezTo>
                  <a:pt x="523331" y="40798"/>
                  <a:pt x="521654" y="46524"/>
                  <a:pt x="521654" y="54184"/>
                </a:cubicBezTo>
                <a:close/>
                <a:moveTo>
                  <a:pt x="581807" y="84230"/>
                </a:moveTo>
                <a:lnTo>
                  <a:pt x="581807" y="32109"/>
                </a:lnTo>
                <a:lnTo>
                  <a:pt x="572819" y="32109"/>
                </a:lnTo>
                <a:lnTo>
                  <a:pt x="572819" y="24195"/>
                </a:lnTo>
                <a:lnTo>
                  <a:pt x="581807" y="24195"/>
                </a:lnTo>
                <a:lnTo>
                  <a:pt x="581807" y="17821"/>
                </a:lnTo>
                <a:cubicBezTo>
                  <a:pt x="581807" y="13798"/>
                  <a:pt x="582165" y="10809"/>
                  <a:pt x="582881" y="8854"/>
                </a:cubicBezTo>
                <a:cubicBezTo>
                  <a:pt x="583861" y="6223"/>
                  <a:pt x="585585" y="4090"/>
                  <a:pt x="588054" y="2454"/>
                </a:cubicBezTo>
                <a:cubicBezTo>
                  <a:pt x="590522" y="818"/>
                  <a:pt x="593980" y="0"/>
                  <a:pt x="598427" y="0"/>
                </a:cubicBezTo>
                <a:cubicBezTo>
                  <a:pt x="601291" y="0"/>
                  <a:pt x="604457" y="339"/>
                  <a:pt x="607924" y="1018"/>
                </a:cubicBezTo>
                <a:lnTo>
                  <a:pt x="606398" y="9893"/>
                </a:lnTo>
                <a:cubicBezTo>
                  <a:pt x="604287" y="9516"/>
                  <a:pt x="602290" y="9327"/>
                  <a:pt x="600406" y="9327"/>
                </a:cubicBezTo>
                <a:cubicBezTo>
                  <a:pt x="597315" y="9327"/>
                  <a:pt x="595129" y="9985"/>
                  <a:pt x="593848" y="11299"/>
                </a:cubicBezTo>
                <a:cubicBezTo>
                  <a:pt x="592567" y="12613"/>
                  <a:pt x="591926" y="15072"/>
                  <a:pt x="591926" y="18676"/>
                </a:cubicBezTo>
                <a:lnTo>
                  <a:pt x="591926" y="24195"/>
                </a:lnTo>
                <a:lnTo>
                  <a:pt x="603628" y="24195"/>
                </a:lnTo>
                <a:lnTo>
                  <a:pt x="603628" y="32109"/>
                </a:lnTo>
                <a:lnTo>
                  <a:pt x="591926" y="32109"/>
                </a:lnTo>
                <a:lnTo>
                  <a:pt x="591926" y="84230"/>
                </a:lnTo>
                <a:lnTo>
                  <a:pt x="581807" y="84230"/>
                </a:lnTo>
                <a:close/>
                <a:moveTo>
                  <a:pt x="643588" y="84230"/>
                </a:moveTo>
                <a:lnTo>
                  <a:pt x="643588" y="24195"/>
                </a:lnTo>
                <a:lnTo>
                  <a:pt x="652745" y="24195"/>
                </a:lnTo>
                <a:lnTo>
                  <a:pt x="652745" y="33240"/>
                </a:lnTo>
                <a:cubicBezTo>
                  <a:pt x="655082" y="29005"/>
                  <a:pt x="657240" y="26212"/>
                  <a:pt x="659218" y="24863"/>
                </a:cubicBezTo>
                <a:cubicBezTo>
                  <a:pt x="661197" y="23513"/>
                  <a:pt x="663373" y="22838"/>
                  <a:pt x="665747" y="22838"/>
                </a:cubicBezTo>
                <a:cubicBezTo>
                  <a:pt x="669177" y="22838"/>
                  <a:pt x="672663" y="23926"/>
                  <a:pt x="676206" y="26103"/>
                </a:cubicBezTo>
                <a:lnTo>
                  <a:pt x="672701" y="35501"/>
                </a:lnTo>
                <a:cubicBezTo>
                  <a:pt x="670213" y="34031"/>
                  <a:pt x="667726" y="33296"/>
                  <a:pt x="665239" y="33296"/>
                </a:cubicBezTo>
                <a:cubicBezTo>
                  <a:pt x="663015" y="33296"/>
                  <a:pt x="661018" y="33966"/>
                  <a:pt x="659246" y="35307"/>
                </a:cubicBezTo>
                <a:cubicBezTo>
                  <a:pt x="657475" y="36646"/>
                  <a:pt x="656213" y="38504"/>
                  <a:pt x="655459" y="40880"/>
                </a:cubicBezTo>
                <a:cubicBezTo>
                  <a:pt x="654328" y="44502"/>
                  <a:pt x="653763" y="48463"/>
                  <a:pt x="653763" y="52764"/>
                </a:cubicBezTo>
                <a:lnTo>
                  <a:pt x="653763" y="84230"/>
                </a:lnTo>
                <a:lnTo>
                  <a:pt x="643588" y="84230"/>
                </a:lnTo>
                <a:close/>
                <a:moveTo>
                  <a:pt x="723362" y="64897"/>
                </a:moveTo>
                <a:lnTo>
                  <a:pt x="733877" y="66197"/>
                </a:lnTo>
                <a:cubicBezTo>
                  <a:pt x="732219" y="72340"/>
                  <a:pt x="729147" y="77107"/>
                  <a:pt x="724663" y="80499"/>
                </a:cubicBezTo>
                <a:cubicBezTo>
                  <a:pt x="720178" y="83891"/>
                  <a:pt x="714449" y="85587"/>
                  <a:pt x="707477" y="85587"/>
                </a:cubicBezTo>
                <a:cubicBezTo>
                  <a:pt x="698696" y="85587"/>
                  <a:pt x="691734" y="82883"/>
                  <a:pt x="686589" y="77475"/>
                </a:cubicBezTo>
                <a:cubicBezTo>
                  <a:pt x="681445" y="72067"/>
                  <a:pt x="678873" y="64482"/>
                  <a:pt x="678873" y="54721"/>
                </a:cubicBezTo>
                <a:cubicBezTo>
                  <a:pt x="678873" y="44621"/>
                  <a:pt x="681473" y="36782"/>
                  <a:pt x="686674" y="31205"/>
                </a:cubicBezTo>
                <a:cubicBezTo>
                  <a:pt x="691875" y="25627"/>
                  <a:pt x="698621" y="22838"/>
                  <a:pt x="706912" y="22838"/>
                </a:cubicBezTo>
                <a:cubicBezTo>
                  <a:pt x="714939" y="22838"/>
                  <a:pt x="721497" y="25566"/>
                  <a:pt x="726585" y="31023"/>
                </a:cubicBezTo>
                <a:cubicBezTo>
                  <a:pt x="731672" y="36478"/>
                  <a:pt x="734216" y="44153"/>
                  <a:pt x="734216" y="54048"/>
                </a:cubicBezTo>
                <a:cubicBezTo>
                  <a:pt x="734216" y="54650"/>
                  <a:pt x="734197" y="55553"/>
                  <a:pt x="734160" y="56756"/>
                </a:cubicBezTo>
                <a:lnTo>
                  <a:pt x="689388" y="56756"/>
                </a:lnTo>
                <a:cubicBezTo>
                  <a:pt x="689765" y="63333"/>
                  <a:pt x="691630" y="68369"/>
                  <a:pt x="694984" y="71864"/>
                </a:cubicBezTo>
                <a:cubicBezTo>
                  <a:pt x="698338" y="75360"/>
                  <a:pt x="702522" y="77107"/>
                  <a:pt x="707534" y="77107"/>
                </a:cubicBezTo>
                <a:cubicBezTo>
                  <a:pt x="711265" y="77107"/>
                  <a:pt x="714449" y="76137"/>
                  <a:pt x="717088" y="74196"/>
                </a:cubicBezTo>
                <a:cubicBezTo>
                  <a:pt x="719726" y="72254"/>
                  <a:pt x="721817" y="69154"/>
                  <a:pt x="723362" y="64897"/>
                </a:cubicBezTo>
                <a:moveTo>
                  <a:pt x="689953" y="48277"/>
                </a:moveTo>
                <a:lnTo>
                  <a:pt x="723475" y="48277"/>
                </a:lnTo>
                <a:cubicBezTo>
                  <a:pt x="723023" y="43309"/>
                  <a:pt x="721742" y="39584"/>
                  <a:pt x="719631" y="37100"/>
                </a:cubicBezTo>
                <a:cubicBezTo>
                  <a:pt x="716390" y="33245"/>
                  <a:pt x="712188" y="31318"/>
                  <a:pt x="707025" y="31318"/>
                </a:cubicBezTo>
                <a:cubicBezTo>
                  <a:pt x="702352" y="31318"/>
                  <a:pt x="698423" y="32856"/>
                  <a:pt x="695239" y="35934"/>
                </a:cubicBezTo>
                <a:cubicBezTo>
                  <a:pt x="692054" y="39010"/>
                  <a:pt x="690292" y="43124"/>
                  <a:pt x="689953" y="48277"/>
                </a:cubicBezTo>
                <a:close/>
                <a:moveTo>
                  <a:pt x="785834" y="76818"/>
                </a:moveTo>
                <a:cubicBezTo>
                  <a:pt x="782065" y="80023"/>
                  <a:pt x="778438" y="82286"/>
                  <a:pt x="774952" y="83606"/>
                </a:cubicBezTo>
                <a:cubicBezTo>
                  <a:pt x="771466" y="84927"/>
                  <a:pt x="767725" y="85587"/>
                  <a:pt x="763731" y="85587"/>
                </a:cubicBezTo>
                <a:cubicBezTo>
                  <a:pt x="757135" y="85587"/>
                  <a:pt x="752066" y="83975"/>
                  <a:pt x="748524" y="80750"/>
                </a:cubicBezTo>
                <a:cubicBezTo>
                  <a:pt x="744981" y="77525"/>
                  <a:pt x="743210" y="73405"/>
                  <a:pt x="743210" y="68389"/>
                </a:cubicBezTo>
                <a:cubicBezTo>
                  <a:pt x="743210" y="65448"/>
                  <a:pt x="743879" y="62762"/>
                  <a:pt x="745217" y="60330"/>
                </a:cubicBezTo>
                <a:cubicBezTo>
                  <a:pt x="746555" y="57897"/>
                  <a:pt x="748307" y="55945"/>
                  <a:pt x="750474" y="54474"/>
                </a:cubicBezTo>
                <a:cubicBezTo>
                  <a:pt x="752641" y="53003"/>
                  <a:pt x="755081" y="51891"/>
                  <a:pt x="757795" y="51137"/>
                </a:cubicBezTo>
                <a:cubicBezTo>
                  <a:pt x="759792" y="50608"/>
                  <a:pt x="762807" y="50099"/>
                  <a:pt x="766840" y="49609"/>
                </a:cubicBezTo>
                <a:cubicBezTo>
                  <a:pt x="775055" y="48636"/>
                  <a:pt x="781104" y="47476"/>
                  <a:pt x="784986" y="46129"/>
                </a:cubicBezTo>
                <a:cubicBezTo>
                  <a:pt x="785024" y="44740"/>
                  <a:pt x="785042" y="43858"/>
                  <a:pt x="785042" y="43482"/>
                </a:cubicBezTo>
                <a:cubicBezTo>
                  <a:pt x="785042" y="39352"/>
                  <a:pt x="784081" y="36443"/>
                  <a:pt x="782159" y="34754"/>
                </a:cubicBezTo>
                <a:cubicBezTo>
                  <a:pt x="779559" y="32463"/>
                  <a:pt x="775696" y="31318"/>
                  <a:pt x="770571" y="31318"/>
                </a:cubicBezTo>
                <a:cubicBezTo>
                  <a:pt x="765784" y="31318"/>
                  <a:pt x="762251" y="32156"/>
                  <a:pt x="759971" y="33833"/>
                </a:cubicBezTo>
                <a:cubicBezTo>
                  <a:pt x="757691" y="35510"/>
                  <a:pt x="756005" y="38478"/>
                  <a:pt x="754912" y="42737"/>
                </a:cubicBezTo>
                <a:lnTo>
                  <a:pt x="744962" y="41380"/>
                </a:lnTo>
                <a:cubicBezTo>
                  <a:pt x="745867" y="37109"/>
                  <a:pt x="747356" y="33659"/>
                  <a:pt x="749428" y="31032"/>
                </a:cubicBezTo>
                <a:cubicBezTo>
                  <a:pt x="751501" y="28404"/>
                  <a:pt x="754497" y="26382"/>
                  <a:pt x="758417" y="24965"/>
                </a:cubicBezTo>
                <a:cubicBezTo>
                  <a:pt x="762336" y="23547"/>
                  <a:pt x="766877" y="22838"/>
                  <a:pt x="772040" y="22838"/>
                </a:cubicBezTo>
                <a:cubicBezTo>
                  <a:pt x="777166" y="22838"/>
                  <a:pt x="781330" y="23441"/>
                  <a:pt x="784534" y="24647"/>
                </a:cubicBezTo>
                <a:cubicBezTo>
                  <a:pt x="787737" y="25853"/>
                  <a:pt x="790092" y="27370"/>
                  <a:pt x="791600" y="29198"/>
                </a:cubicBezTo>
                <a:cubicBezTo>
                  <a:pt x="793107" y="31026"/>
                  <a:pt x="794163" y="33334"/>
                  <a:pt x="794766" y="36123"/>
                </a:cubicBezTo>
                <a:cubicBezTo>
                  <a:pt x="795105" y="37856"/>
                  <a:pt x="795274" y="40984"/>
                  <a:pt x="795274" y="45507"/>
                </a:cubicBezTo>
                <a:lnTo>
                  <a:pt x="795274" y="59074"/>
                </a:lnTo>
                <a:cubicBezTo>
                  <a:pt x="795274" y="68534"/>
                  <a:pt x="795491" y="74516"/>
                  <a:pt x="795924" y="77022"/>
                </a:cubicBezTo>
                <a:cubicBezTo>
                  <a:pt x="796358" y="79529"/>
                  <a:pt x="797215" y="81931"/>
                  <a:pt x="798497" y="84230"/>
                </a:cubicBezTo>
                <a:lnTo>
                  <a:pt x="787869" y="84230"/>
                </a:lnTo>
                <a:cubicBezTo>
                  <a:pt x="786814" y="82117"/>
                  <a:pt x="786135" y="79646"/>
                  <a:pt x="785834" y="76818"/>
                </a:cubicBezTo>
                <a:moveTo>
                  <a:pt x="784986" y="54043"/>
                </a:moveTo>
                <a:cubicBezTo>
                  <a:pt x="781293" y="55563"/>
                  <a:pt x="775753" y="56855"/>
                  <a:pt x="768366" y="57919"/>
                </a:cubicBezTo>
                <a:cubicBezTo>
                  <a:pt x="764183" y="58524"/>
                  <a:pt x="761224" y="59205"/>
                  <a:pt x="759491" y="59963"/>
                </a:cubicBezTo>
                <a:cubicBezTo>
                  <a:pt x="757757" y="60719"/>
                  <a:pt x="756419" y="61826"/>
                  <a:pt x="755477" y="63284"/>
                </a:cubicBezTo>
                <a:cubicBezTo>
                  <a:pt x="754535" y="64741"/>
                  <a:pt x="754064" y="66358"/>
                  <a:pt x="754064" y="68137"/>
                </a:cubicBezTo>
                <a:cubicBezTo>
                  <a:pt x="754064" y="70861"/>
                  <a:pt x="755091" y="73131"/>
                  <a:pt x="757145" y="74949"/>
                </a:cubicBezTo>
                <a:cubicBezTo>
                  <a:pt x="759199" y="76765"/>
                  <a:pt x="762204" y="77673"/>
                  <a:pt x="766161" y="77673"/>
                </a:cubicBezTo>
                <a:cubicBezTo>
                  <a:pt x="770081" y="77673"/>
                  <a:pt x="773567" y="76811"/>
                  <a:pt x="776619" y="75088"/>
                </a:cubicBezTo>
                <a:cubicBezTo>
                  <a:pt x="779672" y="73365"/>
                  <a:pt x="781914" y="71008"/>
                  <a:pt x="783347" y="68017"/>
                </a:cubicBezTo>
                <a:cubicBezTo>
                  <a:pt x="784439" y="65706"/>
                  <a:pt x="784986" y="62298"/>
                  <a:pt x="784986" y="57792"/>
                </a:cubicBezTo>
                <a:lnTo>
                  <a:pt x="784986" y="54043"/>
                </a:lnTo>
                <a:close/>
                <a:moveTo>
                  <a:pt x="810826" y="84230"/>
                </a:moveTo>
                <a:lnTo>
                  <a:pt x="810826" y="1357"/>
                </a:lnTo>
                <a:lnTo>
                  <a:pt x="821001" y="1357"/>
                </a:lnTo>
                <a:lnTo>
                  <a:pt x="821001" y="84230"/>
                </a:lnTo>
                <a:lnTo>
                  <a:pt x="810826" y="84230"/>
                </a:lnTo>
                <a:close/>
                <a:moveTo>
                  <a:pt x="836834" y="13115"/>
                </a:moveTo>
                <a:lnTo>
                  <a:pt x="836834" y="1357"/>
                </a:lnTo>
                <a:lnTo>
                  <a:pt x="847009" y="1357"/>
                </a:lnTo>
                <a:lnTo>
                  <a:pt x="847009" y="13115"/>
                </a:lnTo>
                <a:lnTo>
                  <a:pt x="836834" y="13115"/>
                </a:lnTo>
                <a:moveTo>
                  <a:pt x="836834" y="84230"/>
                </a:moveTo>
                <a:lnTo>
                  <a:pt x="836834" y="24195"/>
                </a:lnTo>
                <a:lnTo>
                  <a:pt x="847009" y="24195"/>
                </a:lnTo>
                <a:lnTo>
                  <a:pt x="847009" y="84230"/>
                </a:lnTo>
                <a:lnTo>
                  <a:pt x="836834" y="84230"/>
                </a:lnTo>
                <a:close/>
                <a:moveTo>
                  <a:pt x="884718" y="75242"/>
                </a:moveTo>
                <a:lnTo>
                  <a:pt x="886188" y="84230"/>
                </a:lnTo>
                <a:cubicBezTo>
                  <a:pt x="883324" y="84758"/>
                  <a:pt x="880761" y="85022"/>
                  <a:pt x="878500" y="85022"/>
                </a:cubicBezTo>
                <a:cubicBezTo>
                  <a:pt x="874806" y="85022"/>
                  <a:pt x="871942" y="84437"/>
                  <a:pt x="869907" y="83269"/>
                </a:cubicBezTo>
                <a:cubicBezTo>
                  <a:pt x="867872" y="82101"/>
                  <a:pt x="866440" y="80565"/>
                  <a:pt x="865611" y="78662"/>
                </a:cubicBezTo>
                <a:cubicBezTo>
                  <a:pt x="864782" y="76759"/>
                  <a:pt x="864367" y="72754"/>
                  <a:pt x="864367" y="66649"/>
                </a:cubicBezTo>
                <a:lnTo>
                  <a:pt x="864367" y="32109"/>
                </a:lnTo>
                <a:lnTo>
                  <a:pt x="856905" y="32109"/>
                </a:lnTo>
                <a:lnTo>
                  <a:pt x="856905" y="24195"/>
                </a:lnTo>
                <a:lnTo>
                  <a:pt x="864367" y="24195"/>
                </a:lnTo>
                <a:lnTo>
                  <a:pt x="864367" y="9287"/>
                </a:lnTo>
                <a:lnTo>
                  <a:pt x="874486" y="3166"/>
                </a:lnTo>
                <a:lnTo>
                  <a:pt x="874486" y="24195"/>
                </a:lnTo>
                <a:lnTo>
                  <a:pt x="884718" y="24195"/>
                </a:lnTo>
                <a:lnTo>
                  <a:pt x="884718" y="32109"/>
                </a:lnTo>
                <a:lnTo>
                  <a:pt x="874486" y="32109"/>
                </a:lnTo>
                <a:lnTo>
                  <a:pt x="874486" y="67214"/>
                </a:lnTo>
                <a:cubicBezTo>
                  <a:pt x="874486" y="70116"/>
                  <a:pt x="874665" y="71982"/>
                  <a:pt x="875023" y="72811"/>
                </a:cubicBezTo>
                <a:cubicBezTo>
                  <a:pt x="875381" y="73640"/>
                  <a:pt x="875965" y="74300"/>
                  <a:pt x="876776" y="74790"/>
                </a:cubicBezTo>
                <a:cubicBezTo>
                  <a:pt x="877586" y="75279"/>
                  <a:pt x="878745" y="75524"/>
                  <a:pt x="880252" y="75524"/>
                </a:cubicBezTo>
                <a:cubicBezTo>
                  <a:pt x="881383" y="75524"/>
                  <a:pt x="882871" y="75430"/>
                  <a:pt x="884718" y="75242"/>
                </a:cubicBezTo>
                <a:close/>
                <a:moveTo>
                  <a:pt x="894212" y="107407"/>
                </a:moveTo>
                <a:lnTo>
                  <a:pt x="893081" y="97854"/>
                </a:lnTo>
                <a:cubicBezTo>
                  <a:pt x="895305" y="98457"/>
                  <a:pt x="897246" y="98758"/>
                  <a:pt x="898904" y="98758"/>
                </a:cubicBezTo>
                <a:cubicBezTo>
                  <a:pt x="901165" y="98758"/>
                  <a:pt x="902974" y="98377"/>
                  <a:pt x="904331" y="97614"/>
                </a:cubicBezTo>
                <a:cubicBezTo>
                  <a:pt x="905687" y="96852"/>
                  <a:pt x="906799" y="95784"/>
                  <a:pt x="907666" y="94411"/>
                </a:cubicBezTo>
                <a:cubicBezTo>
                  <a:pt x="908307" y="93382"/>
                  <a:pt x="909343" y="90827"/>
                  <a:pt x="910775" y="86747"/>
                </a:cubicBezTo>
                <a:cubicBezTo>
                  <a:pt x="910964" y="86175"/>
                  <a:pt x="911265" y="85336"/>
                  <a:pt x="911680" y="84230"/>
                </a:cubicBezTo>
                <a:lnTo>
                  <a:pt x="888898" y="24195"/>
                </a:lnTo>
                <a:lnTo>
                  <a:pt x="899865" y="24195"/>
                </a:lnTo>
                <a:lnTo>
                  <a:pt x="912358" y="58880"/>
                </a:lnTo>
                <a:cubicBezTo>
                  <a:pt x="913979" y="63280"/>
                  <a:pt x="915429" y="67905"/>
                  <a:pt x="916711" y="72754"/>
                </a:cubicBezTo>
                <a:cubicBezTo>
                  <a:pt x="917879" y="68092"/>
                  <a:pt x="919274" y="63542"/>
                  <a:pt x="920894" y="59106"/>
                </a:cubicBezTo>
                <a:lnTo>
                  <a:pt x="933726" y="24195"/>
                </a:lnTo>
                <a:lnTo>
                  <a:pt x="943902" y="24195"/>
                </a:lnTo>
                <a:lnTo>
                  <a:pt x="921064" y="85288"/>
                </a:lnTo>
                <a:cubicBezTo>
                  <a:pt x="918614" y="91888"/>
                  <a:pt x="916711" y="96432"/>
                  <a:pt x="915354" y="98921"/>
                </a:cubicBezTo>
                <a:cubicBezTo>
                  <a:pt x="913545" y="102277"/>
                  <a:pt x="911472" y="104738"/>
                  <a:pt x="909136" y="106303"/>
                </a:cubicBezTo>
                <a:cubicBezTo>
                  <a:pt x="906799" y="107869"/>
                  <a:pt x="904010" y="108651"/>
                  <a:pt x="900769" y="108651"/>
                </a:cubicBezTo>
                <a:cubicBezTo>
                  <a:pt x="898810" y="108651"/>
                  <a:pt x="896624" y="108237"/>
                  <a:pt x="894212" y="107407"/>
                </a:cubicBezTo>
                <a:close/>
                <a:moveTo>
                  <a:pt x="946843" y="84230"/>
                </a:moveTo>
                <a:lnTo>
                  <a:pt x="946843" y="72585"/>
                </a:lnTo>
                <a:lnTo>
                  <a:pt x="958432" y="72585"/>
                </a:lnTo>
                <a:lnTo>
                  <a:pt x="958432" y="84230"/>
                </a:lnTo>
                <a:lnTo>
                  <a:pt x="946843" y="84230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4773C-1EBA-4C15-9289-BFCA9634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675" y="5339599"/>
            <a:ext cx="1629770" cy="601002"/>
          </a:xfrm>
          <a:custGeom xmlns:a="http://schemas.openxmlformats.org/drawingml/2006/main">
            <a:pathLst>
              <a:path w="1629770" h="601002">
                <a:moveTo>
                  <a:pt x="1629770" y="80926"/>
                </a:moveTo>
                <a:lnTo>
                  <a:pt x="1629770" y="520095"/>
                </a:lnTo>
                <a:cubicBezTo>
                  <a:pt x="1629770" y="564745"/>
                  <a:pt x="1593513" y="601002"/>
                  <a:pt x="1548844" y="601002"/>
                </a:cubicBezTo>
                <a:lnTo>
                  <a:pt x="80926" y="601002"/>
                </a:lnTo>
                <a:cubicBezTo>
                  <a:pt x="36257" y="601002"/>
                  <a:pt x="0" y="564745"/>
                  <a:pt x="0" y="520095"/>
                </a:cubicBezTo>
                <a:lnTo>
                  <a:pt x="0" y="80926"/>
                </a:lnTo>
                <a:cubicBezTo>
                  <a:pt x="0" y="36257"/>
                  <a:pt x="36257" y="0"/>
                  <a:pt x="80926" y="0"/>
                </a:cubicBezTo>
                <a:lnTo>
                  <a:pt x="1548844" y="0"/>
                </a:lnTo>
                <a:cubicBezTo>
                  <a:pt x="1593513" y="0"/>
                  <a:pt x="1629770" y="36257"/>
                  <a:pt x="1629770" y="80926"/>
                </a:cubicBezTo>
                <a:close/>
              </a:path>
            </a:pathLst>
          </a:custGeom>
          <a:solidFill xmlns:a="http://schemas.openxmlformats.org/drawingml/2006/main">
            <a:srgbClr val="09C479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�Correct">
            <a:extLst xmlns:a="http://schemas.openxmlformats.org/drawingml/2006/main">
              <a:ext uri="{FF2B5EF4-FFF2-40B4-BE49-F238E27FC236}">
                <a16:creationId xmlns:a16="http://schemas.microsoft.com/office/drawing/2014/main" id="{6860E5ED-04B6-4B98-B0E0-49B5D351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093" y="5395614"/>
            <a:ext cx="925569" cy="173661"/>
          </a:xfrm>
          <a:custGeom xmlns:a="http://schemas.openxmlformats.org/drawingml/2006/main">
            <a:pathLst>
              <a:path w="925569" h="173661">
                <a:moveTo>
                  <a:pt x="90699" y="173661"/>
                </a:moveTo>
                <a:cubicBezTo>
                  <a:pt x="121700" y="173661"/>
                  <a:pt x="150395" y="157110"/>
                  <a:pt x="165929" y="130246"/>
                </a:cubicBezTo>
                <a:cubicBezTo>
                  <a:pt x="181396" y="103384"/>
                  <a:pt x="181396" y="70279"/>
                  <a:pt x="165929" y="43415"/>
                </a:cubicBezTo>
                <a:cubicBezTo>
                  <a:pt x="150395" y="16554"/>
                  <a:pt x="121700" y="0"/>
                  <a:pt x="90699" y="0"/>
                </a:cubicBezTo>
                <a:cubicBezTo>
                  <a:pt x="59696" y="0"/>
                  <a:pt x="31003" y="16554"/>
                  <a:pt x="15467" y="43415"/>
                </a:cubicBezTo>
                <a:cubicBezTo>
                  <a:pt x="0" y="70279"/>
                  <a:pt x="0" y="103384"/>
                  <a:pt x="15467" y="130246"/>
                </a:cubicBezTo>
                <a:cubicBezTo>
                  <a:pt x="31003" y="157110"/>
                  <a:pt x="59696" y="173661"/>
                  <a:pt x="90699" y="173661"/>
                </a:cubicBezTo>
                <a:moveTo>
                  <a:pt x="129027" y="70889"/>
                </a:moveTo>
                <a:lnTo>
                  <a:pt x="85612" y="114304"/>
                </a:lnTo>
                <a:cubicBezTo>
                  <a:pt x="82421" y="117495"/>
                  <a:pt x="77267" y="117495"/>
                  <a:pt x="74146" y="114304"/>
                </a:cubicBezTo>
                <a:lnTo>
                  <a:pt x="52438" y="92597"/>
                </a:lnTo>
                <a:cubicBezTo>
                  <a:pt x="49250" y="89409"/>
                  <a:pt x="49250" y="84255"/>
                  <a:pt x="52438" y="81133"/>
                </a:cubicBezTo>
                <a:cubicBezTo>
                  <a:pt x="55626" y="77946"/>
                  <a:pt x="60782" y="77946"/>
                  <a:pt x="63904" y="81133"/>
                </a:cubicBezTo>
                <a:lnTo>
                  <a:pt x="79845" y="97075"/>
                </a:lnTo>
                <a:lnTo>
                  <a:pt x="117495" y="59359"/>
                </a:lnTo>
                <a:cubicBezTo>
                  <a:pt x="120682" y="56169"/>
                  <a:pt x="125836" y="56169"/>
                  <a:pt x="128958" y="59359"/>
                </a:cubicBezTo>
                <a:cubicBezTo>
                  <a:pt x="132146" y="62547"/>
                  <a:pt x="132146" y="67701"/>
                  <a:pt x="128958" y="70823"/>
                </a:cubicBezTo>
                <a:lnTo>
                  <a:pt x="129027" y="70889"/>
                </a:lnTo>
                <a:close/>
                <a:moveTo>
                  <a:pt x="301953" y="101076"/>
                </a:moveTo>
                <a:lnTo>
                  <a:pt x="335617" y="111286"/>
                </a:lnTo>
                <a:cubicBezTo>
                  <a:pt x="333355" y="120737"/>
                  <a:pt x="329794" y="128633"/>
                  <a:pt x="324932" y="134973"/>
                </a:cubicBezTo>
                <a:cubicBezTo>
                  <a:pt x="320071" y="141312"/>
                  <a:pt x="314036" y="146094"/>
                  <a:pt x="306829" y="149319"/>
                </a:cubicBezTo>
                <a:cubicBezTo>
                  <a:pt x="299621" y="152545"/>
                  <a:pt x="290449" y="154158"/>
                  <a:pt x="279312" y="154158"/>
                </a:cubicBezTo>
                <a:cubicBezTo>
                  <a:pt x="265802" y="154158"/>
                  <a:pt x="254764" y="152193"/>
                  <a:pt x="246200" y="148262"/>
                </a:cubicBezTo>
                <a:cubicBezTo>
                  <a:pt x="237636" y="144330"/>
                  <a:pt x="230244" y="137414"/>
                  <a:pt x="224026" y="127516"/>
                </a:cubicBezTo>
                <a:cubicBezTo>
                  <a:pt x="217808" y="117617"/>
                  <a:pt x="214698" y="104945"/>
                  <a:pt x="214698" y="89502"/>
                </a:cubicBezTo>
                <a:cubicBezTo>
                  <a:pt x="214698" y="68910"/>
                  <a:pt x="220168" y="53085"/>
                  <a:pt x="231106" y="42027"/>
                </a:cubicBezTo>
                <a:cubicBezTo>
                  <a:pt x="242045" y="30968"/>
                  <a:pt x="257520" y="25439"/>
                  <a:pt x="277532" y="25439"/>
                </a:cubicBezTo>
                <a:cubicBezTo>
                  <a:pt x="293191" y="25439"/>
                  <a:pt x="305500" y="28603"/>
                  <a:pt x="314460" y="34933"/>
                </a:cubicBezTo>
                <a:cubicBezTo>
                  <a:pt x="323420" y="41263"/>
                  <a:pt x="330077" y="50983"/>
                  <a:pt x="334429" y="64095"/>
                </a:cubicBezTo>
                <a:lnTo>
                  <a:pt x="300511" y="71567"/>
                </a:lnTo>
                <a:cubicBezTo>
                  <a:pt x="299324" y="67817"/>
                  <a:pt x="298081" y="65073"/>
                  <a:pt x="296780" y="63337"/>
                </a:cubicBezTo>
                <a:cubicBezTo>
                  <a:pt x="294632" y="60427"/>
                  <a:pt x="292004" y="58189"/>
                  <a:pt x="288894" y="56622"/>
                </a:cubicBezTo>
                <a:cubicBezTo>
                  <a:pt x="285785" y="55053"/>
                  <a:pt x="282309" y="54269"/>
                  <a:pt x="278465" y="54269"/>
                </a:cubicBezTo>
                <a:cubicBezTo>
                  <a:pt x="269759" y="54269"/>
                  <a:pt x="263088" y="57774"/>
                  <a:pt x="258453" y="64784"/>
                </a:cubicBezTo>
                <a:cubicBezTo>
                  <a:pt x="254948" y="69984"/>
                  <a:pt x="253196" y="78153"/>
                  <a:pt x="253196" y="89290"/>
                </a:cubicBezTo>
                <a:cubicBezTo>
                  <a:pt x="253196" y="103083"/>
                  <a:pt x="255287" y="112538"/>
                  <a:pt x="259470" y="117654"/>
                </a:cubicBezTo>
                <a:cubicBezTo>
                  <a:pt x="263654" y="122770"/>
                  <a:pt x="269533" y="125328"/>
                  <a:pt x="277108" y="125328"/>
                </a:cubicBezTo>
                <a:cubicBezTo>
                  <a:pt x="284457" y="125328"/>
                  <a:pt x="290011" y="123257"/>
                  <a:pt x="293770" y="119116"/>
                </a:cubicBezTo>
                <a:cubicBezTo>
                  <a:pt x="297529" y="114975"/>
                  <a:pt x="300257" y="108962"/>
                  <a:pt x="301953" y="101076"/>
                </a:cubicBezTo>
                <a:close/>
                <a:moveTo>
                  <a:pt x="347737" y="107181"/>
                </a:moveTo>
                <a:cubicBezTo>
                  <a:pt x="347737" y="93445"/>
                  <a:pt x="352372" y="82124"/>
                  <a:pt x="361643" y="73221"/>
                </a:cubicBezTo>
                <a:cubicBezTo>
                  <a:pt x="370914" y="64317"/>
                  <a:pt x="383436" y="59866"/>
                  <a:pt x="399208" y="59866"/>
                </a:cubicBezTo>
                <a:cubicBezTo>
                  <a:pt x="417241" y="59866"/>
                  <a:pt x="430865" y="65095"/>
                  <a:pt x="440079" y="75553"/>
                </a:cubicBezTo>
                <a:cubicBezTo>
                  <a:pt x="447484" y="83976"/>
                  <a:pt x="451187" y="94349"/>
                  <a:pt x="451187" y="106673"/>
                </a:cubicBezTo>
                <a:cubicBezTo>
                  <a:pt x="451187" y="120523"/>
                  <a:pt x="446594" y="131871"/>
                  <a:pt x="437408" y="140718"/>
                </a:cubicBezTo>
                <a:cubicBezTo>
                  <a:pt x="428222" y="149565"/>
                  <a:pt x="415517" y="153988"/>
                  <a:pt x="399292" y="153988"/>
                </a:cubicBezTo>
                <a:cubicBezTo>
                  <a:pt x="384821" y="153988"/>
                  <a:pt x="373119" y="150314"/>
                  <a:pt x="364187" y="142965"/>
                </a:cubicBezTo>
                <a:cubicBezTo>
                  <a:pt x="353220" y="133864"/>
                  <a:pt x="347737" y="121936"/>
                  <a:pt x="347737" y="107181"/>
                </a:cubicBezTo>
                <a:moveTo>
                  <a:pt x="382333" y="107054"/>
                </a:moveTo>
                <a:cubicBezTo>
                  <a:pt x="382333" y="115067"/>
                  <a:pt x="383959" y="120992"/>
                  <a:pt x="387209" y="124829"/>
                </a:cubicBezTo>
                <a:cubicBezTo>
                  <a:pt x="390460" y="128666"/>
                  <a:pt x="394544" y="130585"/>
                  <a:pt x="399462" y="130585"/>
                </a:cubicBezTo>
                <a:cubicBezTo>
                  <a:pt x="404437" y="130585"/>
                  <a:pt x="408521" y="128695"/>
                  <a:pt x="411715" y="124914"/>
                </a:cubicBezTo>
                <a:cubicBezTo>
                  <a:pt x="414909" y="121134"/>
                  <a:pt x="416506" y="115067"/>
                  <a:pt x="416506" y="106715"/>
                </a:cubicBezTo>
                <a:cubicBezTo>
                  <a:pt x="416506" y="98928"/>
                  <a:pt x="414895" y="93130"/>
                  <a:pt x="411672" y="89321"/>
                </a:cubicBezTo>
                <a:cubicBezTo>
                  <a:pt x="408450" y="85513"/>
                  <a:pt x="404465" y="83608"/>
                  <a:pt x="399716" y="83608"/>
                </a:cubicBezTo>
                <a:cubicBezTo>
                  <a:pt x="394685" y="83608"/>
                  <a:pt x="390530" y="85541"/>
                  <a:pt x="387251" y="89406"/>
                </a:cubicBezTo>
                <a:cubicBezTo>
                  <a:pt x="383973" y="93271"/>
                  <a:pt x="382333" y="99154"/>
                  <a:pt x="382333" y="107054"/>
                </a:cubicBezTo>
                <a:close/>
                <a:moveTo>
                  <a:pt x="468130" y="61901"/>
                </a:moveTo>
                <a:lnTo>
                  <a:pt x="500437" y="61901"/>
                </a:lnTo>
                <a:lnTo>
                  <a:pt x="500437" y="76655"/>
                </a:lnTo>
                <a:cubicBezTo>
                  <a:pt x="503546" y="70267"/>
                  <a:pt x="506755" y="65872"/>
                  <a:pt x="510062" y="63469"/>
                </a:cubicBezTo>
                <a:cubicBezTo>
                  <a:pt x="513369" y="61067"/>
                  <a:pt x="517453" y="59866"/>
                  <a:pt x="522314" y="59866"/>
                </a:cubicBezTo>
                <a:cubicBezTo>
                  <a:pt x="527402" y="59866"/>
                  <a:pt x="532970" y="61448"/>
                  <a:pt x="539019" y="64614"/>
                </a:cubicBezTo>
                <a:lnTo>
                  <a:pt x="528335" y="89205"/>
                </a:lnTo>
                <a:cubicBezTo>
                  <a:pt x="524265" y="87509"/>
                  <a:pt x="521043" y="86661"/>
                  <a:pt x="518668" y="86661"/>
                </a:cubicBezTo>
                <a:cubicBezTo>
                  <a:pt x="514146" y="86661"/>
                  <a:pt x="510641" y="88526"/>
                  <a:pt x="508154" y="92257"/>
                </a:cubicBezTo>
                <a:cubicBezTo>
                  <a:pt x="504592" y="97515"/>
                  <a:pt x="502812" y="107351"/>
                  <a:pt x="502812" y="121766"/>
                </a:cubicBezTo>
                <a:lnTo>
                  <a:pt x="502812" y="151953"/>
                </a:lnTo>
                <a:lnTo>
                  <a:pt x="468130" y="151953"/>
                </a:lnTo>
                <a:lnTo>
                  <a:pt x="468130" y="61901"/>
                </a:lnTo>
                <a:close/>
                <a:moveTo>
                  <a:pt x="552495" y="61901"/>
                </a:moveTo>
                <a:lnTo>
                  <a:pt x="584802" y="61901"/>
                </a:lnTo>
                <a:lnTo>
                  <a:pt x="584802" y="76655"/>
                </a:lnTo>
                <a:cubicBezTo>
                  <a:pt x="587911" y="70267"/>
                  <a:pt x="591119" y="65872"/>
                  <a:pt x="594426" y="63469"/>
                </a:cubicBezTo>
                <a:cubicBezTo>
                  <a:pt x="597733" y="61067"/>
                  <a:pt x="601818" y="59866"/>
                  <a:pt x="606679" y="59866"/>
                </a:cubicBezTo>
                <a:cubicBezTo>
                  <a:pt x="611767" y="59866"/>
                  <a:pt x="617335" y="61448"/>
                  <a:pt x="623384" y="64614"/>
                </a:cubicBezTo>
                <a:lnTo>
                  <a:pt x="612700" y="89205"/>
                </a:lnTo>
                <a:cubicBezTo>
                  <a:pt x="608630" y="87509"/>
                  <a:pt x="605407" y="86661"/>
                  <a:pt x="603033" y="86661"/>
                </a:cubicBezTo>
                <a:cubicBezTo>
                  <a:pt x="598511" y="86661"/>
                  <a:pt x="595006" y="88526"/>
                  <a:pt x="592518" y="92257"/>
                </a:cubicBezTo>
                <a:cubicBezTo>
                  <a:pt x="588957" y="97515"/>
                  <a:pt x="587176" y="107351"/>
                  <a:pt x="587176" y="121766"/>
                </a:cubicBezTo>
                <a:lnTo>
                  <a:pt x="587176" y="151953"/>
                </a:lnTo>
                <a:lnTo>
                  <a:pt x="552495" y="151953"/>
                </a:lnTo>
                <a:lnTo>
                  <a:pt x="552495" y="61901"/>
                </a:lnTo>
                <a:close/>
                <a:moveTo>
                  <a:pt x="732013" y="115491"/>
                </a:moveTo>
                <a:lnTo>
                  <a:pt x="662820" y="115491"/>
                </a:lnTo>
                <a:cubicBezTo>
                  <a:pt x="663442" y="121005"/>
                  <a:pt x="664940" y="125112"/>
                  <a:pt x="667314" y="127813"/>
                </a:cubicBezTo>
                <a:cubicBezTo>
                  <a:pt x="670650" y="131696"/>
                  <a:pt x="675003" y="133638"/>
                  <a:pt x="680373" y="133638"/>
                </a:cubicBezTo>
                <a:cubicBezTo>
                  <a:pt x="683765" y="133638"/>
                  <a:pt x="686987" y="132798"/>
                  <a:pt x="690040" y="131120"/>
                </a:cubicBezTo>
                <a:cubicBezTo>
                  <a:pt x="691905" y="130057"/>
                  <a:pt x="693912" y="128182"/>
                  <a:pt x="696060" y="125497"/>
                </a:cubicBezTo>
                <a:lnTo>
                  <a:pt x="730063" y="128550"/>
                </a:lnTo>
                <a:cubicBezTo>
                  <a:pt x="724862" y="137625"/>
                  <a:pt x="718587" y="144134"/>
                  <a:pt x="711238" y="148077"/>
                </a:cubicBezTo>
                <a:cubicBezTo>
                  <a:pt x="703890" y="152018"/>
                  <a:pt x="693347" y="153988"/>
                  <a:pt x="679610" y="153988"/>
                </a:cubicBezTo>
                <a:cubicBezTo>
                  <a:pt x="667682" y="153988"/>
                  <a:pt x="658298" y="152307"/>
                  <a:pt x="651458" y="148943"/>
                </a:cubicBezTo>
                <a:cubicBezTo>
                  <a:pt x="644618" y="145580"/>
                  <a:pt x="638950" y="140237"/>
                  <a:pt x="634456" y="132917"/>
                </a:cubicBezTo>
                <a:cubicBezTo>
                  <a:pt x="629962" y="125596"/>
                  <a:pt x="627715" y="116989"/>
                  <a:pt x="627715" y="107097"/>
                </a:cubicBezTo>
                <a:cubicBezTo>
                  <a:pt x="627715" y="93021"/>
                  <a:pt x="632223" y="81630"/>
                  <a:pt x="641240" y="72924"/>
                </a:cubicBezTo>
                <a:cubicBezTo>
                  <a:pt x="650256" y="64218"/>
                  <a:pt x="662707" y="59866"/>
                  <a:pt x="678592" y="59866"/>
                </a:cubicBezTo>
                <a:cubicBezTo>
                  <a:pt x="691481" y="59866"/>
                  <a:pt x="701657" y="61816"/>
                  <a:pt x="709119" y="65716"/>
                </a:cubicBezTo>
                <a:cubicBezTo>
                  <a:pt x="716581" y="69617"/>
                  <a:pt x="722262" y="75270"/>
                  <a:pt x="726162" y="82676"/>
                </a:cubicBezTo>
                <a:cubicBezTo>
                  <a:pt x="730063" y="90081"/>
                  <a:pt x="732013" y="99719"/>
                  <a:pt x="732013" y="111591"/>
                </a:cubicBezTo>
                <a:lnTo>
                  <a:pt x="732013" y="115491"/>
                </a:lnTo>
                <a:moveTo>
                  <a:pt x="696908" y="98871"/>
                </a:moveTo>
                <a:cubicBezTo>
                  <a:pt x="696230" y="92261"/>
                  <a:pt x="694435" y="87527"/>
                  <a:pt x="691524" y="84671"/>
                </a:cubicBezTo>
                <a:cubicBezTo>
                  <a:pt x="688612" y="81814"/>
                  <a:pt x="684782" y="80386"/>
                  <a:pt x="680034" y="80386"/>
                </a:cubicBezTo>
                <a:cubicBezTo>
                  <a:pt x="674550" y="80386"/>
                  <a:pt x="670169" y="82543"/>
                  <a:pt x="666890" y="86857"/>
                </a:cubicBezTo>
                <a:cubicBezTo>
                  <a:pt x="664799" y="89546"/>
                  <a:pt x="663470" y="93551"/>
                  <a:pt x="662905" y="98871"/>
                </a:cubicBezTo>
                <a:lnTo>
                  <a:pt x="696908" y="98871"/>
                </a:lnTo>
                <a:close/>
                <a:moveTo>
                  <a:pt x="815012" y="116678"/>
                </a:moveTo>
                <a:lnTo>
                  <a:pt x="847828" y="120409"/>
                </a:lnTo>
                <a:cubicBezTo>
                  <a:pt x="846019" y="127250"/>
                  <a:pt x="843051" y="133171"/>
                  <a:pt x="838924" y="138174"/>
                </a:cubicBezTo>
                <a:cubicBezTo>
                  <a:pt x="834798" y="143177"/>
                  <a:pt x="829526" y="147063"/>
                  <a:pt x="823110" y="149833"/>
                </a:cubicBezTo>
                <a:cubicBezTo>
                  <a:pt x="816694" y="152603"/>
                  <a:pt x="808539" y="153988"/>
                  <a:pt x="798646" y="153988"/>
                </a:cubicBezTo>
                <a:cubicBezTo>
                  <a:pt x="789093" y="153988"/>
                  <a:pt x="781136" y="153099"/>
                  <a:pt x="774777" y="151320"/>
                </a:cubicBezTo>
                <a:cubicBezTo>
                  <a:pt x="768417" y="149541"/>
                  <a:pt x="762948" y="146661"/>
                  <a:pt x="758369" y="142679"/>
                </a:cubicBezTo>
                <a:cubicBezTo>
                  <a:pt x="753790" y="138697"/>
                  <a:pt x="750200" y="134024"/>
                  <a:pt x="747600" y="128658"/>
                </a:cubicBezTo>
                <a:cubicBezTo>
                  <a:pt x="744999" y="123292"/>
                  <a:pt x="743699" y="116175"/>
                  <a:pt x="743699" y="107309"/>
                </a:cubicBezTo>
                <a:cubicBezTo>
                  <a:pt x="743699" y="98046"/>
                  <a:pt x="745282" y="90337"/>
                  <a:pt x="748448" y="84181"/>
                </a:cubicBezTo>
                <a:cubicBezTo>
                  <a:pt x="750765" y="79662"/>
                  <a:pt x="753931" y="75609"/>
                  <a:pt x="757945" y="72023"/>
                </a:cubicBezTo>
                <a:cubicBezTo>
                  <a:pt x="761958" y="68437"/>
                  <a:pt x="766085" y="65769"/>
                  <a:pt x="770325" y="64018"/>
                </a:cubicBezTo>
                <a:cubicBezTo>
                  <a:pt x="777052" y="61250"/>
                  <a:pt x="785673" y="59866"/>
                  <a:pt x="796187" y="59866"/>
                </a:cubicBezTo>
                <a:cubicBezTo>
                  <a:pt x="810885" y="59866"/>
                  <a:pt x="822092" y="62501"/>
                  <a:pt x="829809" y="67773"/>
                </a:cubicBezTo>
                <a:cubicBezTo>
                  <a:pt x="837525" y="73044"/>
                  <a:pt x="842938" y="80753"/>
                  <a:pt x="846047" y="90901"/>
                </a:cubicBezTo>
                <a:lnTo>
                  <a:pt x="813570" y="95140"/>
                </a:lnTo>
                <a:cubicBezTo>
                  <a:pt x="812553" y="91325"/>
                  <a:pt x="810702" y="88449"/>
                  <a:pt x="808016" y="86512"/>
                </a:cubicBezTo>
                <a:cubicBezTo>
                  <a:pt x="805331" y="84576"/>
                  <a:pt x="801727" y="83608"/>
                  <a:pt x="797205" y="83608"/>
                </a:cubicBezTo>
                <a:cubicBezTo>
                  <a:pt x="791495" y="83608"/>
                  <a:pt x="786874" y="85639"/>
                  <a:pt x="783341" y="89700"/>
                </a:cubicBezTo>
                <a:cubicBezTo>
                  <a:pt x="779808" y="93762"/>
                  <a:pt x="778041" y="99910"/>
                  <a:pt x="778041" y="108146"/>
                </a:cubicBezTo>
                <a:cubicBezTo>
                  <a:pt x="778041" y="115486"/>
                  <a:pt x="779794" y="121061"/>
                  <a:pt x="783298" y="124872"/>
                </a:cubicBezTo>
                <a:cubicBezTo>
                  <a:pt x="786803" y="128681"/>
                  <a:pt x="791269" y="130585"/>
                  <a:pt x="796696" y="130585"/>
                </a:cubicBezTo>
                <a:cubicBezTo>
                  <a:pt x="801219" y="130585"/>
                  <a:pt x="805020" y="129447"/>
                  <a:pt x="808101" y="127172"/>
                </a:cubicBezTo>
                <a:cubicBezTo>
                  <a:pt x="811182" y="124895"/>
                  <a:pt x="813486" y="121397"/>
                  <a:pt x="815012" y="116678"/>
                </a:cubicBezTo>
                <a:close/>
                <a:moveTo>
                  <a:pt x="905303" y="27643"/>
                </a:moveTo>
                <a:lnTo>
                  <a:pt x="905303" y="61901"/>
                </a:lnTo>
                <a:lnTo>
                  <a:pt x="924297" y="61901"/>
                </a:lnTo>
                <a:lnTo>
                  <a:pt x="924297" y="87170"/>
                </a:lnTo>
                <a:lnTo>
                  <a:pt x="905303" y="87170"/>
                </a:lnTo>
                <a:lnTo>
                  <a:pt x="905303" y="119074"/>
                </a:lnTo>
                <a:cubicBezTo>
                  <a:pt x="905303" y="122911"/>
                  <a:pt x="905670" y="125449"/>
                  <a:pt x="906405" y="126690"/>
                </a:cubicBezTo>
                <a:cubicBezTo>
                  <a:pt x="907536" y="128608"/>
                  <a:pt x="909515" y="129567"/>
                  <a:pt x="912341" y="129567"/>
                </a:cubicBezTo>
                <a:cubicBezTo>
                  <a:pt x="914885" y="129567"/>
                  <a:pt x="918446" y="128834"/>
                  <a:pt x="923025" y="127368"/>
                </a:cubicBezTo>
                <a:lnTo>
                  <a:pt x="925569" y="151190"/>
                </a:lnTo>
                <a:cubicBezTo>
                  <a:pt x="917033" y="153056"/>
                  <a:pt x="909062" y="153988"/>
                  <a:pt x="901657" y="153988"/>
                </a:cubicBezTo>
                <a:cubicBezTo>
                  <a:pt x="893064" y="153988"/>
                  <a:pt x="886733" y="152888"/>
                  <a:pt x="882663" y="150687"/>
                </a:cubicBezTo>
                <a:cubicBezTo>
                  <a:pt x="878592" y="148484"/>
                  <a:pt x="875582" y="145139"/>
                  <a:pt x="873632" y="140652"/>
                </a:cubicBezTo>
                <a:cubicBezTo>
                  <a:pt x="871682" y="136163"/>
                  <a:pt x="870707" y="128893"/>
                  <a:pt x="870707" y="118843"/>
                </a:cubicBezTo>
                <a:lnTo>
                  <a:pt x="870707" y="87170"/>
                </a:lnTo>
                <a:lnTo>
                  <a:pt x="857987" y="87170"/>
                </a:lnTo>
                <a:lnTo>
                  <a:pt x="857987" y="61901"/>
                </a:lnTo>
                <a:lnTo>
                  <a:pt x="870707" y="61901"/>
                </a:lnTo>
                <a:lnTo>
                  <a:pt x="870707" y="45366"/>
                </a:lnTo>
                <a:lnTo>
                  <a:pt x="905303" y="27643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Theclaimaccuratelyrefects">
            <a:extLst xmlns:a="http://schemas.openxmlformats.org/drawingml/2006/main">
              <a:ext uri="{FF2B5EF4-FFF2-40B4-BE49-F238E27FC236}">
                <a16:creationId xmlns:a16="http://schemas.microsoft.com/office/drawing/2014/main" id="{CA01343C-BBED-4B04-B525-C1A7B742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75" y="5597848"/>
            <a:ext cx="1459851" cy="108651"/>
          </a:xfrm>
          <a:custGeom xmlns:a="http://schemas.openxmlformats.org/drawingml/2006/main">
            <a:pathLst>
              <a:path w="1459851" h="108651">
                <a:moveTo>
                  <a:pt x="27304" y="84230"/>
                </a:moveTo>
                <a:lnTo>
                  <a:pt x="27304" y="11136"/>
                </a:lnTo>
                <a:lnTo>
                  <a:pt x="0" y="11136"/>
                </a:lnTo>
                <a:lnTo>
                  <a:pt x="0" y="1357"/>
                </a:lnTo>
                <a:lnTo>
                  <a:pt x="65688" y="1357"/>
                </a:lnTo>
                <a:lnTo>
                  <a:pt x="65688" y="11136"/>
                </a:lnTo>
                <a:lnTo>
                  <a:pt x="38271" y="11136"/>
                </a:lnTo>
                <a:lnTo>
                  <a:pt x="38271" y="84230"/>
                </a:lnTo>
                <a:lnTo>
                  <a:pt x="27304" y="84230"/>
                </a:lnTo>
                <a:close/>
                <a:moveTo>
                  <a:pt x="75633" y="84230"/>
                </a:moveTo>
                <a:lnTo>
                  <a:pt x="75633" y="1357"/>
                </a:lnTo>
                <a:lnTo>
                  <a:pt x="85808" y="1357"/>
                </a:lnTo>
                <a:lnTo>
                  <a:pt x="85808" y="31092"/>
                </a:lnTo>
                <a:cubicBezTo>
                  <a:pt x="90557" y="25589"/>
                  <a:pt x="96549" y="22838"/>
                  <a:pt x="103785" y="22838"/>
                </a:cubicBezTo>
                <a:cubicBezTo>
                  <a:pt x="108232" y="22838"/>
                  <a:pt x="112095" y="23714"/>
                  <a:pt x="115373" y="25467"/>
                </a:cubicBezTo>
                <a:cubicBezTo>
                  <a:pt x="118652" y="27219"/>
                  <a:pt x="120998" y="29641"/>
                  <a:pt x="122411" y="32731"/>
                </a:cubicBezTo>
                <a:cubicBezTo>
                  <a:pt x="123825" y="35821"/>
                  <a:pt x="124531" y="40306"/>
                  <a:pt x="124531" y="46185"/>
                </a:cubicBezTo>
                <a:lnTo>
                  <a:pt x="124531" y="84230"/>
                </a:lnTo>
                <a:lnTo>
                  <a:pt x="114356" y="84230"/>
                </a:lnTo>
                <a:lnTo>
                  <a:pt x="114356" y="46185"/>
                </a:lnTo>
                <a:cubicBezTo>
                  <a:pt x="114356" y="41098"/>
                  <a:pt x="113254" y="37395"/>
                  <a:pt x="111049" y="35077"/>
                </a:cubicBezTo>
                <a:cubicBezTo>
                  <a:pt x="108844" y="32759"/>
                  <a:pt x="105726" y="31600"/>
                  <a:pt x="101693" y="31600"/>
                </a:cubicBezTo>
                <a:cubicBezTo>
                  <a:pt x="98678" y="31600"/>
                  <a:pt x="95842" y="32382"/>
                  <a:pt x="93185" y="33946"/>
                </a:cubicBezTo>
                <a:cubicBezTo>
                  <a:pt x="90528" y="35510"/>
                  <a:pt x="88635" y="37630"/>
                  <a:pt x="87504" y="40306"/>
                </a:cubicBezTo>
                <a:cubicBezTo>
                  <a:pt x="86373" y="42982"/>
                  <a:pt x="85808" y="46675"/>
                  <a:pt x="85808" y="51386"/>
                </a:cubicBezTo>
                <a:lnTo>
                  <a:pt x="85808" y="84230"/>
                </a:lnTo>
                <a:lnTo>
                  <a:pt x="75633" y="84230"/>
                </a:lnTo>
                <a:close/>
                <a:moveTo>
                  <a:pt x="181124" y="64897"/>
                </a:moveTo>
                <a:lnTo>
                  <a:pt x="191638" y="66197"/>
                </a:lnTo>
                <a:cubicBezTo>
                  <a:pt x="189980" y="72340"/>
                  <a:pt x="186909" y="77107"/>
                  <a:pt x="182424" y="80499"/>
                </a:cubicBezTo>
                <a:cubicBezTo>
                  <a:pt x="177939" y="83891"/>
                  <a:pt x="172211" y="85587"/>
                  <a:pt x="165239" y="85587"/>
                </a:cubicBezTo>
                <a:cubicBezTo>
                  <a:pt x="156458" y="85587"/>
                  <a:pt x="149495" y="82883"/>
                  <a:pt x="144351" y="77475"/>
                </a:cubicBezTo>
                <a:cubicBezTo>
                  <a:pt x="139206" y="72067"/>
                  <a:pt x="136634" y="64482"/>
                  <a:pt x="136634" y="54721"/>
                </a:cubicBezTo>
                <a:cubicBezTo>
                  <a:pt x="136634" y="44621"/>
                  <a:pt x="139235" y="36782"/>
                  <a:pt x="144436" y="31205"/>
                </a:cubicBezTo>
                <a:cubicBezTo>
                  <a:pt x="149636" y="25627"/>
                  <a:pt x="156382" y="22838"/>
                  <a:pt x="164673" y="22838"/>
                </a:cubicBezTo>
                <a:cubicBezTo>
                  <a:pt x="172701" y="22838"/>
                  <a:pt x="179258" y="25566"/>
                  <a:pt x="184346" y="31023"/>
                </a:cubicBezTo>
                <a:cubicBezTo>
                  <a:pt x="189434" y="36478"/>
                  <a:pt x="191977" y="44153"/>
                  <a:pt x="191977" y="54048"/>
                </a:cubicBezTo>
                <a:cubicBezTo>
                  <a:pt x="191977" y="54650"/>
                  <a:pt x="191959" y="55553"/>
                  <a:pt x="191921" y="56756"/>
                </a:cubicBezTo>
                <a:lnTo>
                  <a:pt x="147149" y="56756"/>
                </a:lnTo>
                <a:cubicBezTo>
                  <a:pt x="147526" y="63333"/>
                  <a:pt x="149391" y="68369"/>
                  <a:pt x="152745" y="71864"/>
                </a:cubicBezTo>
                <a:cubicBezTo>
                  <a:pt x="156100" y="75360"/>
                  <a:pt x="160283" y="77107"/>
                  <a:pt x="165295" y="77107"/>
                </a:cubicBezTo>
                <a:cubicBezTo>
                  <a:pt x="169026" y="77107"/>
                  <a:pt x="172211" y="76137"/>
                  <a:pt x="174849" y="74196"/>
                </a:cubicBezTo>
                <a:cubicBezTo>
                  <a:pt x="177487" y="72254"/>
                  <a:pt x="179579" y="69154"/>
                  <a:pt x="181124" y="64897"/>
                </a:cubicBezTo>
                <a:moveTo>
                  <a:pt x="147714" y="48277"/>
                </a:moveTo>
                <a:lnTo>
                  <a:pt x="181237" y="48277"/>
                </a:lnTo>
                <a:cubicBezTo>
                  <a:pt x="180784" y="43309"/>
                  <a:pt x="179503" y="39584"/>
                  <a:pt x="177393" y="37100"/>
                </a:cubicBezTo>
                <a:cubicBezTo>
                  <a:pt x="174152" y="33245"/>
                  <a:pt x="169950" y="31318"/>
                  <a:pt x="164786" y="31318"/>
                </a:cubicBezTo>
                <a:cubicBezTo>
                  <a:pt x="160113" y="31318"/>
                  <a:pt x="156184" y="32856"/>
                  <a:pt x="153000" y="35934"/>
                </a:cubicBezTo>
                <a:cubicBezTo>
                  <a:pt x="149815" y="39010"/>
                  <a:pt x="148053" y="43124"/>
                  <a:pt x="147714" y="48277"/>
                </a:cubicBezTo>
                <a:close/>
                <a:moveTo>
                  <a:pt x="275757" y="62183"/>
                </a:moveTo>
                <a:lnTo>
                  <a:pt x="285763" y="63483"/>
                </a:lnTo>
                <a:cubicBezTo>
                  <a:pt x="284670" y="70398"/>
                  <a:pt x="281872" y="75811"/>
                  <a:pt x="277369" y="79722"/>
                </a:cubicBezTo>
                <a:cubicBezTo>
                  <a:pt x="272865" y="83632"/>
                  <a:pt x="267334" y="85587"/>
                  <a:pt x="260777" y="85587"/>
                </a:cubicBezTo>
                <a:cubicBezTo>
                  <a:pt x="252561" y="85587"/>
                  <a:pt x="245957" y="82902"/>
                  <a:pt x="240963" y="77531"/>
                </a:cubicBezTo>
                <a:cubicBezTo>
                  <a:pt x="235970" y="72161"/>
                  <a:pt x="233473" y="64463"/>
                  <a:pt x="233473" y="54439"/>
                </a:cubicBezTo>
                <a:cubicBezTo>
                  <a:pt x="233473" y="47957"/>
                  <a:pt x="234547" y="42285"/>
                  <a:pt x="236695" y="37423"/>
                </a:cubicBezTo>
                <a:cubicBezTo>
                  <a:pt x="238843" y="32561"/>
                  <a:pt x="242112" y="28915"/>
                  <a:pt x="246503" y="26484"/>
                </a:cubicBezTo>
                <a:cubicBezTo>
                  <a:pt x="250894" y="24054"/>
                  <a:pt x="255670" y="22838"/>
                  <a:pt x="260833" y="22838"/>
                </a:cubicBezTo>
                <a:cubicBezTo>
                  <a:pt x="267353" y="22838"/>
                  <a:pt x="272686" y="24492"/>
                  <a:pt x="276831" y="27801"/>
                </a:cubicBezTo>
                <a:cubicBezTo>
                  <a:pt x="280977" y="31108"/>
                  <a:pt x="283634" y="35804"/>
                  <a:pt x="284802" y="41889"/>
                </a:cubicBezTo>
                <a:lnTo>
                  <a:pt x="274909" y="43415"/>
                </a:lnTo>
                <a:cubicBezTo>
                  <a:pt x="273967" y="39402"/>
                  <a:pt x="272300" y="36382"/>
                  <a:pt x="269907" y="34356"/>
                </a:cubicBezTo>
                <a:cubicBezTo>
                  <a:pt x="267513" y="32331"/>
                  <a:pt x="264621" y="31318"/>
                  <a:pt x="261229" y="31318"/>
                </a:cubicBezTo>
                <a:cubicBezTo>
                  <a:pt x="256104" y="31318"/>
                  <a:pt x="251939" y="33146"/>
                  <a:pt x="248736" y="36803"/>
                </a:cubicBezTo>
                <a:cubicBezTo>
                  <a:pt x="245533" y="40459"/>
                  <a:pt x="243931" y="46243"/>
                  <a:pt x="243931" y="54156"/>
                </a:cubicBezTo>
                <a:cubicBezTo>
                  <a:pt x="243931" y="62182"/>
                  <a:pt x="245476" y="68014"/>
                  <a:pt x="248566" y="71652"/>
                </a:cubicBezTo>
                <a:cubicBezTo>
                  <a:pt x="251657" y="75289"/>
                  <a:pt x="255689" y="77107"/>
                  <a:pt x="260664" y="77107"/>
                </a:cubicBezTo>
                <a:cubicBezTo>
                  <a:pt x="264659" y="77107"/>
                  <a:pt x="267994" y="75887"/>
                  <a:pt x="270670" y="73447"/>
                </a:cubicBezTo>
                <a:cubicBezTo>
                  <a:pt x="273345" y="71007"/>
                  <a:pt x="275041" y="67252"/>
                  <a:pt x="275757" y="62183"/>
                </a:cubicBezTo>
                <a:close/>
                <a:moveTo>
                  <a:pt x="294243" y="84230"/>
                </a:moveTo>
                <a:lnTo>
                  <a:pt x="294243" y="1357"/>
                </a:lnTo>
                <a:lnTo>
                  <a:pt x="304418" y="1357"/>
                </a:lnTo>
                <a:lnTo>
                  <a:pt x="304418" y="84230"/>
                </a:lnTo>
                <a:lnTo>
                  <a:pt x="294243" y="84230"/>
                </a:lnTo>
                <a:close/>
                <a:moveTo>
                  <a:pt x="359369" y="76818"/>
                </a:moveTo>
                <a:cubicBezTo>
                  <a:pt x="355600" y="80023"/>
                  <a:pt x="351973" y="82286"/>
                  <a:pt x="348487" y="83606"/>
                </a:cubicBezTo>
                <a:cubicBezTo>
                  <a:pt x="345001" y="84927"/>
                  <a:pt x="341260" y="85587"/>
                  <a:pt x="337266" y="85587"/>
                </a:cubicBezTo>
                <a:cubicBezTo>
                  <a:pt x="330670" y="85587"/>
                  <a:pt x="325602" y="83975"/>
                  <a:pt x="322059" y="80750"/>
                </a:cubicBezTo>
                <a:cubicBezTo>
                  <a:pt x="318516" y="77525"/>
                  <a:pt x="316745" y="73405"/>
                  <a:pt x="316745" y="68389"/>
                </a:cubicBezTo>
                <a:cubicBezTo>
                  <a:pt x="316745" y="65448"/>
                  <a:pt x="317414" y="62762"/>
                  <a:pt x="318752" y="60330"/>
                </a:cubicBezTo>
                <a:cubicBezTo>
                  <a:pt x="320090" y="57897"/>
                  <a:pt x="321842" y="55945"/>
                  <a:pt x="324009" y="54474"/>
                </a:cubicBezTo>
                <a:cubicBezTo>
                  <a:pt x="326176" y="53003"/>
                  <a:pt x="328617" y="51891"/>
                  <a:pt x="331330" y="51137"/>
                </a:cubicBezTo>
                <a:cubicBezTo>
                  <a:pt x="333327" y="50608"/>
                  <a:pt x="336342" y="50099"/>
                  <a:pt x="340375" y="49609"/>
                </a:cubicBezTo>
                <a:cubicBezTo>
                  <a:pt x="348591" y="48636"/>
                  <a:pt x="354639" y="47476"/>
                  <a:pt x="358521" y="46129"/>
                </a:cubicBezTo>
                <a:cubicBezTo>
                  <a:pt x="358559" y="44740"/>
                  <a:pt x="358578" y="43858"/>
                  <a:pt x="358578" y="43482"/>
                </a:cubicBezTo>
                <a:cubicBezTo>
                  <a:pt x="358578" y="39352"/>
                  <a:pt x="357617" y="36443"/>
                  <a:pt x="355695" y="34754"/>
                </a:cubicBezTo>
                <a:cubicBezTo>
                  <a:pt x="353094" y="32463"/>
                  <a:pt x="349231" y="31318"/>
                  <a:pt x="344106" y="31318"/>
                </a:cubicBezTo>
                <a:cubicBezTo>
                  <a:pt x="339320" y="31318"/>
                  <a:pt x="335786" y="32156"/>
                  <a:pt x="333506" y="33833"/>
                </a:cubicBezTo>
                <a:cubicBezTo>
                  <a:pt x="331226" y="35510"/>
                  <a:pt x="329540" y="38478"/>
                  <a:pt x="328447" y="42737"/>
                </a:cubicBezTo>
                <a:lnTo>
                  <a:pt x="318498" y="41380"/>
                </a:lnTo>
                <a:cubicBezTo>
                  <a:pt x="319402" y="37109"/>
                  <a:pt x="320891" y="33659"/>
                  <a:pt x="322964" y="31032"/>
                </a:cubicBezTo>
                <a:cubicBezTo>
                  <a:pt x="325036" y="28404"/>
                  <a:pt x="328032" y="26382"/>
                  <a:pt x="331952" y="24965"/>
                </a:cubicBezTo>
                <a:cubicBezTo>
                  <a:pt x="335871" y="23547"/>
                  <a:pt x="340413" y="22838"/>
                  <a:pt x="345576" y="22838"/>
                </a:cubicBezTo>
                <a:cubicBezTo>
                  <a:pt x="350701" y="22838"/>
                  <a:pt x="354865" y="23441"/>
                  <a:pt x="358069" y="24647"/>
                </a:cubicBezTo>
                <a:cubicBezTo>
                  <a:pt x="361272" y="25853"/>
                  <a:pt x="363628" y="27370"/>
                  <a:pt x="365135" y="29198"/>
                </a:cubicBezTo>
                <a:cubicBezTo>
                  <a:pt x="366643" y="31026"/>
                  <a:pt x="367698" y="33334"/>
                  <a:pt x="368301" y="36123"/>
                </a:cubicBezTo>
                <a:cubicBezTo>
                  <a:pt x="368640" y="37856"/>
                  <a:pt x="368810" y="40984"/>
                  <a:pt x="368810" y="45507"/>
                </a:cubicBezTo>
                <a:lnTo>
                  <a:pt x="368810" y="59074"/>
                </a:lnTo>
                <a:cubicBezTo>
                  <a:pt x="368810" y="68534"/>
                  <a:pt x="369026" y="74516"/>
                  <a:pt x="369460" y="77022"/>
                </a:cubicBezTo>
                <a:cubicBezTo>
                  <a:pt x="369893" y="79529"/>
                  <a:pt x="370750" y="81931"/>
                  <a:pt x="372032" y="84230"/>
                </a:cubicBezTo>
                <a:lnTo>
                  <a:pt x="361404" y="84230"/>
                </a:lnTo>
                <a:cubicBezTo>
                  <a:pt x="360349" y="82117"/>
                  <a:pt x="359671" y="79646"/>
                  <a:pt x="359369" y="76818"/>
                </a:cubicBezTo>
                <a:moveTo>
                  <a:pt x="358521" y="54043"/>
                </a:moveTo>
                <a:cubicBezTo>
                  <a:pt x="354828" y="55563"/>
                  <a:pt x="349288" y="56855"/>
                  <a:pt x="341901" y="57919"/>
                </a:cubicBezTo>
                <a:cubicBezTo>
                  <a:pt x="337718" y="58524"/>
                  <a:pt x="334760" y="59205"/>
                  <a:pt x="333026" y="59963"/>
                </a:cubicBezTo>
                <a:cubicBezTo>
                  <a:pt x="331292" y="60719"/>
                  <a:pt x="329954" y="61826"/>
                  <a:pt x="329012" y="63284"/>
                </a:cubicBezTo>
                <a:cubicBezTo>
                  <a:pt x="328070" y="64741"/>
                  <a:pt x="327599" y="66358"/>
                  <a:pt x="327599" y="68137"/>
                </a:cubicBezTo>
                <a:cubicBezTo>
                  <a:pt x="327599" y="70861"/>
                  <a:pt x="328626" y="73131"/>
                  <a:pt x="330680" y="74949"/>
                </a:cubicBezTo>
                <a:cubicBezTo>
                  <a:pt x="332734" y="76765"/>
                  <a:pt x="335739" y="77673"/>
                  <a:pt x="339696" y="77673"/>
                </a:cubicBezTo>
                <a:cubicBezTo>
                  <a:pt x="343616" y="77673"/>
                  <a:pt x="347102" y="76811"/>
                  <a:pt x="350155" y="75088"/>
                </a:cubicBezTo>
                <a:cubicBezTo>
                  <a:pt x="353207" y="73365"/>
                  <a:pt x="355450" y="71008"/>
                  <a:pt x="356882" y="68017"/>
                </a:cubicBezTo>
                <a:cubicBezTo>
                  <a:pt x="357975" y="65706"/>
                  <a:pt x="358521" y="62298"/>
                  <a:pt x="358521" y="57792"/>
                </a:cubicBezTo>
                <a:lnTo>
                  <a:pt x="358521" y="54043"/>
                </a:lnTo>
                <a:close/>
                <a:moveTo>
                  <a:pt x="384644" y="13115"/>
                </a:moveTo>
                <a:lnTo>
                  <a:pt x="384644" y="1357"/>
                </a:lnTo>
                <a:lnTo>
                  <a:pt x="394819" y="1357"/>
                </a:lnTo>
                <a:lnTo>
                  <a:pt x="394819" y="13115"/>
                </a:lnTo>
                <a:lnTo>
                  <a:pt x="384644" y="13115"/>
                </a:lnTo>
                <a:moveTo>
                  <a:pt x="384644" y="84230"/>
                </a:moveTo>
                <a:lnTo>
                  <a:pt x="384644" y="24195"/>
                </a:lnTo>
                <a:lnTo>
                  <a:pt x="394819" y="24195"/>
                </a:lnTo>
                <a:lnTo>
                  <a:pt x="394819" y="84230"/>
                </a:lnTo>
                <a:lnTo>
                  <a:pt x="384644" y="84230"/>
                </a:lnTo>
                <a:close/>
                <a:moveTo>
                  <a:pt x="410313" y="84230"/>
                </a:moveTo>
                <a:lnTo>
                  <a:pt x="410313" y="24195"/>
                </a:lnTo>
                <a:lnTo>
                  <a:pt x="419414" y="24195"/>
                </a:lnTo>
                <a:lnTo>
                  <a:pt x="419414" y="32561"/>
                </a:lnTo>
                <a:cubicBezTo>
                  <a:pt x="421298" y="29638"/>
                  <a:pt x="423804" y="27287"/>
                  <a:pt x="426932" y="25508"/>
                </a:cubicBezTo>
                <a:cubicBezTo>
                  <a:pt x="430060" y="23728"/>
                  <a:pt x="433622" y="22838"/>
                  <a:pt x="437617" y="22838"/>
                </a:cubicBezTo>
                <a:cubicBezTo>
                  <a:pt x="442064" y="22838"/>
                  <a:pt x="445710" y="23757"/>
                  <a:pt x="448555" y="25594"/>
                </a:cubicBezTo>
                <a:cubicBezTo>
                  <a:pt x="451401" y="27430"/>
                  <a:pt x="453407" y="29998"/>
                  <a:pt x="454576" y="33296"/>
                </a:cubicBezTo>
                <a:cubicBezTo>
                  <a:pt x="459324" y="26324"/>
                  <a:pt x="465505" y="22838"/>
                  <a:pt x="473118" y="22838"/>
                </a:cubicBezTo>
                <a:cubicBezTo>
                  <a:pt x="479072" y="22838"/>
                  <a:pt x="483651" y="24487"/>
                  <a:pt x="486854" y="27785"/>
                </a:cubicBezTo>
                <a:cubicBezTo>
                  <a:pt x="490058" y="31082"/>
                  <a:pt x="491660" y="36161"/>
                  <a:pt x="491660" y="43020"/>
                </a:cubicBezTo>
                <a:lnTo>
                  <a:pt x="491660" y="84230"/>
                </a:lnTo>
                <a:lnTo>
                  <a:pt x="481541" y="84230"/>
                </a:lnTo>
                <a:lnTo>
                  <a:pt x="481541" y="46371"/>
                </a:lnTo>
                <a:cubicBezTo>
                  <a:pt x="481541" y="42296"/>
                  <a:pt x="481211" y="39363"/>
                  <a:pt x="480551" y="37571"/>
                </a:cubicBezTo>
                <a:cubicBezTo>
                  <a:pt x="479892" y="35779"/>
                  <a:pt x="478695" y="34336"/>
                  <a:pt x="476962" y="33242"/>
                </a:cubicBezTo>
                <a:cubicBezTo>
                  <a:pt x="475228" y="32147"/>
                  <a:pt x="473193" y="31600"/>
                  <a:pt x="470856" y="31600"/>
                </a:cubicBezTo>
                <a:cubicBezTo>
                  <a:pt x="466636" y="31600"/>
                  <a:pt x="463131" y="33006"/>
                  <a:pt x="460342" y="35817"/>
                </a:cubicBezTo>
                <a:cubicBezTo>
                  <a:pt x="457553" y="38627"/>
                  <a:pt x="456159" y="43126"/>
                  <a:pt x="456159" y="49314"/>
                </a:cubicBezTo>
                <a:lnTo>
                  <a:pt x="456159" y="84230"/>
                </a:lnTo>
                <a:lnTo>
                  <a:pt x="445983" y="84230"/>
                </a:lnTo>
                <a:lnTo>
                  <a:pt x="445983" y="45182"/>
                </a:lnTo>
                <a:cubicBezTo>
                  <a:pt x="445983" y="40655"/>
                  <a:pt x="445154" y="37259"/>
                  <a:pt x="443496" y="34996"/>
                </a:cubicBezTo>
                <a:cubicBezTo>
                  <a:pt x="441838" y="32732"/>
                  <a:pt x="439124" y="31600"/>
                  <a:pt x="435355" y="31600"/>
                </a:cubicBezTo>
                <a:cubicBezTo>
                  <a:pt x="432491" y="31600"/>
                  <a:pt x="429844" y="32355"/>
                  <a:pt x="427413" y="33865"/>
                </a:cubicBezTo>
                <a:cubicBezTo>
                  <a:pt x="424982" y="35374"/>
                  <a:pt x="423220" y="37581"/>
                  <a:pt x="422127" y="40486"/>
                </a:cubicBezTo>
                <a:cubicBezTo>
                  <a:pt x="421034" y="43391"/>
                  <a:pt x="420488" y="47578"/>
                  <a:pt x="420488" y="53048"/>
                </a:cubicBezTo>
                <a:lnTo>
                  <a:pt x="420488" y="84230"/>
                </a:lnTo>
                <a:lnTo>
                  <a:pt x="410313" y="84230"/>
                </a:lnTo>
                <a:close/>
                <a:moveTo>
                  <a:pt x="578101" y="76818"/>
                </a:moveTo>
                <a:cubicBezTo>
                  <a:pt x="574333" y="80023"/>
                  <a:pt x="570705" y="82286"/>
                  <a:pt x="567219" y="83606"/>
                </a:cubicBezTo>
                <a:cubicBezTo>
                  <a:pt x="563733" y="84927"/>
                  <a:pt x="559993" y="85587"/>
                  <a:pt x="555998" y="85587"/>
                </a:cubicBezTo>
                <a:cubicBezTo>
                  <a:pt x="549403" y="85587"/>
                  <a:pt x="544334" y="83975"/>
                  <a:pt x="540791" y="80750"/>
                </a:cubicBezTo>
                <a:cubicBezTo>
                  <a:pt x="537249" y="77525"/>
                  <a:pt x="535477" y="73405"/>
                  <a:pt x="535477" y="68389"/>
                </a:cubicBezTo>
                <a:cubicBezTo>
                  <a:pt x="535477" y="65448"/>
                  <a:pt x="536146" y="62762"/>
                  <a:pt x="537484" y="60330"/>
                </a:cubicBezTo>
                <a:cubicBezTo>
                  <a:pt x="538822" y="57897"/>
                  <a:pt x="540575" y="55945"/>
                  <a:pt x="542742" y="54474"/>
                </a:cubicBezTo>
                <a:cubicBezTo>
                  <a:pt x="544909" y="53003"/>
                  <a:pt x="547349" y="51891"/>
                  <a:pt x="550062" y="51137"/>
                </a:cubicBezTo>
                <a:cubicBezTo>
                  <a:pt x="552060" y="50608"/>
                  <a:pt x="555075" y="50099"/>
                  <a:pt x="559107" y="49609"/>
                </a:cubicBezTo>
                <a:cubicBezTo>
                  <a:pt x="567323" y="48636"/>
                  <a:pt x="573372" y="47476"/>
                  <a:pt x="577253" y="46129"/>
                </a:cubicBezTo>
                <a:cubicBezTo>
                  <a:pt x="577291" y="44740"/>
                  <a:pt x="577310" y="43858"/>
                  <a:pt x="577310" y="43482"/>
                </a:cubicBezTo>
                <a:cubicBezTo>
                  <a:pt x="577310" y="39352"/>
                  <a:pt x="576349" y="36443"/>
                  <a:pt x="574427" y="34754"/>
                </a:cubicBezTo>
                <a:cubicBezTo>
                  <a:pt x="571826" y="32463"/>
                  <a:pt x="567963" y="31318"/>
                  <a:pt x="562838" y="31318"/>
                </a:cubicBezTo>
                <a:cubicBezTo>
                  <a:pt x="558052" y="31318"/>
                  <a:pt x="554519" y="32156"/>
                  <a:pt x="552239" y="33833"/>
                </a:cubicBezTo>
                <a:cubicBezTo>
                  <a:pt x="549959" y="35510"/>
                  <a:pt x="548272" y="38478"/>
                  <a:pt x="547179" y="42737"/>
                </a:cubicBezTo>
                <a:lnTo>
                  <a:pt x="537230" y="41380"/>
                </a:lnTo>
                <a:cubicBezTo>
                  <a:pt x="538134" y="37109"/>
                  <a:pt x="539623" y="33659"/>
                  <a:pt x="541696" y="31032"/>
                </a:cubicBezTo>
                <a:cubicBezTo>
                  <a:pt x="543768" y="28404"/>
                  <a:pt x="546765" y="26382"/>
                  <a:pt x="550684" y="24965"/>
                </a:cubicBezTo>
                <a:cubicBezTo>
                  <a:pt x="554603" y="23547"/>
                  <a:pt x="559145" y="22838"/>
                  <a:pt x="564308" y="22838"/>
                </a:cubicBezTo>
                <a:cubicBezTo>
                  <a:pt x="569433" y="22838"/>
                  <a:pt x="573598" y="23441"/>
                  <a:pt x="576801" y="24647"/>
                </a:cubicBezTo>
                <a:cubicBezTo>
                  <a:pt x="580004" y="25853"/>
                  <a:pt x="582360" y="27370"/>
                  <a:pt x="583867" y="29198"/>
                </a:cubicBezTo>
                <a:cubicBezTo>
                  <a:pt x="585375" y="31026"/>
                  <a:pt x="586430" y="33334"/>
                  <a:pt x="587033" y="36123"/>
                </a:cubicBezTo>
                <a:cubicBezTo>
                  <a:pt x="587372" y="37856"/>
                  <a:pt x="587542" y="40984"/>
                  <a:pt x="587542" y="45507"/>
                </a:cubicBezTo>
                <a:lnTo>
                  <a:pt x="587542" y="59074"/>
                </a:lnTo>
                <a:cubicBezTo>
                  <a:pt x="587542" y="68534"/>
                  <a:pt x="587758" y="74516"/>
                  <a:pt x="588192" y="77022"/>
                </a:cubicBezTo>
                <a:cubicBezTo>
                  <a:pt x="588625" y="79529"/>
                  <a:pt x="589483" y="81931"/>
                  <a:pt x="590764" y="84230"/>
                </a:cubicBezTo>
                <a:lnTo>
                  <a:pt x="580136" y="84230"/>
                </a:lnTo>
                <a:cubicBezTo>
                  <a:pt x="579081" y="82117"/>
                  <a:pt x="578403" y="79646"/>
                  <a:pt x="578101" y="76818"/>
                </a:cubicBezTo>
                <a:moveTo>
                  <a:pt x="577253" y="54043"/>
                </a:moveTo>
                <a:cubicBezTo>
                  <a:pt x="573560" y="55563"/>
                  <a:pt x="568020" y="56855"/>
                  <a:pt x="560633" y="57919"/>
                </a:cubicBezTo>
                <a:cubicBezTo>
                  <a:pt x="556450" y="58524"/>
                  <a:pt x="553492" y="59205"/>
                  <a:pt x="551758" y="59963"/>
                </a:cubicBezTo>
                <a:cubicBezTo>
                  <a:pt x="550025" y="60719"/>
                  <a:pt x="548687" y="61826"/>
                  <a:pt x="547744" y="63284"/>
                </a:cubicBezTo>
                <a:cubicBezTo>
                  <a:pt x="546802" y="64741"/>
                  <a:pt x="546331" y="66358"/>
                  <a:pt x="546331" y="68137"/>
                </a:cubicBezTo>
                <a:cubicBezTo>
                  <a:pt x="546331" y="70861"/>
                  <a:pt x="547358" y="73131"/>
                  <a:pt x="549412" y="74949"/>
                </a:cubicBezTo>
                <a:cubicBezTo>
                  <a:pt x="551466" y="76765"/>
                  <a:pt x="554472" y="77673"/>
                  <a:pt x="558429" y="77673"/>
                </a:cubicBezTo>
                <a:cubicBezTo>
                  <a:pt x="562348" y="77673"/>
                  <a:pt x="565834" y="76811"/>
                  <a:pt x="568887" y="75088"/>
                </a:cubicBezTo>
                <a:cubicBezTo>
                  <a:pt x="571939" y="73365"/>
                  <a:pt x="574182" y="71008"/>
                  <a:pt x="575614" y="68017"/>
                </a:cubicBezTo>
                <a:cubicBezTo>
                  <a:pt x="576707" y="65706"/>
                  <a:pt x="577253" y="62298"/>
                  <a:pt x="577253" y="57792"/>
                </a:cubicBezTo>
                <a:lnTo>
                  <a:pt x="577253" y="54043"/>
                </a:lnTo>
                <a:close/>
                <a:moveTo>
                  <a:pt x="642495" y="62183"/>
                </a:moveTo>
                <a:lnTo>
                  <a:pt x="652501" y="63483"/>
                </a:lnTo>
                <a:cubicBezTo>
                  <a:pt x="651408" y="70398"/>
                  <a:pt x="648609" y="75811"/>
                  <a:pt x="644106" y="79722"/>
                </a:cubicBezTo>
                <a:cubicBezTo>
                  <a:pt x="639602" y="83632"/>
                  <a:pt x="634072" y="85587"/>
                  <a:pt x="627514" y="85587"/>
                </a:cubicBezTo>
                <a:cubicBezTo>
                  <a:pt x="619298" y="85587"/>
                  <a:pt x="612694" y="82902"/>
                  <a:pt x="607700" y="77531"/>
                </a:cubicBezTo>
                <a:cubicBezTo>
                  <a:pt x="602707" y="72161"/>
                  <a:pt x="600210" y="64463"/>
                  <a:pt x="600210" y="54439"/>
                </a:cubicBezTo>
                <a:cubicBezTo>
                  <a:pt x="600210" y="47957"/>
                  <a:pt x="601284" y="42285"/>
                  <a:pt x="603432" y="37423"/>
                </a:cubicBezTo>
                <a:cubicBezTo>
                  <a:pt x="605580" y="32561"/>
                  <a:pt x="608850" y="28915"/>
                  <a:pt x="613240" y="26484"/>
                </a:cubicBezTo>
                <a:cubicBezTo>
                  <a:pt x="617631" y="24054"/>
                  <a:pt x="622408" y="22838"/>
                  <a:pt x="627571" y="22838"/>
                </a:cubicBezTo>
                <a:cubicBezTo>
                  <a:pt x="634091" y="22838"/>
                  <a:pt x="639423" y="24492"/>
                  <a:pt x="643569" y="27801"/>
                </a:cubicBezTo>
                <a:cubicBezTo>
                  <a:pt x="647714" y="31108"/>
                  <a:pt x="650371" y="35804"/>
                  <a:pt x="651540" y="41889"/>
                </a:cubicBezTo>
                <a:lnTo>
                  <a:pt x="641647" y="43415"/>
                </a:lnTo>
                <a:cubicBezTo>
                  <a:pt x="640705" y="39402"/>
                  <a:pt x="639037" y="36382"/>
                  <a:pt x="636644" y="34356"/>
                </a:cubicBezTo>
                <a:cubicBezTo>
                  <a:pt x="634251" y="32331"/>
                  <a:pt x="631358" y="31318"/>
                  <a:pt x="627966" y="31318"/>
                </a:cubicBezTo>
                <a:cubicBezTo>
                  <a:pt x="622841" y="31318"/>
                  <a:pt x="618677" y="33146"/>
                  <a:pt x="615473" y="36803"/>
                </a:cubicBezTo>
                <a:cubicBezTo>
                  <a:pt x="612270" y="40459"/>
                  <a:pt x="610668" y="46243"/>
                  <a:pt x="610668" y="54156"/>
                </a:cubicBezTo>
                <a:cubicBezTo>
                  <a:pt x="610668" y="62182"/>
                  <a:pt x="612213" y="68014"/>
                  <a:pt x="615304" y="71652"/>
                </a:cubicBezTo>
                <a:cubicBezTo>
                  <a:pt x="618394" y="75289"/>
                  <a:pt x="622426" y="77107"/>
                  <a:pt x="627401" y="77107"/>
                </a:cubicBezTo>
                <a:cubicBezTo>
                  <a:pt x="631396" y="77107"/>
                  <a:pt x="634731" y="75887"/>
                  <a:pt x="637407" y="73447"/>
                </a:cubicBezTo>
                <a:cubicBezTo>
                  <a:pt x="640083" y="71007"/>
                  <a:pt x="641779" y="67252"/>
                  <a:pt x="642495" y="62183"/>
                </a:cubicBezTo>
                <a:close/>
                <a:moveTo>
                  <a:pt x="700382" y="62183"/>
                </a:moveTo>
                <a:lnTo>
                  <a:pt x="710387" y="63483"/>
                </a:lnTo>
                <a:cubicBezTo>
                  <a:pt x="709295" y="70398"/>
                  <a:pt x="706496" y="75811"/>
                  <a:pt x="701993" y="79722"/>
                </a:cubicBezTo>
                <a:cubicBezTo>
                  <a:pt x="697489" y="83632"/>
                  <a:pt x="691959" y="85587"/>
                  <a:pt x="685401" y="85587"/>
                </a:cubicBezTo>
                <a:cubicBezTo>
                  <a:pt x="677185" y="85587"/>
                  <a:pt x="670581" y="82902"/>
                  <a:pt x="665587" y="77531"/>
                </a:cubicBezTo>
                <a:cubicBezTo>
                  <a:pt x="660594" y="72161"/>
                  <a:pt x="658097" y="64463"/>
                  <a:pt x="658097" y="54439"/>
                </a:cubicBezTo>
                <a:cubicBezTo>
                  <a:pt x="658097" y="47957"/>
                  <a:pt x="659171" y="42285"/>
                  <a:pt x="661319" y="37423"/>
                </a:cubicBezTo>
                <a:cubicBezTo>
                  <a:pt x="663467" y="32561"/>
                  <a:pt x="666737" y="28915"/>
                  <a:pt x="671127" y="26484"/>
                </a:cubicBezTo>
                <a:cubicBezTo>
                  <a:pt x="675518" y="24054"/>
                  <a:pt x="680295" y="22838"/>
                  <a:pt x="685458" y="22838"/>
                </a:cubicBezTo>
                <a:cubicBezTo>
                  <a:pt x="691977" y="22838"/>
                  <a:pt x="697310" y="24492"/>
                  <a:pt x="701456" y="27801"/>
                </a:cubicBezTo>
                <a:cubicBezTo>
                  <a:pt x="705601" y="31108"/>
                  <a:pt x="708258" y="35804"/>
                  <a:pt x="709426" y="41889"/>
                </a:cubicBezTo>
                <a:lnTo>
                  <a:pt x="699534" y="43415"/>
                </a:lnTo>
                <a:cubicBezTo>
                  <a:pt x="698592" y="39402"/>
                  <a:pt x="696924" y="36382"/>
                  <a:pt x="694531" y="34356"/>
                </a:cubicBezTo>
                <a:cubicBezTo>
                  <a:pt x="692138" y="32331"/>
                  <a:pt x="689245" y="31318"/>
                  <a:pt x="685853" y="31318"/>
                </a:cubicBezTo>
                <a:cubicBezTo>
                  <a:pt x="680728" y="31318"/>
                  <a:pt x="676564" y="33146"/>
                  <a:pt x="673360" y="36803"/>
                </a:cubicBezTo>
                <a:cubicBezTo>
                  <a:pt x="670157" y="40459"/>
                  <a:pt x="668555" y="46243"/>
                  <a:pt x="668555" y="54156"/>
                </a:cubicBezTo>
                <a:cubicBezTo>
                  <a:pt x="668555" y="62182"/>
                  <a:pt x="670100" y="68014"/>
                  <a:pt x="673191" y="71652"/>
                </a:cubicBezTo>
                <a:cubicBezTo>
                  <a:pt x="676281" y="75289"/>
                  <a:pt x="680313" y="77107"/>
                  <a:pt x="685288" y="77107"/>
                </a:cubicBezTo>
                <a:cubicBezTo>
                  <a:pt x="689283" y="77107"/>
                  <a:pt x="692618" y="75887"/>
                  <a:pt x="695294" y="73447"/>
                </a:cubicBezTo>
                <a:cubicBezTo>
                  <a:pt x="697970" y="71007"/>
                  <a:pt x="699666" y="67252"/>
                  <a:pt x="700382" y="62183"/>
                </a:cubicBezTo>
                <a:close/>
                <a:moveTo>
                  <a:pt x="758438" y="84230"/>
                </a:moveTo>
                <a:lnTo>
                  <a:pt x="758438" y="75411"/>
                </a:lnTo>
                <a:cubicBezTo>
                  <a:pt x="753765" y="82195"/>
                  <a:pt x="747415" y="85587"/>
                  <a:pt x="739387" y="85587"/>
                </a:cubicBezTo>
                <a:cubicBezTo>
                  <a:pt x="735845" y="85587"/>
                  <a:pt x="732538" y="84908"/>
                  <a:pt x="729466" y="83552"/>
                </a:cubicBezTo>
                <a:cubicBezTo>
                  <a:pt x="726395" y="82195"/>
                  <a:pt x="724115" y="80490"/>
                  <a:pt x="722626" y="78436"/>
                </a:cubicBezTo>
                <a:cubicBezTo>
                  <a:pt x="721138" y="76382"/>
                  <a:pt x="720092" y="73866"/>
                  <a:pt x="719489" y="70889"/>
                </a:cubicBezTo>
                <a:cubicBezTo>
                  <a:pt x="719074" y="68892"/>
                  <a:pt x="718867" y="65726"/>
                  <a:pt x="718867" y="61392"/>
                </a:cubicBezTo>
                <a:lnTo>
                  <a:pt x="718867" y="24195"/>
                </a:lnTo>
                <a:lnTo>
                  <a:pt x="729042" y="24195"/>
                </a:lnTo>
                <a:lnTo>
                  <a:pt x="729042" y="57491"/>
                </a:lnTo>
                <a:cubicBezTo>
                  <a:pt x="729042" y="62805"/>
                  <a:pt x="729250" y="66385"/>
                  <a:pt x="729664" y="68232"/>
                </a:cubicBezTo>
                <a:cubicBezTo>
                  <a:pt x="730305" y="70908"/>
                  <a:pt x="731662" y="73009"/>
                  <a:pt x="733734" y="74535"/>
                </a:cubicBezTo>
                <a:cubicBezTo>
                  <a:pt x="735807" y="76061"/>
                  <a:pt x="738370" y="76825"/>
                  <a:pt x="741423" y="76825"/>
                </a:cubicBezTo>
                <a:cubicBezTo>
                  <a:pt x="744475" y="76825"/>
                  <a:pt x="747339" y="76043"/>
                  <a:pt x="750015" y="74479"/>
                </a:cubicBezTo>
                <a:cubicBezTo>
                  <a:pt x="752691" y="72915"/>
                  <a:pt x="754585" y="70785"/>
                  <a:pt x="755696" y="68091"/>
                </a:cubicBezTo>
                <a:cubicBezTo>
                  <a:pt x="756808" y="65396"/>
                  <a:pt x="757364" y="61486"/>
                  <a:pt x="757364" y="56361"/>
                </a:cubicBezTo>
                <a:lnTo>
                  <a:pt x="757364" y="24195"/>
                </a:lnTo>
                <a:lnTo>
                  <a:pt x="767540" y="24195"/>
                </a:lnTo>
                <a:lnTo>
                  <a:pt x="767540" y="84230"/>
                </a:lnTo>
                <a:lnTo>
                  <a:pt x="758438" y="84230"/>
                </a:lnTo>
                <a:close/>
                <a:moveTo>
                  <a:pt x="783374" y="84230"/>
                </a:moveTo>
                <a:lnTo>
                  <a:pt x="783374" y="24195"/>
                </a:lnTo>
                <a:lnTo>
                  <a:pt x="792531" y="24195"/>
                </a:lnTo>
                <a:lnTo>
                  <a:pt x="792531" y="33240"/>
                </a:lnTo>
                <a:cubicBezTo>
                  <a:pt x="794868" y="29005"/>
                  <a:pt x="797026" y="26212"/>
                  <a:pt x="799004" y="24863"/>
                </a:cubicBezTo>
                <a:cubicBezTo>
                  <a:pt x="800983" y="23513"/>
                  <a:pt x="803159" y="22838"/>
                  <a:pt x="805533" y="22838"/>
                </a:cubicBezTo>
                <a:cubicBezTo>
                  <a:pt x="808963" y="22838"/>
                  <a:pt x="812449" y="23926"/>
                  <a:pt x="815991" y="26103"/>
                </a:cubicBezTo>
                <a:lnTo>
                  <a:pt x="812487" y="35501"/>
                </a:lnTo>
                <a:cubicBezTo>
                  <a:pt x="809999" y="34031"/>
                  <a:pt x="807512" y="33296"/>
                  <a:pt x="805025" y="33296"/>
                </a:cubicBezTo>
                <a:cubicBezTo>
                  <a:pt x="802801" y="33296"/>
                  <a:pt x="800804" y="33966"/>
                  <a:pt x="799032" y="35307"/>
                </a:cubicBezTo>
                <a:cubicBezTo>
                  <a:pt x="797261" y="36646"/>
                  <a:pt x="795999" y="38504"/>
                  <a:pt x="795245" y="40880"/>
                </a:cubicBezTo>
                <a:cubicBezTo>
                  <a:pt x="794114" y="44502"/>
                  <a:pt x="793549" y="48463"/>
                  <a:pt x="793549" y="52764"/>
                </a:cubicBezTo>
                <a:lnTo>
                  <a:pt x="793549" y="84230"/>
                </a:lnTo>
                <a:lnTo>
                  <a:pt x="783374" y="84230"/>
                </a:lnTo>
                <a:close/>
                <a:moveTo>
                  <a:pt x="861226" y="76818"/>
                </a:moveTo>
                <a:cubicBezTo>
                  <a:pt x="857458" y="80023"/>
                  <a:pt x="853830" y="82286"/>
                  <a:pt x="850344" y="83606"/>
                </a:cubicBezTo>
                <a:cubicBezTo>
                  <a:pt x="846858" y="84927"/>
                  <a:pt x="843118" y="85587"/>
                  <a:pt x="839123" y="85587"/>
                </a:cubicBezTo>
                <a:cubicBezTo>
                  <a:pt x="832528" y="85587"/>
                  <a:pt x="827459" y="83975"/>
                  <a:pt x="823916" y="80750"/>
                </a:cubicBezTo>
                <a:cubicBezTo>
                  <a:pt x="820374" y="77525"/>
                  <a:pt x="818602" y="73405"/>
                  <a:pt x="818602" y="68389"/>
                </a:cubicBezTo>
                <a:cubicBezTo>
                  <a:pt x="818602" y="65448"/>
                  <a:pt x="819271" y="62762"/>
                  <a:pt x="820609" y="60330"/>
                </a:cubicBezTo>
                <a:cubicBezTo>
                  <a:pt x="821947" y="57897"/>
                  <a:pt x="823700" y="55945"/>
                  <a:pt x="825867" y="54474"/>
                </a:cubicBezTo>
                <a:cubicBezTo>
                  <a:pt x="828034" y="53003"/>
                  <a:pt x="830474" y="51891"/>
                  <a:pt x="833187" y="51137"/>
                </a:cubicBezTo>
                <a:cubicBezTo>
                  <a:pt x="835185" y="50608"/>
                  <a:pt x="838200" y="50099"/>
                  <a:pt x="842232" y="49609"/>
                </a:cubicBezTo>
                <a:cubicBezTo>
                  <a:pt x="850448" y="48636"/>
                  <a:pt x="856497" y="47476"/>
                  <a:pt x="860378" y="46129"/>
                </a:cubicBezTo>
                <a:cubicBezTo>
                  <a:pt x="860416" y="44740"/>
                  <a:pt x="860435" y="43858"/>
                  <a:pt x="860435" y="43482"/>
                </a:cubicBezTo>
                <a:cubicBezTo>
                  <a:pt x="860435" y="39352"/>
                  <a:pt x="859474" y="36443"/>
                  <a:pt x="857552" y="34754"/>
                </a:cubicBezTo>
                <a:cubicBezTo>
                  <a:pt x="854951" y="32463"/>
                  <a:pt x="851089" y="31318"/>
                  <a:pt x="845963" y="31318"/>
                </a:cubicBezTo>
                <a:cubicBezTo>
                  <a:pt x="841177" y="31318"/>
                  <a:pt x="837644" y="32156"/>
                  <a:pt x="835364" y="33833"/>
                </a:cubicBezTo>
                <a:cubicBezTo>
                  <a:pt x="833084" y="35510"/>
                  <a:pt x="831397" y="38478"/>
                  <a:pt x="830304" y="42737"/>
                </a:cubicBezTo>
                <a:lnTo>
                  <a:pt x="820355" y="41380"/>
                </a:lnTo>
                <a:cubicBezTo>
                  <a:pt x="821259" y="37109"/>
                  <a:pt x="822748" y="33659"/>
                  <a:pt x="824821" y="31032"/>
                </a:cubicBezTo>
                <a:cubicBezTo>
                  <a:pt x="826894" y="28404"/>
                  <a:pt x="829890" y="26382"/>
                  <a:pt x="833809" y="24965"/>
                </a:cubicBezTo>
                <a:cubicBezTo>
                  <a:pt x="837729" y="23547"/>
                  <a:pt x="842270" y="22838"/>
                  <a:pt x="847433" y="22838"/>
                </a:cubicBezTo>
                <a:cubicBezTo>
                  <a:pt x="852558" y="22838"/>
                  <a:pt x="856723" y="23441"/>
                  <a:pt x="859926" y="24647"/>
                </a:cubicBezTo>
                <a:cubicBezTo>
                  <a:pt x="863129" y="25853"/>
                  <a:pt x="865485" y="27370"/>
                  <a:pt x="866992" y="29198"/>
                </a:cubicBezTo>
                <a:cubicBezTo>
                  <a:pt x="868500" y="31026"/>
                  <a:pt x="869555" y="33334"/>
                  <a:pt x="870158" y="36123"/>
                </a:cubicBezTo>
                <a:cubicBezTo>
                  <a:pt x="870497" y="37856"/>
                  <a:pt x="870667" y="40984"/>
                  <a:pt x="870667" y="45507"/>
                </a:cubicBezTo>
                <a:lnTo>
                  <a:pt x="870667" y="59074"/>
                </a:lnTo>
                <a:cubicBezTo>
                  <a:pt x="870667" y="68534"/>
                  <a:pt x="870884" y="74516"/>
                  <a:pt x="871317" y="77022"/>
                </a:cubicBezTo>
                <a:cubicBezTo>
                  <a:pt x="871750" y="79529"/>
                  <a:pt x="872608" y="81931"/>
                  <a:pt x="873889" y="84230"/>
                </a:cubicBezTo>
                <a:lnTo>
                  <a:pt x="863261" y="84230"/>
                </a:lnTo>
                <a:cubicBezTo>
                  <a:pt x="862206" y="82117"/>
                  <a:pt x="861528" y="79646"/>
                  <a:pt x="861226" y="76818"/>
                </a:cubicBezTo>
                <a:moveTo>
                  <a:pt x="860378" y="54043"/>
                </a:moveTo>
                <a:cubicBezTo>
                  <a:pt x="856685" y="55563"/>
                  <a:pt x="851145" y="56855"/>
                  <a:pt x="843758" y="57919"/>
                </a:cubicBezTo>
                <a:cubicBezTo>
                  <a:pt x="839575" y="58524"/>
                  <a:pt x="836617" y="59205"/>
                  <a:pt x="834883" y="59963"/>
                </a:cubicBezTo>
                <a:cubicBezTo>
                  <a:pt x="833150" y="60719"/>
                  <a:pt x="831812" y="61826"/>
                  <a:pt x="830870" y="63284"/>
                </a:cubicBezTo>
                <a:cubicBezTo>
                  <a:pt x="829927" y="64741"/>
                  <a:pt x="829456" y="66358"/>
                  <a:pt x="829456" y="68137"/>
                </a:cubicBezTo>
                <a:cubicBezTo>
                  <a:pt x="829456" y="70861"/>
                  <a:pt x="830483" y="73131"/>
                  <a:pt x="832537" y="74949"/>
                </a:cubicBezTo>
                <a:cubicBezTo>
                  <a:pt x="834591" y="76765"/>
                  <a:pt x="837597" y="77673"/>
                  <a:pt x="841554" y="77673"/>
                </a:cubicBezTo>
                <a:cubicBezTo>
                  <a:pt x="845473" y="77673"/>
                  <a:pt x="848959" y="76811"/>
                  <a:pt x="852012" y="75088"/>
                </a:cubicBezTo>
                <a:cubicBezTo>
                  <a:pt x="855065" y="73365"/>
                  <a:pt x="857307" y="71008"/>
                  <a:pt x="858739" y="68017"/>
                </a:cubicBezTo>
                <a:cubicBezTo>
                  <a:pt x="859832" y="65706"/>
                  <a:pt x="860378" y="62298"/>
                  <a:pt x="860378" y="57792"/>
                </a:cubicBezTo>
                <a:lnTo>
                  <a:pt x="860378" y="54043"/>
                </a:lnTo>
                <a:close/>
                <a:moveTo>
                  <a:pt x="908661" y="75242"/>
                </a:moveTo>
                <a:lnTo>
                  <a:pt x="910130" y="84230"/>
                </a:lnTo>
                <a:cubicBezTo>
                  <a:pt x="907266" y="84758"/>
                  <a:pt x="904704" y="85022"/>
                  <a:pt x="902442" y="85022"/>
                </a:cubicBezTo>
                <a:cubicBezTo>
                  <a:pt x="898749" y="85022"/>
                  <a:pt x="895885" y="84437"/>
                  <a:pt x="893850" y="83269"/>
                </a:cubicBezTo>
                <a:cubicBezTo>
                  <a:pt x="891815" y="82101"/>
                  <a:pt x="890383" y="80565"/>
                  <a:pt x="889553" y="78662"/>
                </a:cubicBezTo>
                <a:cubicBezTo>
                  <a:pt x="888724" y="76759"/>
                  <a:pt x="888310" y="72754"/>
                  <a:pt x="888310" y="66649"/>
                </a:cubicBezTo>
                <a:lnTo>
                  <a:pt x="888310" y="32109"/>
                </a:lnTo>
                <a:lnTo>
                  <a:pt x="880848" y="32109"/>
                </a:lnTo>
                <a:lnTo>
                  <a:pt x="880848" y="24195"/>
                </a:lnTo>
                <a:lnTo>
                  <a:pt x="888310" y="24195"/>
                </a:lnTo>
                <a:lnTo>
                  <a:pt x="888310" y="9287"/>
                </a:lnTo>
                <a:lnTo>
                  <a:pt x="898429" y="3166"/>
                </a:lnTo>
                <a:lnTo>
                  <a:pt x="898429" y="24195"/>
                </a:lnTo>
                <a:lnTo>
                  <a:pt x="908661" y="24195"/>
                </a:lnTo>
                <a:lnTo>
                  <a:pt x="908661" y="32109"/>
                </a:lnTo>
                <a:lnTo>
                  <a:pt x="898429" y="32109"/>
                </a:lnTo>
                <a:lnTo>
                  <a:pt x="898429" y="67214"/>
                </a:lnTo>
                <a:cubicBezTo>
                  <a:pt x="898429" y="70116"/>
                  <a:pt x="898608" y="71982"/>
                  <a:pt x="898966" y="72811"/>
                </a:cubicBezTo>
                <a:cubicBezTo>
                  <a:pt x="899324" y="73640"/>
                  <a:pt x="899908" y="74300"/>
                  <a:pt x="900718" y="74790"/>
                </a:cubicBezTo>
                <a:cubicBezTo>
                  <a:pt x="901528" y="75279"/>
                  <a:pt x="902687" y="75524"/>
                  <a:pt x="904195" y="75524"/>
                </a:cubicBezTo>
                <a:cubicBezTo>
                  <a:pt x="905325" y="75524"/>
                  <a:pt x="906814" y="75430"/>
                  <a:pt x="908661" y="75242"/>
                </a:cubicBezTo>
                <a:close/>
                <a:moveTo>
                  <a:pt x="959704" y="64897"/>
                </a:moveTo>
                <a:lnTo>
                  <a:pt x="970219" y="66197"/>
                </a:lnTo>
                <a:cubicBezTo>
                  <a:pt x="968561" y="72340"/>
                  <a:pt x="965489" y="77107"/>
                  <a:pt x="961004" y="80499"/>
                </a:cubicBezTo>
                <a:cubicBezTo>
                  <a:pt x="956520" y="83891"/>
                  <a:pt x="950791" y="85587"/>
                  <a:pt x="943819" y="85587"/>
                </a:cubicBezTo>
                <a:cubicBezTo>
                  <a:pt x="935038" y="85587"/>
                  <a:pt x="928075" y="82883"/>
                  <a:pt x="922931" y="77475"/>
                </a:cubicBezTo>
                <a:cubicBezTo>
                  <a:pt x="917787" y="72067"/>
                  <a:pt x="915215" y="64482"/>
                  <a:pt x="915215" y="54721"/>
                </a:cubicBezTo>
                <a:cubicBezTo>
                  <a:pt x="915215" y="44621"/>
                  <a:pt x="917815" y="36782"/>
                  <a:pt x="923016" y="31205"/>
                </a:cubicBezTo>
                <a:cubicBezTo>
                  <a:pt x="928217" y="25627"/>
                  <a:pt x="934963" y="22838"/>
                  <a:pt x="943254" y="22838"/>
                </a:cubicBezTo>
                <a:cubicBezTo>
                  <a:pt x="951281" y="22838"/>
                  <a:pt x="957839" y="25566"/>
                  <a:pt x="962926" y="31023"/>
                </a:cubicBezTo>
                <a:cubicBezTo>
                  <a:pt x="968014" y="36478"/>
                  <a:pt x="970558" y="44153"/>
                  <a:pt x="970558" y="54048"/>
                </a:cubicBezTo>
                <a:cubicBezTo>
                  <a:pt x="970558" y="54650"/>
                  <a:pt x="970539" y="55553"/>
                  <a:pt x="970501" y="56756"/>
                </a:cubicBezTo>
                <a:lnTo>
                  <a:pt x="925729" y="56756"/>
                </a:lnTo>
                <a:cubicBezTo>
                  <a:pt x="926106" y="63333"/>
                  <a:pt x="927972" y="68369"/>
                  <a:pt x="931326" y="71864"/>
                </a:cubicBezTo>
                <a:cubicBezTo>
                  <a:pt x="934680" y="75360"/>
                  <a:pt x="938863" y="77107"/>
                  <a:pt x="943876" y="77107"/>
                </a:cubicBezTo>
                <a:cubicBezTo>
                  <a:pt x="947607" y="77107"/>
                  <a:pt x="950791" y="76137"/>
                  <a:pt x="953429" y="74196"/>
                </a:cubicBezTo>
                <a:cubicBezTo>
                  <a:pt x="956067" y="72254"/>
                  <a:pt x="958159" y="69154"/>
                  <a:pt x="959704" y="64897"/>
                </a:cubicBezTo>
                <a:moveTo>
                  <a:pt x="926295" y="48277"/>
                </a:moveTo>
                <a:lnTo>
                  <a:pt x="959817" y="48277"/>
                </a:lnTo>
                <a:cubicBezTo>
                  <a:pt x="959365" y="43309"/>
                  <a:pt x="958084" y="39584"/>
                  <a:pt x="955973" y="37100"/>
                </a:cubicBezTo>
                <a:cubicBezTo>
                  <a:pt x="952732" y="33245"/>
                  <a:pt x="948530" y="31318"/>
                  <a:pt x="943367" y="31318"/>
                </a:cubicBezTo>
                <a:cubicBezTo>
                  <a:pt x="938694" y="31318"/>
                  <a:pt x="934765" y="32856"/>
                  <a:pt x="931580" y="35934"/>
                </a:cubicBezTo>
                <a:cubicBezTo>
                  <a:pt x="928396" y="39010"/>
                  <a:pt x="926634" y="43124"/>
                  <a:pt x="926295" y="48277"/>
                </a:cubicBezTo>
                <a:close/>
                <a:moveTo>
                  <a:pt x="982774" y="84230"/>
                </a:moveTo>
                <a:lnTo>
                  <a:pt x="982774" y="1357"/>
                </a:lnTo>
                <a:lnTo>
                  <a:pt x="992949" y="1357"/>
                </a:lnTo>
                <a:lnTo>
                  <a:pt x="992949" y="84230"/>
                </a:lnTo>
                <a:lnTo>
                  <a:pt x="982774" y="84230"/>
                </a:lnTo>
                <a:close/>
                <a:moveTo>
                  <a:pt x="1008272" y="107407"/>
                </a:moveTo>
                <a:lnTo>
                  <a:pt x="1007142" y="97854"/>
                </a:lnTo>
                <a:cubicBezTo>
                  <a:pt x="1009365" y="98457"/>
                  <a:pt x="1011306" y="98758"/>
                  <a:pt x="1012965" y="98758"/>
                </a:cubicBezTo>
                <a:cubicBezTo>
                  <a:pt x="1015226" y="98758"/>
                  <a:pt x="1017035" y="98377"/>
                  <a:pt x="1018391" y="97614"/>
                </a:cubicBezTo>
                <a:cubicBezTo>
                  <a:pt x="1019748" y="96852"/>
                  <a:pt x="1020860" y="95784"/>
                  <a:pt x="1021727" y="94411"/>
                </a:cubicBezTo>
                <a:cubicBezTo>
                  <a:pt x="1022367" y="93382"/>
                  <a:pt x="1023404" y="90827"/>
                  <a:pt x="1024836" y="86747"/>
                </a:cubicBezTo>
                <a:cubicBezTo>
                  <a:pt x="1025024" y="86175"/>
                  <a:pt x="1025326" y="85336"/>
                  <a:pt x="1025740" y="84230"/>
                </a:cubicBezTo>
                <a:lnTo>
                  <a:pt x="1002959" y="24195"/>
                </a:lnTo>
                <a:lnTo>
                  <a:pt x="1013926" y="24195"/>
                </a:lnTo>
                <a:lnTo>
                  <a:pt x="1026419" y="58880"/>
                </a:lnTo>
                <a:cubicBezTo>
                  <a:pt x="1028039" y="63280"/>
                  <a:pt x="1029490" y="67905"/>
                  <a:pt x="1030772" y="72754"/>
                </a:cubicBezTo>
                <a:cubicBezTo>
                  <a:pt x="1031940" y="68092"/>
                  <a:pt x="1033334" y="63542"/>
                  <a:pt x="1034955" y="59106"/>
                </a:cubicBezTo>
                <a:lnTo>
                  <a:pt x="1047787" y="24195"/>
                </a:lnTo>
                <a:lnTo>
                  <a:pt x="1057963" y="24195"/>
                </a:lnTo>
                <a:lnTo>
                  <a:pt x="1035124" y="85288"/>
                </a:lnTo>
                <a:cubicBezTo>
                  <a:pt x="1032675" y="91888"/>
                  <a:pt x="1030772" y="96432"/>
                  <a:pt x="1029415" y="98921"/>
                </a:cubicBezTo>
                <a:cubicBezTo>
                  <a:pt x="1027606" y="102277"/>
                  <a:pt x="1025533" y="104738"/>
                  <a:pt x="1023196" y="106303"/>
                </a:cubicBezTo>
                <a:cubicBezTo>
                  <a:pt x="1020860" y="107869"/>
                  <a:pt x="1018071" y="108651"/>
                  <a:pt x="1014830" y="108651"/>
                </a:cubicBezTo>
                <a:cubicBezTo>
                  <a:pt x="1012870" y="108651"/>
                  <a:pt x="1010684" y="108237"/>
                  <a:pt x="1008272" y="107407"/>
                </a:cubicBezTo>
                <a:close/>
                <a:moveTo>
                  <a:pt x="1098661" y="84230"/>
                </a:moveTo>
                <a:lnTo>
                  <a:pt x="1098661" y="24195"/>
                </a:lnTo>
                <a:lnTo>
                  <a:pt x="1107819" y="24195"/>
                </a:lnTo>
                <a:lnTo>
                  <a:pt x="1107819" y="33240"/>
                </a:lnTo>
                <a:cubicBezTo>
                  <a:pt x="1110155" y="29005"/>
                  <a:pt x="1112313" y="26212"/>
                  <a:pt x="1114292" y="24863"/>
                </a:cubicBezTo>
                <a:cubicBezTo>
                  <a:pt x="1116270" y="23513"/>
                  <a:pt x="1118447" y="22838"/>
                  <a:pt x="1120821" y="22838"/>
                </a:cubicBezTo>
                <a:cubicBezTo>
                  <a:pt x="1124250" y="22838"/>
                  <a:pt x="1127736" y="23926"/>
                  <a:pt x="1131279" y="26103"/>
                </a:cubicBezTo>
                <a:lnTo>
                  <a:pt x="1127774" y="35501"/>
                </a:lnTo>
                <a:cubicBezTo>
                  <a:pt x="1125287" y="34031"/>
                  <a:pt x="1122799" y="33296"/>
                  <a:pt x="1120312" y="33296"/>
                </a:cubicBezTo>
                <a:cubicBezTo>
                  <a:pt x="1118088" y="33296"/>
                  <a:pt x="1116091" y="33966"/>
                  <a:pt x="1114320" y="35307"/>
                </a:cubicBezTo>
                <a:cubicBezTo>
                  <a:pt x="1112549" y="36646"/>
                  <a:pt x="1111286" y="38504"/>
                  <a:pt x="1110532" y="40880"/>
                </a:cubicBezTo>
                <a:cubicBezTo>
                  <a:pt x="1109402" y="44502"/>
                  <a:pt x="1108836" y="48463"/>
                  <a:pt x="1108836" y="52764"/>
                </a:cubicBezTo>
                <a:lnTo>
                  <a:pt x="1108836" y="84230"/>
                </a:lnTo>
                <a:lnTo>
                  <a:pt x="1098661" y="84230"/>
                </a:lnTo>
                <a:close/>
                <a:moveTo>
                  <a:pt x="1178436" y="64897"/>
                </a:moveTo>
                <a:lnTo>
                  <a:pt x="1188950" y="66197"/>
                </a:lnTo>
                <a:cubicBezTo>
                  <a:pt x="1187292" y="72340"/>
                  <a:pt x="1184221" y="77107"/>
                  <a:pt x="1179736" y="80499"/>
                </a:cubicBezTo>
                <a:cubicBezTo>
                  <a:pt x="1175251" y="83891"/>
                  <a:pt x="1169523" y="85587"/>
                  <a:pt x="1162551" y="85587"/>
                </a:cubicBezTo>
                <a:cubicBezTo>
                  <a:pt x="1153770" y="85587"/>
                  <a:pt x="1146807" y="82883"/>
                  <a:pt x="1141663" y="77475"/>
                </a:cubicBezTo>
                <a:cubicBezTo>
                  <a:pt x="1136519" y="72067"/>
                  <a:pt x="1133946" y="64482"/>
                  <a:pt x="1133946" y="54721"/>
                </a:cubicBezTo>
                <a:cubicBezTo>
                  <a:pt x="1133946" y="44621"/>
                  <a:pt x="1136547" y="36782"/>
                  <a:pt x="1141748" y="31205"/>
                </a:cubicBezTo>
                <a:cubicBezTo>
                  <a:pt x="1146948" y="25627"/>
                  <a:pt x="1153694" y="22838"/>
                  <a:pt x="1161985" y="22838"/>
                </a:cubicBezTo>
                <a:cubicBezTo>
                  <a:pt x="1170013" y="22838"/>
                  <a:pt x="1176570" y="25566"/>
                  <a:pt x="1181658" y="31023"/>
                </a:cubicBezTo>
                <a:cubicBezTo>
                  <a:pt x="1186746" y="36478"/>
                  <a:pt x="1189290" y="44153"/>
                  <a:pt x="1189290" y="54048"/>
                </a:cubicBezTo>
                <a:cubicBezTo>
                  <a:pt x="1189290" y="54650"/>
                  <a:pt x="1189271" y="55553"/>
                  <a:pt x="1189233" y="56756"/>
                </a:cubicBezTo>
                <a:lnTo>
                  <a:pt x="1144461" y="56756"/>
                </a:lnTo>
                <a:cubicBezTo>
                  <a:pt x="1144838" y="63333"/>
                  <a:pt x="1146703" y="68369"/>
                  <a:pt x="1150058" y="71864"/>
                </a:cubicBezTo>
                <a:cubicBezTo>
                  <a:pt x="1153412" y="75360"/>
                  <a:pt x="1157595" y="77107"/>
                  <a:pt x="1162607" y="77107"/>
                </a:cubicBezTo>
                <a:cubicBezTo>
                  <a:pt x="1166338" y="77107"/>
                  <a:pt x="1169523" y="76137"/>
                  <a:pt x="1172161" y="74196"/>
                </a:cubicBezTo>
                <a:cubicBezTo>
                  <a:pt x="1174799" y="72254"/>
                  <a:pt x="1176891" y="69154"/>
                  <a:pt x="1178436" y="64897"/>
                </a:cubicBezTo>
                <a:moveTo>
                  <a:pt x="1145026" y="48277"/>
                </a:moveTo>
                <a:lnTo>
                  <a:pt x="1178549" y="48277"/>
                </a:lnTo>
                <a:cubicBezTo>
                  <a:pt x="1178097" y="43309"/>
                  <a:pt x="1176815" y="39584"/>
                  <a:pt x="1174705" y="37100"/>
                </a:cubicBezTo>
                <a:cubicBezTo>
                  <a:pt x="1171464" y="33245"/>
                  <a:pt x="1167262" y="31318"/>
                  <a:pt x="1162098" y="31318"/>
                </a:cubicBezTo>
                <a:cubicBezTo>
                  <a:pt x="1157425" y="31318"/>
                  <a:pt x="1153496" y="32856"/>
                  <a:pt x="1150312" y="35934"/>
                </a:cubicBezTo>
                <a:cubicBezTo>
                  <a:pt x="1147127" y="39010"/>
                  <a:pt x="1145366" y="43124"/>
                  <a:pt x="1145026" y="48277"/>
                </a:cubicBezTo>
                <a:close/>
                <a:moveTo>
                  <a:pt x="1204445" y="84230"/>
                </a:moveTo>
                <a:lnTo>
                  <a:pt x="1204445" y="32109"/>
                </a:lnTo>
                <a:lnTo>
                  <a:pt x="1195400" y="32109"/>
                </a:lnTo>
                <a:lnTo>
                  <a:pt x="1195400" y="24195"/>
                </a:lnTo>
                <a:lnTo>
                  <a:pt x="1204445" y="24195"/>
                </a:lnTo>
                <a:lnTo>
                  <a:pt x="1204445" y="18386"/>
                </a:lnTo>
                <a:cubicBezTo>
                  <a:pt x="1204445" y="12445"/>
                  <a:pt x="1205726" y="7895"/>
                  <a:pt x="1208289" y="4738"/>
                </a:cubicBezTo>
                <a:cubicBezTo>
                  <a:pt x="1210852" y="1579"/>
                  <a:pt x="1214903" y="0"/>
                  <a:pt x="1220443" y="0"/>
                </a:cubicBezTo>
                <a:cubicBezTo>
                  <a:pt x="1224174" y="0"/>
                  <a:pt x="1227622" y="431"/>
                  <a:pt x="1230788" y="1293"/>
                </a:cubicBezTo>
                <a:lnTo>
                  <a:pt x="1229205" y="9836"/>
                </a:lnTo>
                <a:cubicBezTo>
                  <a:pt x="1227208" y="9497"/>
                  <a:pt x="1225380" y="9327"/>
                  <a:pt x="1223722" y="9327"/>
                </a:cubicBezTo>
                <a:cubicBezTo>
                  <a:pt x="1220217" y="9327"/>
                  <a:pt x="1217824" y="10025"/>
                  <a:pt x="1216542" y="11419"/>
                </a:cubicBezTo>
                <a:cubicBezTo>
                  <a:pt x="1215261" y="12814"/>
                  <a:pt x="1214620" y="15772"/>
                  <a:pt x="1214620" y="20294"/>
                </a:cubicBezTo>
                <a:lnTo>
                  <a:pt x="1214620" y="24195"/>
                </a:lnTo>
                <a:lnTo>
                  <a:pt x="1226266" y="24195"/>
                </a:lnTo>
                <a:lnTo>
                  <a:pt x="1226266" y="32109"/>
                </a:lnTo>
                <a:lnTo>
                  <a:pt x="1214620" y="32109"/>
                </a:lnTo>
                <a:lnTo>
                  <a:pt x="1214620" y="84230"/>
                </a:lnTo>
                <a:lnTo>
                  <a:pt x="1204445" y="84230"/>
                </a:lnTo>
                <a:moveTo>
                  <a:pt x="1233841" y="84230"/>
                </a:moveTo>
                <a:lnTo>
                  <a:pt x="1233841" y="1357"/>
                </a:lnTo>
                <a:lnTo>
                  <a:pt x="1244016" y="1357"/>
                </a:lnTo>
                <a:lnTo>
                  <a:pt x="1244016" y="84230"/>
                </a:lnTo>
                <a:lnTo>
                  <a:pt x="1233841" y="84230"/>
                </a:lnTo>
                <a:close/>
                <a:moveTo>
                  <a:pt x="1300716" y="64897"/>
                </a:moveTo>
                <a:lnTo>
                  <a:pt x="1311231" y="66197"/>
                </a:lnTo>
                <a:cubicBezTo>
                  <a:pt x="1309573" y="72340"/>
                  <a:pt x="1306501" y="77107"/>
                  <a:pt x="1302016" y="80499"/>
                </a:cubicBezTo>
                <a:cubicBezTo>
                  <a:pt x="1297532" y="83891"/>
                  <a:pt x="1291803" y="85587"/>
                  <a:pt x="1284831" y="85587"/>
                </a:cubicBezTo>
                <a:cubicBezTo>
                  <a:pt x="1276050" y="85587"/>
                  <a:pt x="1269087" y="82883"/>
                  <a:pt x="1263943" y="77475"/>
                </a:cubicBezTo>
                <a:cubicBezTo>
                  <a:pt x="1258799" y="72067"/>
                  <a:pt x="1256227" y="64482"/>
                  <a:pt x="1256227" y="54721"/>
                </a:cubicBezTo>
                <a:cubicBezTo>
                  <a:pt x="1256227" y="44621"/>
                  <a:pt x="1258827" y="36782"/>
                  <a:pt x="1264028" y="31205"/>
                </a:cubicBezTo>
                <a:cubicBezTo>
                  <a:pt x="1269229" y="25627"/>
                  <a:pt x="1275975" y="22838"/>
                  <a:pt x="1284266" y="22838"/>
                </a:cubicBezTo>
                <a:cubicBezTo>
                  <a:pt x="1292293" y="22838"/>
                  <a:pt x="1298851" y="25566"/>
                  <a:pt x="1303938" y="31023"/>
                </a:cubicBezTo>
                <a:cubicBezTo>
                  <a:pt x="1309026" y="36478"/>
                  <a:pt x="1311570" y="44153"/>
                  <a:pt x="1311570" y="54048"/>
                </a:cubicBezTo>
                <a:cubicBezTo>
                  <a:pt x="1311570" y="54650"/>
                  <a:pt x="1311551" y="55553"/>
                  <a:pt x="1311513" y="56756"/>
                </a:cubicBezTo>
                <a:lnTo>
                  <a:pt x="1266741" y="56756"/>
                </a:lnTo>
                <a:cubicBezTo>
                  <a:pt x="1267118" y="63333"/>
                  <a:pt x="1268984" y="68369"/>
                  <a:pt x="1272338" y="71864"/>
                </a:cubicBezTo>
                <a:cubicBezTo>
                  <a:pt x="1275692" y="75360"/>
                  <a:pt x="1279875" y="77107"/>
                  <a:pt x="1284888" y="77107"/>
                </a:cubicBezTo>
                <a:cubicBezTo>
                  <a:pt x="1288619" y="77107"/>
                  <a:pt x="1291803" y="76137"/>
                  <a:pt x="1294441" y="74196"/>
                </a:cubicBezTo>
                <a:cubicBezTo>
                  <a:pt x="1297079" y="72254"/>
                  <a:pt x="1299171" y="69154"/>
                  <a:pt x="1300716" y="64897"/>
                </a:cubicBezTo>
                <a:moveTo>
                  <a:pt x="1267307" y="48277"/>
                </a:moveTo>
                <a:lnTo>
                  <a:pt x="1300829" y="48277"/>
                </a:lnTo>
                <a:cubicBezTo>
                  <a:pt x="1300377" y="43309"/>
                  <a:pt x="1299096" y="39584"/>
                  <a:pt x="1296985" y="37100"/>
                </a:cubicBezTo>
                <a:cubicBezTo>
                  <a:pt x="1293744" y="33245"/>
                  <a:pt x="1289542" y="31318"/>
                  <a:pt x="1284379" y="31318"/>
                </a:cubicBezTo>
                <a:cubicBezTo>
                  <a:pt x="1279706" y="31318"/>
                  <a:pt x="1275777" y="32856"/>
                  <a:pt x="1272592" y="35934"/>
                </a:cubicBezTo>
                <a:cubicBezTo>
                  <a:pt x="1269408" y="39010"/>
                  <a:pt x="1267646" y="43124"/>
                  <a:pt x="1267307" y="48277"/>
                </a:cubicBezTo>
                <a:close/>
                <a:moveTo>
                  <a:pt x="1363188" y="62183"/>
                </a:moveTo>
                <a:lnTo>
                  <a:pt x="1373193" y="63483"/>
                </a:lnTo>
                <a:cubicBezTo>
                  <a:pt x="1372101" y="70398"/>
                  <a:pt x="1369302" y="75811"/>
                  <a:pt x="1364799" y="79722"/>
                </a:cubicBezTo>
                <a:cubicBezTo>
                  <a:pt x="1360295" y="83632"/>
                  <a:pt x="1354765" y="85587"/>
                  <a:pt x="1348207" y="85587"/>
                </a:cubicBezTo>
                <a:cubicBezTo>
                  <a:pt x="1339991" y="85587"/>
                  <a:pt x="1333387" y="82902"/>
                  <a:pt x="1328393" y="77531"/>
                </a:cubicBezTo>
                <a:cubicBezTo>
                  <a:pt x="1323400" y="72161"/>
                  <a:pt x="1320903" y="64463"/>
                  <a:pt x="1320903" y="54439"/>
                </a:cubicBezTo>
                <a:cubicBezTo>
                  <a:pt x="1320903" y="47957"/>
                  <a:pt x="1321977" y="42285"/>
                  <a:pt x="1324125" y="37423"/>
                </a:cubicBezTo>
                <a:cubicBezTo>
                  <a:pt x="1326273" y="32561"/>
                  <a:pt x="1329543" y="28915"/>
                  <a:pt x="1333933" y="26484"/>
                </a:cubicBezTo>
                <a:cubicBezTo>
                  <a:pt x="1338324" y="24054"/>
                  <a:pt x="1343101" y="22838"/>
                  <a:pt x="1348264" y="22838"/>
                </a:cubicBezTo>
                <a:cubicBezTo>
                  <a:pt x="1354783" y="22838"/>
                  <a:pt x="1360116" y="24492"/>
                  <a:pt x="1364262" y="27801"/>
                </a:cubicBezTo>
                <a:cubicBezTo>
                  <a:pt x="1368407" y="31108"/>
                  <a:pt x="1371064" y="35804"/>
                  <a:pt x="1372232" y="41889"/>
                </a:cubicBezTo>
                <a:lnTo>
                  <a:pt x="1362340" y="43415"/>
                </a:lnTo>
                <a:cubicBezTo>
                  <a:pt x="1361397" y="39402"/>
                  <a:pt x="1359730" y="36382"/>
                  <a:pt x="1357337" y="34356"/>
                </a:cubicBezTo>
                <a:cubicBezTo>
                  <a:pt x="1354944" y="32331"/>
                  <a:pt x="1352051" y="31318"/>
                  <a:pt x="1348659" y="31318"/>
                </a:cubicBezTo>
                <a:cubicBezTo>
                  <a:pt x="1343534" y="31318"/>
                  <a:pt x="1339370" y="33146"/>
                  <a:pt x="1336166" y="36803"/>
                </a:cubicBezTo>
                <a:cubicBezTo>
                  <a:pt x="1332963" y="40459"/>
                  <a:pt x="1331361" y="46243"/>
                  <a:pt x="1331361" y="54156"/>
                </a:cubicBezTo>
                <a:cubicBezTo>
                  <a:pt x="1331361" y="62182"/>
                  <a:pt x="1332906" y="68014"/>
                  <a:pt x="1335997" y="71652"/>
                </a:cubicBezTo>
                <a:cubicBezTo>
                  <a:pt x="1339087" y="75289"/>
                  <a:pt x="1343119" y="77107"/>
                  <a:pt x="1348094" y="77107"/>
                </a:cubicBezTo>
                <a:cubicBezTo>
                  <a:pt x="1352089" y="77107"/>
                  <a:pt x="1355424" y="75887"/>
                  <a:pt x="1358100" y="73447"/>
                </a:cubicBezTo>
                <a:cubicBezTo>
                  <a:pt x="1360776" y="71007"/>
                  <a:pt x="1362472" y="67252"/>
                  <a:pt x="1363188" y="62183"/>
                </a:cubicBezTo>
                <a:close/>
                <a:moveTo>
                  <a:pt x="1404115" y="75242"/>
                </a:moveTo>
                <a:lnTo>
                  <a:pt x="1405585" y="84230"/>
                </a:lnTo>
                <a:cubicBezTo>
                  <a:pt x="1402721" y="84758"/>
                  <a:pt x="1400158" y="85022"/>
                  <a:pt x="1397897" y="85022"/>
                </a:cubicBezTo>
                <a:cubicBezTo>
                  <a:pt x="1394204" y="85022"/>
                  <a:pt x="1391340" y="84437"/>
                  <a:pt x="1389305" y="83269"/>
                </a:cubicBezTo>
                <a:cubicBezTo>
                  <a:pt x="1387269" y="82101"/>
                  <a:pt x="1385837" y="80565"/>
                  <a:pt x="1385008" y="78662"/>
                </a:cubicBezTo>
                <a:cubicBezTo>
                  <a:pt x="1384179" y="76759"/>
                  <a:pt x="1383765" y="72754"/>
                  <a:pt x="1383765" y="66649"/>
                </a:cubicBezTo>
                <a:lnTo>
                  <a:pt x="1383765" y="32109"/>
                </a:lnTo>
                <a:lnTo>
                  <a:pt x="1376303" y="32109"/>
                </a:lnTo>
                <a:lnTo>
                  <a:pt x="1376303" y="24195"/>
                </a:lnTo>
                <a:lnTo>
                  <a:pt x="1383765" y="24195"/>
                </a:lnTo>
                <a:lnTo>
                  <a:pt x="1383765" y="9287"/>
                </a:lnTo>
                <a:lnTo>
                  <a:pt x="1393884" y="3166"/>
                </a:lnTo>
                <a:lnTo>
                  <a:pt x="1393884" y="24195"/>
                </a:lnTo>
                <a:lnTo>
                  <a:pt x="1404115" y="24195"/>
                </a:lnTo>
                <a:lnTo>
                  <a:pt x="1404115" y="32109"/>
                </a:lnTo>
                <a:lnTo>
                  <a:pt x="1393884" y="32109"/>
                </a:lnTo>
                <a:lnTo>
                  <a:pt x="1393884" y="67214"/>
                </a:lnTo>
                <a:cubicBezTo>
                  <a:pt x="1393884" y="70116"/>
                  <a:pt x="1394063" y="71982"/>
                  <a:pt x="1394421" y="72811"/>
                </a:cubicBezTo>
                <a:cubicBezTo>
                  <a:pt x="1394779" y="73640"/>
                  <a:pt x="1395363" y="74300"/>
                  <a:pt x="1396173" y="74790"/>
                </a:cubicBezTo>
                <a:cubicBezTo>
                  <a:pt x="1396983" y="75279"/>
                  <a:pt x="1398142" y="75524"/>
                  <a:pt x="1399650" y="75524"/>
                </a:cubicBezTo>
                <a:cubicBezTo>
                  <a:pt x="1400780" y="75524"/>
                  <a:pt x="1402269" y="75430"/>
                  <a:pt x="1404115" y="75242"/>
                </a:cubicBezTo>
                <a:close/>
                <a:moveTo>
                  <a:pt x="1409991" y="66253"/>
                </a:moveTo>
                <a:lnTo>
                  <a:pt x="1420053" y="64671"/>
                </a:lnTo>
                <a:cubicBezTo>
                  <a:pt x="1420619" y="68685"/>
                  <a:pt x="1422192" y="71762"/>
                  <a:pt x="1424774" y="73901"/>
                </a:cubicBezTo>
                <a:cubicBezTo>
                  <a:pt x="1427355" y="76039"/>
                  <a:pt x="1430964" y="77107"/>
                  <a:pt x="1435599" y="77107"/>
                </a:cubicBezTo>
                <a:cubicBezTo>
                  <a:pt x="1440272" y="77107"/>
                  <a:pt x="1443739" y="76163"/>
                  <a:pt x="1446001" y="74275"/>
                </a:cubicBezTo>
                <a:cubicBezTo>
                  <a:pt x="1448262" y="72386"/>
                  <a:pt x="1449393" y="70171"/>
                  <a:pt x="1449393" y="67630"/>
                </a:cubicBezTo>
                <a:cubicBezTo>
                  <a:pt x="1449393" y="65348"/>
                  <a:pt x="1448394" y="63554"/>
                  <a:pt x="1446396" y="62245"/>
                </a:cubicBezTo>
                <a:cubicBezTo>
                  <a:pt x="1445002" y="61348"/>
                  <a:pt x="1441535" y="60207"/>
                  <a:pt x="1435995" y="58823"/>
                </a:cubicBezTo>
                <a:cubicBezTo>
                  <a:pt x="1428533" y="56938"/>
                  <a:pt x="1423360" y="55307"/>
                  <a:pt x="1420477" y="53930"/>
                </a:cubicBezTo>
                <a:cubicBezTo>
                  <a:pt x="1417594" y="52553"/>
                  <a:pt x="1415408" y="50648"/>
                  <a:pt x="1413920" y="48215"/>
                </a:cubicBezTo>
                <a:cubicBezTo>
                  <a:pt x="1412431" y="45782"/>
                  <a:pt x="1411687" y="43094"/>
                  <a:pt x="1411687" y="40152"/>
                </a:cubicBezTo>
                <a:cubicBezTo>
                  <a:pt x="1411687" y="37474"/>
                  <a:pt x="1412299" y="34994"/>
                  <a:pt x="1413524" y="32712"/>
                </a:cubicBezTo>
                <a:cubicBezTo>
                  <a:pt x="1414749" y="30429"/>
                  <a:pt x="1416417" y="28534"/>
                  <a:pt x="1418527" y="27025"/>
                </a:cubicBezTo>
                <a:cubicBezTo>
                  <a:pt x="1420110" y="25856"/>
                  <a:pt x="1422267" y="24866"/>
                  <a:pt x="1425000" y="24055"/>
                </a:cubicBezTo>
                <a:cubicBezTo>
                  <a:pt x="1427732" y="23244"/>
                  <a:pt x="1430662" y="22838"/>
                  <a:pt x="1433790" y="22838"/>
                </a:cubicBezTo>
                <a:cubicBezTo>
                  <a:pt x="1438501" y="22838"/>
                  <a:pt x="1442637" y="23521"/>
                  <a:pt x="1446199" y="24887"/>
                </a:cubicBezTo>
                <a:cubicBezTo>
                  <a:pt x="1449760" y="26252"/>
                  <a:pt x="1452389" y="28102"/>
                  <a:pt x="1454085" y="30436"/>
                </a:cubicBezTo>
                <a:cubicBezTo>
                  <a:pt x="1455780" y="32769"/>
                  <a:pt x="1456949" y="35890"/>
                  <a:pt x="1457589" y="39797"/>
                </a:cubicBezTo>
                <a:lnTo>
                  <a:pt x="1447640" y="41154"/>
                </a:lnTo>
                <a:cubicBezTo>
                  <a:pt x="1447188" y="38064"/>
                  <a:pt x="1445878" y="35652"/>
                  <a:pt x="1443711" y="33918"/>
                </a:cubicBezTo>
                <a:cubicBezTo>
                  <a:pt x="1441544" y="32185"/>
                  <a:pt x="1438482" y="31318"/>
                  <a:pt x="1434525" y="31318"/>
                </a:cubicBezTo>
                <a:cubicBezTo>
                  <a:pt x="1429852" y="31318"/>
                  <a:pt x="1426517" y="32087"/>
                  <a:pt x="1424519" y="33625"/>
                </a:cubicBezTo>
                <a:cubicBezTo>
                  <a:pt x="1422522" y="35162"/>
                  <a:pt x="1421523" y="36962"/>
                  <a:pt x="1421523" y="39025"/>
                </a:cubicBezTo>
                <a:cubicBezTo>
                  <a:pt x="1421523" y="40337"/>
                  <a:pt x="1421938" y="41519"/>
                  <a:pt x="1422767" y="42569"/>
                </a:cubicBezTo>
                <a:cubicBezTo>
                  <a:pt x="1423596" y="43656"/>
                  <a:pt x="1424896" y="44556"/>
                  <a:pt x="1426667" y="45268"/>
                </a:cubicBezTo>
                <a:cubicBezTo>
                  <a:pt x="1427685" y="45644"/>
                  <a:pt x="1430681" y="46507"/>
                  <a:pt x="1435656" y="47856"/>
                </a:cubicBezTo>
                <a:cubicBezTo>
                  <a:pt x="1442854" y="49777"/>
                  <a:pt x="1447876" y="51349"/>
                  <a:pt x="1450721" y="52573"/>
                </a:cubicBezTo>
                <a:cubicBezTo>
                  <a:pt x="1453566" y="53797"/>
                  <a:pt x="1455799" y="55576"/>
                  <a:pt x="1457420" y="57912"/>
                </a:cubicBezTo>
                <a:cubicBezTo>
                  <a:pt x="1459040" y="60246"/>
                  <a:pt x="1459851" y="63145"/>
                  <a:pt x="1459851" y="66609"/>
                </a:cubicBezTo>
                <a:cubicBezTo>
                  <a:pt x="1459851" y="69998"/>
                  <a:pt x="1458861" y="73190"/>
                  <a:pt x="1456883" y="76183"/>
                </a:cubicBezTo>
                <a:cubicBezTo>
                  <a:pt x="1454904" y="79176"/>
                  <a:pt x="1452049" y="81491"/>
                  <a:pt x="1448318" y="83130"/>
                </a:cubicBezTo>
                <a:cubicBezTo>
                  <a:pt x="1444587" y="84768"/>
                  <a:pt x="1440367" y="85587"/>
                  <a:pt x="1435656" y="85587"/>
                </a:cubicBezTo>
                <a:cubicBezTo>
                  <a:pt x="1427854" y="85587"/>
                  <a:pt x="1421909" y="83962"/>
                  <a:pt x="1417820" y="80711"/>
                </a:cubicBezTo>
                <a:cubicBezTo>
                  <a:pt x="1413731" y="77461"/>
                  <a:pt x="1411122" y="72641"/>
                  <a:pt x="1409991" y="66253"/>
                </a:cubicBez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themedia'struecontext.">
            <a:extLst xmlns:a="http://schemas.openxmlformats.org/drawingml/2006/main">
              <a:ext uri="{FF2B5EF4-FFF2-40B4-BE49-F238E27FC236}">
                <a16:creationId xmlns:a16="http://schemas.microsoft.com/office/drawing/2014/main" id="{1A7679D3-AF97-46AE-AC14-DC93232B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997" y="5733714"/>
            <a:ext cx="1245640" cy="84230"/>
          </a:xfrm>
          <a:custGeom xmlns:a="http://schemas.openxmlformats.org/drawingml/2006/main">
            <a:pathLst>
              <a:path w="1245640" h="84230">
                <a:moveTo>
                  <a:pt x="27813" y="73885"/>
                </a:moveTo>
                <a:lnTo>
                  <a:pt x="29283" y="82873"/>
                </a:lnTo>
                <a:cubicBezTo>
                  <a:pt x="26418" y="83401"/>
                  <a:pt x="23856" y="83665"/>
                  <a:pt x="21595" y="83665"/>
                </a:cubicBezTo>
                <a:cubicBezTo>
                  <a:pt x="17901" y="83665"/>
                  <a:pt x="15037" y="83081"/>
                  <a:pt x="13002" y="81912"/>
                </a:cubicBezTo>
                <a:cubicBezTo>
                  <a:pt x="10967" y="80744"/>
                  <a:pt x="9535" y="79208"/>
                  <a:pt x="8706" y="77305"/>
                </a:cubicBezTo>
                <a:cubicBezTo>
                  <a:pt x="7877" y="75402"/>
                  <a:pt x="7462" y="71398"/>
                  <a:pt x="7462" y="65292"/>
                </a:cubicBezTo>
                <a:lnTo>
                  <a:pt x="7462" y="30752"/>
                </a:lnTo>
                <a:lnTo>
                  <a:pt x="0" y="30752"/>
                </a:lnTo>
                <a:lnTo>
                  <a:pt x="0" y="22838"/>
                </a:lnTo>
                <a:lnTo>
                  <a:pt x="7462" y="22838"/>
                </a:lnTo>
                <a:lnTo>
                  <a:pt x="7462" y="7930"/>
                </a:lnTo>
                <a:lnTo>
                  <a:pt x="17581" y="1809"/>
                </a:lnTo>
                <a:lnTo>
                  <a:pt x="17581" y="22838"/>
                </a:lnTo>
                <a:lnTo>
                  <a:pt x="27813" y="22838"/>
                </a:lnTo>
                <a:lnTo>
                  <a:pt x="27813" y="30752"/>
                </a:lnTo>
                <a:lnTo>
                  <a:pt x="17581" y="30752"/>
                </a:lnTo>
                <a:lnTo>
                  <a:pt x="17581" y="65858"/>
                </a:lnTo>
                <a:cubicBezTo>
                  <a:pt x="17581" y="68760"/>
                  <a:pt x="17760" y="70625"/>
                  <a:pt x="18118" y="71454"/>
                </a:cubicBezTo>
                <a:cubicBezTo>
                  <a:pt x="18476" y="72283"/>
                  <a:pt x="19060" y="72943"/>
                  <a:pt x="19870" y="73433"/>
                </a:cubicBezTo>
                <a:cubicBezTo>
                  <a:pt x="20681" y="73923"/>
                  <a:pt x="21840" y="74168"/>
                  <a:pt x="23347" y="74168"/>
                </a:cubicBezTo>
                <a:cubicBezTo>
                  <a:pt x="24478" y="74168"/>
                  <a:pt x="25966" y="74073"/>
                  <a:pt x="27813" y="73885"/>
                </a:cubicBezTo>
                <a:close/>
                <a:moveTo>
                  <a:pt x="37759" y="82873"/>
                </a:moveTo>
                <a:lnTo>
                  <a:pt x="37759" y="0"/>
                </a:lnTo>
                <a:lnTo>
                  <a:pt x="47934" y="0"/>
                </a:lnTo>
                <a:lnTo>
                  <a:pt x="47934" y="29735"/>
                </a:lnTo>
                <a:cubicBezTo>
                  <a:pt x="52683" y="24233"/>
                  <a:pt x="58675" y="21481"/>
                  <a:pt x="65911" y="21481"/>
                </a:cubicBezTo>
                <a:cubicBezTo>
                  <a:pt x="70358" y="21481"/>
                  <a:pt x="74221" y="22358"/>
                  <a:pt x="77499" y="24110"/>
                </a:cubicBezTo>
                <a:cubicBezTo>
                  <a:pt x="80778" y="25863"/>
                  <a:pt x="83124" y="28284"/>
                  <a:pt x="84537" y="31374"/>
                </a:cubicBezTo>
                <a:cubicBezTo>
                  <a:pt x="85951" y="34465"/>
                  <a:pt x="86657" y="38949"/>
                  <a:pt x="86657" y="44828"/>
                </a:cubicBezTo>
                <a:lnTo>
                  <a:pt x="86657" y="82873"/>
                </a:lnTo>
                <a:lnTo>
                  <a:pt x="76482" y="82873"/>
                </a:lnTo>
                <a:lnTo>
                  <a:pt x="76482" y="44828"/>
                </a:lnTo>
                <a:cubicBezTo>
                  <a:pt x="76482" y="39741"/>
                  <a:pt x="75379" y="36038"/>
                  <a:pt x="73175" y="33720"/>
                </a:cubicBezTo>
                <a:cubicBezTo>
                  <a:pt x="70970" y="31403"/>
                  <a:pt x="67851" y="30244"/>
                  <a:pt x="63819" y="30244"/>
                </a:cubicBezTo>
                <a:cubicBezTo>
                  <a:pt x="60804" y="30244"/>
                  <a:pt x="57968" y="31026"/>
                  <a:pt x="55311" y="32590"/>
                </a:cubicBezTo>
                <a:cubicBezTo>
                  <a:pt x="52654" y="34154"/>
                  <a:pt x="50760" y="36274"/>
                  <a:pt x="49630" y="38949"/>
                </a:cubicBezTo>
                <a:cubicBezTo>
                  <a:pt x="48499" y="41625"/>
                  <a:pt x="47934" y="45318"/>
                  <a:pt x="47934" y="50029"/>
                </a:cubicBezTo>
                <a:lnTo>
                  <a:pt x="47934" y="82873"/>
                </a:lnTo>
                <a:lnTo>
                  <a:pt x="37759" y="82873"/>
                </a:lnTo>
                <a:close/>
                <a:moveTo>
                  <a:pt x="143249" y="63540"/>
                </a:moveTo>
                <a:lnTo>
                  <a:pt x="153764" y="64840"/>
                </a:lnTo>
                <a:cubicBezTo>
                  <a:pt x="152106" y="70983"/>
                  <a:pt x="149034" y="75751"/>
                  <a:pt x="144549" y="79142"/>
                </a:cubicBezTo>
                <a:cubicBezTo>
                  <a:pt x="140065" y="82534"/>
                  <a:pt x="134336" y="84230"/>
                  <a:pt x="127364" y="84230"/>
                </a:cubicBezTo>
                <a:cubicBezTo>
                  <a:pt x="118583" y="84230"/>
                  <a:pt x="111621" y="81526"/>
                  <a:pt x="106476" y="76118"/>
                </a:cubicBezTo>
                <a:cubicBezTo>
                  <a:pt x="101332" y="70710"/>
                  <a:pt x="98760" y="63125"/>
                  <a:pt x="98760" y="53365"/>
                </a:cubicBezTo>
                <a:cubicBezTo>
                  <a:pt x="98760" y="43264"/>
                  <a:pt x="101360" y="35426"/>
                  <a:pt x="106561" y="29848"/>
                </a:cubicBezTo>
                <a:cubicBezTo>
                  <a:pt x="111762" y="24270"/>
                  <a:pt x="118508" y="21481"/>
                  <a:pt x="126799" y="21481"/>
                </a:cubicBezTo>
                <a:cubicBezTo>
                  <a:pt x="134826" y="21481"/>
                  <a:pt x="141384" y="24210"/>
                  <a:pt x="146471" y="29666"/>
                </a:cubicBezTo>
                <a:cubicBezTo>
                  <a:pt x="151559" y="35121"/>
                  <a:pt x="154103" y="42796"/>
                  <a:pt x="154103" y="52692"/>
                </a:cubicBezTo>
                <a:cubicBezTo>
                  <a:pt x="154103" y="53293"/>
                  <a:pt x="154084" y="54196"/>
                  <a:pt x="154046" y="55400"/>
                </a:cubicBezTo>
                <a:lnTo>
                  <a:pt x="109275" y="55400"/>
                </a:lnTo>
                <a:cubicBezTo>
                  <a:pt x="109651" y="61976"/>
                  <a:pt x="111517" y="67012"/>
                  <a:pt x="114871" y="70507"/>
                </a:cubicBezTo>
                <a:cubicBezTo>
                  <a:pt x="118225" y="74003"/>
                  <a:pt x="122408" y="75751"/>
                  <a:pt x="127421" y="75751"/>
                </a:cubicBezTo>
                <a:cubicBezTo>
                  <a:pt x="131152" y="75751"/>
                  <a:pt x="134336" y="74780"/>
                  <a:pt x="136974" y="72839"/>
                </a:cubicBezTo>
                <a:cubicBezTo>
                  <a:pt x="139612" y="70897"/>
                  <a:pt x="141704" y="67797"/>
                  <a:pt x="143249" y="63540"/>
                </a:cubicBezTo>
                <a:moveTo>
                  <a:pt x="109840" y="46920"/>
                </a:moveTo>
                <a:lnTo>
                  <a:pt x="143362" y="46920"/>
                </a:lnTo>
                <a:cubicBezTo>
                  <a:pt x="142910" y="41953"/>
                  <a:pt x="141629" y="38227"/>
                  <a:pt x="139518" y="35743"/>
                </a:cubicBezTo>
                <a:cubicBezTo>
                  <a:pt x="136277" y="31888"/>
                  <a:pt x="132075" y="29961"/>
                  <a:pt x="126912" y="29961"/>
                </a:cubicBezTo>
                <a:cubicBezTo>
                  <a:pt x="122239" y="29961"/>
                  <a:pt x="118310" y="31500"/>
                  <a:pt x="115125" y="34577"/>
                </a:cubicBezTo>
                <a:cubicBezTo>
                  <a:pt x="111941" y="37653"/>
                  <a:pt x="110179" y="41768"/>
                  <a:pt x="109840" y="46920"/>
                </a:cubicBezTo>
                <a:close/>
                <a:moveTo>
                  <a:pt x="198707" y="82873"/>
                </a:moveTo>
                <a:lnTo>
                  <a:pt x="198707" y="22838"/>
                </a:lnTo>
                <a:lnTo>
                  <a:pt x="207809" y="22838"/>
                </a:lnTo>
                <a:lnTo>
                  <a:pt x="207809" y="31205"/>
                </a:lnTo>
                <a:cubicBezTo>
                  <a:pt x="209693" y="28282"/>
                  <a:pt x="212199" y="25930"/>
                  <a:pt x="215327" y="24151"/>
                </a:cubicBezTo>
                <a:cubicBezTo>
                  <a:pt x="218455" y="22371"/>
                  <a:pt x="222017" y="21481"/>
                  <a:pt x="226012" y="21481"/>
                </a:cubicBezTo>
                <a:cubicBezTo>
                  <a:pt x="230459" y="21481"/>
                  <a:pt x="234105" y="22400"/>
                  <a:pt x="236950" y="24237"/>
                </a:cubicBezTo>
                <a:cubicBezTo>
                  <a:pt x="239796" y="26073"/>
                  <a:pt x="241802" y="28641"/>
                  <a:pt x="242971" y="31940"/>
                </a:cubicBezTo>
                <a:cubicBezTo>
                  <a:pt x="247719" y="24968"/>
                  <a:pt x="253900" y="21481"/>
                  <a:pt x="261513" y="21481"/>
                </a:cubicBezTo>
                <a:cubicBezTo>
                  <a:pt x="267467" y="21481"/>
                  <a:pt x="272046" y="23130"/>
                  <a:pt x="275249" y="26428"/>
                </a:cubicBezTo>
                <a:cubicBezTo>
                  <a:pt x="278453" y="29725"/>
                  <a:pt x="280055" y="34804"/>
                  <a:pt x="280055" y="41663"/>
                </a:cubicBezTo>
                <a:lnTo>
                  <a:pt x="280055" y="82873"/>
                </a:lnTo>
                <a:lnTo>
                  <a:pt x="269936" y="82873"/>
                </a:lnTo>
                <a:lnTo>
                  <a:pt x="269936" y="45014"/>
                </a:lnTo>
                <a:cubicBezTo>
                  <a:pt x="269936" y="40939"/>
                  <a:pt x="269606" y="38006"/>
                  <a:pt x="268946" y="36215"/>
                </a:cubicBezTo>
                <a:cubicBezTo>
                  <a:pt x="268287" y="34422"/>
                  <a:pt x="267090" y="32979"/>
                  <a:pt x="265357" y="31885"/>
                </a:cubicBezTo>
                <a:cubicBezTo>
                  <a:pt x="263623" y="30791"/>
                  <a:pt x="261588" y="30244"/>
                  <a:pt x="259251" y="30244"/>
                </a:cubicBezTo>
                <a:cubicBezTo>
                  <a:pt x="255030" y="30244"/>
                  <a:pt x="251526" y="31649"/>
                  <a:pt x="248737" y="34460"/>
                </a:cubicBezTo>
                <a:cubicBezTo>
                  <a:pt x="245948" y="37271"/>
                  <a:pt x="244554" y="41769"/>
                  <a:pt x="244554" y="47957"/>
                </a:cubicBezTo>
                <a:lnTo>
                  <a:pt x="244554" y="82873"/>
                </a:lnTo>
                <a:lnTo>
                  <a:pt x="234378" y="82873"/>
                </a:lnTo>
                <a:lnTo>
                  <a:pt x="234378" y="43825"/>
                </a:lnTo>
                <a:cubicBezTo>
                  <a:pt x="234378" y="39298"/>
                  <a:pt x="233549" y="35903"/>
                  <a:pt x="231891" y="33639"/>
                </a:cubicBezTo>
                <a:cubicBezTo>
                  <a:pt x="230233" y="31375"/>
                  <a:pt x="227519" y="30244"/>
                  <a:pt x="223750" y="30244"/>
                </a:cubicBezTo>
                <a:cubicBezTo>
                  <a:pt x="220886" y="30244"/>
                  <a:pt x="218239" y="30999"/>
                  <a:pt x="215808" y="32508"/>
                </a:cubicBezTo>
                <a:cubicBezTo>
                  <a:pt x="213377" y="34017"/>
                  <a:pt x="211615" y="36224"/>
                  <a:pt x="210522" y="39130"/>
                </a:cubicBezTo>
                <a:cubicBezTo>
                  <a:pt x="209429" y="42034"/>
                  <a:pt x="208883" y="46221"/>
                  <a:pt x="208883" y="51692"/>
                </a:cubicBezTo>
                <a:lnTo>
                  <a:pt x="208883" y="82873"/>
                </a:lnTo>
                <a:lnTo>
                  <a:pt x="198707" y="82873"/>
                </a:lnTo>
                <a:close/>
                <a:moveTo>
                  <a:pt x="336256" y="63540"/>
                </a:moveTo>
                <a:lnTo>
                  <a:pt x="346771" y="64840"/>
                </a:lnTo>
                <a:cubicBezTo>
                  <a:pt x="345113" y="70983"/>
                  <a:pt x="342041" y="75751"/>
                  <a:pt x="337556" y="79142"/>
                </a:cubicBezTo>
                <a:cubicBezTo>
                  <a:pt x="333072" y="82534"/>
                  <a:pt x="327343" y="84230"/>
                  <a:pt x="320371" y="84230"/>
                </a:cubicBezTo>
                <a:cubicBezTo>
                  <a:pt x="311590" y="84230"/>
                  <a:pt x="304628" y="81526"/>
                  <a:pt x="299483" y="76118"/>
                </a:cubicBezTo>
                <a:cubicBezTo>
                  <a:pt x="294339" y="70710"/>
                  <a:pt x="291767" y="63125"/>
                  <a:pt x="291767" y="53365"/>
                </a:cubicBezTo>
                <a:cubicBezTo>
                  <a:pt x="291767" y="43264"/>
                  <a:pt x="294367" y="35426"/>
                  <a:pt x="299568" y="29848"/>
                </a:cubicBezTo>
                <a:cubicBezTo>
                  <a:pt x="304769" y="24270"/>
                  <a:pt x="311515" y="21481"/>
                  <a:pt x="319806" y="21481"/>
                </a:cubicBezTo>
                <a:cubicBezTo>
                  <a:pt x="327833" y="21481"/>
                  <a:pt x="334391" y="24210"/>
                  <a:pt x="339478" y="29666"/>
                </a:cubicBezTo>
                <a:cubicBezTo>
                  <a:pt x="344566" y="35121"/>
                  <a:pt x="347110" y="42796"/>
                  <a:pt x="347110" y="52692"/>
                </a:cubicBezTo>
                <a:cubicBezTo>
                  <a:pt x="347110" y="53293"/>
                  <a:pt x="347091" y="54196"/>
                  <a:pt x="347053" y="55400"/>
                </a:cubicBezTo>
                <a:lnTo>
                  <a:pt x="302281" y="55400"/>
                </a:lnTo>
                <a:cubicBezTo>
                  <a:pt x="302658" y="61976"/>
                  <a:pt x="304524" y="67012"/>
                  <a:pt x="307878" y="70507"/>
                </a:cubicBezTo>
                <a:cubicBezTo>
                  <a:pt x="311232" y="74003"/>
                  <a:pt x="315415" y="75751"/>
                  <a:pt x="320428" y="75751"/>
                </a:cubicBezTo>
                <a:cubicBezTo>
                  <a:pt x="324159" y="75751"/>
                  <a:pt x="327343" y="74780"/>
                  <a:pt x="329981" y="72839"/>
                </a:cubicBezTo>
                <a:cubicBezTo>
                  <a:pt x="332619" y="70897"/>
                  <a:pt x="334711" y="67797"/>
                  <a:pt x="336256" y="63540"/>
                </a:cubicBezTo>
                <a:moveTo>
                  <a:pt x="302847" y="46920"/>
                </a:moveTo>
                <a:lnTo>
                  <a:pt x="336369" y="46920"/>
                </a:lnTo>
                <a:cubicBezTo>
                  <a:pt x="335917" y="41953"/>
                  <a:pt x="334636" y="38227"/>
                  <a:pt x="332525" y="35743"/>
                </a:cubicBezTo>
                <a:cubicBezTo>
                  <a:pt x="329284" y="31888"/>
                  <a:pt x="325082" y="29961"/>
                  <a:pt x="319919" y="29961"/>
                </a:cubicBezTo>
                <a:cubicBezTo>
                  <a:pt x="315246" y="29961"/>
                  <a:pt x="311317" y="31500"/>
                  <a:pt x="308132" y="34577"/>
                </a:cubicBezTo>
                <a:cubicBezTo>
                  <a:pt x="304948" y="37653"/>
                  <a:pt x="303186" y="41768"/>
                  <a:pt x="302847" y="46920"/>
                </a:cubicBezTo>
                <a:close/>
                <a:moveTo>
                  <a:pt x="398502" y="82873"/>
                </a:moveTo>
                <a:lnTo>
                  <a:pt x="398502" y="75298"/>
                </a:lnTo>
                <a:cubicBezTo>
                  <a:pt x="394695" y="81253"/>
                  <a:pt x="389099" y="84230"/>
                  <a:pt x="381712" y="84230"/>
                </a:cubicBezTo>
                <a:cubicBezTo>
                  <a:pt x="376926" y="84230"/>
                  <a:pt x="372526" y="82911"/>
                  <a:pt x="368512" y="80273"/>
                </a:cubicBezTo>
                <a:cubicBezTo>
                  <a:pt x="364499" y="77635"/>
                  <a:pt x="361389" y="73951"/>
                  <a:pt x="359185" y="69221"/>
                </a:cubicBezTo>
                <a:cubicBezTo>
                  <a:pt x="356980" y="64492"/>
                  <a:pt x="355878" y="59055"/>
                  <a:pt x="355878" y="52912"/>
                </a:cubicBezTo>
                <a:cubicBezTo>
                  <a:pt x="355878" y="46920"/>
                  <a:pt x="356876" y="41484"/>
                  <a:pt x="358874" y="36603"/>
                </a:cubicBezTo>
                <a:cubicBezTo>
                  <a:pt x="360871" y="31723"/>
                  <a:pt x="363867" y="27982"/>
                  <a:pt x="367862" y="25382"/>
                </a:cubicBezTo>
                <a:cubicBezTo>
                  <a:pt x="371857" y="22782"/>
                  <a:pt x="376323" y="21481"/>
                  <a:pt x="381260" y="21481"/>
                </a:cubicBezTo>
                <a:cubicBezTo>
                  <a:pt x="384878" y="21481"/>
                  <a:pt x="388100" y="22245"/>
                  <a:pt x="390926" y="23771"/>
                </a:cubicBezTo>
                <a:cubicBezTo>
                  <a:pt x="393753" y="25297"/>
                  <a:pt x="396052" y="27285"/>
                  <a:pt x="397823" y="29735"/>
                </a:cubicBezTo>
                <a:lnTo>
                  <a:pt x="397823" y="0"/>
                </a:lnTo>
                <a:lnTo>
                  <a:pt x="407942" y="0"/>
                </a:lnTo>
                <a:lnTo>
                  <a:pt x="407942" y="82873"/>
                </a:lnTo>
                <a:lnTo>
                  <a:pt x="398502" y="82873"/>
                </a:lnTo>
                <a:moveTo>
                  <a:pt x="366336" y="52884"/>
                </a:moveTo>
                <a:cubicBezTo>
                  <a:pt x="366336" y="60544"/>
                  <a:pt x="367956" y="66270"/>
                  <a:pt x="371197" y="70062"/>
                </a:cubicBezTo>
                <a:cubicBezTo>
                  <a:pt x="374438" y="73854"/>
                  <a:pt x="378264" y="75751"/>
                  <a:pt x="382673" y="75751"/>
                </a:cubicBezTo>
                <a:cubicBezTo>
                  <a:pt x="387120" y="75751"/>
                  <a:pt x="390898" y="73939"/>
                  <a:pt x="394007" y="70317"/>
                </a:cubicBezTo>
                <a:cubicBezTo>
                  <a:pt x="397117" y="66693"/>
                  <a:pt x="398671" y="61163"/>
                  <a:pt x="398671" y="53728"/>
                </a:cubicBezTo>
                <a:cubicBezTo>
                  <a:pt x="398671" y="45543"/>
                  <a:pt x="397088" y="39536"/>
                  <a:pt x="393923" y="35706"/>
                </a:cubicBezTo>
                <a:cubicBezTo>
                  <a:pt x="390757" y="31876"/>
                  <a:pt x="386856" y="29961"/>
                  <a:pt x="382221" y="29961"/>
                </a:cubicBezTo>
                <a:cubicBezTo>
                  <a:pt x="377698" y="29961"/>
                  <a:pt x="373920" y="31801"/>
                  <a:pt x="370886" y="35482"/>
                </a:cubicBezTo>
                <a:cubicBezTo>
                  <a:pt x="367853" y="39161"/>
                  <a:pt x="366336" y="44962"/>
                  <a:pt x="366336" y="52884"/>
                </a:cubicBezTo>
                <a:close/>
                <a:moveTo>
                  <a:pt x="424002" y="11758"/>
                </a:moveTo>
                <a:lnTo>
                  <a:pt x="424002" y="0"/>
                </a:lnTo>
                <a:lnTo>
                  <a:pt x="434178" y="0"/>
                </a:lnTo>
                <a:lnTo>
                  <a:pt x="434178" y="11758"/>
                </a:lnTo>
                <a:lnTo>
                  <a:pt x="424002" y="11758"/>
                </a:lnTo>
                <a:moveTo>
                  <a:pt x="424002" y="82873"/>
                </a:moveTo>
                <a:lnTo>
                  <a:pt x="424002" y="22838"/>
                </a:lnTo>
                <a:lnTo>
                  <a:pt x="434178" y="22838"/>
                </a:lnTo>
                <a:lnTo>
                  <a:pt x="434178" y="82873"/>
                </a:lnTo>
                <a:lnTo>
                  <a:pt x="424002" y="82873"/>
                </a:lnTo>
                <a:close/>
                <a:moveTo>
                  <a:pt x="488846" y="75461"/>
                </a:moveTo>
                <a:cubicBezTo>
                  <a:pt x="485078" y="78667"/>
                  <a:pt x="481450" y="80930"/>
                  <a:pt x="477964" y="82250"/>
                </a:cubicBezTo>
                <a:cubicBezTo>
                  <a:pt x="474478" y="83570"/>
                  <a:pt x="470738" y="84230"/>
                  <a:pt x="466743" y="84230"/>
                </a:cubicBezTo>
                <a:cubicBezTo>
                  <a:pt x="460148" y="84230"/>
                  <a:pt x="455079" y="82618"/>
                  <a:pt x="451536" y="79393"/>
                </a:cubicBezTo>
                <a:cubicBezTo>
                  <a:pt x="447994" y="76169"/>
                  <a:pt x="446223" y="72048"/>
                  <a:pt x="446223" y="67033"/>
                </a:cubicBezTo>
                <a:cubicBezTo>
                  <a:pt x="446223" y="64092"/>
                  <a:pt x="446891" y="61405"/>
                  <a:pt x="448229" y="58973"/>
                </a:cubicBezTo>
                <a:cubicBezTo>
                  <a:pt x="449567" y="56540"/>
                  <a:pt x="451320" y="54588"/>
                  <a:pt x="453487" y="53117"/>
                </a:cubicBezTo>
                <a:cubicBezTo>
                  <a:pt x="455654" y="51646"/>
                  <a:pt x="458094" y="50534"/>
                  <a:pt x="460807" y="49780"/>
                </a:cubicBezTo>
                <a:cubicBezTo>
                  <a:pt x="462805" y="49251"/>
                  <a:pt x="465820" y="48742"/>
                  <a:pt x="469852" y="48252"/>
                </a:cubicBezTo>
                <a:cubicBezTo>
                  <a:pt x="478068" y="47279"/>
                  <a:pt x="484117" y="46119"/>
                  <a:pt x="487998" y="44772"/>
                </a:cubicBezTo>
                <a:cubicBezTo>
                  <a:pt x="488036" y="43383"/>
                  <a:pt x="488055" y="42501"/>
                  <a:pt x="488055" y="42126"/>
                </a:cubicBezTo>
                <a:cubicBezTo>
                  <a:pt x="488055" y="37995"/>
                  <a:pt x="487094" y="35086"/>
                  <a:pt x="485172" y="33397"/>
                </a:cubicBezTo>
                <a:cubicBezTo>
                  <a:pt x="482571" y="31106"/>
                  <a:pt x="478709" y="29961"/>
                  <a:pt x="473583" y="29961"/>
                </a:cubicBezTo>
                <a:cubicBezTo>
                  <a:pt x="468797" y="29961"/>
                  <a:pt x="465264" y="30800"/>
                  <a:pt x="462984" y="32477"/>
                </a:cubicBezTo>
                <a:cubicBezTo>
                  <a:pt x="460704" y="34154"/>
                  <a:pt x="459017" y="37122"/>
                  <a:pt x="457924" y="41380"/>
                </a:cubicBezTo>
                <a:lnTo>
                  <a:pt x="447975" y="40023"/>
                </a:lnTo>
                <a:cubicBezTo>
                  <a:pt x="448879" y="35752"/>
                  <a:pt x="450368" y="32302"/>
                  <a:pt x="452441" y="29675"/>
                </a:cubicBezTo>
                <a:cubicBezTo>
                  <a:pt x="454514" y="27047"/>
                  <a:pt x="457510" y="25025"/>
                  <a:pt x="461429" y="23608"/>
                </a:cubicBezTo>
                <a:cubicBezTo>
                  <a:pt x="465349" y="22190"/>
                  <a:pt x="469890" y="21481"/>
                  <a:pt x="475053" y="21481"/>
                </a:cubicBezTo>
                <a:cubicBezTo>
                  <a:pt x="480178" y="21481"/>
                  <a:pt x="484343" y="22084"/>
                  <a:pt x="487546" y="23290"/>
                </a:cubicBezTo>
                <a:cubicBezTo>
                  <a:pt x="490750" y="24496"/>
                  <a:pt x="493105" y="26013"/>
                  <a:pt x="494612" y="27841"/>
                </a:cubicBezTo>
                <a:cubicBezTo>
                  <a:pt x="496120" y="29669"/>
                  <a:pt x="497175" y="31977"/>
                  <a:pt x="497778" y="34766"/>
                </a:cubicBezTo>
                <a:cubicBezTo>
                  <a:pt x="498117" y="36500"/>
                  <a:pt x="498287" y="39628"/>
                  <a:pt x="498287" y="44150"/>
                </a:cubicBezTo>
                <a:lnTo>
                  <a:pt x="498287" y="57717"/>
                </a:lnTo>
                <a:cubicBezTo>
                  <a:pt x="498287" y="67177"/>
                  <a:pt x="498504" y="73160"/>
                  <a:pt x="498937" y="75666"/>
                </a:cubicBezTo>
                <a:cubicBezTo>
                  <a:pt x="499370" y="78172"/>
                  <a:pt x="500228" y="80574"/>
                  <a:pt x="501509" y="82873"/>
                </a:cubicBezTo>
                <a:lnTo>
                  <a:pt x="490881" y="82873"/>
                </a:lnTo>
                <a:cubicBezTo>
                  <a:pt x="489826" y="80761"/>
                  <a:pt x="489148" y="78290"/>
                  <a:pt x="488846" y="75461"/>
                </a:cubicBezTo>
                <a:moveTo>
                  <a:pt x="487998" y="52686"/>
                </a:moveTo>
                <a:cubicBezTo>
                  <a:pt x="484305" y="54207"/>
                  <a:pt x="478765" y="55499"/>
                  <a:pt x="471378" y="56562"/>
                </a:cubicBezTo>
                <a:cubicBezTo>
                  <a:pt x="467195" y="57167"/>
                  <a:pt x="464237" y="57849"/>
                  <a:pt x="462503" y="58606"/>
                </a:cubicBezTo>
                <a:cubicBezTo>
                  <a:pt x="460770" y="59362"/>
                  <a:pt x="459432" y="60469"/>
                  <a:pt x="458490" y="61927"/>
                </a:cubicBezTo>
                <a:cubicBezTo>
                  <a:pt x="457547" y="63384"/>
                  <a:pt x="457076" y="65002"/>
                  <a:pt x="457076" y="66780"/>
                </a:cubicBezTo>
                <a:cubicBezTo>
                  <a:pt x="457076" y="69504"/>
                  <a:pt x="458103" y="71775"/>
                  <a:pt x="460157" y="73592"/>
                </a:cubicBezTo>
                <a:cubicBezTo>
                  <a:pt x="462211" y="75408"/>
                  <a:pt x="465217" y="76316"/>
                  <a:pt x="469174" y="76316"/>
                </a:cubicBezTo>
                <a:cubicBezTo>
                  <a:pt x="473093" y="76316"/>
                  <a:pt x="476579" y="75454"/>
                  <a:pt x="479632" y="73731"/>
                </a:cubicBezTo>
                <a:cubicBezTo>
                  <a:pt x="482685" y="72008"/>
                  <a:pt x="484927" y="69651"/>
                  <a:pt x="486359" y="66660"/>
                </a:cubicBezTo>
                <a:cubicBezTo>
                  <a:pt x="487452" y="64349"/>
                  <a:pt x="487998" y="60941"/>
                  <a:pt x="487998" y="56435"/>
                </a:cubicBezTo>
                <a:lnTo>
                  <a:pt x="487998" y="52686"/>
                </a:lnTo>
                <a:close/>
                <a:moveTo>
                  <a:pt x="514121" y="29396"/>
                </a:moveTo>
                <a:lnTo>
                  <a:pt x="511520" y="13876"/>
                </a:lnTo>
                <a:lnTo>
                  <a:pt x="511520" y="0"/>
                </a:lnTo>
                <a:lnTo>
                  <a:pt x="523109" y="0"/>
                </a:lnTo>
                <a:lnTo>
                  <a:pt x="523109" y="13876"/>
                </a:lnTo>
                <a:lnTo>
                  <a:pt x="520395" y="29396"/>
                </a:lnTo>
                <a:lnTo>
                  <a:pt x="514121" y="29396"/>
                </a:lnTo>
                <a:close/>
                <a:moveTo>
                  <a:pt x="532095" y="64897"/>
                </a:moveTo>
                <a:lnTo>
                  <a:pt x="542158" y="63314"/>
                </a:lnTo>
                <a:cubicBezTo>
                  <a:pt x="542723" y="67329"/>
                  <a:pt x="544297" y="70405"/>
                  <a:pt x="546878" y="72544"/>
                </a:cubicBezTo>
                <a:cubicBezTo>
                  <a:pt x="549460" y="74682"/>
                  <a:pt x="553068" y="75751"/>
                  <a:pt x="557704" y="75751"/>
                </a:cubicBezTo>
                <a:cubicBezTo>
                  <a:pt x="562377" y="75751"/>
                  <a:pt x="565844" y="74807"/>
                  <a:pt x="568105" y="72919"/>
                </a:cubicBezTo>
                <a:cubicBezTo>
                  <a:pt x="570366" y="71030"/>
                  <a:pt x="571497" y="68814"/>
                  <a:pt x="571497" y="66273"/>
                </a:cubicBezTo>
                <a:cubicBezTo>
                  <a:pt x="571497" y="63992"/>
                  <a:pt x="570498" y="62197"/>
                  <a:pt x="568501" y="60888"/>
                </a:cubicBezTo>
                <a:cubicBezTo>
                  <a:pt x="567107" y="59991"/>
                  <a:pt x="563639" y="58850"/>
                  <a:pt x="558099" y="57467"/>
                </a:cubicBezTo>
                <a:cubicBezTo>
                  <a:pt x="550637" y="55581"/>
                  <a:pt x="545465" y="53950"/>
                  <a:pt x="542582" y="52573"/>
                </a:cubicBezTo>
                <a:cubicBezTo>
                  <a:pt x="539699" y="51196"/>
                  <a:pt x="537513" y="49291"/>
                  <a:pt x="536024" y="46858"/>
                </a:cubicBezTo>
                <a:cubicBezTo>
                  <a:pt x="534536" y="44425"/>
                  <a:pt x="533791" y="41738"/>
                  <a:pt x="533791" y="38796"/>
                </a:cubicBezTo>
                <a:cubicBezTo>
                  <a:pt x="533791" y="36118"/>
                  <a:pt x="534404" y="33637"/>
                  <a:pt x="535629" y="31355"/>
                </a:cubicBezTo>
                <a:cubicBezTo>
                  <a:pt x="536853" y="29072"/>
                  <a:pt x="538521" y="27177"/>
                  <a:pt x="540632" y="25668"/>
                </a:cubicBezTo>
                <a:cubicBezTo>
                  <a:pt x="542214" y="24499"/>
                  <a:pt x="544372" y="23509"/>
                  <a:pt x="547104" y="22699"/>
                </a:cubicBezTo>
                <a:cubicBezTo>
                  <a:pt x="549837" y="21887"/>
                  <a:pt x="552767" y="21481"/>
                  <a:pt x="555895" y="21481"/>
                </a:cubicBezTo>
                <a:cubicBezTo>
                  <a:pt x="560606" y="21481"/>
                  <a:pt x="564742" y="22165"/>
                  <a:pt x="568303" y="23531"/>
                </a:cubicBezTo>
                <a:cubicBezTo>
                  <a:pt x="571865" y="24896"/>
                  <a:pt x="574493" y="26745"/>
                  <a:pt x="576189" y="29080"/>
                </a:cubicBezTo>
                <a:cubicBezTo>
                  <a:pt x="577885" y="31413"/>
                  <a:pt x="579053" y="34533"/>
                  <a:pt x="579694" y="38441"/>
                </a:cubicBezTo>
                <a:lnTo>
                  <a:pt x="569745" y="39797"/>
                </a:lnTo>
                <a:cubicBezTo>
                  <a:pt x="569292" y="36707"/>
                  <a:pt x="567983" y="34295"/>
                  <a:pt x="565816" y="32561"/>
                </a:cubicBezTo>
                <a:cubicBezTo>
                  <a:pt x="563649" y="30828"/>
                  <a:pt x="560587" y="29961"/>
                  <a:pt x="556630" y="29961"/>
                </a:cubicBezTo>
                <a:cubicBezTo>
                  <a:pt x="551956" y="29961"/>
                  <a:pt x="548621" y="30730"/>
                  <a:pt x="546624" y="32268"/>
                </a:cubicBezTo>
                <a:cubicBezTo>
                  <a:pt x="544626" y="33805"/>
                  <a:pt x="543628" y="35605"/>
                  <a:pt x="543628" y="37669"/>
                </a:cubicBezTo>
                <a:cubicBezTo>
                  <a:pt x="543628" y="38981"/>
                  <a:pt x="544042" y="40162"/>
                  <a:pt x="544871" y="41212"/>
                </a:cubicBezTo>
                <a:cubicBezTo>
                  <a:pt x="545700" y="42299"/>
                  <a:pt x="547001" y="43199"/>
                  <a:pt x="548772" y="43912"/>
                </a:cubicBezTo>
                <a:cubicBezTo>
                  <a:pt x="549789" y="44287"/>
                  <a:pt x="552786" y="45150"/>
                  <a:pt x="557760" y="46500"/>
                </a:cubicBezTo>
                <a:cubicBezTo>
                  <a:pt x="564958" y="48421"/>
                  <a:pt x="569980" y="49993"/>
                  <a:pt x="572826" y="51216"/>
                </a:cubicBezTo>
                <a:cubicBezTo>
                  <a:pt x="575671" y="52440"/>
                  <a:pt x="577904" y="54220"/>
                  <a:pt x="579524" y="56555"/>
                </a:cubicBezTo>
                <a:cubicBezTo>
                  <a:pt x="581145" y="58889"/>
                  <a:pt x="581955" y="61788"/>
                  <a:pt x="581955" y="65252"/>
                </a:cubicBezTo>
                <a:cubicBezTo>
                  <a:pt x="581955" y="68641"/>
                  <a:pt x="580966" y="71833"/>
                  <a:pt x="578987" y="74827"/>
                </a:cubicBezTo>
                <a:cubicBezTo>
                  <a:pt x="577009" y="77819"/>
                  <a:pt x="574154" y="80135"/>
                  <a:pt x="570423" y="81773"/>
                </a:cubicBezTo>
                <a:cubicBezTo>
                  <a:pt x="566692" y="83411"/>
                  <a:pt x="562471" y="84230"/>
                  <a:pt x="557760" y="84230"/>
                </a:cubicBezTo>
                <a:cubicBezTo>
                  <a:pt x="549959" y="84230"/>
                  <a:pt x="544014" y="82605"/>
                  <a:pt x="539925" y="79354"/>
                </a:cubicBezTo>
                <a:cubicBezTo>
                  <a:pt x="535836" y="76104"/>
                  <a:pt x="533226" y="71285"/>
                  <a:pt x="532095" y="64897"/>
                </a:cubicBezTo>
                <a:close/>
                <a:moveTo>
                  <a:pt x="648431" y="73885"/>
                </a:moveTo>
                <a:lnTo>
                  <a:pt x="649901" y="82873"/>
                </a:lnTo>
                <a:cubicBezTo>
                  <a:pt x="647037" y="83401"/>
                  <a:pt x="644474" y="83665"/>
                  <a:pt x="642213" y="83665"/>
                </a:cubicBezTo>
                <a:cubicBezTo>
                  <a:pt x="638519" y="83665"/>
                  <a:pt x="635655" y="83081"/>
                  <a:pt x="633620" y="81912"/>
                </a:cubicBezTo>
                <a:cubicBezTo>
                  <a:pt x="631585" y="80744"/>
                  <a:pt x="630153" y="79208"/>
                  <a:pt x="629324" y="77305"/>
                </a:cubicBezTo>
                <a:cubicBezTo>
                  <a:pt x="628495" y="75402"/>
                  <a:pt x="628080" y="71398"/>
                  <a:pt x="628080" y="65292"/>
                </a:cubicBezTo>
                <a:lnTo>
                  <a:pt x="628080" y="30752"/>
                </a:lnTo>
                <a:lnTo>
                  <a:pt x="620618" y="30752"/>
                </a:lnTo>
                <a:lnTo>
                  <a:pt x="620618" y="22838"/>
                </a:lnTo>
                <a:lnTo>
                  <a:pt x="628080" y="22838"/>
                </a:lnTo>
                <a:lnTo>
                  <a:pt x="628080" y="7930"/>
                </a:lnTo>
                <a:lnTo>
                  <a:pt x="638199" y="1809"/>
                </a:lnTo>
                <a:lnTo>
                  <a:pt x="638199" y="22838"/>
                </a:lnTo>
                <a:lnTo>
                  <a:pt x="648431" y="22838"/>
                </a:lnTo>
                <a:lnTo>
                  <a:pt x="648431" y="30752"/>
                </a:lnTo>
                <a:lnTo>
                  <a:pt x="638199" y="30752"/>
                </a:lnTo>
                <a:lnTo>
                  <a:pt x="638199" y="65858"/>
                </a:lnTo>
                <a:cubicBezTo>
                  <a:pt x="638199" y="68760"/>
                  <a:pt x="638378" y="70625"/>
                  <a:pt x="638736" y="71454"/>
                </a:cubicBezTo>
                <a:cubicBezTo>
                  <a:pt x="639094" y="72283"/>
                  <a:pt x="639678" y="72943"/>
                  <a:pt x="640489" y="73433"/>
                </a:cubicBezTo>
                <a:cubicBezTo>
                  <a:pt x="641299" y="73923"/>
                  <a:pt x="642458" y="74168"/>
                  <a:pt x="643965" y="74168"/>
                </a:cubicBezTo>
                <a:cubicBezTo>
                  <a:pt x="645096" y="74168"/>
                  <a:pt x="646584" y="74073"/>
                  <a:pt x="648431" y="73885"/>
                </a:cubicBezTo>
                <a:close/>
                <a:moveTo>
                  <a:pt x="658263" y="82873"/>
                </a:moveTo>
                <a:lnTo>
                  <a:pt x="658263" y="22838"/>
                </a:lnTo>
                <a:lnTo>
                  <a:pt x="667421" y="22838"/>
                </a:lnTo>
                <a:lnTo>
                  <a:pt x="667421" y="31883"/>
                </a:lnTo>
                <a:cubicBezTo>
                  <a:pt x="669758" y="27648"/>
                  <a:pt x="671915" y="24856"/>
                  <a:pt x="673894" y="23506"/>
                </a:cubicBezTo>
                <a:cubicBezTo>
                  <a:pt x="675872" y="22156"/>
                  <a:pt x="678049" y="21481"/>
                  <a:pt x="680423" y="21481"/>
                </a:cubicBezTo>
                <a:cubicBezTo>
                  <a:pt x="683852" y="21481"/>
                  <a:pt x="687338" y="22570"/>
                  <a:pt x="690881" y="24746"/>
                </a:cubicBezTo>
                <a:lnTo>
                  <a:pt x="687376" y="34144"/>
                </a:lnTo>
                <a:cubicBezTo>
                  <a:pt x="684889" y="32674"/>
                  <a:pt x="682401" y="31940"/>
                  <a:pt x="679914" y="31940"/>
                </a:cubicBezTo>
                <a:cubicBezTo>
                  <a:pt x="677691" y="31940"/>
                  <a:pt x="675693" y="32610"/>
                  <a:pt x="673922" y="33950"/>
                </a:cubicBezTo>
                <a:cubicBezTo>
                  <a:pt x="672151" y="35289"/>
                  <a:pt x="670888" y="37147"/>
                  <a:pt x="670134" y="39523"/>
                </a:cubicBezTo>
                <a:cubicBezTo>
                  <a:pt x="669004" y="43145"/>
                  <a:pt x="668438" y="47106"/>
                  <a:pt x="668438" y="51407"/>
                </a:cubicBezTo>
                <a:lnTo>
                  <a:pt x="668438" y="82873"/>
                </a:lnTo>
                <a:lnTo>
                  <a:pt x="658263" y="82873"/>
                </a:lnTo>
                <a:close/>
                <a:moveTo>
                  <a:pt x="736286" y="82873"/>
                </a:moveTo>
                <a:lnTo>
                  <a:pt x="736286" y="74055"/>
                </a:lnTo>
                <a:cubicBezTo>
                  <a:pt x="731613" y="80838"/>
                  <a:pt x="725263" y="84230"/>
                  <a:pt x="717235" y="84230"/>
                </a:cubicBezTo>
                <a:cubicBezTo>
                  <a:pt x="713693" y="84230"/>
                  <a:pt x="710386" y="83552"/>
                  <a:pt x="707314" y="82195"/>
                </a:cubicBezTo>
                <a:cubicBezTo>
                  <a:pt x="704243" y="80838"/>
                  <a:pt x="701963" y="79133"/>
                  <a:pt x="700474" y="77079"/>
                </a:cubicBezTo>
                <a:cubicBezTo>
                  <a:pt x="698985" y="75025"/>
                  <a:pt x="697940" y="72509"/>
                  <a:pt x="697337" y="69532"/>
                </a:cubicBezTo>
                <a:cubicBezTo>
                  <a:pt x="696922" y="67535"/>
                  <a:pt x="696715" y="64369"/>
                  <a:pt x="696715" y="60035"/>
                </a:cubicBezTo>
                <a:lnTo>
                  <a:pt x="696715" y="22838"/>
                </a:lnTo>
                <a:lnTo>
                  <a:pt x="706890" y="22838"/>
                </a:lnTo>
                <a:lnTo>
                  <a:pt x="706890" y="56135"/>
                </a:lnTo>
                <a:cubicBezTo>
                  <a:pt x="706890" y="61448"/>
                  <a:pt x="707098" y="65029"/>
                  <a:pt x="707512" y="66875"/>
                </a:cubicBezTo>
                <a:cubicBezTo>
                  <a:pt x="708153" y="69551"/>
                  <a:pt x="709509" y="71652"/>
                  <a:pt x="711582" y="73178"/>
                </a:cubicBezTo>
                <a:cubicBezTo>
                  <a:pt x="713655" y="74705"/>
                  <a:pt x="716218" y="75468"/>
                  <a:pt x="719270" y="75468"/>
                </a:cubicBezTo>
                <a:cubicBezTo>
                  <a:pt x="722323" y="75468"/>
                  <a:pt x="725187" y="74686"/>
                  <a:pt x="727863" y="73122"/>
                </a:cubicBezTo>
                <a:cubicBezTo>
                  <a:pt x="730539" y="71558"/>
                  <a:pt x="732432" y="69429"/>
                  <a:pt x="733544" y="66734"/>
                </a:cubicBezTo>
                <a:cubicBezTo>
                  <a:pt x="734656" y="64039"/>
                  <a:pt x="735212" y="60129"/>
                  <a:pt x="735212" y="55004"/>
                </a:cubicBezTo>
                <a:lnTo>
                  <a:pt x="735212" y="22838"/>
                </a:lnTo>
                <a:lnTo>
                  <a:pt x="745387" y="22838"/>
                </a:lnTo>
                <a:lnTo>
                  <a:pt x="745387" y="82873"/>
                </a:lnTo>
                <a:lnTo>
                  <a:pt x="736286" y="82873"/>
                </a:lnTo>
                <a:close/>
                <a:moveTo>
                  <a:pt x="802432" y="63540"/>
                </a:moveTo>
                <a:lnTo>
                  <a:pt x="812947" y="64840"/>
                </a:lnTo>
                <a:cubicBezTo>
                  <a:pt x="811288" y="70983"/>
                  <a:pt x="808217" y="75751"/>
                  <a:pt x="803732" y="79142"/>
                </a:cubicBezTo>
                <a:cubicBezTo>
                  <a:pt x="799247" y="82534"/>
                  <a:pt x="793519" y="84230"/>
                  <a:pt x="786547" y="84230"/>
                </a:cubicBezTo>
                <a:cubicBezTo>
                  <a:pt x="777766" y="84230"/>
                  <a:pt x="770803" y="81526"/>
                  <a:pt x="765659" y="76118"/>
                </a:cubicBezTo>
                <a:cubicBezTo>
                  <a:pt x="760515" y="70710"/>
                  <a:pt x="757943" y="63125"/>
                  <a:pt x="757943" y="53365"/>
                </a:cubicBezTo>
                <a:cubicBezTo>
                  <a:pt x="757943" y="43264"/>
                  <a:pt x="760543" y="35426"/>
                  <a:pt x="765744" y="29848"/>
                </a:cubicBezTo>
                <a:cubicBezTo>
                  <a:pt x="770945" y="24270"/>
                  <a:pt x="777690" y="21481"/>
                  <a:pt x="785982" y="21481"/>
                </a:cubicBezTo>
                <a:cubicBezTo>
                  <a:pt x="794009" y="21481"/>
                  <a:pt x="800566" y="24210"/>
                  <a:pt x="805654" y="29666"/>
                </a:cubicBezTo>
                <a:cubicBezTo>
                  <a:pt x="810742" y="35121"/>
                  <a:pt x="813286" y="42796"/>
                  <a:pt x="813286" y="52692"/>
                </a:cubicBezTo>
                <a:cubicBezTo>
                  <a:pt x="813286" y="53293"/>
                  <a:pt x="813267" y="54196"/>
                  <a:pt x="813229" y="55400"/>
                </a:cubicBezTo>
                <a:lnTo>
                  <a:pt x="768457" y="55400"/>
                </a:lnTo>
                <a:cubicBezTo>
                  <a:pt x="768834" y="61976"/>
                  <a:pt x="770700" y="67012"/>
                  <a:pt x="774054" y="70507"/>
                </a:cubicBezTo>
                <a:cubicBezTo>
                  <a:pt x="777408" y="74003"/>
                  <a:pt x="781591" y="75751"/>
                  <a:pt x="786603" y="75751"/>
                </a:cubicBezTo>
                <a:cubicBezTo>
                  <a:pt x="790334" y="75751"/>
                  <a:pt x="793519" y="74780"/>
                  <a:pt x="796157" y="72839"/>
                </a:cubicBezTo>
                <a:cubicBezTo>
                  <a:pt x="798795" y="70897"/>
                  <a:pt x="800887" y="67797"/>
                  <a:pt x="802432" y="63540"/>
                </a:cubicBezTo>
                <a:moveTo>
                  <a:pt x="769022" y="46920"/>
                </a:moveTo>
                <a:lnTo>
                  <a:pt x="802545" y="46920"/>
                </a:lnTo>
                <a:cubicBezTo>
                  <a:pt x="802093" y="41953"/>
                  <a:pt x="800811" y="38227"/>
                  <a:pt x="798701" y="35743"/>
                </a:cubicBezTo>
                <a:cubicBezTo>
                  <a:pt x="795460" y="31888"/>
                  <a:pt x="791258" y="29961"/>
                  <a:pt x="786095" y="29961"/>
                </a:cubicBezTo>
                <a:cubicBezTo>
                  <a:pt x="781421" y="29961"/>
                  <a:pt x="777493" y="31500"/>
                  <a:pt x="774308" y="34577"/>
                </a:cubicBezTo>
                <a:cubicBezTo>
                  <a:pt x="771124" y="37653"/>
                  <a:pt x="769362" y="41768"/>
                  <a:pt x="769022" y="46920"/>
                </a:cubicBezTo>
                <a:close/>
                <a:moveTo>
                  <a:pt x="897065" y="60827"/>
                </a:moveTo>
                <a:lnTo>
                  <a:pt x="907071" y="62127"/>
                </a:lnTo>
                <a:cubicBezTo>
                  <a:pt x="905978" y="69041"/>
                  <a:pt x="903180" y="74454"/>
                  <a:pt x="898676" y="78365"/>
                </a:cubicBezTo>
                <a:cubicBezTo>
                  <a:pt x="894173" y="82275"/>
                  <a:pt x="888642" y="84230"/>
                  <a:pt x="882085" y="84230"/>
                </a:cubicBezTo>
                <a:cubicBezTo>
                  <a:pt x="873869" y="84230"/>
                  <a:pt x="867264" y="81545"/>
                  <a:pt x="862271" y="76175"/>
                </a:cubicBezTo>
                <a:cubicBezTo>
                  <a:pt x="857277" y="70804"/>
                  <a:pt x="854780" y="63107"/>
                  <a:pt x="854780" y="53082"/>
                </a:cubicBezTo>
                <a:cubicBezTo>
                  <a:pt x="854780" y="46600"/>
                  <a:pt x="855855" y="40928"/>
                  <a:pt x="858003" y="36066"/>
                </a:cubicBezTo>
                <a:cubicBezTo>
                  <a:pt x="860151" y="31205"/>
                  <a:pt x="863420" y="27559"/>
                  <a:pt x="867811" y="25128"/>
                </a:cubicBezTo>
                <a:cubicBezTo>
                  <a:pt x="872201" y="22697"/>
                  <a:pt x="876978" y="21481"/>
                  <a:pt x="882141" y="21481"/>
                </a:cubicBezTo>
                <a:cubicBezTo>
                  <a:pt x="888661" y="21481"/>
                  <a:pt x="893994" y="23136"/>
                  <a:pt x="898139" y="26444"/>
                </a:cubicBezTo>
                <a:cubicBezTo>
                  <a:pt x="902285" y="29751"/>
                  <a:pt x="904942" y="34447"/>
                  <a:pt x="906110" y="40532"/>
                </a:cubicBezTo>
                <a:lnTo>
                  <a:pt x="896217" y="42059"/>
                </a:lnTo>
                <a:cubicBezTo>
                  <a:pt x="895275" y="38045"/>
                  <a:pt x="893607" y="35025"/>
                  <a:pt x="891214" y="33000"/>
                </a:cubicBezTo>
                <a:cubicBezTo>
                  <a:pt x="888821" y="30974"/>
                  <a:pt x="885929" y="29961"/>
                  <a:pt x="882537" y="29961"/>
                </a:cubicBezTo>
                <a:cubicBezTo>
                  <a:pt x="877411" y="29961"/>
                  <a:pt x="873247" y="31789"/>
                  <a:pt x="870044" y="35446"/>
                </a:cubicBezTo>
                <a:cubicBezTo>
                  <a:pt x="866840" y="39102"/>
                  <a:pt x="865239" y="44886"/>
                  <a:pt x="865239" y="52799"/>
                </a:cubicBezTo>
                <a:cubicBezTo>
                  <a:pt x="865239" y="60825"/>
                  <a:pt x="866784" y="66657"/>
                  <a:pt x="869874" y="70295"/>
                </a:cubicBezTo>
                <a:cubicBezTo>
                  <a:pt x="872964" y="73932"/>
                  <a:pt x="876997" y="75751"/>
                  <a:pt x="881971" y="75751"/>
                </a:cubicBezTo>
                <a:cubicBezTo>
                  <a:pt x="885966" y="75751"/>
                  <a:pt x="889302" y="74530"/>
                  <a:pt x="891977" y="72090"/>
                </a:cubicBezTo>
                <a:cubicBezTo>
                  <a:pt x="894653" y="69650"/>
                  <a:pt x="896349" y="65895"/>
                  <a:pt x="897065" y="60827"/>
                </a:cubicBezTo>
                <a:close/>
                <a:moveTo>
                  <a:pt x="911989" y="52856"/>
                </a:moveTo>
                <a:cubicBezTo>
                  <a:pt x="911989" y="41738"/>
                  <a:pt x="915080" y="33504"/>
                  <a:pt x="921260" y="28152"/>
                </a:cubicBezTo>
                <a:cubicBezTo>
                  <a:pt x="926423" y="23705"/>
                  <a:pt x="932717" y="21481"/>
                  <a:pt x="940141" y="21481"/>
                </a:cubicBezTo>
                <a:cubicBezTo>
                  <a:pt x="948395" y="21481"/>
                  <a:pt x="955141" y="24186"/>
                  <a:pt x="960379" y="29594"/>
                </a:cubicBezTo>
                <a:cubicBezTo>
                  <a:pt x="965618" y="35002"/>
                  <a:pt x="968237" y="42473"/>
                  <a:pt x="968237" y="52008"/>
                </a:cubicBezTo>
                <a:cubicBezTo>
                  <a:pt x="968237" y="59734"/>
                  <a:pt x="967078" y="65811"/>
                  <a:pt x="964760" y="70239"/>
                </a:cubicBezTo>
                <a:cubicBezTo>
                  <a:pt x="962443" y="74667"/>
                  <a:pt x="959070" y="78106"/>
                  <a:pt x="954641" y="80556"/>
                </a:cubicBezTo>
                <a:cubicBezTo>
                  <a:pt x="950213" y="83005"/>
                  <a:pt x="945380" y="84230"/>
                  <a:pt x="940141" y="84230"/>
                </a:cubicBezTo>
                <a:cubicBezTo>
                  <a:pt x="931737" y="84230"/>
                  <a:pt x="924944" y="81535"/>
                  <a:pt x="919762" y="76146"/>
                </a:cubicBezTo>
                <a:cubicBezTo>
                  <a:pt x="914580" y="70757"/>
                  <a:pt x="911989" y="62994"/>
                  <a:pt x="911989" y="52856"/>
                </a:cubicBezTo>
                <a:moveTo>
                  <a:pt x="922447" y="52828"/>
                </a:moveTo>
                <a:cubicBezTo>
                  <a:pt x="922447" y="60487"/>
                  <a:pt x="924124" y="66223"/>
                  <a:pt x="927479" y="70034"/>
                </a:cubicBezTo>
                <a:cubicBezTo>
                  <a:pt x="930833" y="73845"/>
                  <a:pt x="935054" y="75751"/>
                  <a:pt x="940141" y="75751"/>
                </a:cubicBezTo>
                <a:cubicBezTo>
                  <a:pt x="945191" y="75751"/>
                  <a:pt x="949393" y="73836"/>
                  <a:pt x="952748" y="70006"/>
                </a:cubicBezTo>
                <a:cubicBezTo>
                  <a:pt x="956102" y="66176"/>
                  <a:pt x="957779" y="60337"/>
                  <a:pt x="957779" y="52490"/>
                </a:cubicBezTo>
                <a:cubicBezTo>
                  <a:pt x="957779" y="45093"/>
                  <a:pt x="956092" y="39489"/>
                  <a:pt x="952719" y="35678"/>
                </a:cubicBezTo>
                <a:cubicBezTo>
                  <a:pt x="949346" y="31867"/>
                  <a:pt x="945154" y="29961"/>
                  <a:pt x="940141" y="29961"/>
                </a:cubicBezTo>
                <a:cubicBezTo>
                  <a:pt x="935054" y="29961"/>
                  <a:pt x="930833" y="31857"/>
                  <a:pt x="927479" y="35649"/>
                </a:cubicBezTo>
                <a:cubicBezTo>
                  <a:pt x="924124" y="39442"/>
                  <a:pt x="922447" y="45168"/>
                  <a:pt x="922447" y="52828"/>
                </a:cubicBezTo>
                <a:close/>
                <a:moveTo>
                  <a:pt x="980170" y="82873"/>
                </a:moveTo>
                <a:lnTo>
                  <a:pt x="980170" y="22838"/>
                </a:lnTo>
                <a:lnTo>
                  <a:pt x="989328" y="22838"/>
                </a:lnTo>
                <a:lnTo>
                  <a:pt x="989328" y="31318"/>
                </a:lnTo>
                <a:cubicBezTo>
                  <a:pt x="993738" y="24760"/>
                  <a:pt x="1000107" y="21481"/>
                  <a:pt x="1008435" y="21481"/>
                </a:cubicBezTo>
                <a:cubicBezTo>
                  <a:pt x="1012053" y="21481"/>
                  <a:pt x="1015379" y="22132"/>
                  <a:pt x="1018413" y="23432"/>
                </a:cubicBezTo>
                <a:cubicBezTo>
                  <a:pt x="1021447" y="24732"/>
                  <a:pt x="1023717" y="26437"/>
                  <a:pt x="1025225" y="28548"/>
                </a:cubicBezTo>
                <a:cubicBezTo>
                  <a:pt x="1026732" y="30658"/>
                  <a:pt x="1027788" y="33164"/>
                  <a:pt x="1028391" y="36066"/>
                </a:cubicBezTo>
                <a:cubicBezTo>
                  <a:pt x="1028767" y="37951"/>
                  <a:pt x="1028956" y="41248"/>
                  <a:pt x="1028956" y="45959"/>
                </a:cubicBezTo>
                <a:lnTo>
                  <a:pt x="1028956" y="82873"/>
                </a:lnTo>
                <a:lnTo>
                  <a:pt x="1018780" y="82873"/>
                </a:lnTo>
                <a:lnTo>
                  <a:pt x="1018780" y="46316"/>
                </a:lnTo>
                <a:cubicBezTo>
                  <a:pt x="1018780" y="42166"/>
                  <a:pt x="1018385" y="39062"/>
                  <a:pt x="1017593" y="37006"/>
                </a:cubicBezTo>
                <a:cubicBezTo>
                  <a:pt x="1016802" y="34950"/>
                  <a:pt x="1015398" y="33309"/>
                  <a:pt x="1013382" y="32083"/>
                </a:cubicBezTo>
                <a:cubicBezTo>
                  <a:pt x="1011366" y="30857"/>
                  <a:pt x="1009001" y="30244"/>
                  <a:pt x="1006287" y="30244"/>
                </a:cubicBezTo>
                <a:cubicBezTo>
                  <a:pt x="1001953" y="30244"/>
                  <a:pt x="998213" y="31621"/>
                  <a:pt x="995066" y="34376"/>
                </a:cubicBezTo>
                <a:cubicBezTo>
                  <a:pt x="991919" y="37129"/>
                  <a:pt x="990346" y="42354"/>
                  <a:pt x="990346" y="50050"/>
                </a:cubicBezTo>
                <a:lnTo>
                  <a:pt x="990346" y="82873"/>
                </a:lnTo>
                <a:lnTo>
                  <a:pt x="980170" y="82873"/>
                </a:lnTo>
                <a:close/>
                <a:moveTo>
                  <a:pt x="1066780" y="73885"/>
                </a:moveTo>
                <a:lnTo>
                  <a:pt x="1068250" y="82873"/>
                </a:lnTo>
                <a:cubicBezTo>
                  <a:pt x="1065386" y="83401"/>
                  <a:pt x="1062823" y="83665"/>
                  <a:pt x="1060562" y="83665"/>
                </a:cubicBezTo>
                <a:cubicBezTo>
                  <a:pt x="1056869" y="83665"/>
                  <a:pt x="1054004" y="83081"/>
                  <a:pt x="1051969" y="81912"/>
                </a:cubicBezTo>
                <a:cubicBezTo>
                  <a:pt x="1049934" y="80744"/>
                  <a:pt x="1048502" y="79208"/>
                  <a:pt x="1047673" y="77305"/>
                </a:cubicBezTo>
                <a:cubicBezTo>
                  <a:pt x="1046844" y="75402"/>
                  <a:pt x="1046429" y="71398"/>
                  <a:pt x="1046429" y="65292"/>
                </a:cubicBezTo>
                <a:lnTo>
                  <a:pt x="1046429" y="30752"/>
                </a:lnTo>
                <a:lnTo>
                  <a:pt x="1038967" y="30752"/>
                </a:lnTo>
                <a:lnTo>
                  <a:pt x="1038967" y="22838"/>
                </a:lnTo>
                <a:lnTo>
                  <a:pt x="1046429" y="22838"/>
                </a:lnTo>
                <a:lnTo>
                  <a:pt x="1046429" y="7930"/>
                </a:lnTo>
                <a:lnTo>
                  <a:pt x="1056548" y="1809"/>
                </a:lnTo>
                <a:lnTo>
                  <a:pt x="1056548" y="22838"/>
                </a:lnTo>
                <a:lnTo>
                  <a:pt x="1066780" y="22838"/>
                </a:lnTo>
                <a:lnTo>
                  <a:pt x="1066780" y="30752"/>
                </a:lnTo>
                <a:lnTo>
                  <a:pt x="1056548" y="30752"/>
                </a:lnTo>
                <a:lnTo>
                  <a:pt x="1056548" y="65858"/>
                </a:lnTo>
                <a:cubicBezTo>
                  <a:pt x="1056548" y="68760"/>
                  <a:pt x="1056727" y="70625"/>
                  <a:pt x="1057085" y="71454"/>
                </a:cubicBezTo>
                <a:cubicBezTo>
                  <a:pt x="1057443" y="72283"/>
                  <a:pt x="1058027" y="72943"/>
                  <a:pt x="1058838" y="73433"/>
                </a:cubicBezTo>
                <a:cubicBezTo>
                  <a:pt x="1059648" y="73923"/>
                  <a:pt x="1060807" y="74168"/>
                  <a:pt x="1062314" y="74168"/>
                </a:cubicBezTo>
                <a:cubicBezTo>
                  <a:pt x="1063445" y="74168"/>
                  <a:pt x="1064934" y="74073"/>
                  <a:pt x="1066780" y="73885"/>
                </a:cubicBezTo>
                <a:close/>
                <a:moveTo>
                  <a:pt x="1117824" y="63540"/>
                </a:moveTo>
                <a:lnTo>
                  <a:pt x="1128338" y="64840"/>
                </a:lnTo>
                <a:cubicBezTo>
                  <a:pt x="1126680" y="70983"/>
                  <a:pt x="1123609" y="75751"/>
                  <a:pt x="1119124" y="79142"/>
                </a:cubicBezTo>
                <a:cubicBezTo>
                  <a:pt x="1114639" y="82534"/>
                  <a:pt x="1108911" y="84230"/>
                  <a:pt x="1101939" y="84230"/>
                </a:cubicBezTo>
                <a:cubicBezTo>
                  <a:pt x="1093158" y="84230"/>
                  <a:pt x="1086195" y="81526"/>
                  <a:pt x="1081051" y="76118"/>
                </a:cubicBezTo>
                <a:cubicBezTo>
                  <a:pt x="1075906" y="70710"/>
                  <a:pt x="1073334" y="63125"/>
                  <a:pt x="1073334" y="53365"/>
                </a:cubicBezTo>
                <a:cubicBezTo>
                  <a:pt x="1073334" y="43264"/>
                  <a:pt x="1075935" y="35426"/>
                  <a:pt x="1081135" y="29848"/>
                </a:cubicBezTo>
                <a:cubicBezTo>
                  <a:pt x="1086336" y="24270"/>
                  <a:pt x="1093082" y="21481"/>
                  <a:pt x="1101373" y="21481"/>
                </a:cubicBezTo>
                <a:cubicBezTo>
                  <a:pt x="1109401" y="21481"/>
                  <a:pt x="1115958" y="24210"/>
                  <a:pt x="1121046" y="29666"/>
                </a:cubicBezTo>
                <a:cubicBezTo>
                  <a:pt x="1126134" y="35121"/>
                  <a:pt x="1128677" y="42796"/>
                  <a:pt x="1128677" y="52692"/>
                </a:cubicBezTo>
                <a:cubicBezTo>
                  <a:pt x="1128677" y="53293"/>
                  <a:pt x="1128659" y="54196"/>
                  <a:pt x="1128621" y="55400"/>
                </a:cubicBezTo>
                <a:lnTo>
                  <a:pt x="1083849" y="55400"/>
                </a:lnTo>
                <a:cubicBezTo>
                  <a:pt x="1084226" y="61976"/>
                  <a:pt x="1086091" y="67012"/>
                  <a:pt x="1089445" y="70507"/>
                </a:cubicBezTo>
                <a:cubicBezTo>
                  <a:pt x="1092800" y="74003"/>
                  <a:pt x="1096983" y="75751"/>
                  <a:pt x="1101995" y="75751"/>
                </a:cubicBezTo>
                <a:cubicBezTo>
                  <a:pt x="1105726" y="75751"/>
                  <a:pt x="1108911" y="74780"/>
                  <a:pt x="1111549" y="72839"/>
                </a:cubicBezTo>
                <a:cubicBezTo>
                  <a:pt x="1114187" y="70897"/>
                  <a:pt x="1116278" y="67797"/>
                  <a:pt x="1117824" y="63540"/>
                </a:cubicBezTo>
                <a:moveTo>
                  <a:pt x="1084414" y="46920"/>
                </a:moveTo>
                <a:lnTo>
                  <a:pt x="1117937" y="46920"/>
                </a:lnTo>
                <a:cubicBezTo>
                  <a:pt x="1117484" y="41953"/>
                  <a:pt x="1116203" y="38227"/>
                  <a:pt x="1114093" y="35743"/>
                </a:cubicBezTo>
                <a:cubicBezTo>
                  <a:pt x="1110852" y="31888"/>
                  <a:pt x="1106649" y="29961"/>
                  <a:pt x="1101486" y="29961"/>
                </a:cubicBezTo>
                <a:cubicBezTo>
                  <a:pt x="1096813" y="29961"/>
                  <a:pt x="1092884" y="31500"/>
                  <a:pt x="1089700" y="34577"/>
                </a:cubicBezTo>
                <a:cubicBezTo>
                  <a:pt x="1086515" y="37653"/>
                  <a:pt x="1084753" y="41768"/>
                  <a:pt x="1084414" y="46920"/>
                </a:cubicBezTo>
                <a:close/>
                <a:moveTo>
                  <a:pt x="1134336" y="82873"/>
                </a:moveTo>
                <a:lnTo>
                  <a:pt x="1156269" y="51669"/>
                </a:lnTo>
                <a:lnTo>
                  <a:pt x="1135975" y="22838"/>
                </a:lnTo>
                <a:lnTo>
                  <a:pt x="1148694" y="22838"/>
                </a:lnTo>
                <a:lnTo>
                  <a:pt x="1157909" y="36914"/>
                </a:lnTo>
                <a:cubicBezTo>
                  <a:pt x="1159642" y="39590"/>
                  <a:pt x="1161037" y="41832"/>
                  <a:pt x="1162092" y="43641"/>
                </a:cubicBezTo>
                <a:cubicBezTo>
                  <a:pt x="1163750" y="41154"/>
                  <a:pt x="1165277" y="38949"/>
                  <a:pt x="1166671" y="37027"/>
                </a:cubicBezTo>
                <a:lnTo>
                  <a:pt x="1176790" y="22838"/>
                </a:lnTo>
                <a:lnTo>
                  <a:pt x="1188944" y="22838"/>
                </a:lnTo>
                <a:lnTo>
                  <a:pt x="1168197" y="51103"/>
                </a:lnTo>
                <a:lnTo>
                  <a:pt x="1190527" y="82873"/>
                </a:lnTo>
                <a:lnTo>
                  <a:pt x="1178034" y="82873"/>
                </a:lnTo>
                <a:lnTo>
                  <a:pt x="1165710" y="64218"/>
                </a:lnTo>
                <a:lnTo>
                  <a:pt x="1162431" y="59187"/>
                </a:lnTo>
                <a:lnTo>
                  <a:pt x="1146659" y="82873"/>
                </a:lnTo>
                <a:lnTo>
                  <a:pt x="1134336" y="82873"/>
                </a:lnTo>
                <a:close/>
                <a:moveTo>
                  <a:pt x="1221222" y="73885"/>
                </a:moveTo>
                <a:lnTo>
                  <a:pt x="1222692" y="82873"/>
                </a:lnTo>
                <a:cubicBezTo>
                  <a:pt x="1219828" y="83401"/>
                  <a:pt x="1217265" y="83665"/>
                  <a:pt x="1215004" y="83665"/>
                </a:cubicBezTo>
                <a:cubicBezTo>
                  <a:pt x="1211311" y="83665"/>
                  <a:pt x="1208446" y="83081"/>
                  <a:pt x="1206411" y="81912"/>
                </a:cubicBezTo>
                <a:cubicBezTo>
                  <a:pt x="1204376" y="80744"/>
                  <a:pt x="1202944" y="79208"/>
                  <a:pt x="1202115" y="77305"/>
                </a:cubicBezTo>
                <a:cubicBezTo>
                  <a:pt x="1201286" y="75402"/>
                  <a:pt x="1200871" y="71398"/>
                  <a:pt x="1200871" y="65292"/>
                </a:cubicBezTo>
                <a:lnTo>
                  <a:pt x="1200871" y="30752"/>
                </a:lnTo>
                <a:lnTo>
                  <a:pt x="1193409" y="30752"/>
                </a:lnTo>
                <a:lnTo>
                  <a:pt x="1193409" y="22838"/>
                </a:lnTo>
                <a:lnTo>
                  <a:pt x="1200871" y="22838"/>
                </a:lnTo>
                <a:lnTo>
                  <a:pt x="1200871" y="7930"/>
                </a:lnTo>
                <a:lnTo>
                  <a:pt x="1210990" y="1809"/>
                </a:lnTo>
                <a:lnTo>
                  <a:pt x="1210990" y="22838"/>
                </a:lnTo>
                <a:lnTo>
                  <a:pt x="1221222" y="22838"/>
                </a:lnTo>
                <a:lnTo>
                  <a:pt x="1221222" y="30752"/>
                </a:lnTo>
                <a:lnTo>
                  <a:pt x="1210990" y="30752"/>
                </a:lnTo>
                <a:lnTo>
                  <a:pt x="1210990" y="65858"/>
                </a:lnTo>
                <a:cubicBezTo>
                  <a:pt x="1210990" y="68760"/>
                  <a:pt x="1211169" y="70625"/>
                  <a:pt x="1211527" y="71454"/>
                </a:cubicBezTo>
                <a:cubicBezTo>
                  <a:pt x="1211885" y="72283"/>
                  <a:pt x="1212470" y="72943"/>
                  <a:pt x="1213280" y="73433"/>
                </a:cubicBezTo>
                <a:cubicBezTo>
                  <a:pt x="1214090" y="73923"/>
                  <a:pt x="1215249" y="74168"/>
                  <a:pt x="1216756" y="74168"/>
                </a:cubicBezTo>
                <a:cubicBezTo>
                  <a:pt x="1217887" y="74168"/>
                  <a:pt x="1219376" y="74073"/>
                  <a:pt x="1221222" y="73885"/>
                </a:cubicBezTo>
                <a:close/>
                <a:moveTo>
                  <a:pt x="1234051" y="82873"/>
                </a:moveTo>
                <a:lnTo>
                  <a:pt x="1234051" y="71228"/>
                </a:lnTo>
                <a:lnTo>
                  <a:pt x="1245640" y="71228"/>
                </a:lnTo>
                <a:lnTo>
                  <a:pt x="1245640" y="82873"/>
                </a:lnTo>
                <a:lnTo>
                  <a:pt x="1234051" y="82873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A9ACD-5CF9-4E8F-BCFC-283D6971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675" y="3751238"/>
            <a:ext cx="1629770" cy="594538"/>
          </a:xfrm>
          <a:custGeom xmlns:a="http://schemas.openxmlformats.org/drawingml/2006/main">
            <a:pathLst>
              <a:path w="1629770" h="594538">
                <a:moveTo>
                  <a:pt x="1629770" y="80038"/>
                </a:moveTo>
                <a:lnTo>
                  <a:pt x="1629770" y="514500"/>
                </a:lnTo>
                <a:cubicBezTo>
                  <a:pt x="1629770" y="558667"/>
                  <a:pt x="1593899" y="594538"/>
                  <a:pt x="1549712" y="594538"/>
                </a:cubicBezTo>
                <a:lnTo>
                  <a:pt x="80058" y="594538"/>
                </a:lnTo>
                <a:cubicBezTo>
                  <a:pt x="35871" y="594538"/>
                  <a:pt x="0" y="558667"/>
                  <a:pt x="0" y="514500"/>
                </a:cubicBezTo>
                <a:lnTo>
                  <a:pt x="0" y="80038"/>
                </a:lnTo>
                <a:cubicBezTo>
                  <a:pt x="0" y="35871"/>
                  <a:pt x="35871" y="0"/>
                  <a:pt x="80058" y="0"/>
                </a:cubicBezTo>
                <a:lnTo>
                  <a:pt x="1549712" y="0"/>
                </a:lnTo>
                <a:cubicBezTo>
                  <a:pt x="1593899" y="0"/>
                  <a:pt x="1629770" y="35871"/>
                  <a:pt x="1629770" y="80038"/>
                </a:cubicBezTo>
                <a:close/>
              </a:path>
            </a:pathLst>
          </a:custGeom>
          <a:solidFill xmlns:a="http://schemas.openxmlformats.org/drawingml/2006/main">
            <a:srgbClr val="09C479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�True">
            <a:extLst xmlns:a="http://schemas.openxmlformats.org/drawingml/2006/main">
              <a:ext uri="{FF2B5EF4-FFF2-40B4-BE49-F238E27FC236}">
                <a16:creationId xmlns:a16="http://schemas.microsoft.com/office/drawing/2014/main" id="{A2965018-EF04-4395-AC8A-938F42D5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093" y="3807253"/>
            <a:ext cx="633496" cy="173661"/>
          </a:xfrm>
          <a:custGeom xmlns:a="http://schemas.openxmlformats.org/drawingml/2006/main">
            <a:pathLst>
              <a:path w="633496" h="173661">
                <a:moveTo>
                  <a:pt x="90699" y="173661"/>
                </a:moveTo>
                <a:cubicBezTo>
                  <a:pt x="121700" y="173661"/>
                  <a:pt x="150395" y="157110"/>
                  <a:pt x="165929" y="130246"/>
                </a:cubicBezTo>
                <a:cubicBezTo>
                  <a:pt x="181396" y="103384"/>
                  <a:pt x="181396" y="70279"/>
                  <a:pt x="165929" y="43415"/>
                </a:cubicBezTo>
                <a:cubicBezTo>
                  <a:pt x="150395" y="16554"/>
                  <a:pt x="121700" y="0"/>
                  <a:pt x="90699" y="0"/>
                </a:cubicBezTo>
                <a:cubicBezTo>
                  <a:pt x="59696" y="0"/>
                  <a:pt x="31003" y="16554"/>
                  <a:pt x="15467" y="43415"/>
                </a:cubicBezTo>
                <a:cubicBezTo>
                  <a:pt x="0" y="70279"/>
                  <a:pt x="0" y="103384"/>
                  <a:pt x="15467" y="130246"/>
                </a:cubicBezTo>
                <a:cubicBezTo>
                  <a:pt x="31003" y="157110"/>
                  <a:pt x="59696" y="173661"/>
                  <a:pt x="90699" y="173661"/>
                </a:cubicBezTo>
                <a:moveTo>
                  <a:pt x="129027" y="70889"/>
                </a:moveTo>
                <a:lnTo>
                  <a:pt x="85612" y="114304"/>
                </a:lnTo>
                <a:cubicBezTo>
                  <a:pt x="82421" y="117495"/>
                  <a:pt x="77267" y="117495"/>
                  <a:pt x="74146" y="114304"/>
                </a:cubicBezTo>
                <a:lnTo>
                  <a:pt x="52438" y="92597"/>
                </a:lnTo>
                <a:cubicBezTo>
                  <a:pt x="49250" y="89409"/>
                  <a:pt x="49250" y="84255"/>
                  <a:pt x="52438" y="81133"/>
                </a:cubicBezTo>
                <a:cubicBezTo>
                  <a:pt x="55626" y="77946"/>
                  <a:pt x="60782" y="77946"/>
                  <a:pt x="63904" y="81133"/>
                </a:cubicBezTo>
                <a:lnTo>
                  <a:pt x="79845" y="97075"/>
                </a:lnTo>
                <a:lnTo>
                  <a:pt x="117495" y="59359"/>
                </a:lnTo>
                <a:cubicBezTo>
                  <a:pt x="120682" y="56169"/>
                  <a:pt x="125836" y="56169"/>
                  <a:pt x="128958" y="59359"/>
                </a:cubicBezTo>
                <a:cubicBezTo>
                  <a:pt x="132146" y="62547"/>
                  <a:pt x="132146" y="67701"/>
                  <a:pt x="128958" y="70823"/>
                </a:cubicBezTo>
                <a:lnTo>
                  <a:pt x="129027" y="70889"/>
                </a:lnTo>
                <a:close/>
                <a:moveTo>
                  <a:pt x="210459" y="27643"/>
                </a:moveTo>
                <a:lnTo>
                  <a:pt x="327222" y="27643"/>
                </a:lnTo>
                <a:lnTo>
                  <a:pt x="327222" y="58339"/>
                </a:lnTo>
                <a:lnTo>
                  <a:pt x="288046" y="58339"/>
                </a:lnTo>
                <a:lnTo>
                  <a:pt x="288046" y="151953"/>
                </a:lnTo>
                <a:lnTo>
                  <a:pt x="249634" y="151953"/>
                </a:lnTo>
                <a:lnTo>
                  <a:pt x="249634" y="58339"/>
                </a:lnTo>
                <a:lnTo>
                  <a:pt x="210459" y="58339"/>
                </a:lnTo>
                <a:lnTo>
                  <a:pt x="210459" y="27643"/>
                </a:lnTo>
                <a:close/>
                <a:moveTo>
                  <a:pt x="335193" y="61901"/>
                </a:moveTo>
                <a:lnTo>
                  <a:pt x="367500" y="61901"/>
                </a:lnTo>
                <a:lnTo>
                  <a:pt x="367500" y="76655"/>
                </a:lnTo>
                <a:cubicBezTo>
                  <a:pt x="370609" y="70267"/>
                  <a:pt x="373817" y="65872"/>
                  <a:pt x="377124" y="63469"/>
                </a:cubicBezTo>
                <a:cubicBezTo>
                  <a:pt x="380431" y="61067"/>
                  <a:pt x="384515" y="59866"/>
                  <a:pt x="389377" y="59866"/>
                </a:cubicBezTo>
                <a:cubicBezTo>
                  <a:pt x="394465" y="59866"/>
                  <a:pt x="400033" y="61448"/>
                  <a:pt x="406082" y="64614"/>
                </a:cubicBezTo>
                <a:lnTo>
                  <a:pt x="395397" y="89205"/>
                </a:lnTo>
                <a:cubicBezTo>
                  <a:pt x="391327" y="87509"/>
                  <a:pt x="388105" y="86661"/>
                  <a:pt x="385731" y="86661"/>
                </a:cubicBezTo>
                <a:cubicBezTo>
                  <a:pt x="381208" y="86661"/>
                  <a:pt x="377703" y="88526"/>
                  <a:pt x="375216" y="92257"/>
                </a:cubicBezTo>
                <a:cubicBezTo>
                  <a:pt x="371655" y="97515"/>
                  <a:pt x="369874" y="107351"/>
                  <a:pt x="369874" y="121766"/>
                </a:cubicBezTo>
                <a:lnTo>
                  <a:pt x="369874" y="151953"/>
                </a:lnTo>
                <a:lnTo>
                  <a:pt x="335193" y="151953"/>
                </a:lnTo>
                <a:lnTo>
                  <a:pt x="335193" y="61901"/>
                </a:lnTo>
                <a:close/>
                <a:moveTo>
                  <a:pt x="512593" y="151953"/>
                </a:moveTo>
                <a:lnTo>
                  <a:pt x="480371" y="151953"/>
                </a:lnTo>
                <a:lnTo>
                  <a:pt x="480371" y="137369"/>
                </a:lnTo>
                <a:cubicBezTo>
                  <a:pt x="475566" y="143361"/>
                  <a:pt x="470718" y="147629"/>
                  <a:pt x="465828" y="150173"/>
                </a:cubicBezTo>
                <a:cubicBezTo>
                  <a:pt x="460939" y="152717"/>
                  <a:pt x="454932" y="153988"/>
                  <a:pt x="447809" y="153988"/>
                </a:cubicBezTo>
                <a:cubicBezTo>
                  <a:pt x="438312" y="153988"/>
                  <a:pt x="430864" y="151148"/>
                  <a:pt x="425466" y="145466"/>
                </a:cubicBezTo>
                <a:cubicBezTo>
                  <a:pt x="420067" y="139785"/>
                  <a:pt x="417368" y="131037"/>
                  <a:pt x="417368" y="119222"/>
                </a:cubicBezTo>
                <a:lnTo>
                  <a:pt x="417368" y="61901"/>
                </a:lnTo>
                <a:lnTo>
                  <a:pt x="452049" y="61901"/>
                </a:lnTo>
                <a:lnTo>
                  <a:pt x="452049" y="111421"/>
                </a:lnTo>
                <a:cubicBezTo>
                  <a:pt x="452049" y="117074"/>
                  <a:pt x="453095" y="121088"/>
                  <a:pt x="455187" y="123462"/>
                </a:cubicBezTo>
                <a:cubicBezTo>
                  <a:pt x="457278" y="125836"/>
                  <a:pt x="460218" y="127023"/>
                  <a:pt x="464005" y="127023"/>
                </a:cubicBezTo>
                <a:cubicBezTo>
                  <a:pt x="468132" y="127023"/>
                  <a:pt x="471510" y="125441"/>
                  <a:pt x="474138" y="122275"/>
                </a:cubicBezTo>
                <a:cubicBezTo>
                  <a:pt x="476767" y="119109"/>
                  <a:pt x="478081" y="113428"/>
                  <a:pt x="478081" y="105231"/>
                </a:cubicBezTo>
                <a:lnTo>
                  <a:pt x="478081" y="61901"/>
                </a:lnTo>
                <a:lnTo>
                  <a:pt x="512593" y="61901"/>
                </a:lnTo>
                <a:lnTo>
                  <a:pt x="512593" y="151953"/>
                </a:lnTo>
                <a:close/>
                <a:moveTo>
                  <a:pt x="633496" y="115491"/>
                </a:moveTo>
                <a:lnTo>
                  <a:pt x="564303" y="115491"/>
                </a:lnTo>
                <a:cubicBezTo>
                  <a:pt x="564925" y="121005"/>
                  <a:pt x="566423" y="125112"/>
                  <a:pt x="568797" y="127813"/>
                </a:cubicBezTo>
                <a:cubicBezTo>
                  <a:pt x="572132" y="131696"/>
                  <a:pt x="576485" y="133638"/>
                  <a:pt x="581855" y="133638"/>
                </a:cubicBezTo>
                <a:cubicBezTo>
                  <a:pt x="585247" y="133638"/>
                  <a:pt x="588470" y="132798"/>
                  <a:pt x="591522" y="131120"/>
                </a:cubicBezTo>
                <a:cubicBezTo>
                  <a:pt x="593388" y="130057"/>
                  <a:pt x="595394" y="128182"/>
                  <a:pt x="597543" y="125497"/>
                </a:cubicBezTo>
                <a:lnTo>
                  <a:pt x="631546" y="128550"/>
                </a:lnTo>
                <a:cubicBezTo>
                  <a:pt x="626345" y="137625"/>
                  <a:pt x="620070" y="144134"/>
                  <a:pt x="612721" y="148077"/>
                </a:cubicBezTo>
                <a:cubicBezTo>
                  <a:pt x="605372" y="152018"/>
                  <a:pt x="594829" y="153988"/>
                  <a:pt x="581092" y="153988"/>
                </a:cubicBezTo>
                <a:cubicBezTo>
                  <a:pt x="569164" y="153988"/>
                  <a:pt x="559780" y="152307"/>
                  <a:pt x="552940" y="148943"/>
                </a:cubicBezTo>
                <a:cubicBezTo>
                  <a:pt x="546100" y="145580"/>
                  <a:pt x="540433" y="140237"/>
                  <a:pt x="535939" y="132917"/>
                </a:cubicBezTo>
                <a:cubicBezTo>
                  <a:pt x="531445" y="125596"/>
                  <a:pt x="529198" y="116989"/>
                  <a:pt x="529198" y="107097"/>
                </a:cubicBezTo>
                <a:cubicBezTo>
                  <a:pt x="529198" y="93021"/>
                  <a:pt x="533706" y="81630"/>
                  <a:pt x="542722" y="72924"/>
                </a:cubicBezTo>
                <a:cubicBezTo>
                  <a:pt x="551739" y="64218"/>
                  <a:pt x="564190" y="59866"/>
                  <a:pt x="580075" y="59866"/>
                </a:cubicBezTo>
                <a:cubicBezTo>
                  <a:pt x="592964" y="59866"/>
                  <a:pt x="603139" y="61816"/>
                  <a:pt x="610601" y="65716"/>
                </a:cubicBezTo>
                <a:cubicBezTo>
                  <a:pt x="618063" y="69617"/>
                  <a:pt x="623744" y="75270"/>
                  <a:pt x="627645" y="82676"/>
                </a:cubicBezTo>
                <a:cubicBezTo>
                  <a:pt x="631546" y="90081"/>
                  <a:pt x="633496" y="99719"/>
                  <a:pt x="633496" y="111591"/>
                </a:cubicBezTo>
                <a:lnTo>
                  <a:pt x="633496" y="115491"/>
                </a:lnTo>
                <a:moveTo>
                  <a:pt x="598391" y="98871"/>
                </a:moveTo>
                <a:cubicBezTo>
                  <a:pt x="597712" y="92261"/>
                  <a:pt x="595917" y="87527"/>
                  <a:pt x="593006" y="84671"/>
                </a:cubicBezTo>
                <a:cubicBezTo>
                  <a:pt x="590095" y="81814"/>
                  <a:pt x="586265" y="80386"/>
                  <a:pt x="581516" y="80386"/>
                </a:cubicBezTo>
                <a:cubicBezTo>
                  <a:pt x="576033" y="80386"/>
                  <a:pt x="571652" y="82543"/>
                  <a:pt x="568373" y="86857"/>
                </a:cubicBezTo>
                <a:cubicBezTo>
                  <a:pt x="566281" y="89546"/>
                  <a:pt x="564953" y="93551"/>
                  <a:pt x="564388" y="98871"/>
                </a:cubicBezTo>
                <a:lnTo>
                  <a:pt x="598391" y="98871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Theevidencesupportsall">
            <a:extLst xmlns:a="http://schemas.openxmlformats.org/drawingml/2006/main">
              <a:ext uri="{FF2B5EF4-FFF2-40B4-BE49-F238E27FC236}">
                <a16:creationId xmlns:a16="http://schemas.microsoft.com/office/drawing/2014/main" id="{35B3E6CF-C319-41C7-A941-7A71DD07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75" y="4010843"/>
            <a:ext cx="1308515" cy="105938"/>
          </a:xfrm>
          <a:custGeom xmlns:a="http://schemas.openxmlformats.org/drawingml/2006/main">
            <a:pathLst>
              <a:path w="1308515" h="105938">
                <a:moveTo>
                  <a:pt x="27304" y="82873"/>
                </a:moveTo>
                <a:lnTo>
                  <a:pt x="27304" y="9780"/>
                </a:lnTo>
                <a:lnTo>
                  <a:pt x="0" y="9780"/>
                </a:lnTo>
                <a:lnTo>
                  <a:pt x="0" y="0"/>
                </a:lnTo>
                <a:lnTo>
                  <a:pt x="65688" y="0"/>
                </a:lnTo>
                <a:lnTo>
                  <a:pt x="65688" y="9780"/>
                </a:lnTo>
                <a:lnTo>
                  <a:pt x="38271" y="9780"/>
                </a:lnTo>
                <a:lnTo>
                  <a:pt x="38271" y="82873"/>
                </a:lnTo>
                <a:lnTo>
                  <a:pt x="27304" y="82873"/>
                </a:lnTo>
                <a:close/>
                <a:moveTo>
                  <a:pt x="75633" y="82873"/>
                </a:moveTo>
                <a:lnTo>
                  <a:pt x="75633" y="0"/>
                </a:lnTo>
                <a:lnTo>
                  <a:pt x="85808" y="0"/>
                </a:lnTo>
                <a:lnTo>
                  <a:pt x="85808" y="29735"/>
                </a:lnTo>
                <a:cubicBezTo>
                  <a:pt x="90557" y="24233"/>
                  <a:pt x="96549" y="21481"/>
                  <a:pt x="103785" y="21481"/>
                </a:cubicBezTo>
                <a:cubicBezTo>
                  <a:pt x="108232" y="21481"/>
                  <a:pt x="112095" y="22358"/>
                  <a:pt x="115373" y="24110"/>
                </a:cubicBezTo>
                <a:cubicBezTo>
                  <a:pt x="118652" y="25863"/>
                  <a:pt x="120998" y="28284"/>
                  <a:pt x="122411" y="31374"/>
                </a:cubicBezTo>
                <a:cubicBezTo>
                  <a:pt x="123825" y="34465"/>
                  <a:pt x="124531" y="38949"/>
                  <a:pt x="124531" y="44828"/>
                </a:cubicBezTo>
                <a:lnTo>
                  <a:pt x="124531" y="82873"/>
                </a:lnTo>
                <a:lnTo>
                  <a:pt x="114356" y="82873"/>
                </a:lnTo>
                <a:lnTo>
                  <a:pt x="114356" y="44828"/>
                </a:lnTo>
                <a:cubicBezTo>
                  <a:pt x="114356" y="39741"/>
                  <a:pt x="113254" y="36038"/>
                  <a:pt x="111049" y="33720"/>
                </a:cubicBezTo>
                <a:cubicBezTo>
                  <a:pt x="108844" y="31403"/>
                  <a:pt x="105726" y="30244"/>
                  <a:pt x="101693" y="30244"/>
                </a:cubicBezTo>
                <a:cubicBezTo>
                  <a:pt x="98678" y="30244"/>
                  <a:pt x="95842" y="31026"/>
                  <a:pt x="93185" y="32590"/>
                </a:cubicBezTo>
                <a:cubicBezTo>
                  <a:pt x="90528" y="34154"/>
                  <a:pt x="88635" y="36274"/>
                  <a:pt x="87504" y="38949"/>
                </a:cubicBezTo>
                <a:cubicBezTo>
                  <a:pt x="86373" y="41625"/>
                  <a:pt x="85808" y="45318"/>
                  <a:pt x="85808" y="50029"/>
                </a:cubicBezTo>
                <a:lnTo>
                  <a:pt x="85808" y="82873"/>
                </a:lnTo>
                <a:lnTo>
                  <a:pt x="75633" y="82873"/>
                </a:lnTo>
                <a:close/>
                <a:moveTo>
                  <a:pt x="181124" y="63540"/>
                </a:moveTo>
                <a:lnTo>
                  <a:pt x="191638" y="64840"/>
                </a:lnTo>
                <a:cubicBezTo>
                  <a:pt x="189980" y="70983"/>
                  <a:pt x="186909" y="75751"/>
                  <a:pt x="182424" y="79142"/>
                </a:cubicBezTo>
                <a:cubicBezTo>
                  <a:pt x="177939" y="82534"/>
                  <a:pt x="172211" y="84230"/>
                  <a:pt x="165239" y="84230"/>
                </a:cubicBezTo>
                <a:cubicBezTo>
                  <a:pt x="156458" y="84230"/>
                  <a:pt x="149495" y="81526"/>
                  <a:pt x="144351" y="76118"/>
                </a:cubicBezTo>
                <a:cubicBezTo>
                  <a:pt x="139206" y="70710"/>
                  <a:pt x="136634" y="63125"/>
                  <a:pt x="136634" y="53365"/>
                </a:cubicBezTo>
                <a:cubicBezTo>
                  <a:pt x="136634" y="43264"/>
                  <a:pt x="139235" y="35426"/>
                  <a:pt x="144436" y="29848"/>
                </a:cubicBezTo>
                <a:cubicBezTo>
                  <a:pt x="149636" y="24270"/>
                  <a:pt x="156382" y="21481"/>
                  <a:pt x="164673" y="21481"/>
                </a:cubicBezTo>
                <a:cubicBezTo>
                  <a:pt x="172701" y="21481"/>
                  <a:pt x="179258" y="24210"/>
                  <a:pt x="184346" y="29666"/>
                </a:cubicBezTo>
                <a:cubicBezTo>
                  <a:pt x="189434" y="35121"/>
                  <a:pt x="191977" y="42796"/>
                  <a:pt x="191977" y="52692"/>
                </a:cubicBezTo>
                <a:cubicBezTo>
                  <a:pt x="191977" y="53293"/>
                  <a:pt x="191959" y="54196"/>
                  <a:pt x="191921" y="55400"/>
                </a:cubicBezTo>
                <a:lnTo>
                  <a:pt x="147149" y="55400"/>
                </a:lnTo>
                <a:cubicBezTo>
                  <a:pt x="147526" y="61976"/>
                  <a:pt x="149391" y="67012"/>
                  <a:pt x="152745" y="70507"/>
                </a:cubicBezTo>
                <a:cubicBezTo>
                  <a:pt x="156100" y="74003"/>
                  <a:pt x="160283" y="75751"/>
                  <a:pt x="165295" y="75751"/>
                </a:cubicBezTo>
                <a:cubicBezTo>
                  <a:pt x="169026" y="75751"/>
                  <a:pt x="172211" y="74780"/>
                  <a:pt x="174849" y="72839"/>
                </a:cubicBezTo>
                <a:cubicBezTo>
                  <a:pt x="177487" y="70897"/>
                  <a:pt x="179579" y="67797"/>
                  <a:pt x="181124" y="63540"/>
                </a:cubicBezTo>
                <a:moveTo>
                  <a:pt x="147714" y="46920"/>
                </a:moveTo>
                <a:lnTo>
                  <a:pt x="181237" y="46920"/>
                </a:lnTo>
                <a:cubicBezTo>
                  <a:pt x="180784" y="41953"/>
                  <a:pt x="179503" y="38227"/>
                  <a:pt x="177393" y="35743"/>
                </a:cubicBezTo>
                <a:cubicBezTo>
                  <a:pt x="174152" y="31888"/>
                  <a:pt x="169950" y="29961"/>
                  <a:pt x="164786" y="29961"/>
                </a:cubicBezTo>
                <a:cubicBezTo>
                  <a:pt x="160113" y="29961"/>
                  <a:pt x="156184" y="31500"/>
                  <a:pt x="153000" y="34577"/>
                </a:cubicBezTo>
                <a:cubicBezTo>
                  <a:pt x="149815" y="37653"/>
                  <a:pt x="148053" y="41768"/>
                  <a:pt x="147714" y="46920"/>
                </a:cubicBezTo>
                <a:close/>
                <a:moveTo>
                  <a:pt x="277679" y="63540"/>
                </a:moveTo>
                <a:lnTo>
                  <a:pt x="288194" y="64840"/>
                </a:lnTo>
                <a:cubicBezTo>
                  <a:pt x="286536" y="70983"/>
                  <a:pt x="283464" y="75751"/>
                  <a:pt x="278980" y="79142"/>
                </a:cubicBezTo>
                <a:cubicBezTo>
                  <a:pt x="274495" y="82534"/>
                  <a:pt x="268767" y="84230"/>
                  <a:pt x="261794" y="84230"/>
                </a:cubicBezTo>
                <a:cubicBezTo>
                  <a:pt x="253013" y="84230"/>
                  <a:pt x="246051" y="81526"/>
                  <a:pt x="240907" y="76118"/>
                </a:cubicBezTo>
                <a:cubicBezTo>
                  <a:pt x="235762" y="70710"/>
                  <a:pt x="233190" y="63125"/>
                  <a:pt x="233190" y="53365"/>
                </a:cubicBezTo>
                <a:cubicBezTo>
                  <a:pt x="233190" y="43264"/>
                  <a:pt x="235791" y="35426"/>
                  <a:pt x="240991" y="29848"/>
                </a:cubicBezTo>
                <a:cubicBezTo>
                  <a:pt x="246192" y="24270"/>
                  <a:pt x="252938" y="21481"/>
                  <a:pt x="261229" y="21481"/>
                </a:cubicBezTo>
                <a:cubicBezTo>
                  <a:pt x="269256" y="21481"/>
                  <a:pt x="275814" y="24210"/>
                  <a:pt x="280902" y="29666"/>
                </a:cubicBezTo>
                <a:cubicBezTo>
                  <a:pt x="285989" y="35121"/>
                  <a:pt x="288533" y="42796"/>
                  <a:pt x="288533" y="52692"/>
                </a:cubicBezTo>
                <a:cubicBezTo>
                  <a:pt x="288533" y="53293"/>
                  <a:pt x="288514" y="54196"/>
                  <a:pt x="288477" y="55400"/>
                </a:cubicBezTo>
                <a:lnTo>
                  <a:pt x="243705" y="55400"/>
                </a:lnTo>
                <a:cubicBezTo>
                  <a:pt x="244082" y="61976"/>
                  <a:pt x="245947" y="67012"/>
                  <a:pt x="249301" y="70507"/>
                </a:cubicBezTo>
                <a:cubicBezTo>
                  <a:pt x="252655" y="74003"/>
                  <a:pt x="256839" y="75751"/>
                  <a:pt x="261851" y="75751"/>
                </a:cubicBezTo>
                <a:cubicBezTo>
                  <a:pt x="265582" y="75751"/>
                  <a:pt x="268767" y="74780"/>
                  <a:pt x="271405" y="72839"/>
                </a:cubicBezTo>
                <a:cubicBezTo>
                  <a:pt x="274043" y="70897"/>
                  <a:pt x="276134" y="67797"/>
                  <a:pt x="277679" y="63540"/>
                </a:cubicBezTo>
                <a:moveTo>
                  <a:pt x="244270" y="46920"/>
                </a:moveTo>
                <a:lnTo>
                  <a:pt x="277793" y="46920"/>
                </a:lnTo>
                <a:cubicBezTo>
                  <a:pt x="277340" y="41953"/>
                  <a:pt x="276059" y="38227"/>
                  <a:pt x="273948" y="35743"/>
                </a:cubicBezTo>
                <a:cubicBezTo>
                  <a:pt x="270707" y="31888"/>
                  <a:pt x="266505" y="29961"/>
                  <a:pt x="261342" y="29961"/>
                </a:cubicBezTo>
                <a:cubicBezTo>
                  <a:pt x="256669" y="29961"/>
                  <a:pt x="252740" y="31500"/>
                  <a:pt x="249556" y="34577"/>
                </a:cubicBezTo>
                <a:cubicBezTo>
                  <a:pt x="246371" y="37653"/>
                  <a:pt x="244609" y="41768"/>
                  <a:pt x="244270" y="46920"/>
                </a:cubicBezTo>
                <a:close/>
                <a:moveTo>
                  <a:pt x="317652" y="82873"/>
                </a:moveTo>
                <a:lnTo>
                  <a:pt x="294813" y="22838"/>
                </a:lnTo>
                <a:lnTo>
                  <a:pt x="305554" y="22838"/>
                </a:lnTo>
                <a:lnTo>
                  <a:pt x="318443" y="58791"/>
                </a:lnTo>
                <a:cubicBezTo>
                  <a:pt x="319837" y="62673"/>
                  <a:pt x="321119" y="66706"/>
                  <a:pt x="322287" y="70889"/>
                </a:cubicBezTo>
                <a:cubicBezTo>
                  <a:pt x="323192" y="67723"/>
                  <a:pt x="324454" y="63917"/>
                  <a:pt x="326075" y="59470"/>
                </a:cubicBezTo>
                <a:lnTo>
                  <a:pt x="339416" y="22838"/>
                </a:lnTo>
                <a:lnTo>
                  <a:pt x="349874" y="22838"/>
                </a:lnTo>
                <a:lnTo>
                  <a:pt x="327149" y="82873"/>
                </a:lnTo>
                <a:lnTo>
                  <a:pt x="317652" y="82873"/>
                </a:lnTo>
                <a:close/>
                <a:moveTo>
                  <a:pt x="358919" y="11758"/>
                </a:moveTo>
                <a:lnTo>
                  <a:pt x="358919" y="0"/>
                </a:lnTo>
                <a:lnTo>
                  <a:pt x="369094" y="0"/>
                </a:lnTo>
                <a:lnTo>
                  <a:pt x="369094" y="11758"/>
                </a:lnTo>
                <a:lnTo>
                  <a:pt x="358919" y="11758"/>
                </a:lnTo>
                <a:moveTo>
                  <a:pt x="358919" y="82873"/>
                </a:moveTo>
                <a:lnTo>
                  <a:pt x="358919" y="22838"/>
                </a:lnTo>
                <a:lnTo>
                  <a:pt x="369094" y="22838"/>
                </a:lnTo>
                <a:lnTo>
                  <a:pt x="369094" y="82873"/>
                </a:lnTo>
                <a:lnTo>
                  <a:pt x="358919" y="82873"/>
                </a:lnTo>
                <a:close/>
                <a:moveTo>
                  <a:pt x="423537" y="82873"/>
                </a:moveTo>
                <a:lnTo>
                  <a:pt x="423537" y="75298"/>
                </a:lnTo>
                <a:cubicBezTo>
                  <a:pt x="419730" y="81253"/>
                  <a:pt x="414134" y="84230"/>
                  <a:pt x="406747" y="84230"/>
                </a:cubicBezTo>
                <a:cubicBezTo>
                  <a:pt x="401961" y="84230"/>
                  <a:pt x="397561" y="82911"/>
                  <a:pt x="393547" y="80273"/>
                </a:cubicBezTo>
                <a:cubicBezTo>
                  <a:pt x="389534" y="77635"/>
                  <a:pt x="386425" y="73951"/>
                  <a:pt x="384220" y="69221"/>
                </a:cubicBezTo>
                <a:cubicBezTo>
                  <a:pt x="382015" y="64492"/>
                  <a:pt x="380913" y="59055"/>
                  <a:pt x="380913" y="52912"/>
                </a:cubicBezTo>
                <a:cubicBezTo>
                  <a:pt x="380913" y="46920"/>
                  <a:pt x="381912" y="41484"/>
                  <a:pt x="383909" y="36603"/>
                </a:cubicBezTo>
                <a:cubicBezTo>
                  <a:pt x="385906" y="31723"/>
                  <a:pt x="388902" y="27982"/>
                  <a:pt x="392897" y="25382"/>
                </a:cubicBezTo>
                <a:cubicBezTo>
                  <a:pt x="396892" y="22782"/>
                  <a:pt x="401358" y="21481"/>
                  <a:pt x="406295" y="21481"/>
                </a:cubicBezTo>
                <a:cubicBezTo>
                  <a:pt x="409913" y="21481"/>
                  <a:pt x="413135" y="22245"/>
                  <a:pt x="415962" y="23771"/>
                </a:cubicBezTo>
                <a:cubicBezTo>
                  <a:pt x="418788" y="25297"/>
                  <a:pt x="421087" y="27285"/>
                  <a:pt x="422858" y="29735"/>
                </a:cubicBezTo>
                <a:lnTo>
                  <a:pt x="422858" y="0"/>
                </a:lnTo>
                <a:lnTo>
                  <a:pt x="432977" y="0"/>
                </a:lnTo>
                <a:lnTo>
                  <a:pt x="432977" y="82873"/>
                </a:lnTo>
                <a:lnTo>
                  <a:pt x="423537" y="82873"/>
                </a:lnTo>
                <a:moveTo>
                  <a:pt x="391371" y="52884"/>
                </a:moveTo>
                <a:cubicBezTo>
                  <a:pt x="391371" y="60544"/>
                  <a:pt x="392991" y="66270"/>
                  <a:pt x="396233" y="70062"/>
                </a:cubicBezTo>
                <a:cubicBezTo>
                  <a:pt x="399474" y="73854"/>
                  <a:pt x="403299" y="75751"/>
                  <a:pt x="407708" y="75751"/>
                </a:cubicBezTo>
                <a:cubicBezTo>
                  <a:pt x="412155" y="75751"/>
                  <a:pt x="415933" y="73939"/>
                  <a:pt x="419042" y="70317"/>
                </a:cubicBezTo>
                <a:cubicBezTo>
                  <a:pt x="422152" y="66693"/>
                  <a:pt x="423706" y="61163"/>
                  <a:pt x="423706" y="53728"/>
                </a:cubicBezTo>
                <a:cubicBezTo>
                  <a:pt x="423706" y="45543"/>
                  <a:pt x="422123" y="39536"/>
                  <a:pt x="418958" y="35706"/>
                </a:cubicBezTo>
                <a:cubicBezTo>
                  <a:pt x="415792" y="31876"/>
                  <a:pt x="411891" y="29961"/>
                  <a:pt x="407256" y="29961"/>
                </a:cubicBezTo>
                <a:cubicBezTo>
                  <a:pt x="402734" y="29961"/>
                  <a:pt x="398955" y="31801"/>
                  <a:pt x="395922" y="35482"/>
                </a:cubicBezTo>
                <a:cubicBezTo>
                  <a:pt x="392888" y="39161"/>
                  <a:pt x="391371" y="44962"/>
                  <a:pt x="391371" y="52884"/>
                </a:cubicBezTo>
                <a:close/>
                <a:moveTo>
                  <a:pt x="490078" y="63540"/>
                </a:moveTo>
                <a:lnTo>
                  <a:pt x="500593" y="64840"/>
                </a:lnTo>
                <a:cubicBezTo>
                  <a:pt x="498935" y="70983"/>
                  <a:pt x="495863" y="75751"/>
                  <a:pt x="491378" y="79142"/>
                </a:cubicBezTo>
                <a:cubicBezTo>
                  <a:pt x="486894" y="82534"/>
                  <a:pt x="481165" y="84230"/>
                  <a:pt x="474193" y="84230"/>
                </a:cubicBezTo>
                <a:cubicBezTo>
                  <a:pt x="465412" y="84230"/>
                  <a:pt x="458450" y="81526"/>
                  <a:pt x="453305" y="76118"/>
                </a:cubicBezTo>
                <a:cubicBezTo>
                  <a:pt x="448161" y="70710"/>
                  <a:pt x="445589" y="63125"/>
                  <a:pt x="445589" y="53365"/>
                </a:cubicBezTo>
                <a:cubicBezTo>
                  <a:pt x="445589" y="43264"/>
                  <a:pt x="448189" y="35426"/>
                  <a:pt x="453390" y="29848"/>
                </a:cubicBezTo>
                <a:cubicBezTo>
                  <a:pt x="458591" y="24270"/>
                  <a:pt x="465337" y="21481"/>
                  <a:pt x="473628" y="21481"/>
                </a:cubicBezTo>
                <a:cubicBezTo>
                  <a:pt x="481655" y="21481"/>
                  <a:pt x="488213" y="24210"/>
                  <a:pt x="493301" y="29666"/>
                </a:cubicBezTo>
                <a:cubicBezTo>
                  <a:pt x="498388" y="35121"/>
                  <a:pt x="500932" y="42796"/>
                  <a:pt x="500932" y="52692"/>
                </a:cubicBezTo>
                <a:cubicBezTo>
                  <a:pt x="500932" y="53293"/>
                  <a:pt x="500913" y="54196"/>
                  <a:pt x="500876" y="55400"/>
                </a:cubicBezTo>
                <a:lnTo>
                  <a:pt x="456104" y="55400"/>
                </a:lnTo>
                <a:cubicBezTo>
                  <a:pt x="456480" y="61976"/>
                  <a:pt x="458346" y="67012"/>
                  <a:pt x="461700" y="70507"/>
                </a:cubicBezTo>
                <a:cubicBezTo>
                  <a:pt x="465054" y="74003"/>
                  <a:pt x="469237" y="75751"/>
                  <a:pt x="474250" y="75751"/>
                </a:cubicBezTo>
                <a:cubicBezTo>
                  <a:pt x="477981" y="75751"/>
                  <a:pt x="481165" y="74780"/>
                  <a:pt x="483803" y="72839"/>
                </a:cubicBezTo>
                <a:cubicBezTo>
                  <a:pt x="486441" y="70897"/>
                  <a:pt x="488533" y="67797"/>
                  <a:pt x="490078" y="63540"/>
                </a:cubicBezTo>
                <a:moveTo>
                  <a:pt x="456669" y="46920"/>
                </a:moveTo>
                <a:lnTo>
                  <a:pt x="490191" y="46920"/>
                </a:lnTo>
                <a:cubicBezTo>
                  <a:pt x="489739" y="41953"/>
                  <a:pt x="488458" y="38227"/>
                  <a:pt x="486347" y="35743"/>
                </a:cubicBezTo>
                <a:cubicBezTo>
                  <a:pt x="483106" y="31888"/>
                  <a:pt x="478904" y="29961"/>
                  <a:pt x="473741" y="29961"/>
                </a:cubicBezTo>
                <a:cubicBezTo>
                  <a:pt x="469068" y="29961"/>
                  <a:pt x="465139" y="31500"/>
                  <a:pt x="461954" y="34577"/>
                </a:cubicBezTo>
                <a:cubicBezTo>
                  <a:pt x="458770" y="37653"/>
                  <a:pt x="457008" y="41768"/>
                  <a:pt x="456669" y="46920"/>
                </a:cubicBezTo>
                <a:close/>
                <a:moveTo>
                  <a:pt x="513375" y="82873"/>
                </a:moveTo>
                <a:lnTo>
                  <a:pt x="513375" y="22838"/>
                </a:lnTo>
                <a:lnTo>
                  <a:pt x="522532" y="22838"/>
                </a:lnTo>
                <a:lnTo>
                  <a:pt x="522532" y="31318"/>
                </a:lnTo>
                <a:cubicBezTo>
                  <a:pt x="526942" y="24760"/>
                  <a:pt x="533311" y="21481"/>
                  <a:pt x="541640" y="21481"/>
                </a:cubicBezTo>
                <a:cubicBezTo>
                  <a:pt x="545258" y="21481"/>
                  <a:pt x="548583" y="22132"/>
                  <a:pt x="551617" y="23432"/>
                </a:cubicBezTo>
                <a:cubicBezTo>
                  <a:pt x="554651" y="24732"/>
                  <a:pt x="556922" y="26437"/>
                  <a:pt x="558429" y="28548"/>
                </a:cubicBezTo>
                <a:cubicBezTo>
                  <a:pt x="559937" y="30658"/>
                  <a:pt x="560992" y="33164"/>
                  <a:pt x="561595" y="36066"/>
                </a:cubicBezTo>
                <a:cubicBezTo>
                  <a:pt x="561972" y="37951"/>
                  <a:pt x="562160" y="41248"/>
                  <a:pt x="562160" y="45959"/>
                </a:cubicBezTo>
                <a:lnTo>
                  <a:pt x="562160" y="82873"/>
                </a:lnTo>
                <a:lnTo>
                  <a:pt x="551985" y="82873"/>
                </a:lnTo>
                <a:lnTo>
                  <a:pt x="551985" y="46316"/>
                </a:lnTo>
                <a:cubicBezTo>
                  <a:pt x="551985" y="42166"/>
                  <a:pt x="551589" y="39062"/>
                  <a:pt x="550798" y="37006"/>
                </a:cubicBezTo>
                <a:cubicBezTo>
                  <a:pt x="550006" y="34950"/>
                  <a:pt x="548602" y="33309"/>
                  <a:pt x="546586" y="32083"/>
                </a:cubicBezTo>
                <a:cubicBezTo>
                  <a:pt x="544570" y="30857"/>
                  <a:pt x="542205" y="30244"/>
                  <a:pt x="539492" y="30244"/>
                </a:cubicBezTo>
                <a:cubicBezTo>
                  <a:pt x="535158" y="30244"/>
                  <a:pt x="531417" y="31621"/>
                  <a:pt x="528270" y="34376"/>
                </a:cubicBezTo>
                <a:cubicBezTo>
                  <a:pt x="525123" y="37129"/>
                  <a:pt x="523550" y="42354"/>
                  <a:pt x="523550" y="50050"/>
                </a:cubicBezTo>
                <a:lnTo>
                  <a:pt x="523550" y="82873"/>
                </a:lnTo>
                <a:lnTo>
                  <a:pt x="513375" y="82873"/>
                </a:lnTo>
                <a:close/>
                <a:moveTo>
                  <a:pt x="616943" y="60827"/>
                </a:moveTo>
                <a:lnTo>
                  <a:pt x="626949" y="62127"/>
                </a:lnTo>
                <a:cubicBezTo>
                  <a:pt x="625856" y="69041"/>
                  <a:pt x="623058" y="74454"/>
                  <a:pt x="618554" y="78365"/>
                </a:cubicBezTo>
                <a:cubicBezTo>
                  <a:pt x="614051" y="82275"/>
                  <a:pt x="608520" y="84230"/>
                  <a:pt x="601963" y="84230"/>
                </a:cubicBezTo>
                <a:cubicBezTo>
                  <a:pt x="593747" y="84230"/>
                  <a:pt x="587142" y="81545"/>
                  <a:pt x="582149" y="76175"/>
                </a:cubicBezTo>
                <a:cubicBezTo>
                  <a:pt x="577155" y="70804"/>
                  <a:pt x="574659" y="63107"/>
                  <a:pt x="574659" y="53082"/>
                </a:cubicBezTo>
                <a:cubicBezTo>
                  <a:pt x="574659" y="46600"/>
                  <a:pt x="575733" y="40928"/>
                  <a:pt x="577881" y="36066"/>
                </a:cubicBezTo>
                <a:cubicBezTo>
                  <a:pt x="580029" y="31205"/>
                  <a:pt x="583298" y="27559"/>
                  <a:pt x="587689" y="25128"/>
                </a:cubicBezTo>
                <a:cubicBezTo>
                  <a:pt x="592079" y="22697"/>
                  <a:pt x="596856" y="21481"/>
                  <a:pt x="602019" y="21481"/>
                </a:cubicBezTo>
                <a:cubicBezTo>
                  <a:pt x="608539" y="21481"/>
                  <a:pt x="613872" y="23136"/>
                  <a:pt x="618017" y="26444"/>
                </a:cubicBezTo>
                <a:cubicBezTo>
                  <a:pt x="622163" y="29751"/>
                  <a:pt x="624820" y="34447"/>
                  <a:pt x="625988" y="40532"/>
                </a:cubicBezTo>
                <a:lnTo>
                  <a:pt x="616095" y="42059"/>
                </a:lnTo>
                <a:cubicBezTo>
                  <a:pt x="615153" y="38045"/>
                  <a:pt x="613485" y="35025"/>
                  <a:pt x="611092" y="33000"/>
                </a:cubicBezTo>
                <a:cubicBezTo>
                  <a:pt x="608699" y="30974"/>
                  <a:pt x="605807" y="29961"/>
                  <a:pt x="602415" y="29961"/>
                </a:cubicBezTo>
                <a:cubicBezTo>
                  <a:pt x="597290" y="29961"/>
                  <a:pt x="593125" y="31789"/>
                  <a:pt x="589922" y="35446"/>
                </a:cubicBezTo>
                <a:cubicBezTo>
                  <a:pt x="586718" y="39102"/>
                  <a:pt x="585117" y="44886"/>
                  <a:pt x="585117" y="52799"/>
                </a:cubicBezTo>
                <a:cubicBezTo>
                  <a:pt x="585117" y="60825"/>
                  <a:pt x="586662" y="66657"/>
                  <a:pt x="589752" y="70295"/>
                </a:cubicBezTo>
                <a:cubicBezTo>
                  <a:pt x="592842" y="73932"/>
                  <a:pt x="596875" y="75751"/>
                  <a:pt x="601850" y="75751"/>
                </a:cubicBezTo>
                <a:cubicBezTo>
                  <a:pt x="605844" y="75751"/>
                  <a:pt x="609180" y="74530"/>
                  <a:pt x="611855" y="72090"/>
                </a:cubicBezTo>
                <a:cubicBezTo>
                  <a:pt x="614531" y="69650"/>
                  <a:pt x="616227" y="65895"/>
                  <a:pt x="616943" y="60827"/>
                </a:cubicBezTo>
                <a:close/>
                <a:moveTo>
                  <a:pt x="676752" y="63540"/>
                </a:moveTo>
                <a:lnTo>
                  <a:pt x="687267" y="64840"/>
                </a:lnTo>
                <a:cubicBezTo>
                  <a:pt x="685609" y="70983"/>
                  <a:pt x="682537" y="75751"/>
                  <a:pt x="678053" y="79142"/>
                </a:cubicBezTo>
                <a:cubicBezTo>
                  <a:pt x="673568" y="82534"/>
                  <a:pt x="667840" y="84230"/>
                  <a:pt x="660867" y="84230"/>
                </a:cubicBezTo>
                <a:cubicBezTo>
                  <a:pt x="652086" y="84230"/>
                  <a:pt x="645124" y="81526"/>
                  <a:pt x="639980" y="76118"/>
                </a:cubicBezTo>
                <a:cubicBezTo>
                  <a:pt x="634835" y="70710"/>
                  <a:pt x="632263" y="63125"/>
                  <a:pt x="632263" y="53365"/>
                </a:cubicBezTo>
                <a:cubicBezTo>
                  <a:pt x="632263" y="43264"/>
                  <a:pt x="634864" y="35426"/>
                  <a:pt x="640064" y="29848"/>
                </a:cubicBezTo>
                <a:cubicBezTo>
                  <a:pt x="645265" y="24270"/>
                  <a:pt x="652011" y="21481"/>
                  <a:pt x="660302" y="21481"/>
                </a:cubicBezTo>
                <a:cubicBezTo>
                  <a:pt x="668329" y="21481"/>
                  <a:pt x="674887" y="24210"/>
                  <a:pt x="679975" y="29666"/>
                </a:cubicBezTo>
                <a:cubicBezTo>
                  <a:pt x="685062" y="35121"/>
                  <a:pt x="687606" y="42796"/>
                  <a:pt x="687606" y="52692"/>
                </a:cubicBezTo>
                <a:cubicBezTo>
                  <a:pt x="687606" y="53293"/>
                  <a:pt x="687587" y="54196"/>
                  <a:pt x="687550" y="55400"/>
                </a:cubicBezTo>
                <a:lnTo>
                  <a:pt x="642778" y="55400"/>
                </a:lnTo>
                <a:cubicBezTo>
                  <a:pt x="643155" y="61976"/>
                  <a:pt x="645020" y="67012"/>
                  <a:pt x="648374" y="70507"/>
                </a:cubicBezTo>
                <a:cubicBezTo>
                  <a:pt x="651728" y="74003"/>
                  <a:pt x="655912" y="75751"/>
                  <a:pt x="660924" y="75751"/>
                </a:cubicBezTo>
                <a:cubicBezTo>
                  <a:pt x="664655" y="75751"/>
                  <a:pt x="667840" y="74780"/>
                  <a:pt x="670478" y="72839"/>
                </a:cubicBezTo>
                <a:cubicBezTo>
                  <a:pt x="673116" y="70897"/>
                  <a:pt x="675207" y="67797"/>
                  <a:pt x="676752" y="63540"/>
                </a:cubicBezTo>
                <a:moveTo>
                  <a:pt x="643343" y="46920"/>
                </a:moveTo>
                <a:lnTo>
                  <a:pt x="676866" y="46920"/>
                </a:lnTo>
                <a:cubicBezTo>
                  <a:pt x="676413" y="41953"/>
                  <a:pt x="675132" y="38227"/>
                  <a:pt x="673021" y="35743"/>
                </a:cubicBezTo>
                <a:cubicBezTo>
                  <a:pt x="669780" y="31888"/>
                  <a:pt x="665578" y="29961"/>
                  <a:pt x="660415" y="29961"/>
                </a:cubicBezTo>
                <a:cubicBezTo>
                  <a:pt x="655742" y="29961"/>
                  <a:pt x="651813" y="31500"/>
                  <a:pt x="648629" y="34577"/>
                </a:cubicBezTo>
                <a:cubicBezTo>
                  <a:pt x="645444" y="37653"/>
                  <a:pt x="643682" y="41768"/>
                  <a:pt x="643343" y="46920"/>
                </a:cubicBezTo>
                <a:close/>
                <a:moveTo>
                  <a:pt x="728140" y="64897"/>
                </a:moveTo>
                <a:lnTo>
                  <a:pt x="738202" y="63314"/>
                </a:lnTo>
                <a:cubicBezTo>
                  <a:pt x="738768" y="67329"/>
                  <a:pt x="740341" y="70405"/>
                  <a:pt x="742923" y="72544"/>
                </a:cubicBezTo>
                <a:cubicBezTo>
                  <a:pt x="745504" y="74682"/>
                  <a:pt x="749113" y="75751"/>
                  <a:pt x="753748" y="75751"/>
                </a:cubicBezTo>
                <a:cubicBezTo>
                  <a:pt x="758421" y="75751"/>
                  <a:pt x="761889" y="74807"/>
                  <a:pt x="764150" y="72919"/>
                </a:cubicBezTo>
                <a:cubicBezTo>
                  <a:pt x="766411" y="71030"/>
                  <a:pt x="767542" y="68814"/>
                  <a:pt x="767542" y="66273"/>
                </a:cubicBezTo>
                <a:cubicBezTo>
                  <a:pt x="767542" y="63992"/>
                  <a:pt x="766543" y="62197"/>
                  <a:pt x="764545" y="60888"/>
                </a:cubicBezTo>
                <a:cubicBezTo>
                  <a:pt x="763151" y="59991"/>
                  <a:pt x="759684" y="58850"/>
                  <a:pt x="754144" y="57467"/>
                </a:cubicBezTo>
                <a:cubicBezTo>
                  <a:pt x="746682" y="55581"/>
                  <a:pt x="741509" y="53950"/>
                  <a:pt x="738626" y="52573"/>
                </a:cubicBezTo>
                <a:cubicBezTo>
                  <a:pt x="735743" y="51196"/>
                  <a:pt x="733557" y="49291"/>
                  <a:pt x="732069" y="46858"/>
                </a:cubicBezTo>
                <a:cubicBezTo>
                  <a:pt x="730580" y="44425"/>
                  <a:pt x="729836" y="41738"/>
                  <a:pt x="729836" y="38796"/>
                </a:cubicBezTo>
                <a:cubicBezTo>
                  <a:pt x="729836" y="36118"/>
                  <a:pt x="730448" y="33637"/>
                  <a:pt x="731673" y="31355"/>
                </a:cubicBezTo>
                <a:cubicBezTo>
                  <a:pt x="732898" y="29072"/>
                  <a:pt x="734566" y="27177"/>
                  <a:pt x="736676" y="25668"/>
                </a:cubicBezTo>
                <a:cubicBezTo>
                  <a:pt x="738259" y="24499"/>
                  <a:pt x="740416" y="23509"/>
                  <a:pt x="743149" y="22699"/>
                </a:cubicBezTo>
                <a:cubicBezTo>
                  <a:pt x="745881" y="21887"/>
                  <a:pt x="748811" y="21481"/>
                  <a:pt x="751939" y="21481"/>
                </a:cubicBezTo>
                <a:cubicBezTo>
                  <a:pt x="756650" y="21481"/>
                  <a:pt x="760786" y="22165"/>
                  <a:pt x="764348" y="23531"/>
                </a:cubicBezTo>
                <a:cubicBezTo>
                  <a:pt x="767909" y="24896"/>
                  <a:pt x="770538" y="26745"/>
                  <a:pt x="772234" y="29080"/>
                </a:cubicBezTo>
                <a:cubicBezTo>
                  <a:pt x="773930" y="31413"/>
                  <a:pt x="775098" y="34533"/>
                  <a:pt x="775738" y="38441"/>
                </a:cubicBezTo>
                <a:lnTo>
                  <a:pt x="765789" y="39797"/>
                </a:lnTo>
                <a:cubicBezTo>
                  <a:pt x="765337" y="36707"/>
                  <a:pt x="764027" y="34295"/>
                  <a:pt x="761860" y="32561"/>
                </a:cubicBezTo>
                <a:cubicBezTo>
                  <a:pt x="759693" y="30828"/>
                  <a:pt x="756631" y="29961"/>
                  <a:pt x="752674" y="29961"/>
                </a:cubicBezTo>
                <a:cubicBezTo>
                  <a:pt x="748001" y="29961"/>
                  <a:pt x="744666" y="30730"/>
                  <a:pt x="742668" y="32268"/>
                </a:cubicBezTo>
                <a:cubicBezTo>
                  <a:pt x="740671" y="33805"/>
                  <a:pt x="739672" y="35605"/>
                  <a:pt x="739672" y="37669"/>
                </a:cubicBezTo>
                <a:cubicBezTo>
                  <a:pt x="739672" y="38981"/>
                  <a:pt x="740087" y="40162"/>
                  <a:pt x="740916" y="41212"/>
                </a:cubicBezTo>
                <a:cubicBezTo>
                  <a:pt x="741745" y="42299"/>
                  <a:pt x="743045" y="43199"/>
                  <a:pt x="744816" y="43912"/>
                </a:cubicBezTo>
                <a:cubicBezTo>
                  <a:pt x="745834" y="44287"/>
                  <a:pt x="748830" y="45150"/>
                  <a:pt x="753805" y="46500"/>
                </a:cubicBezTo>
                <a:cubicBezTo>
                  <a:pt x="761003" y="48421"/>
                  <a:pt x="766025" y="49993"/>
                  <a:pt x="768870" y="51216"/>
                </a:cubicBezTo>
                <a:cubicBezTo>
                  <a:pt x="771715" y="52440"/>
                  <a:pt x="773948" y="54220"/>
                  <a:pt x="775569" y="56555"/>
                </a:cubicBezTo>
                <a:cubicBezTo>
                  <a:pt x="777189" y="58889"/>
                  <a:pt x="778000" y="61788"/>
                  <a:pt x="778000" y="65252"/>
                </a:cubicBezTo>
                <a:cubicBezTo>
                  <a:pt x="778000" y="68641"/>
                  <a:pt x="777010" y="71833"/>
                  <a:pt x="775032" y="74827"/>
                </a:cubicBezTo>
                <a:cubicBezTo>
                  <a:pt x="773053" y="77819"/>
                  <a:pt x="770199" y="80135"/>
                  <a:pt x="766468" y="81773"/>
                </a:cubicBezTo>
                <a:cubicBezTo>
                  <a:pt x="762737" y="83411"/>
                  <a:pt x="758516" y="84230"/>
                  <a:pt x="753805" y="84230"/>
                </a:cubicBezTo>
                <a:cubicBezTo>
                  <a:pt x="746004" y="84230"/>
                  <a:pt x="740058" y="82605"/>
                  <a:pt x="735969" y="79354"/>
                </a:cubicBezTo>
                <a:cubicBezTo>
                  <a:pt x="731880" y="76104"/>
                  <a:pt x="729271" y="71285"/>
                  <a:pt x="728140" y="64897"/>
                </a:cubicBezTo>
                <a:close/>
                <a:moveTo>
                  <a:pt x="829442" y="82873"/>
                </a:moveTo>
                <a:lnTo>
                  <a:pt x="829442" y="74055"/>
                </a:lnTo>
                <a:cubicBezTo>
                  <a:pt x="824769" y="80838"/>
                  <a:pt x="818419" y="84230"/>
                  <a:pt x="810391" y="84230"/>
                </a:cubicBezTo>
                <a:cubicBezTo>
                  <a:pt x="806849" y="84230"/>
                  <a:pt x="803542" y="83552"/>
                  <a:pt x="800470" y="82195"/>
                </a:cubicBezTo>
                <a:cubicBezTo>
                  <a:pt x="797399" y="80838"/>
                  <a:pt x="795119" y="79133"/>
                  <a:pt x="793630" y="77079"/>
                </a:cubicBezTo>
                <a:cubicBezTo>
                  <a:pt x="792142" y="75025"/>
                  <a:pt x="791096" y="72509"/>
                  <a:pt x="790493" y="69532"/>
                </a:cubicBezTo>
                <a:cubicBezTo>
                  <a:pt x="790078" y="67535"/>
                  <a:pt x="789871" y="64369"/>
                  <a:pt x="789871" y="60035"/>
                </a:cubicBezTo>
                <a:lnTo>
                  <a:pt x="789871" y="22838"/>
                </a:lnTo>
                <a:lnTo>
                  <a:pt x="800046" y="22838"/>
                </a:lnTo>
                <a:lnTo>
                  <a:pt x="800046" y="56135"/>
                </a:lnTo>
                <a:cubicBezTo>
                  <a:pt x="800046" y="61448"/>
                  <a:pt x="800254" y="65029"/>
                  <a:pt x="800668" y="66875"/>
                </a:cubicBezTo>
                <a:cubicBezTo>
                  <a:pt x="801309" y="69551"/>
                  <a:pt x="802666" y="71652"/>
                  <a:pt x="804738" y="73178"/>
                </a:cubicBezTo>
                <a:cubicBezTo>
                  <a:pt x="806811" y="74705"/>
                  <a:pt x="809374" y="75468"/>
                  <a:pt x="812427" y="75468"/>
                </a:cubicBezTo>
                <a:cubicBezTo>
                  <a:pt x="815479" y="75468"/>
                  <a:pt x="818343" y="74686"/>
                  <a:pt x="821019" y="73122"/>
                </a:cubicBezTo>
                <a:cubicBezTo>
                  <a:pt x="823695" y="71558"/>
                  <a:pt x="825589" y="69429"/>
                  <a:pt x="826700" y="66734"/>
                </a:cubicBezTo>
                <a:cubicBezTo>
                  <a:pt x="827812" y="64039"/>
                  <a:pt x="828368" y="60129"/>
                  <a:pt x="828368" y="55004"/>
                </a:cubicBezTo>
                <a:lnTo>
                  <a:pt x="828368" y="22838"/>
                </a:lnTo>
                <a:lnTo>
                  <a:pt x="838544" y="22838"/>
                </a:lnTo>
                <a:lnTo>
                  <a:pt x="838544" y="82873"/>
                </a:lnTo>
                <a:lnTo>
                  <a:pt x="829442" y="82873"/>
                </a:lnTo>
                <a:close/>
                <a:moveTo>
                  <a:pt x="854491" y="105938"/>
                </a:moveTo>
                <a:lnTo>
                  <a:pt x="854491" y="22838"/>
                </a:lnTo>
                <a:lnTo>
                  <a:pt x="863762" y="22838"/>
                </a:lnTo>
                <a:lnTo>
                  <a:pt x="863762" y="30583"/>
                </a:lnTo>
                <a:cubicBezTo>
                  <a:pt x="865947" y="27549"/>
                  <a:pt x="868416" y="25274"/>
                  <a:pt x="871167" y="23757"/>
                </a:cubicBezTo>
                <a:cubicBezTo>
                  <a:pt x="873918" y="22240"/>
                  <a:pt x="877253" y="21481"/>
                  <a:pt x="881173" y="21481"/>
                </a:cubicBezTo>
                <a:cubicBezTo>
                  <a:pt x="886298" y="21481"/>
                  <a:pt x="890821" y="22801"/>
                  <a:pt x="894740" y="25439"/>
                </a:cubicBezTo>
                <a:cubicBezTo>
                  <a:pt x="898660" y="28077"/>
                  <a:pt x="901618" y="31798"/>
                  <a:pt x="903615" y="36603"/>
                </a:cubicBezTo>
                <a:cubicBezTo>
                  <a:pt x="905613" y="41408"/>
                  <a:pt x="906612" y="46675"/>
                  <a:pt x="906612" y="52404"/>
                </a:cubicBezTo>
                <a:cubicBezTo>
                  <a:pt x="906612" y="58547"/>
                  <a:pt x="905509" y="64077"/>
                  <a:pt x="903304" y="68995"/>
                </a:cubicBezTo>
                <a:cubicBezTo>
                  <a:pt x="901100" y="73913"/>
                  <a:pt x="897896" y="77682"/>
                  <a:pt x="893694" y="80301"/>
                </a:cubicBezTo>
                <a:cubicBezTo>
                  <a:pt x="889492" y="82920"/>
                  <a:pt x="885073" y="84230"/>
                  <a:pt x="880438" y="84230"/>
                </a:cubicBezTo>
                <a:cubicBezTo>
                  <a:pt x="877046" y="84230"/>
                  <a:pt x="874003" y="83505"/>
                  <a:pt x="871308" y="82054"/>
                </a:cubicBezTo>
                <a:cubicBezTo>
                  <a:pt x="868614" y="80602"/>
                  <a:pt x="866400" y="78768"/>
                  <a:pt x="864666" y="76553"/>
                </a:cubicBezTo>
                <a:lnTo>
                  <a:pt x="864666" y="105938"/>
                </a:lnTo>
                <a:lnTo>
                  <a:pt x="854491" y="105938"/>
                </a:lnTo>
                <a:moveTo>
                  <a:pt x="863705" y="53110"/>
                </a:moveTo>
                <a:cubicBezTo>
                  <a:pt x="863705" y="60827"/>
                  <a:pt x="865269" y="66529"/>
                  <a:pt x="868397" y="70218"/>
                </a:cubicBezTo>
                <a:cubicBezTo>
                  <a:pt x="871525" y="73906"/>
                  <a:pt x="875313" y="75751"/>
                  <a:pt x="879760" y="75751"/>
                </a:cubicBezTo>
                <a:cubicBezTo>
                  <a:pt x="884282" y="75751"/>
                  <a:pt x="888154" y="73840"/>
                  <a:pt x="891377" y="70020"/>
                </a:cubicBezTo>
                <a:cubicBezTo>
                  <a:pt x="894599" y="66199"/>
                  <a:pt x="896210" y="60280"/>
                  <a:pt x="896210" y="52262"/>
                </a:cubicBezTo>
                <a:cubicBezTo>
                  <a:pt x="896210" y="44621"/>
                  <a:pt x="894637" y="38900"/>
                  <a:pt x="891490" y="35098"/>
                </a:cubicBezTo>
                <a:cubicBezTo>
                  <a:pt x="888343" y="31297"/>
                  <a:pt x="884584" y="29396"/>
                  <a:pt x="880212" y="29396"/>
                </a:cubicBezTo>
                <a:cubicBezTo>
                  <a:pt x="875878" y="29396"/>
                  <a:pt x="872043" y="31419"/>
                  <a:pt x="868708" y="35466"/>
                </a:cubicBezTo>
                <a:cubicBezTo>
                  <a:pt x="865373" y="39512"/>
                  <a:pt x="863705" y="45394"/>
                  <a:pt x="863705" y="53110"/>
                </a:cubicBezTo>
                <a:close/>
                <a:moveTo>
                  <a:pt x="918884" y="105938"/>
                </a:moveTo>
                <a:lnTo>
                  <a:pt x="918884" y="22838"/>
                </a:lnTo>
                <a:lnTo>
                  <a:pt x="928155" y="22838"/>
                </a:lnTo>
                <a:lnTo>
                  <a:pt x="928155" y="30583"/>
                </a:lnTo>
                <a:cubicBezTo>
                  <a:pt x="930341" y="27549"/>
                  <a:pt x="932810" y="25274"/>
                  <a:pt x="935561" y="23757"/>
                </a:cubicBezTo>
                <a:cubicBezTo>
                  <a:pt x="938312" y="22240"/>
                  <a:pt x="941647" y="21481"/>
                  <a:pt x="945567" y="21481"/>
                </a:cubicBezTo>
                <a:cubicBezTo>
                  <a:pt x="950692" y="21481"/>
                  <a:pt x="955214" y="22801"/>
                  <a:pt x="959134" y="25439"/>
                </a:cubicBezTo>
                <a:cubicBezTo>
                  <a:pt x="963053" y="28077"/>
                  <a:pt x="966012" y="31798"/>
                  <a:pt x="968009" y="36603"/>
                </a:cubicBezTo>
                <a:cubicBezTo>
                  <a:pt x="970007" y="41408"/>
                  <a:pt x="971005" y="46675"/>
                  <a:pt x="971005" y="52404"/>
                </a:cubicBezTo>
                <a:cubicBezTo>
                  <a:pt x="971005" y="58547"/>
                  <a:pt x="969903" y="64077"/>
                  <a:pt x="967698" y="68995"/>
                </a:cubicBezTo>
                <a:cubicBezTo>
                  <a:pt x="965494" y="73913"/>
                  <a:pt x="962290" y="77682"/>
                  <a:pt x="958088" y="80301"/>
                </a:cubicBezTo>
                <a:cubicBezTo>
                  <a:pt x="953886" y="82920"/>
                  <a:pt x="949467" y="84230"/>
                  <a:pt x="944832" y="84230"/>
                </a:cubicBezTo>
                <a:cubicBezTo>
                  <a:pt x="941440" y="84230"/>
                  <a:pt x="938397" y="83505"/>
                  <a:pt x="935702" y="82054"/>
                </a:cubicBezTo>
                <a:cubicBezTo>
                  <a:pt x="933008" y="80602"/>
                  <a:pt x="930793" y="78768"/>
                  <a:pt x="929060" y="76553"/>
                </a:cubicBezTo>
                <a:lnTo>
                  <a:pt x="929060" y="105938"/>
                </a:lnTo>
                <a:lnTo>
                  <a:pt x="918884" y="105938"/>
                </a:lnTo>
                <a:moveTo>
                  <a:pt x="928099" y="53110"/>
                </a:moveTo>
                <a:cubicBezTo>
                  <a:pt x="928099" y="60827"/>
                  <a:pt x="929663" y="66529"/>
                  <a:pt x="932791" y="70218"/>
                </a:cubicBezTo>
                <a:cubicBezTo>
                  <a:pt x="935919" y="73906"/>
                  <a:pt x="939706" y="75751"/>
                  <a:pt x="944153" y="75751"/>
                </a:cubicBezTo>
                <a:cubicBezTo>
                  <a:pt x="948676" y="75751"/>
                  <a:pt x="952548" y="73840"/>
                  <a:pt x="955770" y="70020"/>
                </a:cubicBezTo>
                <a:cubicBezTo>
                  <a:pt x="958993" y="66199"/>
                  <a:pt x="960604" y="60280"/>
                  <a:pt x="960604" y="52262"/>
                </a:cubicBezTo>
                <a:cubicBezTo>
                  <a:pt x="960604" y="44621"/>
                  <a:pt x="959030" y="38900"/>
                  <a:pt x="955883" y="35098"/>
                </a:cubicBezTo>
                <a:cubicBezTo>
                  <a:pt x="952737" y="31297"/>
                  <a:pt x="948977" y="29396"/>
                  <a:pt x="944606" y="29396"/>
                </a:cubicBezTo>
                <a:cubicBezTo>
                  <a:pt x="940272" y="29396"/>
                  <a:pt x="936437" y="31419"/>
                  <a:pt x="933102" y="35466"/>
                </a:cubicBezTo>
                <a:cubicBezTo>
                  <a:pt x="929766" y="39512"/>
                  <a:pt x="928099" y="45394"/>
                  <a:pt x="928099" y="53110"/>
                </a:cubicBezTo>
                <a:close/>
                <a:moveTo>
                  <a:pt x="979490" y="52856"/>
                </a:moveTo>
                <a:cubicBezTo>
                  <a:pt x="979490" y="41738"/>
                  <a:pt x="982581" y="33504"/>
                  <a:pt x="988761" y="28152"/>
                </a:cubicBezTo>
                <a:cubicBezTo>
                  <a:pt x="993924" y="23705"/>
                  <a:pt x="1000218" y="21481"/>
                  <a:pt x="1007642" y="21481"/>
                </a:cubicBezTo>
                <a:cubicBezTo>
                  <a:pt x="1015896" y="21481"/>
                  <a:pt x="1022642" y="24186"/>
                  <a:pt x="1027880" y="29594"/>
                </a:cubicBezTo>
                <a:cubicBezTo>
                  <a:pt x="1033119" y="35002"/>
                  <a:pt x="1035738" y="42473"/>
                  <a:pt x="1035738" y="52008"/>
                </a:cubicBezTo>
                <a:cubicBezTo>
                  <a:pt x="1035738" y="59734"/>
                  <a:pt x="1034579" y="65811"/>
                  <a:pt x="1032261" y="70239"/>
                </a:cubicBezTo>
                <a:cubicBezTo>
                  <a:pt x="1029944" y="74667"/>
                  <a:pt x="1026571" y="78106"/>
                  <a:pt x="1022142" y="80556"/>
                </a:cubicBezTo>
                <a:cubicBezTo>
                  <a:pt x="1017714" y="83005"/>
                  <a:pt x="1012881" y="84230"/>
                  <a:pt x="1007642" y="84230"/>
                </a:cubicBezTo>
                <a:cubicBezTo>
                  <a:pt x="999238" y="84230"/>
                  <a:pt x="992445" y="81535"/>
                  <a:pt x="987263" y="76146"/>
                </a:cubicBezTo>
                <a:cubicBezTo>
                  <a:pt x="982081" y="70757"/>
                  <a:pt x="979490" y="62994"/>
                  <a:pt x="979490" y="52856"/>
                </a:cubicBezTo>
                <a:moveTo>
                  <a:pt x="989948" y="52828"/>
                </a:moveTo>
                <a:cubicBezTo>
                  <a:pt x="989948" y="60487"/>
                  <a:pt x="991625" y="66223"/>
                  <a:pt x="994980" y="70034"/>
                </a:cubicBezTo>
                <a:cubicBezTo>
                  <a:pt x="998334" y="73845"/>
                  <a:pt x="1002555" y="75751"/>
                  <a:pt x="1007642" y="75751"/>
                </a:cubicBezTo>
                <a:cubicBezTo>
                  <a:pt x="1012692" y="75751"/>
                  <a:pt x="1016895" y="73836"/>
                  <a:pt x="1020249" y="70006"/>
                </a:cubicBezTo>
                <a:cubicBezTo>
                  <a:pt x="1023603" y="66176"/>
                  <a:pt x="1025280" y="60337"/>
                  <a:pt x="1025280" y="52490"/>
                </a:cubicBezTo>
                <a:cubicBezTo>
                  <a:pt x="1025280" y="45093"/>
                  <a:pt x="1023593" y="39489"/>
                  <a:pt x="1020220" y="35678"/>
                </a:cubicBezTo>
                <a:cubicBezTo>
                  <a:pt x="1016847" y="31867"/>
                  <a:pt x="1012655" y="29961"/>
                  <a:pt x="1007642" y="29961"/>
                </a:cubicBezTo>
                <a:cubicBezTo>
                  <a:pt x="1002555" y="29961"/>
                  <a:pt x="998334" y="31857"/>
                  <a:pt x="994980" y="35649"/>
                </a:cubicBezTo>
                <a:cubicBezTo>
                  <a:pt x="991625" y="39442"/>
                  <a:pt x="989948" y="45168"/>
                  <a:pt x="989948" y="52828"/>
                </a:cubicBezTo>
                <a:close/>
                <a:moveTo>
                  <a:pt x="1047559" y="82873"/>
                </a:moveTo>
                <a:lnTo>
                  <a:pt x="1047559" y="22838"/>
                </a:lnTo>
                <a:lnTo>
                  <a:pt x="1056716" y="22838"/>
                </a:lnTo>
                <a:lnTo>
                  <a:pt x="1056716" y="31883"/>
                </a:lnTo>
                <a:cubicBezTo>
                  <a:pt x="1059053" y="27648"/>
                  <a:pt x="1061211" y="24856"/>
                  <a:pt x="1063189" y="23506"/>
                </a:cubicBezTo>
                <a:cubicBezTo>
                  <a:pt x="1065168" y="22156"/>
                  <a:pt x="1067344" y="21481"/>
                  <a:pt x="1069718" y="21481"/>
                </a:cubicBezTo>
                <a:cubicBezTo>
                  <a:pt x="1073148" y="21481"/>
                  <a:pt x="1076634" y="22570"/>
                  <a:pt x="1080177" y="24746"/>
                </a:cubicBezTo>
                <a:lnTo>
                  <a:pt x="1076672" y="34144"/>
                </a:lnTo>
                <a:cubicBezTo>
                  <a:pt x="1074184" y="32674"/>
                  <a:pt x="1071697" y="31940"/>
                  <a:pt x="1069210" y="31940"/>
                </a:cubicBezTo>
                <a:cubicBezTo>
                  <a:pt x="1066986" y="31940"/>
                  <a:pt x="1064989" y="32610"/>
                  <a:pt x="1063217" y="33950"/>
                </a:cubicBezTo>
                <a:cubicBezTo>
                  <a:pt x="1061446" y="35289"/>
                  <a:pt x="1060184" y="37147"/>
                  <a:pt x="1059430" y="39523"/>
                </a:cubicBezTo>
                <a:cubicBezTo>
                  <a:pt x="1058299" y="43145"/>
                  <a:pt x="1057734" y="47106"/>
                  <a:pt x="1057734" y="51407"/>
                </a:cubicBezTo>
                <a:lnTo>
                  <a:pt x="1057734" y="82873"/>
                </a:lnTo>
                <a:lnTo>
                  <a:pt x="1047559" y="82873"/>
                </a:lnTo>
                <a:close/>
                <a:moveTo>
                  <a:pt x="1108452" y="73885"/>
                </a:moveTo>
                <a:lnTo>
                  <a:pt x="1109922" y="82873"/>
                </a:lnTo>
                <a:cubicBezTo>
                  <a:pt x="1107058" y="83401"/>
                  <a:pt x="1104495" y="83665"/>
                  <a:pt x="1102234" y="83665"/>
                </a:cubicBezTo>
                <a:cubicBezTo>
                  <a:pt x="1098540" y="83665"/>
                  <a:pt x="1095676" y="83081"/>
                  <a:pt x="1093641" y="81912"/>
                </a:cubicBezTo>
                <a:cubicBezTo>
                  <a:pt x="1091606" y="80744"/>
                  <a:pt x="1090174" y="79208"/>
                  <a:pt x="1089345" y="77305"/>
                </a:cubicBezTo>
                <a:cubicBezTo>
                  <a:pt x="1088516" y="75402"/>
                  <a:pt x="1088101" y="71398"/>
                  <a:pt x="1088101" y="65292"/>
                </a:cubicBezTo>
                <a:lnTo>
                  <a:pt x="1088101" y="30752"/>
                </a:lnTo>
                <a:lnTo>
                  <a:pt x="1080639" y="30752"/>
                </a:lnTo>
                <a:lnTo>
                  <a:pt x="1080639" y="22838"/>
                </a:lnTo>
                <a:lnTo>
                  <a:pt x="1088101" y="22838"/>
                </a:lnTo>
                <a:lnTo>
                  <a:pt x="1088101" y="7930"/>
                </a:lnTo>
                <a:lnTo>
                  <a:pt x="1098220" y="1809"/>
                </a:lnTo>
                <a:lnTo>
                  <a:pt x="1098220" y="22838"/>
                </a:lnTo>
                <a:lnTo>
                  <a:pt x="1108452" y="22838"/>
                </a:lnTo>
                <a:lnTo>
                  <a:pt x="1108452" y="30752"/>
                </a:lnTo>
                <a:lnTo>
                  <a:pt x="1098220" y="30752"/>
                </a:lnTo>
                <a:lnTo>
                  <a:pt x="1098220" y="65858"/>
                </a:lnTo>
                <a:cubicBezTo>
                  <a:pt x="1098220" y="68760"/>
                  <a:pt x="1098399" y="70625"/>
                  <a:pt x="1098757" y="71454"/>
                </a:cubicBezTo>
                <a:cubicBezTo>
                  <a:pt x="1099115" y="72283"/>
                  <a:pt x="1099699" y="72943"/>
                  <a:pt x="1100509" y="73433"/>
                </a:cubicBezTo>
                <a:cubicBezTo>
                  <a:pt x="1101320" y="73923"/>
                  <a:pt x="1102479" y="74168"/>
                  <a:pt x="1103986" y="74168"/>
                </a:cubicBezTo>
                <a:cubicBezTo>
                  <a:pt x="1105117" y="74168"/>
                  <a:pt x="1106605" y="74073"/>
                  <a:pt x="1108452" y="73885"/>
                </a:cubicBezTo>
                <a:close/>
                <a:moveTo>
                  <a:pt x="1114327" y="64897"/>
                </a:moveTo>
                <a:lnTo>
                  <a:pt x="1124390" y="63314"/>
                </a:lnTo>
                <a:cubicBezTo>
                  <a:pt x="1124955" y="67329"/>
                  <a:pt x="1126528" y="70405"/>
                  <a:pt x="1129110" y="72544"/>
                </a:cubicBezTo>
                <a:cubicBezTo>
                  <a:pt x="1131691" y="74682"/>
                  <a:pt x="1135300" y="75751"/>
                  <a:pt x="1139935" y="75751"/>
                </a:cubicBezTo>
                <a:cubicBezTo>
                  <a:pt x="1144608" y="75751"/>
                  <a:pt x="1148076" y="74807"/>
                  <a:pt x="1150337" y="72919"/>
                </a:cubicBezTo>
                <a:cubicBezTo>
                  <a:pt x="1152598" y="71030"/>
                  <a:pt x="1153729" y="68814"/>
                  <a:pt x="1153729" y="66273"/>
                </a:cubicBezTo>
                <a:cubicBezTo>
                  <a:pt x="1153729" y="63992"/>
                  <a:pt x="1152730" y="62197"/>
                  <a:pt x="1150733" y="60888"/>
                </a:cubicBezTo>
                <a:cubicBezTo>
                  <a:pt x="1149338" y="59991"/>
                  <a:pt x="1145871" y="58850"/>
                  <a:pt x="1140331" y="57467"/>
                </a:cubicBezTo>
                <a:cubicBezTo>
                  <a:pt x="1132869" y="55581"/>
                  <a:pt x="1127697" y="53950"/>
                  <a:pt x="1124813" y="52573"/>
                </a:cubicBezTo>
                <a:cubicBezTo>
                  <a:pt x="1121930" y="51196"/>
                  <a:pt x="1119745" y="49291"/>
                  <a:pt x="1118256" y="46858"/>
                </a:cubicBezTo>
                <a:cubicBezTo>
                  <a:pt x="1116767" y="44425"/>
                  <a:pt x="1116023" y="41738"/>
                  <a:pt x="1116023" y="38796"/>
                </a:cubicBezTo>
                <a:cubicBezTo>
                  <a:pt x="1116023" y="36118"/>
                  <a:pt x="1116635" y="33637"/>
                  <a:pt x="1117860" y="31355"/>
                </a:cubicBezTo>
                <a:cubicBezTo>
                  <a:pt x="1119085" y="29072"/>
                  <a:pt x="1120753" y="27177"/>
                  <a:pt x="1122863" y="25668"/>
                </a:cubicBezTo>
                <a:cubicBezTo>
                  <a:pt x="1124446" y="24499"/>
                  <a:pt x="1126604" y="23509"/>
                  <a:pt x="1129336" y="22699"/>
                </a:cubicBezTo>
                <a:cubicBezTo>
                  <a:pt x="1132068" y="21887"/>
                  <a:pt x="1134998" y="21481"/>
                  <a:pt x="1138126" y="21481"/>
                </a:cubicBezTo>
                <a:cubicBezTo>
                  <a:pt x="1142837" y="21481"/>
                  <a:pt x="1146973" y="22165"/>
                  <a:pt x="1150535" y="23531"/>
                </a:cubicBezTo>
                <a:cubicBezTo>
                  <a:pt x="1154096" y="24896"/>
                  <a:pt x="1156725" y="26745"/>
                  <a:pt x="1158421" y="29080"/>
                </a:cubicBezTo>
                <a:cubicBezTo>
                  <a:pt x="1160117" y="31413"/>
                  <a:pt x="1161285" y="34533"/>
                  <a:pt x="1161926" y="38441"/>
                </a:cubicBezTo>
                <a:lnTo>
                  <a:pt x="1151976" y="39797"/>
                </a:lnTo>
                <a:cubicBezTo>
                  <a:pt x="1151524" y="36707"/>
                  <a:pt x="1150214" y="34295"/>
                  <a:pt x="1148047" y="32561"/>
                </a:cubicBezTo>
                <a:cubicBezTo>
                  <a:pt x="1145880" y="30828"/>
                  <a:pt x="1142818" y="29961"/>
                  <a:pt x="1138861" y="29961"/>
                </a:cubicBezTo>
                <a:cubicBezTo>
                  <a:pt x="1134188" y="29961"/>
                  <a:pt x="1130853" y="30730"/>
                  <a:pt x="1128855" y="32268"/>
                </a:cubicBezTo>
                <a:cubicBezTo>
                  <a:pt x="1126858" y="33805"/>
                  <a:pt x="1125859" y="35605"/>
                  <a:pt x="1125859" y="37669"/>
                </a:cubicBezTo>
                <a:cubicBezTo>
                  <a:pt x="1125859" y="38981"/>
                  <a:pt x="1126274" y="40162"/>
                  <a:pt x="1127103" y="41212"/>
                </a:cubicBezTo>
                <a:cubicBezTo>
                  <a:pt x="1127932" y="42299"/>
                  <a:pt x="1129232" y="43199"/>
                  <a:pt x="1131004" y="43912"/>
                </a:cubicBezTo>
                <a:cubicBezTo>
                  <a:pt x="1132021" y="44287"/>
                  <a:pt x="1135017" y="45150"/>
                  <a:pt x="1139992" y="46500"/>
                </a:cubicBezTo>
                <a:cubicBezTo>
                  <a:pt x="1147190" y="48421"/>
                  <a:pt x="1152212" y="49993"/>
                  <a:pt x="1155057" y="51216"/>
                </a:cubicBezTo>
                <a:cubicBezTo>
                  <a:pt x="1157903" y="52440"/>
                  <a:pt x="1160135" y="54220"/>
                  <a:pt x="1161756" y="56555"/>
                </a:cubicBezTo>
                <a:cubicBezTo>
                  <a:pt x="1163377" y="58889"/>
                  <a:pt x="1164187" y="61788"/>
                  <a:pt x="1164187" y="65252"/>
                </a:cubicBezTo>
                <a:cubicBezTo>
                  <a:pt x="1164187" y="68641"/>
                  <a:pt x="1163198" y="71833"/>
                  <a:pt x="1161219" y="74827"/>
                </a:cubicBezTo>
                <a:cubicBezTo>
                  <a:pt x="1159240" y="77819"/>
                  <a:pt x="1156386" y="80135"/>
                  <a:pt x="1152655" y="81773"/>
                </a:cubicBezTo>
                <a:cubicBezTo>
                  <a:pt x="1148924" y="83411"/>
                  <a:pt x="1144703" y="84230"/>
                  <a:pt x="1139992" y="84230"/>
                </a:cubicBezTo>
                <a:cubicBezTo>
                  <a:pt x="1132191" y="84230"/>
                  <a:pt x="1126246" y="82605"/>
                  <a:pt x="1122157" y="79354"/>
                </a:cubicBezTo>
                <a:cubicBezTo>
                  <a:pt x="1118068" y="76104"/>
                  <a:pt x="1115458" y="71285"/>
                  <a:pt x="1114327" y="64897"/>
                </a:cubicBezTo>
                <a:close/>
                <a:moveTo>
                  <a:pt x="1247622" y="75461"/>
                </a:moveTo>
                <a:cubicBezTo>
                  <a:pt x="1243853" y="78667"/>
                  <a:pt x="1240226" y="80930"/>
                  <a:pt x="1236740" y="82250"/>
                </a:cubicBezTo>
                <a:cubicBezTo>
                  <a:pt x="1233254" y="83570"/>
                  <a:pt x="1229513" y="84230"/>
                  <a:pt x="1225519" y="84230"/>
                </a:cubicBezTo>
                <a:cubicBezTo>
                  <a:pt x="1218923" y="84230"/>
                  <a:pt x="1213855" y="82618"/>
                  <a:pt x="1210312" y="79393"/>
                </a:cubicBezTo>
                <a:cubicBezTo>
                  <a:pt x="1206769" y="76169"/>
                  <a:pt x="1204998" y="72048"/>
                  <a:pt x="1204998" y="67033"/>
                </a:cubicBezTo>
                <a:cubicBezTo>
                  <a:pt x="1204998" y="64092"/>
                  <a:pt x="1205667" y="61405"/>
                  <a:pt x="1207005" y="58973"/>
                </a:cubicBezTo>
                <a:cubicBezTo>
                  <a:pt x="1208343" y="56540"/>
                  <a:pt x="1210095" y="54588"/>
                  <a:pt x="1212262" y="53117"/>
                </a:cubicBezTo>
                <a:cubicBezTo>
                  <a:pt x="1214429" y="51646"/>
                  <a:pt x="1216870" y="50534"/>
                  <a:pt x="1219583" y="49780"/>
                </a:cubicBezTo>
                <a:cubicBezTo>
                  <a:pt x="1221580" y="49251"/>
                  <a:pt x="1224595" y="48742"/>
                  <a:pt x="1228628" y="48252"/>
                </a:cubicBezTo>
                <a:cubicBezTo>
                  <a:pt x="1236844" y="47279"/>
                  <a:pt x="1242892" y="46119"/>
                  <a:pt x="1246774" y="44772"/>
                </a:cubicBezTo>
                <a:cubicBezTo>
                  <a:pt x="1246812" y="43383"/>
                  <a:pt x="1246831" y="42501"/>
                  <a:pt x="1246831" y="42126"/>
                </a:cubicBezTo>
                <a:cubicBezTo>
                  <a:pt x="1246831" y="37995"/>
                  <a:pt x="1245870" y="35086"/>
                  <a:pt x="1243948" y="33397"/>
                </a:cubicBezTo>
                <a:cubicBezTo>
                  <a:pt x="1241347" y="31106"/>
                  <a:pt x="1237484" y="29961"/>
                  <a:pt x="1232359" y="29961"/>
                </a:cubicBezTo>
                <a:cubicBezTo>
                  <a:pt x="1227573" y="29961"/>
                  <a:pt x="1224039" y="30800"/>
                  <a:pt x="1221759" y="32477"/>
                </a:cubicBezTo>
                <a:cubicBezTo>
                  <a:pt x="1219479" y="34154"/>
                  <a:pt x="1217793" y="37122"/>
                  <a:pt x="1216700" y="41380"/>
                </a:cubicBezTo>
                <a:lnTo>
                  <a:pt x="1206751" y="40023"/>
                </a:lnTo>
                <a:cubicBezTo>
                  <a:pt x="1207655" y="35752"/>
                  <a:pt x="1209144" y="32302"/>
                  <a:pt x="1211217" y="29675"/>
                </a:cubicBezTo>
                <a:cubicBezTo>
                  <a:pt x="1213289" y="27047"/>
                  <a:pt x="1216285" y="25025"/>
                  <a:pt x="1220205" y="23608"/>
                </a:cubicBezTo>
                <a:cubicBezTo>
                  <a:pt x="1224124" y="22190"/>
                  <a:pt x="1228666" y="21481"/>
                  <a:pt x="1233829" y="21481"/>
                </a:cubicBezTo>
                <a:cubicBezTo>
                  <a:pt x="1238954" y="21481"/>
                  <a:pt x="1243118" y="22084"/>
                  <a:pt x="1246322" y="23290"/>
                </a:cubicBezTo>
                <a:cubicBezTo>
                  <a:pt x="1249525" y="24496"/>
                  <a:pt x="1251881" y="26013"/>
                  <a:pt x="1253388" y="27841"/>
                </a:cubicBezTo>
                <a:cubicBezTo>
                  <a:pt x="1254896" y="29669"/>
                  <a:pt x="1255951" y="31977"/>
                  <a:pt x="1256554" y="34766"/>
                </a:cubicBezTo>
                <a:cubicBezTo>
                  <a:pt x="1256893" y="36500"/>
                  <a:pt x="1257063" y="39628"/>
                  <a:pt x="1257063" y="44150"/>
                </a:cubicBezTo>
                <a:lnTo>
                  <a:pt x="1257063" y="57717"/>
                </a:lnTo>
                <a:cubicBezTo>
                  <a:pt x="1257063" y="67177"/>
                  <a:pt x="1257279" y="73160"/>
                  <a:pt x="1257713" y="75666"/>
                </a:cubicBezTo>
                <a:cubicBezTo>
                  <a:pt x="1258146" y="78172"/>
                  <a:pt x="1259003" y="80574"/>
                  <a:pt x="1260285" y="82873"/>
                </a:cubicBezTo>
                <a:lnTo>
                  <a:pt x="1249657" y="82873"/>
                </a:lnTo>
                <a:cubicBezTo>
                  <a:pt x="1248602" y="80761"/>
                  <a:pt x="1247924" y="78290"/>
                  <a:pt x="1247622" y="75461"/>
                </a:cubicBezTo>
                <a:moveTo>
                  <a:pt x="1246774" y="52686"/>
                </a:moveTo>
                <a:cubicBezTo>
                  <a:pt x="1243081" y="54207"/>
                  <a:pt x="1237541" y="55499"/>
                  <a:pt x="1230154" y="56562"/>
                </a:cubicBezTo>
                <a:cubicBezTo>
                  <a:pt x="1225971" y="57167"/>
                  <a:pt x="1223013" y="57849"/>
                  <a:pt x="1221279" y="58606"/>
                </a:cubicBezTo>
                <a:cubicBezTo>
                  <a:pt x="1219545" y="59362"/>
                  <a:pt x="1218207" y="60469"/>
                  <a:pt x="1217265" y="61927"/>
                </a:cubicBezTo>
                <a:cubicBezTo>
                  <a:pt x="1216323" y="63384"/>
                  <a:pt x="1215852" y="65002"/>
                  <a:pt x="1215852" y="66780"/>
                </a:cubicBezTo>
                <a:cubicBezTo>
                  <a:pt x="1215852" y="69504"/>
                  <a:pt x="1216879" y="71775"/>
                  <a:pt x="1218933" y="73592"/>
                </a:cubicBezTo>
                <a:cubicBezTo>
                  <a:pt x="1220987" y="75408"/>
                  <a:pt x="1223992" y="76316"/>
                  <a:pt x="1227949" y="76316"/>
                </a:cubicBezTo>
                <a:cubicBezTo>
                  <a:pt x="1231869" y="76316"/>
                  <a:pt x="1235355" y="75454"/>
                  <a:pt x="1238408" y="73731"/>
                </a:cubicBezTo>
                <a:cubicBezTo>
                  <a:pt x="1241460" y="72008"/>
                  <a:pt x="1243703" y="69651"/>
                  <a:pt x="1245135" y="66660"/>
                </a:cubicBezTo>
                <a:cubicBezTo>
                  <a:pt x="1246228" y="64349"/>
                  <a:pt x="1246774" y="60941"/>
                  <a:pt x="1246774" y="56435"/>
                </a:cubicBezTo>
                <a:lnTo>
                  <a:pt x="1246774" y="52686"/>
                </a:lnTo>
                <a:close/>
                <a:moveTo>
                  <a:pt x="1272614" y="82873"/>
                </a:moveTo>
                <a:lnTo>
                  <a:pt x="1272614" y="0"/>
                </a:lnTo>
                <a:lnTo>
                  <a:pt x="1282789" y="0"/>
                </a:lnTo>
                <a:lnTo>
                  <a:pt x="1282789" y="82873"/>
                </a:lnTo>
                <a:lnTo>
                  <a:pt x="1272614" y="82873"/>
                </a:lnTo>
                <a:close/>
                <a:moveTo>
                  <a:pt x="1298339" y="82873"/>
                </a:moveTo>
                <a:lnTo>
                  <a:pt x="1298339" y="0"/>
                </a:lnTo>
                <a:lnTo>
                  <a:pt x="1308515" y="0"/>
                </a:lnTo>
                <a:lnTo>
                  <a:pt x="1308515" y="82873"/>
                </a:lnTo>
                <a:lnTo>
                  <a:pt x="1298339" y="82873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assertions.">
            <a:extLst xmlns:a="http://schemas.openxmlformats.org/drawingml/2006/main">
              <a:ext uri="{FF2B5EF4-FFF2-40B4-BE49-F238E27FC236}">
                <a16:creationId xmlns:a16="http://schemas.microsoft.com/office/drawing/2014/main" id="{B88486F5-09BD-4F3C-9D3C-15A0C90C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145" y="4145353"/>
            <a:ext cx="545606" cy="84230"/>
          </a:xfrm>
          <a:custGeom xmlns:a="http://schemas.openxmlformats.org/drawingml/2006/main">
            <a:pathLst>
              <a:path w="545606" h="84230">
                <a:moveTo>
                  <a:pt x="42624" y="75461"/>
                </a:moveTo>
                <a:cubicBezTo>
                  <a:pt x="38855" y="78667"/>
                  <a:pt x="35228" y="80930"/>
                  <a:pt x="31742" y="82250"/>
                </a:cubicBezTo>
                <a:cubicBezTo>
                  <a:pt x="28256" y="83570"/>
                  <a:pt x="24515" y="84230"/>
                  <a:pt x="20520" y="84230"/>
                </a:cubicBezTo>
                <a:cubicBezTo>
                  <a:pt x="13925" y="84230"/>
                  <a:pt x="8856" y="82618"/>
                  <a:pt x="5314" y="79393"/>
                </a:cubicBezTo>
                <a:cubicBezTo>
                  <a:pt x="1771" y="76169"/>
                  <a:pt x="0" y="72048"/>
                  <a:pt x="0" y="67033"/>
                </a:cubicBezTo>
                <a:cubicBezTo>
                  <a:pt x="0" y="64092"/>
                  <a:pt x="669" y="61405"/>
                  <a:pt x="2007" y="58973"/>
                </a:cubicBezTo>
                <a:cubicBezTo>
                  <a:pt x="3345" y="56540"/>
                  <a:pt x="5097" y="54588"/>
                  <a:pt x="7264" y="53117"/>
                </a:cubicBezTo>
                <a:cubicBezTo>
                  <a:pt x="9431" y="51646"/>
                  <a:pt x="11871" y="50534"/>
                  <a:pt x="14585" y="49780"/>
                </a:cubicBezTo>
                <a:cubicBezTo>
                  <a:pt x="16582" y="49251"/>
                  <a:pt x="19597" y="48742"/>
                  <a:pt x="23630" y="48252"/>
                </a:cubicBezTo>
                <a:cubicBezTo>
                  <a:pt x="31845" y="47279"/>
                  <a:pt x="37894" y="46119"/>
                  <a:pt x="41776" y="44772"/>
                </a:cubicBezTo>
                <a:cubicBezTo>
                  <a:pt x="41814" y="43383"/>
                  <a:pt x="41832" y="42501"/>
                  <a:pt x="41832" y="42126"/>
                </a:cubicBezTo>
                <a:cubicBezTo>
                  <a:pt x="41832" y="37995"/>
                  <a:pt x="40871" y="35086"/>
                  <a:pt x="38949" y="33397"/>
                </a:cubicBezTo>
                <a:cubicBezTo>
                  <a:pt x="36349" y="31106"/>
                  <a:pt x="32486" y="29961"/>
                  <a:pt x="27361" y="29961"/>
                </a:cubicBezTo>
                <a:cubicBezTo>
                  <a:pt x="22574" y="29961"/>
                  <a:pt x="19041" y="30800"/>
                  <a:pt x="16761" y="32477"/>
                </a:cubicBezTo>
                <a:cubicBezTo>
                  <a:pt x="14481" y="34154"/>
                  <a:pt x="12795" y="37122"/>
                  <a:pt x="11702" y="41380"/>
                </a:cubicBezTo>
                <a:lnTo>
                  <a:pt x="1752" y="40023"/>
                </a:lnTo>
                <a:cubicBezTo>
                  <a:pt x="2657" y="35752"/>
                  <a:pt x="4146" y="32302"/>
                  <a:pt x="6218" y="29675"/>
                </a:cubicBezTo>
                <a:cubicBezTo>
                  <a:pt x="8291" y="27047"/>
                  <a:pt x="11287" y="25025"/>
                  <a:pt x="15207" y="23608"/>
                </a:cubicBezTo>
                <a:cubicBezTo>
                  <a:pt x="19126" y="22190"/>
                  <a:pt x="23667" y="21481"/>
                  <a:pt x="28830" y="21481"/>
                </a:cubicBezTo>
                <a:cubicBezTo>
                  <a:pt x="33956" y="21481"/>
                  <a:pt x="38120" y="22084"/>
                  <a:pt x="41324" y="23290"/>
                </a:cubicBezTo>
                <a:cubicBezTo>
                  <a:pt x="44527" y="24496"/>
                  <a:pt x="46882" y="26013"/>
                  <a:pt x="48390" y="27841"/>
                </a:cubicBezTo>
                <a:cubicBezTo>
                  <a:pt x="49897" y="29669"/>
                  <a:pt x="50953" y="31977"/>
                  <a:pt x="51556" y="34766"/>
                </a:cubicBezTo>
                <a:cubicBezTo>
                  <a:pt x="51895" y="36500"/>
                  <a:pt x="52064" y="39628"/>
                  <a:pt x="52064" y="44150"/>
                </a:cubicBezTo>
                <a:lnTo>
                  <a:pt x="52064" y="57717"/>
                </a:lnTo>
                <a:cubicBezTo>
                  <a:pt x="52064" y="67177"/>
                  <a:pt x="52281" y="73160"/>
                  <a:pt x="52714" y="75666"/>
                </a:cubicBezTo>
                <a:cubicBezTo>
                  <a:pt x="53148" y="78172"/>
                  <a:pt x="54005" y="80574"/>
                  <a:pt x="55287" y="82873"/>
                </a:cubicBezTo>
                <a:lnTo>
                  <a:pt x="44659" y="82873"/>
                </a:lnTo>
                <a:cubicBezTo>
                  <a:pt x="43604" y="80761"/>
                  <a:pt x="42925" y="78290"/>
                  <a:pt x="42624" y="75461"/>
                </a:cubicBezTo>
                <a:moveTo>
                  <a:pt x="41776" y="52686"/>
                </a:moveTo>
                <a:cubicBezTo>
                  <a:pt x="38083" y="54207"/>
                  <a:pt x="32543" y="55499"/>
                  <a:pt x="25156" y="56562"/>
                </a:cubicBezTo>
                <a:cubicBezTo>
                  <a:pt x="20973" y="57167"/>
                  <a:pt x="18014" y="57849"/>
                  <a:pt x="16281" y="58606"/>
                </a:cubicBezTo>
                <a:cubicBezTo>
                  <a:pt x="14547" y="59362"/>
                  <a:pt x="13209" y="60469"/>
                  <a:pt x="12267" y="61927"/>
                </a:cubicBezTo>
                <a:cubicBezTo>
                  <a:pt x="11325" y="63384"/>
                  <a:pt x="10854" y="65002"/>
                  <a:pt x="10854" y="66780"/>
                </a:cubicBezTo>
                <a:cubicBezTo>
                  <a:pt x="10854" y="69504"/>
                  <a:pt x="11881" y="71775"/>
                  <a:pt x="13935" y="73592"/>
                </a:cubicBezTo>
                <a:cubicBezTo>
                  <a:pt x="15989" y="75408"/>
                  <a:pt x="18994" y="76316"/>
                  <a:pt x="22951" y="76316"/>
                </a:cubicBezTo>
                <a:cubicBezTo>
                  <a:pt x="26871" y="76316"/>
                  <a:pt x="30357" y="75454"/>
                  <a:pt x="33409" y="73731"/>
                </a:cubicBezTo>
                <a:cubicBezTo>
                  <a:pt x="36462" y="72008"/>
                  <a:pt x="38704" y="69651"/>
                  <a:pt x="40136" y="66660"/>
                </a:cubicBezTo>
                <a:cubicBezTo>
                  <a:pt x="41229" y="64349"/>
                  <a:pt x="41776" y="60941"/>
                  <a:pt x="41776" y="56435"/>
                </a:cubicBezTo>
                <a:lnTo>
                  <a:pt x="41776" y="52686"/>
                </a:lnTo>
                <a:close/>
                <a:moveTo>
                  <a:pt x="63772" y="64897"/>
                </a:moveTo>
                <a:lnTo>
                  <a:pt x="73834" y="63314"/>
                </a:lnTo>
                <a:cubicBezTo>
                  <a:pt x="74399" y="67329"/>
                  <a:pt x="75973" y="70405"/>
                  <a:pt x="78554" y="72544"/>
                </a:cubicBezTo>
                <a:cubicBezTo>
                  <a:pt x="81136" y="74682"/>
                  <a:pt x="84744" y="75751"/>
                  <a:pt x="89380" y="75751"/>
                </a:cubicBezTo>
                <a:cubicBezTo>
                  <a:pt x="94053" y="75751"/>
                  <a:pt x="97520" y="74807"/>
                  <a:pt x="99781" y="72919"/>
                </a:cubicBezTo>
                <a:cubicBezTo>
                  <a:pt x="102043" y="71030"/>
                  <a:pt x="103173" y="68814"/>
                  <a:pt x="103173" y="66273"/>
                </a:cubicBezTo>
                <a:cubicBezTo>
                  <a:pt x="103173" y="63992"/>
                  <a:pt x="102175" y="62197"/>
                  <a:pt x="100177" y="60888"/>
                </a:cubicBezTo>
                <a:cubicBezTo>
                  <a:pt x="98783" y="59991"/>
                  <a:pt x="95316" y="58850"/>
                  <a:pt x="89776" y="57467"/>
                </a:cubicBezTo>
                <a:cubicBezTo>
                  <a:pt x="82314" y="55581"/>
                  <a:pt x="77141" y="53950"/>
                  <a:pt x="74258" y="52573"/>
                </a:cubicBezTo>
                <a:cubicBezTo>
                  <a:pt x="71375" y="51196"/>
                  <a:pt x="69189" y="49291"/>
                  <a:pt x="67700" y="46858"/>
                </a:cubicBezTo>
                <a:cubicBezTo>
                  <a:pt x="66212" y="44425"/>
                  <a:pt x="65468" y="41738"/>
                  <a:pt x="65468" y="38796"/>
                </a:cubicBezTo>
                <a:cubicBezTo>
                  <a:pt x="65468" y="36118"/>
                  <a:pt x="66080" y="33637"/>
                  <a:pt x="67305" y="31355"/>
                </a:cubicBezTo>
                <a:cubicBezTo>
                  <a:pt x="68530" y="29072"/>
                  <a:pt x="70197" y="27177"/>
                  <a:pt x="72308" y="25668"/>
                </a:cubicBezTo>
                <a:cubicBezTo>
                  <a:pt x="73891" y="24499"/>
                  <a:pt x="76048" y="23509"/>
                  <a:pt x="78780" y="22699"/>
                </a:cubicBezTo>
                <a:cubicBezTo>
                  <a:pt x="81513" y="21887"/>
                  <a:pt x="84443" y="21481"/>
                  <a:pt x="87571" y="21481"/>
                </a:cubicBezTo>
                <a:cubicBezTo>
                  <a:pt x="92282" y="21481"/>
                  <a:pt x="96418" y="22165"/>
                  <a:pt x="99979" y="23531"/>
                </a:cubicBezTo>
                <a:cubicBezTo>
                  <a:pt x="103541" y="24896"/>
                  <a:pt x="106169" y="26745"/>
                  <a:pt x="107865" y="29080"/>
                </a:cubicBezTo>
                <a:cubicBezTo>
                  <a:pt x="109561" y="31413"/>
                  <a:pt x="110729" y="34533"/>
                  <a:pt x="111370" y="38441"/>
                </a:cubicBezTo>
                <a:lnTo>
                  <a:pt x="101421" y="39797"/>
                </a:lnTo>
                <a:cubicBezTo>
                  <a:pt x="100969" y="36707"/>
                  <a:pt x="99659" y="34295"/>
                  <a:pt x="97492" y="32561"/>
                </a:cubicBezTo>
                <a:cubicBezTo>
                  <a:pt x="95325" y="30828"/>
                  <a:pt x="92263" y="29961"/>
                  <a:pt x="88306" y="29961"/>
                </a:cubicBezTo>
                <a:cubicBezTo>
                  <a:pt x="83633" y="29961"/>
                  <a:pt x="80297" y="30730"/>
                  <a:pt x="78300" y="32268"/>
                </a:cubicBezTo>
                <a:cubicBezTo>
                  <a:pt x="76303" y="33805"/>
                  <a:pt x="75304" y="35605"/>
                  <a:pt x="75304" y="37669"/>
                </a:cubicBezTo>
                <a:cubicBezTo>
                  <a:pt x="75304" y="38981"/>
                  <a:pt x="75718" y="40162"/>
                  <a:pt x="76547" y="41212"/>
                </a:cubicBezTo>
                <a:cubicBezTo>
                  <a:pt x="77377" y="42299"/>
                  <a:pt x="78677" y="43199"/>
                  <a:pt x="80448" y="43912"/>
                </a:cubicBezTo>
                <a:cubicBezTo>
                  <a:pt x="81466" y="44287"/>
                  <a:pt x="84462" y="45150"/>
                  <a:pt x="89436" y="46500"/>
                </a:cubicBezTo>
                <a:cubicBezTo>
                  <a:pt x="96635" y="48421"/>
                  <a:pt x="101656" y="49993"/>
                  <a:pt x="104502" y="51216"/>
                </a:cubicBezTo>
                <a:cubicBezTo>
                  <a:pt x="107347" y="52440"/>
                  <a:pt x="109580" y="54220"/>
                  <a:pt x="111201" y="56555"/>
                </a:cubicBezTo>
                <a:cubicBezTo>
                  <a:pt x="112821" y="58889"/>
                  <a:pt x="113631" y="61788"/>
                  <a:pt x="113631" y="65252"/>
                </a:cubicBezTo>
                <a:cubicBezTo>
                  <a:pt x="113631" y="68641"/>
                  <a:pt x="112642" y="71833"/>
                  <a:pt x="110663" y="74827"/>
                </a:cubicBezTo>
                <a:cubicBezTo>
                  <a:pt x="108685" y="77819"/>
                  <a:pt x="105830" y="80135"/>
                  <a:pt x="102099" y="81773"/>
                </a:cubicBezTo>
                <a:cubicBezTo>
                  <a:pt x="98368" y="83411"/>
                  <a:pt x="94147" y="84230"/>
                  <a:pt x="89436" y="84230"/>
                </a:cubicBezTo>
                <a:cubicBezTo>
                  <a:pt x="81635" y="84230"/>
                  <a:pt x="75690" y="82605"/>
                  <a:pt x="71601" y="79354"/>
                </a:cubicBezTo>
                <a:cubicBezTo>
                  <a:pt x="67512" y="76104"/>
                  <a:pt x="64902" y="71285"/>
                  <a:pt x="63772" y="64897"/>
                </a:cubicBezTo>
                <a:close/>
                <a:moveTo>
                  <a:pt x="121659" y="64897"/>
                </a:moveTo>
                <a:lnTo>
                  <a:pt x="131721" y="63314"/>
                </a:lnTo>
                <a:cubicBezTo>
                  <a:pt x="132286" y="67329"/>
                  <a:pt x="133860" y="70405"/>
                  <a:pt x="136441" y="72544"/>
                </a:cubicBezTo>
                <a:cubicBezTo>
                  <a:pt x="139023" y="74682"/>
                  <a:pt x="142631" y="75751"/>
                  <a:pt x="147267" y="75751"/>
                </a:cubicBezTo>
                <a:cubicBezTo>
                  <a:pt x="151940" y="75751"/>
                  <a:pt x="155407" y="74807"/>
                  <a:pt x="157668" y="72919"/>
                </a:cubicBezTo>
                <a:cubicBezTo>
                  <a:pt x="159930" y="71030"/>
                  <a:pt x="161060" y="68814"/>
                  <a:pt x="161060" y="66273"/>
                </a:cubicBezTo>
                <a:cubicBezTo>
                  <a:pt x="161060" y="63992"/>
                  <a:pt x="160061" y="62197"/>
                  <a:pt x="158064" y="60888"/>
                </a:cubicBezTo>
                <a:cubicBezTo>
                  <a:pt x="156670" y="59991"/>
                  <a:pt x="153202" y="58850"/>
                  <a:pt x="147663" y="57467"/>
                </a:cubicBezTo>
                <a:cubicBezTo>
                  <a:pt x="140201" y="55581"/>
                  <a:pt x="135028" y="53950"/>
                  <a:pt x="132145" y="52573"/>
                </a:cubicBezTo>
                <a:cubicBezTo>
                  <a:pt x="129262" y="51196"/>
                  <a:pt x="127076" y="49291"/>
                  <a:pt x="125587" y="46858"/>
                </a:cubicBezTo>
                <a:cubicBezTo>
                  <a:pt x="124099" y="44425"/>
                  <a:pt x="123355" y="41738"/>
                  <a:pt x="123355" y="38796"/>
                </a:cubicBezTo>
                <a:cubicBezTo>
                  <a:pt x="123355" y="36118"/>
                  <a:pt x="123967" y="33637"/>
                  <a:pt x="125192" y="31355"/>
                </a:cubicBezTo>
                <a:cubicBezTo>
                  <a:pt x="126417" y="29072"/>
                  <a:pt x="128084" y="27177"/>
                  <a:pt x="130195" y="25668"/>
                </a:cubicBezTo>
                <a:cubicBezTo>
                  <a:pt x="131778" y="24499"/>
                  <a:pt x="133935" y="23509"/>
                  <a:pt x="136667" y="22699"/>
                </a:cubicBezTo>
                <a:cubicBezTo>
                  <a:pt x="139400" y="21887"/>
                  <a:pt x="142330" y="21481"/>
                  <a:pt x="145458" y="21481"/>
                </a:cubicBezTo>
                <a:cubicBezTo>
                  <a:pt x="150169" y="21481"/>
                  <a:pt x="154305" y="22165"/>
                  <a:pt x="157866" y="23531"/>
                </a:cubicBezTo>
                <a:cubicBezTo>
                  <a:pt x="161428" y="24896"/>
                  <a:pt x="164056" y="26745"/>
                  <a:pt x="165752" y="29080"/>
                </a:cubicBezTo>
                <a:cubicBezTo>
                  <a:pt x="167448" y="31413"/>
                  <a:pt x="168616" y="34533"/>
                  <a:pt x="169257" y="38441"/>
                </a:cubicBezTo>
                <a:lnTo>
                  <a:pt x="159308" y="39797"/>
                </a:lnTo>
                <a:cubicBezTo>
                  <a:pt x="158856" y="36707"/>
                  <a:pt x="157546" y="34295"/>
                  <a:pt x="155379" y="32561"/>
                </a:cubicBezTo>
                <a:cubicBezTo>
                  <a:pt x="153212" y="30828"/>
                  <a:pt x="150150" y="29961"/>
                  <a:pt x="146193" y="29961"/>
                </a:cubicBezTo>
                <a:cubicBezTo>
                  <a:pt x="141520" y="29961"/>
                  <a:pt x="138184" y="30730"/>
                  <a:pt x="136187" y="32268"/>
                </a:cubicBezTo>
                <a:cubicBezTo>
                  <a:pt x="134189" y="33805"/>
                  <a:pt x="133191" y="35605"/>
                  <a:pt x="133191" y="37669"/>
                </a:cubicBezTo>
                <a:cubicBezTo>
                  <a:pt x="133191" y="38981"/>
                  <a:pt x="133605" y="40162"/>
                  <a:pt x="134434" y="41212"/>
                </a:cubicBezTo>
                <a:cubicBezTo>
                  <a:pt x="135264" y="42299"/>
                  <a:pt x="136564" y="43199"/>
                  <a:pt x="138335" y="43912"/>
                </a:cubicBezTo>
                <a:cubicBezTo>
                  <a:pt x="139353" y="44287"/>
                  <a:pt x="142349" y="45150"/>
                  <a:pt x="147323" y="46500"/>
                </a:cubicBezTo>
                <a:cubicBezTo>
                  <a:pt x="154522" y="48421"/>
                  <a:pt x="159543" y="49993"/>
                  <a:pt x="162389" y="51216"/>
                </a:cubicBezTo>
                <a:cubicBezTo>
                  <a:pt x="165234" y="52440"/>
                  <a:pt x="167467" y="54220"/>
                  <a:pt x="169087" y="56555"/>
                </a:cubicBezTo>
                <a:cubicBezTo>
                  <a:pt x="170708" y="58889"/>
                  <a:pt x="171518" y="61788"/>
                  <a:pt x="171518" y="65252"/>
                </a:cubicBezTo>
                <a:cubicBezTo>
                  <a:pt x="171518" y="68641"/>
                  <a:pt x="170529" y="71833"/>
                  <a:pt x="168550" y="74827"/>
                </a:cubicBezTo>
                <a:cubicBezTo>
                  <a:pt x="166572" y="77819"/>
                  <a:pt x="163717" y="80135"/>
                  <a:pt x="159986" y="81773"/>
                </a:cubicBezTo>
                <a:cubicBezTo>
                  <a:pt x="156255" y="83411"/>
                  <a:pt x="152034" y="84230"/>
                  <a:pt x="147323" y="84230"/>
                </a:cubicBezTo>
                <a:cubicBezTo>
                  <a:pt x="139522" y="84230"/>
                  <a:pt x="133577" y="82605"/>
                  <a:pt x="129488" y="79354"/>
                </a:cubicBezTo>
                <a:cubicBezTo>
                  <a:pt x="125399" y="76104"/>
                  <a:pt x="122789" y="71285"/>
                  <a:pt x="121659" y="64897"/>
                </a:cubicBezTo>
                <a:close/>
                <a:moveTo>
                  <a:pt x="224713" y="63540"/>
                </a:moveTo>
                <a:lnTo>
                  <a:pt x="235228" y="64840"/>
                </a:lnTo>
                <a:cubicBezTo>
                  <a:pt x="233570" y="70983"/>
                  <a:pt x="230498" y="75751"/>
                  <a:pt x="226013" y="79142"/>
                </a:cubicBezTo>
                <a:cubicBezTo>
                  <a:pt x="221529" y="82534"/>
                  <a:pt x="215800" y="84230"/>
                  <a:pt x="208828" y="84230"/>
                </a:cubicBezTo>
                <a:cubicBezTo>
                  <a:pt x="200047" y="84230"/>
                  <a:pt x="193085" y="81526"/>
                  <a:pt x="187940" y="76118"/>
                </a:cubicBezTo>
                <a:cubicBezTo>
                  <a:pt x="182796" y="70710"/>
                  <a:pt x="180224" y="63125"/>
                  <a:pt x="180224" y="53365"/>
                </a:cubicBezTo>
                <a:cubicBezTo>
                  <a:pt x="180224" y="43264"/>
                  <a:pt x="182824" y="35426"/>
                  <a:pt x="188025" y="29848"/>
                </a:cubicBezTo>
                <a:cubicBezTo>
                  <a:pt x="193226" y="24270"/>
                  <a:pt x="199972" y="21481"/>
                  <a:pt x="208263" y="21481"/>
                </a:cubicBezTo>
                <a:cubicBezTo>
                  <a:pt x="216290" y="21481"/>
                  <a:pt x="222848" y="24210"/>
                  <a:pt x="227935" y="29666"/>
                </a:cubicBezTo>
                <a:cubicBezTo>
                  <a:pt x="233023" y="35121"/>
                  <a:pt x="235567" y="42796"/>
                  <a:pt x="235567" y="52692"/>
                </a:cubicBezTo>
                <a:cubicBezTo>
                  <a:pt x="235567" y="53293"/>
                  <a:pt x="235548" y="54196"/>
                  <a:pt x="235511" y="55400"/>
                </a:cubicBezTo>
                <a:lnTo>
                  <a:pt x="190739" y="55400"/>
                </a:lnTo>
                <a:cubicBezTo>
                  <a:pt x="191115" y="61976"/>
                  <a:pt x="192981" y="67012"/>
                  <a:pt x="196335" y="70507"/>
                </a:cubicBezTo>
                <a:cubicBezTo>
                  <a:pt x="199689" y="74003"/>
                  <a:pt x="203872" y="75751"/>
                  <a:pt x="208885" y="75751"/>
                </a:cubicBezTo>
                <a:cubicBezTo>
                  <a:pt x="212616" y="75751"/>
                  <a:pt x="215800" y="74780"/>
                  <a:pt x="218438" y="72839"/>
                </a:cubicBezTo>
                <a:cubicBezTo>
                  <a:pt x="221076" y="70897"/>
                  <a:pt x="223168" y="67797"/>
                  <a:pt x="224713" y="63540"/>
                </a:cubicBezTo>
                <a:moveTo>
                  <a:pt x="191304" y="46920"/>
                </a:moveTo>
                <a:lnTo>
                  <a:pt x="224826" y="46920"/>
                </a:lnTo>
                <a:cubicBezTo>
                  <a:pt x="224374" y="41953"/>
                  <a:pt x="223093" y="38227"/>
                  <a:pt x="220982" y="35743"/>
                </a:cubicBezTo>
                <a:cubicBezTo>
                  <a:pt x="217741" y="31888"/>
                  <a:pt x="213539" y="29961"/>
                  <a:pt x="208376" y="29961"/>
                </a:cubicBezTo>
                <a:cubicBezTo>
                  <a:pt x="203703" y="29961"/>
                  <a:pt x="199774" y="31500"/>
                  <a:pt x="196589" y="34577"/>
                </a:cubicBezTo>
                <a:cubicBezTo>
                  <a:pt x="193405" y="37653"/>
                  <a:pt x="191643" y="41768"/>
                  <a:pt x="191304" y="46920"/>
                </a:cubicBezTo>
                <a:close/>
                <a:moveTo>
                  <a:pt x="247896" y="82873"/>
                </a:moveTo>
                <a:lnTo>
                  <a:pt x="247896" y="22838"/>
                </a:lnTo>
                <a:lnTo>
                  <a:pt x="257054" y="22838"/>
                </a:lnTo>
                <a:lnTo>
                  <a:pt x="257054" y="31883"/>
                </a:lnTo>
                <a:cubicBezTo>
                  <a:pt x="259391" y="27648"/>
                  <a:pt x="261548" y="24856"/>
                  <a:pt x="263527" y="23506"/>
                </a:cubicBezTo>
                <a:cubicBezTo>
                  <a:pt x="265505" y="22156"/>
                  <a:pt x="267682" y="21481"/>
                  <a:pt x="270056" y="21481"/>
                </a:cubicBezTo>
                <a:cubicBezTo>
                  <a:pt x="273486" y="21481"/>
                  <a:pt x="276972" y="22570"/>
                  <a:pt x="280514" y="24746"/>
                </a:cubicBezTo>
                <a:lnTo>
                  <a:pt x="277009" y="34144"/>
                </a:lnTo>
                <a:cubicBezTo>
                  <a:pt x="274522" y="32674"/>
                  <a:pt x="272035" y="31940"/>
                  <a:pt x="269547" y="31940"/>
                </a:cubicBezTo>
                <a:cubicBezTo>
                  <a:pt x="267324" y="31940"/>
                  <a:pt x="265326" y="32610"/>
                  <a:pt x="263555" y="33950"/>
                </a:cubicBezTo>
                <a:cubicBezTo>
                  <a:pt x="261784" y="35289"/>
                  <a:pt x="260521" y="37147"/>
                  <a:pt x="259767" y="39523"/>
                </a:cubicBezTo>
                <a:cubicBezTo>
                  <a:pt x="258637" y="43145"/>
                  <a:pt x="258072" y="47106"/>
                  <a:pt x="258072" y="51407"/>
                </a:cubicBezTo>
                <a:lnTo>
                  <a:pt x="258072" y="82873"/>
                </a:lnTo>
                <a:lnTo>
                  <a:pt x="247896" y="82873"/>
                </a:lnTo>
                <a:close/>
                <a:moveTo>
                  <a:pt x="308790" y="73885"/>
                </a:moveTo>
                <a:lnTo>
                  <a:pt x="310260" y="82873"/>
                </a:lnTo>
                <a:cubicBezTo>
                  <a:pt x="307395" y="83401"/>
                  <a:pt x="304833" y="83665"/>
                  <a:pt x="302572" y="83665"/>
                </a:cubicBezTo>
                <a:cubicBezTo>
                  <a:pt x="298878" y="83665"/>
                  <a:pt x="296014" y="83081"/>
                  <a:pt x="293979" y="81912"/>
                </a:cubicBezTo>
                <a:cubicBezTo>
                  <a:pt x="291944" y="80744"/>
                  <a:pt x="290512" y="79208"/>
                  <a:pt x="289683" y="77305"/>
                </a:cubicBezTo>
                <a:cubicBezTo>
                  <a:pt x="288853" y="75402"/>
                  <a:pt x="288439" y="71398"/>
                  <a:pt x="288439" y="65292"/>
                </a:cubicBezTo>
                <a:lnTo>
                  <a:pt x="288439" y="30752"/>
                </a:lnTo>
                <a:lnTo>
                  <a:pt x="280977" y="30752"/>
                </a:lnTo>
                <a:lnTo>
                  <a:pt x="280977" y="22838"/>
                </a:lnTo>
                <a:lnTo>
                  <a:pt x="288439" y="22838"/>
                </a:lnTo>
                <a:lnTo>
                  <a:pt x="288439" y="7930"/>
                </a:lnTo>
                <a:lnTo>
                  <a:pt x="298558" y="1809"/>
                </a:lnTo>
                <a:lnTo>
                  <a:pt x="298558" y="22838"/>
                </a:lnTo>
                <a:lnTo>
                  <a:pt x="308790" y="22838"/>
                </a:lnTo>
                <a:lnTo>
                  <a:pt x="308790" y="30752"/>
                </a:lnTo>
                <a:lnTo>
                  <a:pt x="298558" y="30752"/>
                </a:lnTo>
                <a:lnTo>
                  <a:pt x="298558" y="65858"/>
                </a:lnTo>
                <a:cubicBezTo>
                  <a:pt x="298558" y="68760"/>
                  <a:pt x="298737" y="70625"/>
                  <a:pt x="299095" y="71454"/>
                </a:cubicBezTo>
                <a:cubicBezTo>
                  <a:pt x="299453" y="72283"/>
                  <a:pt x="300037" y="72943"/>
                  <a:pt x="300847" y="73433"/>
                </a:cubicBezTo>
                <a:cubicBezTo>
                  <a:pt x="301658" y="73923"/>
                  <a:pt x="302816" y="74168"/>
                  <a:pt x="304324" y="74168"/>
                </a:cubicBezTo>
                <a:cubicBezTo>
                  <a:pt x="305455" y="74168"/>
                  <a:pt x="306943" y="74073"/>
                  <a:pt x="308790" y="73885"/>
                </a:cubicBezTo>
                <a:close/>
                <a:moveTo>
                  <a:pt x="318792" y="11758"/>
                </a:moveTo>
                <a:lnTo>
                  <a:pt x="318792" y="0"/>
                </a:lnTo>
                <a:lnTo>
                  <a:pt x="328968" y="0"/>
                </a:lnTo>
                <a:lnTo>
                  <a:pt x="328968" y="11758"/>
                </a:lnTo>
                <a:lnTo>
                  <a:pt x="318792" y="11758"/>
                </a:lnTo>
                <a:moveTo>
                  <a:pt x="318792" y="82873"/>
                </a:moveTo>
                <a:lnTo>
                  <a:pt x="318792" y="22838"/>
                </a:lnTo>
                <a:lnTo>
                  <a:pt x="328968" y="22838"/>
                </a:lnTo>
                <a:lnTo>
                  <a:pt x="328968" y="82873"/>
                </a:lnTo>
                <a:lnTo>
                  <a:pt x="318792" y="82873"/>
                </a:lnTo>
                <a:close/>
                <a:moveTo>
                  <a:pt x="340673" y="52856"/>
                </a:moveTo>
                <a:cubicBezTo>
                  <a:pt x="340673" y="41738"/>
                  <a:pt x="343763" y="33504"/>
                  <a:pt x="349944" y="28152"/>
                </a:cubicBezTo>
                <a:cubicBezTo>
                  <a:pt x="355107" y="23705"/>
                  <a:pt x="361401" y="21481"/>
                  <a:pt x="368825" y="21481"/>
                </a:cubicBezTo>
                <a:cubicBezTo>
                  <a:pt x="377079" y="21481"/>
                  <a:pt x="383825" y="24186"/>
                  <a:pt x="389063" y="29594"/>
                </a:cubicBezTo>
                <a:cubicBezTo>
                  <a:pt x="394302" y="35002"/>
                  <a:pt x="396921" y="42473"/>
                  <a:pt x="396921" y="52008"/>
                </a:cubicBezTo>
                <a:cubicBezTo>
                  <a:pt x="396921" y="59734"/>
                  <a:pt x="395762" y="65811"/>
                  <a:pt x="393444" y="70239"/>
                </a:cubicBezTo>
                <a:cubicBezTo>
                  <a:pt x="391126" y="74667"/>
                  <a:pt x="387753" y="78106"/>
                  <a:pt x="383325" y="80556"/>
                </a:cubicBezTo>
                <a:cubicBezTo>
                  <a:pt x="378897" y="83005"/>
                  <a:pt x="374064" y="84230"/>
                  <a:pt x="368825" y="84230"/>
                </a:cubicBezTo>
                <a:cubicBezTo>
                  <a:pt x="360421" y="84230"/>
                  <a:pt x="353628" y="81535"/>
                  <a:pt x="348446" y="76146"/>
                </a:cubicBezTo>
                <a:cubicBezTo>
                  <a:pt x="343264" y="70757"/>
                  <a:pt x="340673" y="62994"/>
                  <a:pt x="340673" y="52856"/>
                </a:cubicBezTo>
                <a:moveTo>
                  <a:pt x="351131" y="52828"/>
                </a:moveTo>
                <a:cubicBezTo>
                  <a:pt x="351131" y="60487"/>
                  <a:pt x="352808" y="66223"/>
                  <a:pt x="356162" y="70034"/>
                </a:cubicBezTo>
                <a:cubicBezTo>
                  <a:pt x="359517" y="73845"/>
                  <a:pt x="363737" y="75751"/>
                  <a:pt x="368825" y="75751"/>
                </a:cubicBezTo>
                <a:cubicBezTo>
                  <a:pt x="373875" y="75751"/>
                  <a:pt x="378077" y="73836"/>
                  <a:pt x="381431" y="70006"/>
                </a:cubicBezTo>
                <a:cubicBezTo>
                  <a:pt x="384786" y="66176"/>
                  <a:pt x="386463" y="60337"/>
                  <a:pt x="386463" y="52490"/>
                </a:cubicBezTo>
                <a:cubicBezTo>
                  <a:pt x="386463" y="45093"/>
                  <a:pt x="384776" y="39489"/>
                  <a:pt x="381403" y="35678"/>
                </a:cubicBezTo>
                <a:cubicBezTo>
                  <a:pt x="378030" y="31867"/>
                  <a:pt x="373838" y="29961"/>
                  <a:pt x="368825" y="29961"/>
                </a:cubicBezTo>
                <a:cubicBezTo>
                  <a:pt x="363737" y="29961"/>
                  <a:pt x="359517" y="31857"/>
                  <a:pt x="356162" y="35649"/>
                </a:cubicBezTo>
                <a:cubicBezTo>
                  <a:pt x="352808" y="39442"/>
                  <a:pt x="351131" y="45168"/>
                  <a:pt x="351131" y="52828"/>
                </a:cubicBezTo>
                <a:close/>
                <a:moveTo>
                  <a:pt x="408854" y="82873"/>
                </a:moveTo>
                <a:lnTo>
                  <a:pt x="408854" y="22838"/>
                </a:lnTo>
                <a:lnTo>
                  <a:pt x="418012" y="22838"/>
                </a:lnTo>
                <a:lnTo>
                  <a:pt x="418012" y="31318"/>
                </a:lnTo>
                <a:cubicBezTo>
                  <a:pt x="422421" y="24760"/>
                  <a:pt x="428790" y="21481"/>
                  <a:pt x="437119" y="21481"/>
                </a:cubicBezTo>
                <a:cubicBezTo>
                  <a:pt x="440737" y="21481"/>
                  <a:pt x="444063" y="22132"/>
                  <a:pt x="447097" y="23432"/>
                </a:cubicBezTo>
                <a:cubicBezTo>
                  <a:pt x="450130" y="24732"/>
                  <a:pt x="452401" y="26437"/>
                  <a:pt x="453908" y="28548"/>
                </a:cubicBezTo>
                <a:cubicBezTo>
                  <a:pt x="455416" y="30658"/>
                  <a:pt x="456471" y="33164"/>
                  <a:pt x="457074" y="36066"/>
                </a:cubicBezTo>
                <a:cubicBezTo>
                  <a:pt x="457451" y="37951"/>
                  <a:pt x="457639" y="41248"/>
                  <a:pt x="457639" y="45959"/>
                </a:cubicBezTo>
                <a:lnTo>
                  <a:pt x="457639" y="82873"/>
                </a:lnTo>
                <a:lnTo>
                  <a:pt x="447464" y="82873"/>
                </a:lnTo>
                <a:lnTo>
                  <a:pt x="447464" y="46316"/>
                </a:lnTo>
                <a:cubicBezTo>
                  <a:pt x="447464" y="42166"/>
                  <a:pt x="447068" y="39062"/>
                  <a:pt x="446277" y="37006"/>
                </a:cubicBezTo>
                <a:cubicBezTo>
                  <a:pt x="445485" y="34950"/>
                  <a:pt x="444082" y="33309"/>
                  <a:pt x="442065" y="32083"/>
                </a:cubicBezTo>
                <a:cubicBezTo>
                  <a:pt x="440049" y="30857"/>
                  <a:pt x="437684" y="30244"/>
                  <a:pt x="434971" y="30244"/>
                </a:cubicBezTo>
                <a:cubicBezTo>
                  <a:pt x="430637" y="30244"/>
                  <a:pt x="426896" y="31621"/>
                  <a:pt x="423750" y="34376"/>
                </a:cubicBezTo>
                <a:cubicBezTo>
                  <a:pt x="420603" y="37129"/>
                  <a:pt x="419029" y="42354"/>
                  <a:pt x="419029" y="50050"/>
                </a:cubicBezTo>
                <a:lnTo>
                  <a:pt x="419029" y="82873"/>
                </a:lnTo>
                <a:lnTo>
                  <a:pt x="408854" y="82873"/>
                </a:lnTo>
                <a:close/>
                <a:moveTo>
                  <a:pt x="469177" y="64897"/>
                </a:moveTo>
                <a:lnTo>
                  <a:pt x="479240" y="63314"/>
                </a:lnTo>
                <a:cubicBezTo>
                  <a:pt x="479805" y="67329"/>
                  <a:pt x="481379" y="70405"/>
                  <a:pt x="483960" y="72544"/>
                </a:cubicBezTo>
                <a:cubicBezTo>
                  <a:pt x="486542" y="74682"/>
                  <a:pt x="490150" y="75751"/>
                  <a:pt x="494786" y="75751"/>
                </a:cubicBezTo>
                <a:cubicBezTo>
                  <a:pt x="499459" y="75751"/>
                  <a:pt x="502926" y="74807"/>
                  <a:pt x="505187" y="72919"/>
                </a:cubicBezTo>
                <a:cubicBezTo>
                  <a:pt x="507448" y="71030"/>
                  <a:pt x="508579" y="68814"/>
                  <a:pt x="508579" y="66273"/>
                </a:cubicBezTo>
                <a:cubicBezTo>
                  <a:pt x="508579" y="63992"/>
                  <a:pt x="507580" y="62197"/>
                  <a:pt x="505583" y="60888"/>
                </a:cubicBezTo>
                <a:cubicBezTo>
                  <a:pt x="504189" y="59991"/>
                  <a:pt x="500721" y="58850"/>
                  <a:pt x="495181" y="57467"/>
                </a:cubicBezTo>
                <a:cubicBezTo>
                  <a:pt x="487719" y="55581"/>
                  <a:pt x="482547" y="53950"/>
                  <a:pt x="479664" y="52573"/>
                </a:cubicBezTo>
                <a:cubicBezTo>
                  <a:pt x="476781" y="51196"/>
                  <a:pt x="474595" y="49291"/>
                  <a:pt x="473106" y="46858"/>
                </a:cubicBezTo>
                <a:cubicBezTo>
                  <a:pt x="471618" y="44425"/>
                  <a:pt x="470873" y="41738"/>
                  <a:pt x="470873" y="38796"/>
                </a:cubicBezTo>
                <a:cubicBezTo>
                  <a:pt x="470873" y="36118"/>
                  <a:pt x="471486" y="33637"/>
                  <a:pt x="472711" y="31355"/>
                </a:cubicBezTo>
                <a:cubicBezTo>
                  <a:pt x="473935" y="29072"/>
                  <a:pt x="475603" y="27177"/>
                  <a:pt x="477714" y="25668"/>
                </a:cubicBezTo>
                <a:cubicBezTo>
                  <a:pt x="479296" y="24499"/>
                  <a:pt x="481454" y="23509"/>
                  <a:pt x="484186" y="22699"/>
                </a:cubicBezTo>
                <a:cubicBezTo>
                  <a:pt x="486919" y="21887"/>
                  <a:pt x="489849" y="21481"/>
                  <a:pt x="492977" y="21481"/>
                </a:cubicBezTo>
                <a:cubicBezTo>
                  <a:pt x="497688" y="21481"/>
                  <a:pt x="501824" y="22165"/>
                  <a:pt x="505385" y="23531"/>
                </a:cubicBezTo>
                <a:cubicBezTo>
                  <a:pt x="508946" y="24896"/>
                  <a:pt x="511575" y="26745"/>
                  <a:pt x="513271" y="29080"/>
                </a:cubicBezTo>
                <a:cubicBezTo>
                  <a:pt x="514967" y="31413"/>
                  <a:pt x="516135" y="34533"/>
                  <a:pt x="516776" y="38441"/>
                </a:cubicBezTo>
                <a:lnTo>
                  <a:pt x="506827" y="39797"/>
                </a:lnTo>
                <a:cubicBezTo>
                  <a:pt x="506374" y="36707"/>
                  <a:pt x="505065" y="34295"/>
                  <a:pt x="502898" y="32561"/>
                </a:cubicBezTo>
                <a:cubicBezTo>
                  <a:pt x="500731" y="30828"/>
                  <a:pt x="497669" y="29961"/>
                  <a:pt x="493712" y="29961"/>
                </a:cubicBezTo>
                <a:cubicBezTo>
                  <a:pt x="489038" y="29961"/>
                  <a:pt x="485703" y="30730"/>
                  <a:pt x="483706" y="32268"/>
                </a:cubicBezTo>
                <a:cubicBezTo>
                  <a:pt x="481708" y="33805"/>
                  <a:pt x="480710" y="35605"/>
                  <a:pt x="480710" y="37669"/>
                </a:cubicBezTo>
                <a:cubicBezTo>
                  <a:pt x="480710" y="38981"/>
                  <a:pt x="481124" y="40162"/>
                  <a:pt x="481953" y="41212"/>
                </a:cubicBezTo>
                <a:cubicBezTo>
                  <a:pt x="482782" y="42299"/>
                  <a:pt x="484083" y="43199"/>
                  <a:pt x="485854" y="43912"/>
                </a:cubicBezTo>
                <a:cubicBezTo>
                  <a:pt x="486871" y="44287"/>
                  <a:pt x="489868" y="45150"/>
                  <a:pt x="494842" y="46500"/>
                </a:cubicBezTo>
                <a:cubicBezTo>
                  <a:pt x="502040" y="48421"/>
                  <a:pt x="507062" y="49993"/>
                  <a:pt x="509908" y="51216"/>
                </a:cubicBezTo>
                <a:cubicBezTo>
                  <a:pt x="512753" y="52440"/>
                  <a:pt x="514986" y="54220"/>
                  <a:pt x="516606" y="56555"/>
                </a:cubicBezTo>
                <a:cubicBezTo>
                  <a:pt x="518227" y="58889"/>
                  <a:pt x="519037" y="61788"/>
                  <a:pt x="519037" y="65252"/>
                </a:cubicBezTo>
                <a:cubicBezTo>
                  <a:pt x="519037" y="68641"/>
                  <a:pt x="518048" y="71833"/>
                  <a:pt x="516069" y="74827"/>
                </a:cubicBezTo>
                <a:cubicBezTo>
                  <a:pt x="514091" y="77819"/>
                  <a:pt x="511236" y="80135"/>
                  <a:pt x="507505" y="81773"/>
                </a:cubicBezTo>
                <a:cubicBezTo>
                  <a:pt x="503774" y="83411"/>
                  <a:pt x="499553" y="84230"/>
                  <a:pt x="494842" y="84230"/>
                </a:cubicBezTo>
                <a:cubicBezTo>
                  <a:pt x="487041" y="84230"/>
                  <a:pt x="481096" y="82605"/>
                  <a:pt x="477007" y="79354"/>
                </a:cubicBezTo>
                <a:cubicBezTo>
                  <a:pt x="472918" y="76104"/>
                  <a:pt x="470308" y="71285"/>
                  <a:pt x="469177" y="64897"/>
                </a:cubicBezTo>
                <a:close/>
                <a:moveTo>
                  <a:pt x="534018" y="82873"/>
                </a:moveTo>
                <a:lnTo>
                  <a:pt x="534018" y="71228"/>
                </a:lnTo>
                <a:lnTo>
                  <a:pt x="545606" y="71228"/>
                </a:lnTo>
                <a:lnTo>
                  <a:pt x="545606" y="82873"/>
                </a:lnTo>
                <a:lnTo>
                  <a:pt x="534018" y="82873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1D095F-D5C2-46A4-BB7F-D8960341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675" y="2042568"/>
            <a:ext cx="1629770" cy="582034"/>
          </a:xfrm>
          <a:custGeom xmlns:a="http://schemas.openxmlformats.org/drawingml/2006/main">
            <a:pathLst>
              <a:path w="1629770" h="582034">
                <a:moveTo>
                  <a:pt x="1629770" y="78360"/>
                </a:moveTo>
                <a:lnTo>
                  <a:pt x="1629770" y="503655"/>
                </a:lnTo>
                <a:cubicBezTo>
                  <a:pt x="1629770" y="546916"/>
                  <a:pt x="1594651" y="582034"/>
                  <a:pt x="1551410" y="582034"/>
                </a:cubicBezTo>
                <a:lnTo>
                  <a:pt x="78360" y="582034"/>
                </a:lnTo>
                <a:cubicBezTo>
                  <a:pt x="35118" y="582034"/>
                  <a:pt x="0" y="546916"/>
                  <a:pt x="0" y="503655"/>
                </a:cubicBezTo>
                <a:lnTo>
                  <a:pt x="0" y="78360"/>
                </a:lnTo>
                <a:cubicBezTo>
                  <a:pt x="0" y="35118"/>
                  <a:pt x="35118" y="0"/>
                  <a:pt x="78360" y="0"/>
                </a:cubicBezTo>
                <a:lnTo>
                  <a:pt x="1551410" y="0"/>
                </a:lnTo>
                <a:cubicBezTo>
                  <a:pt x="1594651" y="0"/>
                  <a:pt x="1629770" y="35118"/>
                  <a:pt x="1629770" y="78360"/>
                </a:cubicBezTo>
                <a:close/>
              </a:path>
            </a:pathLst>
          </a:custGeom>
          <a:solidFill xmlns:a="http://schemas.openxmlformats.org/drawingml/2006/main">
            <a:srgbClr val="09C479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�Suffcient">
            <a:extLst xmlns:a="http://schemas.openxmlformats.org/drawingml/2006/main">
              <a:ext uri="{FF2B5EF4-FFF2-40B4-BE49-F238E27FC236}">
                <a16:creationId xmlns:a16="http://schemas.microsoft.com/office/drawing/2014/main" id="{47822841-B02F-4256-85C1-C625DB35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093" y="2098583"/>
            <a:ext cx="1108730" cy="173661"/>
          </a:xfrm>
          <a:custGeom xmlns:a="http://schemas.openxmlformats.org/drawingml/2006/main">
            <a:pathLst>
              <a:path w="1108730" h="173661">
                <a:moveTo>
                  <a:pt x="90699" y="173661"/>
                </a:moveTo>
                <a:cubicBezTo>
                  <a:pt x="121700" y="173661"/>
                  <a:pt x="150395" y="157110"/>
                  <a:pt x="165929" y="130246"/>
                </a:cubicBezTo>
                <a:cubicBezTo>
                  <a:pt x="181396" y="103384"/>
                  <a:pt x="181396" y="70279"/>
                  <a:pt x="165929" y="43415"/>
                </a:cubicBezTo>
                <a:cubicBezTo>
                  <a:pt x="150395" y="16554"/>
                  <a:pt x="121700" y="0"/>
                  <a:pt x="90699" y="0"/>
                </a:cubicBezTo>
                <a:cubicBezTo>
                  <a:pt x="59696" y="0"/>
                  <a:pt x="31003" y="16554"/>
                  <a:pt x="15467" y="43415"/>
                </a:cubicBezTo>
                <a:cubicBezTo>
                  <a:pt x="0" y="70279"/>
                  <a:pt x="0" y="103384"/>
                  <a:pt x="15467" y="130246"/>
                </a:cubicBezTo>
                <a:cubicBezTo>
                  <a:pt x="31003" y="157110"/>
                  <a:pt x="59696" y="173661"/>
                  <a:pt x="90699" y="173661"/>
                </a:cubicBezTo>
                <a:moveTo>
                  <a:pt x="129027" y="70889"/>
                </a:moveTo>
                <a:lnTo>
                  <a:pt x="85612" y="114304"/>
                </a:lnTo>
                <a:cubicBezTo>
                  <a:pt x="82421" y="117495"/>
                  <a:pt x="77267" y="117495"/>
                  <a:pt x="74146" y="114304"/>
                </a:cubicBezTo>
                <a:lnTo>
                  <a:pt x="52438" y="92597"/>
                </a:lnTo>
                <a:cubicBezTo>
                  <a:pt x="49250" y="89409"/>
                  <a:pt x="49250" y="84255"/>
                  <a:pt x="52438" y="81133"/>
                </a:cubicBezTo>
                <a:cubicBezTo>
                  <a:pt x="55626" y="77946"/>
                  <a:pt x="60782" y="77946"/>
                  <a:pt x="63904" y="81133"/>
                </a:cubicBezTo>
                <a:lnTo>
                  <a:pt x="79845" y="97075"/>
                </a:lnTo>
                <a:lnTo>
                  <a:pt x="117495" y="59359"/>
                </a:lnTo>
                <a:cubicBezTo>
                  <a:pt x="120682" y="56169"/>
                  <a:pt x="125836" y="56169"/>
                  <a:pt x="128958" y="59359"/>
                </a:cubicBezTo>
                <a:cubicBezTo>
                  <a:pt x="132146" y="62547"/>
                  <a:pt x="132146" y="67701"/>
                  <a:pt x="128958" y="70823"/>
                </a:cubicBezTo>
                <a:lnTo>
                  <a:pt x="129027" y="70889"/>
                </a:lnTo>
                <a:close/>
                <a:moveTo>
                  <a:pt x="212494" y="110836"/>
                </a:moveTo>
                <a:lnTo>
                  <a:pt x="249041" y="108538"/>
                </a:lnTo>
                <a:cubicBezTo>
                  <a:pt x="249832" y="114497"/>
                  <a:pt x="251443" y="119038"/>
                  <a:pt x="253874" y="122161"/>
                </a:cubicBezTo>
                <a:cubicBezTo>
                  <a:pt x="257831" y="127212"/>
                  <a:pt x="263484" y="129737"/>
                  <a:pt x="270833" y="129737"/>
                </a:cubicBezTo>
                <a:cubicBezTo>
                  <a:pt x="276316" y="129737"/>
                  <a:pt x="280542" y="128448"/>
                  <a:pt x="283510" y="125871"/>
                </a:cubicBezTo>
                <a:cubicBezTo>
                  <a:pt x="286478" y="123293"/>
                  <a:pt x="287962" y="120305"/>
                  <a:pt x="287962" y="116906"/>
                </a:cubicBezTo>
                <a:cubicBezTo>
                  <a:pt x="287962" y="113677"/>
                  <a:pt x="286548" y="110788"/>
                  <a:pt x="283722" y="108239"/>
                </a:cubicBezTo>
                <a:cubicBezTo>
                  <a:pt x="280895" y="105690"/>
                  <a:pt x="274338" y="103282"/>
                  <a:pt x="264049" y="101015"/>
                </a:cubicBezTo>
                <a:cubicBezTo>
                  <a:pt x="247203" y="97221"/>
                  <a:pt x="235191" y="92181"/>
                  <a:pt x="228011" y="85898"/>
                </a:cubicBezTo>
                <a:cubicBezTo>
                  <a:pt x="220775" y="79614"/>
                  <a:pt x="217157" y="71604"/>
                  <a:pt x="217157" y="61866"/>
                </a:cubicBezTo>
                <a:cubicBezTo>
                  <a:pt x="217157" y="55469"/>
                  <a:pt x="219009" y="49427"/>
                  <a:pt x="222712" y="43739"/>
                </a:cubicBezTo>
                <a:cubicBezTo>
                  <a:pt x="226414" y="38048"/>
                  <a:pt x="231983" y="33576"/>
                  <a:pt x="239416" y="30322"/>
                </a:cubicBezTo>
                <a:cubicBezTo>
                  <a:pt x="246850" y="27067"/>
                  <a:pt x="257040" y="25439"/>
                  <a:pt x="269985" y="25439"/>
                </a:cubicBezTo>
                <a:cubicBezTo>
                  <a:pt x="285870" y="25439"/>
                  <a:pt x="297982" y="28392"/>
                  <a:pt x="306320" y="34300"/>
                </a:cubicBezTo>
                <a:cubicBezTo>
                  <a:pt x="314658" y="40207"/>
                  <a:pt x="319619" y="49605"/>
                  <a:pt x="321201" y="62494"/>
                </a:cubicBezTo>
                <a:lnTo>
                  <a:pt x="284994" y="64614"/>
                </a:lnTo>
                <a:cubicBezTo>
                  <a:pt x="284033" y="59018"/>
                  <a:pt x="282012" y="54947"/>
                  <a:pt x="278931" y="52404"/>
                </a:cubicBezTo>
                <a:cubicBezTo>
                  <a:pt x="275850" y="49860"/>
                  <a:pt x="271596" y="48588"/>
                  <a:pt x="266169" y="48588"/>
                </a:cubicBezTo>
                <a:cubicBezTo>
                  <a:pt x="261703" y="48588"/>
                  <a:pt x="258340" y="49537"/>
                  <a:pt x="256079" y="51436"/>
                </a:cubicBezTo>
                <a:cubicBezTo>
                  <a:pt x="253817" y="53334"/>
                  <a:pt x="252687" y="55642"/>
                  <a:pt x="252687" y="58360"/>
                </a:cubicBezTo>
                <a:cubicBezTo>
                  <a:pt x="252687" y="60343"/>
                  <a:pt x="253619" y="62127"/>
                  <a:pt x="255485" y="63713"/>
                </a:cubicBezTo>
                <a:cubicBezTo>
                  <a:pt x="257294" y="65356"/>
                  <a:pt x="261590" y="66886"/>
                  <a:pt x="268374" y="68303"/>
                </a:cubicBezTo>
                <a:cubicBezTo>
                  <a:pt x="285163" y="71928"/>
                  <a:pt x="297190" y="75594"/>
                  <a:pt x="304454" y="79302"/>
                </a:cubicBezTo>
                <a:cubicBezTo>
                  <a:pt x="311718" y="83010"/>
                  <a:pt x="317004" y="87610"/>
                  <a:pt x="320311" y="93103"/>
                </a:cubicBezTo>
                <a:cubicBezTo>
                  <a:pt x="323618" y="98593"/>
                  <a:pt x="325272" y="104736"/>
                  <a:pt x="325272" y="111530"/>
                </a:cubicBezTo>
                <a:cubicBezTo>
                  <a:pt x="325272" y="119511"/>
                  <a:pt x="323067" y="126871"/>
                  <a:pt x="318658" y="133608"/>
                </a:cubicBezTo>
                <a:cubicBezTo>
                  <a:pt x="314248" y="140344"/>
                  <a:pt x="308086" y="145453"/>
                  <a:pt x="300172" y="148935"/>
                </a:cubicBezTo>
                <a:cubicBezTo>
                  <a:pt x="292258" y="152417"/>
                  <a:pt x="282280" y="154158"/>
                  <a:pt x="270239" y="154158"/>
                </a:cubicBezTo>
                <a:cubicBezTo>
                  <a:pt x="249097" y="154158"/>
                  <a:pt x="234456" y="150081"/>
                  <a:pt x="226315" y="141926"/>
                </a:cubicBezTo>
                <a:cubicBezTo>
                  <a:pt x="218175" y="133772"/>
                  <a:pt x="213568" y="123408"/>
                  <a:pt x="212494" y="110836"/>
                </a:cubicBezTo>
                <a:close/>
                <a:moveTo>
                  <a:pt x="437207" y="151953"/>
                </a:moveTo>
                <a:lnTo>
                  <a:pt x="404985" y="151953"/>
                </a:lnTo>
                <a:lnTo>
                  <a:pt x="404985" y="137369"/>
                </a:lnTo>
                <a:cubicBezTo>
                  <a:pt x="400180" y="143361"/>
                  <a:pt x="395332" y="147629"/>
                  <a:pt x="390442" y="150173"/>
                </a:cubicBezTo>
                <a:cubicBezTo>
                  <a:pt x="385553" y="152717"/>
                  <a:pt x="379546" y="153988"/>
                  <a:pt x="372423" y="153988"/>
                </a:cubicBezTo>
                <a:cubicBezTo>
                  <a:pt x="362926" y="153988"/>
                  <a:pt x="355478" y="151148"/>
                  <a:pt x="350080" y="145466"/>
                </a:cubicBezTo>
                <a:cubicBezTo>
                  <a:pt x="344681" y="139785"/>
                  <a:pt x="341982" y="131037"/>
                  <a:pt x="341982" y="119222"/>
                </a:cubicBezTo>
                <a:lnTo>
                  <a:pt x="341982" y="61901"/>
                </a:lnTo>
                <a:lnTo>
                  <a:pt x="376663" y="61901"/>
                </a:lnTo>
                <a:lnTo>
                  <a:pt x="376663" y="111421"/>
                </a:lnTo>
                <a:cubicBezTo>
                  <a:pt x="376663" y="117074"/>
                  <a:pt x="377709" y="121088"/>
                  <a:pt x="379801" y="123462"/>
                </a:cubicBezTo>
                <a:cubicBezTo>
                  <a:pt x="381892" y="125836"/>
                  <a:pt x="384832" y="127023"/>
                  <a:pt x="388619" y="127023"/>
                </a:cubicBezTo>
                <a:cubicBezTo>
                  <a:pt x="392746" y="127023"/>
                  <a:pt x="396124" y="125441"/>
                  <a:pt x="398752" y="122275"/>
                </a:cubicBezTo>
                <a:cubicBezTo>
                  <a:pt x="401381" y="119109"/>
                  <a:pt x="402695" y="113428"/>
                  <a:pt x="402695" y="105231"/>
                </a:cubicBezTo>
                <a:lnTo>
                  <a:pt x="402695" y="61901"/>
                </a:lnTo>
                <a:lnTo>
                  <a:pt x="437207" y="61901"/>
                </a:lnTo>
                <a:lnTo>
                  <a:pt x="437207" y="151953"/>
                </a:lnTo>
                <a:close/>
                <a:moveTo>
                  <a:pt x="496548" y="61901"/>
                </a:moveTo>
                <a:lnTo>
                  <a:pt x="512998" y="61901"/>
                </a:lnTo>
                <a:lnTo>
                  <a:pt x="512998" y="87170"/>
                </a:lnTo>
                <a:lnTo>
                  <a:pt x="496548" y="87170"/>
                </a:lnTo>
                <a:lnTo>
                  <a:pt x="496548" y="151953"/>
                </a:lnTo>
                <a:lnTo>
                  <a:pt x="461951" y="151953"/>
                </a:lnTo>
                <a:lnTo>
                  <a:pt x="461951" y="87170"/>
                </a:lnTo>
                <a:lnTo>
                  <a:pt x="449062" y="87170"/>
                </a:lnTo>
                <a:lnTo>
                  <a:pt x="449062" y="61901"/>
                </a:lnTo>
                <a:lnTo>
                  <a:pt x="461951" y="61901"/>
                </a:lnTo>
                <a:lnTo>
                  <a:pt x="461951" y="57820"/>
                </a:lnTo>
                <a:cubicBezTo>
                  <a:pt x="461951" y="54138"/>
                  <a:pt x="462347" y="50088"/>
                  <a:pt x="463138" y="45668"/>
                </a:cubicBezTo>
                <a:cubicBezTo>
                  <a:pt x="463930" y="41248"/>
                  <a:pt x="465414" y="37636"/>
                  <a:pt x="467590" y="34832"/>
                </a:cubicBezTo>
                <a:cubicBezTo>
                  <a:pt x="469767" y="32027"/>
                  <a:pt x="472819" y="29761"/>
                  <a:pt x="476748" y="28033"/>
                </a:cubicBezTo>
                <a:cubicBezTo>
                  <a:pt x="480677" y="26303"/>
                  <a:pt x="486429" y="25439"/>
                  <a:pt x="494004" y="25439"/>
                </a:cubicBezTo>
                <a:cubicBezTo>
                  <a:pt x="500053" y="25439"/>
                  <a:pt x="508843" y="26148"/>
                  <a:pt x="520375" y="27566"/>
                </a:cubicBezTo>
                <a:lnTo>
                  <a:pt x="516560" y="48503"/>
                </a:lnTo>
                <a:cubicBezTo>
                  <a:pt x="512433" y="47825"/>
                  <a:pt x="509098" y="47485"/>
                  <a:pt x="506554" y="47485"/>
                </a:cubicBezTo>
                <a:cubicBezTo>
                  <a:pt x="503445" y="47485"/>
                  <a:pt x="501212" y="48008"/>
                  <a:pt x="499855" y="49054"/>
                </a:cubicBezTo>
                <a:cubicBezTo>
                  <a:pt x="498498" y="50100"/>
                  <a:pt x="497537" y="51753"/>
                  <a:pt x="496972" y="54015"/>
                </a:cubicBezTo>
                <a:cubicBezTo>
                  <a:pt x="496689" y="55258"/>
                  <a:pt x="496548" y="57887"/>
                  <a:pt x="496548" y="61901"/>
                </a:cubicBezTo>
                <a:close/>
                <a:moveTo>
                  <a:pt x="559558" y="61901"/>
                </a:moveTo>
                <a:lnTo>
                  <a:pt x="574990" y="61901"/>
                </a:lnTo>
                <a:lnTo>
                  <a:pt x="574990" y="87170"/>
                </a:lnTo>
                <a:lnTo>
                  <a:pt x="559558" y="87170"/>
                </a:lnTo>
                <a:lnTo>
                  <a:pt x="559558" y="151953"/>
                </a:lnTo>
                <a:lnTo>
                  <a:pt x="528183" y="151953"/>
                </a:lnTo>
                <a:lnTo>
                  <a:pt x="528183" y="87170"/>
                </a:lnTo>
                <a:lnTo>
                  <a:pt x="516990" y="87170"/>
                </a:lnTo>
                <a:lnTo>
                  <a:pt x="516990" y="61901"/>
                </a:lnTo>
                <a:lnTo>
                  <a:pt x="528183" y="61901"/>
                </a:lnTo>
                <a:lnTo>
                  <a:pt x="528183" y="57820"/>
                </a:lnTo>
                <a:cubicBezTo>
                  <a:pt x="528183" y="54421"/>
                  <a:pt x="528565" y="50441"/>
                  <a:pt x="529328" y="45880"/>
                </a:cubicBezTo>
                <a:cubicBezTo>
                  <a:pt x="530091" y="41318"/>
                  <a:pt x="531632" y="37578"/>
                  <a:pt x="533949" y="34660"/>
                </a:cubicBezTo>
                <a:cubicBezTo>
                  <a:pt x="536267" y="31742"/>
                  <a:pt x="539461" y="29475"/>
                  <a:pt x="543531" y="27861"/>
                </a:cubicBezTo>
                <a:cubicBezTo>
                  <a:pt x="547601" y="26246"/>
                  <a:pt x="552548" y="25439"/>
                  <a:pt x="558370" y="25439"/>
                </a:cubicBezTo>
                <a:cubicBezTo>
                  <a:pt x="562780" y="25439"/>
                  <a:pt x="570779" y="26089"/>
                  <a:pt x="582368" y="27389"/>
                </a:cubicBezTo>
                <a:lnTo>
                  <a:pt x="578552" y="48169"/>
                </a:lnTo>
                <a:cubicBezTo>
                  <a:pt x="574482" y="47600"/>
                  <a:pt x="571570" y="47316"/>
                  <a:pt x="569818" y="47316"/>
                </a:cubicBezTo>
                <a:cubicBezTo>
                  <a:pt x="566087" y="47316"/>
                  <a:pt x="563444" y="48169"/>
                  <a:pt x="561889" y="49876"/>
                </a:cubicBezTo>
                <a:cubicBezTo>
                  <a:pt x="560335" y="51580"/>
                  <a:pt x="559558" y="54907"/>
                  <a:pt x="559558" y="59855"/>
                </a:cubicBezTo>
                <a:lnTo>
                  <a:pt x="559558" y="61901"/>
                </a:lnTo>
                <a:moveTo>
                  <a:pt x="589151" y="27643"/>
                </a:moveTo>
                <a:lnTo>
                  <a:pt x="620610" y="27643"/>
                </a:lnTo>
                <a:lnTo>
                  <a:pt x="620610" y="51047"/>
                </a:lnTo>
                <a:lnTo>
                  <a:pt x="589151" y="51047"/>
                </a:lnTo>
                <a:lnTo>
                  <a:pt x="589151" y="27643"/>
                </a:lnTo>
                <a:moveTo>
                  <a:pt x="589151" y="61901"/>
                </a:moveTo>
                <a:lnTo>
                  <a:pt x="620610" y="61901"/>
                </a:lnTo>
                <a:lnTo>
                  <a:pt x="620610" y="151953"/>
                </a:lnTo>
                <a:lnTo>
                  <a:pt x="589151" y="151953"/>
                </a:lnTo>
                <a:lnTo>
                  <a:pt x="589151" y="61901"/>
                </a:lnTo>
                <a:close/>
                <a:moveTo>
                  <a:pt x="708697" y="116678"/>
                </a:moveTo>
                <a:lnTo>
                  <a:pt x="741513" y="120409"/>
                </a:lnTo>
                <a:cubicBezTo>
                  <a:pt x="739704" y="127250"/>
                  <a:pt x="736736" y="133171"/>
                  <a:pt x="732609" y="138174"/>
                </a:cubicBezTo>
                <a:cubicBezTo>
                  <a:pt x="728483" y="143177"/>
                  <a:pt x="723211" y="147063"/>
                  <a:pt x="716795" y="149833"/>
                </a:cubicBezTo>
                <a:cubicBezTo>
                  <a:pt x="710379" y="152603"/>
                  <a:pt x="702224" y="153988"/>
                  <a:pt x="692331" y="153988"/>
                </a:cubicBezTo>
                <a:cubicBezTo>
                  <a:pt x="682778" y="153988"/>
                  <a:pt x="674821" y="153099"/>
                  <a:pt x="668462" y="151320"/>
                </a:cubicBezTo>
                <a:cubicBezTo>
                  <a:pt x="662102" y="149541"/>
                  <a:pt x="656633" y="146661"/>
                  <a:pt x="652054" y="142679"/>
                </a:cubicBezTo>
                <a:cubicBezTo>
                  <a:pt x="647475" y="138697"/>
                  <a:pt x="643885" y="134024"/>
                  <a:pt x="641285" y="128658"/>
                </a:cubicBezTo>
                <a:cubicBezTo>
                  <a:pt x="638684" y="123292"/>
                  <a:pt x="637384" y="116175"/>
                  <a:pt x="637384" y="107309"/>
                </a:cubicBezTo>
                <a:cubicBezTo>
                  <a:pt x="637384" y="98046"/>
                  <a:pt x="638967" y="90337"/>
                  <a:pt x="642133" y="84181"/>
                </a:cubicBezTo>
                <a:cubicBezTo>
                  <a:pt x="644450" y="79662"/>
                  <a:pt x="647616" y="75609"/>
                  <a:pt x="651630" y="72023"/>
                </a:cubicBezTo>
                <a:cubicBezTo>
                  <a:pt x="655643" y="68437"/>
                  <a:pt x="659770" y="65769"/>
                  <a:pt x="664010" y="64018"/>
                </a:cubicBezTo>
                <a:cubicBezTo>
                  <a:pt x="670737" y="61250"/>
                  <a:pt x="679358" y="59866"/>
                  <a:pt x="689872" y="59866"/>
                </a:cubicBezTo>
                <a:cubicBezTo>
                  <a:pt x="704570" y="59866"/>
                  <a:pt x="715777" y="62501"/>
                  <a:pt x="723494" y="67773"/>
                </a:cubicBezTo>
                <a:cubicBezTo>
                  <a:pt x="731210" y="73044"/>
                  <a:pt x="736623" y="80753"/>
                  <a:pt x="739732" y="90901"/>
                </a:cubicBezTo>
                <a:lnTo>
                  <a:pt x="707255" y="95140"/>
                </a:lnTo>
                <a:cubicBezTo>
                  <a:pt x="706238" y="91325"/>
                  <a:pt x="704387" y="88449"/>
                  <a:pt x="701701" y="86512"/>
                </a:cubicBezTo>
                <a:cubicBezTo>
                  <a:pt x="699016" y="84576"/>
                  <a:pt x="695412" y="83608"/>
                  <a:pt x="690890" y="83608"/>
                </a:cubicBezTo>
                <a:cubicBezTo>
                  <a:pt x="685180" y="83608"/>
                  <a:pt x="680559" y="85639"/>
                  <a:pt x="677026" y="89700"/>
                </a:cubicBezTo>
                <a:cubicBezTo>
                  <a:pt x="673493" y="93762"/>
                  <a:pt x="671726" y="99910"/>
                  <a:pt x="671726" y="108146"/>
                </a:cubicBezTo>
                <a:cubicBezTo>
                  <a:pt x="671726" y="115486"/>
                  <a:pt x="673479" y="121061"/>
                  <a:pt x="676983" y="124872"/>
                </a:cubicBezTo>
                <a:cubicBezTo>
                  <a:pt x="680488" y="128681"/>
                  <a:pt x="684954" y="130585"/>
                  <a:pt x="690381" y="130585"/>
                </a:cubicBezTo>
                <a:cubicBezTo>
                  <a:pt x="694904" y="130585"/>
                  <a:pt x="698705" y="129447"/>
                  <a:pt x="701786" y="127172"/>
                </a:cubicBezTo>
                <a:cubicBezTo>
                  <a:pt x="704867" y="124895"/>
                  <a:pt x="707171" y="121397"/>
                  <a:pt x="708697" y="116678"/>
                </a:cubicBezTo>
                <a:close/>
                <a:moveTo>
                  <a:pt x="758625" y="27643"/>
                </a:moveTo>
                <a:lnTo>
                  <a:pt x="793137" y="27643"/>
                </a:lnTo>
                <a:lnTo>
                  <a:pt x="793137" y="51047"/>
                </a:lnTo>
                <a:lnTo>
                  <a:pt x="758625" y="51047"/>
                </a:lnTo>
                <a:lnTo>
                  <a:pt x="758625" y="27643"/>
                </a:lnTo>
                <a:moveTo>
                  <a:pt x="758625" y="61901"/>
                </a:moveTo>
                <a:lnTo>
                  <a:pt x="793137" y="61901"/>
                </a:lnTo>
                <a:lnTo>
                  <a:pt x="793137" y="151953"/>
                </a:lnTo>
                <a:lnTo>
                  <a:pt x="758625" y="151953"/>
                </a:lnTo>
                <a:lnTo>
                  <a:pt x="758625" y="61901"/>
                </a:lnTo>
                <a:close/>
                <a:moveTo>
                  <a:pt x="915174" y="115491"/>
                </a:moveTo>
                <a:lnTo>
                  <a:pt x="845981" y="115491"/>
                </a:lnTo>
                <a:cubicBezTo>
                  <a:pt x="846603" y="121005"/>
                  <a:pt x="848101" y="125112"/>
                  <a:pt x="850475" y="127813"/>
                </a:cubicBezTo>
                <a:cubicBezTo>
                  <a:pt x="853810" y="131696"/>
                  <a:pt x="858163" y="133638"/>
                  <a:pt x="863534" y="133638"/>
                </a:cubicBezTo>
                <a:cubicBezTo>
                  <a:pt x="866925" y="133638"/>
                  <a:pt x="870148" y="132798"/>
                  <a:pt x="873200" y="131120"/>
                </a:cubicBezTo>
                <a:cubicBezTo>
                  <a:pt x="875066" y="130057"/>
                  <a:pt x="877073" y="128182"/>
                  <a:pt x="879221" y="125497"/>
                </a:cubicBezTo>
                <a:lnTo>
                  <a:pt x="913224" y="128550"/>
                </a:lnTo>
                <a:cubicBezTo>
                  <a:pt x="908023" y="137625"/>
                  <a:pt x="901748" y="144134"/>
                  <a:pt x="894399" y="148077"/>
                </a:cubicBezTo>
                <a:cubicBezTo>
                  <a:pt x="887050" y="152018"/>
                  <a:pt x="876507" y="153988"/>
                  <a:pt x="862770" y="153988"/>
                </a:cubicBezTo>
                <a:cubicBezTo>
                  <a:pt x="850842" y="153988"/>
                  <a:pt x="841458" y="152307"/>
                  <a:pt x="834618" y="148943"/>
                </a:cubicBezTo>
                <a:cubicBezTo>
                  <a:pt x="827778" y="145580"/>
                  <a:pt x="822111" y="140237"/>
                  <a:pt x="817617" y="132917"/>
                </a:cubicBezTo>
                <a:cubicBezTo>
                  <a:pt x="813123" y="125596"/>
                  <a:pt x="810876" y="116989"/>
                  <a:pt x="810876" y="107097"/>
                </a:cubicBezTo>
                <a:cubicBezTo>
                  <a:pt x="810876" y="93021"/>
                  <a:pt x="815384" y="81630"/>
                  <a:pt x="824400" y="72924"/>
                </a:cubicBezTo>
                <a:cubicBezTo>
                  <a:pt x="833417" y="64218"/>
                  <a:pt x="845868" y="59866"/>
                  <a:pt x="861753" y="59866"/>
                </a:cubicBezTo>
                <a:cubicBezTo>
                  <a:pt x="874642" y="59866"/>
                  <a:pt x="884817" y="61816"/>
                  <a:pt x="892279" y="65716"/>
                </a:cubicBezTo>
                <a:cubicBezTo>
                  <a:pt x="899741" y="69617"/>
                  <a:pt x="905422" y="75270"/>
                  <a:pt x="909323" y="82676"/>
                </a:cubicBezTo>
                <a:cubicBezTo>
                  <a:pt x="913224" y="90081"/>
                  <a:pt x="915174" y="99719"/>
                  <a:pt x="915174" y="111591"/>
                </a:cubicBezTo>
                <a:lnTo>
                  <a:pt x="915174" y="115491"/>
                </a:lnTo>
                <a:moveTo>
                  <a:pt x="880069" y="98871"/>
                </a:moveTo>
                <a:cubicBezTo>
                  <a:pt x="879390" y="92261"/>
                  <a:pt x="877595" y="87527"/>
                  <a:pt x="874684" y="84671"/>
                </a:cubicBezTo>
                <a:cubicBezTo>
                  <a:pt x="871773" y="81814"/>
                  <a:pt x="867943" y="80386"/>
                  <a:pt x="863194" y="80386"/>
                </a:cubicBezTo>
                <a:cubicBezTo>
                  <a:pt x="857711" y="80386"/>
                  <a:pt x="853330" y="82543"/>
                  <a:pt x="850051" y="86857"/>
                </a:cubicBezTo>
                <a:cubicBezTo>
                  <a:pt x="847959" y="89546"/>
                  <a:pt x="846631" y="93551"/>
                  <a:pt x="846066" y="98871"/>
                </a:cubicBezTo>
                <a:lnTo>
                  <a:pt x="880069" y="98871"/>
                </a:lnTo>
                <a:close/>
                <a:moveTo>
                  <a:pt x="931014" y="61901"/>
                </a:moveTo>
                <a:lnTo>
                  <a:pt x="963152" y="61901"/>
                </a:lnTo>
                <a:lnTo>
                  <a:pt x="963152" y="76621"/>
                </a:lnTo>
                <a:cubicBezTo>
                  <a:pt x="967957" y="70611"/>
                  <a:pt x="972818" y="66316"/>
                  <a:pt x="977736" y="63737"/>
                </a:cubicBezTo>
                <a:cubicBezTo>
                  <a:pt x="982654" y="61156"/>
                  <a:pt x="988647" y="59866"/>
                  <a:pt x="995713" y="59866"/>
                </a:cubicBezTo>
                <a:cubicBezTo>
                  <a:pt x="1005267" y="59866"/>
                  <a:pt x="1012743" y="62706"/>
                  <a:pt x="1018141" y="68387"/>
                </a:cubicBezTo>
                <a:cubicBezTo>
                  <a:pt x="1023540" y="74069"/>
                  <a:pt x="1026239" y="82845"/>
                  <a:pt x="1026239" y="94716"/>
                </a:cubicBezTo>
                <a:lnTo>
                  <a:pt x="1026239" y="151953"/>
                </a:lnTo>
                <a:lnTo>
                  <a:pt x="991558" y="151953"/>
                </a:lnTo>
                <a:lnTo>
                  <a:pt x="991558" y="102496"/>
                </a:lnTo>
                <a:cubicBezTo>
                  <a:pt x="991558" y="96852"/>
                  <a:pt x="990512" y="92859"/>
                  <a:pt x="988421" y="90516"/>
                </a:cubicBezTo>
                <a:cubicBezTo>
                  <a:pt x="986329" y="88172"/>
                  <a:pt x="983389" y="87000"/>
                  <a:pt x="979602" y="87000"/>
                </a:cubicBezTo>
                <a:cubicBezTo>
                  <a:pt x="975419" y="87000"/>
                  <a:pt x="972027" y="88581"/>
                  <a:pt x="969426" y="91743"/>
                </a:cubicBezTo>
                <a:cubicBezTo>
                  <a:pt x="966826" y="94904"/>
                  <a:pt x="965526" y="100577"/>
                  <a:pt x="965526" y="108763"/>
                </a:cubicBezTo>
                <a:lnTo>
                  <a:pt x="965526" y="151953"/>
                </a:lnTo>
                <a:lnTo>
                  <a:pt x="931014" y="151953"/>
                </a:lnTo>
                <a:lnTo>
                  <a:pt x="931014" y="61901"/>
                </a:lnTo>
                <a:close/>
                <a:moveTo>
                  <a:pt x="1088464" y="27643"/>
                </a:moveTo>
                <a:lnTo>
                  <a:pt x="1088464" y="61901"/>
                </a:lnTo>
                <a:lnTo>
                  <a:pt x="1107458" y="61901"/>
                </a:lnTo>
                <a:lnTo>
                  <a:pt x="1107458" y="87170"/>
                </a:lnTo>
                <a:lnTo>
                  <a:pt x="1088464" y="87170"/>
                </a:lnTo>
                <a:lnTo>
                  <a:pt x="1088464" y="119074"/>
                </a:lnTo>
                <a:cubicBezTo>
                  <a:pt x="1088464" y="122911"/>
                  <a:pt x="1088831" y="125449"/>
                  <a:pt x="1089566" y="126690"/>
                </a:cubicBezTo>
                <a:cubicBezTo>
                  <a:pt x="1090697" y="128608"/>
                  <a:pt x="1092675" y="129567"/>
                  <a:pt x="1095502" y="129567"/>
                </a:cubicBezTo>
                <a:cubicBezTo>
                  <a:pt x="1098046" y="129567"/>
                  <a:pt x="1101607" y="128834"/>
                  <a:pt x="1106186" y="127368"/>
                </a:cubicBezTo>
                <a:lnTo>
                  <a:pt x="1108730" y="151190"/>
                </a:lnTo>
                <a:cubicBezTo>
                  <a:pt x="1100194" y="153056"/>
                  <a:pt x="1092223" y="153988"/>
                  <a:pt x="1084817" y="153988"/>
                </a:cubicBezTo>
                <a:cubicBezTo>
                  <a:pt x="1076225" y="153988"/>
                  <a:pt x="1069893" y="152888"/>
                  <a:pt x="1065823" y="150687"/>
                </a:cubicBezTo>
                <a:cubicBezTo>
                  <a:pt x="1061753" y="148484"/>
                  <a:pt x="1058743" y="145139"/>
                  <a:pt x="1056793" y="140652"/>
                </a:cubicBezTo>
                <a:cubicBezTo>
                  <a:pt x="1054842" y="136163"/>
                  <a:pt x="1053867" y="128893"/>
                  <a:pt x="1053867" y="118843"/>
                </a:cubicBezTo>
                <a:lnTo>
                  <a:pt x="1053867" y="87170"/>
                </a:lnTo>
                <a:lnTo>
                  <a:pt x="1041148" y="87170"/>
                </a:lnTo>
                <a:lnTo>
                  <a:pt x="1041148" y="61901"/>
                </a:lnTo>
                <a:lnTo>
                  <a:pt x="1053867" y="61901"/>
                </a:lnTo>
                <a:lnTo>
                  <a:pt x="1053867" y="45366"/>
                </a:lnTo>
                <a:lnTo>
                  <a:pt x="1088464" y="27643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Theclaimdoesnotgiveany">
            <a:extLst xmlns:a="http://schemas.openxmlformats.org/drawingml/2006/main">
              <a:ext uri="{FF2B5EF4-FFF2-40B4-BE49-F238E27FC236}">
                <a16:creationId xmlns:a16="http://schemas.microsoft.com/office/drawing/2014/main" id="{6C95DBB2-73C7-4C70-B7E6-C59B8141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75" y="2302174"/>
            <a:ext cx="1437852" cy="107294"/>
          </a:xfrm>
          <a:custGeom xmlns:a="http://schemas.openxmlformats.org/drawingml/2006/main">
            <a:pathLst>
              <a:path w="1437852" h="107294">
                <a:moveTo>
                  <a:pt x="27304" y="82873"/>
                </a:moveTo>
                <a:lnTo>
                  <a:pt x="27304" y="9780"/>
                </a:lnTo>
                <a:lnTo>
                  <a:pt x="0" y="9780"/>
                </a:lnTo>
                <a:lnTo>
                  <a:pt x="0" y="0"/>
                </a:lnTo>
                <a:lnTo>
                  <a:pt x="65688" y="0"/>
                </a:lnTo>
                <a:lnTo>
                  <a:pt x="65688" y="9780"/>
                </a:lnTo>
                <a:lnTo>
                  <a:pt x="38271" y="9780"/>
                </a:lnTo>
                <a:lnTo>
                  <a:pt x="38271" y="82873"/>
                </a:lnTo>
                <a:lnTo>
                  <a:pt x="27304" y="82873"/>
                </a:lnTo>
                <a:close/>
                <a:moveTo>
                  <a:pt x="75633" y="82873"/>
                </a:moveTo>
                <a:lnTo>
                  <a:pt x="75633" y="0"/>
                </a:lnTo>
                <a:lnTo>
                  <a:pt x="85808" y="0"/>
                </a:lnTo>
                <a:lnTo>
                  <a:pt x="85808" y="29735"/>
                </a:lnTo>
                <a:cubicBezTo>
                  <a:pt x="90557" y="24233"/>
                  <a:pt x="96549" y="21481"/>
                  <a:pt x="103785" y="21481"/>
                </a:cubicBezTo>
                <a:cubicBezTo>
                  <a:pt x="108232" y="21481"/>
                  <a:pt x="112095" y="22358"/>
                  <a:pt x="115373" y="24110"/>
                </a:cubicBezTo>
                <a:cubicBezTo>
                  <a:pt x="118652" y="25863"/>
                  <a:pt x="120998" y="28284"/>
                  <a:pt x="122411" y="31374"/>
                </a:cubicBezTo>
                <a:cubicBezTo>
                  <a:pt x="123825" y="34465"/>
                  <a:pt x="124531" y="38949"/>
                  <a:pt x="124531" y="44828"/>
                </a:cubicBezTo>
                <a:lnTo>
                  <a:pt x="124531" y="82873"/>
                </a:lnTo>
                <a:lnTo>
                  <a:pt x="114356" y="82873"/>
                </a:lnTo>
                <a:lnTo>
                  <a:pt x="114356" y="44828"/>
                </a:lnTo>
                <a:cubicBezTo>
                  <a:pt x="114356" y="39741"/>
                  <a:pt x="113254" y="36038"/>
                  <a:pt x="111049" y="33720"/>
                </a:cubicBezTo>
                <a:cubicBezTo>
                  <a:pt x="108844" y="31403"/>
                  <a:pt x="105726" y="30244"/>
                  <a:pt x="101693" y="30244"/>
                </a:cubicBezTo>
                <a:cubicBezTo>
                  <a:pt x="98678" y="30244"/>
                  <a:pt x="95842" y="31026"/>
                  <a:pt x="93185" y="32590"/>
                </a:cubicBezTo>
                <a:cubicBezTo>
                  <a:pt x="90528" y="34154"/>
                  <a:pt x="88635" y="36274"/>
                  <a:pt x="87504" y="38949"/>
                </a:cubicBezTo>
                <a:cubicBezTo>
                  <a:pt x="86373" y="41625"/>
                  <a:pt x="85808" y="45318"/>
                  <a:pt x="85808" y="50029"/>
                </a:cubicBezTo>
                <a:lnTo>
                  <a:pt x="85808" y="82873"/>
                </a:lnTo>
                <a:lnTo>
                  <a:pt x="75633" y="82873"/>
                </a:lnTo>
                <a:close/>
                <a:moveTo>
                  <a:pt x="181124" y="63540"/>
                </a:moveTo>
                <a:lnTo>
                  <a:pt x="191638" y="64840"/>
                </a:lnTo>
                <a:cubicBezTo>
                  <a:pt x="189980" y="70983"/>
                  <a:pt x="186909" y="75751"/>
                  <a:pt x="182424" y="79142"/>
                </a:cubicBezTo>
                <a:cubicBezTo>
                  <a:pt x="177939" y="82534"/>
                  <a:pt x="172211" y="84230"/>
                  <a:pt x="165239" y="84230"/>
                </a:cubicBezTo>
                <a:cubicBezTo>
                  <a:pt x="156458" y="84230"/>
                  <a:pt x="149495" y="81526"/>
                  <a:pt x="144351" y="76118"/>
                </a:cubicBezTo>
                <a:cubicBezTo>
                  <a:pt x="139206" y="70710"/>
                  <a:pt x="136634" y="63125"/>
                  <a:pt x="136634" y="53365"/>
                </a:cubicBezTo>
                <a:cubicBezTo>
                  <a:pt x="136634" y="43264"/>
                  <a:pt x="139235" y="35426"/>
                  <a:pt x="144436" y="29848"/>
                </a:cubicBezTo>
                <a:cubicBezTo>
                  <a:pt x="149636" y="24270"/>
                  <a:pt x="156382" y="21481"/>
                  <a:pt x="164673" y="21481"/>
                </a:cubicBezTo>
                <a:cubicBezTo>
                  <a:pt x="172701" y="21481"/>
                  <a:pt x="179258" y="24210"/>
                  <a:pt x="184346" y="29666"/>
                </a:cubicBezTo>
                <a:cubicBezTo>
                  <a:pt x="189434" y="35121"/>
                  <a:pt x="191977" y="42796"/>
                  <a:pt x="191977" y="52692"/>
                </a:cubicBezTo>
                <a:cubicBezTo>
                  <a:pt x="191977" y="53293"/>
                  <a:pt x="191959" y="54196"/>
                  <a:pt x="191921" y="55400"/>
                </a:cubicBezTo>
                <a:lnTo>
                  <a:pt x="147149" y="55400"/>
                </a:lnTo>
                <a:cubicBezTo>
                  <a:pt x="147526" y="61976"/>
                  <a:pt x="149391" y="67012"/>
                  <a:pt x="152745" y="70507"/>
                </a:cubicBezTo>
                <a:cubicBezTo>
                  <a:pt x="156100" y="74003"/>
                  <a:pt x="160283" y="75751"/>
                  <a:pt x="165295" y="75751"/>
                </a:cubicBezTo>
                <a:cubicBezTo>
                  <a:pt x="169026" y="75751"/>
                  <a:pt x="172211" y="74780"/>
                  <a:pt x="174849" y="72839"/>
                </a:cubicBezTo>
                <a:cubicBezTo>
                  <a:pt x="177487" y="70897"/>
                  <a:pt x="179579" y="67797"/>
                  <a:pt x="181124" y="63540"/>
                </a:cubicBezTo>
                <a:moveTo>
                  <a:pt x="147714" y="46920"/>
                </a:moveTo>
                <a:lnTo>
                  <a:pt x="181237" y="46920"/>
                </a:lnTo>
                <a:cubicBezTo>
                  <a:pt x="180784" y="41953"/>
                  <a:pt x="179503" y="38227"/>
                  <a:pt x="177393" y="35743"/>
                </a:cubicBezTo>
                <a:cubicBezTo>
                  <a:pt x="174152" y="31888"/>
                  <a:pt x="169950" y="29961"/>
                  <a:pt x="164786" y="29961"/>
                </a:cubicBezTo>
                <a:cubicBezTo>
                  <a:pt x="160113" y="29961"/>
                  <a:pt x="156184" y="31500"/>
                  <a:pt x="153000" y="34577"/>
                </a:cubicBezTo>
                <a:cubicBezTo>
                  <a:pt x="149815" y="37653"/>
                  <a:pt x="148053" y="41768"/>
                  <a:pt x="147714" y="46920"/>
                </a:cubicBezTo>
                <a:close/>
                <a:moveTo>
                  <a:pt x="275757" y="60827"/>
                </a:moveTo>
                <a:lnTo>
                  <a:pt x="285763" y="62127"/>
                </a:lnTo>
                <a:cubicBezTo>
                  <a:pt x="284670" y="69041"/>
                  <a:pt x="281872" y="74454"/>
                  <a:pt x="277369" y="78365"/>
                </a:cubicBezTo>
                <a:cubicBezTo>
                  <a:pt x="272865" y="82275"/>
                  <a:pt x="267334" y="84230"/>
                  <a:pt x="260777" y="84230"/>
                </a:cubicBezTo>
                <a:cubicBezTo>
                  <a:pt x="252561" y="84230"/>
                  <a:pt x="245957" y="81545"/>
                  <a:pt x="240963" y="76175"/>
                </a:cubicBezTo>
                <a:cubicBezTo>
                  <a:pt x="235970" y="70804"/>
                  <a:pt x="233473" y="63107"/>
                  <a:pt x="233473" y="53082"/>
                </a:cubicBezTo>
                <a:cubicBezTo>
                  <a:pt x="233473" y="46600"/>
                  <a:pt x="234547" y="40928"/>
                  <a:pt x="236695" y="36066"/>
                </a:cubicBezTo>
                <a:cubicBezTo>
                  <a:pt x="238843" y="31205"/>
                  <a:pt x="242112" y="27559"/>
                  <a:pt x="246503" y="25128"/>
                </a:cubicBezTo>
                <a:cubicBezTo>
                  <a:pt x="250894" y="22697"/>
                  <a:pt x="255670" y="21481"/>
                  <a:pt x="260833" y="21481"/>
                </a:cubicBezTo>
                <a:cubicBezTo>
                  <a:pt x="267353" y="21481"/>
                  <a:pt x="272686" y="23136"/>
                  <a:pt x="276831" y="26444"/>
                </a:cubicBezTo>
                <a:cubicBezTo>
                  <a:pt x="280977" y="29751"/>
                  <a:pt x="283634" y="34447"/>
                  <a:pt x="284802" y="40532"/>
                </a:cubicBezTo>
                <a:lnTo>
                  <a:pt x="274909" y="42059"/>
                </a:lnTo>
                <a:cubicBezTo>
                  <a:pt x="273967" y="38045"/>
                  <a:pt x="272300" y="35025"/>
                  <a:pt x="269907" y="33000"/>
                </a:cubicBezTo>
                <a:cubicBezTo>
                  <a:pt x="267513" y="30974"/>
                  <a:pt x="264621" y="29961"/>
                  <a:pt x="261229" y="29961"/>
                </a:cubicBezTo>
                <a:cubicBezTo>
                  <a:pt x="256104" y="29961"/>
                  <a:pt x="251939" y="31789"/>
                  <a:pt x="248736" y="35446"/>
                </a:cubicBezTo>
                <a:cubicBezTo>
                  <a:pt x="245533" y="39102"/>
                  <a:pt x="243931" y="44886"/>
                  <a:pt x="243931" y="52799"/>
                </a:cubicBezTo>
                <a:cubicBezTo>
                  <a:pt x="243931" y="60825"/>
                  <a:pt x="245476" y="66657"/>
                  <a:pt x="248566" y="70295"/>
                </a:cubicBezTo>
                <a:cubicBezTo>
                  <a:pt x="251657" y="73932"/>
                  <a:pt x="255689" y="75751"/>
                  <a:pt x="260664" y="75751"/>
                </a:cubicBezTo>
                <a:cubicBezTo>
                  <a:pt x="264659" y="75751"/>
                  <a:pt x="267994" y="74530"/>
                  <a:pt x="270670" y="72090"/>
                </a:cubicBezTo>
                <a:cubicBezTo>
                  <a:pt x="273345" y="69650"/>
                  <a:pt x="275041" y="65895"/>
                  <a:pt x="275757" y="60827"/>
                </a:cubicBezTo>
                <a:close/>
                <a:moveTo>
                  <a:pt x="294243" y="82873"/>
                </a:moveTo>
                <a:lnTo>
                  <a:pt x="294243" y="0"/>
                </a:lnTo>
                <a:lnTo>
                  <a:pt x="304418" y="0"/>
                </a:lnTo>
                <a:lnTo>
                  <a:pt x="304418" y="82873"/>
                </a:lnTo>
                <a:lnTo>
                  <a:pt x="294243" y="82873"/>
                </a:lnTo>
                <a:close/>
                <a:moveTo>
                  <a:pt x="359369" y="75461"/>
                </a:moveTo>
                <a:cubicBezTo>
                  <a:pt x="355600" y="78667"/>
                  <a:pt x="351973" y="80930"/>
                  <a:pt x="348487" y="82250"/>
                </a:cubicBezTo>
                <a:cubicBezTo>
                  <a:pt x="345001" y="83570"/>
                  <a:pt x="341260" y="84230"/>
                  <a:pt x="337266" y="84230"/>
                </a:cubicBezTo>
                <a:cubicBezTo>
                  <a:pt x="330670" y="84230"/>
                  <a:pt x="325602" y="82618"/>
                  <a:pt x="322059" y="79393"/>
                </a:cubicBezTo>
                <a:cubicBezTo>
                  <a:pt x="318516" y="76169"/>
                  <a:pt x="316745" y="72048"/>
                  <a:pt x="316745" y="67033"/>
                </a:cubicBezTo>
                <a:cubicBezTo>
                  <a:pt x="316745" y="64092"/>
                  <a:pt x="317414" y="61405"/>
                  <a:pt x="318752" y="58973"/>
                </a:cubicBezTo>
                <a:cubicBezTo>
                  <a:pt x="320090" y="56540"/>
                  <a:pt x="321842" y="54588"/>
                  <a:pt x="324009" y="53117"/>
                </a:cubicBezTo>
                <a:cubicBezTo>
                  <a:pt x="326176" y="51646"/>
                  <a:pt x="328617" y="50534"/>
                  <a:pt x="331330" y="49780"/>
                </a:cubicBezTo>
                <a:cubicBezTo>
                  <a:pt x="333327" y="49251"/>
                  <a:pt x="336342" y="48742"/>
                  <a:pt x="340375" y="48252"/>
                </a:cubicBezTo>
                <a:cubicBezTo>
                  <a:pt x="348591" y="47279"/>
                  <a:pt x="354639" y="46119"/>
                  <a:pt x="358521" y="44772"/>
                </a:cubicBezTo>
                <a:cubicBezTo>
                  <a:pt x="358559" y="43383"/>
                  <a:pt x="358578" y="42501"/>
                  <a:pt x="358578" y="42126"/>
                </a:cubicBezTo>
                <a:cubicBezTo>
                  <a:pt x="358578" y="37995"/>
                  <a:pt x="357617" y="35086"/>
                  <a:pt x="355695" y="33397"/>
                </a:cubicBezTo>
                <a:cubicBezTo>
                  <a:pt x="353094" y="31106"/>
                  <a:pt x="349231" y="29961"/>
                  <a:pt x="344106" y="29961"/>
                </a:cubicBezTo>
                <a:cubicBezTo>
                  <a:pt x="339320" y="29961"/>
                  <a:pt x="335786" y="30800"/>
                  <a:pt x="333506" y="32477"/>
                </a:cubicBezTo>
                <a:cubicBezTo>
                  <a:pt x="331226" y="34154"/>
                  <a:pt x="329540" y="37122"/>
                  <a:pt x="328447" y="41380"/>
                </a:cubicBezTo>
                <a:lnTo>
                  <a:pt x="318498" y="40023"/>
                </a:lnTo>
                <a:cubicBezTo>
                  <a:pt x="319402" y="35752"/>
                  <a:pt x="320891" y="32302"/>
                  <a:pt x="322964" y="29675"/>
                </a:cubicBezTo>
                <a:cubicBezTo>
                  <a:pt x="325036" y="27047"/>
                  <a:pt x="328032" y="25025"/>
                  <a:pt x="331952" y="23608"/>
                </a:cubicBezTo>
                <a:cubicBezTo>
                  <a:pt x="335871" y="22190"/>
                  <a:pt x="340413" y="21481"/>
                  <a:pt x="345576" y="21481"/>
                </a:cubicBezTo>
                <a:cubicBezTo>
                  <a:pt x="350701" y="21481"/>
                  <a:pt x="354865" y="22084"/>
                  <a:pt x="358069" y="23290"/>
                </a:cubicBezTo>
                <a:cubicBezTo>
                  <a:pt x="361272" y="24496"/>
                  <a:pt x="363628" y="26013"/>
                  <a:pt x="365135" y="27841"/>
                </a:cubicBezTo>
                <a:cubicBezTo>
                  <a:pt x="366643" y="29669"/>
                  <a:pt x="367698" y="31977"/>
                  <a:pt x="368301" y="34766"/>
                </a:cubicBezTo>
                <a:cubicBezTo>
                  <a:pt x="368640" y="36500"/>
                  <a:pt x="368810" y="39628"/>
                  <a:pt x="368810" y="44150"/>
                </a:cubicBezTo>
                <a:lnTo>
                  <a:pt x="368810" y="57717"/>
                </a:lnTo>
                <a:cubicBezTo>
                  <a:pt x="368810" y="67177"/>
                  <a:pt x="369026" y="73160"/>
                  <a:pt x="369460" y="75666"/>
                </a:cubicBezTo>
                <a:cubicBezTo>
                  <a:pt x="369893" y="78172"/>
                  <a:pt x="370750" y="80574"/>
                  <a:pt x="372032" y="82873"/>
                </a:cubicBezTo>
                <a:lnTo>
                  <a:pt x="361404" y="82873"/>
                </a:lnTo>
                <a:cubicBezTo>
                  <a:pt x="360349" y="80761"/>
                  <a:pt x="359671" y="78290"/>
                  <a:pt x="359369" y="75461"/>
                </a:cubicBezTo>
                <a:moveTo>
                  <a:pt x="358521" y="52686"/>
                </a:moveTo>
                <a:cubicBezTo>
                  <a:pt x="354828" y="54207"/>
                  <a:pt x="349288" y="55499"/>
                  <a:pt x="341901" y="56562"/>
                </a:cubicBezTo>
                <a:cubicBezTo>
                  <a:pt x="337718" y="57167"/>
                  <a:pt x="334760" y="57849"/>
                  <a:pt x="333026" y="58606"/>
                </a:cubicBezTo>
                <a:cubicBezTo>
                  <a:pt x="331292" y="59362"/>
                  <a:pt x="329954" y="60469"/>
                  <a:pt x="329012" y="61927"/>
                </a:cubicBezTo>
                <a:cubicBezTo>
                  <a:pt x="328070" y="63384"/>
                  <a:pt x="327599" y="65002"/>
                  <a:pt x="327599" y="66780"/>
                </a:cubicBezTo>
                <a:cubicBezTo>
                  <a:pt x="327599" y="69504"/>
                  <a:pt x="328626" y="71775"/>
                  <a:pt x="330680" y="73592"/>
                </a:cubicBezTo>
                <a:cubicBezTo>
                  <a:pt x="332734" y="75408"/>
                  <a:pt x="335739" y="76316"/>
                  <a:pt x="339696" y="76316"/>
                </a:cubicBezTo>
                <a:cubicBezTo>
                  <a:pt x="343616" y="76316"/>
                  <a:pt x="347102" y="75454"/>
                  <a:pt x="350155" y="73731"/>
                </a:cubicBezTo>
                <a:cubicBezTo>
                  <a:pt x="353207" y="72008"/>
                  <a:pt x="355450" y="69651"/>
                  <a:pt x="356882" y="66660"/>
                </a:cubicBezTo>
                <a:cubicBezTo>
                  <a:pt x="357975" y="64349"/>
                  <a:pt x="358521" y="60941"/>
                  <a:pt x="358521" y="56435"/>
                </a:cubicBezTo>
                <a:lnTo>
                  <a:pt x="358521" y="52686"/>
                </a:lnTo>
                <a:close/>
                <a:moveTo>
                  <a:pt x="384644" y="11758"/>
                </a:moveTo>
                <a:lnTo>
                  <a:pt x="384644" y="0"/>
                </a:lnTo>
                <a:lnTo>
                  <a:pt x="394819" y="0"/>
                </a:lnTo>
                <a:lnTo>
                  <a:pt x="394819" y="11758"/>
                </a:lnTo>
                <a:lnTo>
                  <a:pt x="384644" y="11758"/>
                </a:lnTo>
                <a:moveTo>
                  <a:pt x="384644" y="82873"/>
                </a:moveTo>
                <a:lnTo>
                  <a:pt x="384644" y="22838"/>
                </a:lnTo>
                <a:lnTo>
                  <a:pt x="394819" y="22838"/>
                </a:lnTo>
                <a:lnTo>
                  <a:pt x="394819" y="82873"/>
                </a:lnTo>
                <a:lnTo>
                  <a:pt x="384644" y="82873"/>
                </a:lnTo>
                <a:close/>
                <a:moveTo>
                  <a:pt x="410313" y="82873"/>
                </a:moveTo>
                <a:lnTo>
                  <a:pt x="410313" y="22838"/>
                </a:lnTo>
                <a:lnTo>
                  <a:pt x="419414" y="22838"/>
                </a:lnTo>
                <a:lnTo>
                  <a:pt x="419414" y="31205"/>
                </a:lnTo>
                <a:cubicBezTo>
                  <a:pt x="421298" y="28282"/>
                  <a:pt x="423804" y="25930"/>
                  <a:pt x="426932" y="24151"/>
                </a:cubicBezTo>
                <a:cubicBezTo>
                  <a:pt x="430060" y="22371"/>
                  <a:pt x="433622" y="21481"/>
                  <a:pt x="437617" y="21481"/>
                </a:cubicBezTo>
                <a:cubicBezTo>
                  <a:pt x="442064" y="21481"/>
                  <a:pt x="445710" y="22400"/>
                  <a:pt x="448555" y="24237"/>
                </a:cubicBezTo>
                <a:cubicBezTo>
                  <a:pt x="451401" y="26073"/>
                  <a:pt x="453407" y="28641"/>
                  <a:pt x="454576" y="31940"/>
                </a:cubicBezTo>
                <a:cubicBezTo>
                  <a:pt x="459324" y="24968"/>
                  <a:pt x="465505" y="21481"/>
                  <a:pt x="473118" y="21481"/>
                </a:cubicBezTo>
                <a:cubicBezTo>
                  <a:pt x="479072" y="21481"/>
                  <a:pt x="483651" y="23130"/>
                  <a:pt x="486854" y="26428"/>
                </a:cubicBezTo>
                <a:cubicBezTo>
                  <a:pt x="490058" y="29725"/>
                  <a:pt x="491660" y="34804"/>
                  <a:pt x="491660" y="41663"/>
                </a:cubicBezTo>
                <a:lnTo>
                  <a:pt x="491660" y="82873"/>
                </a:lnTo>
                <a:lnTo>
                  <a:pt x="481541" y="82873"/>
                </a:lnTo>
                <a:lnTo>
                  <a:pt x="481541" y="45014"/>
                </a:lnTo>
                <a:cubicBezTo>
                  <a:pt x="481541" y="40939"/>
                  <a:pt x="481211" y="38006"/>
                  <a:pt x="480551" y="36215"/>
                </a:cubicBezTo>
                <a:cubicBezTo>
                  <a:pt x="479892" y="34422"/>
                  <a:pt x="478695" y="32979"/>
                  <a:pt x="476962" y="31885"/>
                </a:cubicBezTo>
                <a:cubicBezTo>
                  <a:pt x="475228" y="30791"/>
                  <a:pt x="473193" y="30244"/>
                  <a:pt x="470856" y="30244"/>
                </a:cubicBezTo>
                <a:cubicBezTo>
                  <a:pt x="466636" y="30244"/>
                  <a:pt x="463131" y="31649"/>
                  <a:pt x="460342" y="34460"/>
                </a:cubicBezTo>
                <a:cubicBezTo>
                  <a:pt x="457553" y="37271"/>
                  <a:pt x="456159" y="41769"/>
                  <a:pt x="456159" y="47957"/>
                </a:cubicBezTo>
                <a:lnTo>
                  <a:pt x="456159" y="82873"/>
                </a:lnTo>
                <a:lnTo>
                  <a:pt x="445983" y="82873"/>
                </a:lnTo>
                <a:lnTo>
                  <a:pt x="445983" y="43825"/>
                </a:lnTo>
                <a:cubicBezTo>
                  <a:pt x="445983" y="39298"/>
                  <a:pt x="445154" y="35903"/>
                  <a:pt x="443496" y="33639"/>
                </a:cubicBezTo>
                <a:cubicBezTo>
                  <a:pt x="441838" y="31375"/>
                  <a:pt x="439124" y="30244"/>
                  <a:pt x="435355" y="30244"/>
                </a:cubicBezTo>
                <a:cubicBezTo>
                  <a:pt x="432491" y="30244"/>
                  <a:pt x="429844" y="30999"/>
                  <a:pt x="427413" y="32508"/>
                </a:cubicBezTo>
                <a:cubicBezTo>
                  <a:pt x="424982" y="34017"/>
                  <a:pt x="423220" y="36224"/>
                  <a:pt x="422127" y="39130"/>
                </a:cubicBezTo>
                <a:cubicBezTo>
                  <a:pt x="421034" y="42034"/>
                  <a:pt x="420488" y="46221"/>
                  <a:pt x="420488" y="51692"/>
                </a:cubicBezTo>
                <a:lnTo>
                  <a:pt x="420488" y="82873"/>
                </a:lnTo>
                <a:lnTo>
                  <a:pt x="410313" y="82873"/>
                </a:lnTo>
                <a:close/>
                <a:moveTo>
                  <a:pt x="577875" y="82873"/>
                </a:moveTo>
                <a:lnTo>
                  <a:pt x="577875" y="75298"/>
                </a:lnTo>
                <a:cubicBezTo>
                  <a:pt x="574069" y="81253"/>
                  <a:pt x="568472" y="84230"/>
                  <a:pt x="561086" y="84230"/>
                </a:cubicBezTo>
                <a:cubicBezTo>
                  <a:pt x="556299" y="84230"/>
                  <a:pt x="551899" y="82911"/>
                  <a:pt x="547886" y="80273"/>
                </a:cubicBezTo>
                <a:cubicBezTo>
                  <a:pt x="543872" y="77635"/>
                  <a:pt x="540763" y="73951"/>
                  <a:pt x="538558" y="69221"/>
                </a:cubicBezTo>
                <a:cubicBezTo>
                  <a:pt x="536354" y="64492"/>
                  <a:pt x="535251" y="59055"/>
                  <a:pt x="535251" y="52912"/>
                </a:cubicBezTo>
                <a:cubicBezTo>
                  <a:pt x="535251" y="46920"/>
                  <a:pt x="536250" y="41484"/>
                  <a:pt x="538247" y="36603"/>
                </a:cubicBezTo>
                <a:cubicBezTo>
                  <a:pt x="540245" y="31723"/>
                  <a:pt x="543241" y="27982"/>
                  <a:pt x="547236" y="25382"/>
                </a:cubicBezTo>
                <a:cubicBezTo>
                  <a:pt x="551230" y="22782"/>
                  <a:pt x="555696" y="21481"/>
                  <a:pt x="560633" y="21481"/>
                </a:cubicBezTo>
                <a:cubicBezTo>
                  <a:pt x="564251" y="21481"/>
                  <a:pt x="567474" y="22245"/>
                  <a:pt x="570300" y="23771"/>
                </a:cubicBezTo>
                <a:cubicBezTo>
                  <a:pt x="573127" y="25297"/>
                  <a:pt x="575425" y="27285"/>
                  <a:pt x="577197" y="29735"/>
                </a:cubicBezTo>
                <a:lnTo>
                  <a:pt x="577197" y="0"/>
                </a:lnTo>
                <a:lnTo>
                  <a:pt x="587316" y="0"/>
                </a:lnTo>
                <a:lnTo>
                  <a:pt x="587316" y="82873"/>
                </a:lnTo>
                <a:lnTo>
                  <a:pt x="577875" y="82873"/>
                </a:lnTo>
                <a:moveTo>
                  <a:pt x="545709" y="52884"/>
                </a:moveTo>
                <a:cubicBezTo>
                  <a:pt x="545709" y="60544"/>
                  <a:pt x="547330" y="66270"/>
                  <a:pt x="550571" y="70062"/>
                </a:cubicBezTo>
                <a:cubicBezTo>
                  <a:pt x="553812" y="73854"/>
                  <a:pt x="557637" y="75751"/>
                  <a:pt x="562047" y="75751"/>
                </a:cubicBezTo>
                <a:cubicBezTo>
                  <a:pt x="566494" y="75751"/>
                  <a:pt x="570272" y="73939"/>
                  <a:pt x="573381" y="70317"/>
                </a:cubicBezTo>
                <a:cubicBezTo>
                  <a:pt x="576490" y="66693"/>
                  <a:pt x="578045" y="61163"/>
                  <a:pt x="578045" y="53728"/>
                </a:cubicBezTo>
                <a:cubicBezTo>
                  <a:pt x="578045" y="45543"/>
                  <a:pt x="576462" y="39536"/>
                  <a:pt x="573296" y="35706"/>
                </a:cubicBezTo>
                <a:cubicBezTo>
                  <a:pt x="570130" y="31876"/>
                  <a:pt x="566230" y="29961"/>
                  <a:pt x="561594" y="29961"/>
                </a:cubicBezTo>
                <a:cubicBezTo>
                  <a:pt x="557072" y="29961"/>
                  <a:pt x="553294" y="31801"/>
                  <a:pt x="550260" y="35482"/>
                </a:cubicBezTo>
                <a:cubicBezTo>
                  <a:pt x="547226" y="39161"/>
                  <a:pt x="545709" y="44962"/>
                  <a:pt x="545709" y="52884"/>
                </a:cubicBezTo>
                <a:close/>
                <a:moveTo>
                  <a:pt x="599532" y="52856"/>
                </a:moveTo>
                <a:cubicBezTo>
                  <a:pt x="599532" y="41738"/>
                  <a:pt x="602622" y="33504"/>
                  <a:pt x="608803" y="28152"/>
                </a:cubicBezTo>
                <a:cubicBezTo>
                  <a:pt x="613966" y="23705"/>
                  <a:pt x="620259" y="21481"/>
                  <a:pt x="627684" y="21481"/>
                </a:cubicBezTo>
                <a:cubicBezTo>
                  <a:pt x="635937" y="21481"/>
                  <a:pt x="642683" y="24186"/>
                  <a:pt x="647922" y="29594"/>
                </a:cubicBezTo>
                <a:cubicBezTo>
                  <a:pt x="653160" y="35002"/>
                  <a:pt x="655779" y="42473"/>
                  <a:pt x="655779" y="52008"/>
                </a:cubicBezTo>
                <a:cubicBezTo>
                  <a:pt x="655779" y="59734"/>
                  <a:pt x="654620" y="65811"/>
                  <a:pt x="652303" y="70239"/>
                </a:cubicBezTo>
                <a:cubicBezTo>
                  <a:pt x="649985" y="74667"/>
                  <a:pt x="646612" y="78106"/>
                  <a:pt x="642184" y="80556"/>
                </a:cubicBezTo>
                <a:cubicBezTo>
                  <a:pt x="637756" y="83005"/>
                  <a:pt x="632922" y="84230"/>
                  <a:pt x="627684" y="84230"/>
                </a:cubicBezTo>
                <a:cubicBezTo>
                  <a:pt x="619280" y="84230"/>
                  <a:pt x="612487" y="81535"/>
                  <a:pt x="607305" y="76146"/>
                </a:cubicBezTo>
                <a:cubicBezTo>
                  <a:pt x="602123" y="70757"/>
                  <a:pt x="599532" y="62994"/>
                  <a:pt x="599532" y="52856"/>
                </a:cubicBezTo>
                <a:moveTo>
                  <a:pt x="609990" y="52828"/>
                </a:moveTo>
                <a:cubicBezTo>
                  <a:pt x="609990" y="60487"/>
                  <a:pt x="611667" y="66223"/>
                  <a:pt x="615021" y="70034"/>
                </a:cubicBezTo>
                <a:cubicBezTo>
                  <a:pt x="618375" y="73845"/>
                  <a:pt x="622596" y="75751"/>
                  <a:pt x="627684" y="75751"/>
                </a:cubicBezTo>
                <a:cubicBezTo>
                  <a:pt x="632734" y="75751"/>
                  <a:pt x="636936" y="73836"/>
                  <a:pt x="640290" y="70006"/>
                </a:cubicBezTo>
                <a:cubicBezTo>
                  <a:pt x="643644" y="66176"/>
                  <a:pt x="645321" y="60337"/>
                  <a:pt x="645321" y="52490"/>
                </a:cubicBezTo>
                <a:cubicBezTo>
                  <a:pt x="645321" y="45093"/>
                  <a:pt x="643635" y="39489"/>
                  <a:pt x="640262" y="35678"/>
                </a:cubicBezTo>
                <a:cubicBezTo>
                  <a:pt x="636889" y="31867"/>
                  <a:pt x="632696" y="29961"/>
                  <a:pt x="627684" y="29961"/>
                </a:cubicBezTo>
                <a:cubicBezTo>
                  <a:pt x="622596" y="29961"/>
                  <a:pt x="618375" y="31857"/>
                  <a:pt x="615021" y="35649"/>
                </a:cubicBezTo>
                <a:cubicBezTo>
                  <a:pt x="611667" y="39442"/>
                  <a:pt x="609990" y="45168"/>
                  <a:pt x="609990" y="52828"/>
                </a:cubicBezTo>
                <a:close/>
                <a:moveTo>
                  <a:pt x="708810" y="63540"/>
                </a:moveTo>
                <a:lnTo>
                  <a:pt x="719325" y="64840"/>
                </a:lnTo>
                <a:cubicBezTo>
                  <a:pt x="717667" y="70983"/>
                  <a:pt x="714595" y="75751"/>
                  <a:pt x="710111" y="79142"/>
                </a:cubicBezTo>
                <a:cubicBezTo>
                  <a:pt x="705626" y="82534"/>
                  <a:pt x="699898" y="84230"/>
                  <a:pt x="692925" y="84230"/>
                </a:cubicBezTo>
                <a:cubicBezTo>
                  <a:pt x="684144" y="84230"/>
                  <a:pt x="677182" y="81526"/>
                  <a:pt x="672038" y="76118"/>
                </a:cubicBezTo>
                <a:cubicBezTo>
                  <a:pt x="666893" y="70710"/>
                  <a:pt x="664321" y="63125"/>
                  <a:pt x="664321" y="53365"/>
                </a:cubicBezTo>
                <a:cubicBezTo>
                  <a:pt x="664321" y="43264"/>
                  <a:pt x="666922" y="35426"/>
                  <a:pt x="672122" y="29848"/>
                </a:cubicBezTo>
                <a:cubicBezTo>
                  <a:pt x="677323" y="24270"/>
                  <a:pt x="684069" y="21481"/>
                  <a:pt x="692360" y="21481"/>
                </a:cubicBezTo>
                <a:cubicBezTo>
                  <a:pt x="700387" y="21481"/>
                  <a:pt x="706945" y="24210"/>
                  <a:pt x="712033" y="29666"/>
                </a:cubicBezTo>
                <a:cubicBezTo>
                  <a:pt x="717120" y="35121"/>
                  <a:pt x="719664" y="42796"/>
                  <a:pt x="719664" y="52692"/>
                </a:cubicBezTo>
                <a:cubicBezTo>
                  <a:pt x="719664" y="53293"/>
                  <a:pt x="719645" y="54196"/>
                  <a:pt x="719608" y="55400"/>
                </a:cubicBezTo>
                <a:lnTo>
                  <a:pt x="674836" y="55400"/>
                </a:lnTo>
                <a:cubicBezTo>
                  <a:pt x="675213" y="61976"/>
                  <a:pt x="677078" y="67012"/>
                  <a:pt x="680432" y="70507"/>
                </a:cubicBezTo>
                <a:cubicBezTo>
                  <a:pt x="683786" y="74003"/>
                  <a:pt x="687970" y="75751"/>
                  <a:pt x="692982" y="75751"/>
                </a:cubicBezTo>
                <a:cubicBezTo>
                  <a:pt x="696713" y="75751"/>
                  <a:pt x="699898" y="74780"/>
                  <a:pt x="702536" y="72839"/>
                </a:cubicBezTo>
                <a:cubicBezTo>
                  <a:pt x="705174" y="70897"/>
                  <a:pt x="707265" y="67797"/>
                  <a:pt x="708810" y="63540"/>
                </a:cubicBezTo>
                <a:moveTo>
                  <a:pt x="675401" y="46920"/>
                </a:moveTo>
                <a:lnTo>
                  <a:pt x="708924" y="46920"/>
                </a:lnTo>
                <a:cubicBezTo>
                  <a:pt x="708471" y="41953"/>
                  <a:pt x="707190" y="38227"/>
                  <a:pt x="705079" y="35743"/>
                </a:cubicBezTo>
                <a:cubicBezTo>
                  <a:pt x="701838" y="31888"/>
                  <a:pt x="697636" y="29961"/>
                  <a:pt x="692473" y="29961"/>
                </a:cubicBezTo>
                <a:cubicBezTo>
                  <a:pt x="687800" y="29961"/>
                  <a:pt x="683871" y="31500"/>
                  <a:pt x="680687" y="34577"/>
                </a:cubicBezTo>
                <a:cubicBezTo>
                  <a:pt x="677502" y="37653"/>
                  <a:pt x="675740" y="41768"/>
                  <a:pt x="675401" y="46920"/>
                </a:cubicBezTo>
                <a:close/>
                <a:moveTo>
                  <a:pt x="728036" y="64897"/>
                </a:moveTo>
                <a:lnTo>
                  <a:pt x="738099" y="63314"/>
                </a:lnTo>
                <a:cubicBezTo>
                  <a:pt x="738664" y="67329"/>
                  <a:pt x="740237" y="70405"/>
                  <a:pt x="742819" y="72544"/>
                </a:cubicBezTo>
                <a:cubicBezTo>
                  <a:pt x="745400" y="74682"/>
                  <a:pt x="749009" y="75751"/>
                  <a:pt x="753644" y="75751"/>
                </a:cubicBezTo>
                <a:cubicBezTo>
                  <a:pt x="758318" y="75751"/>
                  <a:pt x="761785" y="74807"/>
                  <a:pt x="764046" y="72919"/>
                </a:cubicBezTo>
                <a:cubicBezTo>
                  <a:pt x="766307" y="71030"/>
                  <a:pt x="767438" y="68814"/>
                  <a:pt x="767438" y="66273"/>
                </a:cubicBezTo>
                <a:cubicBezTo>
                  <a:pt x="767438" y="63992"/>
                  <a:pt x="766439" y="62197"/>
                  <a:pt x="764442" y="60888"/>
                </a:cubicBezTo>
                <a:cubicBezTo>
                  <a:pt x="763047" y="59991"/>
                  <a:pt x="759580" y="58850"/>
                  <a:pt x="754040" y="57467"/>
                </a:cubicBezTo>
                <a:cubicBezTo>
                  <a:pt x="746578" y="55581"/>
                  <a:pt x="741406" y="53950"/>
                  <a:pt x="738523" y="52573"/>
                </a:cubicBezTo>
                <a:cubicBezTo>
                  <a:pt x="735640" y="51196"/>
                  <a:pt x="733454" y="49291"/>
                  <a:pt x="731965" y="46858"/>
                </a:cubicBezTo>
                <a:cubicBezTo>
                  <a:pt x="730476" y="44425"/>
                  <a:pt x="729732" y="41738"/>
                  <a:pt x="729732" y="38796"/>
                </a:cubicBezTo>
                <a:cubicBezTo>
                  <a:pt x="729732" y="36118"/>
                  <a:pt x="730345" y="33637"/>
                  <a:pt x="731569" y="31355"/>
                </a:cubicBezTo>
                <a:cubicBezTo>
                  <a:pt x="732794" y="29072"/>
                  <a:pt x="734462" y="27177"/>
                  <a:pt x="736572" y="25668"/>
                </a:cubicBezTo>
                <a:cubicBezTo>
                  <a:pt x="738155" y="24499"/>
                  <a:pt x="740313" y="23509"/>
                  <a:pt x="743045" y="22699"/>
                </a:cubicBezTo>
                <a:cubicBezTo>
                  <a:pt x="745777" y="21887"/>
                  <a:pt x="748708" y="21481"/>
                  <a:pt x="751836" y="21481"/>
                </a:cubicBezTo>
                <a:cubicBezTo>
                  <a:pt x="756546" y="21481"/>
                  <a:pt x="760682" y="22165"/>
                  <a:pt x="764244" y="23531"/>
                </a:cubicBezTo>
                <a:cubicBezTo>
                  <a:pt x="767805" y="24896"/>
                  <a:pt x="770434" y="26745"/>
                  <a:pt x="772130" y="29080"/>
                </a:cubicBezTo>
                <a:cubicBezTo>
                  <a:pt x="773826" y="31413"/>
                  <a:pt x="774994" y="34533"/>
                  <a:pt x="775635" y="38441"/>
                </a:cubicBezTo>
                <a:lnTo>
                  <a:pt x="765685" y="39797"/>
                </a:lnTo>
                <a:cubicBezTo>
                  <a:pt x="765233" y="36707"/>
                  <a:pt x="763924" y="34295"/>
                  <a:pt x="761757" y="32561"/>
                </a:cubicBezTo>
                <a:cubicBezTo>
                  <a:pt x="759590" y="30828"/>
                  <a:pt x="756528" y="29961"/>
                  <a:pt x="752570" y="29961"/>
                </a:cubicBezTo>
                <a:cubicBezTo>
                  <a:pt x="747897" y="29961"/>
                  <a:pt x="744562" y="30730"/>
                  <a:pt x="742565" y="32268"/>
                </a:cubicBezTo>
                <a:cubicBezTo>
                  <a:pt x="740567" y="33805"/>
                  <a:pt x="739568" y="35605"/>
                  <a:pt x="739568" y="37669"/>
                </a:cubicBezTo>
                <a:cubicBezTo>
                  <a:pt x="739568" y="38981"/>
                  <a:pt x="739983" y="40162"/>
                  <a:pt x="740812" y="41212"/>
                </a:cubicBezTo>
                <a:cubicBezTo>
                  <a:pt x="741641" y="42299"/>
                  <a:pt x="742941" y="43199"/>
                  <a:pt x="744713" y="43912"/>
                </a:cubicBezTo>
                <a:cubicBezTo>
                  <a:pt x="745730" y="44287"/>
                  <a:pt x="748726" y="45150"/>
                  <a:pt x="753701" y="46500"/>
                </a:cubicBezTo>
                <a:cubicBezTo>
                  <a:pt x="760899" y="48421"/>
                  <a:pt x="765921" y="49993"/>
                  <a:pt x="768766" y="51216"/>
                </a:cubicBezTo>
                <a:cubicBezTo>
                  <a:pt x="771612" y="52440"/>
                  <a:pt x="773845" y="54220"/>
                  <a:pt x="775465" y="56555"/>
                </a:cubicBezTo>
                <a:cubicBezTo>
                  <a:pt x="777086" y="58889"/>
                  <a:pt x="777896" y="61788"/>
                  <a:pt x="777896" y="65252"/>
                </a:cubicBezTo>
                <a:cubicBezTo>
                  <a:pt x="777896" y="68641"/>
                  <a:pt x="776907" y="71833"/>
                  <a:pt x="774928" y="74827"/>
                </a:cubicBezTo>
                <a:cubicBezTo>
                  <a:pt x="772950" y="77819"/>
                  <a:pt x="770095" y="80135"/>
                  <a:pt x="766364" y="81773"/>
                </a:cubicBezTo>
                <a:cubicBezTo>
                  <a:pt x="762633" y="83411"/>
                  <a:pt x="758412" y="84230"/>
                  <a:pt x="753701" y="84230"/>
                </a:cubicBezTo>
                <a:cubicBezTo>
                  <a:pt x="745900" y="84230"/>
                  <a:pt x="739955" y="82605"/>
                  <a:pt x="735866" y="79354"/>
                </a:cubicBezTo>
                <a:cubicBezTo>
                  <a:pt x="731777" y="76104"/>
                  <a:pt x="729167" y="71285"/>
                  <a:pt x="728036" y="64897"/>
                </a:cubicBezTo>
                <a:close/>
                <a:moveTo>
                  <a:pt x="822155" y="82873"/>
                </a:moveTo>
                <a:lnTo>
                  <a:pt x="822155" y="22838"/>
                </a:lnTo>
                <a:lnTo>
                  <a:pt x="831313" y="22838"/>
                </a:lnTo>
                <a:lnTo>
                  <a:pt x="831313" y="31318"/>
                </a:lnTo>
                <a:cubicBezTo>
                  <a:pt x="835722" y="24760"/>
                  <a:pt x="842091" y="21481"/>
                  <a:pt x="850420" y="21481"/>
                </a:cubicBezTo>
                <a:cubicBezTo>
                  <a:pt x="854038" y="21481"/>
                  <a:pt x="857364" y="22132"/>
                  <a:pt x="860398" y="23432"/>
                </a:cubicBezTo>
                <a:cubicBezTo>
                  <a:pt x="863432" y="24732"/>
                  <a:pt x="865702" y="26437"/>
                  <a:pt x="867210" y="28548"/>
                </a:cubicBezTo>
                <a:cubicBezTo>
                  <a:pt x="868717" y="30658"/>
                  <a:pt x="869772" y="33164"/>
                  <a:pt x="870375" y="36066"/>
                </a:cubicBezTo>
                <a:cubicBezTo>
                  <a:pt x="870752" y="37951"/>
                  <a:pt x="870941" y="41248"/>
                  <a:pt x="870941" y="45959"/>
                </a:cubicBezTo>
                <a:lnTo>
                  <a:pt x="870941" y="82873"/>
                </a:lnTo>
                <a:lnTo>
                  <a:pt x="860765" y="82873"/>
                </a:lnTo>
                <a:lnTo>
                  <a:pt x="860765" y="46316"/>
                </a:lnTo>
                <a:cubicBezTo>
                  <a:pt x="860765" y="42166"/>
                  <a:pt x="860370" y="39062"/>
                  <a:pt x="859578" y="37006"/>
                </a:cubicBezTo>
                <a:cubicBezTo>
                  <a:pt x="858787" y="34950"/>
                  <a:pt x="857383" y="33309"/>
                  <a:pt x="855367" y="32083"/>
                </a:cubicBezTo>
                <a:cubicBezTo>
                  <a:pt x="853350" y="30857"/>
                  <a:pt x="850986" y="30244"/>
                  <a:pt x="848272" y="30244"/>
                </a:cubicBezTo>
                <a:cubicBezTo>
                  <a:pt x="843938" y="30244"/>
                  <a:pt x="840198" y="31621"/>
                  <a:pt x="837051" y="34376"/>
                </a:cubicBezTo>
                <a:cubicBezTo>
                  <a:pt x="833904" y="37129"/>
                  <a:pt x="832331" y="42354"/>
                  <a:pt x="832331" y="50050"/>
                </a:cubicBezTo>
                <a:lnTo>
                  <a:pt x="832331" y="82873"/>
                </a:lnTo>
                <a:lnTo>
                  <a:pt x="822155" y="82873"/>
                </a:lnTo>
                <a:close/>
                <a:moveTo>
                  <a:pt x="882761" y="52856"/>
                </a:moveTo>
                <a:cubicBezTo>
                  <a:pt x="882761" y="41738"/>
                  <a:pt x="885851" y="33504"/>
                  <a:pt x="892032" y="28152"/>
                </a:cubicBezTo>
                <a:cubicBezTo>
                  <a:pt x="897195" y="23705"/>
                  <a:pt x="903489" y="21481"/>
                  <a:pt x="910913" y="21481"/>
                </a:cubicBezTo>
                <a:cubicBezTo>
                  <a:pt x="919167" y="21481"/>
                  <a:pt x="925913" y="24186"/>
                  <a:pt x="931151" y="29594"/>
                </a:cubicBezTo>
                <a:cubicBezTo>
                  <a:pt x="936389" y="35002"/>
                  <a:pt x="939009" y="42473"/>
                  <a:pt x="939009" y="52008"/>
                </a:cubicBezTo>
                <a:cubicBezTo>
                  <a:pt x="939009" y="59734"/>
                  <a:pt x="937850" y="65811"/>
                  <a:pt x="935532" y="70239"/>
                </a:cubicBezTo>
                <a:cubicBezTo>
                  <a:pt x="933214" y="74667"/>
                  <a:pt x="929841" y="78106"/>
                  <a:pt x="925413" y="80556"/>
                </a:cubicBezTo>
                <a:cubicBezTo>
                  <a:pt x="920985" y="83005"/>
                  <a:pt x="916152" y="84230"/>
                  <a:pt x="910913" y="84230"/>
                </a:cubicBezTo>
                <a:cubicBezTo>
                  <a:pt x="902509" y="84230"/>
                  <a:pt x="895716" y="81535"/>
                  <a:pt x="890534" y="76146"/>
                </a:cubicBezTo>
                <a:cubicBezTo>
                  <a:pt x="885352" y="70757"/>
                  <a:pt x="882761" y="62994"/>
                  <a:pt x="882761" y="52856"/>
                </a:cubicBezTo>
                <a:moveTo>
                  <a:pt x="893219" y="52828"/>
                </a:moveTo>
                <a:cubicBezTo>
                  <a:pt x="893219" y="60487"/>
                  <a:pt x="894896" y="66223"/>
                  <a:pt x="898250" y="70034"/>
                </a:cubicBezTo>
                <a:cubicBezTo>
                  <a:pt x="901605" y="73845"/>
                  <a:pt x="905825" y="75751"/>
                  <a:pt x="910913" y="75751"/>
                </a:cubicBezTo>
                <a:cubicBezTo>
                  <a:pt x="915963" y="75751"/>
                  <a:pt x="920165" y="73836"/>
                  <a:pt x="923519" y="70006"/>
                </a:cubicBezTo>
                <a:cubicBezTo>
                  <a:pt x="926874" y="66176"/>
                  <a:pt x="928551" y="60337"/>
                  <a:pt x="928551" y="52490"/>
                </a:cubicBezTo>
                <a:cubicBezTo>
                  <a:pt x="928551" y="45093"/>
                  <a:pt x="926864" y="39489"/>
                  <a:pt x="923491" y="35678"/>
                </a:cubicBezTo>
                <a:cubicBezTo>
                  <a:pt x="920118" y="31867"/>
                  <a:pt x="915926" y="29961"/>
                  <a:pt x="910913" y="29961"/>
                </a:cubicBezTo>
                <a:cubicBezTo>
                  <a:pt x="905825" y="29961"/>
                  <a:pt x="901605" y="31857"/>
                  <a:pt x="898250" y="35649"/>
                </a:cubicBezTo>
                <a:cubicBezTo>
                  <a:pt x="894896" y="39442"/>
                  <a:pt x="893219" y="45168"/>
                  <a:pt x="893219" y="52828"/>
                </a:cubicBezTo>
                <a:close/>
                <a:moveTo>
                  <a:pt x="973158" y="73885"/>
                </a:moveTo>
                <a:lnTo>
                  <a:pt x="974628" y="82873"/>
                </a:lnTo>
                <a:cubicBezTo>
                  <a:pt x="971764" y="83401"/>
                  <a:pt x="969201" y="83665"/>
                  <a:pt x="966940" y="83665"/>
                </a:cubicBezTo>
                <a:cubicBezTo>
                  <a:pt x="963247" y="83665"/>
                  <a:pt x="960383" y="83081"/>
                  <a:pt x="958348" y="81912"/>
                </a:cubicBezTo>
                <a:cubicBezTo>
                  <a:pt x="956312" y="80744"/>
                  <a:pt x="954880" y="79208"/>
                  <a:pt x="954051" y="77305"/>
                </a:cubicBezTo>
                <a:cubicBezTo>
                  <a:pt x="953222" y="75402"/>
                  <a:pt x="952808" y="71398"/>
                  <a:pt x="952808" y="65292"/>
                </a:cubicBezTo>
                <a:lnTo>
                  <a:pt x="952808" y="30752"/>
                </a:lnTo>
                <a:lnTo>
                  <a:pt x="945346" y="30752"/>
                </a:lnTo>
                <a:lnTo>
                  <a:pt x="945346" y="22838"/>
                </a:lnTo>
                <a:lnTo>
                  <a:pt x="952808" y="22838"/>
                </a:lnTo>
                <a:lnTo>
                  <a:pt x="952808" y="7930"/>
                </a:lnTo>
                <a:lnTo>
                  <a:pt x="962927" y="1809"/>
                </a:lnTo>
                <a:lnTo>
                  <a:pt x="962927" y="22838"/>
                </a:lnTo>
                <a:lnTo>
                  <a:pt x="973158" y="22838"/>
                </a:lnTo>
                <a:lnTo>
                  <a:pt x="973158" y="30752"/>
                </a:lnTo>
                <a:lnTo>
                  <a:pt x="962927" y="30752"/>
                </a:lnTo>
                <a:lnTo>
                  <a:pt x="962927" y="65858"/>
                </a:lnTo>
                <a:cubicBezTo>
                  <a:pt x="962927" y="68760"/>
                  <a:pt x="963106" y="70625"/>
                  <a:pt x="963464" y="71454"/>
                </a:cubicBezTo>
                <a:cubicBezTo>
                  <a:pt x="963822" y="72283"/>
                  <a:pt x="964406" y="72943"/>
                  <a:pt x="965216" y="73433"/>
                </a:cubicBezTo>
                <a:cubicBezTo>
                  <a:pt x="966026" y="73923"/>
                  <a:pt x="967185" y="74168"/>
                  <a:pt x="968693" y="74168"/>
                </a:cubicBezTo>
                <a:cubicBezTo>
                  <a:pt x="969823" y="74168"/>
                  <a:pt x="971312" y="74073"/>
                  <a:pt x="973158" y="73885"/>
                </a:cubicBezTo>
                <a:close/>
                <a:moveTo>
                  <a:pt x="1013401" y="87848"/>
                </a:moveTo>
                <a:lnTo>
                  <a:pt x="1023293" y="89318"/>
                </a:lnTo>
                <a:cubicBezTo>
                  <a:pt x="1023708" y="92370"/>
                  <a:pt x="1024857" y="94594"/>
                  <a:pt x="1026742" y="95988"/>
                </a:cubicBezTo>
                <a:cubicBezTo>
                  <a:pt x="1029267" y="97873"/>
                  <a:pt x="1032715" y="98815"/>
                  <a:pt x="1037087" y="98815"/>
                </a:cubicBezTo>
                <a:cubicBezTo>
                  <a:pt x="1041798" y="98815"/>
                  <a:pt x="1045434" y="97870"/>
                  <a:pt x="1047997" y="95981"/>
                </a:cubicBezTo>
                <a:cubicBezTo>
                  <a:pt x="1050560" y="94093"/>
                  <a:pt x="1052293" y="91449"/>
                  <a:pt x="1053198" y="88049"/>
                </a:cubicBezTo>
                <a:cubicBezTo>
                  <a:pt x="1053726" y="85973"/>
                  <a:pt x="1053971" y="81611"/>
                  <a:pt x="1053933" y="74963"/>
                </a:cubicBezTo>
                <a:cubicBezTo>
                  <a:pt x="1049486" y="80236"/>
                  <a:pt x="1043946" y="82873"/>
                  <a:pt x="1037313" y="82873"/>
                </a:cubicBezTo>
                <a:cubicBezTo>
                  <a:pt x="1029060" y="82873"/>
                  <a:pt x="1022672" y="79896"/>
                  <a:pt x="1018149" y="73942"/>
                </a:cubicBezTo>
                <a:cubicBezTo>
                  <a:pt x="1013627" y="67987"/>
                  <a:pt x="1011366" y="60845"/>
                  <a:pt x="1011366" y="52517"/>
                </a:cubicBezTo>
                <a:cubicBezTo>
                  <a:pt x="1011366" y="46788"/>
                  <a:pt x="1012402" y="41503"/>
                  <a:pt x="1014475" y="36660"/>
                </a:cubicBezTo>
                <a:cubicBezTo>
                  <a:pt x="1016547" y="31817"/>
                  <a:pt x="1019553" y="28077"/>
                  <a:pt x="1023491" y="25439"/>
                </a:cubicBezTo>
                <a:cubicBezTo>
                  <a:pt x="1027430" y="22801"/>
                  <a:pt x="1032056" y="21481"/>
                  <a:pt x="1037369" y="21481"/>
                </a:cubicBezTo>
                <a:cubicBezTo>
                  <a:pt x="1044455" y="21481"/>
                  <a:pt x="1050296" y="24365"/>
                  <a:pt x="1054894" y="30131"/>
                </a:cubicBezTo>
                <a:lnTo>
                  <a:pt x="1054894" y="22838"/>
                </a:lnTo>
                <a:lnTo>
                  <a:pt x="1064278" y="22838"/>
                </a:lnTo>
                <a:lnTo>
                  <a:pt x="1064278" y="74768"/>
                </a:lnTo>
                <a:cubicBezTo>
                  <a:pt x="1064278" y="84121"/>
                  <a:pt x="1063326" y="90748"/>
                  <a:pt x="1061423" y="94651"/>
                </a:cubicBezTo>
                <a:cubicBezTo>
                  <a:pt x="1059520" y="98554"/>
                  <a:pt x="1056505" y="101637"/>
                  <a:pt x="1052378" y="103899"/>
                </a:cubicBezTo>
                <a:cubicBezTo>
                  <a:pt x="1048252" y="106163"/>
                  <a:pt x="1043173" y="107294"/>
                  <a:pt x="1037143" y="107294"/>
                </a:cubicBezTo>
                <a:cubicBezTo>
                  <a:pt x="1029983" y="107294"/>
                  <a:pt x="1024198" y="105679"/>
                  <a:pt x="1019789" y="102447"/>
                </a:cubicBezTo>
                <a:cubicBezTo>
                  <a:pt x="1015379" y="99215"/>
                  <a:pt x="1013250" y="94349"/>
                  <a:pt x="1013401" y="87848"/>
                </a:cubicBezTo>
                <a:moveTo>
                  <a:pt x="1021824" y="51783"/>
                </a:moveTo>
                <a:cubicBezTo>
                  <a:pt x="1021824" y="59640"/>
                  <a:pt x="1023388" y="65373"/>
                  <a:pt x="1026516" y="68981"/>
                </a:cubicBezTo>
                <a:cubicBezTo>
                  <a:pt x="1029644" y="72590"/>
                  <a:pt x="1033563" y="74394"/>
                  <a:pt x="1038274" y="74394"/>
                </a:cubicBezTo>
                <a:cubicBezTo>
                  <a:pt x="1042947" y="74394"/>
                  <a:pt x="1046867" y="72599"/>
                  <a:pt x="1050032" y="69009"/>
                </a:cubicBezTo>
                <a:cubicBezTo>
                  <a:pt x="1053198" y="65420"/>
                  <a:pt x="1054781" y="59790"/>
                  <a:pt x="1054781" y="52121"/>
                </a:cubicBezTo>
                <a:cubicBezTo>
                  <a:pt x="1054781" y="44791"/>
                  <a:pt x="1053151" y="39265"/>
                  <a:pt x="1049891" y="35543"/>
                </a:cubicBezTo>
                <a:cubicBezTo>
                  <a:pt x="1046631" y="31822"/>
                  <a:pt x="1042702" y="29961"/>
                  <a:pt x="1038104" y="29961"/>
                </a:cubicBezTo>
                <a:cubicBezTo>
                  <a:pt x="1033582" y="29961"/>
                  <a:pt x="1029738" y="31794"/>
                  <a:pt x="1026572" y="35459"/>
                </a:cubicBezTo>
                <a:cubicBezTo>
                  <a:pt x="1023406" y="39124"/>
                  <a:pt x="1021824" y="44565"/>
                  <a:pt x="1021824" y="51783"/>
                </a:cubicBezTo>
                <a:close/>
                <a:moveTo>
                  <a:pt x="1079716" y="11758"/>
                </a:moveTo>
                <a:lnTo>
                  <a:pt x="1079716" y="0"/>
                </a:lnTo>
                <a:lnTo>
                  <a:pt x="1089892" y="0"/>
                </a:lnTo>
                <a:lnTo>
                  <a:pt x="1089892" y="11758"/>
                </a:lnTo>
                <a:lnTo>
                  <a:pt x="1079716" y="11758"/>
                </a:lnTo>
                <a:moveTo>
                  <a:pt x="1079716" y="82873"/>
                </a:moveTo>
                <a:lnTo>
                  <a:pt x="1079716" y="22838"/>
                </a:lnTo>
                <a:lnTo>
                  <a:pt x="1089892" y="22838"/>
                </a:lnTo>
                <a:lnTo>
                  <a:pt x="1089892" y="82873"/>
                </a:lnTo>
                <a:lnTo>
                  <a:pt x="1079716" y="82873"/>
                </a:lnTo>
                <a:close/>
                <a:moveTo>
                  <a:pt x="1122061" y="82873"/>
                </a:moveTo>
                <a:lnTo>
                  <a:pt x="1099223" y="22838"/>
                </a:lnTo>
                <a:lnTo>
                  <a:pt x="1109964" y="22838"/>
                </a:lnTo>
                <a:lnTo>
                  <a:pt x="1122853" y="58791"/>
                </a:lnTo>
                <a:cubicBezTo>
                  <a:pt x="1124247" y="62673"/>
                  <a:pt x="1125528" y="66706"/>
                  <a:pt x="1126697" y="70889"/>
                </a:cubicBezTo>
                <a:cubicBezTo>
                  <a:pt x="1127601" y="67723"/>
                  <a:pt x="1128864" y="63917"/>
                  <a:pt x="1130484" y="59470"/>
                </a:cubicBezTo>
                <a:lnTo>
                  <a:pt x="1143825" y="22838"/>
                </a:lnTo>
                <a:lnTo>
                  <a:pt x="1154283" y="22838"/>
                </a:lnTo>
                <a:lnTo>
                  <a:pt x="1131558" y="82873"/>
                </a:lnTo>
                <a:lnTo>
                  <a:pt x="1122061" y="82873"/>
                </a:lnTo>
                <a:close/>
                <a:moveTo>
                  <a:pt x="1204369" y="63540"/>
                </a:moveTo>
                <a:lnTo>
                  <a:pt x="1214884" y="64840"/>
                </a:lnTo>
                <a:cubicBezTo>
                  <a:pt x="1213226" y="70983"/>
                  <a:pt x="1210154" y="75751"/>
                  <a:pt x="1205669" y="79142"/>
                </a:cubicBezTo>
                <a:cubicBezTo>
                  <a:pt x="1201185" y="82534"/>
                  <a:pt x="1195456" y="84230"/>
                  <a:pt x="1188484" y="84230"/>
                </a:cubicBezTo>
                <a:cubicBezTo>
                  <a:pt x="1179703" y="84230"/>
                  <a:pt x="1172741" y="81526"/>
                  <a:pt x="1167596" y="76118"/>
                </a:cubicBezTo>
                <a:cubicBezTo>
                  <a:pt x="1162452" y="70710"/>
                  <a:pt x="1159880" y="63125"/>
                  <a:pt x="1159880" y="53365"/>
                </a:cubicBezTo>
                <a:cubicBezTo>
                  <a:pt x="1159880" y="43264"/>
                  <a:pt x="1162480" y="35426"/>
                  <a:pt x="1167681" y="29848"/>
                </a:cubicBezTo>
                <a:cubicBezTo>
                  <a:pt x="1172882" y="24270"/>
                  <a:pt x="1179628" y="21481"/>
                  <a:pt x="1187919" y="21481"/>
                </a:cubicBezTo>
                <a:cubicBezTo>
                  <a:pt x="1195946" y="21481"/>
                  <a:pt x="1202504" y="24210"/>
                  <a:pt x="1207591" y="29666"/>
                </a:cubicBezTo>
                <a:cubicBezTo>
                  <a:pt x="1212679" y="35121"/>
                  <a:pt x="1215223" y="42796"/>
                  <a:pt x="1215223" y="52692"/>
                </a:cubicBezTo>
                <a:cubicBezTo>
                  <a:pt x="1215223" y="53293"/>
                  <a:pt x="1215204" y="54196"/>
                  <a:pt x="1215167" y="55400"/>
                </a:cubicBezTo>
                <a:lnTo>
                  <a:pt x="1170395" y="55400"/>
                </a:lnTo>
                <a:cubicBezTo>
                  <a:pt x="1170771" y="61976"/>
                  <a:pt x="1172637" y="67012"/>
                  <a:pt x="1175991" y="70507"/>
                </a:cubicBezTo>
                <a:cubicBezTo>
                  <a:pt x="1179345" y="74003"/>
                  <a:pt x="1183528" y="75751"/>
                  <a:pt x="1188541" y="75751"/>
                </a:cubicBezTo>
                <a:cubicBezTo>
                  <a:pt x="1192272" y="75751"/>
                  <a:pt x="1195456" y="74780"/>
                  <a:pt x="1198094" y="72839"/>
                </a:cubicBezTo>
                <a:cubicBezTo>
                  <a:pt x="1200732" y="70897"/>
                  <a:pt x="1202824" y="67797"/>
                  <a:pt x="1204369" y="63540"/>
                </a:cubicBezTo>
                <a:moveTo>
                  <a:pt x="1170960" y="46920"/>
                </a:moveTo>
                <a:lnTo>
                  <a:pt x="1204482" y="46920"/>
                </a:lnTo>
                <a:cubicBezTo>
                  <a:pt x="1204030" y="41953"/>
                  <a:pt x="1202749" y="38227"/>
                  <a:pt x="1200638" y="35743"/>
                </a:cubicBezTo>
                <a:cubicBezTo>
                  <a:pt x="1197397" y="31888"/>
                  <a:pt x="1193195" y="29961"/>
                  <a:pt x="1188032" y="29961"/>
                </a:cubicBezTo>
                <a:cubicBezTo>
                  <a:pt x="1183359" y="29961"/>
                  <a:pt x="1179430" y="31500"/>
                  <a:pt x="1176245" y="34577"/>
                </a:cubicBezTo>
                <a:cubicBezTo>
                  <a:pt x="1173061" y="37653"/>
                  <a:pt x="1171299" y="41768"/>
                  <a:pt x="1170960" y="46920"/>
                </a:cubicBezTo>
                <a:close/>
                <a:moveTo>
                  <a:pt x="1299003" y="75461"/>
                </a:moveTo>
                <a:cubicBezTo>
                  <a:pt x="1295234" y="78667"/>
                  <a:pt x="1291607" y="80930"/>
                  <a:pt x="1288121" y="82250"/>
                </a:cubicBezTo>
                <a:cubicBezTo>
                  <a:pt x="1284635" y="83570"/>
                  <a:pt x="1280894" y="84230"/>
                  <a:pt x="1276899" y="84230"/>
                </a:cubicBezTo>
                <a:cubicBezTo>
                  <a:pt x="1270304" y="84230"/>
                  <a:pt x="1265235" y="82618"/>
                  <a:pt x="1261693" y="79393"/>
                </a:cubicBezTo>
                <a:cubicBezTo>
                  <a:pt x="1258150" y="76169"/>
                  <a:pt x="1256379" y="72048"/>
                  <a:pt x="1256379" y="67033"/>
                </a:cubicBezTo>
                <a:cubicBezTo>
                  <a:pt x="1256379" y="64092"/>
                  <a:pt x="1257048" y="61405"/>
                  <a:pt x="1258386" y="58973"/>
                </a:cubicBezTo>
                <a:cubicBezTo>
                  <a:pt x="1259724" y="56540"/>
                  <a:pt x="1261476" y="54588"/>
                  <a:pt x="1263643" y="53117"/>
                </a:cubicBezTo>
                <a:cubicBezTo>
                  <a:pt x="1265810" y="51646"/>
                  <a:pt x="1268250" y="50534"/>
                  <a:pt x="1270964" y="49780"/>
                </a:cubicBezTo>
                <a:cubicBezTo>
                  <a:pt x="1272961" y="49251"/>
                  <a:pt x="1275976" y="48742"/>
                  <a:pt x="1280009" y="48252"/>
                </a:cubicBezTo>
                <a:cubicBezTo>
                  <a:pt x="1288224" y="47279"/>
                  <a:pt x="1294273" y="46119"/>
                  <a:pt x="1298155" y="44772"/>
                </a:cubicBezTo>
                <a:cubicBezTo>
                  <a:pt x="1298192" y="43383"/>
                  <a:pt x="1298211" y="42501"/>
                  <a:pt x="1298211" y="42126"/>
                </a:cubicBezTo>
                <a:cubicBezTo>
                  <a:pt x="1298211" y="37995"/>
                  <a:pt x="1297250" y="35086"/>
                  <a:pt x="1295328" y="33397"/>
                </a:cubicBezTo>
                <a:cubicBezTo>
                  <a:pt x="1292728" y="31106"/>
                  <a:pt x="1288865" y="29961"/>
                  <a:pt x="1283740" y="29961"/>
                </a:cubicBezTo>
                <a:cubicBezTo>
                  <a:pt x="1278953" y="29961"/>
                  <a:pt x="1275420" y="30800"/>
                  <a:pt x="1273140" y="32477"/>
                </a:cubicBezTo>
                <a:cubicBezTo>
                  <a:pt x="1270860" y="34154"/>
                  <a:pt x="1269174" y="37122"/>
                  <a:pt x="1268081" y="41380"/>
                </a:cubicBezTo>
                <a:lnTo>
                  <a:pt x="1258131" y="40023"/>
                </a:lnTo>
                <a:cubicBezTo>
                  <a:pt x="1259036" y="35752"/>
                  <a:pt x="1260524" y="32302"/>
                  <a:pt x="1262597" y="29675"/>
                </a:cubicBezTo>
                <a:cubicBezTo>
                  <a:pt x="1264670" y="27047"/>
                  <a:pt x="1267666" y="25025"/>
                  <a:pt x="1271586" y="23608"/>
                </a:cubicBezTo>
                <a:cubicBezTo>
                  <a:pt x="1275505" y="22190"/>
                  <a:pt x="1280046" y="21481"/>
                  <a:pt x="1285209" y="21481"/>
                </a:cubicBezTo>
                <a:cubicBezTo>
                  <a:pt x="1290335" y="21481"/>
                  <a:pt x="1294499" y="22084"/>
                  <a:pt x="1297703" y="23290"/>
                </a:cubicBezTo>
                <a:cubicBezTo>
                  <a:pt x="1300906" y="24496"/>
                  <a:pt x="1303261" y="26013"/>
                  <a:pt x="1304769" y="27841"/>
                </a:cubicBezTo>
                <a:cubicBezTo>
                  <a:pt x="1306276" y="29669"/>
                  <a:pt x="1307332" y="31977"/>
                  <a:pt x="1307935" y="34766"/>
                </a:cubicBezTo>
                <a:cubicBezTo>
                  <a:pt x="1308274" y="36500"/>
                  <a:pt x="1308443" y="39628"/>
                  <a:pt x="1308443" y="44150"/>
                </a:cubicBezTo>
                <a:lnTo>
                  <a:pt x="1308443" y="57717"/>
                </a:lnTo>
                <a:cubicBezTo>
                  <a:pt x="1308443" y="67177"/>
                  <a:pt x="1308660" y="73160"/>
                  <a:pt x="1309093" y="75666"/>
                </a:cubicBezTo>
                <a:cubicBezTo>
                  <a:pt x="1309527" y="78172"/>
                  <a:pt x="1310384" y="80574"/>
                  <a:pt x="1311666" y="82873"/>
                </a:cubicBezTo>
                <a:lnTo>
                  <a:pt x="1301038" y="82873"/>
                </a:lnTo>
                <a:cubicBezTo>
                  <a:pt x="1299983" y="80761"/>
                  <a:pt x="1299304" y="78290"/>
                  <a:pt x="1299003" y="75461"/>
                </a:cubicBezTo>
                <a:moveTo>
                  <a:pt x="1298155" y="52686"/>
                </a:moveTo>
                <a:cubicBezTo>
                  <a:pt x="1294461" y="54207"/>
                  <a:pt x="1288922" y="55499"/>
                  <a:pt x="1281535" y="56562"/>
                </a:cubicBezTo>
                <a:cubicBezTo>
                  <a:pt x="1277352" y="57167"/>
                  <a:pt x="1274393" y="57849"/>
                  <a:pt x="1272660" y="58606"/>
                </a:cubicBezTo>
                <a:cubicBezTo>
                  <a:pt x="1270926" y="59362"/>
                  <a:pt x="1269588" y="60469"/>
                  <a:pt x="1268646" y="61927"/>
                </a:cubicBezTo>
                <a:cubicBezTo>
                  <a:pt x="1267704" y="63384"/>
                  <a:pt x="1267233" y="65002"/>
                  <a:pt x="1267233" y="66780"/>
                </a:cubicBezTo>
                <a:cubicBezTo>
                  <a:pt x="1267233" y="69504"/>
                  <a:pt x="1268260" y="71775"/>
                  <a:pt x="1270314" y="73592"/>
                </a:cubicBezTo>
                <a:cubicBezTo>
                  <a:pt x="1272368" y="75408"/>
                  <a:pt x="1275373" y="76316"/>
                  <a:pt x="1279330" y="76316"/>
                </a:cubicBezTo>
                <a:cubicBezTo>
                  <a:pt x="1283250" y="76316"/>
                  <a:pt x="1286736" y="75454"/>
                  <a:pt x="1289788" y="73731"/>
                </a:cubicBezTo>
                <a:cubicBezTo>
                  <a:pt x="1292841" y="72008"/>
                  <a:pt x="1295083" y="69651"/>
                  <a:pt x="1296515" y="66660"/>
                </a:cubicBezTo>
                <a:cubicBezTo>
                  <a:pt x="1297608" y="64349"/>
                  <a:pt x="1298155" y="60941"/>
                  <a:pt x="1298155" y="56435"/>
                </a:cubicBezTo>
                <a:lnTo>
                  <a:pt x="1298155" y="52686"/>
                </a:lnTo>
                <a:close/>
                <a:moveTo>
                  <a:pt x="1324220" y="82873"/>
                </a:moveTo>
                <a:lnTo>
                  <a:pt x="1324220" y="22838"/>
                </a:lnTo>
                <a:lnTo>
                  <a:pt x="1333378" y="22838"/>
                </a:lnTo>
                <a:lnTo>
                  <a:pt x="1333378" y="31318"/>
                </a:lnTo>
                <a:cubicBezTo>
                  <a:pt x="1337788" y="24760"/>
                  <a:pt x="1344157" y="21481"/>
                  <a:pt x="1352486" y="21481"/>
                </a:cubicBezTo>
                <a:cubicBezTo>
                  <a:pt x="1356104" y="21481"/>
                  <a:pt x="1359429" y="22132"/>
                  <a:pt x="1362463" y="23432"/>
                </a:cubicBezTo>
                <a:cubicBezTo>
                  <a:pt x="1365497" y="24732"/>
                  <a:pt x="1367768" y="26437"/>
                  <a:pt x="1369275" y="28548"/>
                </a:cubicBezTo>
                <a:cubicBezTo>
                  <a:pt x="1370783" y="30658"/>
                  <a:pt x="1371838" y="33164"/>
                  <a:pt x="1372441" y="36066"/>
                </a:cubicBezTo>
                <a:cubicBezTo>
                  <a:pt x="1372818" y="37951"/>
                  <a:pt x="1373006" y="41248"/>
                  <a:pt x="1373006" y="45959"/>
                </a:cubicBezTo>
                <a:lnTo>
                  <a:pt x="1373006" y="82873"/>
                </a:lnTo>
                <a:lnTo>
                  <a:pt x="1362831" y="82873"/>
                </a:lnTo>
                <a:lnTo>
                  <a:pt x="1362831" y="46316"/>
                </a:lnTo>
                <a:cubicBezTo>
                  <a:pt x="1362831" y="42166"/>
                  <a:pt x="1362435" y="39062"/>
                  <a:pt x="1361643" y="37006"/>
                </a:cubicBezTo>
                <a:cubicBezTo>
                  <a:pt x="1360852" y="34950"/>
                  <a:pt x="1359448" y="33309"/>
                  <a:pt x="1357432" y="32083"/>
                </a:cubicBezTo>
                <a:cubicBezTo>
                  <a:pt x="1355416" y="30857"/>
                  <a:pt x="1353051" y="30244"/>
                  <a:pt x="1350337" y="30244"/>
                </a:cubicBezTo>
                <a:cubicBezTo>
                  <a:pt x="1346003" y="30244"/>
                  <a:pt x="1342263" y="31621"/>
                  <a:pt x="1339116" y="34376"/>
                </a:cubicBezTo>
                <a:cubicBezTo>
                  <a:pt x="1335969" y="37129"/>
                  <a:pt x="1334396" y="42354"/>
                  <a:pt x="1334396" y="50050"/>
                </a:cubicBezTo>
                <a:lnTo>
                  <a:pt x="1334396" y="82873"/>
                </a:lnTo>
                <a:lnTo>
                  <a:pt x="1324220" y="82873"/>
                </a:lnTo>
                <a:close/>
                <a:moveTo>
                  <a:pt x="1388162" y="106051"/>
                </a:moveTo>
                <a:lnTo>
                  <a:pt x="1387031" y="96497"/>
                </a:lnTo>
                <a:cubicBezTo>
                  <a:pt x="1389255" y="97100"/>
                  <a:pt x="1391196" y="97402"/>
                  <a:pt x="1392854" y="97402"/>
                </a:cubicBezTo>
                <a:cubicBezTo>
                  <a:pt x="1395115" y="97402"/>
                  <a:pt x="1396924" y="97020"/>
                  <a:pt x="1398281" y="96257"/>
                </a:cubicBezTo>
                <a:cubicBezTo>
                  <a:pt x="1399638" y="95495"/>
                  <a:pt x="1400749" y="94427"/>
                  <a:pt x="1401616" y="93054"/>
                </a:cubicBezTo>
                <a:cubicBezTo>
                  <a:pt x="1402257" y="92025"/>
                  <a:pt x="1403293" y="89470"/>
                  <a:pt x="1404725" y="85391"/>
                </a:cubicBezTo>
                <a:cubicBezTo>
                  <a:pt x="1404914" y="84818"/>
                  <a:pt x="1405215" y="83979"/>
                  <a:pt x="1405630" y="82873"/>
                </a:cubicBezTo>
                <a:lnTo>
                  <a:pt x="1382848" y="22838"/>
                </a:lnTo>
                <a:lnTo>
                  <a:pt x="1393815" y="22838"/>
                </a:lnTo>
                <a:lnTo>
                  <a:pt x="1406308" y="57523"/>
                </a:lnTo>
                <a:cubicBezTo>
                  <a:pt x="1407929" y="61923"/>
                  <a:pt x="1409380" y="66548"/>
                  <a:pt x="1410661" y="71398"/>
                </a:cubicBezTo>
                <a:cubicBezTo>
                  <a:pt x="1411829" y="66735"/>
                  <a:pt x="1413224" y="62186"/>
                  <a:pt x="1414844" y="57749"/>
                </a:cubicBezTo>
                <a:lnTo>
                  <a:pt x="1427677" y="22838"/>
                </a:lnTo>
                <a:lnTo>
                  <a:pt x="1437852" y="22838"/>
                </a:lnTo>
                <a:lnTo>
                  <a:pt x="1415014" y="83932"/>
                </a:lnTo>
                <a:cubicBezTo>
                  <a:pt x="1412564" y="90531"/>
                  <a:pt x="1410661" y="95076"/>
                  <a:pt x="1409304" y="97564"/>
                </a:cubicBezTo>
                <a:cubicBezTo>
                  <a:pt x="1407495" y="100921"/>
                  <a:pt x="1405423" y="103381"/>
                  <a:pt x="1403086" y="104947"/>
                </a:cubicBezTo>
                <a:cubicBezTo>
                  <a:pt x="1400749" y="106512"/>
                  <a:pt x="1397961" y="107294"/>
                  <a:pt x="1394719" y="107294"/>
                </a:cubicBezTo>
                <a:cubicBezTo>
                  <a:pt x="1392760" y="107294"/>
                  <a:pt x="1390574" y="106880"/>
                  <a:pt x="1388162" y="106051"/>
                </a:cubicBez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falseimpressions.">
            <a:extLst xmlns:a="http://schemas.openxmlformats.org/drawingml/2006/main">
              <a:ext uri="{FF2B5EF4-FFF2-40B4-BE49-F238E27FC236}">
                <a16:creationId xmlns:a16="http://schemas.microsoft.com/office/drawing/2014/main" id="{E373788B-F548-468C-9D04-E88890D6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036" y="2435327"/>
            <a:ext cx="915453" cy="107294"/>
          </a:xfrm>
          <a:custGeom xmlns:a="http://schemas.openxmlformats.org/drawingml/2006/main">
            <a:pathLst>
              <a:path w="915453" h="107294">
                <a:moveTo>
                  <a:pt x="8988" y="84230"/>
                </a:moveTo>
                <a:lnTo>
                  <a:pt x="8988" y="32109"/>
                </a:lnTo>
                <a:lnTo>
                  <a:pt x="0" y="32109"/>
                </a:lnTo>
                <a:lnTo>
                  <a:pt x="0" y="24195"/>
                </a:lnTo>
                <a:lnTo>
                  <a:pt x="8988" y="24195"/>
                </a:lnTo>
                <a:lnTo>
                  <a:pt x="8988" y="17821"/>
                </a:lnTo>
                <a:cubicBezTo>
                  <a:pt x="8988" y="13798"/>
                  <a:pt x="9346" y="10809"/>
                  <a:pt x="10062" y="8854"/>
                </a:cubicBezTo>
                <a:cubicBezTo>
                  <a:pt x="11042" y="6223"/>
                  <a:pt x="12766" y="4090"/>
                  <a:pt x="15235" y="2454"/>
                </a:cubicBezTo>
                <a:cubicBezTo>
                  <a:pt x="17703" y="818"/>
                  <a:pt x="21161" y="0"/>
                  <a:pt x="25608" y="0"/>
                </a:cubicBezTo>
                <a:cubicBezTo>
                  <a:pt x="28472" y="0"/>
                  <a:pt x="31638" y="339"/>
                  <a:pt x="35105" y="1018"/>
                </a:cubicBezTo>
                <a:lnTo>
                  <a:pt x="33579" y="9893"/>
                </a:lnTo>
                <a:cubicBezTo>
                  <a:pt x="31469" y="9516"/>
                  <a:pt x="29471" y="9327"/>
                  <a:pt x="27587" y="9327"/>
                </a:cubicBezTo>
                <a:cubicBezTo>
                  <a:pt x="24496" y="9327"/>
                  <a:pt x="22311" y="9985"/>
                  <a:pt x="21029" y="11299"/>
                </a:cubicBezTo>
                <a:cubicBezTo>
                  <a:pt x="19748" y="12613"/>
                  <a:pt x="19107" y="15072"/>
                  <a:pt x="19107" y="18676"/>
                </a:cubicBezTo>
                <a:lnTo>
                  <a:pt x="19107" y="24195"/>
                </a:lnTo>
                <a:lnTo>
                  <a:pt x="30809" y="24195"/>
                </a:lnTo>
                <a:lnTo>
                  <a:pt x="30809" y="32109"/>
                </a:lnTo>
                <a:lnTo>
                  <a:pt x="19107" y="32109"/>
                </a:lnTo>
                <a:lnTo>
                  <a:pt x="19107" y="84230"/>
                </a:lnTo>
                <a:lnTo>
                  <a:pt x="8988" y="84230"/>
                </a:lnTo>
                <a:close/>
                <a:moveTo>
                  <a:pt x="77895" y="76818"/>
                </a:moveTo>
                <a:cubicBezTo>
                  <a:pt x="74126" y="80023"/>
                  <a:pt x="70499" y="82286"/>
                  <a:pt x="67013" y="83606"/>
                </a:cubicBezTo>
                <a:cubicBezTo>
                  <a:pt x="63527" y="84927"/>
                  <a:pt x="59786" y="85587"/>
                  <a:pt x="55792" y="85587"/>
                </a:cubicBezTo>
                <a:cubicBezTo>
                  <a:pt x="49196" y="85587"/>
                  <a:pt x="44128" y="83975"/>
                  <a:pt x="40585" y="80750"/>
                </a:cubicBezTo>
                <a:cubicBezTo>
                  <a:pt x="37042" y="77525"/>
                  <a:pt x="35271" y="73405"/>
                  <a:pt x="35271" y="68389"/>
                </a:cubicBezTo>
                <a:cubicBezTo>
                  <a:pt x="35271" y="65448"/>
                  <a:pt x="35940" y="62762"/>
                  <a:pt x="37278" y="60330"/>
                </a:cubicBezTo>
                <a:cubicBezTo>
                  <a:pt x="38616" y="57897"/>
                  <a:pt x="40368" y="55945"/>
                  <a:pt x="42535" y="54474"/>
                </a:cubicBezTo>
                <a:cubicBezTo>
                  <a:pt x="44702" y="53003"/>
                  <a:pt x="47143" y="51891"/>
                  <a:pt x="49856" y="51137"/>
                </a:cubicBezTo>
                <a:cubicBezTo>
                  <a:pt x="51853" y="50608"/>
                  <a:pt x="54868" y="50099"/>
                  <a:pt x="58901" y="49609"/>
                </a:cubicBezTo>
                <a:cubicBezTo>
                  <a:pt x="67117" y="48636"/>
                  <a:pt x="73165" y="47476"/>
                  <a:pt x="77047" y="46129"/>
                </a:cubicBezTo>
                <a:cubicBezTo>
                  <a:pt x="77085" y="44740"/>
                  <a:pt x="77104" y="43858"/>
                  <a:pt x="77104" y="43482"/>
                </a:cubicBezTo>
                <a:cubicBezTo>
                  <a:pt x="77104" y="39352"/>
                  <a:pt x="76143" y="36443"/>
                  <a:pt x="74221" y="34754"/>
                </a:cubicBezTo>
                <a:cubicBezTo>
                  <a:pt x="71620" y="32463"/>
                  <a:pt x="67757" y="31318"/>
                  <a:pt x="62632" y="31318"/>
                </a:cubicBezTo>
                <a:cubicBezTo>
                  <a:pt x="57846" y="31318"/>
                  <a:pt x="54312" y="32156"/>
                  <a:pt x="52032" y="33833"/>
                </a:cubicBezTo>
                <a:cubicBezTo>
                  <a:pt x="49752" y="35510"/>
                  <a:pt x="48066" y="38478"/>
                  <a:pt x="46973" y="42737"/>
                </a:cubicBezTo>
                <a:lnTo>
                  <a:pt x="37024" y="41380"/>
                </a:lnTo>
                <a:cubicBezTo>
                  <a:pt x="37928" y="37109"/>
                  <a:pt x="39417" y="33659"/>
                  <a:pt x="41490" y="31032"/>
                </a:cubicBezTo>
                <a:cubicBezTo>
                  <a:pt x="43562" y="28404"/>
                  <a:pt x="46558" y="26382"/>
                  <a:pt x="50478" y="24965"/>
                </a:cubicBezTo>
                <a:cubicBezTo>
                  <a:pt x="54397" y="23547"/>
                  <a:pt x="58939" y="22838"/>
                  <a:pt x="64102" y="22838"/>
                </a:cubicBezTo>
                <a:cubicBezTo>
                  <a:pt x="69227" y="22838"/>
                  <a:pt x="73391" y="23441"/>
                  <a:pt x="76595" y="24647"/>
                </a:cubicBezTo>
                <a:cubicBezTo>
                  <a:pt x="79798" y="25853"/>
                  <a:pt x="82154" y="27370"/>
                  <a:pt x="83661" y="29198"/>
                </a:cubicBezTo>
                <a:cubicBezTo>
                  <a:pt x="85169" y="31026"/>
                  <a:pt x="86224" y="33334"/>
                  <a:pt x="86827" y="36123"/>
                </a:cubicBezTo>
                <a:cubicBezTo>
                  <a:pt x="87166" y="37856"/>
                  <a:pt x="87336" y="40984"/>
                  <a:pt x="87336" y="45507"/>
                </a:cubicBezTo>
                <a:lnTo>
                  <a:pt x="87336" y="59074"/>
                </a:lnTo>
                <a:cubicBezTo>
                  <a:pt x="87336" y="68534"/>
                  <a:pt x="87552" y="74516"/>
                  <a:pt x="87986" y="77022"/>
                </a:cubicBezTo>
                <a:cubicBezTo>
                  <a:pt x="88419" y="79529"/>
                  <a:pt x="89276" y="81931"/>
                  <a:pt x="90558" y="84230"/>
                </a:cubicBezTo>
                <a:lnTo>
                  <a:pt x="79930" y="84230"/>
                </a:lnTo>
                <a:cubicBezTo>
                  <a:pt x="78875" y="82117"/>
                  <a:pt x="78196" y="79646"/>
                  <a:pt x="77895" y="76818"/>
                </a:cubicBezTo>
                <a:moveTo>
                  <a:pt x="77047" y="54043"/>
                </a:moveTo>
                <a:cubicBezTo>
                  <a:pt x="73354" y="55563"/>
                  <a:pt x="67814" y="56855"/>
                  <a:pt x="60427" y="57919"/>
                </a:cubicBezTo>
                <a:cubicBezTo>
                  <a:pt x="56244" y="58524"/>
                  <a:pt x="53285" y="59205"/>
                  <a:pt x="51552" y="59963"/>
                </a:cubicBezTo>
                <a:cubicBezTo>
                  <a:pt x="49818" y="60719"/>
                  <a:pt x="48480" y="61826"/>
                  <a:pt x="47538" y="63284"/>
                </a:cubicBezTo>
                <a:cubicBezTo>
                  <a:pt x="46596" y="64741"/>
                  <a:pt x="46125" y="66358"/>
                  <a:pt x="46125" y="68137"/>
                </a:cubicBezTo>
                <a:cubicBezTo>
                  <a:pt x="46125" y="70861"/>
                  <a:pt x="47152" y="73131"/>
                  <a:pt x="49206" y="74949"/>
                </a:cubicBezTo>
                <a:cubicBezTo>
                  <a:pt x="51260" y="76765"/>
                  <a:pt x="54265" y="77673"/>
                  <a:pt x="58222" y="77673"/>
                </a:cubicBezTo>
                <a:cubicBezTo>
                  <a:pt x="62142" y="77673"/>
                  <a:pt x="65628" y="76811"/>
                  <a:pt x="68681" y="75088"/>
                </a:cubicBezTo>
                <a:cubicBezTo>
                  <a:pt x="71733" y="73365"/>
                  <a:pt x="73976" y="71008"/>
                  <a:pt x="75408" y="68017"/>
                </a:cubicBezTo>
                <a:cubicBezTo>
                  <a:pt x="76501" y="65706"/>
                  <a:pt x="77047" y="62298"/>
                  <a:pt x="77047" y="57792"/>
                </a:cubicBezTo>
                <a:lnTo>
                  <a:pt x="77047" y="54043"/>
                </a:lnTo>
                <a:close/>
                <a:moveTo>
                  <a:pt x="102887" y="84230"/>
                </a:moveTo>
                <a:lnTo>
                  <a:pt x="102887" y="1357"/>
                </a:lnTo>
                <a:lnTo>
                  <a:pt x="113062" y="1357"/>
                </a:lnTo>
                <a:lnTo>
                  <a:pt x="113062" y="84230"/>
                </a:lnTo>
                <a:lnTo>
                  <a:pt x="102887" y="84230"/>
                </a:lnTo>
                <a:close/>
                <a:moveTo>
                  <a:pt x="124768" y="66253"/>
                </a:moveTo>
                <a:lnTo>
                  <a:pt x="134830" y="64671"/>
                </a:lnTo>
                <a:cubicBezTo>
                  <a:pt x="135395" y="68685"/>
                  <a:pt x="136969" y="71762"/>
                  <a:pt x="139550" y="73901"/>
                </a:cubicBezTo>
                <a:cubicBezTo>
                  <a:pt x="142132" y="76039"/>
                  <a:pt x="145740" y="77107"/>
                  <a:pt x="150376" y="77107"/>
                </a:cubicBezTo>
                <a:cubicBezTo>
                  <a:pt x="155049" y="77107"/>
                  <a:pt x="158516" y="76163"/>
                  <a:pt x="160778" y="74275"/>
                </a:cubicBezTo>
                <a:cubicBezTo>
                  <a:pt x="163039" y="72386"/>
                  <a:pt x="164169" y="70171"/>
                  <a:pt x="164169" y="67630"/>
                </a:cubicBezTo>
                <a:cubicBezTo>
                  <a:pt x="164169" y="65348"/>
                  <a:pt x="163171" y="63554"/>
                  <a:pt x="161173" y="62245"/>
                </a:cubicBezTo>
                <a:cubicBezTo>
                  <a:pt x="159779" y="61348"/>
                  <a:pt x="156312" y="60207"/>
                  <a:pt x="150772" y="58823"/>
                </a:cubicBezTo>
                <a:cubicBezTo>
                  <a:pt x="143310" y="56938"/>
                  <a:pt x="138137" y="55307"/>
                  <a:pt x="135254" y="53930"/>
                </a:cubicBezTo>
                <a:cubicBezTo>
                  <a:pt x="132371" y="52553"/>
                  <a:pt x="130185" y="50648"/>
                  <a:pt x="128697" y="48215"/>
                </a:cubicBezTo>
                <a:cubicBezTo>
                  <a:pt x="127208" y="45782"/>
                  <a:pt x="126464" y="43094"/>
                  <a:pt x="126464" y="40152"/>
                </a:cubicBezTo>
                <a:cubicBezTo>
                  <a:pt x="126464" y="37474"/>
                  <a:pt x="127076" y="34994"/>
                  <a:pt x="128301" y="32712"/>
                </a:cubicBezTo>
                <a:cubicBezTo>
                  <a:pt x="129526" y="30429"/>
                  <a:pt x="131193" y="28534"/>
                  <a:pt x="133304" y="27025"/>
                </a:cubicBezTo>
                <a:cubicBezTo>
                  <a:pt x="134887" y="25856"/>
                  <a:pt x="137044" y="24866"/>
                  <a:pt x="139777" y="24055"/>
                </a:cubicBezTo>
                <a:cubicBezTo>
                  <a:pt x="142509" y="23244"/>
                  <a:pt x="145439" y="22838"/>
                  <a:pt x="148567" y="22838"/>
                </a:cubicBezTo>
                <a:cubicBezTo>
                  <a:pt x="153278" y="22838"/>
                  <a:pt x="157414" y="23521"/>
                  <a:pt x="160975" y="24887"/>
                </a:cubicBezTo>
                <a:cubicBezTo>
                  <a:pt x="164537" y="26252"/>
                  <a:pt x="167165" y="28102"/>
                  <a:pt x="168861" y="30436"/>
                </a:cubicBezTo>
                <a:cubicBezTo>
                  <a:pt x="170557" y="32769"/>
                  <a:pt x="171726" y="35890"/>
                  <a:pt x="172366" y="39797"/>
                </a:cubicBezTo>
                <a:lnTo>
                  <a:pt x="162417" y="41154"/>
                </a:lnTo>
                <a:cubicBezTo>
                  <a:pt x="161965" y="38064"/>
                  <a:pt x="160655" y="35652"/>
                  <a:pt x="158488" y="33918"/>
                </a:cubicBezTo>
                <a:cubicBezTo>
                  <a:pt x="156321" y="32185"/>
                  <a:pt x="153259" y="31318"/>
                  <a:pt x="149302" y="31318"/>
                </a:cubicBezTo>
                <a:cubicBezTo>
                  <a:pt x="144629" y="31318"/>
                  <a:pt x="141293" y="32087"/>
                  <a:pt x="139296" y="33625"/>
                </a:cubicBezTo>
                <a:cubicBezTo>
                  <a:pt x="137299" y="35162"/>
                  <a:pt x="136300" y="36962"/>
                  <a:pt x="136300" y="39025"/>
                </a:cubicBezTo>
                <a:cubicBezTo>
                  <a:pt x="136300" y="40337"/>
                  <a:pt x="136714" y="41519"/>
                  <a:pt x="137544" y="42569"/>
                </a:cubicBezTo>
                <a:cubicBezTo>
                  <a:pt x="138373" y="43656"/>
                  <a:pt x="139673" y="44556"/>
                  <a:pt x="141444" y="45268"/>
                </a:cubicBezTo>
                <a:cubicBezTo>
                  <a:pt x="142462" y="45644"/>
                  <a:pt x="145458" y="46507"/>
                  <a:pt x="150432" y="47856"/>
                </a:cubicBezTo>
                <a:cubicBezTo>
                  <a:pt x="157631" y="49777"/>
                  <a:pt x="162652" y="51349"/>
                  <a:pt x="165498" y="52573"/>
                </a:cubicBezTo>
                <a:cubicBezTo>
                  <a:pt x="168343" y="53797"/>
                  <a:pt x="170576" y="55576"/>
                  <a:pt x="172197" y="57912"/>
                </a:cubicBezTo>
                <a:cubicBezTo>
                  <a:pt x="173817" y="60246"/>
                  <a:pt x="174627" y="63145"/>
                  <a:pt x="174627" y="66609"/>
                </a:cubicBezTo>
                <a:cubicBezTo>
                  <a:pt x="174627" y="69998"/>
                  <a:pt x="173638" y="73190"/>
                  <a:pt x="171660" y="76183"/>
                </a:cubicBezTo>
                <a:cubicBezTo>
                  <a:pt x="169681" y="79176"/>
                  <a:pt x="166826" y="81491"/>
                  <a:pt x="163095" y="83130"/>
                </a:cubicBezTo>
                <a:cubicBezTo>
                  <a:pt x="159364" y="84768"/>
                  <a:pt x="155143" y="85587"/>
                  <a:pt x="150432" y="85587"/>
                </a:cubicBezTo>
                <a:cubicBezTo>
                  <a:pt x="142631" y="85587"/>
                  <a:pt x="136686" y="83962"/>
                  <a:pt x="132597" y="80711"/>
                </a:cubicBezTo>
                <a:cubicBezTo>
                  <a:pt x="128508" y="77461"/>
                  <a:pt x="125898" y="72641"/>
                  <a:pt x="124768" y="66253"/>
                </a:cubicBezTo>
                <a:close/>
                <a:moveTo>
                  <a:pt x="227822" y="64897"/>
                </a:moveTo>
                <a:lnTo>
                  <a:pt x="238337" y="66197"/>
                </a:lnTo>
                <a:cubicBezTo>
                  <a:pt x="236679" y="72340"/>
                  <a:pt x="233607" y="77107"/>
                  <a:pt x="229123" y="80499"/>
                </a:cubicBezTo>
                <a:cubicBezTo>
                  <a:pt x="224638" y="83891"/>
                  <a:pt x="218909" y="85587"/>
                  <a:pt x="211937" y="85587"/>
                </a:cubicBezTo>
                <a:cubicBezTo>
                  <a:pt x="203156" y="85587"/>
                  <a:pt x="196194" y="82883"/>
                  <a:pt x="191049" y="77475"/>
                </a:cubicBezTo>
                <a:cubicBezTo>
                  <a:pt x="185905" y="72067"/>
                  <a:pt x="183333" y="64482"/>
                  <a:pt x="183333" y="54721"/>
                </a:cubicBezTo>
                <a:cubicBezTo>
                  <a:pt x="183333" y="44621"/>
                  <a:pt x="185933" y="36782"/>
                  <a:pt x="191134" y="31205"/>
                </a:cubicBezTo>
                <a:cubicBezTo>
                  <a:pt x="196335" y="25627"/>
                  <a:pt x="203081" y="22838"/>
                  <a:pt x="211372" y="22838"/>
                </a:cubicBezTo>
                <a:cubicBezTo>
                  <a:pt x="219399" y="22838"/>
                  <a:pt x="225957" y="25566"/>
                  <a:pt x="231045" y="31023"/>
                </a:cubicBezTo>
                <a:cubicBezTo>
                  <a:pt x="236132" y="36478"/>
                  <a:pt x="238676" y="44153"/>
                  <a:pt x="238676" y="54048"/>
                </a:cubicBezTo>
                <a:cubicBezTo>
                  <a:pt x="238676" y="54650"/>
                  <a:pt x="238657" y="55553"/>
                  <a:pt x="238620" y="56756"/>
                </a:cubicBezTo>
                <a:lnTo>
                  <a:pt x="193848" y="56756"/>
                </a:lnTo>
                <a:cubicBezTo>
                  <a:pt x="194225" y="63333"/>
                  <a:pt x="196090" y="68369"/>
                  <a:pt x="199444" y="71864"/>
                </a:cubicBezTo>
                <a:cubicBezTo>
                  <a:pt x="202798" y="75360"/>
                  <a:pt x="206982" y="77107"/>
                  <a:pt x="211994" y="77107"/>
                </a:cubicBezTo>
                <a:cubicBezTo>
                  <a:pt x="215725" y="77107"/>
                  <a:pt x="218909" y="76137"/>
                  <a:pt x="221548" y="74196"/>
                </a:cubicBezTo>
                <a:cubicBezTo>
                  <a:pt x="224186" y="72254"/>
                  <a:pt x="226277" y="69154"/>
                  <a:pt x="227822" y="64897"/>
                </a:cubicBezTo>
                <a:moveTo>
                  <a:pt x="194413" y="48277"/>
                </a:moveTo>
                <a:lnTo>
                  <a:pt x="227935" y="48277"/>
                </a:lnTo>
                <a:cubicBezTo>
                  <a:pt x="227483" y="43309"/>
                  <a:pt x="226202" y="39584"/>
                  <a:pt x="224091" y="37100"/>
                </a:cubicBezTo>
                <a:cubicBezTo>
                  <a:pt x="220850" y="33245"/>
                  <a:pt x="216648" y="31318"/>
                  <a:pt x="211485" y="31318"/>
                </a:cubicBezTo>
                <a:cubicBezTo>
                  <a:pt x="206812" y="31318"/>
                  <a:pt x="202883" y="32856"/>
                  <a:pt x="199699" y="35934"/>
                </a:cubicBezTo>
                <a:cubicBezTo>
                  <a:pt x="196514" y="39010"/>
                  <a:pt x="194752" y="43124"/>
                  <a:pt x="194413" y="48277"/>
                </a:cubicBezTo>
                <a:close/>
                <a:moveTo>
                  <a:pt x="283337" y="13115"/>
                </a:moveTo>
                <a:lnTo>
                  <a:pt x="283337" y="1357"/>
                </a:lnTo>
                <a:lnTo>
                  <a:pt x="293513" y="1357"/>
                </a:lnTo>
                <a:lnTo>
                  <a:pt x="293513" y="13115"/>
                </a:lnTo>
                <a:lnTo>
                  <a:pt x="283337" y="13115"/>
                </a:lnTo>
                <a:moveTo>
                  <a:pt x="283337" y="84230"/>
                </a:moveTo>
                <a:lnTo>
                  <a:pt x="283337" y="24195"/>
                </a:lnTo>
                <a:lnTo>
                  <a:pt x="293513" y="24195"/>
                </a:lnTo>
                <a:lnTo>
                  <a:pt x="293513" y="84230"/>
                </a:lnTo>
                <a:lnTo>
                  <a:pt x="283337" y="84230"/>
                </a:lnTo>
                <a:close/>
                <a:moveTo>
                  <a:pt x="309005" y="84230"/>
                </a:moveTo>
                <a:lnTo>
                  <a:pt x="309005" y="24195"/>
                </a:lnTo>
                <a:lnTo>
                  <a:pt x="318107" y="24195"/>
                </a:lnTo>
                <a:lnTo>
                  <a:pt x="318107" y="32561"/>
                </a:lnTo>
                <a:cubicBezTo>
                  <a:pt x="319991" y="29638"/>
                  <a:pt x="322497" y="27287"/>
                  <a:pt x="325625" y="25508"/>
                </a:cubicBezTo>
                <a:cubicBezTo>
                  <a:pt x="328753" y="23728"/>
                  <a:pt x="332315" y="22838"/>
                  <a:pt x="336309" y="22838"/>
                </a:cubicBezTo>
                <a:cubicBezTo>
                  <a:pt x="340756" y="22838"/>
                  <a:pt x="344403" y="23757"/>
                  <a:pt x="347248" y="25594"/>
                </a:cubicBezTo>
                <a:cubicBezTo>
                  <a:pt x="350093" y="27430"/>
                  <a:pt x="352100" y="29998"/>
                  <a:pt x="353269" y="33296"/>
                </a:cubicBezTo>
                <a:cubicBezTo>
                  <a:pt x="358017" y="26324"/>
                  <a:pt x="364198" y="22838"/>
                  <a:pt x="371810" y="22838"/>
                </a:cubicBezTo>
                <a:cubicBezTo>
                  <a:pt x="377765" y="22838"/>
                  <a:pt x="382344" y="24487"/>
                  <a:pt x="385547" y="27785"/>
                </a:cubicBezTo>
                <a:cubicBezTo>
                  <a:pt x="388751" y="31082"/>
                  <a:pt x="390352" y="36161"/>
                  <a:pt x="390352" y="43020"/>
                </a:cubicBezTo>
                <a:lnTo>
                  <a:pt x="390352" y="84230"/>
                </a:lnTo>
                <a:lnTo>
                  <a:pt x="380233" y="84230"/>
                </a:lnTo>
                <a:lnTo>
                  <a:pt x="380233" y="46371"/>
                </a:lnTo>
                <a:cubicBezTo>
                  <a:pt x="380233" y="42296"/>
                  <a:pt x="379904" y="39363"/>
                  <a:pt x="379244" y="37571"/>
                </a:cubicBezTo>
                <a:cubicBezTo>
                  <a:pt x="378585" y="35779"/>
                  <a:pt x="377388" y="34336"/>
                  <a:pt x="375654" y="33242"/>
                </a:cubicBezTo>
                <a:cubicBezTo>
                  <a:pt x="373921" y="32147"/>
                  <a:pt x="371886" y="31600"/>
                  <a:pt x="369549" y="31600"/>
                </a:cubicBezTo>
                <a:cubicBezTo>
                  <a:pt x="365328" y="31600"/>
                  <a:pt x="361823" y="33006"/>
                  <a:pt x="359035" y="35817"/>
                </a:cubicBezTo>
                <a:cubicBezTo>
                  <a:pt x="356246" y="38627"/>
                  <a:pt x="354851" y="43126"/>
                  <a:pt x="354851" y="49314"/>
                </a:cubicBezTo>
                <a:lnTo>
                  <a:pt x="354851" y="84230"/>
                </a:lnTo>
                <a:lnTo>
                  <a:pt x="344676" y="84230"/>
                </a:lnTo>
                <a:lnTo>
                  <a:pt x="344676" y="45182"/>
                </a:lnTo>
                <a:cubicBezTo>
                  <a:pt x="344676" y="40655"/>
                  <a:pt x="343847" y="37259"/>
                  <a:pt x="342189" y="34996"/>
                </a:cubicBezTo>
                <a:cubicBezTo>
                  <a:pt x="340530" y="32732"/>
                  <a:pt x="337817" y="31600"/>
                  <a:pt x="334048" y="31600"/>
                </a:cubicBezTo>
                <a:cubicBezTo>
                  <a:pt x="331184" y="31600"/>
                  <a:pt x="328537" y="32355"/>
                  <a:pt x="326106" y="33865"/>
                </a:cubicBezTo>
                <a:cubicBezTo>
                  <a:pt x="323675" y="35374"/>
                  <a:pt x="321913" y="37581"/>
                  <a:pt x="320820" y="40486"/>
                </a:cubicBezTo>
                <a:cubicBezTo>
                  <a:pt x="319727" y="43391"/>
                  <a:pt x="319181" y="47578"/>
                  <a:pt x="319181" y="53048"/>
                </a:cubicBezTo>
                <a:lnTo>
                  <a:pt x="319181" y="84230"/>
                </a:lnTo>
                <a:lnTo>
                  <a:pt x="309005" y="84230"/>
                </a:lnTo>
                <a:close/>
                <a:moveTo>
                  <a:pt x="405457" y="107294"/>
                </a:moveTo>
                <a:lnTo>
                  <a:pt x="405457" y="24195"/>
                </a:lnTo>
                <a:lnTo>
                  <a:pt x="414728" y="24195"/>
                </a:lnTo>
                <a:lnTo>
                  <a:pt x="414728" y="31940"/>
                </a:lnTo>
                <a:cubicBezTo>
                  <a:pt x="416914" y="28906"/>
                  <a:pt x="419382" y="26630"/>
                  <a:pt x="422133" y="25114"/>
                </a:cubicBezTo>
                <a:cubicBezTo>
                  <a:pt x="424884" y="23597"/>
                  <a:pt x="428220" y="22838"/>
                  <a:pt x="432139" y="22838"/>
                </a:cubicBezTo>
                <a:cubicBezTo>
                  <a:pt x="437264" y="22838"/>
                  <a:pt x="441787" y="24157"/>
                  <a:pt x="445706" y="26795"/>
                </a:cubicBezTo>
                <a:cubicBezTo>
                  <a:pt x="449626" y="29433"/>
                  <a:pt x="452584" y="33155"/>
                  <a:pt x="454582" y="37960"/>
                </a:cubicBezTo>
                <a:cubicBezTo>
                  <a:pt x="456579" y="42765"/>
                  <a:pt x="457578" y="48032"/>
                  <a:pt x="457578" y="53760"/>
                </a:cubicBezTo>
                <a:cubicBezTo>
                  <a:pt x="457578" y="59903"/>
                  <a:pt x="456475" y="65434"/>
                  <a:pt x="454271" y="70352"/>
                </a:cubicBezTo>
                <a:cubicBezTo>
                  <a:pt x="452066" y="75270"/>
                  <a:pt x="448863" y="79039"/>
                  <a:pt x="444661" y="81658"/>
                </a:cubicBezTo>
                <a:cubicBezTo>
                  <a:pt x="440458" y="84277"/>
                  <a:pt x="436040" y="85587"/>
                  <a:pt x="431404" y="85587"/>
                </a:cubicBezTo>
                <a:cubicBezTo>
                  <a:pt x="428012" y="85587"/>
                  <a:pt x="424969" y="84861"/>
                  <a:pt x="422275" y="83410"/>
                </a:cubicBezTo>
                <a:cubicBezTo>
                  <a:pt x="419580" y="81958"/>
                  <a:pt x="417366" y="80125"/>
                  <a:pt x="415632" y="77909"/>
                </a:cubicBezTo>
                <a:lnTo>
                  <a:pt x="415632" y="107294"/>
                </a:lnTo>
                <a:lnTo>
                  <a:pt x="405457" y="107294"/>
                </a:lnTo>
                <a:moveTo>
                  <a:pt x="414671" y="54467"/>
                </a:moveTo>
                <a:cubicBezTo>
                  <a:pt x="414671" y="62183"/>
                  <a:pt x="416235" y="67886"/>
                  <a:pt x="419363" y="71574"/>
                </a:cubicBezTo>
                <a:cubicBezTo>
                  <a:pt x="422491" y="75263"/>
                  <a:pt x="426279" y="77107"/>
                  <a:pt x="430726" y="77107"/>
                </a:cubicBezTo>
                <a:cubicBezTo>
                  <a:pt x="435248" y="77107"/>
                  <a:pt x="439121" y="75197"/>
                  <a:pt x="442343" y="71377"/>
                </a:cubicBezTo>
                <a:cubicBezTo>
                  <a:pt x="445565" y="67556"/>
                  <a:pt x="447176" y="61637"/>
                  <a:pt x="447176" y="53619"/>
                </a:cubicBezTo>
                <a:cubicBezTo>
                  <a:pt x="447176" y="45978"/>
                  <a:pt x="445603" y="40257"/>
                  <a:pt x="442456" y="36455"/>
                </a:cubicBezTo>
                <a:cubicBezTo>
                  <a:pt x="439309" y="32653"/>
                  <a:pt x="435550" y="30752"/>
                  <a:pt x="431178" y="30752"/>
                </a:cubicBezTo>
                <a:cubicBezTo>
                  <a:pt x="426844" y="30752"/>
                  <a:pt x="423009" y="32776"/>
                  <a:pt x="419674" y="36822"/>
                </a:cubicBezTo>
                <a:cubicBezTo>
                  <a:pt x="416339" y="40869"/>
                  <a:pt x="414671" y="46751"/>
                  <a:pt x="414671" y="54467"/>
                </a:cubicBezTo>
                <a:close/>
                <a:moveTo>
                  <a:pt x="469737" y="84230"/>
                </a:moveTo>
                <a:lnTo>
                  <a:pt x="469737" y="24195"/>
                </a:lnTo>
                <a:lnTo>
                  <a:pt x="478895" y="24195"/>
                </a:lnTo>
                <a:lnTo>
                  <a:pt x="478895" y="33240"/>
                </a:lnTo>
                <a:cubicBezTo>
                  <a:pt x="481231" y="29005"/>
                  <a:pt x="483389" y="26212"/>
                  <a:pt x="485368" y="24863"/>
                </a:cubicBezTo>
                <a:cubicBezTo>
                  <a:pt x="487346" y="23513"/>
                  <a:pt x="489523" y="22838"/>
                  <a:pt x="491897" y="22838"/>
                </a:cubicBezTo>
                <a:cubicBezTo>
                  <a:pt x="495326" y="22838"/>
                  <a:pt x="498812" y="23926"/>
                  <a:pt x="502355" y="26103"/>
                </a:cubicBezTo>
                <a:lnTo>
                  <a:pt x="498850" y="35501"/>
                </a:lnTo>
                <a:cubicBezTo>
                  <a:pt x="496363" y="34031"/>
                  <a:pt x="493875" y="33296"/>
                  <a:pt x="491388" y="33296"/>
                </a:cubicBezTo>
                <a:cubicBezTo>
                  <a:pt x="489164" y="33296"/>
                  <a:pt x="487167" y="33966"/>
                  <a:pt x="485396" y="35307"/>
                </a:cubicBezTo>
                <a:cubicBezTo>
                  <a:pt x="483625" y="36646"/>
                  <a:pt x="482362" y="38504"/>
                  <a:pt x="481608" y="40880"/>
                </a:cubicBezTo>
                <a:cubicBezTo>
                  <a:pt x="480478" y="44502"/>
                  <a:pt x="479912" y="48463"/>
                  <a:pt x="479912" y="52764"/>
                </a:cubicBezTo>
                <a:lnTo>
                  <a:pt x="479912" y="84230"/>
                </a:lnTo>
                <a:lnTo>
                  <a:pt x="469737" y="84230"/>
                </a:lnTo>
                <a:close/>
                <a:moveTo>
                  <a:pt x="549512" y="64897"/>
                </a:moveTo>
                <a:lnTo>
                  <a:pt x="560027" y="66197"/>
                </a:lnTo>
                <a:cubicBezTo>
                  <a:pt x="558368" y="72340"/>
                  <a:pt x="555297" y="77107"/>
                  <a:pt x="550812" y="80499"/>
                </a:cubicBezTo>
                <a:cubicBezTo>
                  <a:pt x="546327" y="83891"/>
                  <a:pt x="540599" y="85587"/>
                  <a:pt x="533627" y="85587"/>
                </a:cubicBezTo>
                <a:cubicBezTo>
                  <a:pt x="524846" y="85587"/>
                  <a:pt x="517883" y="82883"/>
                  <a:pt x="512739" y="77475"/>
                </a:cubicBezTo>
                <a:cubicBezTo>
                  <a:pt x="507595" y="72067"/>
                  <a:pt x="505023" y="64482"/>
                  <a:pt x="505023" y="54721"/>
                </a:cubicBezTo>
                <a:cubicBezTo>
                  <a:pt x="505023" y="44621"/>
                  <a:pt x="507623" y="36782"/>
                  <a:pt x="512824" y="31205"/>
                </a:cubicBezTo>
                <a:cubicBezTo>
                  <a:pt x="518025" y="25627"/>
                  <a:pt x="524771" y="22838"/>
                  <a:pt x="533062" y="22838"/>
                </a:cubicBezTo>
                <a:cubicBezTo>
                  <a:pt x="541089" y="22838"/>
                  <a:pt x="547647" y="25566"/>
                  <a:pt x="552734" y="31023"/>
                </a:cubicBezTo>
                <a:cubicBezTo>
                  <a:pt x="557822" y="36478"/>
                  <a:pt x="560366" y="44153"/>
                  <a:pt x="560366" y="54048"/>
                </a:cubicBezTo>
                <a:cubicBezTo>
                  <a:pt x="560366" y="54650"/>
                  <a:pt x="560347" y="55553"/>
                  <a:pt x="560309" y="56756"/>
                </a:cubicBezTo>
                <a:lnTo>
                  <a:pt x="515537" y="56756"/>
                </a:lnTo>
                <a:cubicBezTo>
                  <a:pt x="515914" y="63333"/>
                  <a:pt x="517780" y="68369"/>
                  <a:pt x="521134" y="71864"/>
                </a:cubicBezTo>
                <a:cubicBezTo>
                  <a:pt x="524488" y="75360"/>
                  <a:pt x="528671" y="77107"/>
                  <a:pt x="533684" y="77107"/>
                </a:cubicBezTo>
                <a:cubicBezTo>
                  <a:pt x="537415" y="77107"/>
                  <a:pt x="540599" y="76137"/>
                  <a:pt x="543237" y="74196"/>
                </a:cubicBezTo>
                <a:cubicBezTo>
                  <a:pt x="545875" y="72254"/>
                  <a:pt x="547967" y="69154"/>
                  <a:pt x="549512" y="64897"/>
                </a:cubicBezTo>
                <a:moveTo>
                  <a:pt x="516103" y="48277"/>
                </a:moveTo>
                <a:lnTo>
                  <a:pt x="549625" y="48277"/>
                </a:lnTo>
                <a:cubicBezTo>
                  <a:pt x="549173" y="43309"/>
                  <a:pt x="547891" y="39584"/>
                  <a:pt x="545781" y="37100"/>
                </a:cubicBezTo>
                <a:cubicBezTo>
                  <a:pt x="542540" y="33245"/>
                  <a:pt x="538338" y="31318"/>
                  <a:pt x="533175" y="31318"/>
                </a:cubicBezTo>
                <a:cubicBezTo>
                  <a:pt x="528502" y="31318"/>
                  <a:pt x="524573" y="32856"/>
                  <a:pt x="521388" y="35934"/>
                </a:cubicBezTo>
                <a:cubicBezTo>
                  <a:pt x="518204" y="39010"/>
                  <a:pt x="516442" y="43124"/>
                  <a:pt x="516103" y="48277"/>
                </a:cubicBezTo>
                <a:close/>
                <a:moveTo>
                  <a:pt x="568738" y="66253"/>
                </a:moveTo>
                <a:lnTo>
                  <a:pt x="578800" y="64671"/>
                </a:lnTo>
                <a:cubicBezTo>
                  <a:pt x="579366" y="68685"/>
                  <a:pt x="580939" y="71762"/>
                  <a:pt x="583521" y="73901"/>
                </a:cubicBezTo>
                <a:cubicBezTo>
                  <a:pt x="586102" y="76039"/>
                  <a:pt x="589711" y="77107"/>
                  <a:pt x="594346" y="77107"/>
                </a:cubicBezTo>
                <a:cubicBezTo>
                  <a:pt x="599019" y="77107"/>
                  <a:pt x="602487" y="76163"/>
                  <a:pt x="604748" y="74275"/>
                </a:cubicBezTo>
                <a:cubicBezTo>
                  <a:pt x="607009" y="72386"/>
                  <a:pt x="608140" y="70171"/>
                  <a:pt x="608140" y="67630"/>
                </a:cubicBezTo>
                <a:cubicBezTo>
                  <a:pt x="608140" y="65348"/>
                  <a:pt x="607141" y="63554"/>
                  <a:pt x="605144" y="62245"/>
                </a:cubicBezTo>
                <a:cubicBezTo>
                  <a:pt x="603749" y="61348"/>
                  <a:pt x="600282" y="60207"/>
                  <a:pt x="594742" y="58823"/>
                </a:cubicBezTo>
                <a:cubicBezTo>
                  <a:pt x="587280" y="56938"/>
                  <a:pt x="582108" y="55307"/>
                  <a:pt x="579224" y="53930"/>
                </a:cubicBezTo>
                <a:cubicBezTo>
                  <a:pt x="576341" y="52553"/>
                  <a:pt x="574156" y="50648"/>
                  <a:pt x="572667" y="48215"/>
                </a:cubicBezTo>
                <a:cubicBezTo>
                  <a:pt x="571178" y="45782"/>
                  <a:pt x="570434" y="43094"/>
                  <a:pt x="570434" y="40152"/>
                </a:cubicBezTo>
                <a:cubicBezTo>
                  <a:pt x="570434" y="37474"/>
                  <a:pt x="571046" y="34994"/>
                  <a:pt x="572271" y="32712"/>
                </a:cubicBezTo>
                <a:cubicBezTo>
                  <a:pt x="573496" y="30429"/>
                  <a:pt x="575164" y="28534"/>
                  <a:pt x="577274" y="27025"/>
                </a:cubicBezTo>
                <a:cubicBezTo>
                  <a:pt x="578857" y="25856"/>
                  <a:pt x="581015" y="24866"/>
                  <a:pt x="583747" y="24055"/>
                </a:cubicBezTo>
                <a:cubicBezTo>
                  <a:pt x="586479" y="23244"/>
                  <a:pt x="589409" y="22838"/>
                  <a:pt x="592537" y="22838"/>
                </a:cubicBezTo>
                <a:cubicBezTo>
                  <a:pt x="597248" y="22838"/>
                  <a:pt x="601384" y="23521"/>
                  <a:pt x="604946" y="24887"/>
                </a:cubicBezTo>
                <a:cubicBezTo>
                  <a:pt x="608507" y="26252"/>
                  <a:pt x="611136" y="28102"/>
                  <a:pt x="612832" y="30436"/>
                </a:cubicBezTo>
                <a:cubicBezTo>
                  <a:pt x="614528" y="32769"/>
                  <a:pt x="615696" y="35890"/>
                  <a:pt x="616337" y="39797"/>
                </a:cubicBezTo>
                <a:lnTo>
                  <a:pt x="606387" y="41154"/>
                </a:lnTo>
                <a:cubicBezTo>
                  <a:pt x="605935" y="38064"/>
                  <a:pt x="604625" y="35652"/>
                  <a:pt x="602458" y="33918"/>
                </a:cubicBezTo>
                <a:cubicBezTo>
                  <a:pt x="600291" y="32185"/>
                  <a:pt x="597229" y="31318"/>
                  <a:pt x="593272" y="31318"/>
                </a:cubicBezTo>
                <a:cubicBezTo>
                  <a:pt x="588599" y="31318"/>
                  <a:pt x="585264" y="32087"/>
                  <a:pt x="583266" y="33625"/>
                </a:cubicBezTo>
                <a:cubicBezTo>
                  <a:pt x="581269" y="35162"/>
                  <a:pt x="580270" y="36962"/>
                  <a:pt x="580270" y="39025"/>
                </a:cubicBezTo>
                <a:cubicBezTo>
                  <a:pt x="580270" y="40337"/>
                  <a:pt x="580685" y="41519"/>
                  <a:pt x="581514" y="42569"/>
                </a:cubicBezTo>
                <a:cubicBezTo>
                  <a:pt x="582343" y="43656"/>
                  <a:pt x="583643" y="44556"/>
                  <a:pt x="585415" y="45268"/>
                </a:cubicBezTo>
                <a:cubicBezTo>
                  <a:pt x="586432" y="45644"/>
                  <a:pt x="589428" y="46507"/>
                  <a:pt x="594403" y="47856"/>
                </a:cubicBezTo>
                <a:cubicBezTo>
                  <a:pt x="601601" y="49777"/>
                  <a:pt x="606623" y="51349"/>
                  <a:pt x="609468" y="52573"/>
                </a:cubicBezTo>
                <a:cubicBezTo>
                  <a:pt x="612314" y="53797"/>
                  <a:pt x="614546" y="55576"/>
                  <a:pt x="616167" y="57912"/>
                </a:cubicBezTo>
                <a:cubicBezTo>
                  <a:pt x="617788" y="60246"/>
                  <a:pt x="618598" y="63145"/>
                  <a:pt x="618598" y="66609"/>
                </a:cubicBezTo>
                <a:cubicBezTo>
                  <a:pt x="618598" y="69998"/>
                  <a:pt x="617609" y="73190"/>
                  <a:pt x="615630" y="76183"/>
                </a:cubicBezTo>
                <a:cubicBezTo>
                  <a:pt x="613651" y="79176"/>
                  <a:pt x="610797" y="81491"/>
                  <a:pt x="607066" y="83130"/>
                </a:cubicBezTo>
                <a:cubicBezTo>
                  <a:pt x="603335" y="84768"/>
                  <a:pt x="599114" y="85587"/>
                  <a:pt x="594403" y="85587"/>
                </a:cubicBezTo>
                <a:cubicBezTo>
                  <a:pt x="586602" y="85587"/>
                  <a:pt x="580657" y="83962"/>
                  <a:pt x="576568" y="80711"/>
                </a:cubicBezTo>
                <a:cubicBezTo>
                  <a:pt x="572479" y="77461"/>
                  <a:pt x="569869" y="72641"/>
                  <a:pt x="568738" y="66253"/>
                </a:cubicBezTo>
                <a:close/>
                <a:moveTo>
                  <a:pt x="626625" y="66253"/>
                </a:moveTo>
                <a:lnTo>
                  <a:pt x="636687" y="64671"/>
                </a:lnTo>
                <a:cubicBezTo>
                  <a:pt x="637253" y="68685"/>
                  <a:pt x="638826" y="71762"/>
                  <a:pt x="641408" y="73901"/>
                </a:cubicBezTo>
                <a:cubicBezTo>
                  <a:pt x="643989" y="76039"/>
                  <a:pt x="647598" y="77107"/>
                  <a:pt x="652233" y="77107"/>
                </a:cubicBezTo>
                <a:cubicBezTo>
                  <a:pt x="656906" y="77107"/>
                  <a:pt x="660374" y="76163"/>
                  <a:pt x="662635" y="74275"/>
                </a:cubicBezTo>
                <a:cubicBezTo>
                  <a:pt x="664896" y="72386"/>
                  <a:pt x="666027" y="70171"/>
                  <a:pt x="666027" y="67630"/>
                </a:cubicBezTo>
                <a:cubicBezTo>
                  <a:pt x="666027" y="65348"/>
                  <a:pt x="665028" y="63554"/>
                  <a:pt x="663031" y="62245"/>
                </a:cubicBezTo>
                <a:cubicBezTo>
                  <a:pt x="661636" y="61348"/>
                  <a:pt x="658169" y="60207"/>
                  <a:pt x="652629" y="58823"/>
                </a:cubicBezTo>
                <a:cubicBezTo>
                  <a:pt x="645167" y="56938"/>
                  <a:pt x="639994" y="55307"/>
                  <a:pt x="637111" y="53930"/>
                </a:cubicBezTo>
                <a:cubicBezTo>
                  <a:pt x="634228" y="52553"/>
                  <a:pt x="632043" y="50648"/>
                  <a:pt x="630554" y="48215"/>
                </a:cubicBezTo>
                <a:cubicBezTo>
                  <a:pt x="629065" y="45782"/>
                  <a:pt x="628321" y="43094"/>
                  <a:pt x="628321" y="40152"/>
                </a:cubicBezTo>
                <a:cubicBezTo>
                  <a:pt x="628321" y="37474"/>
                  <a:pt x="628933" y="34994"/>
                  <a:pt x="630158" y="32712"/>
                </a:cubicBezTo>
                <a:cubicBezTo>
                  <a:pt x="631383" y="30429"/>
                  <a:pt x="633051" y="28534"/>
                  <a:pt x="635161" y="27025"/>
                </a:cubicBezTo>
                <a:cubicBezTo>
                  <a:pt x="636744" y="25856"/>
                  <a:pt x="638902" y="24866"/>
                  <a:pt x="641634" y="24055"/>
                </a:cubicBezTo>
                <a:cubicBezTo>
                  <a:pt x="644366" y="23244"/>
                  <a:pt x="647296" y="22838"/>
                  <a:pt x="650424" y="22838"/>
                </a:cubicBezTo>
                <a:cubicBezTo>
                  <a:pt x="655135" y="22838"/>
                  <a:pt x="659271" y="23521"/>
                  <a:pt x="662833" y="24887"/>
                </a:cubicBezTo>
                <a:cubicBezTo>
                  <a:pt x="666394" y="26252"/>
                  <a:pt x="669023" y="28102"/>
                  <a:pt x="670719" y="30436"/>
                </a:cubicBezTo>
                <a:cubicBezTo>
                  <a:pt x="672415" y="32769"/>
                  <a:pt x="673583" y="35890"/>
                  <a:pt x="674224" y="39797"/>
                </a:cubicBezTo>
                <a:lnTo>
                  <a:pt x="664274" y="41154"/>
                </a:lnTo>
                <a:cubicBezTo>
                  <a:pt x="663822" y="38064"/>
                  <a:pt x="662512" y="35652"/>
                  <a:pt x="660345" y="33918"/>
                </a:cubicBezTo>
                <a:cubicBezTo>
                  <a:pt x="658178" y="32185"/>
                  <a:pt x="655116" y="31318"/>
                  <a:pt x="651159" y="31318"/>
                </a:cubicBezTo>
                <a:cubicBezTo>
                  <a:pt x="646486" y="31318"/>
                  <a:pt x="643151" y="32087"/>
                  <a:pt x="641153" y="33625"/>
                </a:cubicBezTo>
                <a:cubicBezTo>
                  <a:pt x="639156" y="35162"/>
                  <a:pt x="638157" y="36962"/>
                  <a:pt x="638157" y="39025"/>
                </a:cubicBezTo>
                <a:cubicBezTo>
                  <a:pt x="638157" y="40337"/>
                  <a:pt x="638572" y="41519"/>
                  <a:pt x="639401" y="42569"/>
                </a:cubicBezTo>
                <a:cubicBezTo>
                  <a:pt x="640230" y="43656"/>
                  <a:pt x="641530" y="44556"/>
                  <a:pt x="643301" y="45268"/>
                </a:cubicBezTo>
                <a:cubicBezTo>
                  <a:pt x="644319" y="45644"/>
                  <a:pt x="647315" y="46507"/>
                  <a:pt x="652290" y="47856"/>
                </a:cubicBezTo>
                <a:cubicBezTo>
                  <a:pt x="659488" y="49777"/>
                  <a:pt x="664510" y="51349"/>
                  <a:pt x="667355" y="52573"/>
                </a:cubicBezTo>
                <a:cubicBezTo>
                  <a:pt x="670200" y="53797"/>
                  <a:pt x="672433" y="55576"/>
                  <a:pt x="674054" y="57912"/>
                </a:cubicBezTo>
                <a:cubicBezTo>
                  <a:pt x="675674" y="60246"/>
                  <a:pt x="676485" y="63145"/>
                  <a:pt x="676485" y="66609"/>
                </a:cubicBezTo>
                <a:cubicBezTo>
                  <a:pt x="676485" y="69998"/>
                  <a:pt x="675495" y="73190"/>
                  <a:pt x="673517" y="76183"/>
                </a:cubicBezTo>
                <a:cubicBezTo>
                  <a:pt x="671538" y="79176"/>
                  <a:pt x="668684" y="81491"/>
                  <a:pt x="664953" y="83130"/>
                </a:cubicBezTo>
                <a:cubicBezTo>
                  <a:pt x="661222" y="84768"/>
                  <a:pt x="657001" y="85587"/>
                  <a:pt x="652290" y="85587"/>
                </a:cubicBezTo>
                <a:cubicBezTo>
                  <a:pt x="644489" y="85587"/>
                  <a:pt x="638544" y="83962"/>
                  <a:pt x="634454" y="80711"/>
                </a:cubicBezTo>
                <a:cubicBezTo>
                  <a:pt x="630365" y="77461"/>
                  <a:pt x="627756" y="72641"/>
                  <a:pt x="626625" y="66253"/>
                </a:cubicBezTo>
                <a:close/>
                <a:moveTo>
                  <a:pt x="688638" y="13115"/>
                </a:moveTo>
                <a:lnTo>
                  <a:pt x="688638" y="1357"/>
                </a:lnTo>
                <a:lnTo>
                  <a:pt x="698814" y="1357"/>
                </a:lnTo>
                <a:lnTo>
                  <a:pt x="698814" y="13115"/>
                </a:lnTo>
                <a:lnTo>
                  <a:pt x="688638" y="13115"/>
                </a:lnTo>
                <a:moveTo>
                  <a:pt x="688638" y="84230"/>
                </a:moveTo>
                <a:lnTo>
                  <a:pt x="688638" y="24195"/>
                </a:lnTo>
                <a:lnTo>
                  <a:pt x="698814" y="24195"/>
                </a:lnTo>
                <a:lnTo>
                  <a:pt x="698814" y="84230"/>
                </a:lnTo>
                <a:lnTo>
                  <a:pt x="688638" y="84230"/>
                </a:lnTo>
                <a:close/>
                <a:moveTo>
                  <a:pt x="710520" y="54213"/>
                </a:moveTo>
                <a:cubicBezTo>
                  <a:pt x="710520" y="43095"/>
                  <a:pt x="713610" y="34860"/>
                  <a:pt x="719791" y="29509"/>
                </a:cubicBezTo>
                <a:cubicBezTo>
                  <a:pt x="724954" y="25062"/>
                  <a:pt x="731247" y="22838"/>
                  <a:pt x="738672" y="22838"/>
                </a:cubicBezTo>
                <a:cubicBezTo>
                  <a:pt x="746925" y="22838"/>
                  <a:pt x="753671" y="25542"/>
                  <a:pt x="758909" y="30950"/>
                </a:cubicBezTo>
                <a:cubicBezTo>
                  <a:pt x="764148" y="36358"/>
                  <a:pt x="766767" y="43830"/>
                  <a:pt x="766767" y="53365"/>
                </a:cubicBezTo>
                <a:cubicBezTo>
                  <a:pt x="766767" y="61090"/>
                  <a:pt x="765608" y="67167"/>
                  <a:pt x="763291" y="71596"/>
                </a:cubicBezTo>
                <a:cubicBezTo>
                  <a:pt x="760973" y="76024"/>
                  <a:pt x="757600" y="79463"/>
                  <a:pt x="753172" y="81912"/>
                </a:cubicBezTo>
                <a:cubicBezTo>
                  <a:pt x="748743" y="84362"/>
                  <a:pt x="743910" y="85587"/>
                  <a:pt x="738672" y="85587"/>
                </a:cubicBezTo>
                <a:cubicBezTo>
                  <a:pt x="730267" y="85587"/>
                  <a:pt x="723474" y="82892"/>
                  <a:pt x="718292" y="77503"/>
                </a:cubicBezTo>
                <a:cubicBezTo>
                  <a:pt x="713111" y="72114"/>
                  <a:pt x="710520" y="64350"/>
                  <a:pt x="710520" y="54213"/>
                </a:cubicBezTo>
                <a:moveTo>
                  <a:pt x="720978" y="54184"/>
                </a:moveTo>
                <a:cubicBezTo>
                  <a:pt x="720978" y="61844"/>
                  <a:pt x="722655" y="67580"/>
                  <a:pt x="726009" y="71391"/>
                </a:cubicBezTo>
                <a:cubicBezTo>
                  <a:pt x="729363" y="75202"/>
                  <a:pt x="733584" y="77107"/>
                  <a:pt x="738672" y="77107"/>
                </a:cubicBezTo>
                <a:cubicBezTo>
                  <a:pt x="743722" y="77107"/>
                  <a:pt x="747924" y="75192"/>
                  <a:pt x="751278" y="71362"/>
                </a:cubicBezTo>
                <a:cubicBezTo>
                  <a:pt x="754632" y="67532"/>
                  <a:pt x="756309" y="61694"/>
                  <a:pt x="756309" y="53847"/>
                </a:cubicBezTo>
                <a:cubicBezTo>
                  <a:pt x="756309" y="46450"/>
                  <a:pt x="754623" y="40845"/>
                  <a:pt x="751250" y="37034"/>
                </a:cubicBezTo>
                <a:cubicBezTo>
                  <a:pt x="747877" y="33223"/>
                  <a:pt x="743684" y="31318"/>
                  <a:pt x="738672" y="31318"/>
                </a:cubicBezTo>
                <a:cubicBezTo>
                  <a:pt x="733584" y="31318"/>
                  <a:pt x="729363" y="33214"/>
                  <a:pt x="726009" y="37006"/>
                </a:cubicBezTo>
                <a:cubicBezTo>
                  <a:pt x="722655" y="40798"/>
                  <a:pt x="720978" y="46524"/>
                  <a:pt x="720978" y="54184"/>
                </a:cubicBezTo>
                <a:close/>
                <a:moveTo>
                  <a:pt x="778700" y="84230"/>
                </a:moveTo>
                <a:lnTo>
                  <a:pt x="778700" y="24195"/>
                </a:lnTo>
                <a:lnTo>
                  <a:pt x="787858" y="24195"/>
                </a:lnTo>
                <a:lnTo>
                  <a:pt x="787858" y="32674"/>
                </a:lnTo>
                <a:cubicBezTo>
                  <a:pt x="792268" y="26117"/>
                  <a:pt x="798637" y="22838"/>
                  <a:pt x="806965" y="22838"/>
                </a:cubicBezTo>
                <a:cubicBezTo>
                  <a:pt x="810583" y="22838"/>
                  <a:pt x="813909" y="23488"/>
                  <a:pt x="816943" y="24789"/>
                </a:cubicBezTo>
                <a:cubicBezTo>
                  <a:pt x="819977" y="26089"/>
                  <a:pt x="822247" y="27794"/>
                  <a:pt x="823755" y="29905"/>
                </a:cubicBezTo>
                <a:cubicBezTo>
                  <a:pt x="825262" y="32015"/>
                  <a:pt x="826318" y="34521"/>
                  <a:pt x="826921" y="37423"/>
                </a:cubicBezTo>
                <a:cubicBezTo>
                  <a:pt x="827297" y="39307"/>
                  <a:pt x="827486" y="42605"/>
                  <a:pt x="827486" y="47316"/>
                </a:cubicBezTo>
                <a:lnTo>
                  <a:pt x="827486" y="84230"/>
                </a:lnTo>
                <a:lnTo>
                  <a:pt x="817310" y="84230"/>
                </a:lnTo>
                <a:lnTo>
                  <a:pt x="817310" y="47673"/>
                </a:lnTo>
                <a:cubicBezTo>
                  <a:pt x="817310" y="43522"/>
                  <a:pt x="816915" y="40419"/>
                  <a:pt x="816123" y="38363"/>
                </a:cubicBezTo>
                <a:cubicBezTo>
                  <a:pt x="815332" y="36307"/>
                  <a:pt x="813928" y="34665"/>
                  <a:pt x="811912" y="33439"/>
                </a:cubicBezTo>
                <a:cubicBezTo>
                  <a:pt x="809896" y="32213"/>
                  <a:pt x="807531" y="31600"/>
                  <a:pt x="804817" y="31600"/>
                </a:cubicBezTo>
                <a:cubicBezTo>
                  <a:pt x="800483" y="31600"/>
                  <a:pt x="796743" y="32978"/>
                  <a:pt x="793596" y="35732"/>
                </a:cubicBezTo>
                <a:cubicBezTo>
                  <a:pt x="790449" y="38486"/>
                  <a:pt x="788876" y="43711"/>
                  <a:pt x="788876" y="51407"/>
                </a:cubicBezTo>
                <a:lnTo>
                  <a:pt x="788876" y="84230"/>
                </a:lnTo>
                <a:lnTo>
                  <a:pt x="778700" y="84230"/>
                </a:lnTo>
                <a:close/>
                <a:moveTo>
                  <a:pt x="839024" y="66253"/>
                </a:moveTo>
                <a:lnTo>
                  <a:pt x="849086" y="64671"/>
                </a:lnTo>
                <a:cubicBezTo>
                  <a:pt x="849652" y="68685"/>
                  <a:pt x="851225" y="71762"/>
                  <a:pt x="853807" y="73901"/>
                </a:cubicBezTo>
                <a:cubicBezTo>
                  <a:pt x="856388" y="76039"/>
                  <a:pt x="859997" y="77107"/>
                  <a:pt x="864632" y="77107"/>
                </a:cubicBezTo>
                <a:cubicBezTo>
                  <a:pt x="869305" y="77107"/>
                  <a:pt x="872772" y="76163"/>
                  <a:pt x="875034" y="74275"/>
                </a:cubicBezTo>
                <a:cubicBezTo>
                  <a:pt x="877295" y="72386"/>
                  <a:pt x="878425" y="70171"/>
                  <a:pt x="878425" y="67630"/>
                </a:cubicBezTo>
                <a:cubicBezTo>
                  <a:pt x="878425" y="65348"/>
                  <a:pt x="877427" y="63554"/>
                  <a:pt x="875429" y="62245"/>
                </a:cubicBezTo>
                <a:cubicBezTo>
                  <a:pt x="874035" y="61348"/>
                  <a:pt x="870568" y="60207"/>
                  <a:pt x="865028" y="58823"/>
                </a:cubicBezTo>
                <a:cubicBezTo>
                  <a:pt x="857566" y="56938"/>
                  <a:pt x="852393" y="55307"/>
                  <a:pt x="849510" y="53930"/>
                </a:cubicBezTo>
                <a:cubicBezTo>
                  <a:pt x="846627" y="52553"/>
                  <a:pt x="844441" y="50648"/>
                  <a:pt x="842953" y="48215"/>
                </a:cubicBezTo>
                <a:cubicBezTo>
                  <a:pt x="841464" y="45782"/>
                  <a:pt x="840720" y="43094"/>
                  <a:pt x="840720" y="40152"/>
                </a:cubicBezTo>
                <a:cubicBezTo>
                  <a:pt x="840720" y="37474"/>
                  <a:pt x="841332" y="34994"/>
                  <a:pt x="842557" y="32712"/>
                </a:cubicBezTo>
                <a:cubicBezTo>
                  <a:pt x="843782" y="30429"/>
                  <a:pt x="845449" y="28534"/>
                  <a:pt x="847560" y="27025"/>
                </a:cubicBezTo>
                <a:cubicBezTo>
                  <a:pt x="849143" y="25856"/>
                  <a:pt x="851300" y="24866"/>
                  <a:pt x="854033" y="24055"/>
                </a:cubicBezTo>
                <a:cubicBezTo>
                  <a:pt x="856765" y="23244"/>
                  <a:pt x="859695" y="22838"/>
                  <a:pt x="862823" y="22838"/>
                </a:cubicBezTo>
                <a:cubicBezTo>
                  <a:pt x="867534" y="22838"/>
                  <a:pt x="871670" y="23521"/>
                  <a:pt x="875232" y="24887"/>
                </a:cubicBezTo>
                <a:cubicBezTo>
                  <a:pt x="878793" y="26252"/>
                  <a:pt x="881422" y="28102"/>
                  <a:pt x="883117" y="30436"/>
                </a:cubicBezTo>
                <a:cubicBezTo>
                  <a:pt x="884813" y="32769"/>
                  <a:pt x="885982" y="35890"/>
                  <a:pt x="886622" y="39797"/>
                </a:cubicBezTo>
                <a:lnTo>
                  <a:pt x="876673" y="41154"/>
                </a:lnTo>
                <a:cubicBezTo>
                  <a:pt x="876221" y="38064"/>
                  <a:pt x="874911" y="35652"/>
                  <a:pt x="872744" y="33918"/>
                </a:cubicBezTo>
                <a:cubicBezTo>
                  <a:pt x="870577" y="32185"/>
                  <a:pt x="867515" y="31318"/>
                  <a:pt x="863558" y="31318"/>
                </a:cubicBezTo>
                <a:cubicBezTo>
                  <a:pt x="858885" y="31318"/>
                  <a:pt x="855550" y="32087"/>
                  <a:pt x="853552" y="33625"/>
                </a:cubicBezTo>
                <a:cubicBezTo>
                  <a:pt x="851555" y="35162"/>
                  <a:pt x="850556" y="36962"/>
                  <a:pt x="850556" y="39025"/>
                </a:cubicBezTo>
                <a:cubicBezTo>
                  <a:pt x="850556" y="40337"/>
                  <a:pt x="850971" y="41519"/>
                  <a:pt x="851800" y="42569"/>
                </a:cubicBezTo>
                <a:cubicBezTo>
                  <a:pt x="852629" y="43656"/>
                  <a:pt x="853929" y="44556"/>
                  <a:pt x="855700" y="45268"/>
                </a:cubicBezTo>
                <a:cubicBezTo>
                  <a:pt x="856718" y="45644"/>
                  <a:pt x="859714" y="46507"/>
                  <a:pt x="864689" y="47856"/>
                </a:cubicBezTo>
                <a:cubicBezTo>
                  <a:pt x="871887" y="49777"/>
                  <a:pt x="876909" y="51349"/>
                  <a:pt x="879754" y="52573"/>
                </a:cubicBezTo>
                <a:cubicBezTo>
                  <a:pt x="882599" y="53797"/>
                  <a:pt x="884832" y="55576"/>
                  <a:pt x="886453" y="57912"/>
                </a:cubicBezTo>
                <a:cubicBezTo>
                  <a:pt x="888073" y="60246"/>
                  <a:pt x="888884" y="63145"/>
                  <a:pt x="888884" y="66609"/>
                </a:cubicBezTo>
                <a:cubicBezTo>
                  <a:pt x="888884" y="69998"/>
                  <a:pt x="887894" y="73190"/>
                  <a:pt x="885916" y="76183"/>
                </a:cubicBezTo>
                <a:cubicBezTo>
                  <a:pt x="883937" y="79176"/>
                  <a:pt x="881082" y="81491"/>
                  <a:pt x="877351" y="83130"/>
                </a:cubicBezTo>
                <a:cubicBezTo>
                  <a:pt x="873620" y="84768"/>
                  <a:pt x="869399" y="85587"/>
                  <a:pt x="864689" y="85587"/>
                </a:cubicBezTo>
                <a:cubicBezTo>
                  <a:pt x="856887" y="85587"/>
                  <a:pt x="850942" y="83962"/>
                  <a:pt x="846853" y="80711"/>
                </a:cubicBezTo>
                <a:cubicBezTo>
                  <a:pt x="842764" y="77461"/>
                  <a:pt x="840154" y="72641"/>
                  <a:pt x="839024" y="66253"/>
                </a:cubicBezTo>
                <a:close/>
                <a:moveTo>
                  <a:pt x="903864" y="84230"/>
                </a:moveTo>
                <a:lnTo>
                  <a:pt x="903864" y="72585"/>
                </a:lnTo>
                <a:lnTo>
                  <a:pt x="915453" y="72585"/>
                </a:lnTo>
                <a:lnTo>
                  <a:pt x="915453" y="84230"/>
                </a:lnTo>
                <a:lnTo>
                  <a:pt x="903864" y="84230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FF8761-2EF5-40F0-A2DC-9B809B90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675" y="96196"/>
            <a:ext cx="1629770" cy="868035"/>
          </a:xfrm>
          <a:custGeom xmlns:a="http://schemas.openxmlformats.org/drawingml/2006/main">
            <a:pathLst>
              <a:path w="1629770" h="868035">
                <a:moveTo>
                  <a:pt x="1629770" y="116874"/>
                </a:moveTo>
                <a:lnTo>
                  <a:pt x="1629770" y="751180"/>
                </a:lnTo>
                <a:cubicBezTo>
                  <a:pt x="1629770" y="815666"/>
                  <a:pt x="1577401" y="868035"/>
                  <a:pt x="1512896" y="868035"/>
                </a:cubicBezTo>
                <a:lnTo>
                  <a:pt x="116874" y="868035"/>
                </a:lnTo>
                <a:cubicBezTo>
                  <a:pt x="52368" y="868035"/>
                  <a:pt x="0" y="815666"/>
                  <a:pt x="0" y="751180"/>
                </a:cubicBezTo>
                <a:lnTo>
                  <a:pt x="0" y="116874"/>
                </a:lnTo>
                <a:cubicBezTo>
                  <a:pt x="0" y="52368"/>
                  <a:pt x="52368" y="0"/>
                  <a:pt x="116874" y="0"/>
                </a:cubicBezTo>
                <a:lnTo>
                  <a:pt x="1512896" y="0"/>
                </a:lnTo>
                <a:cubicBezTo>
                  <a:pt x="1577401" y="0"/>
                  <a:pt x="1629770" y="52368"/>
                  <a:pt x="1629770" y="116874"/>
                </a:cubicBezTo>
                <a:close/>
              </a:path>
            </a:pathLst>
          </a:custGeom>
          <a:solidFill xmlns:a="http://schemas.openxmlformats.org/drawingml/2006/main">
            <a:srgbClr val="09C479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�Intact">
            <a:extLst xmlns:a="http://schemas.openxmlformats.org/drawingml/2006/main">
              <a:ext uri="{FF2B5EF4-FFF2-40B4-BE49-F238E27FC236}">
                <a16:creationId xmlns:a16="http://schemas.microsoft.com/office/drawing/2014/main" id="{6CDBFF4D-BD10-4327-B28C-109208C1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093" y="152211"/>
            <a:ext cx="770907" cy="173661"/>
          </a:xfrm>
          <a:custGeom xmlns:a="http://schemas.openxmlformats.org/drawingml/2006/main">
            <a:pathLst>
              <a:path w="770907" h="173661">
                <a:moveTo>
                  <a:pt x="90699" y="173661"/>
                </a:moveTo>
                <a:cubicBezTo>
                  <a:pt x="121700" y="173661"/>
                  <a:pt x="150395" y="157110"/>
                  <a:pt x="165929" y="130246"/>
                </a:cubicBezTo>
                <a:cubicBezTo>
                  <a:pt x="181396" y="103384"/>
                  <a:pt x="181396" y="70279"/>
                  <a:pt x="165929" y="43415"/>
                </a:cubicBezTo>
                <a:cubicBezTo>
                  <a:pt x="150395" y="16554"/>
                  <a:pt x="121700" y="0"/>
                  <a:pt x="90699" y="0"/>
                </a:cubicBezTo>
                <a:cubicBezTo>
                  <a:pt x="59696" y="0"/>
                  <a:pt x="31003" y="16554"/>
                  <a:pt x="15467" y="43415"/>
                </a:cubicBezTo>
                <a:cubicBezTo>
                  <a:pt x="0" y="70279"/>
                  <a:pt x="0" y="103384"/>
                  <a:pt x="15467" y="130246"/>
                </a:cubicBezTo>
                <a:cubicBezTo>
                  <a:pt x="31003" y="157110"/>
                  <a:pt x="59696" y="173661"/>
                  <a:pt x="90699" y="173661"/>
                </a:cubicBezTo>
                <a:moveTo>
                  <a:pt x="129027" y="70889"/>
                </a:moveTo>
                <a:lnTo>
                  <a:pt x="85612" y="114304"/>
                </a:lnTo>
                <a:cubicBezTo>
                  <a:pt x="82421" y="117495"/>
                  <a:pt x="77267" y="117495"/>
                  <a:pt x="74146" y="114304"/>
                </a:cubicBezTo>
                <a:lnTo>
                  <a:pt x="52438" y="92597"/>
                </a:lnTo>
                <a:cubicBezTo>
                  <a:pt x="49250" y="89409"/>
                  <a:pt x="49250" y="84255"/>
                  <a:pt x="52438" y="81133"/>
                </a:cubicBezTo>
                <a:cubicBezTo>
                  <a:pt x="55626" y="77946"/>
                  <a:pt x="60782" y="77946"/>
                  <a:pt x="63904" y="81133"/>
                </a:cubicBezTo>
                <a:lnTo>
                  <a:pt x="79845" y="97075"/>
                </a:lnTo>
                <a:lnTo>
                  <a:pt x="117495" y="59359"/>
                </a:lnTo>
                <a:cubicBezTo>
                  <a:pt x="120682" y="56169"/>
                  <a:pt x="125836" y="56169"/>
                  <a:pt x="128958" y="59359"/>
                </a:cubicBezTo>
                <a:cubicBezTo>
                  <a:pt x="132146" y="62547"/>
                  <a:pt x="132146" y="67701"/>
                  <a:pt x="128958" y="70823"/>
                </a:cubicBezTo>
                <a:lnTo>
                  <a:pt x="129027" y="70889"/>
                </a:lnTo>
                <a:close/>
                <a:moveTo>
                  <a:pt x="220719" y="27643"/>
                </a:moveTo>
                <a:lnTo>
                  <a:pt x="259216" y="27643"/>
                </a:lnTo>
                <a:lnTo>
                  <a:pt x="259216" y="151953"/>
                </a:lnTo>
                <a:lnTo>
                  <a:pt x="220719" y="151953"/>
                </a:lnTo>
                <a:lnTo>
                  <a:pt x="220719" y="27643"/>
                </a:lnTo>
                <a:close/>
                <a:moveTo>
                  <a:pt x="284492" y="61901"/>
                </a:moveTo>
                <a:lnTo>
                  <a:pt x="316629" y="61901"/>
                </a:lnTo>
                <a:lnTo>
                  <a:pt x="316629" y="76621"/>
                </a:lnTo>
                <a:cubicBezTo>
                  <a:pt x="321434" y="70611"/>
                  <a:pt x="326296" y="66316"/>
                  <a:pt x="331214" y="63737"/>
                </a:cubicBezTo>
                <a:cubicBezTo>
                  <a:pt x="336132" y="61156"/>
                  <a:pt x="342124" y="59866"/>
                  <a:pt x="349191" y="59866"/>
                </a:cubicBezTo>
                <a:cubicBezTo>
                  <a:pt x="358744" y="59866"/>
                  <a:pt x="366220" y="62706"/>
                  <a:pt x="371619" y="68387"/>
                </a:cubicBezTo>
                <a:cubicBezTo>
                  <a:pt x="377018" y="74069"/>
                  <a:pt x="379717" y="82845"/>
                  <a:pt x="379717" y="94716"/>
                </a:cubicBezTo>
                <a:lnTo>
                  <a:pt x="379717" y="151953"/>
                </a:lnTo>
                <a:lnTo>
                  <a:pt x="345036" y="151953"/>
                </a:lnTo>
                <a:lnTo>
                  <a:pt x="345036" y="102496"/>
                </a:lnTo>
                <a:cubicBezTo>
                  <a:pt x="345036" y="96852"/>
                  <a:pt x="343990" y="92859"/>
                  <a:pt x="341898" y="90516"/>
                </a:cubicBezTo>
                <a:cubicBezTo>
                  <a:pt x="339807" y="88172"/>
                  <a:pt x="336867" y="87000"/>
                  <a:pt x="333080" y="87000"/>
                </a:cubicBezTo>
                <a:cubicBezTo>
                  <a:pt x="328896" y="87000"/>
                  <a:pt x="325505" y="88581"/>
                  <a:pt x="322904" y="91743"/>
                </a:cubicBezTo>
                <a:cubicBezTo>
                  <a:pt x="320304" y="94904"/>
                  <a:pt x="319004" y="100577"/>
                  <a:pt x="319004" y="108763"/>
                </a:cubicBezTo>
                <a:lnTo>
                  <a:pt x="319004" y="151953"/>
                </a:lnTo>
                <a:lnTo>
                  <a:pt x="284492" y="151953"/>
                </a:lnTo>
                <a:lnTo>
                  <a:pt x="284492" y="61901"/>
                </a:lnTo>
                <a:close/>
                <a:moveTo>
                  <a:pt x="441941" y="27643"/>
                </a:moveTo>
                <a:lnTo>
                  <a:pt x="441941" y="61901"/>
                </a:lnTo>
                <a:lnTo>
                  <a:pt x="460935" y="61901"/>
                </a:lnTo>
                <a:lnTo>
                  <a:pt x="460935" y="87170"/>
                </a:lnTo>
                <a:lnTo>
                  <a:pt x="441941" y="87170"/>
                </a:lnTo>
                <a:lnTo>
                  <a:pt x="441941" y="119074"/>
                </a:lnTo>
                <a:cubicBezTo>
                  <a:pt x="441941" y="122911"/>
                  <a:pt x="442309" y="125449"/>
                  <a:pt x="443043" y="126690"/>
                </a:cubicBezTo>
                <a:cubicBezTo>
                  <a:pt x="444174" y="128608"/>
                  <a:pt x="446153" y="129567"/>
                  <a:pt x="448979" y="129567"/>
                </a:cubicBezTo>
                <a:cubicBezTo>
                  <a:pt x="451523" y="129567"/>
                  <a:pt x="455084" y="128834"/>
                  <a:pt x="459663" y="127368"/>
                </a:cubicBezTo>
                <a:lnTo>
                  <a:pt x="462207" y="151190"/>
                </a:lnTo>
                <a:cubicBezTo>
                  <a:pt x="453671" y="153056"/>
                  <a:pt x="445700" y="153988"/>
                  <a:pt x="438295" y="153988"/>
                </a:cubicBezTo>
                <a:cubicBezTo>
                  <a:pt x="429702" y="153988"/>
                  <a:pt x="423371" y="152888"/>
                  <a:pt x="419301" y="150687"/>
                </a:cubicBezTo>
                <a:cubicBezTo>
                  <a:pt x="415231" y="148484"/>
                  <a:pt x="412220" y="145139"/>
                  <a:pt x="410270" y="140652"/>
                </a:cubicBezTo>
                <a:cubicBezTo>
                  <a:pt x="408320" y="136163"/>
                  <a:pt x="407345" y="128893"/>
                  <a:pt x="407345" y="118843"/>
                </a:cubicBezTo>
                <a:lnTo>
                  <a:pt x="407345" y="87170"/>
                </a:lnTo>
                <a:lnTo>
                  <a:pt x="394625" y="87170"/>
                </a:lnTo>
                <a:lnTo>
                  <a:pt x="394625" y="61901"/>
                </a:lnTo>
                <a:lnTo>
                  <a:pt x="407345" y="61901"/>
                </a:lnTo>
                <a:lnTo>
                  <a:pt x="407345" y="45366"/>
                </a:lnTo>
                <a:lnTo>
                  <a:pt x="441941" y="27643"/>
                </a:lnTo>
                <a:close/>
                <a:moveTo>
                  <a:pt x="508836" y="91070"/>
                </a:moveTo>
                <a:lnTo>
                  <a:pt x="475851" y="87509"/>
                </a:lnTo>
                <a:cubicBezTo>
                  <a:pt x="477094" y="81760"/>
                  <a:pt x="478889" y="77238"/>
                  <a:pt x="481235" y="73942"/>
                </a:cubicBezTo>
                <a:cubicBezTo>
                  <a:pt x="483581" y="70643"/>
                  <a:pt x="486959" y="67783"/>
                  <a:pt x="491368" y="65361"/>
                </a:cubicBezTo>
                <a:cubicBezTo>
                  <a:pt x="494534" y="63614"/>
                  <a:pt x="498887" y="62262"/>
                  <a:pt x="504427" y="61304"/>
                </a:cubicBezTo>
                <a:cubicBezTo>
                  <a:pt x="509967" y="60345"/>
                  <a:pt x="515959" y="59866"/>
                  <a:pt x="522403" y="59866"/>
                </a:cubicBezTo>
                <a:cubicBezTo>
                  <a:pt x="532748" y="59866"/>
                  <a:pt x="541058" y="60445"/>
                  <a:pt x="547333" y="61604"/>
                </a:cubicBezTo>
                <a:cubicBezTo>
                  <a:pt x="553608" y="62763"/>
                  <a:pt x="558837" y="65179"/>
                  <a:pt x="563020" y="68854"/>
                </a:cubicBezTo>
                <a:cubicBezTo>
                  <a:pt x="565960" y="71398"/>
                  <a:pt x="568278" y="75002"/>
                  <a:pt x="569974" y="79665"/>
                </a:cubicBezTo>
                <a:cubicBezTo>
                  <a:pt x="571670" y="84329"/>
                  <a:pt x="572518" y="88781"/>
                  <a:pt x="572518" y="93021"/>
                </a:cubicBezTo>
                <a:lnTo>
                  <a:pt x="572518" y="132790"/>
                </a:lnTo>
                <a:cubicBezTo>
                  <a:pt x="572518" y="137029"/>
                  <a:pt x="572786" y="140351"/>
                  <a:pt x="573323" y="142753"/>
                </a:cubicBezTo>
                <a:cubicBezTo>
                  <a:pt x="573860" y="145156"/>
                  <a:pt x="575033" y="148222"/>
                  <a:pt x="576842" y="151953"/>
                </a:cubicBezTo>
                <a:lnTo>
                  <a:pt x="544450" y="151953"/>
                </a:lnTo>
                <a:cubicBezTo>
                  <a:pt x="543150" y="149636"/>
                  <a:pt x="542302" y="147869"/>
                  <a:pt x="541906" y="146654"/>
                </a:cubicBezTo>
                <a:cubicBezTo>
                  <a:pt x="541511" y="145438"/>
                  <a:pt x="541115" y="143530"/>
                  <a:pt x="540719" y="140930"/>
                </a:cubicBezTo>
                <a:cubicBezTo>
                  <a:pt x="536197" y="145283"/>
                  <a:pt x="531703" y="148392"/>
                  <a:pt x="527237" y="150257"/>
                </a:cubicBezTo>
                <a:cubicBezTo>
                  <a:pt x="521131" y="152745"/>
                  <a:pt x="514037" y="153988"/>
                  <a:pt x="505953" y="153988"/>
                </a:cubicBezTo>
                <a:cubicBezTo>
                  <a:pt x="495212" y="153988"/>
                  <a:pt x="487058" y="151498"/>
                  <a:pt x="481490" y="146516"/>
                </a:cubicBezTo>
                <a:cubicBezTo>
                  <a:pt x="475921" y="141534"/>
                  <a:pt x="473137" y="135393"/>
                  <a:pt x="473137" y="128091"/>
                </a:cubicBezTo>
                <a:cubicBezTo>
                  <a:pt x="473137" y="121241"/>
                  <a:pt x="475144" y="115608"/>
                  <a:pt x="479158" y="111193"/>
                </a:cubicBezTo>
                <a:cubicBezTo>
                  <a:pt x="483171" y="106779"/>
                  <a:pt x="490577" y="103495"/>
                  <a:pt x="501374" y="101344"/>
                </a:cubicBezTo>
                <a:cubicBezTo>
                  <a:pt x="514320" y="98740"/>
                  <a:pt x="522714" y="96914"/>
                  <a:pt x="526558" y="95866"/>
                </a:cubicBezTo>
                <a:cubicBezTo>
                  <a:pt x="530402" y="94819"/>
                  <a:pt x="534473" y="93446"/>
                  <a:pt x="538769" y="91749"/>
                </a:cubicBezTo>
                <a:cubicBezTo>
                  <a:pt x="538769" y="87541"/>
                  <a:pt x="537893" y="84595"/>
                  <a:pt x="536140" y="82911"/>
                </a:cubicBezTo>
                <a:cubicBezTo>
                  <a:pt x="534388" y="81228"/>
                  <a:pt x="531307" y="80386"/>
                  <a:pt x="526898" y="80386"/>
                </a:cubicBezTo>
                <a:cubicBezTo>
                  <a:pt x="521245" y="80386"/>
                  <a:pt x="517005" y="81291"/>
                  <a:pt x="514178" y="83099"/>
                </a:cubicBezTo>
                <a:cubicBezTo>
                  <a:pt x="511974" y="84513"/>
                  <a:pt x="510193" y="87170"/>
                  <a:pt x="508836" y="91070"/>
                </a:cubicBezTo>
                <a:moveTo>
                  <a:pt x="538769" y="109216"/>
                </a:moveTo>
                <a:cubicBezTo>
                  <a:pt x="534020" y="110912"/>
                  <a:pt x="529074" y="112410"/>
                  <a:pt x="523930" y="113711"/>
                </a:cubicBezTo>
                <a:cubicBezTo>
                  <a:pt x="516920" y="115576"/>
                  <a:pt x="512482" y="117413"/>
                  <a:pt x="510617" y="119222"/>
                </a:cubicBezTo>
                <a:cubicBezTo>
                  <a:pt x="508695" y="121088"/>
                  <a:pt x="507734" y="123208"/>
                  <a:pt x="507734" y="125582"/>
                </a:cubicBezTo>
                <a:cubicBezTo>
                  <a:pt x="507734" y="128295"/>
                  <a:pt x="508681" y="130514"/>
                  <a:pt x="510574" y="132238"/>
                </a:cubicBezTo>
                <a:cubicBezTo>
                  <a:pt x="512468" y="133963"/>
                  <a:pt x="515252" y="134825"/>
                  <a:pt x="518927" y="134825"/>
                </a:cubicBezTo>
                <a:cubicBezTo>
                  <a:pt x="522771" y="134825"/>
                  <a:pt x="526346" y="133892"/>
                  <a:pt x="529653" y="132026"/>
                </a:cubicBezTo>
                <a:cubicBezTo>
                  <a:pt x="532960" y="130161"/>
                  <a:pt x="535306" y="127886"/>
                  <a:pt x="536691" y="125200"/>
                </a:cubicBezTo>
                <a:cubicBezTo>
                  <a:pt x="538076" y="122515"/>
                  <a:pt x="538769" y="119024"/>
                  <a:pt x="538769" y="114728"/>
                </a:cubicBezTo>
                <a:lnTo>
                  <a:pt x="538769" y="109216"/>
                </a:lnTo>
                <a:close/>
                <a:moveTo>
                  <a:pt x="660350" y="116678"/>
                </a:moveTo>
                <a:lnTo>
                  <a:pt x="693166" y="120409"/>
                </a:lnTo>
                <a:cubicBezTo>
                  <a:pt x="691357" y="127250"/>
                  <a:pt x="688389" y="133171"/>
                  <a:pt x="684262" y="138174"/>
                </a:cubicBezTo>
                <a:cubicBezTo>
                  <a:pt x="680135" y="143177"/>
                  <a:pt x="674864" y="147063"/>
                  <a:pt x="668448" y="149833"/>
                </a:cubicBezTo>
                <a:cubicBezTo>
                  <a:pt x="662032" y="152603"/>
                  <a:pt x="653877" y="153988"/>
                  <a:pt x="643984" y="153988"/>
                </a:cubicBezTo>
                <a:cubicBezTo>
                  <a:pt x="634431" y="153988"/>
                  <a:pt x="626474" y="153099"/>
                  <a:pt x="620114" y="151320"/>
                </a:cubicBezTo>
                <a:cubicBezTo>
                  <a:pt x="613755" y="149541"/>
                  <a:pt x="608285" y="146661"/>
                  <a:pt x="603706" y="142679"/>
                </a:cubicBezTo>
                <a:cubicBezTo>
                  <a:pt x="599128" y="138697"/>
                  <a:pt x="595538" y="134024"/>
                  <a:pt x="592937" y="128658"/>
                </a:cubicBezTo>
                <a:cubicBezTo>
                  <a:pt x="590337" y="123292"/>
                  <a:pt x="589037" y="116175"/>
                  <a:pt x="589037" y="107309"/>
                </a:cubicBezTo>
                <a:cubicBezTo>
                  <a:pt x="589037" y="98046"/>
                  <a:pt x="590620" y="90337"/>
                  <a:pt x="593785" y="84181"/>
                </a:cubicBezTo>
                <a:cubicBezTo>
                  <a:pt x="596103" y="79662"/>
                  <a:pt x="599269" y="75609"/>
                  <a:pt x="603282" y="72023"/>
                </a:cubicBezTo>
                <a:cubicBezTo>
                  <a:pt x="607296" y="68437"/>
                  <a:pt x="611423" y="65769"/>
                  <a:pt x="615663" y="64018"/>
                </a:cubicBezTo>
                <a:cubicBezTo>
                  <a:pt x="622390" y="61250"/>
                  <a:pt x="631011" y="59866"/>
                  <a:pt x="641525" y="59866"/>
                </a:cubicBezTo>
                <a:cubicBezTo>
                  <a:pt x="656223" y="59866"/>
                  <a:pt x="667430" y="62501"/>
                  <a:pt x="675147" y="67773"/>
                </a:cubicBezTo>
                <a:cubicBezTo>
                  <a:pt x="682863" y="73044"/>
                  <a:pt x="688276" y="80753"/>
                  <a:pt x="691385" y="90901"/>
                </a:cubicBezTo>
                <a:lnTo>
                  <a:pt x="658908" y="95140"/>
                </a:lnTo>
                <a:cubicBezTo>
                  <a:pt x="657891" y="91325"/>
                  <a:pt x="656039" y="88449"/>
                  <a:pt x="653354" y="86512"/>
                </a:cubicBezTo>
                <a:cubicBezTo>
                  <a:pt x="650669" y="84576"/>
                  <a:pt x="647065" y="83608"/>
                  <a:pt x="642543" y="83608"/>
                </a:cubicBezTo>
                <a:cubicBezTo>
                  <a:pt x="636833" y="83608"/>
                  <a:pt x="632212" y="85639"/>
                  <a:pt x="628679" y="89700"/>
                </a:cubicBezTo>
                <a:cubicBezTo>
                  <a:pt x="625146" y="93762"/>
                  <a:pt x="623379" y="99910"/>
                  <a:pt x="623379" y="108146"/>
                </a:cubicBezTo>
                <a:cubicBezTo>
                  <a:pt x="623379" y="115486"/>
                  <a:pt x="625131" y="121061"/>
                  <a:pt x="628636" y="124872"/>
                </a:cubicBezTo>
                <a:cubicBezTo>
                  <a:pt x="632141" y="128681"/>
                  <a:pt x="636607" y="130585"/>
                  <a:pt x="642034" y="130585"/>
                </a:cubicBezTo>
                <a:cubicBezTo>
                  <a:pt x="646556" y="130585"/>
                  <a:pt x="650358" y="129447"/>
                  <a:pt x="653439" y="127172"/>
                </a:cubicBezTo>
                <a:cubicBezTo>
                  <a:pt x="656520" y="124895"/>
                  <a:pt x="658823" y="121397"/>
                  <a:pt x="660350" y="116678"/>
                </a:cubicBezTo>
                <a:close/>
                <a:moveTo>
                  <a:pt x="750641" y="27643"/>
                </a:moveTo>
                <a:lnTo>
                  <a:pt x="750641" y="61901"/>
                </a:lnTo>
                <a:lnTo>
                  <a:pt x="769635" y="61901"/>
                </a:lnTo>
                <a:lnTo>
                  <a:pt x="769635" y="87170"/>
                </a:lnTo>
                <a:lnTo>
                  <a:pt x="750641" y="87170"/>
                </a:lnTo>
                <a:lnTo>
                  <a:pt x="750641" y="119074"/>
                </a:lnTo>
                <a:cubicBezTo>
                  <a:pt x="750641" y="122911"/>
                  <a:pt x="751008" y="125449"/>
                  <a:pt x="751743" y="126690"/>
                </a:cubicBezTo>
                <a:cubicBezTo>
                  <a:pt x="752874" y="128608"/>
                  <a:pt x="754852" y="129567"/>
                  <a:pt x="757679" y="129567"/>
                </a:cubicBezTo>
                <a:cubicBezTo>
                  <a:pt x="760222" y="129567"/>
                  <a:pt x="763784" y="128834"/>
                  <a:pt x="768363" y="127368"/>
                </a:cubicBezTo>
                <a:lnTo>
                  <a:pt x="770907" y="151190"/>
                </a:lnTo>
                <a:cubicBezTo>
                  <a:pt x="762371" y="153056"/>
                  <a:pt x="754400" y="153988"/>
                  <a:pt x="746994" y="153988"/>
                </a:cubicBezTo>
                <a:cubicBezTo>
                  <a:pt x="738402" y="153988"/>
                  <a:pt x="732070" y="152888"/>
                  <a:pt x="728000" y="150687"/>
                </a:cubicBezTo>
                <a:cubicBezTo>
                  <a:pt x="723930" y="148484"/>
                  <a:pt x="720920" y="145139"/>
                  <a:pt x="718969" y="140652"/>
                </a:cubicBezTo>
                <a:cubicBezTo>
                  <a:pt x="717019" y="136163"/>
                  <a:pt x="716044" y="128893"/>
                  <a:pt x="716044" y="118843"/>
                </a:cubicBezTo>
                <a:lnTo>
                  <a:pt x="716044" y="87170"/>
                </a:lnTo>
                <a:lnTo>
                  <a:pt x="703325" y="87170"/>
                </a:lnTo>
                <a:lnTo>
                  <a:pt x="703325" y="61901"/>
                </a:lnTo>
                <a:lnTo>
                  <a:pt x="716044" y="61901"/>
                </a:lnTo>
                <a:lnTo>
                  <a:pt x="716044" y="45366"/>
                </a:lnTo>
                <a:lnTo>
                  <a:pt x="750641" y="27643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Theclaimcontextualizesme-">
            <a:extLst xmlns:a="http://schemas.openxmlformats.org/drawingml/2006/main">
              <a:ext uri="{FF2B5EF4-FFF2-40B4-BE49-F238E27FC236}">
                <a16:creationId xmlns:a16="http://schemas.microsoft.com/office/drawing/2014/main" id="{BE0DE36C-E5B5-4E86-B26D-CB57AFAB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675" y="355801"/>
            <a:ext cx="1492919" cy="84230"/>
          </a:xfrm>
          <a:custGeom xmlns:a="http://schemas.openxmlformats.org/drawingml/2006/main">
            <a:pathLst>
              <a:path w="1492919" h="84230">
                <a:moveTo>
                  <a:pt x="27304" y="82873"/>
                </a:moveTo>
                <a:lnTo>
                  <a:pt x="27304" y="9780"/>
                </a:lnTo>
                <a:lnTo>
                  <a:pt x="0" y="9780"/>
                </a:lnTo>
                <a:lnTo>
                  <a:pt x="0" y="0"/>
                </a:lnTo>
                <a:lnTo>
                  <a:pt x="65688" y="0"/>
                </a:lnTo>
                <a:lnTo>
                  <a:pt x="65688" y="9780"/>
                </a:lnTo>
                <a:lnTo>
                  <a:pt x="38271" y="9780"/>
                </a:lnTo>
                <a:lnTo>
                  <a:pt x="38271" y="82873"/>
                </a:lnTo>
                <a:lnTo>
                  <a:pt x="27304" y="82873"/>
                </a:lnTo>
                <a:close/>
                <a:moveTo>
                  <a:pt x="75633" y="82873"/>
                </a:moveTo>
                <a:lnTo>
                  <a:pt x="75633" y="0"/>
                </a:lnTo>
                <a:lnTo>
                  <a:pt x="85808" y="0"/>
                </a:lnTo>
                <a:lnTo>
                  <a:pt x="85808" y="29735"/>
                </a:lnTo>
                <a:cubicBezTo>
                  <a:pt x="90557" y="24233"/>
                  <a:pt x="96549" y="21481"/>
                  <a:pt x="103785" y="21481"/>
                </a:cubicBezTo>
                <a:cubicBezTo>
                  <a:pt x="108232" y="21481"/>
                  <a:pt x="112095" y="22358"/>
                  <a:pt x="115373" y="24110"/>
                </a:cubicBezTo>
                <a:cubicBezTo>
                  <a:pt x="118652" y="25863"/>
                  <a:pt x="120998" y="28284"/>
                  <a:pt x="122411" y="31374"/>
                </a:cubicBezTo>
                <a:cubicBezTo>
                  <a:pt x="123825" y="34465"/>
                  <a:pt x="124531" y="38949"/>
                  <a:pt x="124531" y="44828"/>
                </a:cubicBezTo>
                <a:lnTo>
                  <a:pt x="124531" y="82873"/>
                </a:lnTo>
                <a:lnTo>
                  <a:pt x="114356" y="82873"/>
                </a:lnTo>
                <a:lnTo>
                  <a:pt x="114356" y="44828"/>
                </a:lnTo>
                <a:cubicBezTo>
                  <a:pt x="114356" y="39741"/>
                  <a:pt x="113254" y="36038"/>
                  <a:pt x="111049" y="33720"/>
                </a:cubicBezTo>
                <a:cubicBezTo>
                  <a:pt x="108844" y="31403"/>
                  <a:pt x="105726" y="30244"/>
                  <a:pt x="101693" y="30244"/>
                </a:cubicBezTo>
                <a:cubicBezTo>
                  <a:pt x="98678" y="30244"/>
                  <a:pt x="95842" y="31026"/>
                  <a:pt x="93185" y="32590"/>
                </a:cubicBezTo>
                <a:cubicBezTo>
                  <a:pt x="90528" y="34154"/>
                  <a:pt x="88635" y="36274"/>
                  <a:pt x="87504" y="38949"/>
                </a:cubicBezTo>
                <a:cubicBezTo>
                  <a:pt x="86373" y="41625"/>
                  <a:pt x="85808" y="45318"/>
                  <a:pt x="85808" y="50029"/>
                </a:cubicBezTo>
                <a:lnTo>
                  <a:pt x="85808" y="82873"/>
                </a:lnTo>
                <a:lnTo>
                  <a:pt x="75633" y="82873"/>
                </a:lnTo>
                <a:close/>
                <a:moveTo>
                  <a:pt x="181124" y="63540"/>
                </a:moveTo>
                <a:lnTo>
                  <a:pt x="191638" y="64840"/>
                </a:lnTo>
                <a:cubicBezTo>
                  <a:pt x="189980" y="70983"/>
                  <a:pt x="186909" y="75751"/>
                  <a:pt x="182424" y="79142"/>
                </a:cubicBezTo>
                <a:cubicBezTo>
                  <a:pt x="177939" y="82534"/>
                  <a:pt x="172211" y="84230"/>
                  <a:pt x="165239" y="84230"/>
                </a:cubicBezTo>
                <a:cubicBezTo>
                  <a:pt x="156458" y="84230"/>
                  <a:pt x="149495" y="81526"/>
                  <a:pt x="144351" y="76118"/>
                </a:cubicBezTo>
                <a:cubicBezTo>
                  <a:pt x="139206" y="70710"/>
                  <a:pt x="136634" y="63125"/>
                  <a:pt x="136634" y="53365"/>
                </a:cubicBezTo>
                <a:cubicBezTo>
                  <a:pt x="136634" y="43264"/>
                  <a:pt x="139235" y="35426"/>
                  <a:pt x="144436" y="29848"/>
                </a:cubicBezTo>
                <a:cubicBezTo>
                  <a:pt x="149636" y="24270"/>
                  <a:pt x="156382" y="21481"/>
                  <a:pt x="164673" y="21481"/>
                </a:cubicBezTo>
                <a:cubicBezTo>
                  <a:pt x="172701" y="21481"/>
                  <a:pt x="179258" y="24210"/>
                  <a:pt x="184346" y="29666"/>
                </a:cubicBezTo>
                <a:cubicBezTo>
                  <a:pt x="189434" y="35121"/>
                  <a:pt x="191977" y="42796"/>
                  <a:pt x="191977" y="52692"/>
                </a:cubicBezTo>
                <a:cubicBezTo>
                  <a:pt x="191977" y="53293"/>
                  <a:pt x="191959" y="54196"/>
                  <a:pt x="191921" y="55400"/>
                </a:cubicBezTo>
                <a:lnTo>
                  <a:pt x="147149" y="55400"/>
                </a:lnTo>
                <a:cubicBezTo>
                  <a:pt x="147526" y="61976"/>
                  <a:pt x="149391" y="67012"/>
                  <a:pt x="152745" y="70507"/>
                </a:cubicBezTo>
                <a:cubicBezTo>
                  <a:pt x="156100" y="74003"/>
                  <a:pt x="160283" y="75751"/>
                  <a:pt x="165295" y="75751"/>
                </a:cubicBezTo>
                <a:cubicBezTo>
                  <a:pt x="169026" y="75751"/>
                  <a:pt x="172211" y="74780"/>
                  <a:pt x="174849" y="72839"/>
                </a:cubicBezTo>
                <a:cubicBezTo>
                  <a:pt x="177487" y="70897"/>
                  <a:pt x="179579" y="67797"/>
                  <a:pt x="181124" y="63540"/>
                </a:cubicBezTo>
                <a:moveTo>
                  <a:pt x="147714" y="46920"/>
                </a:moveTo>
                <a:lnTo>
                  <a:pt x="181237" y="46920"/>
                </a:lnTo>
                <a:cubicBezTo>
                  <a:pt x="180784" y="41953"/>
                  <a:pt x="179503" y="38227"/>
                  <a:pt x="177393" y="35743"/>
                </a:cubicBezTo>
                <a:cubicBezTo>
                  <a:pt x="174152" y="31888"/>
                  <a:pt x="169950" y="29961"/>
                  <a:pt x="164786" y="29961"/>
                </a:cubicBezTo>
                <a:cubicBezTo>
                  <a:pt x="160113" y="29961"/>
                  <a:pt x="156184" y="31500"/>
                  <a:pt x="153000" y="34577"/>
                </a:cubicBezTo>
                <a:cubicBezTo>
                  <a:pt x="149815" y="37653"/>
                  <a:pt x="148053" y="41768"/>
                  <a:pt x="147714" y="46920"/>
                </a:cubicBezTo>
                <a:close/>
                <a:moveTo>
                  <a:pt x="275757" y="60827"/>
                </a:moveTo>
                <a:lnTo>
                  <a:pt x="285763" y="62127"/>
                </a:lnTo>
                <a:cubicBezTo>
                  <a:pt x="284670" y="69041"/>
                  <a:pt x="281872" y="74454"/>
                  <a:pt x="277369" y="78365"/>
                </a:cubicBezTo>
                <a:cubicBezTo>
                  <a:pt x="272865" y="82275"/>
                  <a:pt x="267334" y="84230"/>
                  <a:pt x="260777" y="84230"/>
                </a:cubicBezTo>
                <a:cubicBezTo>
                  <a:pt x="252561" y="84230"/>
                  <a:pt x="245957" y="81545"/>
                  <a:pt x="240963" y="76175"/>
                </a:cubicBezTo>
                <a:cubicBezTo>
                  <a:pt x="235970" y="70804"/>
                  <a:pt x="233473" y="63107"/>
                  <a:pt x="233473" y="53082"/>
                </a:cubicBezTo>
                <a:cubicBezTo>
                  <a:pt x="233473" y="46600"/>
                  <a:pt x="234547" y="40928"/>
                  <a:pt x="236695" y="36066"/>
                </a:cubicBezTo>
                <a:cubicBezTo>
                  <a:pt x="238843" y="31205"/>
                  <a:pt x="242112" y="27559"/>
                  <a:pt x="246503" y="25128"/>
                </a:cubicBezTo>
                <a:cubicBezTo>
                  <a:pt x="250894" y="22697"/>
                  <a:pt x="255670" y="21481"/>
                  <a:pt x="260833" y="21481"/>
                </a:cubicBezTo>
                <a:cubicBezTo>
                  <a:pt x="267353" y="21481"/>
                  <a:pt x="272686" y="23136"/>
                  <a:pt x="276831" y="26444"/>
                </a:cubicBezTo>
                <a:cubicBezTo>
                  <a:pt x="280977" y="29751"/>
                  <a:pt x="283634" y="34447"/>
                  <a:pt x="284802" y="40532"/>
                </a:cubicBezTo>
                <a:lnTo>
                  <a:pt x="274909" y="42059"/>
                </a:lnTo>
                <a:cubicBezTo>
                  <a:pt x="273967" y="38045"/>
                  <a:pt x="272300" y="35025"/>
                  <a:pt x="269907" y="33000"/>
                </a:cubicBezTo>
                <a:cubicBezTo>
                  <a:pt x="267513" y="30974"/>
                  <a:pt x="264621" y="29961"/>
                  <a:pt x="261229" y="29961"/>
                </a:cubicBezTo>
                <a:cubicBezTo>
                  <a:pt x="256104" y="29961"/>
                  <a:pt x="251939" y="31789"/>
                  <a:pt x="248736" y="35446"/>
                </a:cubicBezTo>
                <a:cubicBezTo>
                  <a:pt x="245533" y="39102"/>
                  <a:pt x="243931" y="44886"/>
                  <a:pt x="243931" y="52799"/>
                </a:cubicBezTo>
                <a:cubicBezTo>
                  <a:pt x="243931" y="60825"/>
                  <a:pt x="245476" y="66657"/>
                  <a:pt x="248566" y="70295"/>
                </a:cubicBezTo>
                <a:cubicBezTo>
                  <a:pt x="251657" y="73932"/>
                  <a:pt x="255689" y="75751"/>
                  <a:pt x="260664" y="75751"/>
                </a:cubicBezTo>
                <a:cubicBezTo>
                  <a:pt x="264659" y="75751"/>
                  <a:pt x="267994" y="74530"/>
                  <a:pt x="270670" y="72090"/>
                </a:cubicBezTo>
                <a:cubicBezTo>
                  <a:pt x="273345" y="69650"/>
                  <a:pt x="275041" y="65895"/>
                  <a:pt x="275757" y="60827"/>
                </a:cubicBezTo>
                <a:close/>
                <a:moveTo>
                  <a:pt x="294243" y="82873"/>
                </a:moveTo>
                <a:lnTo>
                  <a:pt x="294243" y="0"/>
                </a:lnTo>
                <a:lnTo>
                  <a:pt x="304418" y="0"/>
                </a:lnTo>
                <a:lnTo>
                  <a:pt x="304418" y="82873"/>
                </a:lnTo>
                <a:lnTo>
                  <a:pt x="294243" y="82873"/>
                </a:lnTo>
                <a:close/>
                <a:moveTo>
                  <a:pt x="359369" y="75461"/>
                </a:moveTo>
                <a:cubicBezTo>
                  <a:pt x="355600" y="78667"/>
                  <a:pt x="351973" y="80930"/>
                  <a:pt x="348487" y="82250"/>
                </a:cubicBezTo>
                <a:cubicBezTo>
                  <a:pt x="345001" y="83570"/>
                  <a:pt x="341260" y="84230"/>
                  <a:pt x="337266" y="84230"/>
                </a:cubicBezTo>
                <a:cubicBezTo>
                  <a:pt x="330670" y="84230"/>
                  <a:pt x="325602" y="82618"/>
                  <a:pt x="322059" y="79393"/>
                </a:cubicBezTo>
                <a:cubicBezTo>
                  <a:pt x="318516" y="76169"/>
                  <a:pt x="316745" y="72048"/>
                  <a:pt x="316745" y="67033"/>
                </a:cubicBezTo>
                <a:cubicBezTo>
                  <a:pt x="316745" y="64092"/>
                  <a:pt x="317414" y="61405"/>
                  <a:pt x="318752" y="58973"/>
                </a:cubicBezTo>
                <a:cubicBezTo>
                  <a:pt x="320090" y="56540"/>
                  <a:pt x="321842" y="54588"/>
                  <a:pt x="324009" y="53117"/>
                </a:cubicBezTo>
                <a:cubicBezTo>
                  <a:pt x="326176" y="51646"/>
                  <a:pt x="328617" y="50534"/>
                  <a:pt x="331330" y="49780"/>
                </a:cubicBezTo>
                <a:cubicBezTo>
                  <a:pt x="333327" y="49251"/>
                  <a:pt x="336342" y="48742"/>
                  <a:pt x="340375" y="48252"/>
                </a:cubicBezTo>
                <a:cubicBezTo>
                  <a:pt x="348591" y="47279"/>
                  <a:pt x="354639" y="46119"/>
                  <a:pt x="358521" y="44772"/>
                </a:cubicBezTo>
                <a:cubicBezTo>
                  <a:pt x="358559" y="43383"/>
                  <a:pt x="358578" y="42501"/>
                  <a:pt x="358578" y="42126"/>
                </a:cubicBezTo>
                <a:cubicBezTo>
                  <a:pt x="358578" y="37995"/>
                  <a:pt x="357617" y="35086"/>
                  <a:pt x="355695" y="33397"/>
                </a:cubicBezTo>
                <a:cubicBezTo>
                  <a:pt x="353094" y="31106"/>
                  <a:pt x="349231" y="29961"/>
                  <a:pt x="344106" y="29961"/>
                </a:cubicBezTo>
                <a:cubicBezTo>
                  <a:pt x="339320" y="29961"/>
                  <a:pt x="335786" y="30800"/>
                  <a:pt x="333506" y="32477"/>
                </a:cubicBezTo>
                <a:cubicBezTo>
                  <a:pt x="331226" y="34154"/>
                  <a:pt x="329540" y="37122"/>
                  <a:pt x="328447" y="41380"/>
                </a:cubicBezTo>
                <a:lnTo>
                  <a:pt x="318498" y="40023"/>
                </a:lnTo>
                <a:cubicBezTo>
                  <a:pt x="319402" y="35752"/>
                  <a:pt x="320891" y="32302"/>
                  <a:pt x="322964" y="29675"/>
                </a:cubicBezTo>
                <a:cubicBezTo>
                  <a:pt x="325036" y="27047"/>
                  <a:pt x="328032" y="25025"/>
                  <a:pt x="331952" y="23608"/>
                </a:cubicBezTo>
                <a:cubicBezTo>
                  <a:pt x="335871" y="22190"/>
                  <a:pt x="340413" y="21481"/>
                  <a:pt x="345576" y="21481"/>
                </a:cubicBezTo>
                <a:cubicBezTo>
                  <a:pt x="350701" y="21481"/>
                  <a:pt x="354865" y="22084"/>
                  <a:pt x="358069" y="23290"/>
                </a:cubicBezTo>
                <a:cubicBezTo>
                  <a:pt x="361272" y="24496"/>
                  <a:pt x="363628" y="26013"/>
                  <a:pt x="365135" y="27841"/>
                </a:cubicBezTo>
                <a:cubicBezTo>
                  <a:pt x="366643" y="29669"/>
                  <a:pt x="367698" y="31977"/>
                  <a:pt x="368301" y="34766"/>
                </a:cubicBezTo>
                <a:cubicBezTo>
                  <a:pt x="368640" y="36500"/>
                  <a:pt x="368810" y="39628"/>
                  <a:pt x="368810" y="44150"/>
                </a:cubicBezTo>
                <a:lnTo>
                  <a:pt x="368810" y="57717"/>
                </a:lnTo>
                <a:cubicBezTo>
                  <a:pt x="368810" y="67177"/>
                  <a:pt x="369026" y="73160"/>
                  <a:pt x="369460" y="75666"/>
                </a:cubicBezTo>
                <a:cubicBezTo>
                  <a:pt x="369893" y="78172"/>
                  <a:pt x="370750" y="80574"/>
                  <a:pt x="372032" y="82873"/>
                </a:cubicBezTo>
                <a:lnTo>
                  <a:pt x="361404" y="82873"/>
                </a:lnTo>
                <a:cubicBezTo>
                  <a:pt x="360349" y="80761"/>
                  <a:pt x="359671" y="78290"/>
                  <a:pt x="359369" y="75461"/>
                </a:cubicBezTo>
                <a:moveTo>
                  <a:pt x="358521" y="52686"/>
                </a:moveTo>
                <a:cubicBezTo>
                  <a:pt x="354828" y="54207"/>
                  <a:pt x="349288" y="55499"/>
                  <a:pt x="341901" y="56562"/>
                </a:cubicBezTo>
                <a:cubicBezTo>
                  <a:pt x="337718" y="57167"/>
                  <a:pt x="334760" y="57849"/>
                  <a:pt x="333026" y="58606"/>
                </a:cubicBezTo>
                <a:cubicBezTo>
                  <a:pt x="331292" y="59362"/>
                  <a:pt x="329954" y="60469"/>
                  <a:pt x="329012" y="61927"/>
                </a:cubicBezTo>
                <a:cubicBezTo>
                  <a:pt x="328070" y="63384"/>
                  <a:pt x="327599" y="65002"/>
                  <a:pt x="327599" y="66780"/>
                </a:cubicBezTo>
                <a:cubicBezTo>
                  <a:pt x="327599" y="69504"/>
                  <a:pt x="328626" y="71775"/>
                  <a:pt x="330680" y="73592"/>
                </a:cubicBezTo>
                <a:cubicBezTo>
                  <a:pt x="332734" y="75408"/>
                  <a:pt x="335739" y="76316"/>
                  <a:pt x="339696" y="76316"/>
                </a:cubicBezTo>
                <a:cubicBezTo>
                  <a:pt x="343616" y="76316"/>
                  <a:pt x="347102" y="75454"/>
                  <a:pt x="350155" y="73731"/>
                </a:cubicBezTo>
                <a:cubicBezTo>
                  <a:pt x="353207" y="72008"/>
                  <a:pt x="355450" y="69651"/>
                  <a:pt x="356882" y="66660"/>
                </a:cubicBezTo>
                <a:cubicBezTo>
                  <a:pt x="357975" y="64349"/>
                  <a:pt x="358521" y="60941"/>
                  <a:pt x="358521" y="56435"/>
                </a:cubicBezTo>
                <a:lnTo>
                  <a:pt x="358521" y="52686"/>
                </a:lnTo>
                <a:close/>
                <a:moveTo>
                  <a:pt x="384644" y="11758"/>
                </a:moveTo>
                <a:lnTo>
                  <a:pt x="384644" y="0"/>
                </a:lnTo>
                <a:lnTo>
                  <a:pt x="394819" y="0"/>
                </a:lnTo>
                <a:lnTo>
                  <a:pt x="394819" y="11758"/>
                </a:lnTo>
                <a:lnTo>
                  <a:pt x="384644" y="11758"/>
                </a:lnTo>
                <a:moveTo>
                  <a:pt x="384644" y="82873"/>
                </a:moveTo>
                <a:lnTo>
                  <a:pt x="384644" y="22838"/>
                </a:lnTo>
                <a:lnTo>
                  <a:pt x="394819" y="22838"/>
                </a:lnTo>
                <a:lnTo>
                  <a:pt x="394819" y="82873"/>
                </a:lnTo>
                <a:lnTo>
                  <a:pt x="384644" y="82873"/>
                </a:lnTo>
                <a:close/>
                <a:moveTo>
                  <a:pt x="410313" y="82873"/>
                </a:moveTo>
                <a:lnTo>
                  <a:pt x="410313" y="22838"/>
                </a:lnTo>
                <a:lnTo>
                  <a:pt x="419414" y="22838"/>
                </a:lnTo>
                <a:lnTo>
                  <a:pt x="419414" y="31205"/>
                </a:lnTo>
                <a:cubicBezTo>
                  <a:pt x="421298" y="28282"/>
                  <a:pt x="423804" y="25930"/>
                  <a:pt x="426932" y="24151"/>
                </a:cubicBezTo>
                <a:cubicBezTo>
                  <a:pt x="430060" y="22371"/>
                  <a:pt x="433622" y="21481"/>
                  <a:pt x="437617" y="21481"/>
                </a:cubicBezTo>
                <a:cubicBezTo>
                  <a:pt x="442064" y="21481"/>
                  <a:pt x="445710" y="22400"/>
                  <a:pt x="448555" y="24237"/>
                </a:cubicBezTo>
                <a:cubicBezTo>
                  <a:pt x="451401" y="26073"/>
                  <a:pt x="453407" y="28641"/>
                  <a:pt x="454576" y="31940"/>
                </a:cubicBezTo>
                <a:cubicBezTo>
                  <a:pt x="459324" y="24968"/>
                  <a:pt x="465505" y="21481"/>
                  <a:pt x="473118" y="21481"/>
                </a:cubicBezTo>
                <a:cubicBezTo>
                  <a:pt x="479072" y="21481"/>
                  <a:pt x="483651" y="23130"/>
                  <a:pt x="486854" y="26428"/>
                </a:cubicBezTo>
                <a:cubicBezTo>
                  <a:pt x="490058" y="29725"/>
                  <a:pt x="491660" y="34804"/>
                  <a:pt x="491660" y="41663"/>
                </a:cubicBezTo>
                <a:lnTo>
                  <a:pt x="491660" y="82873"/>
                </a:lnTo>
                <a:lnTo>
                  <a:pt x="481541" y="82873"/>
                </a:lnTo>
                <a:lnTo>
                  <a:pt x="481541" y="45014"/>
                </a:lnTo>
                <a:cubicBezTo>
                  <a:pt x="481541" y="40939"/>
                  <a:pt x="481211" y="38006"/>
                  <a:pt x="480551" y="36215"/>
                </a:cubicBezTo>
                <a:cubicBezTo>
                  <a:pt x="479892" y="34422"/>
                  <a:pt x="478695" y="32979"/>
                  <a:pt x="476962" y="31885"/>
                </a:cubicBezTo>
                <a:cubicBezTo>
                  <a:pt x="475228" y="30791"/>
                  <a:pt x="473193" y="30244"/>
                  <a:pt x="470856" y="30244"/>
                </a:cubicBezTo>
                <a:cubicBezTo>
                  <a:pt x="466636" y="30244"/>
                  <a:pt x="463131" y="31649"/>
                  <a:pt x="460342" y="34460"/>
                </a:cubicBezTo>
                <a:cubicBezTo>
                  <a:pt x="457553" y="37271"/>
                  <a:pt x="456159" y="41769"/>
                  <a:pt x="456159" y="47957"/>
                </a:cubicBezTo>
                <a:lnTo>
                  <a:pt x="456159" y="82873"/>
                </a:lnTo>
                <a:lnTo>
                  <a:pt x="445983" y="82873"/>
                </a:lnTo>
                <a:lnTo>
                  <a:pt x="445983" y="43825"/>
                </a:lnTo>
                <a:cubicBezTo>
                  <a:pt x="445983" y="39298"/>
                  <a:pt x="445154" y="35903"/>
                  <a:pt x="443496" y="33639"/>
                </a:cubicBezTo>
                <a:cubicBezTo>
                  <a:pt x="441838" y="31375"/>
                  <a:pt x="439124" y="30244"/>
                  <a:pt x="435355" y="30244"/>
                </a:cubicBezTo>
                <a:cubicBezTo>
                  <a:pt x="432491" y="30244"/>
                  <a:pt x="429844" y="30999"/>
                  <a:pt x="427413" y="32508"/>
                </a:cubicBezTo>
                <a:cubicBezTo>
                  <a:pt x="424982" y="34017"/>
                  <a:pt x="423220" y="36224"/>
                  <a:pt x="422127" y="39130"/>
                </a:cubicBezTo>
                <a:cubicBezTo>
                  <a:pt x="421034" y="42034"/>
                  <a:pt x="420488" y="46221"/>
                  <a:pt x="420488" y="51692"/>
                </a:cubicBezTo>
                <a:lnTo>
                  <a:pt x="420488" y="82873"/>
                </a:lnTo>
                <a:lnTo>
                  <a:pt x="410313" y="82873"/>
                </a:lnTo>
                <a:close/>
                <a:moveTo>
                  <a:pt x="578101" y="60827"/>
                </a:moveTo>
                <a:lnTo>
                  <a:pt x="588107" y="62127"/>
                </a:lnTo>
                <a:cubicBezTo>
                  <a:pt x="587014" y="69041"/>
                  <a:pt x="584216" y="74454"/>
                  <a:pt x="579712" y="78365"/>
                </a:cubicBezTo>
                <a:cubicBezTo>
                  <a:pt x="575209" y="82275"/>
                  <a:pt x="569678" y="84230"/>
                  <a:pt x="563121" y="84230"/>
                </a:cubicBezTo>
                <a:cubicBezTo>
                  <a:pt x="554905" y="84230"/>
                  <a:pt x="548300" y="81545"/>
                  <a:pt x="543307" y="76175"/>
                </a:cubicBezTo>
                <a:cubicBezTo>
                  <a:pt x="538313" y="70804"/>
                  <a:pt x="535817" y="63107"/>
                  <a:pt x="535817" y="53082"/>
                </a:cubicBezTo>
                <a:cubicBezTo>
                  <a:pt x="535817" y="46600"/>
                  <a:pt x="536891" y="40928"/>
                  <a:pt x="539039" y="36066"/>
                </a:cubicBezTo>
                <a:cubicBezTo>
                  <a:pt x="541187" y="31205"/>
                  <a:pt x="544456" y="27559"/>
                  <a:pt x="548847" y="25128"/>
                </a:cubicBezTo>
                <a:cubicBezTo>
                  <a:pt x="553237" y="22697"/>
                  <a:pt x="558014" y="21481"/>
                  <a:pt x="563177" y="21481"/>
                </a:cubicBezTo>
                <a:cubicBezTo>
                  <a:pt x="569697" y="21481"/>
                  <a:pt x="575030" y="23136"/>
                  <a:pt x="579175" y="26444"/>
                </a:cubicBezTo>
                <a:cubicBezTo>
                  <a:pt x="583321" y="29751"/>
                  <a:pt x="585978" y="34447"/>
                  <a:pt x="587146" y="40532"/>
                </a:cubicBezTo>
                <a:lnTo>
                  <a:pt x="577253" y="42059"/>
                </a:lnTo>
                <a:cubicBezTo>
                  <a:pt x="576311" y="38045"/>
                  <a:pt x="574643" y="35025"/>
                  <a:pt x="572250" y="33000"/>
                </a:cubicBezTo>
                <a:cubicBezTo>
                  <a:pt x="569857" y="30974"/>
                  <a:pt x="566965" y="29961"/>
                  <a:pt x="563573" y="29961"/>
                </a:cubicBezTo>
                <a:cubicBezTo>
                  <a:pt x="558448" y="29961"/>
                  <a:pt x="554283" y="31789"/>
                  <a:pt x="551080" y="35446"/>
                </a:cubicBezTo>
                <a:cubicBezTo>
                  <a:pt x="547876" y="39102"/>
                  <a:pt x="546275" y="44886"/>
                  <a:pt x="546275" y="52799"/>
                </a:cubicBezTo>
                <a:cubicBezTo>
                  <a:pt x="546275" y="60825"/>
                  <a:pt x="547820" y="66657"/>
                  <a:pt x="550910" y="70295"/>
                </a:cubicBezTo>
                <a:cubicBezTo>
                  <a:pt x="554000" y="73932"/>
                  <a:pt x="558033" y="75751"/>
                  <a:pt x="563008" y="75751"/>
                </a:cubicBezTo>
                <a:cubicBezTo>
                  <a:pt x="567002" y="75751"/>
                  <a:pt x="570338" y="74530"/>
                  <a:pt x="573013" y="72090"/>
                </a:cubicBezTo>
                <a:cubicBezTo>
                  <a:pt x="575689" y="69650"/>
                  <a:pt x="577385" y="65895"/>
                  <a:pt x="578101" y="60827"/>
                </a:cubicBezTo>
                <a:close/>
                <a:moveTo>
                  <a:pt x="593025" y="52856"/>
                </a:moveTo>
                <a:cubicBezTo>
                  <a:pt x="593025" y="41738"/>
                  <a:pt x="596115" y="33504"/>
                  <a:pt x="602296" y="28152"/>
                </a:cubicBezTo>
                <a:cubicBezTo>
                  <a:pt x="607459" y="23705"/>
                  <a:pt x="613753" y="21481"/>
                  <a:pt x="621177" y="21481"/>
                </a:cubicBezTo>
                <a:cubicBezTo>
                  <a:pt x="629430" y="21481"/>
                  <a:pt x="636176" y="24186"/>
                  <a:pt x="641415" y="29594"/>
                </a:cubicBezTo>
                <a:cubicBezTo>
                  <a:pt x="646653" y="35002"/>
                  <a:pt x="649272" y="42473"/>
                  <a:pt x="649272" y="52008"/>
                </a:cubicBezTo>
                <a:cubicBezTo>
                  <a:pt x="649272" y="59734"/>
                  <a:pt x="648114" y="65811"/>
                  <a:pt x="645796" y="70239"/>
                </a:cubicBezTo>
                <a:cubicBezTo>
                  <a:pt x="643478" y="74667"/>
                  <a:pt x="640105" y="78106"/>
                  <a:pt x="635677" y="80556"/>
                </a:cubicBezTo>
                <a:cubicBezTo>
                  <a:pt x="631249" y="83005"/>
                  <a:pt x="626415" y="84230"/>
                  <a:pt x="621177" y="84230"/>
                </a:cubicBezTo>
                <a:cubicBezTo>
                  <a:pt x="612773" y="84230"/>
                  <a:pt x="605980" y="81535"/>
                  <a:pt x="600798" y="76146"/>
                </a:cubicBezTo>
                <a:cubicBezTo>
                  <a:pt x="595616" y="70757"/>
                  <a:pt x="593025" y="62994"/>
                  <a:pt x="593025" y="52856"/>
                </a:cubicBezTo>
                <a:moveTo>
                  <a:pt x="603483" y="52828"/>
                </a:moveTo>
                <a:cubicBezTo>
                  <a:pt x="603483" y="60487"/>
                  <a:pt x="605160" y="66223"/>
                  <a:pt x="608514" y="70034"/>
                </a:cubicBezTo>
                <a:cubicBezTo>
                  <a:pt x="611868" y="73845"/>
                  <a:pt x="616089" y="75751"/>
                  <a:pt x="621177" y="75751"/>
                </a:cubicBezTo>
                <a:cubicBezTo>
                  <a:pt x="626227" y="75751"/>
                  <a:pt x="630429" y="73836"/>
                  <a:pt x="633783" y="70006"/>
                </a:cubicBezTo>
                <a:cubicBezTo>
                  <a:pt x="637137" y="66176"/>
                  <a:pt x="638814" y="60337"/>
                  <a:pt x="638814" y="52490"/>
                </a:cubicBezTo>
                <a:cubicBezTo>
                  <a:pt x="638814" y="45093"/>
                  <a:pt x="637128" y="39489"/>
                  <a:pt x="633755" y="35678"/>
                </a:cubicBezTo>
                <a:cubicBezTo>
                  <a:pt x="630382" y="31867"/>
                  <a:pt x="626189" y="29961"/>
                  <a:pt x="621177" y="29961"/>
                </a:cubicBezTo>
                <a:cubicBezTo>
                  <a:pt x="616089" y="29961"/>
                  <a:pt x="611868" y="31857"/>
                  <a:pt x="608514" y="35649"/>
                </a:cubicBezTo>
                <a:cubicBezTo>
                  <a:pt x="605160" y="39442"/>
                  <a:pt x="603483" y="45168"/>
                  <a:pt x="603483" y="52828"/>
                </a:cubicBezTo>
                <a:close/>
                <a:moveTo>
                  <a:pt x="661206" y="82873"/>
                </a:moveTo>
                <a:lnTo>
                  <a:pt x="661206" y="22838"/>
                </a:lnTo>
                <a:lnTo>
                  <a:pt x="670364" y="22838"/>
                </a:lnTo>
                <a:lnTo>
                  <a:pt x="670364" y="31318"/>
                </a:lnTo>
                <a:cubicBezTo>
                  <a:pt x="674773" y="24760"/>
                  <a:pt x="681142" y="21481"/>
                  <a:pt x="689471" y="21481"/>
                </a:cubicBezTo>
                <a:cubicBezTo>
                  <a:pt x="693089" y="21481"/>
                  <a:pt x="696415" y="22132"/>
                  <a:pt x="699449" y="23432"/>
                </a:cubicBezTo>
                <a:cubicBezTo>
                  <a:pt x="702483" y="24732"/>
                  <a:pt x="704753" y="26437"/>
                  <a:pt x="706261" y="28548"/>
                </a:cubicBezTo>
                <a:cubicBezTo>
                  <a:pt x="707768" y="30658"/>
                  <a:pt x="708823" y="33164"/>
                  <a:pt x="709426" y="36066"/>
                </a:cubicBezTo>
                <a:cubicBezTo>
                  <a:pt x="709803" y="37951"/>
                  <a:pt x="709992" y="41248"/>
                  <a:pt x="709992" y="45959"/>
                </a:cubicBezTo>
                <a:lnTo>
                  <a:pt x="709992" y="82873"/>
                </a:lnTo>
                <a:lnTo>
                  <a:pt x="699816" y="82873"/>
                </a:lnTo>
                <a:lnTo>
                  <a:pt x="699816" y="46316"/>
                </a:lnTo>
                <a:cubicBezTo>
                  <a:pt x="699816" y="42166"/>
                  <a:pt x="699421" y="39062"/>
                  <a:pt x="698629" y="37006"/>
                </a:cubicBezTo>
                <a:cubicBezTo>
                  <a:pt x="697838" y="34950"/>
                  <a:pt x="696434" y="33309"/>
                  <a:pt x="694418" y="32083"/>
                </a:cubicBezTo>
                <a:cubicBezTo>
                  <a:pt x="692401" y="30857"/>
                  <a:pt x="690037" y="30244"/>
                  <a:pt x="687323" y="30244"/>
                </a:cubicBezTo>
                <a:cubicBezTo>
                  <a:pt x="682989" y="30244"/>
                  <a:pt x="679249" y="31621"/>
                  <a:pt x="676102" y="34376"/>
                </a:cubicBezTo>
                <a:cubicBezTo>
                  <a:pt x="672955" y="37129"/>
                  <a:pt x="671382" y="42354"/>
                  <a:pt x="671382" y="50050"/>
                </a:cubicBezTo>
                <a:lnTo>
                  <a:pt x="671382" y="82873"/>
                </a:lnTo>
                <a:lnTo>
                  <a:pt x="661206" y="82873"/>
                </a:lnTo>
                <a:close/>
                <a:moveTo>
                  <a:pt x="747816" y="73885"/>
                </a:moveTo>
                <a:lnTo>
                  <a:pt x="749286" y="82873"/>
                </a:lnTo>
                <a:cubicBezTo>
                  <a:pt x="746422" y="83401"/>
                  <a:pt x="743859" y="83665"/>
                  <a:pt x="741598" y="83665"/>
                </a:cubicBezTo>
                <a:cubicBezTo>
                  <a:pt x="737904" y="83665"/>
                  <a:pt x="735040" y="83081"/>
                  <a:pt x="733005" y="81912"/>
                </a:cubicBezTo>
                <a:cubicBezTo>
                  <a:pt x="730970" y="80744"/>
                  <a:pt x="729538" y="79208"/>
                  <a:pt x="728709" y="77305"/>
                </a:cubicBezTo>
                <a:cubicBezTo>
                  <a:pt x="727880" y="75402"/>
                  <a:pt x="727465" y="71398"/>
                  <a:pt x="727465" y="65292"/>
                </a:cubicBezTo>
                <a:lnTo>
                  <a:pt x="727465" y="30752"/>
                </a:lnTo>
                <a:lnTo>
                  <a:pt x="720003" y="30752"/>
                </a:lnTo>
                <a:lnTo>
                  <a:pt x="720003" y="22838"/>
                </a:lnTo>
                <a:lnTo>
                  <a:pt x="727465" y="22838"/>
                </a:lnTo>
                <a:lnTo>
                  <a:pt x="727465" y="7930"/>
                </a:lnTo>
                <a:lnTo>
                  <a:pt x="737584" y="1809"/>
                </a:lnTo>
                <a:lnTo>
                  <a:pt x="737584" y="22838"/>
                </a:lnTo>
                <a:lnTo>
                  <a:pt x="747816" y="22838"/>
                </a:lnTo>
                <a:lnTo>
                  <a:pt x="747816" y="30752"/>
                </a:lnTo>
                <a:lnTo>
                  <a:pt x="737584" y="30752"/>
                </a:lnTo>
                <a:lnTo>
                  <a:pt x="737584" y="65858"/>
                </a:lnTo>
                <a:cubicBezTo>
                  <a:pt x="737584" y="68760"/>
                  <a:pt x="737763" y="70625"/>
                  <a:pt x="738121" y="71454"/>
                </a:cubicBezTo>
                <a:cubicBezTo>
                  <a:pt x="738479" y="72283"/>
                  <a:pt x="739063" y="72943"/>
                  <a:pt x="739874" y="73433"/>
                </a:cubicBezTo>
                <a:cubicBezTo>
                  <a:pt x="740684" y="73923"/>
                  <a:pt x="741843" y="74168"/>
                  <a:pt x="743350" y="74168"/>
                </a:cubicBezTo>
                <a:cubicBezTo>
                  <a:pt x="744481" y="74168"/>
                  <a:pt x="745969" y="74073"/>
                  <a:pt x="747816" y="73885"/>
                </a:cubicBezTo>
                <a:close/>
                <a:moveTo>
                  <a:pt x="798859" y="63540"/>
                </a:moveTo>
                <a:lnTo>
                  <a:pt x="809374" y="64840"/>
                </a:lnTo>
                <a:cubicBezTo>
                  <a:pt x="807716" y="70983"/>
                  <a:pt x="804644" y="75751"/>
                  <a:pt x="800159" y="79142"/>
                </a:cubicBezTo>
                <a:cubicBezTo>
                  <a:pt x="795675" y="82534"/>
                  <a:pt x="789946" y="84230"/>
                  <a:pt x="782974" y="84230"/>
                </a:cubicBezTo>
                <a:cubicBezTo>
                  <a:pt x="774193" y="84230"/>
                  <a:pt x="767230" y="81526"/>
                  <a:pt x="762086" y="76118"/>
                </a:cubicBezTo>
                <a:cubicBezTo>
                  <a:pt x="756942" y="70710"/>
                  <a:pt x="754370" y="63125"/>
                  <a:pt x="754370" y="53365"/>
                </a:cubicBezTo>
                <a:cubicBezTo>
                  <a:pt x="754370" y="43264"/>
                  <a:pt x="756970" y="35426"/>
                  <a:pt x="762171" y="29848"/>
                </a:cubicBezTo>
                <a:cubicBezTo>
                  <a:pt x="767372" y="24270"/>
                  <a:pt x="774118" y="21481"/>
                  <a:pt x="782409" y="21481"/>
                </a:cubicBezTo>
                <a:cubicBezTo>
                  <a:pt x="790436" y="21481"/>
                  <a:pt x="796994" y="24210"/>
                  <a:pt x="802081" y="29666"/>
                </a:cubicBezTo>
                <a:cubicBezTo>
                  <a:pt x="807169" y="35121"/>
                  <a:pt x="809713" y="42796"/>
                  <a:pt x="809713" y="52692"/>
                </a:cubicBezTo>
                <a:cubicBezTo>
                  <a:pt x="809713" y="53293"/>
                  <a:pt x="809694" y="54196"/>
                  <a:pt x="809656" y="55400"/>
                </a:cubicBezTo>
                <a:lnTo>
                  <a:pt x="764884" y="55400"/>
                </a:lnTo>
                <a:cubicBezTo>
                  <a:pt x="765261" y="61976"/>
                  <a:pt x="767127" y="67012"/>
                  <a:pt x="770481" y="70507"/>
                </a:cubicBezTo>
                <a:cubicBezTo>
                  <a:pt x="773835" y="74003"/>
                  <a:pt x="778018" y="75751"/>
                  <a:pt x="783031" y="75751"/>
                </a:cubicBezTo>
                <a:cubicBezTo>
                  <a:pt x="786762" y="75751"/>
                  <a:pt x="789946" y="74780"/>
                  <a:pt x="792584" y="72839"/>
                </a:cubicBezTo>
                <a:cubicBezTo>
                  <a:pt x="795222" y="70897"/>
                  <a:pt x="797314" y="67797"/>
                  <a:pt x="798859" y="63540"/>
                </a:cubicBezTo>
                <a:moveTo>
                  <a:pt x="765450" y="46920"/>
                </a:moveTo>
                <a:lnTo>
                  <a:pt x="798972" y="46920"/>
                </a:lnTo>
                <a:cubicBezTo>
                  <a:pt x="798520" y="41953"/>
                  <a:pt x="797239" y="38227"/>
                  <a:pt x="795128" y="35743"/>
                </a:cubicBezTo>
                <a:cubicBezTo>
                  <a:pt x="791887" y="31888"/>
                  <a:pt x="787685" y="29961"/>
                  <a:pt x="782522" y="29961"/>
                </a:cubicBezTo>
                <a:cubicBezTo>
                  <a:pt x="777849" y="29961"/>
                  <a:pt x="773920" y="31500"/>
                  <a:pt x="770735" y="34577"/>
                </a:cubicBezTo>
                <a:cubicBezTo>
                  <a:pt x="767551" y="37653"/>
                  <a:pt x="765789" y="41768"/>
                  <a:pt x="765450" y="46920"/>
                </a:cubicBezTo>
                <a:close/>
                <a:moveTo>
                  <a:pt x="815372" y="82873"/>
                </a:moveTo>
                <a:lnTo>
                  <a:pt x="837305" y="51669"/>
                </a:lnTo>
                <a:lnTo>
                  <a:pt x="817011" y="22838"/>
                </a:lnTo>
                <a:lnTo>
                  <a:pt x="829730" y="22838"/>
                </a:lnTo>
                <a:lnTo>
                  <a:pt x="838945" y="36914"/>
                </a:lnTo>
                <a:cubicBezTo>
                  <a:pt x="840678" y="39590"/>
                  <a:pt x="842073" y="41832"/>
                  <a:pt x="843128" y="43641"/>
                </a:cubicBezTo>
                <a:cubicBezTo>
                  <a:pt x="844786" y="41154"/>
                  <a:pt x="846312" y="38949"/>
                  <a:pt x="847707" y="37027"/>
                </a:cubicBezTo>
                <a:lnTo>
                  <a:pt x="857826" y="22838"/>
                </a:lnTo>
                <a:lnTo>
                  <a:pt x="869980" y="22838"/>
                </a:lnTo>
                <a:lnTo>
                  <a:pt x="849233" y="51103"/>
                </a:lnTo>
                <a:lnTo>
                  <a:pt x="871563" y="82873"/>
                </a:lnTo>
                <a:lnTo>
                  <a:pt x="859069" y="82873"/>
                </a:lnTo>
                <a:lnTo>
                  <a:pt x="846746" y="64218"/>
                </a:lnTo>
                <a:lnTo>
                  <a:pt x="843467" y="59187"/>
                </a:lnTo>
                <a:lnTo>
                  <a:pt x="827695" y="82873"/>
                </a:lnTo>
                <a:lnTo>
                  <a:pt x="815372" y="82873"/>
                </a:lnTo>
                <a:close/>
                <a:moveTo>
                  <a:pt x="902258" y="73885"/>
                </a:moveTo>
                <a:lnTo>
                  <a:pt x="903728" y="82873"/>
                </a:lnTo>
                <a:cubicBezTo>
                  <a:pt x="900864" y="83401"/>
                  <a:pt x="898301" y="83665"/>
                  <a:pt x="896040" y="83665"/>
                </a:cubicBezTo>
                <a:cubicBezTo>
                  <a:pt x="892347" y="83665"/>
                  <a:pt x="889482" y="83081"/>
                  <a:pt x="887447" y="81912"/>
                </a:cubicBezTo>
                <a:cubicBezTo>
                  <a:pt x="885412" y="80744"/>
                  <a:pt x="883980" y="79208"/>
                  <a:pt x="883151" y="77305"/>
                </a:cubicBezTo>
                <a:cubicBezTo>
                  <a:pt x="882322" y="75402"/>
                  <a:pt x="881907" y="71398"/>
                  <a:pt x="881907" y="65292"/>
                </a:cubicBezTo>
                <a:lnTo>
                  <a:pt x="881907" y="30752"/>
                </a:lnTo>
                <a:lnTo>
                  <a:pt x="874445" y="30752"/>
                </a:lnTo>
                <a:lnTo>
                  <a:pt x="874445" y="22838"/>
                </a:lnTo>
                <a:lnTo>
                  <a:pt x="881907" y="22838"/>
                </a:lnTo>
                <a:lnTo>
                  <a:pt x="881907" y="7930"/>
                </a:lnTo>
                <a:lnTo>
                  <a:pt x="892026" y="1809"/>
                </a:lnTo>
                <a:lnTo>
                  <a:pt x="892026" y="22838"/>
                </a:lnTo>
                <a:lnTo>
                  <a:pt x="902258" y="22838"/>
                </a:lnTo>
                <a:lnTo>
                  <a:pt x="902258" y="30752"/>
                </a:lnTo>
                <a:lnTo>
                  <a:pt x="892026" y="30752"/>
                </a:lnTo>
                <a:lnTo>
                  <a:pt x="892026" y="65858"/>
                </a:lnTo>
                <a:cubicBezTo>
                  <a:pt x="892026" y="68760"/>
                  <a:pt x="892205" y="70625"/>
                  <a:pt x="892563" y="71454"/>
                </a:cubicBezTo>
                <a:cubicBezTo>
                  <a:pt x="892921" y="72283"/>
                  <a:pt x="893505" y="72943"/>
                  <a:pt x="894316" y="73433"/>
                </a:cubicBezTo>
                <a:cubicBezTo>
                  <a:pt x="895126" y="73923"/>
                  <a:pt x="896285" y="74168"/>
                  <a:pt x="897792" y="74168"/>
                </a:cubicBezTo>
                <a:cubicBezTo>
                  <a:pt x="898923" y="74168"/>
                  <a:pt x="900412" y="74073"/>
                  <a:pt x="902258" y="73885"/>
                </a:cubicBezTo>
                <a:close/>
                <a:moveTo>
                  <a:pt x="951549" y="82873"/>
                </a:moveTo>
                <a:lnTo>
                  <a:pt x="951549" y="74055"/>
                </a:lnTo>
                <a:cubicBezTo>
                  <a:pt x="946876" y="80838"/>
                  <a:pt x="940525" y="84230"/>
                  <a:pt x="932498" y="84230"/>
                </a:cubicBezTo>
                <a:cubicBezTo>
                  <a:pt x="928956" y="84230"/>
                  <a:pt x="925649" y="83552"/>
                  <a:pt x="922577" y="82195"/>
                </a:cubicBezTo>
                <a:cubicBezTo>
                  <a:pt x="919506" y="80838"/>
                  <a:pt x="917226" y="79133"/>
                  <a:pt x="915737" y="77079"/>
                </a:cubicBezTo>
                <a:cubicBezTo>
                  <a:pt x="914248" y="75025"/>
                  <a:pt x="913203" y="72509"/>
                  <a:pt x="912600" y="69532"/>
                </a:cubicBezTo>
                <a:cubicBezTo>
                  <a:pt x="912185" y="67535"/>
                  <a:pt x="911978" y="64369"/>
                  <a:pt x="911978" y="60035"/>
                </a:cubicBezTo>
                <a:lnTo>
                  <a:pt x="911978" y="22838"/>
                </a:lnTo>
                <a:lnTo>
                  <a:pt x="922153" y="22838"/>
                </a:lnTo>
                <a:lnTo>
                  <a:pt x="922153" y="56135"/>
                </a:lnTo>
                <a:cubicBezTo>
                  <a:pt x="922153" y="61448"/>
                  <a:pt x="922360" y="65029"/>
                  <a:pt x="922775" y="66875"/>
                </a:cubicBezTo>
                <a:cubicBezTo>
                  <a:pt x="923416" y="69551"/>
                  <a:pt x="924772" y="71652"/>
                  <a:pt x="926845" y="73178"/>
                </a:cubicBezTo>
                <a:cubicBezTo>
                  <a:pt x="928918" y="74705"/>
                  <a:pt x="931481" y="75468"/>
                  <a:pt x="934533" y="75468"/>
                </a:cubicBezTo>
                <a:cubicBezTo>
                  <a:pt x="937586" y="75468"/>
                  <a:pt x="940450" y="74686"/>
                  <a:pt x="943126" y="73122"/>
                </a:cubicBezTo>
                <a:cubicBezTo>
                  <a:pt x="945802" y="71558"/>
                  <a:pt x="947695" y="69429"/>
                  <a:pt x="948807" y="66734"/>
                </a:cubicBezTo>
                <a:cubicBezTo>
                  <a:pt x="949919" y="64039"/>
                  <a:pt x="950475" y="60129"/>
                  <a:pt x="950475" y="55004"/>
                </a:cubicBezTo>
                <a:lnTo>
                  <a:pt x="950475" y="22838"/>
                </a:lnTo>
                <a:lnTo>
                  <a:pt x="960650" y="22838"/>
                </a:lnTo>
                <a:lnTo>
                  <a:pt x="960650" y="82873"/>
                </a:lnTo>
                <a:lnTo>
                  <a:pt x="951549" y="82873"/>
                </a:lnTo>
                <a:close/>
                <a:moveTo>
                  <a:pt x="1015773" y="75461"/>
                </a:moveTo>
                <a:cubicBezTo>
                  <a:pt x="1012004" y="78667"/>
                  <a:pt x="1008377" y="80930"/>
                  <a:pt x="1004891" y="82250"/>
                </a:cubicBezTo>
                <a:cubicBezTo>
                  <a:pt x="1001405" y="83570"/>
                  <a:pt x="997665" y="84230"/>
                  <a:pt x="993670" y="84230"/>
                </a:cubicBezTo>
                <a:cubicBezTo>
                  <a:pt x="987075" y="84230"/>
                  <a:pt x="982006" y="82618"/>
                  <a:pt x="978463" y="79393"/>
                </a:cubicBezTo>
                <a:cubicBezTo>
                  <a:pt x="974921" y="76169"/>
                  <a:pt x="973149" y="72048"/>
                  <a:pt x="973149" y="67033"/>
                </a:cubicBezTo>
                <a:cubicBezTo>
                  <a:pt x="973149" y="64092"/>
                  <a:pt x="973818" y="61405"/>
                  <a:pt x="975156" y="58973"/>
                </a:cubicBezTo>
                <a:cubicBezTo>
                  <a:pt x="976494" y="56540"/>
                  <a:pt x="978246" y="54588"/>
                  <a:pt x="980413" y="53117"/>
                </a:cubicBezTo>
                <a:cubicBezTo>
                  <a:pt x="982580" y="51646"/>
                  <a:pt x="985021" y="50534"/>
                  <a:pt x="987734" y="49780"/>
                </a:cubicBezTo>
                <a:cubicBezTo>
                  <a:pt x="989731" y="49251"/>
                  <a:pt x="992746" y="48742"/>
                  <a:pt x="996779" y="48252"/>
                </a:cubicBezTo>
                <a:cubicBezTo>
                  <a:pt x="1004995" y="47279"/>
                  <a:pt x="1011043" y="46119"/>
                  <a:pt x="1014925" y="44772"/>
                </a:cubicBezTo>
                <a:cubicBezTo>
                  <a:pt x="1014963" y="43383"/>
                  <a:pt x="1014982" y="42501"/>
                  <a:pt x="1014982" y="42126"/>
                </a:cubicBezTo>
                <a:cubicBezTo>
                  <a:pt x="1014982" y="37995"/>
                  <a:pt x="1014021" y="35086"/>
                  <a:pt x="1012099" y="33397"/>
                </a:cubicBezTo>
                <a:cubicBezTo>
                  <a:pt x="1009498" y="31106"/>
                  <a:pt x="1005635" y="29961"/>
                  <a:pt x="1000510" y="29961"/>
                </a:cubicBezTo>
                <a:cubicBezTo>
                  <a:pt x="995724" y="29961"/>
                  <a:pt x="992191" y="30800"/>
                  <a:pt x="989910" y="32477"/>
                </a:cubicBezTo>
                <a:cubicBezTo>
                  <a:pt x="987630" y="34154"/>
                  <a:pt x="985944" y="37122"/>
                  <a:pt x="984851" y="41380"/>
                </a:cubicBezTo>
                <a:lnTo>
                  <a:pt x="974902" y="40023"/>
                </a:lnTo>
                <a:cubicBezTo>
                  <a:pt x="975806" y="35752"/>
                  <a:pt x="977295" y="32302"/>
                  <a:pt x="979368" y="29675"/>
                </a:cubicBezTo>
                <a:cubicBezTo>
                  <a:pt x="981440" y="27047"/>
                  <a:pt x="984436" y="25025"/>
                  <a:pt x="988356" y="23608"/>
                </a:cubicBezTo>
                <a:cubicBezTo>
                  <a:pt x="992275" y="22190"/>
                  <a:pt x="996817" y="21481"/>
                  <a:pt x="1001980" y="21481"/>
                </a:cubicBezTo>
                <a:cubicBezTo>
                  <a:pt x="1007105" y="21481"/>
                  <a:pt x="1011269" y="22084"/>
                  <a:pt x="1014473" y="23290"/>
                </a:cubicBezTo>
                <a:cubicBezTo>
                  <a:pt x="1017676" y="24496"/>
                  <a:pt x="1020032" y="26013"/>
                  <a:pt x="1021539" y="27841"/>
                </a:cubicBezTo>
                <a:cubicBezTo>
                  <a:pt x="1023047" y="29669"/>
                  <a:pt x="1024102" y="31977"/>
                  <a:pt x="1024705" y="34766"/>
                </a:cubicBezTo>
                <a:cubicBezTo>
                  <a:pt x="1025044" y="36500"/>
                  <a:pt x="1025214" y="39628"/>
                  <a:pt x="1025214" y="44150"/>
                </a:cubicBezTo>
                <a:lnTo>
                  <a:pt x="1025214" y="57717"/>
                </a:lnTo>
                <a:cubicBezTo>
                  <a:pt x="1025214" y="67177"/>
                  <a:pt x="1025430" y="73160"/>
                  <a:pt x="1025864" y="75666"/>
                </a:cubicBezTo>
                <a:cubicBezTo>
                  <a:pt x="1026297" y="78172"/>
                  <a:pt x="1027154" y="80574"/>
                  <a:pt x="1028436" y="82873"/>
                </a:cubicBezTo>
                <a:lnTo>
                  <a:pt x="1017808" y="82873"/>
                </a:lnTo>
                <a:cubicBezTo>
                  <a:pt x="1016753" y="80761"/>
                  <a:pt x="1016075" y="78290"/>
                  <a:pt x="1015773" y="75461"/>
                </a:cubicBezTo>
                <a:moveTo>
                  <a:pt x="1014925" y="52686"/>
                </a:moveTo>
                <a:cubicBezTo>
                  <a:pt x="1011232" y="54207"/>
                  <a:pt x="1005692" y="55499"/>
                  <a:pt x="998305" y="56562"/>
                </a:cubicBezTo>
                <a:cubicBezTo>
                  <a:pt x="994122" y="57167"/>
                  <a:pt x="991164" y="57849"/>
                  <a:pt x="989430" y="58606"/>
                </a:cubicBezTo>
                <a:cubicBezTo>
                  <a:pt x="987696" y="59362"/>
                  <a:pt x="986358" y="60469"/>
                  <a:pt x="985416" y="61927"/>
                </a:cubicBezTo>
                <a:cubicBezTo>
                  <a:pt x="984474" y="63384"/>
                  <a:pt x="984003" y="65002"/>
                  <a:pt x="984003" y="66780"/>
                </a:cubicBezTo>
                <a:cubicBezTo>
                  <a:pt x="984003" y="69504"/>
                  <a:pt x="985030" y="71775"/>
                  <a:pt x="987084" y="73592"/>
                </a:cubicBezTo>
                <a:cubicBezTo>
                  <a:pt x="989138" y="75408"/>
                  <a:pt x="992143" y="76316"/>
                  <a:pt x="996101" y="76316"/>
                </a:cubicBezTo>
                <a:cubicBezTo>
                  <a:pt x="1000020" y="76316"/>
                  <a:pt x="1003506" y="75454"/>
                  <a:pt x="1006559" y="73731"/>
                </a:cubicBezTo>
                <a:cubicBezTo>
                  <a:pt x="1009611" y="72008"/>
                  <a:pt x="1011854" y="69651"/>
                  <a:pt x="1013286" y="66660"/>
                </a:cubicBezTo>
                <a:cubicBezTo>
                  <a:pt x="1014379" y="64349"/>
                  <a:pt x="1014925" y="60941"/>
                  <a:pt x="1014925" y="56435"/>
                </a:cubicBezTo>
                <a:lnTo>
                  <a:pt x="1014925" y="52686"/>
                </a:lnTo>
                <a:close/>
                <a:moveTo>
                  <a:pt x="1040765" y="82873"/>
                </a:moveTo>
                <a:lnTo>
                  <a:pt x="1040765" y="0"/>
                </a:lnTo>
                <a:lnTo>
                  <a:pt x="1050941" y="0"/>
                </a:lnTo>
                <a:lnTo>
                  <a:pt x="1050941" y="82873"/>
                </a:lnTo>
                <a:lnTo>
                  <a:pt x="1040765" y="82873"/>
                </a:lnTo>
                <a:close/>
                <a:moveTo>
                  <a:pt x="1066773" y="11758"/>
                </a:moveTo>
                <a:lnTo>
                  <a:pt x="1066773" y="0"/>
                </a:lnTo>
                <a:lnTo>
                  <a:pt x="1076948" y="0"/>
                </a:lnTo>
                <a:lnTo>
                  <a:pt x="1076948" y="11758"/>
                </a:lnTo>
                <a:lnTo>
                  <a:pt x="1066773" y="11758"/>
                </a:lnTo>
                <a:moveTo>
                  <a:pt x="1066773" y="82873"/>
                </a:moveTo>
                <a:lnTo>
                  <a:pt x="1066773" y="22838"/>
                </a:lnTo>
                <a:lnTo>
                  <a:pt x="1076948" y="22838"/>
                </a:lnTo>
                <a:lnTo>
                  <a:pt x="1076948" y="82873"/>
                </a:lnTo>
                <a:lnTo>
                  <a:pt x="1066773" y="82873"/>
                </a:lnTo>
                <a:close/>
                <a:moveTo>
                  <a:pt x="1087071" y="82873"/>
                </a:moveTo>
                <a:lnTo>
                  <a:pt x="1087071" y="74620"/>
                </a:lnTo>
                <a:lnTo>
                  <a:pt x="1125285" y="30752"/>
                </a:lnTo>
                <a:cubicBezTo>
                  <a:pt x="1120951" y="30979"/>
                  <a:pt x="1117126" y="31092"/>
                  <a:pt x="1113810" y="31092"/>
                </a:cubicBezTo>
                <a:lnTo>
                  <a:pt x="1089332" y="31092"/>
                </a:lnTo>
                <a:lnTo>
                  <a:pt x="1089332" y="22838"/>
                </a:lnTo>
                <a:lnTo>
                  <a:pt x="1138400" y="22838"/>
                </a:lnTo>
                <a:lnTo>
                  <a:pt x="1138400" y="29565"/>
                </a:lnTo>
                <a:lnTo>
                  <a:pt x="1105895" y="67667"/>
                </a:lnTo>
                <a:lnTo>
                  <a:pt x="1099621" y="74620"/>
                </a:lnTo>
                <a:cubicBezTo>
                  <a:pt x="1104181" y="74281"/>
                  <a:pt x="1108458" y="74111"/>
                  <a:pt x="1112453" y="74111"/>
                </a:cubicBezTo>
                <a:lnTo>
                  <a:pt x="1140209" y="74111"/>
                </a:lnTo>
                <a:lnTo>
                  <a:pt x="1140209" y="82873"/>
                </a:lnTo>
                <a:lnTo>
                  <a:pt x="1087071" y="82873"/>
                </a:lnTo>
                <a:close/>
                <a:moveTo>
                  <a:pt x="1191425" y="63540"/>
                </a:moveTo>
                <a:lnTo>
                  <a:pt x="1201940" y="64840"/>
                </a:lnTo>
                <a:cubicBezTo>
                  <a:pt x="1200282" y="70983"/>
                  <a:pt x="1197210" y="75751"/>
                  <a:pt x="1192726" y="79142"/>
                </a:cubicBezTo>
                <a:cubicBezTo>
                  <a:pt x="1188241" y="82534"/>
                  <a:pt x="1182512" y="84230"/>
                  <a:pt x="1175540" y="84230"/>
                </a:cubicBezTo>
                <a:cubicBezTo>
                  <a:pt x="1166759" y="84230"/>
                  <a:pt x="1159797" y="81526"/>
                  <a:pt x="1154652" y="76118"/>
                </a:cubicBezTo>
                <a:cubicBezTo>
                  <a:pt x="1149508" y="70710"/>
                  <a:pt x="1146936" y="63125"/>
                  <a:pt x="1146936" y="53365"/>
                </a:cubicBezTo>
                <a:cubicBezTo>
                  <a:pt x="1146936" y="43264"/>
                  <a:pt x="1149536" y="35426"/>
                  <a:pt x="1154737" y="29848"/>
                </a:cubicBezTo>
                <a:cubicBezTo>
                  <a:pt x="1159938" y="24270"/>
                  <a:pt x="1166684" y="21481"/>
                  <a:pt x="1174975" y="21481"/>
                </a:cubicBezTo>
                <a:cubicBezTo>
                  <a:pt x="1183002" y="21481"/>
                  <a:pt x="1189560" y="24210"/>
                  <a:pt x="1194648" y="29666"/>
                </a:cubicBezTo>
                <a:cubicBezTo>
                  <a:pt x="1199735" y="35121"/>
                  <a:pt x="1202279" y="42796"/>
                  <a:pt x="1202279" y="52692"/>
                </a:cubicBezTo>
                <a:cubicBezTo>
                  <a:pt x="1202279" y="53293"/>
                  <a:pt x="1202260" y="54196"/>
                  <a:pt x="1202223" y="55400"/>
                </a:cubicBezTo>
                <a:lnTo>
                  <a:pt x="1157451" y="55400"/>
                </a:lnTo>
                <a:cubicBezTo>
                  <a:pt x="1157828" y="61976"/>
                  <a:pt x="1159693" y="67012"/>
                  <a:pt x="1163047" y="70507"/>
                </a:cubicBezTo>
                <a:cubicBezTo>
                  <a:pt x="1166401" y="74003"/>
                  <a:pt x="1170585" y="75751"/>
                  <a:pt x="1175597" y="75751"/>
                </a:cubicBezTo>
                <a:cubicBezTo>
                  <a:pt x="1179328" y="75751"/>
                  <a:pt x="1182512" y="74780"/>
                  <a:pt x="1185151" y="72839"/>
                </a:cubicBezTo>
                <a:cubicBezTo>
                  <a:pt x="1187789" y="70897"/>
                  <a:pt x="1189880" y="67797"/>
                  <a:pt x="1191425" y="63540"/>
                </a:cubicBezTo>
                <a:moveTo>
                  <a:pt x="1158016" y="46920"/>
                </a:moveTo>
                <a:lnTo>
                  <a:pt x="1191538" y="46920"/>
                </a:lnTo>
                <a:cubicBezTo>
                  <a:pt x="1191086" y="41953"/>
                  <a:pt x="1189805" y="38227"/>
                  <a:pt x="1187694" y="35743"/>
                </a:cubicBezTo>
                <a:cubicBezTo>
                  <a:pt x="1184453" y="31888"/>
                  <a:pt x="1180251" y="29961"/>
                  <a:pt x="1175088" y="29961"/>
                </a:cubicBezTo>
                <a:cubicBezTo>
                  <a:pt x="1170415" y="29961"/>
                  <a:pt x="1166486" y="31500"/>
                  <a:pt x="1163302" y="34577"/>
                </a:cubicBezTo>
                <a:cubicBezTo>
                  <a:pt x="1160117" y="37653"/>
                  <a:pt x="1158355" y="41768"/>
                  <a:pt x="1158016" y="46920"/>
                </a:cubicBezTo>
                <a:close/>
                <a:moveTo>
                  <a:pt x="1210651" y="64897"/>
                </a:moveTo>
                <a:lnTo>
                  <a:pt x="1220714" y="63314"/>
                </a:lnTo>
                <a:cubicBezTo>
                  <a:pt x="1221279" y="67329"/>
                  <a:pt x="1222853" y="70405"/>
                  <a:pt x="1225434" y="72544"/>
                </a:cubicBezTo>
                <a:cubicBezTo>
                  <a:pt x="1228016" y="74682"/>
                  <a:pt x="1231624" y="75751"/>
                  <a:pt x="1236260" y="75751"/>
                </a:cubicBezTo>
                <a:cubicBezTo>
                  <a:pt x="1240933" y="75751"/>
                  <a:pt x="1244400" y="74807"/>
                  <a:pt x="1246661" y="72919"/>
                </a:cubicBezTo>
                <a:cubicBezTo>
                  <a:pt x="1248922" y="71030"/>
                  <a:pt x="1250053" y="68814"/>
                  <a:pt x="1250053" y="66273"/>
                </a:cubicBezTo>
                <a:cubicBezTo>
                  <a:pt x="1250053" y="63992"/>
                  <a:pt x="1249054" y="62197"/>
                  <a:pt x="1247057" y="60888"/>
                </a:cubicBezTo>
                <a:cubicBezTo>
                  <a:pt x="1245663" y="59991"/>
                  <a:pt x="1242195" y="58850"/>
                  <a:pt x="1236655" y="57467"/>
                </a:cubicBezTo>
                <a:cubicBezTo>
                  <a:pt x="1229193" y="55581"/>
                  <a:pt x="1224021" y="53950"/>
                  <a:pt x="1221138" y="52573"/>
                </a:cubicBezTo>
                <a:cubicBezTo>
                  <a:pt x="1218255" y="51196"/>
                  <a:pt x="1216069" y="49291"/>
                  <a:pt x="1214580" y="46858"/>
                </a:cubicBezTo>
                <a:cubicBezTo>
                  <a:pt x="1213092" y="44425"/>
                  <a:pt x="1212347" y="41738"/>
                  <a:pt x="1212347" y="38796"/>
                </a:cubicBezTo>
                <a:cubicBezTo>
                  <a:pt x="1212347" y="36118"/>
                  <a:pt x="1212960" y="33637"/>
                  <a:pt x="1214185" y="31355"/>
                </a:cubicBezTo>
                <a:cubicBezTo>
                  <a:pt x="1215409" y="29072"/>
                  <a:pt x="1217077" y="27177"/>
                  <a:pt x="1219188" y="25668"/>
                </a:cubicBezTo>
                <a:cubicBezTo>
                  <a:pt x="1220770" y="24499"/>
                  <a:pt x="1222928" y="23509"/>
                  <a:pt x="1225660" y="22699"/>
                </a:cubicBezTo>
                <a:cubicBezTo>
                  <a:pt x="1228393" y="21887"/>
                  <a:pt x="1231323" y="21481"/>
                  <a:pt x="1234451" y="21481"/>
                </a:cubicBezTo>
                <a:cubicBezTo>
                  <a:pt x="1239162" y="21481"/>
                  <a:pt x="1243298" y="22165"/>
                  <a:pt x="1246859" y="23531"/>
                </a:cubicBezTo>
                <a:cubicBezTo>
                  <a:pt x="1250420" y="24896"/>
                  <a:pt x="1253049" y="26745"/>
                  <a:pt x="1254745" y="29080"/>
                </a:cubicBezTo>
                <a:cubicBezTo>
                  <a:pt x="1256441" y="31413"/>
                  <a:pt x="1257609" y="34533"/>
                  <a:pt x="1258250" y="38441"/>
                </a:cubicBezTo>
                <a:lnTo>
                  <a:pt x="1248301" y="39797"/>
                </a:lnTo>
                <a:cubicBezTo>
                  <a:pt x="1247848" y="36707"/>
                  <a:pt x="1246539" y="34295"/>
                  <a:pt x="1244372" y="32561"/>
                </a:cubicBezTo>
                <a:cubicBezTo>
                  <a:pt x="1242205" y="30828"/>
                  <a:pt x="1239143" y="29961"/>
                  <a:pt x="1235186" y="29961"/>
                </a:cubicBezTo>
                <a:cubicBezTo>
                  <a:pt x="1230512" y="29961"/>
                  <a:pt x="1227177" y="30730"/>
                  <a:pt x="1225180" y="32268"/>
                </a:cubicBezTo>
                <a:cubicBezTo>
                  <a:pt x="1223182" y="33805"/>
                  <a:pt x="1222184" y="35605"/>
                  <a:pt x="1222184" y="37669"/>
                </a:cubicBezTo>
                <a:cubicBezTo>
                  <a:pt x="1222184" y="38981"/>
                  <a:pt x="1222598" y="40162"/>
                  <a:pt x="1223427" y="41212"/>
                </a:cubicBezTo>
                <a:cubicBezTo>
                  <a:pt x="1224256" y="42299"/>
                  <a:pt x="1225557" y="43199"/>
                  <a:pt x="1227328" y="43912"/>
                </a:cubicBezTo>
                <a:cubicBezTo>
                  <a:pt x="1228345" y="44287"/>
                  <a:pt x="1231342" y="45150"/>
                  <a:pt x="1236316" y="46500"/>
                </a:cubicBezTo>
                <a:cubicBezTo>
                  <a:pt x="1243514" y="48421"/>
                  <a:pt x="1248536" y="49993"/>
                  <a:pt x="1251381" y="51216"/>
                </a:cubicBezTo>
                <a:cubicBezTo>
                  <a:pt x="1254227" y="52440"/>
                  <a:pt x="1256460" y="54220"/>
                  <a:pt x="1258080" y="56555"/>
                </a:cubicBezTo>
                <a:cubicBezTo>
                  <a:pt x="1259701" y="58889"/>
                  <a:pt x="1260511" y="61788"/>
                  <a:pt x="1260511" y="65252"/>
                </a:cubicBezTo>
                <a:cubicBezTo>
                  <a:pt x="1260511" y="68641"/>
                  <a:pt x="1259522" y="71833"/>
                  <a:pt x="1257543" y="74827"/>
                </a:cubicBezTo>
                <a:cubicBezTo>
                  <a:pt x="1255565" y="77819"/>
                  <a:pt x="1252710" y="80135"/>
                  <a:pt x="1248979" y="81773"/>
                </a:cubicBezTo>
                <a:cubicBezTo>
                  <a:pt x="1245248" y="83411"/>
                  <a:pt x="1241027" y="84230"/>
                  <a:pt x="1236316" y="84230"/>
                </a:cubicBezTo>
                <a:cubicBezTo>
                  <a:pt x="1228515" y="84230"/>
                  <a:pt x="1222570" y="82605"/>
                  <a:pt x="1218481" y="79354"/>
                </a:cubicBezTo>
                <a:cubicBezTo>
                  <a:pt x="1214392" y="76104"/>
                  <a:pt x="1211782" y="71285"/>
                  <a:pt x="1210651" y="64897"/>
                </a:cubicBezTo>
                <a:close/>
                <a:moveTo>
                  <a:pt x="1304771" y="82873"/>
                </a:moveTo>
                <a:lnTo>
                  <a:pt x="1304771" y="22838"/>
                </a:lnTo>
                <a:lnTo>
                  <a:pt x="1313872" y="22838"/>
                </a:lnTo>
                <a:lnTo>
                  <a:pt x="1313872" y="31205"/>
                </a:lnTo>
                <a:cubicBezTo>
                  <a:pt x="1315756" y="28282"/>
                  <a:pt x="1318262" y="25930"/>
                  <a:pt x="1321390" y="24151"/>
                </a:cubicBezTo>
                <a:cubicBezTo>
                  <a:pt x="1324518" y="22371"/>
                  <a:pt x="1328080" y="21481"/>
                  <a:pt x="1332075" y="21481"/>
                </a:cubicBezTo>
                <a:cubicBezTo>
                  <a:pt x="1336522" y="21481"/>
                  <a:pt x="1340168" y="22400"/>
                  <a:pt x="1343013" y="24237"/>
                </a:cubicBezTo>
                <a:cubicBezTo>
                  <a:pt x="1345859" y="26073"/>
                  <a:pt x="1347865" y="28641"/>
                  <a:pt x="1349034" y="31940"/>
                </a:cubicBezTo>
                <a:cubicBezTo>
                  <a:pt x="1353782" y="24968"/>
                  <a:pt x="1359963" y="21481"/>
                  <a:pt x="1367576" y="21481"/>
                </a:cubicBezTo>
                <a:cubicBezTo>
                  <a:pt x="1373530" y="21481"/>
                  <a:pt x="1378109" y="23130"/>
                  <a:pt x="1381313" y="26428"/>
                </a:cubicBezTo>
                <a:cubicBezTo>
                  <a:pt x="1384516" y="29725"/>
                  <a:pt x="1386118" y="34804"/>
                  <a:pt x="1386118" y="41663"/>
                </a:cubicBezTo>
                <a:lnTo>
                  <a:pt x="1386118" y="82873"/>
                </a:lnTo>
                <a:lnTo>
                  <a:pt x="1375999" y="82873"/>
                </a:lnTo>
                <a:lnTo>
                  <a:pt x="1375999" y="45014"/>
                </a:lnTo>
                <a:cubicBezTo>
                  <a:pt x="1375999" y="40939"/>
                  <a:pt x="1375669" y="38006"/>
                  <a:pt x="1375009" y="36215"/>
                </a:cubicBezTo>
                <a:cubicBezTo>
                  <a:pt x="1374350" y="34422"/>
                  <a:pt x="1373153" y="32979"/>
                  <a:pt x="1371420" y="31885"/>
                </a:cubicBezTo>
                <a:cubicBezTo>
                  <a:pt x="1369686" y="30791"/>
                  <a:pt x="1367651" y="30244"/>
                  <a:pt x="1365315" y="30244"/>
                </a:cubicBezTo>
                <a:cubicBezTo>
                  <a:pt x="1361094" y="30244"/>
                  <a:pt x="1357589" y="31649"/>
                  <a:pt x="1354800" y="34460"/>
                </a:cubicBezTo>
                <a:cubicBezTo>
                  <a:pt x="1352011" y="37271"/>
                  <a:pt x="1350617" y="41769"/>
                  <a:pt x="1350617" y="47957"/>
                </a:cubicBezTo>
                <a:lnTo>
                  <a:pt x="1350617" y="82873"/>
                </a:lnTo>
                <a:lnTo>
                  <a:pt x="1340441" y="82873"/>
                </a:lnTo>
                <a:lnTo>
                  <a:pt x="1340441" y="43825"/>
                </a:lnTo>
                <a:cubicBezTo>
                  <a:pt x="1340441" y="39298"/>
                  <a:pt x="1339612" y="35903"/>
                  <a:pt x="1337954" y="33639"/>
                </a:cubicBezTo>
                <a:cubicBezTo>
                  <a:pt x="1336296" y="31375"/>
                  <a:pt x="1333582" y="30244"/>
                  <a:pt x="1329813" y="30244"/>
                </a:cubicBezTo>
                <a:cubicBezTo>
                  <a:pt x="1326949" y="30244"/>
                  <a:pt x="1324302" y="30999"/>
                  <a:pt x="1321871" y="32508"/>
                </a:cubicBezTo>
                <a:cubicBezTo>
                  <a:pt x="1319440" y="34017"/>
                  <a:pt x="1317678" y="36224"/>
                  <a:pt x="1316585" y="39130"/>
                </a:cubicBezTo>
                <a:cubicBezTo>
                  <a:pt x="1315492" y="42034"/>
                  <a:pt x="1314946" y="46221"/>
                  <a:pt x="1314946" y="51692"/>
                </a:cubicBezTo>
                <a:lnTo>
                  <a:pt x="1314946" y="82873"/>
                </a:lnTo>
                <a:lnTo>
                  <a:pt x="1304771" y="82873"/>
                </a:lnTo>
                <a:close/>
                <a:moveTo>
                  <a:pt x="1442320" y="63540"/>
                </a:moveTo>
                <a:lnTo>
                  <a:pt x="1452834" y="64840"/>
                </a:lnTo>
                <a:cubicBezTo>
                  <a:pt x="1451176" y="70983"/>
                  <a:pt x="1448105" y="75751"/>
                  <a:pt x="1443620" y="79142"/>
                </a:cubicBezTo>
                <a:cubicBezTo>
                  <a:pt x="1439135" y="82534"/>
                  <a:pt x="1433407" y="84230"/>
                  <a:pt x="1426435" y="84230"/>
                </a:cubicBezTo>
                <a:cubicBezTo>
                  <a:pt x="1417654" y="84230"/>
                  <a:pt x="1410691" y="81526"/>
                  <a:pt x="1405547" y="76118"/>
                </a:cubicBezTo>
                <a:cubicBezTo>
                  <a:pt x="1400402" y="70710"/>
                  <a:pt x="1397830" y="63125"/>
                  <a:pt x="1397830" y="53365"/>
                </a:cubicBezTo>
                <a:cubicBezTo>
                  <a:pt x="1397830" y="43264"/>
                  <a:pt x="1400431" y="35426"/>
                  <a:pt x="1405631" y="29848"/>
                </a:cubicBezTo>
                <a:cubicBezTo>
                  <a:pt x="1410832" y="24270"/>
                  <a:pt x="1417578" y="21481"/>
                  <a:pt x="1425869" y="21481"/>
                </a:cubicBezTo>
                <a:cubicBezTo>
                  <a:pt x="1433897" y="21481"/>
                  <a:pt x="1440454" y="24210"/>
                  <a:pt x="1445542" y="29666"/>
                </a:cubicBezTo>
                <a:cubicBezTo>
                  <a:pt x="1450630" y="35121"/>
                  <a:pt x="1453173" y="42796"/>
                  <a:pt x="1453173" y="52692"/>
                </a:cubicBezTo>
                <a:cubicBezTo>
                  <a:pt x="1453173" y="53293"/>
                  <a:pt x="1453155" y="54196"/>
                  <a:pt x="1453117" y="55400"/>
                </a:cubicBezTo>
                <a:lnTo>
                  <a:pt x="1408345" y="55400"/>
                </a:lnTo>
                <a:cubicBezTo>
                  <a:pt x="1408722" y="61976"/>
                  <a:pt x="1410587" y="67012"/>
                  <a:pt x="1413941" y="70507"/>
                </a:cubicBezTo>
                <a:cubicBezTo>
                  <a:pt x="1417296" y="74003"/>
                  <a:pt x="1421479" y="75751"/>
                  <a:pt x="1426491" y="75751"/>
                </a:cubicBezTo>
                <a:cubicBezTo>
                  <a:pt x="1430222" y="75751"/>
                  <a:pt x="1433407" y="74780"/>
                  <a:pt x="1436045" y="72839"/>
                </a:cubicBezTo>
                <a:cubicBezTo>
                  <a:pt x="1438683" y="70897"/>
                  <a:pt x="1440774" y="67797"/>
                  <a:pt x="1442320" y="63540"/>
                </a:cubicBezTo>
                <a:moveTo>
                  <a:pt x="1408910" y="46920"/>
                </a:moveTo>
                <a:lnTo>
                  <a:pt x="1442433" y="46920"/>
                </a:lnTo>
                <a:cubicBezTo>
                  <a:pt x="1441980" y="41953"/>
                  <a:pt x="1440699" y="38227"/>
                  <a:pt x="1438589" y="35743"/>
                </a:cubicBezTo>
                <a:cubicBezTo>
                  <a:pt x="1435348" y="31888"/>
                  <a:pt x="1431145" y="29961"/>
                  <a:pt x="1425982" y="29961"/>
                </a:cubicBezTo>
                <a:cubicBezTo>
                  <a:pt x="1421309" y="29961"/>
                  <a:pt x="1417380" y="31500"/>
                  <a:pt x="1414196" y="34577"/>
                </a:cubicBezTo>
                <a:cubicBezTo>
                  <a:pt x="1411011" y="37653"/>
                  <a:pt x="1409249" y="41768"/>
                  <a:pt x="1408910" y="46920"/>
                </a:cubicBezTo>
                <a:close/>
                <a:moveTo>
                  <a:pt x="1461658" y="58000"/>
                </a:moveTo>
                <a:lnTo>
                  <a:pt x="1461658" y="47712"/>
                </a:lnTo>
                <a:lnTo>
                  <a:pt x="1492919" y="47712"/>
                </a:lnTo>
                <a:lnTo>
                  <a:pt x="1492919" y="58000"/>
                </a:lnTo>
                <a:lnTo>
                  <a:pt x="1461658" y="58000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diacorrectly,hasonlytrue">
            <a:extLst xmlns:a="http://schemas.openxmlformats.org/drawingml/2006/main">
              <a:ext uri="{FF2B5EF4-FFF2-40B4-BE49-F238E27FC236}">
                <a16:creationId xmlns:a16="http://schemas.microsoft.com/office/drawing/2014/main" id="{1CCE60EB-7EA0-4657-A545-E989BA43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919" y="490311"/>
            <a:ext cx="1334014" cy="107294"/>
          </a:xfrm>
          <a:custGeom xmlns:a="http://schemas.openxmlformats.org/drawingml/2006/main">
            <a:pathLst>
              <a:path w="1334014" h="107294">
                <a:moveTo>
                  <a:pt x="42624" y="82873"/>
                </a:moveTo>
                <a:lnTo>
                  <a:pt x="42624" y="75298"/>
                </a:lnTo>
                <a:cubicBezTo>
                  <a:pt x="38817" y="81253"/>
                  <a:pt x="33221" y="84230"/>
                  <a:pt x="25834" y="84230"/>
                </a:cubicBezTo>
                <a:cubicBezTo>
                  <a:pt x="21048" y="84230"/>
                  <a:pt x="16648" y="82911"/>
                  <a:pt x="12635" y="80273"/>
                </a:cubicBezTo>
                <a:cubicBezTo>
                  <a:pt x="8621" y="77635"/>
                  <a:pt x="5512" y="73951"/>
                  <a:pt x="3307" y="69221"/>
                </a:cubicBezTo>
                <a:cubicBezTo>
                  <a:pt x="1102" y="64492"/>
                  <a:pt x="0" y="59055"/>
                  <a:pt x="0" y="52912"/>
                </a:cubicBezTo>
                <a:cubicBezTo>
                  <a:pt x="0" y="46920"/>
                  <a:pt x="999" y="41484"/>
                  <a:pt x="2996" y="36603"/>
                </a:cubicBezTo>
                <a:cubicBezTo>
                  <a:pt x="4994" y="31723"/>
                  <a:pt x="7990" y="27982"/>
                  <a:pt x="11984" y="25382"/>
                </a:cubicBezTo>
                <a:cubicBezTo>
                  <a:pt x="15979" y="22782"/>
                  <a:pt x="20445" y="21481"/>
                  <a:pt x="25382" y="21481"/>
                </a:cubicBezTo>
                <a:cubicBezTo>
                  <a:pt x="29000" y="21481"/>
                  <a:pt x="32222" y="22245"/>
                  <a:pt x="35049" y="23771"/>
                </a:cubicBezTo>
                <a:cubicBezTo>
                  <a:pt x="37875" y="25297"/>
                  <a:pt x="40174" y="27285"/>
                  <a:pt x="41945" y="29735"/>
                </a:cubicBezTo>
                <a:lnTo>
                  <a:pt x="41945" y="0"/>
                </a:lnTo>
                <a:lnTo>
                  <a:pt x="52064" y="0"/>
                </a:lnTo>
                <a:lnTo>
                  <a:pt x="52064" y="82873"/>
                </a:lnTo>
                <a:lnTo>
                  <a:pt x="42624" y="82873"/>
                </a:lnTo>
                <a:moveTo>
                  <a:pt x="10458" y="52884"/>
                </a:moveTo>
                <a:cubicBezTo>
                  <a:pt x="10458" y="60544"/>
                  <a:pt x="12079" y="66270"/>
                  <a:pt x="15320" y="70062"/>
                </a:cubicBezTo>
                <a:cubicBezTo>
                  <a:pt x="18561" y="73854"/>
                  <a:pt x="22386" y="75751"/>
                  <a:pt x="26795" y="75751"/>
                </a:cubicBezTo>
                <a:cubicBezTo>
                  <a:pt x="31242" y="75751"/>
                  <a:pt x="35020" y="73939"/>
                  <a:pt x="38130" y="70317"/>
                </a:cubicBezTo>
                <a:cubicBezTo>
                  <a:pt x="41239" y="66693"/>
                  <a:pt x="42793" y="61163"/>
                  <a:pt x="42793" y="53728"/>
                </a:cubicBezTo>
                <a:cubicBezTo>
                  <a:pt x="42793" y="45543"/>
                  <a:pt x="41211" y="39536"/>
                  <a:pt x="38045" y="35706"/>
                </a:cubicBezTo>
                <a:cubicBezTo>
                  <a:pt x="34879" y="31876"/>
                  <a:pt x="30979" y="29961"/>
                  <a:pt x="26343" y="29961"/>
                </a:cubicBezTo>
                <a:cubicBezTo>
                  <a:pt x="21821" y="29961"/>
                  <a:pt x="18043" y="31801"/>
                  <a:pt x="15009" y="35482"/>
                </a:cubicBezTo>
                <a:cubicBezTo>
                  <a:pt x="11975" y="39161"/>
                  <a:pt x="10458" y="44962"/>
                  <a:pt x="10458" y="52884"/>
                </a:cubicBezTo>
                <a:close/>
                <a:moveTo>
                  <a:pt x="68124" y="11758"/>
                </a:moveTo>
                <a:lnTo>
                  <a:pt x="68124" y="0"/>
                </a:lnTo>
                <a:lnTo>
                  <a:pt x="78300" y="0"/>
                </a:lnTo>
                <a:lnTo>
                  <a:pt x="78300" y="11758"/>
                </a:lnTo>
                <a:lnTo>
                  <a:pt x="68124" y="11758"/>
                </a:lnTo>
                <a:moveTo>
                  <a:pt x="68124" y="82873"/>
                </a:moveTo>
                <a:lnTo>
                  <a:pt x="68124" y="22838"/>
                </a:lnTo>
                <a:lnTo>
                  <a:pt x="78300" y="22838"/>
                </a:lnTo>
                <a:lnTo>
                  <a:pt x="78300" y="82873"/>
                </a:lnTo>
                <a:lnTo>
                  <a:pt x="68124" y="82873"/>
                </a:lnTo>
                <a:close/>
                <a:moveTo>
                  <a:pt x="132968" y="75461"/>
                </a:moveTo>
                <a:cubicBezTo>
                  <a:pt x="129200" y="78667"/>
                  <a:pt x="125572" y="80930"/>
                  <a:pt x="122086" y="82250"/>
                </a:cubicBezTo>
                <a:cubicBezTo>
                  <a:pt x="118600" y="83570"/>
                  <a:pt x="114860" y="84230"/>
                  <a:pt x="110865" y="84230"/>
                </a:cubicBezTo>
                <a:cubicBezTo>
                  <a:pt x="104270" y="84230"/>
                  <a:pt x="99201" y="82618"/>
                  <a:pt x="95658" y="79393"/>
                </a:cubicBezTo>
                <a:cubicBezTo>
                  <a:pt x="92116" y="76169"/>
                  <a:pt x="90345" y="72048"/>
                  <a:pt x="90345" y="67033"/>
                </a:cubicBezTo>
                <a:cubicBezTo>
                  <a:pt x="90345" y="64092"/>
                  <a:pt x="91013" y="61405"/>
                  <a:pt x="92351" y="58973"/>
                </a:cubicBezTo>
                <a:cubicBezTo>
                  <a:pt x="93689" y="56540"/>
                  <a:pt x="95442" y="54588"/>
                  <a:pt x="97609" y="53117"/>
                </a:cubicBezTo>
                <a:cubicBezTo>
                  <a:pt x="99776" y="51646"/>
                  <a:pt x="102216" y="50534"/>
                  <a:pt x="104929" y="49780"/>
                </a:cubicBezTo>
                <a:cubicBezTo>
                  <a:pt x="106927" y="49251"/>
                  <a:pt x="109942" y="48742"/>
                  <a:pt x="113974" y="48252"/>
                </a:cubicBezTo>
                <a:cubicBezTo>
                  <a:pt x="122190" y="47279"/>
                  <a:pt x="128239" y="46119"/>
                  <a:pt x="132120" y="44772"/>
                </a:cubicBezTo>
                <a:cubicBezTo>
                  <a:pt x="132158" y="43383"/>
                  <a:pt x="132177" y="42501"/>
                  <a:pt x="132177" y="42126"/>
                </a:cubicBezTo>
                <a:cubicBezTo>
                  <a:pt x="132177" y="37995"/>
                  <a:pt x="131216" y="35086"/>
                  <a:pt x="129294" y="33397"/>
                </a:cubicBezTo>
                <a:cubicBezTo>
                  <a:pt x="126693" y="31106"/>
                  <a:pt x="122831" y="29961"/>
                  <a:pt x="117705" y="29961"/>
                </a:cubicBezTo>
                <a:cubicBezTo>
                  <a:pt x="112919" y="29961"/>
                  <a:pt x="109386" y="30800"/>
                  <a:pt x="107106" y="32477"/>
                </a:cubicBezTo>
                <a:cubicBezTo>
                  <a:pt x="104826" y="34154"/>
                  <a:pt x="103139" y="37122"/>
                  <a:pt x="102046" y="41380"/>
                </a:cubicBezTo>
                <a:lnTo>
                  <a:pt x="92097" y="40023"/>
                </a:lnTo>
                <a:cubicBezTo>
                  <a:pt x="93001" y="35752"/>
                  <a:pt x="94490" y="32302"/>
                  <a:pt x="96563" y="29675"/>
                </a:cubicBezTo>
                <a:cubicBezTo>
                  <a:pt x="98636" y="27047"/>
                  <a:pt x="101632" y="25025"/>
                  <a:pt x="105551" y="23608"/>
                </a:cubicBezTo>
                <a:cubicBezTo>
                  <a:pt x="109471" y="22190"/>
                  <a:pt x="114012" y="21481"/>
                  <a:pt x="119175" y="21481"/>
                </a:cubicBezTo>
                <a:cubicBezTo>
                  <a:pt x="124300" y="21481"/>
                  <a:pt x="128465" y="22084"/>
                  <a:pt x="131668" y="23290"/>
                </a:cubicBezTo>
                <a:cubicBezTo>
                  <a:pt x="134872" y="24496"/>
                  <a:pt x="137227" y="26013"/>
                  <a:pt x="138734" y="27841"/>
                </a:cubicBezTo>
                <a:cubicBezTo>
                  <a:pt x="140242" y="29669"/>
                  <a:pt x="141297" y="31977"/>
                  <a:pt x="141900" y="34766"/>
                </a:cubicBezTo>
                <a:cubicBezTo>
                  <a:pt x="142239" y="36500"/>
                  <a:pt x="142409" y="39628"/>
                  <a:pt x="142409" y="44150"/>
                </a:cubicBezTo>
                <a:lnTo>
                  <a:pt x="142409" y="57717"/>
                </a:lnTo>
                <a:cubicBezTo>
                  <a:pt x="142409" y="67177"/>
                  <a:pt x="142626" y="73160"/>
                  <a:pt x="143059" y="75666"/>
                </a:cubicBezTo>
                <a:cubicBezTo>
                  <a:pt x="143492" y="78172"/>
                  <a:pt x="144350" y="80574"/>
                  <a:pt x="145631" y="82873"/>
                </a:cubicBezTo>
                <a:lnTo>
                  <a:pt x="135003" y="82873"/>
                </a:lnTo>
                <a:cubicBezTo>
                  <a:pt x="133948" y="80761"/>
                  <a:pt x="133270" y="78290"/>
                  <a:pt x="132968" y="75461"/>
                </a:cubicBezTo>
                <a:moveTo>
                  <a:pt x="132120" y="52686"/>
                </a:moveTo>
                <a:cubicBezTo>
                  <a:pt x="128427" y="54207"/>
                  <a:pt x="122887" y="55499"/>
                  <a:pt x="115500" y="56562"/>
                </a:cubicBezTo>
                <a:cubicBezTo>
                  <a:pt x="111317" y="57167"/>
                  <a:pt x="108359" y="57849"/>
                  <a:pt x="106625" y="58606"/>
                </a:cubicBezTo>
                <a:cubicBezTo>
                  <a:pt x="104892" y="59362"/>
                  <a:pt x="103554" y="60469"/>
                  <a:pt x="102612" y="61927"/>
                </a:cubicBezTo>
                <a:cubicBezTo>
                  <a:pt x="101669" y="63384"/>
                  <a:pt x="101198" y="65002"/>
                  <a:pt x="101198" y="66780"/>
                </a:cubicBezTo>
                <a:cubicBezTo>
                  <a:pt x="101198" y="69504"/>
                  <a:pt x="102225" y="71775"/>
                  <a:pt x="104279" y="73592"/>
                </a:cubicBezTo>
                <a:cubicBezTo>
                  <a:pt x="106333" y="75408"/>
                  <a:pt x="109339" y="76316"/>
                  <a:pt x="113296" y="76316"/>
                </a:cubicBezTo>
                <a:cubicBezTo>
                  <a:pt x="117215" y="76316"/>
                  <a:pt x="120701" y="75454"/>
                  <a:pt x="123754" y="73731"/>
                </a:cubicBezTo>
                <a:cubicBezTo>
                  <a:pt x="126807" y="72008"/>
                  <a:pt x="129049" y="69651"/>
                  <a:pt x="130481" y="66660"/>
                </a:cubicBezTo>
                <a:cubicBezTo>
                  <a:pt x="131574" y="64349"/>
                  <a:pt x="132120" y="60941"/>
                  <a:pt x="132120" y="56435"/>
                </a:cubicBezTo>
                <a:lnTo>
                  <a:pt x="132120" y="52686"/>
                </a:lnTo>
                <a:close/>
                <a:moveTo>
                  <a:pt x="229524" y="60827"/>
                </a:moveTo>
                <a:lnTo>
                  <a:pt x="239530" y="62127"/>
                </a:lnTo>
                <a:cubicBezTo>
                  <a:pt x="238437" y="69041"/>
                  <a:pt x="235639" y="74454"/>
                  <a:pt x="231135" y="78365"/>
                </a:cubicBezTo>
                <a:cubicBezTo>
                  <a:pt x="226632" y="82275"/>
                  <a:pt x="221101" y="84230"/>
                  <a:pt x="214544" y="84230"/>
                </a:cubicBezTo>
                <a:cubicBezTo>
                  <a:pt x="206328" y="84230"/>
                  <a:pt x="199723" y="81545"/>
                  <a:pt x="194730" y="76175"/>
                </a:cubicBezTo>
                <a:cubicBezTo>
                  <a:pt x="189736" y="70804"/>
                  <a:pt x="187239" y="63107"/>
                  <a:pt x="187239" y="53082"/>
                </a:cubicBezTo>
                <a:cubicBezTo>
                  <a:pt x="187239" y="46600"/>
                  <a:pt x="188314" y="40928"/>
                  <a:pt x="190462" y="36066"/>
                </a:cubicBezTo>
                <a:cubicBezTo>
                  <a:pt x="192610" y="31205"/>
                  <a:pt x="195879" y="27559"/>
                  <a:pt x="200270" y="25128"/>
                </a:cubicBezTo>
                <a:cubicBezTo>
                  <a:pt x="204660" y="22697"/>
                  <a:pt x="209437" y="21481"/>
                  <a:pt x="214600" y="21481"/>
                </a:cubicBezTo>
                <a:cubicBezTo>
                  <a:pt x="221120" y="21481"/>
                  <a:pt x="226453" y="23136"/>
                  <a:pt x="230598" y="26444"/>
                </a:cubicBezTo>
                <a:cubicBezTo>
                  <a:pt x="234744" y="29751"/>
                  <a:pt x="237401" y="34447"/>
                  <a:pt x="238569" y="40532"/>
                </a:cubicBezTo>
                <a:lnTo>
                  <a:pt x="228676" y="42059"/>
                </a:lnTo>
                <a:cubicBezTo>
                  <a:pt x="227734" y="38045"/>
                  <a:pt x="226066" y="35025"/>
                  <a:pt x="223673" y="33000"/>
                </a:cubicBezTo>
                <a:cubicBezTo>
                  <a:pt x="221280" y="30974"/>
                  <a:pt x="218388" y="29961"/>
                  <a:pt x="214996" y="29961"/>
                </a:cubicBezTo>
                <a:cubicBezTo>
                  <a:pt x="209870" y="29961"/>
                  <a:pt x="205706" y="31789"/>
                  <a:pt x="202503" y="35446"/>
                </a:cubicBezTo>
                <a:cubicBezTo>
                  <a:pt x="199299" y="39102"/>
                  <a:pt x="197698" y="44886"/>
                  <a:pt x="197698" y="52799"/>
                </a:cubicBezTo>
                <a:cubicBezTo>
                  <a:pt x="197698" y="60825"/>
                  <a:pt x="199243" y="66657"/>
                  <a:pt x="202333" y="70295"/>
                </a:cubicBezTo>
                <a:cubicBezTo>
                  <a:pt x="205423" y="73932"/>
                  <a:pt x="209456" y="75751"/>
                  <a:pt x="214431" y="75751"/>
                </a:cubicBezTo>
                <a:cubicBezTo>
                  <a:pt x="218425" y="75751"/>
                  <a:pt x="221761" y="74530"/>
                  <a:pt x="224436" y="72090"/>
                </a:cubicBezTo>
                <a:cubicBezTo>
                  <a:pt x="227112" y="69650"/>
                  <a:pt x="228808" y="65895"/>
                  <a:pt x="229524" y="60827"/>
                </a:cubicBezTo>
                <a:close/>
                <a:moveTo>
                  <a:pt x="244448" y="52856"/>
                </a:moveTo>
                <a:cubicBezTo>
                  <a:pt x="244448" y="41738"/>
                  <a:pt x="247538" y="33504"/>
                  <a:pt x="253719" y="28152"/>
                </a:cubicBezTo>
                <a:cubicBezTo>
                  <a:pt x="258882" y="23705"/>
                  <a:pt x="265176" y="21481"/>
                  <a:pt x="272600" y="21481"/>
                </a:cubicBezTo>
                <a:cubicBezTo>
                  <a:pt x="280853" y="21481"/>
                  <a:pt x="287599" y="24186"/>
                  <a:pt x="292838" y="29594"/>
                </a:cubicBezTo>
                <a:cubicBezTo>
                  <a:pt x="298076" y="35002"/>
                  <a:pt x="300695" y="42473"/>
                  <a:pt x="300695" y="52008"/>
                </a:cubicBezTo>
                <a:cubicBezTo>
                  <a:pt x="300695" y="59734"/>
                  <a:pt x="299537" y="65811"/>
                  <a:pt x="297219" y="70239"/>
                </a:cubicBezTo>
                <a:cubicBezTo>
                  <a:pt x="294901" y="74667"/>
                  <a:pt x="291528" y="78106"/>
                  <a:pt x="287100" y="80556"/>
                </a:cubicBezTo>
                <a:cubicBezTo>
                  <a:pt x="282672" y="83005"/>
                  <a:pt x="277838" y="84230"/>
                  <a:pt x="272600" y="84230"/>
                </a:cubicBezTo>
                <a:cubicBezTo>
                  <a:pt x="264196" y="84230"/>
                  <a:pt x="257403" y="81535"/>
                  <a:pt x="252221" y="76146"/>
                </a:cubicBezTo>
                <a:cubicBezTo>
                  <a:pt x="247039" y="70757"/>
                  <a:pt x="244448" y="62994"/>
                  <a:pt x="244448" y="52856"/>
                </a:cubicBezTo>
                <a:moveTo>
                  <a:pt x="254906" y="52828"/>
                </a:moveTo>
                <a:cubicBezTo>
                  <a:pt x="254906" y="60487"/>
                  <a:pt x="256583" y="66223"/>
                  <a:pt x="259937" y="70034"/>
                </a:cubicBezTo>
                <a:cubicBezTo>
                  <a:pt x="263291" y="73845"/>
                  <a:pt x="267512" y="75751"/>
                  <a:pt x="272600" y="75751"/>
                </a:cubicBezTo>
                <a:cubicBezTo>
                  <a:pt x="277650" y="75751"/>
                  <a:pt x="281852" y="73836"/>
                  <a:pt x="285206" y="70006"/>
                </a:cubicBezTo>
                <a:cubicBezTo>
                  <a:pt x="288560" y="66176"/>
                  <a:pt x="290237" y="60337"/>
                  <a:pt x="290237" y="52490"/>
                </a:cubicBezTo>
                <a:cubicBezTo>
                  <a:pt x="290237" y="45093"/>
                  <a:pt x="288551" y="39489"/>
                  <a:pt x="285178" y="35678"/>
                </a:cubicBezTo>
                <a:cubicBezTo>
                  <a:pt x="281805" y="31867"/>
                  <a:pt x="277612" y="29961"/>
                  <a:pt x="272600" y="29961"/>
                </a:cubicBezTo>
                <a:cubicBezTo>
                  <a:pt x="267512" y="29961"/>
                  <a:pt x="263291" y="31857"/>
                  <a:pt x="259937" y="35649"/>
                </a:cubicBezTo>
                <a:cubicBezTo>
                  <a:pt x="256583" y="39442"/>
                  <a:pt x="254906" y="45168"/>
                  <a:pt x="254906" y="52828"/>
                </a:cubicBezTo>
                <a:close/>
                <a:moveTo>
                  <a:pt x="312516" y="82873"/>
                </a:moveTo>
                <a:lnTo>
                  <a:pt x="312516" y="22838"/>
                </a:lnTo>
                <a:lnTo>
                  <a:pt x="321674" y="22838"/>
                </a:lnTo>
                <a:lnTo>
                  <a:pt x="321674" y="31883"/>
                </a:lnTo>
                <a:cubicBezTo>
                  <a:pt x="324011" y="27648"/>
                  <a:pt x="326168" y="24856"/>
                  <a:pt x="328147" y="23506"/>
                </a:cubicBezTo>
                <a:cubicBezTo>
                  <a:pt x="330125" y="22156"/>
                  <a:pt x="332302" y="21481"/>
                  <a:pt x="334676" y="21481"/>
                </a:cubicBezTo>
                <a:cubicBezTo>
                  <a:pt x="338105" y="21481"/>
                  <a:pt x="341591" y="22570"/>
                  <a:pt x="345134" y="24746"/>
                </a:cubicBezTo>
                <a:lnTo>
                  <a:pt x="341629" y="34144"/>
                </a:lnTo>
                <a:cubicBezTo>
                  <a:pt x="339142" y="32674"/>
                  <a:pt x="336654" y="31940"/>
                  <a:pt x="334167" y="31940"/>
                </a:cubicBezTo>
                <a:cubicBezTo>
                  <a:pt x="331944" y="31940"/>
                  <a:pt x="329946" y="32610"/>
                  <a:pt x="328175" y="33950"/>
                </a:cubicBezTo>
                <a:cubicBezTo>
                  <a:pt x="326404" y="35289"/>
                  <a:pt x="325141" y="37147"/>
                  <a:pt x="324387" y="39523"/>
                </a:cubicBezTo>
                <a:cubicBezTo>
                  <a:pt x="323257" y="43145"/>
                  <a:pt x="322691" y="47106"/>
                  <a:pt x="322691" y="51407"/>
                </a:cubicBezTo>
                <a:lnTo>
                  <a:pt x="322691" y="82873"/>
                </a:lnTo>
                <a:lnTo>
                  <a:pt x="312516" y="82873"/>
                </a:lnTo>
                <a:close/>
                <a:moveTo>
                  <a:pt x="351080" y="82873"/>
                </a:moveTo>
                <a:lnTo>
                  <a:pt x="351080" y="22838"/>
                </a:lnTo>
                <a:lnTo>
                  <a:pt x="360238" y="22838"/>
                </a:lnTo>
                <a:lnTo>
                  <a:pt x="360238" y="31883"/>
                </a:lnTo>
                <a:cubicBezTo>
                  <a:pt x="362574" y="27648"/>
                  <a:pt x="364732" y="24856"/>
                  <a:pt x="366711" y="23506"/>
                </a:cubicBezTo>
                <a:cubicBezTo>
                  <a:pt x="368689" y="22156"/>
                  <a:pt x="370866" y="21481"/>
                  <a:pt x="373240" y="21481"/>
                </a:cubicBezTo>
                <a:cubicBezTo>
                  <a:pt x="376669" y="21481"/>
                  <a:pt x="380155" y="22570"/>
                  <a:pt x="383698" y="24746"/>
                </a:cubicBezTo>
                <a:lnTo>
                  <a:pt x="380193" y="34144"/>
                </a:lnTo>
                <a:cubicBezTo>
                  <a:pt x="377706" y="32674"/>
                  <a:pt x="375218" y="31940"/>
                  <a:pt x="372731" y="31940"/>
                </a:cubicBezTo>
                <a:cubicBezTo>
                  <a:pt x="370508" y="31940"/>
                  <a:pt x="368510" y="32610"/>
                  <a:pt x="366739" y="33950"/>
                </a:cubicBezTo>
                <a:cubicBezTo>
                  <a:pt x="364968" y="35289"/>
                  <a:pt x="363705" y="37147"/>
                  <a:pt x="362951" y="39523"/>
                </a:cubicBezTo>
                <a:cubicBezTo>
                  <a:pt x="361821" y="43145"/>
                  <a:pt x="361255" y="47106"/>
                  <a:pt x="361255" y="51407"/>
                </a:cubicBezTo>
                <a:lnTo>
                  <a:pt x="361255" y="82873"/>
                </a:lnTo>
                <a:lnTo>
                  <a:pt x="351080" y="82873"/>
                </a:lnTo>
                <a:close/>
                <a:moveTo>
                  <a:pt x="430855" y="63540"/>
                </a:moveTo>
                <a:lnTo>
                  <a:pt x="441369" y="64840"/>
                </a:lnTo>
                <a:cubicBezTo>
                  <a:pt x="439711" y="70983"/>
                  <a:pt x="436640" y="75751"/>
                  <a:pt x="432155" y="79142"/>
                </a:cubicBezTo>
                <a:cubicBezTo>
                  <a:pt x="427670" y="82534"/>
                  <a:pt x="421942" y="84230"/>
                  <a:pt x="414970" y="84230"/>
                </a:cubicBezTo>
                <a:cubicBezTo>
                  <a:pt x="406189" y="84230"/>
                  <a:pt x="399226" y="81526"/>
                  <a:pt x="394082" y="76118"/>
                </a:cubicBezTo>
                <a:cubicBezTo>
                  <a:pt x="388938" y="70710"/>
                  <a:pt x="386365" y="63125"/>
                  <a:pt x="386365" y="53365"/>
                </a:cubicBezTo>
                <a:cubicBezTo>
                  <a:pt x="386365" y="43264"/>
                  <a:pt x="388966" y="35426"/>
                  <a:pt x="394167" y="29848"/>
                </a:cubicBezTo>
                <a:cubicBezTo>
                  <a:pt x="399367" y="24270"/>
                  <a:pt x="406113" y="21481"/>
                  <a:pt x="414404" y="21481"/>
                </a:cubicBezTo>
                <a:cubicBezTo>
                  <a:pt x="422432" y="21481"/>
                  <a:pt x="428989" y="24210"/>
                  <a:pt x="434077" y="29666"/>
                </a:cubicBezTo>
                <a:cubicBezTo>
                  <a:pt x="439165" y="35121"/>
                  <a:pt x="441709" y="42796"/>
                  <a:pt x="441709" y="52692"/>
                </a:cubicBezTo>
                <a:cubicBezTo>
                  <a:pt x="441709" y="53293"/>
                  <a:pt x="441690" y="54196"/>
                  <a:pt x="441652" y="55400"/>
                </a:cubicBezTo>
                <a:lnTo>
                  <a:pt x="396880" y="55400"/>
                </a:lnTo>
                <a:cubicBezTo>
                  <a:pt x="397257" y="61976"/>
                  <a:pt x="399122" y="67012"/>
                  <a:pt x="402477" y="70507"/>
                </a:cubicBezTo>
                <a:cubicBezTo>
                  <a:pt x="405831" y="74003"/>
                  <a:pt x="410014" y="75751"/>
                  <a:pt x="415026" y="75751"/>
                </a:cubicBezTo>
                <a:cubicBezTo>
                  <a:pt x="418757" y="75751"/>
                  <a:pt x="421942" y="74780"/>
                  <a:pt x="424580" y="72839"/>
                </a:cubicBezTo>
                <a:cubicBezTo>
                  <a:pt x="427218" y="70897"/>
                  <a:pt x="429310" y="67797"/>
                  <a:pt x="430855" y="63540"/>
                </a:cubicBezTo>
                <a:moveTo>
                  <a:pt x="397445" y="46920"/>
                </a:moveTo>
                <a:lnTo>
                  <a:pt x="430968" y="46920"/>
                </a:lnTo>
                <a:cubicBezTo>
                  <a:pt x="430516" y="41953"/>
                  <a:pt x="429234" y="38227"/>
                  <a:pt x="427124" y="35743"/>
                </a:cubicBezTo>
                <a:cubicBezTo>
                  <a:pt x="423883" y="31888"/>
                  <a:pt x="419681" y="29961"/>
                  <a:pt x="414518" y="29961"/>
                </a:cubicBezTo>
                <a:cubicBezTo>
                  <a:pt x="409844" y="29961"/>
                  <a:pt x="405916" y="31500"/>
                  <a:pt x="402731" y="34577"/>
                </a:cubicBezTo>
                <a:cubicBezTo>
                  <a:pt x="399546" y="37653"/>
                  <a:pt x="397785" y="41768"/>
                  <a:pt x="397445" y="46920"/>
                </a:cubicBezTo>
                <a:close/>
                <a:moveTo>
                  <a:pt x="493327" y="60827"/>
                </a:moveTo>
                <a:lnTo>
                  <a:pt x="503332" y="62127"/>
                </a:lnTo>
                <a:cubicBezTo>
                  <a:pt x="502239" y="69041"/>
                  <a:pt x="499441" y="74454"/>
                  <a:pt x="494938" y="78365"/>
                </a:cubicBezTo>
                <a:cubicBezTo>
                  <a:pt x="490434" y="82275"/>
                  <a:pt x="484904" y="84230"/>
                  <a:pt x="478346" y="84230"/>
                </a:cubicBezTo>
                <a:cubicBezTo>
                  <a:pt x="470130" y="84230"/>
                  <a:pt x="463526" y="81545"/>
                  <a:pt x="458532" y="76175"/>
                </a:cubicBezTo>
                <a:cubicBezTo>
                  <a:pt x="453539" y="70804"/>
                  <a:pt x="451042" y="63107"/>
                  <a:pt x="451042" y="53082"/>
                </a:cubicBezTo>
                <a:cubicBezTo>
                  <a:pt x="451042" y="46600"/>
                  <a:pt x="452116" y="40928"/>
                  <a:pt x="454264" y="36066"/>
                </a:cubicBezTo>
                <a:cubicBezTo>
                  <a:pt x="456412" y="31205"/>
                  <a:pt x="459682" y="27559"/>
                  <a:pt x="464072" y="25128"/>
                </a:cubicBezTo>
                <a:cubicBezTo>
                  <a:pt x="468463" y="22697"/>
                  <a:pt x="473239" y="21481"/>
                  <a:pt x="478403" y="21481"/>
                </a:cubicBezTo>
                <a:cubicBezTo>
                  <a:pt x="484922" y="21481"/>
                  <a:pt x="490255" y="23136"/>
                  <a:pt x="494401" y="26444"/>
                </a:cubicBezTo>
                <a:cubicBezTo>
                  <a:pt x="498546" y="29751"/>
                  <a:pt x="501203" y="34447"/>
                  <a:pt x="502371" y="40532"/>
                </a:cubicBezTo>
                <a:lnTo>
                  <a:pt x="492479" y="42059"/>
                </a:lnTo>
                <a:cubicBezTo>
                  <a:pt x="491536" y="38045"/>
                  <a:pt x="489869" y="35025"/>
                  <a:pt x="487476" y="33000"/>
                </a:cubicBezTo>
                <a:cubicBezTo>
                  <a:pt x="485083" y="30974"/>
                  <a:pt x="482190" y="29961"/>
                  <a:pt x="478798" y="29961"/>
                </a:cubicBezTo>
                <a:cubicBezTo>
                  <a:pt x="473673" y="29961"/>
                  <a:pt x="469508" y="31789"/>
                  <a:pt x="466305" y="35446"/>
                </a:cubicBezTo>
                <a:cubicBezTo>
                  <a:pt x="463102" y="39102"/>
                  <a:pt x="461500" y="44886"/>
                  <a:pt x="461500" y="52799"/>
                </a:cubicBezTo>
                <a:cubicBezTo>
                  <a:pt x="461500" y="60825"/>
                  <a:pt x="463045" y="66657"/>
                  <a:pt x="466135" y="70295"/>
                </a:cubicBezTo>
                <a:cubicBezTo>
                  <a:pt x="469226" y="73932"/>
                  <a:pt x="473258" y="75751"/>
                  <a:pt x="478233" y="75751"/>
                </a:cubicBezTo>
                <a:cubicBezTo>
                  <a:pt x="482228" y="75751"/>
                  <a:pt x="485563" y="74530"/>
                  <a:pt x="488239" y="72090"/>
                </a:cubicBezTo>
                <a:cubicBezTo>
                  <a:pt x="490915" y="69650"/>
                  <a:pt x="492610" y="65895"/>
                  <a:pt x="493327" y="60827"/>
                </a:cubicBezTo>
                <a:close/>
                <a:moveTo>
                  <a:pt x="534254" y="73885"/>
                </a:moveTo>
                <a:lnTo>
                  <a:pt x="535724" y="82873"/>
                </a:lnTo>
                <a:cubicBezTo>
                  <a:pt x="532860" y="83401"/>
                  <a:pt x="530297" y="83665"/>
                  <a:pt x="528036" y="83665"/>
                </a:cubicBezTo>
                <a:cubicBezTo>
                  <a:pt x="524343" y="83665"/>
                  <a:pt x="521479" y="83081"/>
                  <a:pt x="519443" y="81912"/>
                </a:cubicBezTo>
                <a:cubicBezTo>
                  <a:pt x="517408" y="80744"/>
                  <a:pt x="515976" y="79208"/>
                  <a:pt x="515147" y="77305"/>
                </a:cubicBezTo>
                <a:cubicBezTo>
                  <a:pt x="514318" y="75402"/>
                  <a:pt x="513904" y="71398"/>
                  <a:pt x="513904" y="65292"/>
                </a:cubicBezTo>
                <a:lnTo>
                  <a:pt x="513904" y="30752"/>
                </a:lnTo>
                <a:lnTo>
                  <a:pt x="506442" y="30752"/>
                </a:lnTo>
                <a:lnTo>
                  <a:pt x="506442" y="22838"/>
                </a:lnTo>
                <a:lnTo>
                  <a:pt x="513904" y="22838"/>
                </a:lnTo>
                <a:lnTo>
                  <a:pt x="513904" y="7930"/>
                </a:lnTo>
                <a:lnTo>
                  <a:pt x="524022" y="1809"/>
                </a:lnTo>
                <a:lnTo>
                  <a:pt x="524022" y="22838"/>
                </a:lnTo>
                <a:lnTo>
                  <a:pt x="534254" y="22838"/>
                </a:lnTo>
                <a:lnTo>
                  <a:pt x="534254" y="30752"/>
                </a:lnTo>
                <a:lnTo>
                  <a:pt x="524022" y="30752"/>
                </a:lnTo>
                <a:lnTo>
                  <a:pt x="524022" y="65858"/>
                </a:lnTo>
                <a:cubicBezTo>
                  <a:pt x="524022" y="68760"/>
                  <a:pt x="524201" y="70625"/>
                  <a:pt x="524559" y="71454"/>
                </a:cubicBezTo>
                <a:cubicBezTo>
                  <a:pt x="524917" y="72283"/>
                  <a:pt x="525502" y="72943"/>
                  <a:pt x="526312" y="73433"/>
                </a:cubicBezTo>
                <a:cubicBezTo>
                  <a:pt x="527122" y="73923"/>
                  <a:pt x="528281" y="74168"/>
                  <a:pt x="529789" y="74168"/>
                </a:cubicBezTo>
                <a:cubicBezTo>
                  <a:pt x="530919" y="74168"/>
                  <a:pt x="532408" y="74073"/>
                  <a:pt x="534254" y="73885"/>
                </a:cubicBezTo>
                <a:close/>
                <a:moveTo>
                  <a:pt x="543974" y="82873"/>
                </a:moveTo>
                <a:lnTo>
                  <a:pt x="543974" y="0"/>
                </a:lnTo>
                <a:lnTo>
                  <a:pt x="554149" y="0"/>
                </a:lnTo>
                <a:lnTo>
                  <a:pt x="554149" y="82873"/>
                </a:lnTo>
                <a:lnTo>
                  <a:pt x="543974" y="82873"/>
                </a:lnTo>
                <a:close/>
                <a:moveTo>
                  <a:pt x="569473" y="106051"/>
                </a:moveTo>
                <a:lnTo>
                  <a:pt x="568342" y="96497"/>
                </a:lnTo>
                <a:cubicBezTo>
                  <a:pt x="570566" y="97100"/>
                  <a:pt x="572507" y="97402"/>
                  <a:pt x="574165" y="97402"/>
                </a:cubicBezTo>
                <a:cubicBezTo>
                  <a:pt x="576426" y="97402"/>
                  <a:pt x="578235" y="97020"/>
                  <a:pt x="579592" y="96257"/>
                </a:cubicBezTo>
                <a:cubicBezTo>
                  <a:pt x="580949" y="95495"/>
                  <a:pt x="582060" y="94427"/>
                  <a:pt x="582927" y="93054"/>
                </a:cubicBezTo>
                <a:cubicBezTo>
                  <a:pt x="583568" y="92025"/>
                  <a:pt x="584604" y="89470"/>
                  <a:pt x="586036" y="85391"/>
                </a:cubicBezTo>
                <a:cubicBezTo>
                  <a:pt x="586225" y="84818"/>
                  <a:pt x="586526" y="83979"/>
                  <a:pt x="586941" y="82873"/>
                </a:cubicBezTo>
                <a:lnTo>
                  <a:pt x="564159" y="22838"/>
                </a:lnTo>
                <a:lnTo>
                  <a:pt x="575126" y="22838"/>
                </a:lnTo>
                <a:lnTo>
                  <a:pt x="587619" y="57523"/>
                </a:lnTo>
                <a:cubicBezTo>
                  <a:pt x="589240" y="61923"/>
                  <a:pt x="590691" y="66548"/>
                  <a:pt x="591972" y="71398"/>
                </a:cubicBezTo>
                <a:cubicBezTo>
                  <a:pt x="593140" y="66735"/>
                  <a:pt x="594535" y="62186"/>
                  <a:pt x="596155" y="57749"/>
                </a:cubicBezTo>
                <a:lnTo>
                  <a:pt x="608988" y="22838"/>
                </a:lnTo>
                <a:lnTo>
                  <a:pt x="619163" y="22838"/>
                </a:lnTo>
                <a:lnTo>
                  <a:pt x="596325" y="83932"/>
                </a:lnTo>
                <a:cubicBezTo>
                  <a:pt x="593875" y="90531"/>
                  <a:pt x="591972" y="95076"/>
                  <a:pt x="590615" y="97564"/>
                </a:cubicBezTo>
                <a:cubicBezTo>
                  <a:pt x="588806" y="100921"/>
                  <a:pt x="586734" y="103381"/>
                  <a:pt x="584397" y="104947"/>
                </a:cubicBezTo>
                <a:cubicBezTo>
                  <a:pt x="582060" y="106512"/>
                  <a:pt x="579272" y="107294"/>
                  <a:pt x="576031" y="107294"/>
                </a:cubicBezTo>
                <a:cubicBezTo>
                  <a:pt x="574071" y="107294"/>
                  <a:pt x="571885" y="106880"/>
                  <a:pt x="569473" y="106051"/>
                </a:cubicBezTo>
                <a:close/>
                <a:moveTo>
                  <a:pt x="621879" y="82873"/>
                </a:moveTo>
                <a:lnTo>
                  <a:pt x="621879" y="71228"/>
                </a:lnTo>
                <a:lnTo>
                  <a:pt x="633467" y="71228"/>
                </a:lnTo>
                <a:lnTo>
                  <a:pt x="633467" y="82840"/>
                </a:lnTo>
                <a:cubicBezTo>
                  <a:pt x="633467" y="87108"/>
                  <a:pt x="632714" y="90554"/>
                  <a:pt x="631206" y="93178"/>
                </a:cubicBezTo>
                <a:cubicBezTo>
                  <a:pt x="629699" y="95803"/>
                  <a:pt x="627306" y="97833"/>
                  <a:pt x="624027" y="99267"/>
                </a:cubicBezTo>
                <a:lnTo>
                  <a:pt x="621200" y="94858"/>
                </a:lnTo>
                <a:cubicBezTo>
                  <a:pt x="623348" y="93920"/>
                  <a:pt x="624931" y="92542"/>
                  <a:pt x="625949" y="90722"/>
                </a:cubicBezTo>
                <a:cubicBezTo>
                  <a:pt x="626966" y="88903"/>
                  <a:pt x="627532" y="86286"/>
                  <a:pt x="627645" y="82873"/>
                </a:cubicBezTo>
                <a:lnTo>
                  <a:pt x="621879" y="82873"/>
                </a:lnTo>
                <a:close/>
                <a:moveTo>
                  <a:pt x="683545" y="82873"/>
                </a:moveTo>
                <a:lnTo>
                  <a:pt x="683545" y="0"/>
                </a:lnTo>
                <a:lnTo>
                  <a:pt x="693721" y="0"/>
                </a:lnTo>
                <a:lnTo>
                  <a:pt x="693721" y="29735"/>
                </a:lnTo>
                <a:cubicBezTo>
                  <a:pt x="698469" y="24233"/>
                  <a:pt x="704462" y="21481"/>
                  <a:pt x="711698" y="21481"/>
                </a:cubicBezTo>
                <a:cubicBezTo>
                  <a:pt x="716145" y="21481"/>
                  <a:pt x="720007" y="22358"/>
                  <a:pt x="723286" y="24110"/>
                </a:cubicBezTo>
                <a:cubicBezTo>
                  <a:pt x="726565" y="25863"/>
                  <a:pt x="728911" y="28284"/>
                  <a:pt x="730324" y="31374"/>
                </a:cubicBezTo>
                <a:cubicBezTo>
                  <a:pt x="731737" y="34465"/>
                  <a:pt x="732444" y="38949"/>
                  <a:pt x="732444" y="44828"/>
                </a:cubicBezTo>
                <a:lnTo>
                  <a:pt x="732444" y="82873"/>
                </a:lnTo>
                <a:lnTo>
                  <a:pt x="722269" y="82873"/>
                </a:lnTo>
                <a:lnTo>
                  <a:pt x="722269" y="44828"/>
                </a:lnTo>
                <a:cubicBezTo>
                  <a:pt x="722269" y="39741"/>
                  <a:pt x="721166" y="36038"/>
                  <a:pt x="718962" y="33720"/>
                </a:cubicBezTo>
                <a:cubicBezTo>
                  <a:pt x="716757" y="31403"/>
                  <a:pt x="713638" y="30244"/>
                  <a:pt x="709606" y="30244"/>
                </a:cubicBezTo>
                <a:cubicBezTo>
                  <a:pt x="706591" y="30244"/>
                  <a:pt x="703755" y="31026"/>
                  <a:pt x="701098" y="32590"/>
                </a:cubicBezTo>
                <a:cubicBezTo>
                  <a:pt x="698441" y="34154"/>
                  <a:pt x="696547" y="36274"/>
                  <a:pt x="695417" y="38949"/>
                </a:cubicBezTo>
                <a:cubicBezTo>
                  <a:pt x="694286" y="41625"/>
                  <a:pt x="693721" y="45318"/>
                  <a:pt x="693721" y="50029"/>
                </a:cubicBezTo>
                <a:lnTo>
                  <a:pt x="693721" y="82873"/>
                </a:lnTo>
                <a:lnTo>
                  <a:pt x="683545" y="82873"/>
                </a:lnTo>
                <a:close/>
                <a:moveTo>
                  <a:pt x="787114" y="75461"/>
                </a:moveTo>
                <a:cubicBezTo>
                  <a:pt x="783346" y="78667"/>
                  <a:pt x="779718" y="80930"/>
                  <a:pt x="776232" y="82250"/>
                </a:cubicBezTo>
                <a:cubicBezTo>
                  <a:pt x="772746" y="83570"/>
                  <a:pt x="769006" y="84230"/>
                  <a:pt x="765011" y="84230"/>
                </a:cubicBezTo>
                <a:cubicBezTo>
                  <a:pt x="758416" y="84230"/>
                  <a:pt x="753347" y="82618"/>
                  <a:pt x="749804" y="79393"/>
                </a:cubicBezTo>
                <a:cubicBezTo>
                  <a:pt x="746262" y="76169"/>
                  <a:pt x="744491" y="72048"/>
                  <a:pt x="744491" y="67033"/>
                </a:cubicBezTo>
                <a:cubicBezTo>
                  <a:pt x="744491" y="64092"/>
                  <a:pt x="745160" y="61405"/>
                  <a:pt x="746497" y="58973"/>
                </a:cubicBezTo>
                <a:cubicBezTo>
                  <a:pt x="747835" y="56540"/>
                  <a:pt x="749588" y="54588"/>
                  <a:pt x="751755" y="53117"/>
                </a:cubicBezTo>
                <a:cubicBezTo>
                  <a:pt x="753922" y="51646"/>
                  <a:pt x="756362" y="50534"/>
                  <a:pt x="759075" y="49780"/>
                </a:cubicBezTo>
                <a:cubicBezTo>
                  <a:pt x="761073" y="49251"/>
                  <a:pt x="764088" y="48742"/>
                  <a:pt x="768120" y="48252"/>
                </a:cubicBezTo>
                <a:cubicBezTo>
                  <a:pt x="776336" y="47279"/>
                  <a:pt x="782385" y="46119"/>
                  <a:pt x="786266" y="44772"/>
                </a:cubicBezTo>
                <a:cubicBezTo>
                  <a:pt x="786304" y="43383"/>
                  <a:pt x="786323" y="42501"/>
                  <a:pt x="786323" y="42126"/>
                </a:cubicBezTo>
                <a:cubicBezTo>
                  <a:pt x="786323" y="37995"/>
                  <a:pt x="785362" y="35086"/>
                  <a:pt x="783440" y="33397"/>
                </a:cubicBezTo>
                <a:cubicBezTo>
                  <a:pt x="780840" y="31106"/>
                  <a:pt x="776977" y="29961"/>
                  <a:pt x="771851" y="29961"/>
                </a:cubicBezTo>
                <a:cubicBezTo>
                  <a:pt x="767065" y="29961"/>
                  <a:pt x="763532" y="30800"/>
                  <a:pt x="761252" y="32477"/>
                </a:cubicBezTo>
                <a:cubicBezTo>
                  <a:pt x="758972" y="34154"/>
                  <a:pt x="757285" y="37122"/>
                  <a:pt x="756192" y="41380"/>
                </a:cubicBezTo>
                <a:lnTo>
                  <a:pt x="746243" y="40023"/>
                </a:lnTo>
                <a:cubicBezTo>
                  <a:pt x="747147" y="35752"/>
                  <a:pt x="748636" y="32302"/>
                  <a:pt x="750709" y="29675"/>
                </a:cubicBezTo>
                <a:cubicBezTo>
                  <a:pt x="752782" y="27047"/>
                  <a:pt x="755778" y="25025"/>
                  <a:pt x="759697" y="23608"/>
                </a:cubicBezTo>
                <a:cubicBezTo>
                  <a:pt x="763617" y="22190"/>
                  <a:pt x="768158" y="21481"/>
                  <a:pt x="773321" y="21481"/>
                </a:cubicBezTo>
                <a:cubicBezTo>
                  <a:pt x="778446" y="21481"/>
                  <a:pt x="782611" y="22084"/>
                  <a:pt x="785814" y="23290"/>
                </a:cubicBezTo>
                <a:cubicBezTo>
                  <a:pt x="789018" y="24496"/>
                  <a:pt x="791373" y="26013"/>
                  <a:pt x="792880" y="27841"/>
                </a:cubicBezTo>
                <a:cubicBezTo>
                  <a:pt x="794388" y="29669"/>
                  <a:pt x="795443" y="31977"/>
                  <a:pt x="796046" y="34766"/>
                </a:cubicBezTo>
                <a:cubicBezTo>
                  <a:pt x="796385" y="36500"/>
                  <a:pt x="796555" y="39628"/>
                  <a:pt x="796555" y="44150"/>
                </a:cubicBezTo>
                <a:lnTo>
                  <a:pt x="796555" y="57717"/>
                </a:lnTo>
                <a:cubicBezTo>
                  <a:pt x="796555" y="67177"/>
                  <a:pt x="796772" y="73160"/>
                  <a:pt x="797205" y="75666"/>
                </a:cubicBezTo>
                <a:cubicBezTo>
                  <a:pt x="797638" y="78172"/>
                  <a:pt x="798496" y="80574"/>
                  <a:pt x="799777" y="82873"/>
                </a:cubicBezTo>
                <a:lnTo>
                  <a:pt x="789149" y="82873"/>
                </a:lnTo>
                <a:cubicBezTo>
                  <a:pt x="788094" y="80761"/>
                  <a:pt x="787416" y="78290"/>
                  <a:pt x="787114" y="75461"/>
                </a:cubicBezTo>
                <a:moveTo>
                  <a:pt x="786266" y="52686"/>
                </a:moveTo>
                <a:cubicBezTo>
                  <a:pt x="782573" y="54207"/>
                  <a:pt x="777033" y="55499"/>
                  <a:pt x="769647" y="56562"/>
                </a:cubicBezTo>
                <a:cubicBezTo>
                  <a:pt x="765463" y="57167"/>
                  <a:pt x="762505" y="57849"/>
                  <a:pt x="760771" y="58606"/>
                </a:cubicBezTo>
                <a:cubicBezTo>
                  <a:pt x="759038" y="59362"/>
                  <a:pt x="757700" y="60469"/>
                  <a:pt x="756758" y="61927"/>
                </a:cubicBezTo>
                <a:cubicBezTo>
                  <a:pt x="755815" y="63384"/>
                  <a:pt x="755344" y="65002"/>
                  <a:pt x="755344" y="66780"/>
                </a:cubicBezTo>
                <a:cubicBezTo>
                  <a:pt x="755344" y="69504"/>
                  <a:pt x="756371" y="71775"/>
                  <a:pt x="758425" y="73592"/>
                </a:cubicBezTo>
                <a:cubicBezTo>
                  <a:pt x="760479" y="75408"/>
                  <a:pt x="763485" y="76316"/>
                  <a:pt x="767442" y="76316"/>
                </a:cubicBezTo>
                <a:cubicBezTo>
                  <a:pt x="771361" y="76316"/>
                  <a:pt x="774847" y="75454"/>
                  <a:pt x="777900" y="73731"/>
                </a:cubicBezTo>
                <a:cubicBezTo>
                  <a:pt x="780953" y="72008"/>
                  <a:pt x="783195" y="69651"/>
                  <a:pt x="784627" y="66660"/>
                </a:cubicBezTo>
                <a:cubicBezTo>
                  <a:pt x="785720" y="64349"/>
                  <a:pt x="786266" y="60941"/>
                  <a:pt x="786266" y="56435"/>
                </a:cubicBezTo>
                <a:lnTo>
                  <a:pt x="786266" y="52686"/>
                </a:lnTo>
                <a:close/>
                <a:moveTo>
                  <a:pt x="808263" y="64897"/>
                </a:moveTo>
                <a:lnTo>
                  <a:pt x="818325" y="63314"/>
                </a:lnTo>
                <a:cubicBezTo>
                  <a:pt x="818890" y="67329"/>
                  <a:pt x="820464" y="70405"/>
                  <a:pt x="823045" y="72544"/>
                </a:cubicBezTo>
                <a:cubicBezTo>
                  <a:pt x="825627" y="74682"/>
                  <a:pt x="829235" y="75751"/>
                  <a:pt x="833871" y="75751"/>
                </a:cubicBezTo>
                <a:cubicBezTo>
                  <a:pt x="838544" y="75751"/>
                  <a:pt x="842011" y="74807"/>
                  <a:pt x="844272" y="72919"/>
                </a:cubicBezTo>
                <a:cubicBezTo>
                  <a:pt x="846533" y="71030"/>
                  <a:pt x="847664" y="68814"/>
                  <a:pt x="847664" y="66273"/>
                </a:cubicBezTo>
                <a:cubicBezTo>
                  <a:pt x="847664" y="63992"/>
                  <a:pt x="846665" y="62197"/>
                  <a:pt x="844668" y="60888"/>
                </a:cubicBezTo>
                <a:cubicBezTo>
                  <a:pt x="843274" y="59991"/>
                  <a:pt x="839806" y="58850"/>
                  <a:pt x="834266" y="57467"/>
                </a:cubicBezTo>
                <a:cubicBezTo>
                  <a:pt x="826804" y="55581"/>
                  <a:pt x="821632" y="53950"/>
                  <a:pt x="818749" y="52573"/>
                </a:cubicBezTo>
                <a:cubicBezTo>
                  <a:pt x="815866" y="51196"/>
                  <a:pt x="813680" y="49291"/>
                  <a:pt x="812191" y="46858"/>
                </a:cubicBezTo>
                <a:cubicBezTo>
                  <a:pt x="810703" y="44425"/>
                  <a:pt x="809958" y="41738"/>
                  <a:pt x="809958" y="38796"/>
                </a:cubicBezTo>
                <a:cubicBezTo>
                  <a:pt x="809958" y="36118"/>
                  <a:pt x="810571" y="33637"/>
                  <a:pt x="811796" y="31355"/>
                </a:cubicBezTo>
                <a:cubicBezTo>
                  <a:pt x="813020" y="29072"/>
                  <a:pt x="814688" y="27177"/>
                  <a:pt x="816799" y="25668"/>
                </a:cubicBezTo>
                <a:cubicBezTo>
                  <a:pt x="818381" y="24499"/>
                  <a:pt x="820539" y="23509"/>
                  <a:pt x="823271" y="22699"/>
                </a:cubicBezTo>
                <a:cubicBezTo>
                  <a:pt x="826004" y="21887"/>
                  <a:pt x="828934" y="21481"/>
                  <a:pt x="832062" y="21481"/>
                </a:cubicBezTo>
                <a:cubicBezTo>
                  <a:pt x="836773" y="21481"/>
                  <a:pt x="840909" y="22165"/>
                  <a:pt x="844470" y="23531"/>
                </a:cubicBezTo>
                <a:cubicBezTo>
                  <a:pt x="848032" y="24896"/>
                  <a:pt x="850660" y="26745"/>
                  <a:pt x="852356" y="29080"/>
                </a:cubicBezTo>
                <a:cubicBezTo>
                  <a:pt x="854052" y="31413"/>
                  <a:pt x="855220" y="34533"/>
                  <a:pt x="855861" y="38441"/>
                </a:cubicBezTo>
                <a:lnTo>
                  <a:pt x="845912" y="39797"/>
                </a:lnTo>
                <a:cubicBezTo>
                  <a:pt x="845459" y="36707"/>
                  <a:pt x="844150" y="34295"/>
                  <a:pt x="841983" y="32561"/>
                </a:cubicBezTo>
                <a:cubicBezTo>
                  <a:pt x="839816" y="30828"/>
                  <a:pt x="836754" y="29961"/>
                  <a:pt x="832797" y="29961"/>
                </a:cubicBezTo>
                <a:cubicBezTo>
                  <a:pt x="828123" y="29961"/>
                  <a:pt x="824788" y="30730"/>
                  <a:pt x="822791" y="32268"/>
                </a:cubicBezTo>
                <a:cubicBezTo>
                  <a:pt x="820793" y="33805"/>
                  <a:pt x="819795" y="35605"/>
                  <a:pt x="819795" y="37669"/>
                </a:cubicBezTo>
                <a:cubicBezTo>
                  <a:pt x="819795" y="38981"/>
                  <a:pt x="820209" y="40162"/>
                  <a:pt x="821038" y="41212"/>
                </a:cubicBezTo>
                <a:cubicBezTo>
                  <a:pt x="821867" y="42299"/>
                  <a:pt x="823168" y="43199"/>
                  <a:pt x="824939" y="43912"/>
                </a:cubicBezTo>
                <a:cubicBezTo>
                  <a:pt x="825956" y="44287"/>
                  <a:pt x="828953" y="45150"/>
                  <a:pt x="833927" y="46500"/>
                </a:cubicBezTo>
                <a:cubicBezTo>
                  <a:pt x="841125" y="48421"/>
                  <a:pt x="846147" y="49993"/>
                  <a:pt x="848993" y="51216"/>
                </a:cubicBezTo>
                <a:cubicBezTo>
                  <a:pt x="851838" y="52440"/>
                  <a:pt x="854071" y="54220"/>
                  <a:pt x="855691" y="56555"/>
                </a:cubicBezTo>
                <a:cubicBezTo>
                  <a:pt x="857312" y="58889"/>
                  <a:pt x="858122" y="61788"/>
                  <a:pt x="858122" y="65252"/>
                </a:cubicBezTo>
                <a:cubicBezTo>
                  <a:pt x="858122" y="68641"/>
                  <a:pt x="857133" y="71833"/>
                  <a:pt x="855154" y="74827"/>
                </a:cubicBezTo>
                <a:cubicBezTo>
                  <a:pt x="853176" y="77819"/>
                  <a:pt x="850321" y="80135"/>
                  <a:pt x="846590" y="81773"/>
                </a:cubicBezTo>
                <a:cubicBezTo>
                  <a:pt x="842859" y="83411"/>
                  <a:pt x="838638" y="84230"/>
                  <a:pt x="833927" y="84230"/>
                </a:cubicBezTo>
                <a:cubicBezTo>
                  <a:pt x="826126" y="84230"/>
                  <a:pt x="820181" y="82605"/>
                  <a:pt x="816092" y="79354"/>
                </a:cubicBezTo>
                <a:cubicBezTo>
                  <a:pt x="812003" y="76104"/>
                  <a:pt x="809393" y="71285"/>
                  <a:pt x="808263" y="64897"/>
                </a:cubicBezTo>
                <a:close/>
                <a:moveTo>
                  <a:pt x="898594" y="52856"/>
                </a:moveTo>
                <a:cubicBezTo>
                  <a:pt x="898594" y="41738"/>
                  <a:pt x="901684" y="33504"/>
                  <a:pt x="907865" y="28152"/>
                </a:cubicBezTo>
                <a:cubicBezTo>
                  <a:pt x="913028" y="23705"/>
                  <a:pt x="919322" y="21481"/>
                  <a:pt x="926746" y="21481"/>
                </a:cubicBezTo>
                <a:cubicBezTo>
                  <a:pt x="935000" y="21481"/>
                  <a:pt x="941746" y="24186"/>
                  <a:pt x="946984" y="29594"/>
                </a:cubicBezTo>
                <a:cubicBezTo>
                  <a:pt x="952222" y="35002"/>
                  <a:pt x="954842" y="42473"/>
                  <a:pt x="954842" y="52008"/>
                </a:cubicBezTo>
                <a:cubicBezTo>
                  <a:pt x="954842" y="59734"/>
                  <a:pt x="953683" y="65811"/>
                  <a:pt x="951365" y="70239"/>
                </a:cubicBezTo>
                <a:cubicBezTo>
                  <a:pt x="949047" y="74667"/>
                  <a:pt x="945674" y="78106"/>
                  <a:pt x="941246" y="80556"/>
                </a:cubicBezTo>
                <a:cubicBezTo>
                  <a:pt x="936818" y="83005"/>
                  <a:pt x="931985" y="84230"/>
                  <a:pt x="926746" y="84230"/>
                </a:cubicBezTo>
                <a:cubicBezTo>
                  <a:pt x="918342" y="84230"/>
                  <a:pt x="911549" y="81535"/>
                  <a:pt x="906367" y="76146"/>
                </a:cubicBezTo>
                <a:cubicBezTo>
                  <a:pt x="901185" y="70757"/>
                  <a:pt x="898594" y="62994"/>
                  <a:pt x="898594" y="52856"/>
                </a:cubicBezTo>
                <a:moveTo>
                  <a:pt x="909052" y="52828"/>
                </a:moveTo>
                <a:cubicBezTo>
                  <a:pt x="909052" y="60487"/>
                  <a:pt x="910729" y="66223"/>
                  <a:pt x="914083" y="70034"/>
                </a:cubicBezTo>
                <a:cubicBezTo>
                  <a:pt x="917438" y="73845"/>
                  <a:pt x="921658" y="75751"/>
                  <a:pt x="926746" y="75751"/>
                </a:cubicBezTo>
                <a:cubicBezTo>
                  <a:pt x="931796" y="75751"/>
                  <a:pt x="935998" y="73836"/>
                  <a:pt x="939352" y="70006"/>
                </a:cubicBezTo>
                <a:cubicBezTo>
                  <a:pt x="942707" y="66176"/>
                  <a:pt x="944384" y="60337"/>
                  <a:pt x="944384" y="52490"/>
                </a:cubicBezTo>
                <a:cubicBezTo>
                  <a:pt x="944384" y="45093"/>
                  <a:pt x="942697" y="39489"/>
                  <a:pt x="939324" y="35678"/>
                </a:cubicBezTo>
                <a:cubicBezTo>
                  <a:pt x="935951" y="31867"/>
                  <a:pt x="931759" y="29961"/>
                  <a:pt x="926746" y="29961"/>
                </a:cubicBezTo>
                <a:cubicBezTo>
                  <a:pt x="921658" y="29961"/>
                  <a:pt x="917438" y="31857"/>
                  <a:pt x="914083" y="35649"/>
                </a:cubicBezTo>
                <a:cubicBezTo>
                  <a:pt x="910729" y="39442"/>
                  <a:pt x="909052" y="45168"/>
                  <a:pt x="909052" y="52828"/>
                </a:cubicBezTo>
                <a:close/>
                <a:moveTo>
                  <a:pt x="966775" y="82873"/>
                </a:moveTo>
                <a:lnTo>
                  <a:pt x="966775" y="22838"/>
                </a:lnTo>
                <a:lnTo>
                  <a:pt x="975933" y="22838"/>
                </a:lnTo>
                <a:lnTo>
                  <a:pt x="975933" y="31318"/>
                </a:lnTo>
                <a:cubicBezTo>
                  <a:pt x="980342" y="24760"/>
                  <a:pt x="986711" y="21481"/>
                  <a:pt x="995040" y="21481"/>
                </a:cubicBezTo>
                <a:cubicBezTo>
                  <a:pt x="998658" y="21481"/>
                  <a:pt x="1001984" y="22132"/>
                  <a:pt x="1005018" y="23432"/>
                </a:cubicBezTo>
                <a:cubicBezTo>
                  <a:pt x="1008052" y="24732"/>
                  <a:pt x="1010322" y="26437"/>
                  <a:pt x="1011830" y="28548"/>
                </a:cubicBezTo>
                <a:cubicBezTo>
                  <a:pt x="1013337" y="30658"/>
                  <a:pt x="1014392" y="33164"/>
                  <a:pt x="1014995" y="36066"/>
                </a:cubicBezTo>
                <a:cubicBezTo>
                  <a:pt x="1015372" y="37951"/>
                  <a:pt x="1015561" y="41248"/>
                  <a:pt x="1015561" y="45959"/>
                </a:cubicBezTo>
                <a:lnTo>
                  <a:pt x="1015561" y="82873"/>
                </a:lnTo>
                <a:lnTo>
                  <a:pt x="1005385" y="82873"/>
                </a:lnTo>
                <a:lnTo>
                  <a:pt x="1005385" y="46316"/>
                </a:lnTo>
                <a:cubicBezTo>
                  <a:pt x="1005385" y="42166"/>
                  <a:pt x="1004990" y="39062"/>
                  <a:pt x="1004198" y="37006"/>
                </a:cubicBezTo>
                <a:cubicBezTo>
                  <a:pt x="1003407" y="34950"/>
                  <a:pt x="1002003" y="33309"/>
                  <a:pt x="999987" y="32083"/>
                </a:cubicBezTo>
                <a:cubicBezTo>
                  <a:pt x="997970" y="30857"/>
                  <a:pt x="995606" y="30244"/>
                  <a:pt x="992892" y="30244"/>
                </a:cubicBezTo>
                <a:cubicBezTo>
                  <a:pt x="988558" y="30244"/>
                  <a:pt x="984818" y="31621"/>
                  <a:pt x="981671" y="34376"/>
                </a:cubicBezTo>
                <a:cubicBezTo>
                  <a:pt x="978524" y="37129"/>
                  <a:pt x="976951" y="42354"/>
                  <a:pt x="976951" y="50050"/>
                </a:cubicBezTo>
                <a:lnTo>
                  <a:pt x="976951" y="82873"/>
                </a:lnTo>
                <a:lnTo>
                  <a:pt x="966775" y="82873"/>
                </a:lnTo>
                <a:close/>
                <a:moveTo>
                  <a:pt x="1030943" y="82873"/>
                </a:moveTo>
                <a:lnTo>
                  <a:pt x="1030943" y="0"/>
                </a:lnTo>
                <a:lnTo>
                  <a:pt x="1041118" y="0"/>
                </a:lnTo>
                <a:lnTo>
                  <a:pt x="1041118" y="82873"/>
                </a:lnTo>
                <a:lnTo>
                  <a:pt x="1030943" y="82873"/>
                </a:lnTo>
                <a:close/>
                <a:moveTo>
                  <a:pt x="1056441" y="106051"/>
                </a:moveTo>
                <a:lnTo>
                  <a:pt x="1055311" y="96497"/>
                </a:lnTo>
                <a:cubicBezTo>
                  <a:pt x="1057534" y="97100"/>
                  <a:pt x="1059475" y="97402"/>
                  <a:pt x="1061133" y="97402"/>
                </a:cubicBezTo>
                <a:cubicBezTo>
                  <a:pt x="1063395" y="97402"/>
                  <a:pt x="1065203" y="97020"/>
                  <a:pt x="1066560" y="96257"/>
                </a:cubicBezTo>
                <a:cubicBezTo>
                  <a:pt x="1067917" y="95495"/>
                  <a:pt x="1069029" y="94427"/>
                  <a:pt x="1069895" y="93054"/>
                </a:cubicBezTo>
                <a:cubicBezTo>
                  <a:pt x="1070536" y="92025"/>
                  <a:pt x="1071573" y="89470"/>
                  <a:pt x="1073005" y="85391"/>
                </a:cubicBezTo>
                <a:cubicBezTo>
                  <a:pt x="1073193" y="84818"/>
                  <a:pt x="1073495" y="83979"/>
                  <a:pt x="1073909" y="82873"/>
                </a:cubicBezTo>
                <a:lnTo>
                  <a:pt x="1051127" y="22838"/>
                </a:lnTo>
                <a:lnTo>
                  <a:pt x="1062094" y="22838"/>
                </a:lnTo>
                <a:lnTo>
                  <a:pt x="1074588" y="57523"/>
                </a:lnTo>
                <a:cubicBezTo>
                  <a:pt x="1076208" y="61923"/>
                  <a:pt x="1077659" y="66548"/>
                  <a:pt x="1078940" y="71398"/>
                </a:cubicBezTo>
                <a:cubicBezTo>
                  <a:pt x="1080109" y="66735"/>
                  <a:pt x="1081503" y="62186"/>
                  <a:pt x="1083124" y="57749"/>
                </a:cubicBezTo>
                <a:lnTo>
                  <a:pt x="1095956" y="22838"/>
                </a:lnTo>
                <a:lnTo>
                  <a:pt x="1106131" y="22838"/>
                </a:lnTo>
                <a:lnTo>
                  <a:pt x="1083293" y="83932"/>
                </a:lnTo>
                <a:cubicBezTo>
                  <a:pt x="1080844" y="90531"/>
                  <a:pt x="1078940" y="95076"/>
                  <a:pt x="1077584" y="97564"/>
                </a:cubicBezTo>
                <a:cubicBezTo>
                  <a:pt x="1075775" y="100921"/>
                  <a:pt x="1073702" y="103381"/>
                  <a:pt x="1071365" y="104947"/>
                </a:cubicBezTo>
                <a:cubicBezTo>
                  <a:pt x="1069029" y="106512"/>
                  <a:pt x="1066240" y="107294"/>
                  <a:pt x="1062999" y="107294"/>
                </a:cubicBezTo>
                <a:cubicBezTo>
                  <a:pt x="1061039" y="107294"/>
                  <a:pt x="1058853" y="106880"/>
                  <a:pt x="1056441" y="106051"/>
                </a:cubicBezTo>
                <a:close/>
                <a:moveTo>
                  <a:pt x="1169159" y="73885"/>
                </a:moveTo>
                <a:lnTo>
                  <a:pt x="1170629" y="82873"/>
                </a:lnTo>
                <a:cubicBezTo>
                  <a:pt x="1167764" y="83401"/>
                  <a:pt x="1165202" y="83665"/>
                  <a:pt x="1162941" y="83665"/>
                </a:cubicBezTo>
                <a:cubicBezTo>
                  <a:pt x="1159247" y="83665"/>
                  <a:pt x="1156383" y="83081"/>
                  <a:pt x="1154348" y="81912"/>
                </a:cubicBezTo>
                <a:cubicBezTo>
                  <a:pt x="1152313" y="80744"/>
                  <a:pt x="1150881" y="79208"/>
                  <a:pt x="1150052" y="77305"/>
                </a:cubicBezTo>
                <a:cubicBezTo>
                  <a:pt x="1149223" y="75402"/>
                  <a:pt x="1148808" y="71398"/>
                  <a:pt x="1148808" y="65292"/>
                </a:cubicBezTo>
                <a:lnTo>
                  <a:pt x="1148808" y="30752"/>
                </a:lnTo>
                <a:lnTo>
                  <a:pt x="1141346" y="30752"/>
                </a:lnTo>
                <a:lnTo>
                  <a:pt x="1141346" y="22838"/>
                </a:lnTo>
                <a:lnTo>
                  <a:pt x="1148808" y="22838"/>
                </a:lnTo>
                <a:lnTo>
                  <a:pt x="1148808" y="7930"/>
                </a:lnTo>
                <a:lnTo>
                  <a:pt x="1158927" y="1809"/>
                </a:lnTo>
                <a:lnTo>
                  <a:pt x="1158927" y="22838"/>
                </a:lnTo>
                <a:lnTo>
                  <a:pt x="1169159" y="22838"/>
                </a:lnTo>
                <a:lnTo>
                  <a:pt x="1169159" y="30752"/>
                </a:lnTo>
                <a:lnTo>
                  <a:pt x="1158927" y="30752"/>
                </a:lnTo>
                <a:lnTo>
                  <a:pt x="1158927" y="65858"/>
                </a:lnTo>
                <a:cubicBezTo>
                  <a:pt x="1158927" y="68760"/>
                  <a:pt x="1159106" y="70625"/>
                  <a:pt x="1159464" y="71454"/>
                </a:cubicBezTo>
                <a:cubicBezTo>
                  <a:pt x="1159822" y="72283"/>
                  <a:pt x="1160406" y="72943"/>
                  <a:pt x="1161216" y="73433"/>
                </a:cubicBezTo>
                <a:cubicBezTo>
                  <a:pt x="1162027" y="73923"/>
                  <a:pt x="1163186" y="74168"/>
                  <a:pt x="1164693" y="74168"/>
                </a:cubicBezTo>
                <a:cubicBezTo>
                  <a:pt x="1165824" y="74168"/>
                  <a:pt x="1167312" y="74073"/>
                  <a:pt x="1169159" y="73885"/>
                </a:cubicBezTo>
                <a:close/>
                <a:moveTo>
                  <a:pt x="1178992" y="82873"/>
                </a:moveTo>
                <a:lnTo>
                  <a:pt x="1178992" y="22838"/>
                </a:lnTo>
                <a:lnTo>
                  <a:pt x="1188150" y="22838"/>
                </a:lnTo>
                <a:lnTo>
                  <a:pt x="1188150" y="31883"/>
                </a:lnTo>
                <a:cubicBezTo>
                  <a:pt x="1190486" y="27648"/>
                  <a:pt x="1192644" y="24856"/>
                  <a:pt x="1194622" y="23506"/>
                </a:cubicBezTo>
                <a:cubicBezTo>
                  <a:pt x="1196601" y="22156"/>
                  <a:pt x="1198777" y="21481"/>
                  <a:pt x="1201152" y="21481"/>
                </a:cubicBezTo>
                <a:cubicBezTo>
                  <a:pt x="1204581" y="21481"/>
                  <a:pt x="1208067" y="22570"/>
                  <a:pt x="1211610" y="24746"/>
                </a:cubicBezTo>
                <a:lnTo>
                  <a:pt x="1208105" y="34144"/>
                </a:lnTo>
                <a:cubicBezTo>
                  <a:pt x="1205617" y="32674"/>
                  <a:pt x="1203130" y="31940"/>
                  <a:pt x="1200643" y="31940"/>
                </a:cubicBezTo>
                <a:cubicBezTo>
                  <a:pt x="1198419" y="31940"/>
                  <a:pt x="1196422" y="32610"/>
                  <a:pt x="1194651" y="33950"/>
                </a:cubicBezTo>
                <a:cubicBezTo>
                  <a:pt x="1192879" y="35289"/>
                  <a:pt x="1191617" y="37147"/>
                  <a:pt x="1190863" y="39523"/>
                </a:cubicBezTo>
                <a:cubicBezTo>
                  <a:pt x="1189732" y="43145"/>
                  <a:pt x="1189167" y="47106"/>
                  <a:pt x="1189167" y="51407"/>
                </a:cubicBezTo>
                <a:lnTo>
                  <a:pt x="1189167" y="82873"/>
                </a:lnTo>
                <a:lnTo>
                  <a:pt x="1178992" y="82873"/>
                </a:lnTo>
                <a:close/>
                <a:moveTo>
                  <a:pt x="1257014" y="82873"/>
                </a:moveTo>
                <a:lnTo>
                  <a:pt x="1257014" y="74055"/>
                </a:lnTo>
                <a:cubicBezTo>
                  <a:pt x="1252341" y="80838"/>
                  <a:pt x="1245991" y="84230"/>
                  <a:pt x="1237963" y="84230"/>
                </a:cubicBezTo>
                <a:cubicBezTo>
                  <a:pt x="1234421" y="84230"/>
                  <a:pt x="1231114" y="83552"/>
                  <a:pt x="1228042" y="82195"/>
                </a:cubicBezTo>
                <a:cubicBezTo>
                  <a:pt x="1224971" y="80838"/>
                  <a:pt x="1222691" y="79133"/>
                  <a:pt x="1221202" y="77079"/>
                </a:cubicBezTo>
                <a:cubicBezTo>
                  <a:pt x="1219714" y="75025"/>
                  <a:pt x="1218668" y="72509"/>
                  <a:pt x="1218065" y="69532"/>
                </a:cubicBezTo>
                <a:cubicBezTo>
                  <a:pt x="1217650" y="67535"/>
                  <a:pt x="1217443" y="64369"/>
                  <a:pt x="1217443" y="60035"/>
                </a:cubicBezTo>
                <a:lnTo>
                  <a:pt x="1217443" y="22838"/>
                </a:lnTo>
                <a:lnTo>
                  <a:pt x="1227618" y="22838"/>
                </a:lnTo>
                <a:lnTo>
                  <a:pt x="1227618" y="56135"/>
                </a:lnTo>
                <a:cubicBezTo>
                  <a:pt x="1227618" y="61448"/>
                  <a:pt x="1227826" y="65029"/>
                  <a:pt x="1228240" y="66875"/>
                </a:cubicBezTo>
                <a:cubicBezTo>
                  <a:pt x="1228881" y="69551"/>
                  <a:pt x="1230238" y="71652"/>
                  <a:pt x="1232310" y="73178"/>
                </a:cubicBezTo>
                <a:cubicBezTo>
                  <a:pt x="1234383" y="74705"/>
                  <a:pt x="1236946" y="75468"/>
                  <a:pt x="1239999" y="75468"/>
                </a:cubicBezTo>
                <a:cubicBezTo>
                  <a:pt x="1243051" y="75468"/>
                  <a:pt x="1245915" y="74686"/>
                  <a:pt x="1248591" y="73122"/>
                </a:cubicBezTo>
                <a:cubicBezTo>
                  <a:pt x="1251267" y="71558"/>
                  <a:pt x="1253161" y="69429"/>
                  <a:pt x="1254272" y="66734"/>
                </a:cubicBezTo>
                <a:cubicBezTo>
                  <a:pt x="1255384" y="64039"/>
                  <a:pt x="1255940" y="60129"/>
                  <a:pt x="1255940" y="55004"/>
                </a:cubicBezTo>
                <a:lnTo>
                  <a:pt x="1255940" y="22838"/>
                </a:lnTo>
                <a:lnTo>
                  <a:pt x="1266115" y="22838"/>
                </a:lnTo>
                <a:lnTo>
                  <a:pt x="1266115" y="82873"/>
                </a:lnTo>
                <a:lnTo>
                  <a:pt x="1257014" y="82873"/>
                </a:lnTo>
                <a:close/>
                <a:moveTo>
                  <a:pt x="1323160" y="63540"/>
                </a:moveTo>
                <a:lnTo>
                  <a:pt x="1333675" y="64840"/>
                </a:lnTo>
                <a:cubicBezTo>
                  <a:pt x="1332016" y="70983"/>
                  <a:pt x="1328945" y="75751"/>
                  <a:pt x="1324460" y="79142"/>
                </a:cubicBezTo>
                <a:cubicBezTo>
                  <a:pt x="1319975" y="82534"/>
                  <a:pt x="1314247" y="84230"/>
                  <a:pt x="1307275" y="84230"/>
                </a:cubicBezTo>
                <a:cubicBezTo>
                  <a:pt x="1298494" y="84230"/>
                  <a:pt x="1291531" y="81526"/>
                  <a:pt x="1286387" y="76118"/>
                </a:cubicBezTo>
                <a:cubicBezTo>
                  <a:pt x="1281243" y="70710"/>
                  <a:pt x="1278671" y="63125"/>
                  <a:pt x="1278671" y="53365"/>
                </a:cubicBezTo>
                <a:cubicBezTo>
                  <a:pt x="1278671" y="43264"/>
                  <a:pt x="1281271" y="35426"/>
                  <a:pt x="1286472" y="29848"/>
                </a:cubicBezTo>
                <a:cubicBezTo>
                  <a:pt x="1291673" y="24270"/>
                  <a:pt x="1298419" y="21481"/>
                  <a:pt x="1306710" y="21481"/>
                </a:cubicBezTo>
                <a:cubicBezTo>
                  <a:pt x="1314737" y="21481"/>
                  <a:pt x="1321295" y="24210"/>
                  <a:pt x="1326382" y="29666"/>
                </a:cubicBezTo>
                <a:cubicBezTo>
                  <a:pt x="1331470" y="35121"/>
                  <a:pt x="1334014" y="42796"/>
                  <a:pt x="1334014" y="52692"/>
                </a:cubicBezTo>
                <a:cubicBezTo>
                  <a:pt x="1334014" y="53293"/>
                  <a:pt x="1333995" y="54196"/>
                  <a:pt x="1333957" y="55400"/>
                </a:cubicBezTo>
                <a:lnTo>
                  <a:pt x="1289185" y="55400"/>
                </a:lnTo>
                <a:cubicBezTo>
                  <a:pt x="1289562" y="61976"/>
                  <a:pt x="1291428" y="67012"/>
                  <a:pt x="1294782" y="70507"/>
                </a:cubicBezTo>
                <a:cubicBezTo>
                  <a:pt x="1298136" y="74003"/>
                  <a:pt x="1302319" y="75751"/>
                  <a:pt x="1307332" y="75751"/>
                </a:cubicBezTo>
                <a:cubicBezTo>
                  <a:pt x="1311063" y="75751"/>
                  <a:pt x="1314247" y="74780"/>
                  <a:pt x="1316885" y="72839"/>
                </a:cubicBezTo>
                <a:cubicBezTo>
                  <a:pt x="1319523" y="70897"/>
                  <a:pt x="1321615" y="67797"/>
                  <a:pt x="1323160" y="63540"/>
                </a:cubicBezTo>
                <a:moveTo>
                  <a:pt x="1289751" y="46920"/>
                </a:moveTo>
                <a:lnTo>
                  <a:pt x="1323273" y="46920"/>
                </a:lnTo>
                <a:cubicBezTo>
                  <a:pt x="1322821" y="41953"/>
                  <a:pt x="1321539" y="38227"/>
                  <a:pt x="1319429" y="35743"/>
                </a:cubicBezTo>
                <a:cubicBezTo>
                  <a:pt x="1316188" y="31888"/>
                  <a:pt x="1311986" y="29961"/>
                  <a:pt x="1306823" y="29961"/>
                </a:cubicBezTo>
                <a:cubicBezTo>
                  <a:pt x="1302150" y="29961"/>
                  <a:pt x="1298221" y="31500"/>
                  <a:pt x="1295036" y="34577"/>
                </a:cubicBezTo>
                <a:cubicBezTo>
                  <a:pt x="1291852" y="37653"/>
                  <a:pt x="1290090" y="41768"/>
                  <a:pt x="1289751" y="46920"/>
                </a:cubicBez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assertions,anddoesnot">
            <a:extLst xmlns:a="http://schemas.openxmlformats.org/drawingml/2006/main">
              <a:ext uri="{FF2B5EF4-FFF2-40B4-BE49-F238E27FC236}">
                <a16:creationId xmlns:a16="http://schemas.microsoft.com/office/drawing/2014/main" id="{C3CBAF54-2C18-427B-8D1D-FC9AC8F0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145" y="624821"/>
            <a:ext cx="1256504" cy="99267"/>
          </a:xfrm>
          <a:custGeom xmlns:a="http://schemas.openxmlformats.org/drawingml/2006/main">
            <a:pathLst>
              <a:path w="1256504" h="99267">
                <a:moveTo>
                  <a:pt x="42624" y="75461"/>
                </a:moveTo>
                <a:cubicBezTo>
                  <a:pt x="38855" y="78667"/>
                  <a:pt x="35228" y="80930"/>
                  <a:pt x="31742" y="82250"/>
                </a:cubicBezTo>
                <a:cubicBezTo>
                  <a:pt x="28256" y="83570"/>
                  <a:pt x="24515" y="84230"/>
                  <a:pt x="20520" y="84230"/>
                </a:cubicBezTo>
                <a:cubicBezTo>
                  <a:pt x="13925" y="84230"/>
                  <a:pt x="8856" y="82618"/>
                  <a:pt x="5314" y="79393"/>
                </a:cubicBezTo>
                <a:cubicBezTo>
                  <a:pt x="1771" y="76169"/>
                  <a:pt x="0" y="72048"/>
                  <a:pt x="0" y="67033"/>
                </a:cubicBezTo>
                <a:cubicBezTo>
                  <a:pt x="0" y="64092"/>
                  <a:pt x="669" y="61405"/>
                  <a:pt x="2007" y="58973"/>
                </a:cubicBezTo>
                <a:cubicBezTo>
                  <a:pt x="3345" y="56540"/>
                  <a:pt x="5097" y="54588"/>
                  <a:pt x="7264" y="53117"/>
                </a:cubicBezTo>
                <a:cubicBezTo>
                  <a:pt x="9431" y="51646"/>
                  <a:pt x="11871" y="50534"/>
                  <a:pt x="14585" y="49780"/>
                </a:cubicBezTo>
                <a:cubicBezTo>
                  <a:pt x="16582" y="49251"/>
                  <a:pt x="19597" y="48742"/>
                  <a:pt x="23630" y="48252"/>
                </a:cubicBezTo>
                <a:cubicBezTo>
                  <a:pt x="31845" y="47279"/>
                  <a:pt x="37894" y="46119"/>
                  <a:pt x="41776" y="44772"/>
                </a:cubicBezTo>
                <a:cubicBezTo>
                  <a:pt x="41814" y="43383"/>
                  <a:pt x="41832" y="42501"/>
                  <a:pt x="41832" y="42126"/>
                </a:cubicBezTo>
                <a:cubicBezTo>
                  <a:pt x="41832" y="37995"/>
                  <a:pt x="40871" y="35086"/>
                  <a:pt x="38949" y="33397"/>
                </a:cubicBezTo>
                <a:cubicBezTo>
                  <a:pt x="36349" y="31106"/>
                  <a:pt x="32486" y="29961"/>
                  <a:pt x="27361" y="29961"/>
                </a:cubicBezTo>
                <a:cubicBezTo>
                  <a:pt x="22574" y="29961"/>
                  <a:pt x="19041" y="30800"/>
                  <a:pt x="16761" y="32477"/>
                </a:cubicBezTo>
                <a:cubicBezTo>
                  <a:pt x="14481" y="34154"/>
                  <a:pt x="12795" y="37122"/>
                  <a:pt x="11702" y="41380"/>
                </a:cubicBezTo>
                <a:lnTo>
                  <a:pt x="1752" y="40023"/>
                </a:lnTo>
                <a:cubicBezTo>
                  <a:pt x="2657" y="35752"/>
                  <a:pt x="4146" y="32302"/>
                  <a:pt x="6218" y="29675"/>
                </a:cubicBezTo>
                <a:cubicBezTo>
                  <a:pt x="8291" y="27047"/>
                  <a:pt x="11287" y="25025"/>
                  <a:pt x="15207" y="23608"/>
                </a:cubicBezTo>
                <a:cubicBezTo>
                  <a:pt x="19126" y="22190"/>
                  <a:pt x="23667" y="21481"/>
                  <a:pt x="28830" y="21481"/>
                </a:cubicBezTo>
                <a:cubicBezTo>
                  <a:pt x="33956" y="21481"/>
                  <a:pt x="38120" y="22084"/>
                  <a:pt x="41324" y="23290"/>
                </a:cubicBezTo>
                <a:cubicBezTo>
                  <a:pt x="44527" y="24496"/>
                  <a:pt x="46882" y="26013"/>
                  <a:pt x="48390" y="27841"/>
                </a:cubicBezTo>
                <a:cubicBezTo>
                  <a:pt x="49897" y="29669"/>
                  <a:pt x="50953" y="31977"/>
                  <a:pt x="51556" y="34766"/>
                </a:cubicBezTo>
                <a:cubicBezTo>
                  <a:pt x="51895" y="36500"/>
                  <a:pt x="52064" y="39628"/>
                  <a:pt x="52064" y="44150"/>
                </a:cubicBezTo>
                <a:lnTo>
                  <a:pt x="52064" y="57717"/>
                </a:lnTo>
                <a:cubicBezTo>
                  <a:pt x="52064" y="67177"/>
                  <a:pt x="52281" y="73160"/>
                  <a:pt x="52714" y="75666"/>
                </a:cubicBezTo>
                <a:cubicBezTo>
                  <a:pt x="53148" y="78172"/>
                  <a:pt x="54005" y="80574"/>
                  <a:pt x="55287" y="82873"/>
                </a:cubicBezTo>
                <a:lnTo>
                  <a:pt x="44659" y="82873"/>
                </a:lnTo>
                <a:cubicBezTo>
                  <a:pt x="43604" y="80761"/>
                  <a:pt x="42925" y="78290"/>
                  <a:pt x="42624" y="75461"/>
                </a:cubicBezTo>
                <a:moveTo>
                  <a:pt x="41776" y="52686"/>
                </a:moveTo>
                <a:cubicBezTo>
                  <a:pt x="38083" y="54207"/>
                  <a:pt x="32543" y="55499"/>
                  <a:pt x="25156" y="56562"/>
                </a:cubicBezTo>
                <a:cubicBezTo>
                  <a:pt x="20973" y="57167"/>
                  <a:pt x="18014" y="57849"/>
                  <a:pt x="16281" y="58606"/>
                </a:cubicBezTo>
                <a:cubicBezTo>
                  <a:pt x="14547" y="59362"/>
                  <a:pt x="13209" y="60469"/>
                  <a:pt x="12267" y="61927"/>
                </a:cubicBezTo>
                <a:cubicBezTo>
                  <a:pt x="11325" y="63384"/>
                  <a:pt x="10854" y="65002"/>
                  <a:pt x="10854" y="66780"/>
                </a:cubicBezTo>
                <a:cubicBezTo>
                  <a:pt x="10854" y="69504"/>
                  <a:pt x="11881" y="71775"/>
                  <a:pt x="13935" y="73592"/>
                </a:cubicBezTo>
                <a:cubicBezTo>
                  <a:pt x="15989" y="75408"/>
                  <a:pt x="18994" y="76316"/>
                  <a:pt x="22951" y="76316"/>
                </a:cubicBezTo>
                <a:cubicBezTo>
                  <a:pt x="26871" y="76316"/>
                  <a:pt x="30357" y="75454"/>
                  <a:pt x="33409" y="73731"/>
                </a:cubicBezTo>
                <a:cubicBezTo>
                  <a:pt x="36462" y="72008"/>
                  <a:pt x="38704" y="69651"/>
                  <a:pt x="40136" y="66660"/>
                </a:cubicBezTo>
                <a:cubicBezTo>
                  <a:pt x="41229" y="64349"/>
                  <a:pt x="41776" y="60941"/>
                  <a:pt x="41776" y="56435"/>
                </a:cubicBezTo>
                <a:lnTo>
                  <a:pt x="41776" y="52686"/>
                </a:lnTo>
                <a:close/>
                <a:moveTo>
                  <a:pt x="63772" y="64897"/>
                </a:moveTo>
                <a:lnTo>
                  <a:pt x="73834" y="63314"/>
                </a:lnTo>
                <a:cubicBezTo>
                  <a:pt x="74399" y="67329"/>
                  <a:pt x="75973" y="70405"/>
                  <a:pt x="78554" y="72544"/>
                </a:cubicBezTo>
                <a:cubicBezTo>
                  <a:pt x="81136" y="74682"/>
                  <a:pt x="84744" y="75751"/>
                  <a:pt x="89380" y="75751"/>
                </a:cubicBezTo>
                <a:cubicBezTo>
                  <a:pt x="94053" y="75751"/>
                  <a:pt x="97520" y="74807"/>
                  <a:pt x="99781" y="72919"/>
                </a:cubicBezTo>
                <a:cubicBezTo>
                  <a:pt x="102043" y="71030"/>
                  <a:pt x="103173" y="68814"/>
                  <a:pt x="103173" y="66273"/>
                </a:cubicBezTo>
                <a:cubicBezTo>
                  <a:pt x="103173" y="63992"/>
                  <a:pt x="102175" y="62197"/>
                  <a:pt x="100177" y="60888"/>
                </a:cubicBezTo>
                <a:cubicBezTo>
                  <a:pt x="98783" y="59991"/>
                  <a:pt x="95316" y="58850"/>
                  <a:pt x="89776" y="57467"/>
                </a:cubicBezTo>
                <a:cubicBezTo>
                  <a:pt x="82314" y="55581"/>
                  <a:pt x="77141" y="53950"/>
                  <a:pt x="74258" y="52573"/>
                </a:cubicBezTo>
                <a:cubicBezTo>
                  <a:pt x="71375" y="51196"/>
                  <a:pt x="69189" y="49291"/>
                  <a:pt x="67700" y="46858"/>
                </a:cubicBezTo>
                <a:cubicBezTo>
                  <a:pt x="66212" y="44425"/>
                  <a:pt x="65468" y="41738"/>
                  <a:pt x="65468" y="38796"/>
                </a:cubicBezTo>
                <a:cubicBezTo>
                  <a:pt x="65468" y="36118"/>
                  <a:pt x="66080" y="33637"/>
                  <a:pt x="67305" y="31355"/>
                </a:cubicBezTo>
                <a:cubicBezTo>
                  <a:pt x="68530" y="29072"/>
                  <a:pt x="70197" y="27177"/>
                  <a:pt x="72308" y="25668"/>
                </a:cubicBezTo>
                <a:cubicBezTo>
                  <a:pt x="73891" y="24499"/>
                  <a:pt x="76048" y="23509"/>
                  <a:pt x="78780" y="22699"/>
                </a:cubicBezTo>
                <a:cubicBezTo>
                  <a:pt x="81513" y="21887"/>
                  <a:pt x="84443" y="21481"/>
                  <a:pt x="87571" y="21481"/>
                </a:cubicBezTo>
                <a:cubicBezTo>
                  <a:pt x="92282" y="21481"/>
                  <a:pt x="96418" y="22165"/>
                  <a:pt x="99979" y="23531"/>
                </a:cubicBezTo>
                <a:cubicBezTo>
                  <a:pt x="103541" y="24896"/>
                  <a:pt x="106169" y="26745"/>
                  <a:pt x="107865" y="29080"/>
                </a:cubicBezTo>
                <a:cubicBezTo>
                  <a:pt x="109561" y="31413"/>
                  <a:pt x="110729" y="34533"/>
                  <a:pt x="111370" y="38441"/>
                </a:cubicBezTo>
                <a:lnTo>
                  <a:pt x="101421" y="39797"/>
                </a:lnTo>
                <a:cubicBezTo>
                  <a:pt x="100969" y="36707"/>
                  <a:pt x="99659" y="34295"/>
                  <a:pt x="97492" y="32561"/>
                </a:cubicBezTo>
                <a:cubicBezTo>
                  <a:pt x="95325" y="30828"/>
                  <a:pt x="92263" y="29961"/>
                  <a:pt x="88306" y="29961"/>
                </a:cubicBezTo>
                <a:cubicBezTo>
                  <a:pt x="83633" y="29961"/>
                  <a:pt x="80297" y="30730"/>
                  <a:pt x="78300" y="32268"/>
                </a:cubicBezTo>
                <a:cubicBezTo>
                  <a:pt x="76303" y="33805"/>
                  <a:pt x="75304" y="35605"/>
                  <a:pt x="75304" y="37669"/>
                </a:cubicBezTo>
                <a:cubicBezTo>
                  <a:pt x="75304" y="38981"/>
                  <a:pt x="75718" y="40162"/>
                  <a:pt x="76547" y="41212"/>
                </a:cubicBezTo>
                <a:cubicBezTo>
                  <a:pt x="77377" y="42299"/>
                  <a:pt x="78677" y="43199"/>
                  <a:pt x="80448" y="43912"/>
                </a:cubicBezTo>
                <a:cubicBezTo>
                  <a:pt x="81466" y="44287"/>
                  <a:pt x="84462" y="45150"/>
                  <a:pt x="89436" y="46500"/>
                </a:cubicBezTo>
                <a:cubicBezTo>
                  <a:pt x="96635" y="48421"/>
                  <a:pt x="101656" y="49993"/>
                  <a:pt x="104502" y="51216"/>
                </a:cubicBezTo>
                <a:cubicBezTo>
                  <a:pt x="107347" y="52440"/>
                  <a:pt x="109580" y="54220"/>
                  <a:pt x="111201" y="56555"/>
                </a:cubicBezTo>
                <a:cubicBezTo>
                  <a:pt x="112821" y="58889"/>
                  <a:pt x="113631" y="61788"/>
                  <a:pt x="113631" y="65252"/>
                </a:cubicBezTo>
                <a:cubicBezTo>
                  <a:pt x="113631" y="68641"/>
                  <a:pt x="112642" y="71833"/>
                  <a:pt x="110663" y="74827"/>
                </a:cubicBezTo>
                <a:cubicBezTo>
                  <a:pt x="108685" y="77819"/>
                  <a:pt x="105830" y="80135"/>
                  <a:pt x="102099" y="81773"/>
                </a:cubicBezTo>
                <a:cubicBezTo>
                  <a:pt x="98368" y="83411"/>
                  <a:pt x="94147" y="84230"/>
                  <a:pt x="89436" y="84230"/>
                </a:cubicBezTo>
                <a:cubicBezTo>
                  <a:pt x="81635" y="84230"/>
                  <a:pt x="75690" y="82605"/>
                  <a:pt x="71601" y="79354"/>
                </a:cubicBezTo>
                <a:cubicBezTo>
                  <a:pt x="67512" y="76104"/>
                  <a:pt x="64902" y="71285"/>
                  <a:pt x="63772" y="64897"/>
                </a:cubicBezTo>
                <a:close/>
                <a:moveTo>
                  <a:pt x="121659" y="64897"/>
                </a:moveTo>
                <a:lnTo>
                  <a:pt x="131721" y="63314"/>
                </a:lnTo>
                <a:cubicBezTo>
                  <a:pt x="132286" y="67329"/>
                  <a:pt x="133860" y="70405"/>
                  <a:pt x="136441" y="72544"/>
                </a:cubicBezTo>
                <a:cubicBezTo>
                  <a:pt x="139023" y="74682"/>
                  <a:pt x="142631" y="75751"/>
                  <a:pt x="147267" y="75751"/>
                </a:cubicBezTo>
                <a:cubicBezTo>
                  <a:pt x="151940" y="75751"/>
                  <a:pt x="155407" y="74807"/>
                  <a:pt x="157668" y="72919"/>
                </a:cubicBezTo>
                <a:cubicBezTo>
                  <a:pt x="159930" y="71030"/>
                  <a:pt x="161060" y="68814"/>
                  <a:pt x="161060" y="66273"/>
                </a:cubicBezTo>
                <a:cubicBezTo>
                  <a:pt x="161060" y="63992"/>
                  <a:pt x="160061" y="62197"/>
                  <a:pt x="158064" y="60888"/>
                </a:cubicBezTo>
                <a:cubicBezTo>
                  <a:pt x="156670" y="59991"/>
                  <a:pt x="153202" y="58850"/>
                  <a:pt x="147663" y="57467"/>
                </a:cubicBezTo>
                <a:cubicBezTo>
                  <a:pt x="140201" y="55581"/>
                  <a:pt x="135028" y="53950"/>
                  <a:pt x="132145" y="52573"/>
                </a:cubicBezTo>
                <a:cubicBezTo>
                  <a:pt x="129262" y="51196"/>
                  <a:pt x="127076" y="49291"/>
                  <a:pt x="125587" y="46858"/>
                </a:cubicBezTo>
                <a:cubicBezTo>
                  <a:pt x="124099" y="44425"/>
                  <a:pt x="123355" y="41738"/>
                  <a:pt x="123355" y="38796"/>
                </a:cubicBezTo>
                <a:cubicBezTo>
                  <a:pt x="123355" y="36118"/>
                  <a:pt x="123967" y="33637"/>
                  <a:pt x="125192" y="31355"/>
                </a:cubicBezTo>
                <a:cubicBezTo>
                  <a:pt x="126417" y="29072"/>
                  <a:pt x="128084" y="27177"/>
                  <a:pt x="130195" y="25668"/>
                </a:cubicBezTo>
                <a:cubicBezTo>
                  <a:pt x="131778" y="24499"/>
                  <a:pt x="133935" y="23509"/>
                  <a:pt x="136667" y="22699"/>
                </a:cubicBezTo>
                <a:cubicBezTo>
                  <a:pt x="139400" y="21887"/>
                  <a:pt x="142330" y="21481"/>
                  <a:pt x="145458" y="21481"/>
                </a:cubicBezTo>
                <a:cubicBezTo>
                  <a:pt x="150169" y="21481"/>
                  <a:pt x="154305" y="22165"/>
                  <a:pt x="157866" y="23531"/>
                </a:cubicBezTo>
                <a:cubicBezTo>
                  <a:pt x="161428" y="24896"/>
                  <a:pt x="164056" y="26745"/>
                  <a:pt x="165752" y="29080"/>
                </a:cubicBezTo>
                <a:cubicBezTo>
                  <a:pt x="167448" y="31413"/>
                  <a:pt x="168616" y="34533"/>
                  <a:pt x="169257" y="38441"/>
                </a:cubicBezTo>
                <a:lnTo>
                  <a:pt x="159308" y="39797"/>
                </a:lnTo>
                <a:cubicBezTo>
                  <a:pt x="158856" y="36707"/>
                  <a:pt x="157546" y="34295"/>
                  <a:pt x="155379" y="32561"/>
                </a:cubicBezTo>
                <a:cubicBezTo>
                  <a:pt x="153212" y="30828"/>
                  <a:pt x="150150" y="29961"/>
                  <a:pt x="146193" y="29961"/>
                </a:cubicBezTo>
                <a:cubicBezTo>
                  <a:pt x="141520" y="29961"/>
                  <a:pt x="138184" y="30730"/>
                  <a:pt x="136187" y="32268"/>
                </a:cubicBezTo>
                <a:cubicBezTo>
                  <a:pt x="134189" y="33805"/>
                  <a:pt x="133191" y="35605"/>
                  <a:pt x="133191" y="37669"/>
                </a:cubicBezTo>
                <a:cubicBezTo>
                  <a:pt x="133191" y="38981"/>
                  <a:pt x="133605" y="40162"/>
                  <a:pt x="134434" y="41212"/>
                </a:cubicBezTo>
                <a:cubicBezTo>
                  <a:pt x="135264" y="42299"/>
                  <a:pt x="136564" y="43199"/>
                  <a:pt x="138335" y="43912"/>
                </a:cubicBezTo>
                <a:cubicBezTo>
                  <a:pt x="139353" y="44287"/>
                  <a:pt x="142349" y="45150"/>
                  <a:pt x="147323" y="46500"/>
                </a:cubicBezTo>
                <a:cubicBezTo>
                  <a:pt x="154522" y="48421"/>
                  <a:pt x="159543" y="49993"/>
                  <a:pt x="162389" y="51216"/>
                </a:cubicBezTo>
                <a:cubicBezTo>
                  <a:pt x="165234" y="52440"/>
                  <a:pt x="167467" y="54220"/>
                  <a:pt x="169087" y="56555"/>
                </a:cubicBezTo>
                <a:cubicBezTo>
                  <a:pt x="170708" y="58889"/>
                  <a:pt x="171518" y="61788"/>
                  <a:pt x="171518" y="65252"/>
                </a:cubicBezTo>
                <a:cubicBezTo>
                  <a:pt x="171518" y="68641"/>
                  <a:pt x="170529" y="71833"/>
                  <a:pt x="168550" y="74827"/>
                </a:cubicBezTo>
                <a:cubicBezTo>
                  <a:pt x="166572" y="77819"/>
                  <a:pt x="163717" y="80135"/>
                  <a:pt x="159986" y="81773"/>
                </a:cubicBezTo>
                <a:cubicBezTo>
                  <a:pt x="156255" y="83411"/>
                  <a:pt x="152034" y="84230"/>
                  <a:pt x="147323" y="84230"/>
                </a:cubicBezTo>
                <a:cubicBezTo>
                  <a:pt x="139522" y="84230"/>
                  <a:pt x="133577" y="82605"/>
                  <a:pt x="129488" y="79354"/>
                </a:cubicBezTo>
                <a:cubicBezTo>
                  <a:pt x="125399" y="76104"/>
                  <a:pt x="122789" y="71285"/>
                  <a:pt x="121659" y="64897"/>
                </a:cubicBezTo>
                <a:close/>
                <a:moveTo>
                  <a:pt x="224713" y="63540"/>
                </a:moveTo>
                <a:lnTo>
                  <a:pt x="235228" y="64840"/>
                </a:lnTo>
                <a:cubicBezTo>
                  <a:pt x="233570" y="70983"/>
                  <a:pt x="230498" y="75751"/>
                  <a:pt x="226013" y="79142"/>
                </a:cubicBezTo>
                <a:cubicBezTo>
                  <a:pt x="221529" y="82534"/>
                  <a:pt x="215800" y="84230"/>
                  <a:pt x="208828" y="84230"/>
                </a:cubicBezTo>
                <a:cubicBezTo>
                  <a:pt x="200047" y="84230"/>
                  <a:pt x="193085" y="81526"/>
                  <a:pt x="187940" y="76118"/>
                </a:cubicBezTo>
                <a:cubicBezTo>
                  <a:pt x="182796" y="70710"/>
                  <a:pt x="180224" y="63125"/>
                  <a:pt x="180224" y="53365"/>
                </a:cubicBezTo>
                <a:cubicBezTo>
                  <a:pt x="180224" y="43264"/>
                  <a:pt x="182824" y="35426"/>
                  <a:pt x="188025" y="29848"/>
                </a:cubicBezTo>
                <a:cubicBezTo>
                  <a:pt x="193226" y="24270"/>
                  <a:pt x="199972" y="21481"/>
                  <a:pt x="208263" y="21481"/>
                </a:cubicBezTo>
                <a:cubicBezTo>
                  <a:pt x="216290" y="21481"/>
                  <a:pt x="222848" y="24210"/>
                  <a:pt x="227935" y="29666"/>
                </a:cubicBezTo>
                <a:cubicBezTo>
                  <a:pt x="233023" y="35121"/>
                  <a:pt x="235567" y="42796"/>
                  <a:pt x="235567" y="52692"/>
                </a:cubicBezTo>
                <a:cubicBezTo>
                  <a:pt x="235567" y="53293"/>
                  <a:pt x="235548" y="54196"/>
                  <a:pt x="235511" y="55400"/>
                </a:cubicBezTo>
                <a:lnTo>
                  <a:pt x="190739" y="55400"/>
                </a:lnTo>
                <a:cubicBezTo>
                  <a:pt x="191115" y="61976"/>
                  <a:pt x="192981" y="67012"/>
                  <a:pt x="196335" y="70507"/>
                </a:cubicBezTo>
                <a:cubicBezTo>
                  <a:pt x="199689" y="74003"/>
                  <a:pt x="203872" y="75751"/>
                  <a:pt x="208885" y="75751"/>
                </a:cubicBezTo>
                <a:cubicBezTo>
                  <a:pt x="212616" y="75751"/>
                  <a:pt x="215800" y="74780"/>
                  <a:pt x="218438" y="72839"/>
                </a:cubicBezTo>
                <a:cubicBezTo>
                  <a:pt x="221076" y="70897"/>
                  <a:pt x="223168" y="67797"/>
                  <a:pt x="224713" y="63540"/>
                </a:cubicBezTo>
                <a:moveTo>
                  <a:pt x="191304" y="46920"/>
                </a:moveTo>
                <a:lnTo>
                  <a:pt x="224826" y="46920"/>
                </a:lnTo>
                <a:cubicBezTo>
                  <a:pt x="224374" y="41953"/>
                  <a:pt x="223093" y="38227"/>
                  <a:pt x="220982" y="35743"/>
                </a:cubicBezTo>
                <a:cubicBezTo>
                  <a:pt x="217741" y="31888"/>
                  <a:pt x="213539" y="29961"/>
                  <a:pt x="208376" y="29961"/>
                </a:cubicBezTo>
                <a:cubicBezTo>
                  <a:pt x="203703" y="29961"/>
                  <a:pt x="199774" y="31500"/>
                  <a:pt x="196589" y="34577"/>
                </a:cubicBezTo>
                <a:cubicBezTo>
                  <a:pt x="193405" y="37653"/>
                  <a:pt x="191643" y="41768"/>
                  <a:pt x="191304" y="46920"/>
                </a:cubicBezTo>
                <a:close/>
                <a:moveTo>
                  <a:pt x="247896" y="82873"/>
                </a:moveTo>
                <a:lnTo>
                  <a:pt x="247896" y="22838"/>
                </a:lnTo>
                <a:lnTo>
                  <a:pt x="257054" y="22838"/>
                </a:lnTo>
                <a:lnTo>
                  <a:pt x="257054" y="31883"/>
                </a:lnTo>
                <a:cubicBezTo>
                  <a:pt x="259391" y="27648"/>
                  <a:pt x="261548" y="24856"/>
                  <a:pt x="263527" y="23506"/>
                </a:cubicBezTo>
                <a:cubicBezTo>
                  <a:pt x="265505" y="22156"/>
                  <a:pt x="267682" y="21481"/>
                  <a:pt x="270056" y="21481"/>
                </a:cubicBezTo>
                <a:cubicBezTo>
                  <a:pt x="273486" y="21481"/>
                  <a:pt x="276972" y="22570"/>
                  <a:pt x="280514" y="24746"/>
                </a:cubicBezTo>
                <a:lnTo>
                  <a:pt x="277009" y="34144"/>
                </a:lnTo>
                <a:cubicBezTo>
                  <a:pt x="274522" y="32674"/>
                  <a:pt x="272035" y="31940"/>
                  <a:pt x="269547" y="31940"/>
                </a:cubicBezTo>
                <a:cubicBezTo>
                  <a:pt x="267324" y="31940"/>
                  <a:pt x="265326" y="32610"/>
                  <a:pt x="263555" y="33950"/>
                </a:cubicBezTo>
                <a:cubicBezTo>
                  <a:pt x="261784" y="35289"/>
                  <a:pt x="260521" y="37147"/>
                  <a:pt x="259767" y="39523"/>
                </a:cubicBezTo>
                <a:cubicBezTo>
                  <a:pt x="258637" y="43145"/>
                  <a:pt x="258072" y="47106"/>
                  <a:pt x="258072" y="51407"/>
                </a:cubicBezTo>
                <a:lnTo>
                  <a:pt x="258072" y="82873"/>
                </a:lnTo>
                <a:lnTo>
                  <a:pt x="247896" y="82873"/>
                </a:lnTo>
                <a:close/>
                <a:moveTo>
                  <a:pt x="308790" y="73885"/>
                </a:moveTo>
                <a:lnTo>
                  <a:pt x="310260" y="82873"/>
                </a:lnTo>
                <a:cubicBezTo>
                  <a:pt x="307395" y="83401"/>
                  <a:pt x="304833" y="83665"/>
                  <a:pt x="302572" y="83665"/>
                </a:cubicBezTo>
                <a:cubicBezTo>
                  <a:pt x="298878" y="83665"/>
                  <a:pt x="296014" y="83081"/>
                  <a:pt x="293979" y="81912"/>
                </a:cubicBezTo>
                <a:cubicBezTo>
                  <a:pt x="291944" y="80744"/>
                  <a:pt x="290512" y="79208"/>
                  <a:pt x="289683" y="77305"/>
                </a:cubicBezTo>
                <a:cubicBezTo>
                  <a:pt x="288853" y="75402"/>
                  <a:pt x="288439" y="71398"/>
                  <a:pt x="288439" y="65292"/>
                </a:cubicBezTo>
                <a:lnTo>
                  <a:pt x="288439" y="30752"/>
                </a:lnTo>
                <a:lnTo>
                  <a:pt x="280977" y="30752"/>
                </a:lnTo>
                <a:lnTo>
                  <a:pt x="280977" y="22838"/>
                </a:lnTo>
                <a:lnTo>
                  <a:pt x="288439" y="22838"/>
                </a:lnTo>
                <a:lnTo>
                  <a:pt x="288439" y="7930"/>
                </a:lnTo>
                <a:lnTo>
                  <a:pt x="298558" y="1809"/>
                </a:lnTo>
                <a:lnTo>
                  <a:pt x="298558" y="22838"/>
                </a:lnTo>
                <a:lnTo>
                  <a:pt x="308790" y="22838"/>
                </a:lnTo>
                <a:lnTo>
                  <a:pt x="308790" y="30752"/>
                </a:lnTo>
                <a:lnTo>
                  <a:pt x="298558" y="30752"/>
                </a:lnTo>
                <a:lnTo>
                  <a:pt x="298558" y="65858"/>
                </a:lnTo>
                <a:cubicBezTo>
                  <a:pt x="298558" y="68760"/>
                  <a:pt x="298737" y="70625"/>
                  <a:pt x="299095" y="71454"/>
                </a:cubicBezTo>
                <a:cubicBezTo>
                  <a:pt x="299453" y="72283"/>
                  <a:pt x="300037" y="72943"/>
                  <a:pt x="300847" y="73433"/>
                </a:cubicBezTo>
                <a:cubicBezTo>
                  <a:pt x="301658" y="73923"/>
                  <a:pt x="302816" y="74168"/>
                  <a:pt x="304324" y="74168"/>
                </a:cubicBezTo>
                <a:cubicBezTo>
                  <a:pt x="305455" y="74168"/>
                  <a:pt x="306943" y="74073"/>
                  <a:pt x="308790" y="73885"/>
                </a:cubicBezTo>
                <a:close/>
                <a:moveTo>
                  <a:pt x="318792" y="11758"/>
                </a:moveTo>
                <a:lnTo>
                  <a:pt x="318792" y="0"/>
                </a:lnTo>
                <a:lnTo>
                  <a:pt x="328968" y="0"/>
                </a:lnTo>
                <a:lnTo>
                  <a:pt x="328968" y="11758"/>
                </a:lnTo>
                <a:lnTo>
                  <a:pt x="318792" y="11758"/>
                </a:lnTo>
                <a:moveTo>
                  <a:pt x="318792" y="82873"/>
                </a:moveTo>
                <a:lnTo>
                  <a:pt x="318792" y="22838"/>
                </a:lnTo>
                <a:lnTo>
                  <a:pt x="328968" y="22838"/>
                </a:lnTo>
                <a:lnTo>
                  <a:pt x="328968" y="82873"/>
                </a:lnTo>
                <a:lnTo>
                  <a:pt x="318792" y="82873"/>
                </a:lnTo>
                <a:close/>
                <a:moveTo>
                  <a:pt x="340673" y="52856"/>
                </a:moveTo>
                <a:cubicBezTo>
                  <a:pt x="340673" y="41738"/>
                  <a:pt x="343763" y="33504"/>
                  <a:pt x="349944" y="28152"/>
                </a:cubicBezTo>
                <a:cubicBezTo>
                  <a:pt x="355107" y="23705"/>
                  <a:pt x="361401" y="21481"/>
                  <a:pt x="368825" y="21481"/>
                </a:cubicBezTo>
                <a:cubicBezTo>
                  <a:pt x="377079" y="21481"/>
                  <a:pt x="383825" y="24186"/>
                  <a:pt x="389063" y="29594"/>
                </a:cubicBezTo>
                <a:cubicBezTo>
                  <a:pt x="394302" y="35002"/>
                  <a:pt x="396921" y="42473"/>
                  <a:pt x="396921" y="52008"/>
                </a:cubicBezTo>
                <a:cubicBezTo>
                  <a:pt x="396921" y="59734"/>
                  <a:pt x="395762" y="65811"/>
                  <a:pt x="393444" y="70239"/>
                </a:cubicBezTo>
                <a:cubicBezTo>
                  <a:pt x="391126" y="74667"/>
                  <a:pt x="387753" y="78106"/>
                  <a:pt x="383325" y="80556"/>
                </a:cubicBezTo>
                <a:cubicBezTo>
                  <a:pt x="378897" y="83005"/>
                  <a:pt x="374064" y="84230"/>
                  <a:pt x="368825" y="84230"/>
                </a:cubicBezTo>
                <a:cubicBezTo>
                  <a:pt x="360421" y="84230"/>
                  <a:pt x="353628" y="81535"/>
                  <a:pt x="348446" y="76146"/>
                </a:cubicBezTo>
                <a:cubicBezTo>
                  <a:pt x="343264" y="70757"/>
                  <a:pt x="340673" y="62994"/>
                  <a:pt x="340673" y="52856"/>
                </a:cubicBezTo>
                <a:moveTo>
                  <a:pt x="351131" y="52828"/>
                </a:moveTo>
                <a:cubicBezTo>
                  <a:pt x="351131" y="60487"/>
                  <a:pt x="352808" y="66223"/>
                  <a:pt x="356162" y="70034"/>
                </a:cubicBezTo>
                <a:cubicBezTo>
                  <a:pt x="359517" y="73845"/>
                  <a:pt x="363737" y="75751"/>
                  <a:pt x="368825" y="75751"/>
                </a:cubicBezTo>
                <a:cubicBezTo>
                  <a:pt x="373875" y="75751"/>
                  <a:pt x="378077" y="73836"/>
                  <a:pt x="381431" y="70006"/>
                </a:cubicBezTo>
                <a:cubicBezTo>
                  <a:pt x="384786" y="66176"/>
                  <a:pt x="386463" y="60337"/>
                  <a:pt x="386463" y="52490"/>
                </a:cubicBezTo>
                <a:cubicBezTo>
                  <a:pt x="386463" y="45093"/>
                  <a:pt x="384776" y="39489"/>
                  <a:pt x="381403" y="35678"/>
                </a:cubicBezTo>
                <a:cubicBezTo>
                  <a:pt x="378030" y="31867"/>
                  <a:pt x="373838" y="29961"/>
                  <a:pt x="368825" y="29961"/>
                </a:cubicBezTo>
                <a:cubicBezTo>
                  <a:pt x="363737" y="29961"/>
                  <a:pt x="359517" y="31857"/>
                  <a:pt x="356162" y="35649"/>
                </a:cubicBezTo>
                <a:cubicBezTo>
                  <a:pt x="352808" y="39442"/>
                  <a:pt x="351131" y="45168"/>
                  <a:pt x="351131" y="52828"/>
                </a:cubicBezTo>
                <a:close/>
                <a:moveTo>
                  <a:pt x="408854" y="82873"/>
                </a:moveTo>
                <a:lnTo>
                  <a:pt x="408854" y="22838"/>
                </a:lnTo>
                <a:lnTo>
                  <a:pt x="418012" y="22838"/>
                </a:lnTo>
                <a:lnTo>
                  <a:pt x="418012" y="31318"/>
                </a:lnTo>
                <a:cubicBezTo>
                  <a:pt x="422421" y="24760"/>
                  <a:pt x="428790" y="21481"/>
                  <a:pt x="437119" y="21481"/>
                </a:cubicBezTo>
                <a:cubicBezTo>
                  <a:pt x="440737" y="21481"/>
                  <a:pt x="444063" y="22132"/>
                  <a:pt x="447097" y="23432"/>
                </a:cubicBezTo>
                <a:cubicBezTo>
                  <a:pt x="450130" y="24732"/>
                  <a:pt x="452401" y="26437"/>
                  <a:pt x="453908" y="28548"/>
                </a:cubicBezTo>
                <a:cubicBezTo>
                  <a:pt x="455416" y="30658"/>
                  <a:pt x="456471" y="33164"/>
                  <a:pt x="457074" y="36066"/>
                </a:cubicBezTo>
                <a:cubicBezTo>
                  <a:pt x="457451" y="37951"/>
                  <a:pt x="457639" y="41248"/>
                  <a:pt x="457639" y="45959"/>
                </a:cubicBezTo>
                <a:lnTo>
                  <a:pt x="457639" y="82873"/>
                </a:lnTo>
                <a:lnTo>
                  <a:pt x="447464" y="82873"/>
                </a:lnTo>
                <a:lnTo>
                  <a:pt x="447464" y="46316"/>
                </a:lnTo>
                <a:cubicBezTo>
                  <a:pt x="447464" y="42166"/>
                  <a:pt x="447068" y="39062"/>
                  <a:pt x="446277" y="37006"/>
                </a:cubicBezTo>
                <a:cubicBezTo>
                  <a:pt x="445485" y="34950"/>
                  <a:pt x="444082" y="33309"/>
                  <a:pt x="442065" y="32083"/>
                </a:cubicBezTo>
                <a:cubicBezTo>
                  <a:pt x="440049" y="30857"/>
                  <a:pt x="437684" y="30244"/>
                  <a:pt x="434971" y="30244"/>
                </a:cubicBezTo>
                <a:cubicBezTo>
                  <a:pt x="430637" y="30244"/>
                  <a:pt x="426896" y="31621"/>
                  <a:pt x="423750" y="34376"/>
                </a:cubicBezTo>
                <a:cubicBezTo>
                  <a:pt x="420603" y="37129"/>
                  <a:pt x="419029" y="42354"/>
                  <a:pt x="419029" y="50050"/>
                </a:cubicBezTo>
                <a:lnTo>
                  <a:pt x="419029" y="82873"/>
                </a:lnTo>
                <a:lnTo>
                  <a:pt x="408854" y="82873"/>
                </a:lnTo>
                <a:close/>
                <a:moveTo>
                  <a:pt x="469177" y="64897"/>
                </a:moveTo>
                <a:lnTo>
                  <a:pt x="479240" y="63314"/>
                </a:lnTo>
                <a:cubicBezTo>
                  <a:pt x="479805" y="67329"/>
                  <a:pt x="481379" y="70405"/>
                  <a:pt x="483960" y="72544"/>
                </a:cubicBezTo>
                <a:cubicBezTo>
                  <a:pt x="486542" y="74682"/>
                  <a:pt x="490150" y="75751"/>
                  <a:pt x="494786" y="75751"/>
                </a:cubicBezTo>
                <a:cubicBezTo>
                  <a:pt x="499459" y="75751"/>
                  <a:pt x="502926" y="74807"/>
                  <a:pt x="505187" y="72919"/>
                </a:cubicBezTo>
                <a:cubicBezTo>
                  <a:pt x="507448" y="71030"/>
                  <a:pt x="508579" y="68814"/>
                  <a:pt x="508579" y="66273"/>
                </a:cubicBezTo>
                <a:cubicBezTo>
                  <a:pt x="508579" y="63992"/>
                  <a:pt x="507580" y="62197"/>
                  <a:pt x="505583" y="60888"/>
                </a:cubicBezTo>
                <a:cubicBezTo>
                  <a:pt x="504189" y="59991"/>
                  <a:pt x="500721" y="58850"/>
                  <a:pt x="495181" y="57467"/>
                </a:cubicBezTo>
                <a:cubicBezTo>
                  <a:pt x="487719" y="55581"/>
                  <a:pt x="482547" y="53950"/>
                  <a:pt x="479664" y="52573"/>
                </a:cubicBezTo>
                <a:cubicBezTo>
                  <a:pt x="476781" y="51196"/>
                  <a:pt x="474595" y="49291"/>
                  <a:pt x="473106" y="46858"/>
                </a:cubicBezTo>
                <a:cubicBezTo>
                  <a:pt x="471618" y="44425"/>
                  <a:pt x="470873" y="41738"/>
                  <a:pt x="470873" y="38796"/>
                </a:cubicBezTo>
                <a:cubicBezTo>
                  <a:pt x="470873" y="36118"/>
                  <a:pt x="471486" y="33637"/>
                  <a:pt x="472711" y="31355"/>
                </a:cubicBezTo>
                <a:cubicBezTo>
                  <a:pt x="473935" y="29072"/>
                  <a:pt x="475603" y="27177"/>
                  <a:pt x="477714" y="25668"/>
                </a:cubicBezTo>
                <a:cubicBezTo>
                  <a:pt x="479296" y="24499"/>
                  <a:pt x="481454" y="23509"/>
                  <a:pt x="484186" y="22699"/>
                </a:cubicBezTo>
                <a:cubicBezTo>
                  <a:pt x="486919" y="21887"/>
                  <a:pt x="489849" y="21481"/>
                  <a:pt x="492977" y="21481"/>
                </a:cubicBezTo>
                <a:cubicBezTo>
                  <a:pt x="497688" y="21481"/>
                  <a:pt x="501824" y="22165"/>
                  <a:pt x="505385" y="23531"/>
                </a:cubicBezTo>
                <a:cubicBezTo>
                  <a:pt x="508946" y="24896"/>
                  <a:pt x="511575" y="26745"/>
                  <a:pt x="513271" y="29080"/>
                </a:cubicBezTo>
                <a:cubicBezTo>
                  <a:pt x="514967" y="31413"/>
                  <a:pt x="516135" y="34533"/>
                  <a:pt x="516776" y="38441"/>
                </a:cubicBezTo>
                <a:lnTo>
                  <a:pt x="506827" y="39797"/>
                </a:lnTo>
                <a:cubicBezTo>
                  <a:pt x="506374" y="36707"/>
                  <a:pt x="505065" y="34295"/>
                  <a:pt x="502898" y="32561"/>
                </a:cubicBezTo>
                <a:cubicBezTo>
                  <a:pt x="500731" y="30828"/>
                  <a:pt x="497669" y="29961"/>
                  <a:pt x="493712" y="29961"/>
                </a:cubicBezTo>
                <a:cubicBezTo>
                  <a:pt x="489038" y="29961"/>
                  <a:pt x="485703" y="30730"/>
                  <a:pt x="483706" y="32268"/>
                </a:cubicBezTo>
                <a:cubicBezTo>
                  <a:pt x="481708" y="33805"/>
                  <a:pt x="480710" y="35605"/>
                  <a:pt x="480710" y="37669"/>
                </a:cubicBezTo>
                <a:cubicBezTo>
                  <a:pt x="480710" y="38981"/>
                  <a:pt x="481124" y="40162"/>
                  <a:pt x="481953" y="41212"/>
                </a:cubicBezTo>
                <a:cubicBezTo>
                  <a:pt x="482782" y="42299"/>
                  <a:pt x="484083" y="43199"/>
                  <a:pt x="485854" y="43912"/>
                </a:cubicBezTo>
                <a:cubicBezTo>
                  <a:pt x="486871" y="44287"/>
                  <a:pt x="489868" y="45150"/>
                  <a:pt x="494842" y="46500"/>
                </a:cubicBezTo>
                <a:cubicBezTo>
                  <a:pt x="502040" y="48421"/>
                  <a:pt x="507062" y="49993"/>
                  <a:pt x="509908" y="51216"/>
                </a:cubicBezTo>
                <a:cubicBezTo>
                  <a:pt x="512753" y="52440"/>
                  <a:pt x="514986" y="54220"/>
                  <a:pt x="516606" y="56555"/>
                </a:cubicBezTo>
                <a:cubicBezTo>
                  <a:pt x="518227" y="58889"/>
                  <a:pt x="519037" y="61788"/>
                  <a:pt x="519037" y="65252"/>
                </a:cubicBezTo>
                <a:cubicBezTo>
                  <a:pt x="519037" y="68641"/>
                  <a:pt x="518048" y="71833"/>
                  <a:pt x="516069" y="74827"/>
                </a:cubicBezTo>
                <a:cubicBezTo>
                  <a:pt x="514091" y="77819"/>
                  <a:pt x="511236" y="80135"/>
                  <a:pt x="507505" y="81773"/>
                </a:cubicBezTo>
                <a:cubicBezTo>
                  <a:pt x="503774" y="83411"/>
                  <a:pt x="499553" y="84230"/>
                  <a:pt x="494842" y="84230"/>
                </a:cubicBezTo>
                <a:cubicBezTo>
                  <a:pt x="487041" y="84230"/>
                  <a:pt x="481096" y="82605"/>
                  <a:pt x="477007" y="79354"/>
                </a:cubicBezTo>
                <a:cubicBezTo>
                  <a:pt x="472918" y="76104"/>
                  <a:pt x="470308" y="71285"/>
                  <a:pt x="469177" y="64897"/>
                </a:cubicBezTo>
                <a:close/>
                <a:moveTo>
                  <a:pt x="533792" y="82873"/>
                </a:moveTo>
                <a:lnTo>
                  <a:pt x="533792" y="71228"/>
                </a:lnTo>
                <a:lnTo>
                  <a:pt x="545380" y="71228"/>
                </a:lnTo>
                <a:lnTo>
                  <a:pt x="545380" y="82840"/>
                </a:lnTo>
                <a:cubicBezTo>
                  <a:pt x="545380" y="87108"/>
                  <a:pt x="544626" y="90554"/>
                  <a:pt x="543119" y="93178"/>
                </a:cubicBezTo>
                <a:cubicBezTo>
                  <a:pt x="541612" y="95803"/>
                  <a:pt x="539218" y="97833"/>
                  <a:pt x="535940" y="99267"/>
                </a:cubicBezTo>
                <a:lnTo>
                  <a:pt x="533113" y="94858"/>
                </a:lnTo>
                <a:cubicBezTo>
                  <a:pt x="535261" y="93920"/>
                  <a:pt x="536844" y="92542"/>
                  <a:pt x="537862" y="90722"/>
                </a:cubicBezTo>
                <a:cubicBezTo>
                  <a:pt x="538879" y="88903"/>
                  <a:pt x="539445" y="86286"/>
                  <a:pt x="539558" y="82873"/>
                </a:cubicBezTo>
                <a:lnTo>
                  <a:pt x="533792" y="82873"/>
                </a:lnTo>
                <a:close/>
                <a:moveTo>
                  <a:pt x="634634" y="75461"/>
                </a:moveTo>
                <a:cubicBezTo>
                  <a:pt x="630865" y="78667"/>
                  <a:pt x="627238" y="80930"/>
                  <a:pt x="623752" y="82250"/>
                </a:cubicBezTo>
                <a:cubicBezTo>
                  <a:pt x="620266" y="83570"/>
                  <a:pt x="616526" y="84230"/>
                  <a:pt x="612531" y="84230"/>
                </a:cubicBezTo>
                <a:cubicBezTo>
                  <a:pt x="605936" y="84230"/>
                  <a:pt x="600867" y="82618"/>
                  <a:pt x="597324" y="79393"/>
                </a:cubicBezTo>
                <a:cubicBezTo>
                  <a:pt x="593782" y="76169"/>
                  <a:pt x="592010" y="72048"/>
                  <a:pt x="592010" y="67033"/>
                </a:cubicBezTo>
                <a:cubicBezTo>
                  <a:pt x="592010" y="64092"/>
                  <a:pt x="592679" y="61405"/>
                  <a:pt x="594017" y="58973"/>
                </a:cubicBezTo>
                <a:cubicBezTo>
                  <a:pt x="595355" y="56540"/>
                  <a:pt x="597107" y="54588"/>
                  <a:pt x="599274" y="53117"/>
                </a:cubicBezTo>
                <a:cubicBezTo>
                  <a:pt x="601441" y="51646"/>
                  <a:pt x="603882" y="50534"/>
                  <a:pt x="606595" y="49780"/>
                </a:cubicBezTo>
                <a:cubicBezTo>
                  <a:pt x="608592" y="49251"/>
                  <a:pt x="611607" y="48742"/>
                  <a:pt x="615640" y="48252"/>
                </a:cubicBezTo>
                <a:cubicBezTo>
                  <a:pt x="623856" y="47279"/>
                  <a:pt x="629904" y="46119"/>
                  <a:pt x="633786" y="44772"/>
                </a:cubicBezTo>
                <a:cubicBezTo>
                  <a:pt x="633824" y="43383"/>
                  <a:pt x="633843" y="42501"/>
                  <a:pt x="633843" y="42126"/>
                </a:cubicBezTo>
                <a:cubicBezTo>
                  <a:pt x="633843" y="37995"/>
                  <a:pt x="632882" y="35086"/>
                  <a:pt x="630960" y="33397"/>
                </a:cubicBezTo>
                <a:cubicBezTo>
                  <a:pt x="628359" y="31106"/>
                  <a:pt x="624496" y="29961"/>
                  <a:pt x="619371" y="29961"/>
                </a:cubicBezTo>
                <a:cubicBezTo>
                  <a:pt x="614585" y="29961"/>
                  <a:pt x="611052" y="30800"/>
                  <a:pt x="608771" y="32477"/>
                </a:cubicBezTo>
                <a:cubicBezTo>
                  <a:pt x="606491" y="34154"/>
                  <a:pt x="604805" y="37122"/>
                  <a:pt x="603712" y="41380"/>
                </a:cubicBezTo>
                <a:lnTo>
                  <a:pt x="593763" y="40023"/>
                </a:lnTo>
                <a:cubicBezTo>
                  <a:pt x="594667" y="35752"/>
                  <a:pt x="596156" y="32302"/>
                  <a:pt x="598229" y="29675"/>
                </a:cubicBezTo>
                <a:cubicBezTo>
                  <a:pt x="600301" y="27047"/>
                  <a:pt x="603297" y="25025"/>
                  <a:pt x="607217" y="23608"/>
                </a:cubicBezTo>
                <a:cubicBezTo>
                  <a:pt x="611136" y="22190"/>
                  <a:pt x="615678" y="21481"/>
                  <a:pt x="620841" y="21481"/>
                </a:cubicBezTo>
                <a:cubicBezTo>
                  <a:pt x="625966" y="21481"/>
                  <a:pt x="630131" y="22084"/>
                  <a:pt x="633334" y="23290"/>
                </a:cubicBezTo>
                <a:cubicBezTo>
                  <a:pt x="636537" y="24496"/>
                  <a:pt x="638893" y="26013"/>
                  <a:pt x="640400" y="27841"/>
                </a:cubicBezTo>
                <a:cubicBezTo>
                  <a:pt x="641908" y="29669"/>
                  <a:pt x="642963" y="31977"/>
                  <a:pt x="643566" y="34766"/>
                </a:cubicBezTo>
                <a:cubicBezTo>
                  <a:pt x="643905" y="36500"/>
                  <a:pt x="644075" y="39628"/>
                  <a:pt x="644075" y="44150"/>
                </a:cubicBezTo>
                <a:lnTo>
                  <a:pt x="644075" y="57717"/>
                </a:lnTo>
                <a:cubicBezTo>
                  <a:pt x="644075" y="67177"/>
                  <a:pt x="644291" y="73160"/>
                  <a:pt x="644725" y="75666"/>
                </a:cubicBezTo>
                <a:cubicBezTo>
                  <a:pt x="645158" y="78172"/>
                  <a:pt x="646016" y="80574"/>
                  <a:pt x="647297" y="82873"/>
                </a:cubicBezTo>
                <a:lnTo>
                  <a:pt x="636669" y="82873"/>
                </a:lnTo>
                <a:cubicBezTo>
                  <a:pt x="635614" y="80761"/>
                  <a:pt x="634936" y="78290"/>
                  <a:pt x="634634" y="75461"/>
                </a:cubicBezTo>
                <a:moveTo>
                  <a:pt x="633786" y="52686"/>
                </a:moveTo>
                <a:cubicBezTo>
                  <a:pt x="630093" y="54207"/>
                  <a:pt x="624553" y="55499"/>
                  <a:pt x="617166" y="56562"/>
                </a:cubicBezTo>
                <a:cubicBezTo>
                  <a:pt x="612983" y="57167"/>
                  <a:pt x="610025" y="57849"/>
                  <a:pt x="608291" y="58606"/>
                </a:cubicBezTo>
                <a:cubicBezTo>
                  <a:pt x="606557" y="59362"/>
                  <a:pt x="605220" y="60469"/>
                  <a:pt x="604277" y="61927"/>
                </a:cubicBezTo>
                <a:cubicBezTo>
                  <a:pt x="603335" y="63384"/>
                  <a:pt x="602864" y="65002"/>
                  <a:pt x="602864" y="66780"/>
                </a:cubicBezTo>
                <a:cubicBezTo>
                  <a:pt x="602864" y="69504"/>
                  <a:pt x="603891" y="71775"/>
                  <a:pt x="605945" y="73592"/>
                </a:cubicBezTo>
                <a:cubicBezTo>
                  <a:pt x="607999" y="75408"/>
                  <a:pt x="611004" y="76316"/>
                  <a:pt x="614962" y="76316"/>
                </a:cubicBezTo>
                <a:cubicBezTo>
                  <a:pt x="618881" y="76316"/>
                  <a:pt x="622367" y="75454"/>
                  <a:pt x="625420" y="73731"/>
                </a:cubicBezTo>
                <a:cubicBezTo>
                  <a:pt x="628472" y="72008"/>
                  <a:pt x="630715" y="69651"/>
                  <a:pt x="632147" y="66660"/>
                </a:cubicBezTo>
                <a:cubicBezTo>
                  <a:pt x="633240" y="64349"/>
                  <a:pt x="633786" y="60941"/>
                  <a:pt x="633786" y="56435"/>
                </a:cubicBezTo>
                <a:lnTo>
                  <a:pt x="633786" y="52686"/>
                </a:lnTo>
                <a:close/>
                <a:moveTo>
                  <a:pt x="659852" y="82873"/>
                </a:moveTo>
                <a:lnTo>
                  <a:pt x="659852" y="22838"/>
                </a:lnTo>
                <a:lnTo>
                  <a:pt x="669010" y="22838"/>
                </a:lnTo>
                <a:lnTo>
                  <a:pt x="669010" y="31318"/>
                </a:lnTo>
                <a:cubicBezTo>
                  <a:pt x="673420" y="24760"/>
                  <a:pt x="679789" y="21481"/>
                  <a:pt x="688118" y="21481"/>
                </a:cubicBezTo>
                <a:cubicBezTo>
                  <a:pt x="691735" y="21481"/>
                  <a:pt x="695061" y="22132"/>
                  <a:pt x="698095" y="23432"/>
                </a:cubicBezTo>
                <a:cubicBezTo>
                  <a:pt x="701129" y="24732"/>
                  <a:pt x="703400" y="26437"/>
                  <a:pt x="704907" y="28548"/>
                </a:cubicBezTo>
                <a:cubicBezTo>
                  <a:pt x="706414" y="30658"/>
                  <a:pt x="707470" y="33164"/>
                  <a:pt x="708073" y="36066"/>
                </a:cubicBezTo>
                <a:cubicBezTo>
                  <a:pt x="708450" y="37951"/>
                  <a:pt x="708638" y="41248"/>
                  <a:pt x="708638" y="45959"/>
                </a:cubicBezTo>
                <a:lnTo>
                  <a:pt x="708638" y="82873"/>
                </a:lnTo>
                <a:lnTo>
                  <a:pt x="698463" y="82873"/>
                </a:lnTo>
                <a:lnTo>
                  <a:pt x="698463" y="46316"/>
                </a:lnTo>
                <a:cubicBezTo>
                  <a:pt x="698463" y="42166"/>
                  <a:pt x="698067" y="39062"/>
                  <a:pt x="697275" y="37006"/>
                </a:cubicBezTo>
                <a:cubicBezTo>
                  <a:pt x="696484" y="34950"/>
                  <a:pt x="695080" y="33309"/>
                  <a:pt x="693064" y="32083"/>
                </a:cubicBezTo>
                <a:cubicBezTo>
                  <a:pt x="691048" y="30857"/>
                  <a:pt x="688683" y="30244"/>
                  <a:pt x="685969" y="30244"/>
                </a:cubicBezTo>
                <a:cubicBezTo>
                  <a:pt x="681635" y="30244"/>
                  <a:pt x="677895" y="31621"/>
                  <a:pt x="674748" y="34376"/>
                </a:cubicBezTo>
                <a:cubicBezTo>
                  <a:pt x="671601" y="37129"/>
                  <a:pt x="670028" y="42354"/>
                  <a:pt x="670028" y="50050"/>
                </a:cubicBezTo>
                <a:lnTo>
                  <a:pt x="670028" y="82873"/>
                </a:lnTo>
                <a:lnTo>
                  <a:pt x="659852" y="82873"/>
                </a:lnTo>
                <a:close/>
                <a:moveTo>
                  <a:pt x="763195" y="82873"/>
                </a:moveTo>
                <a:lnTo>
                  <a:pt x="763195" y="75298"/>
                </a:lnTo>
                <a:cubicBezTo>
                  <a:pt x="759389" y="81253"/>
                  <a:pt x="753792" y="84230"/>
                  <a:pt x="746405" y="84230"/>
                </a:cubicBezTo>
                <a:cubicBezTo>
                  <a:pt x="741619" y="84230"/>
                  <a:pt x="737219" y="82911"/>
                  <a:pt x="733206" y="80273"/>
                </a:cubicBezTo>
                <a:cubicBezTo>
                  <a:pt x="729192" y="77635"/>
                  <a:pt x="726083" y="73951"/>
                  <a:pt x="723878" y="69221"/>
                </a:cubicBezTo>
                <a:cubicBezTo>
                  <a:pt x="721673" y="64492"/>
                  <a:pt x="720571" y="59055"/>
                  <a:pt x="720571" y="52912"/>
                </a:cubicBezTo>
                <a:cubicBezTo>
                  <a:pt x="720571" y="46920"/>
                  <a:pt x="721570" y="41484"/>
                  <a:pt x="723567" y="36603"/>
                </a:cubicBezTo>
                <a:cubicBezTo>
                  <a:pt x="725565" y="31723"/>
                  <a:pt x="728561" y="27982"/>
                  <a:pt x="732556" y="25382"/>
                </a:cubicBezTo>
                <a:cubicBezTo>
                  <a:pt x="736550" y="22782"/>
                  <a:pt x="741016" y="21481"/>
                  <a:pt x="745953" y="21481"/>
                </a:cubicBezTo>
                <a:cubicBezTo>
                  <a:pt x="749571" y="21481"/>
                  <a:pt x="752793" y="22245"/>
                  <a:pt x="755620" y="23771"/>
                </a:cubicBezTo>
                <a:cubicBezTo>
                  <a:pt x="758446" y="25297"/>
                  <a:pt x="760745" y="27285"/>
                  <a:pt x="762517" y="29735"/>
                </a:cubicBezTo>
                <a:lnTo>
                  <a:pt x="762517" y="0"/>
                </a:lnTo>
                <a:lnTo>
                  <a:pt x="772635" y="0"/>
                </a:lnTo>
                <a:lnTo>
                  <a:pt x="772635" y="82873"/>
                </a:lnTo>
                <a:lnTo>
                  <a:pt x="763195" y="82873"/>
                </a:lnTo>
                <a:moveTo>
                  <a:pt x="731029" y="52884"/>
                </a:moveTo>
                <a:cubicBezTo>
                  <a:pt x="731029" y="60544"/>
                  <a:pt x="732650" y="66270"/>
                  <a:pt x="735891" y="70062"/>
                </a:cubicBezTo>
                <a:cubicBezTo>
                  <a:pt x="739132" y="73854"/>
                  <a:pt x="742957" y="75751"/>
                  <a:pt x="747366" y="75751"/>
                </a:cubicBezTo>
                <a:cubicBezTo>
                  <a:pt x="751814" y="75751"/>
                  <a:pt x="755592" y="73939"/>
                  <a:pt x="758701" y="70317"/>
                </a:cubicBezTo>
                <a:cubicBezTo>
                  <a:pt x="761810" y="66693"/>
                  <a:pt x="763365" y="61163"/>
                  <a:pt x="763365" y="53728"/>
                </a:cubicBezTo>
                <a:cubicBezTo>
                  <a:pt x="763365" y="45543"/>
                  <a:pt x="761782" y="39536"/>
                  <a:pt x="758616" y="35706"/>
                </a:cubicBezTo>
                <a:cubicBezTo>
                  <a:pt x="755450" y="31876"/>
                  <a:pt x="751550" y="29961"/>
                  <a:pt x="746914" y="29961"/>
                </a:cubicBezTo>
                <a:cubicBezTo>
                  <a:pt x="742392" y="29961"/>
                  <a:pt x="738614" y="31801"/>
                  <a:pt x="735580" y="35482"/>
                </a:cubicBezTo>
                <a:cubicBezTo>
                  <a:pt x="732546" y="39161"/>
                  <a:pt x="731029" y="44962"/>
                  <a:pt x="731029" y="52884"/>
                </a:cubicBezTo>
                <a:close/>
                <a:moveTo>
                  <a:pt x="859750" y="82873"/>
                </a:moveTo>
                <a:lnTo>
                  <a:pt x="859750" y="75298"/>
                </a:lnTo>
                <a:cubicBezTo>
                  <a:pt x="855944" y="81253"/>
                  <a:pt x="850348" y="84230"/>
                  <a:pt x="842961" y="84230"/>
                </a:cubicBezTo>
                <a:cubicBezTo>
                  <a:pt x="838175" y="84230"/>
                  <a:pt x="833775" y="82911"/>
                  <a:pt x="829761" y="80273"/>
                </a:cubicBezTo>
                <a:cubicBezTo>
                  <a:pt x="825747" y="77635"/>
                  <a:pt x="822638" y="73951"/>
                  <a:pt x="820434" y="69221"/>
                </a:cubicBezTo>
                <a:cubicBezTo>
                  <a:pt x="818229" y="64492"/>
                  <a:pt x="817127" y="59055"/>
                  <a:pt x="817127" y="52912"/>
                </a:cubicBezTo>
                <a:cubicBezTo>
                  <a:pt x="817127" y="46920"/>
                  <a:pt x="818125" y="41484"/>
                  <a:pt x="820123" y="36603"/>
                </a:cubicBezTo>
                <a:cubicBezTo>
                  <a:pt x="822120" y="31723"/>
                  <a:pt x="825116" y="27982"/>
                  <a:pt x="829111" y="25382"/>
                </a:cubicBezTo>
                <a:cubicBezTo>
                  <a:pt x="833106" y="22782"/>
                  <a:pt x="837572" y="21481"/>
                  <a:pt x="842509" y="21481"/>
                </a:cubicBezTo>
                <a:cubicBezTo>
                  <a:pt x="846127" y="21481"/>
                  <a:pt x="849349" y="22245"/>
                  <a:pt x="852175" y="23771"/>
                </a:cubicBezTo>
                <a:cubicBezTo>
                  <a:pt x="855002" y="25297"/>
                  <a:pt x="857301" y="27285"/>
                  <a:pt x="859072" y="29735"/>
                </a:cubicBezTo>
                <a:lnTo>
                  <a:pt x="859072" y="0"/>
                </a:lnTo>
                <a:lnTo>
                  <a:pt x="869191" y="0"/>
                </a:lnTo>
                <a:lnTo>
                  <a:pt x="869191" y="82873"/>
                </a:lnTo>
                <a:lnTo>
                  <a:pt x="859750" y="82873"/>
                </a:lnTo>
                <a:moveTo>
                  <a:pt x="827585" y="52884"/>
                </a:moveTo>
                <a:cubicBezTo>
                  <a:pt x="827585" y="60544"/>
                  <a:pt x="829205" y="66270"/>
                  <a:pt x="832446" y="70062"/>
                </a:cubicBezTo>
                <a:cubicBezTo>
                  <a:pt x="835687" y="73854"/>
                  <a:pt x="839513" y="75751"/>
                  <a:pt x="843922" y="75751"/>
                </a:cubicBezTo>
                <a:cubicBezTo>
                  <a:pt x="848369" y="75751"/>
                  <a:pt x="852147" y="73939"/>
                  <a:pt x="855256" y="70317"/>
                </a:cubicBezTo>
                <a:cubicBezTo>
                  <a:pt x="858365" y="66693"/>
                  <a:pt x="859920" y="61163"/>
                  <a:pt x="859920" y="53728"/>
                </a:cubicBezTo>
                <a:cubicBezTo>
                  <a:pt x="859920" y="45543"/>
                  <a:pt x="858337" y="39536"/>
                  <a:pt x="855171" y="35706"/>
                </a:cubicBezTo>
                <a:cubicBezTo>
                  <a:pt x="852006" y="31876"/>
                  <a:pt x="848105" y="29961"/>
                  <a:pt x="843470" y="29961"/>
                </a:cubicBezTo>
                <a:cubicBezTo>
                  <a:pt x="838947" y="29961"/>
                  <a:pt x="835169" y="31801"/>
                  <a:pt x="832135" y="35482"/>
                </a:cubicBezTo>
                <a:cubicBezTo>
                  <a:pt x="829102" y="39161"/>
                  <a:pt x="827585" y="44962"/>
                  <a:pt x="827585" y="52884"/>
                </a:cubicBezTo>
                <a:close/>
                <a:moveTo>
                  <a:pt x="881407" y="52856"/>
                </a:moveTo>
                <a:cubicBezTo>
                  <a:pt x="881407" y="41738"/>
                  <a:pt x="884497" y="33504"/>
                  <a:pt x="890678" y="28152"/>
                </a:cubicBezTo>
                <a:cubicBezTo>
                  <a:pt x="895841" y="23705"/>
                  <a:pt x="902134" y="21481"/>
                  <a:pt x="909559" y="21481"/>
                </a:cubicBezTo>
                <a:cubicBezTo>
                  <a:pt x="917812" y="21481"/>
                  <a:pt x="924558" y="24186"/>
                  <a:pt x="929797" y="29594"/>
                </a:cubicBezTo>
                <a:cubicBezTo>
                  <a:pt x="935035" y="35002"/>
                  <a:pt x="937654" y="42473"/>
                  <a:pt x="937654" y="52008"/>
                </a:cubicBezTo>
                <a:cubicBezTo>
                  <a:pt x="937654" y="59734"/>
                  <a:pt x="936495" y="65811"/>
                  <a:pt x="934178" y="70239"/>
                </a:cubicBezTo>
                <a:cubicBezTo>
                  <a:pt x="931860" y="74667"/>
                  <a:pt x="928487" y="78106"/>
                  <a:pt x="924059" y="80556"/>
                </a:cubicBezTo>
                <a:cubicBezTo>
                  <a:pt x="919631" y="83005"/>
                  <a:pt x="914797" y="84230"/>
                  <a:pt x="909559" y="84230"/>
                </a:cubicBezTo>
                <a:cubicBezTo>
                  <a:pt x="901155" y="84230"/>
                  <a:pt x="894362" y="81535"/>
                  <a:pt x="889180" y="76146"/>
                </a:cubicBezTo>
                <a:cubicBezTo>
                  <a:pt x="883998" y="70757"/>
                  <a:pt x="881407" y="62994"/>
                  <a:pt x="881407" y="52856"/>
                </a:cubicBezTo>
                <a:moveTo>
                  <a:pt x="891865" y="52828"/>
                </a:moveTo>
                <a:cubicBezTo>
                  <a:pt x="891865" y="60487"/>
                  <a:pt x="893542" y="66223"/>
                  <a:pt x="896896" y="70034"/>
                </a:cubicBezTo>
                <a:cubicBezTo>
                  <a:pt x="900250" y="73845"/>
                  <a:pt x="904471" y="75751"/>
                  <a:pt x="909559" y="75751"/>
                </a:cubicBezTo>
                <a:cubicBezTo>
                  <a:pt x="914609" y="75751"/>
                  <a:pt x="918811" y="73836"/>
                  <a:pt x="922165" y="70006"/>
                </a:cubicBezTo>
                <a:cubicBezTo>
                  <a:pt x="925519" y="66176"/>
                  <a:pt x="927196" y="60337"/>
                  <a:pt x="927196" y="52490"/>
                </a:cubicBezTo>
                <a:cubicBezTo>
                  <a:pt x="927196" y="45093"/>
                  <a:pt x="925510" y="39489"/>
                  <a:pt x="922137" y="35678"/>
                </a:cubicBezTo>
                <a:cubicBezTo>
                  <a:pt x="918764" y="31867"/>
                  <a:pt x="914571" y="29961"/>
                  <a:pt x="909559" y="29961"/>
                </a:cubicBezTo>
                <a:cubicBezTo>
                  <a:pt x="904471" y="29961"/>
                  <a:pt x="900250" y="31857"/>
                  <a:pt x="896896" y="35649"/>
                </a:cubicBezTo>
                <a:cubicBezTo>
                  <a:pt x="893542" y="39442"/>
                  <a:pt x="891865" y="45168"/>
                  <a:pt x="891865" y="52828"/>
                </a:cubicBezTo>
                <a:close/>
                <a:moveTo>
                  <a:pt x="990686" y="63540"/>
                </a:moveTo>
                <a:lnTo>
                  <a:pt x="1001200" y="64840"/>
                </a:lnTo>
                <a:cubicBezTo>
                  <a:pt x="999542" y="70983"/>
                  <a:pt x="996471" y="75751"/>
                  <a:pt x="991986" y="79142"/>
                </a:cubicBezTo>
                <a:cubicBezTo>
                  <a:pt x="987501" y="82534"/>
                  <a:pt x="981773" y="84230"/>
                  <a:pt x="974801" y="84230"/>
                </a:cubicBezTo>
                <a:cubicBezTo>
                  <a:pt x="966020" y="84230"/>
                  <a:pt x="959057" y="81526"/>
                  <a:pt x="953913" y="76118"/>
                </a:cubicBezTo>
                <a:cubicBezTo>
                  <a:pt x="948769" y="70710"/>
                  <a:pt x="946196" y="63125"/>
                  <a:pt x="946196" y="53365"/>
                </a:cubicBezTo>
                <a:cubicBezTo>
                  <a:pt x="946196" y="43264"/>
                  <a:pt x="948797" y="35426"/>
                  <a:pt x="953998" y="29848"/>
                </a:cubicBezTo>
                <a:cubicBezTo>
                  <a:pt x="959198" y="24270"/>
                  <a:pt x="965944" y="21481"/>
                  <a:pt x="974236" y="21481"/>
                </a:cubicBezTo>
                <a:cubicBezTo>
                  <a:pt x="982263" y="21481"/>
                  <a:pt x="988820" y="24210"/>
                  <a:pt x="993908" y="29666"/>
                </a:cubicBezTo>
                <a:cubicBezTo>
                  <a:pt x="998996" y="35121"/>
                  <a:pt x="1001540" y="42796"/>
                  <a:pt x="1001540" y="52692"/>
                </a:cubicBezTo>
                <a:cubicBezTo>
                  <a:pt x="1001540" y="53293"/>
                  <a:pt x="1001521" y="54196"/>
                  <a:pt x="1001483" y="55400"/>
                </a:cubicBezTo>
                <a:lnTo>
                  <a:pt x="956711" y="55400"/>
                </a:lnTo>
                <a:cubicBezTo>
                  <a:pt x="957088" y="61976"/>
                  <a:pt x="958953" y="67012"/>
                  <a:pt x="962308" y="70507"/>
                </a:cubicBezTo>
                <a:cubicBezTo>
                  <a:pt x="965662" y="74003"/>
                  <a:pt x="969845" y="75751"/>
                  <a:pt x="974857" y="75751"/>
                </a:cubicBezTo>
                <a:cubicBezTo>
                  <a:pt x="978588" y="75751"/>
                  <a:pt x="981773" y="74780"/>
                  <a:pt x="984411" y="72839"/>
                </a:cubicBezTo>
                <a:cubicBezTo>
                  <a:pt x="987049" y="70897"/>
                  <a:pt x="989141" y="67797"/>
                  <a:pt x="990686" y="63540"/>
                </a:cubicBezTo>
                <a:moveTo>
                  <a:pt x="957276" y="46920"/>
                </a:moveTo>
                <a:lnTo>
                  <a:pt x="990799" y="46920"/>
                </a:lnTo>
                <a:cubicBezTo>
                  <a:pt x="990347" y="41953"/>
                  <a:pt x="989065" y="38227"/>
                  <a:pt x="986955" y="35743"/>
                </a:cubicBezTo>
                <a:cubicBezTo>
                  <a:pt x="983714" y="31888"/>
                  <a:pt x="979512" y="29961"/>
                  <a:pt x="974349" y="29961"/>
                </a:cubicBezTo>
                <a:cubicBezTo>
                  <a:pt x="969675" y="29961"/>
                  <a:pt x="965747" y="31500"/>
                  <a:pt x="962562" y="34577"/>
                </a:cubicBezTo>
                <a:cubicBezTo>
                  <a:pt x="959377" y="37653"/>
                  <a:pt x="957616" y="41768"/>
                  <a:pt x="957276" y="46920"/>
                </a:cubicBezTo>
                <a:close/>
                <a:moveTo>
                  <a:pt x="1009911" y="64897"/>
                </a:moveTo>
                <a:lnTo>
                  <a:pt x="1019974" y="63314"/>
                </a:lnTo>
                <a:cubicBezTo>
                  <a:pt x="1020539" y="67329"/>
                  <a:pt x="1022112" y="70405"/>
                  <a:pt x="1024694" y="72544"/>
                </a:cubicBezTo>
                <a:cubicBezTo>
                  <a:pt x="1027276" y="74682"/>
                  <a:pt x="1030884" y="75751"/>
                  <a:pt x="1035520" y="75751"/>
                </a:cubicBezTo>
                <a:cubicBezTo>
                  <a:pt x="1040193" y="75751"/>
                  <a:pt x="1043660" y="74807"/>
                  <a:pt x="1045921" y="72919"/>
                </a:cubicBezTo>
                <a:cubicBezTo>
                  <a:pt x="1048182" y="71030"/>
                  <a:pt x="1049313" y="68814"/>
                  <a:pt x="1049313" y="66273"/>
                </a:cubicBezTo>
                <a:cubicBezTo>
                  <a:pt x="1049313" y="63992"/>
                  <a:pt x="1048314" y="62197"/>
                  <a:pt x="1046317" y="60888"/>
                </a:cubicBezTo>
                <a:cubicBezTo>
                  <a:pt x="1044922" y="59991"/>
                  <a:pt x="1041455" y="58850"/>
                  <a:pt x="1035915" y="57467"/>
                </a:cubicBezTo>
                <a:cubicBezTo>
                  <a:pt x="1028453" y="55581"/>
                  <a:pt x="1023281" y="53950"/>
                  <a:pt x="1020398" y="52573"/>
                </a:cubicBezTo>
                <a:cubicBezTo>
                  <a:pt x="1017515" y="51196"/>
                  <a:pt x="1015329" y="49291"/>
                  <a:pt x="1013840" y="46858"/>
                </a:cubicBezTo>
                <a:cubicBezTo>
                  <a:pt x="1012352" y="44425"/>
                  <a:pt x="1011607" y="41738"/>
                  <a:pt x="1011607" y="38796"/>
                </a:cubicBezTo>
                <a:cubicBezTo>
                  <a:pt x="1011607" y="36118"/>
                  <a:pt x="1012220" y="33637"/>
                  <a:pt x="1013444" y="31355"/>
                </a:cubicBezTo>
                <a:cubicBezTo>
                  <a:pt x="1014669" y="29072"/>
                  <a:pt x="1016337" y="27177"/>
                  <a:pt x="1018447" y="25668"/>
                </a:cubicBezTo>
                <a:cubicBezTo>
                  <a:pt x="1020030" y="24499"/>
                  <a:pt x="1022188" y="23509"/>
                  <a:pt x="1024920" y="22699"/>
                </a:cubicBezTo>
                <a:cubicBezTo>
                  <a:pt x="1027652" y="21887"/>
                  <a:pt x="1030583" y="21481"/>
                  <a:pt x="1033711" y="21481"/>
                </a:cubicBezTo>
                <a:cubicBezTo>
                  <a:pt x="1038421" y="21481"/>
                  <a:pt x="1042558" y="22165"/>
                  <a:pt x="1046119" y="23531"/>
                </a:cubicBezTo>
                <a:cubicBezTo>
                  <a:pt x="1049680" y="24896"/>
                  <a:pt x="1052309" y="26745"/>
                  <a:pt x="1054005" y="29080"/>
                </a:cubicBezTo>
                <a:cubicBezTo>
                  <a:pt x="1055701" y="31413"/>
                  <a:pt x="1056869" y="34533"/>
                  <a:pt x="1057510" y="38441"/>
                </a:cubicBezTo>
                <a:lnTo>
                  <a:pt x="1047560" y="39797"/>
                </a:lnTo>
                <a:cubicBezTo>
                  <a:pt x="1047108" y="36707"/>
                  <a:pt x="1045799" y="34295"/>
                  <a:pt x="1043632" y="32561"/>
                </a:cubicBezTo>
                <a:cubicBezTo>
                  <a:pt x="1041465" y="30828"/>
                  <a:pt x="1038403" y="29961"/>
                  <a:pt x="1034445" y="29961"/>
                </a:cubicBezTo>
                <a:cubicBezTo>
                  <a:pt x="1029772" y="29961"/>
                  <a:pt x="1026437" y="30730"/>
                  <a:pt x="1024440" y="32268"/>
                </a:cubicBezTo>
                <a:cubicBezTo>
                  <a:pt x="1022442" y="33805"/>
                  <a:pt x="1021443" y="35605"/>
                  <a:pt x="1021443" y="37669"/>
                </a:cubicBezTo>
                <a:cubicBezTo>
                  <a:pt x="1021443" y="38981"/>
                  <a:pt x="1021858" y="40162"/>
                  <a:pt x="1022687" y="41212"/>
                </a:cubicBezTo>
                <a:cubicBezTo>
                  <a:pt x="1023516" y="42299"/>
                  <a:pt x="1024816" y="43199"/>
                  <a:pt x="1026588" y="43912"/>
                </a:cubicBezTo>
                <a:cubicBezTo>
                  <a:pt x="1027605" y="44287"/>
                  <a:pt x="1030601" y="45150"/>
                  <a:pt x="1035576" y="46500"/>
                </a:cubicBezTo>
                <a:cubicBezTo>
                  <a:pt x="1042774" y="48421"/>
                  <a:pt x="1047796" y="49993"/>
                  <a:pt x="1050641" y="51216"/>
                </a:cubicBezTo>
                <a:cubicBezTo>
                  <a:pt x="1053487" y="52440"/>
                  <a:pt x="1055720" y="54220"/>
                  <a:pt x="1057340" y="56555"/>
                </a:cubicBezTo>
                <a:cubicBezTo>
                  <a:pt x="1058961" y="58889"/>
                  <a:pt x="1059771" y="61788"/>
                  <a:pt x="1059771" y="65252"/>
                </a:cubicBezTo>
                <a:cubicBezTo>
                  <a:pt x="1059771" y="68641"/>
                  <a:pt x="1058782" y="71833"/>
                  <a:pt x="1056803" y="74827"/>
                </a:cubicBezTo>
                <a:cubicBezTo>
                  <a:pt x="1054825" y="77819"/>
                  <a:pt x="1051970" y="80135"/>
                  <a:pt x="1048239" y="81773"/>
                </a:cubicBezTo>
                <a:cubicBezTo>
                  <a:pt x="1044508" y="83411"/>
                  <a:pt x="1040287" y="84230"/>
                  <a:pt x="1035576" y="84230"/>
                </a:cubicBezTo>
                <a:cubicBezTo>
                  <a:pt x="1027775" y="84230"/>
                  <a:pt x="1021830" y="82605"/>
                  <a:pt x="1017741" y="79354"/>
                </a:cubicBezTo>
                <a:cubicBezTo>
                  <a:pt x="1013652" y="76104"/>
                  <a:pt x="1011042" y="71285"/>
                  <a:pt x="1009911" y="64897"/>
                </a:cubicBezTo>
                <a:close/>
                <a:moveTo>
                  <a:pt x="1104030" y="82873"/>
                </a:moveTo>
                <a:lnTo>
                  <a:pt x="1104030" y="22838"/>
                </a:lnTo>
                <a:lnTo>
                  <a:pt x="1113188" y="22838"/>
                </a:lnTo>
                <a:lnTo>
                  <a:pt x="1113188" y="31318"/>
                </a:lnTo>
                <a:cubicBezTo>
                  <a:pt x="1117598" y="24760"/>
                  <a:pt x="1123967" y="21481"/>
                  <a:pt x="1132296" y="21481"/>
                </a:cubicBezTo>
                <a:cubicBezTo>
                  <a:pt x="1135914" y="21481"/>
                  <a:pt x="1139239" y="22132"/>
                  <a:pt x="1142273" y="23432"/>
                </a:cubicBezTo>
                <a:cubicBezTo>
                  <a:pt x="1145307" y="24732"/>
                  <a:pt x="1147578" y="26437"/>
                  <a:pt x="1149085" y="28548"/>
                </a:cubicBezTo>
                <a:cubicBezTo>
                  <a:pt x="1150593" y="30658"/>
                  <a:pt x="1151648" y="33164"/>
                  <a:pt x="1152251" y="36066"/>
                </a:cubicBezTo>
                <a:cubicBezTo>
                  <a:pt x="1152628" y="37951"/>
                  <a:pt x="1152816" y="41248"/>
                  <a:pt x="1152816" y="45959"/>
                </a:cubicBezTo>
                <a:lnTo>
                  <a:pt x="1152816" y="82873"/>
                </a:lnTo>
                <a:lnTo>
                  <a:pt x="1142641" y="82873"/>
                </a:lnTo>
                <a:lnTo>
                  <a:pt x="1142641" y="46316"/>
                </a:lnTo>
                <a:cubicBezTo>
                  <a:pt x="1142641" y="42166"/>
                  <a:pt x="1142245" y="39062"/>
                  <a:pt x="1141454" y="37006"/>
                </a:cubicBezTo>
                <a:cubicBezTo>
                  <a:pt x="1140662" y="34950"/>
                  <a:pt x="1139258" y="33309"/>
                  <a:pt x="1137242" y="32083"/>
                </a:cubicBezTo>
                <a:cubicBezTo>
                  <a:pt x="1135226" y="30857"/>
                  <a:pt x="1132861" y="30244"/>
                  <a:pt x="1130147" y="30244"/>
                </a:cubicBezTo>
                <a:cubicBezTo>
                  <a:pt x="1125813" y="30244"/>
                  <a:pt x="1122073" y="31621"/>
                  <a:pt x="1118926" y="34376"/>
                </a:cubicBezTo>
                <a:cubicBezTo>
                  <a:pt x="1115779" y="37129"/>
                  <a:pt x="1114206" y="42354"/>
                  <a:pt x="1114206" y="50050"/>
                </a:cubicBezTo>
                <a:lnTo>
                  <a:pt x="1114206" y="82873"/>
                </a:lnTo>
                <a:lnTo>
                  <a:pt x="1104030" y="82873"/>
                </a:lnTo>
                <a:close/>
                <a:moveTo>
                  <a:pt x="1164637" y="52856"/>
                </a:moveTo>
                <a:cubicBezTo>
                  <a:pt x="1164637" y="41738"/>
                  <a:pt x="1167727" y="33504"/>
                  <a:pt x="1173908" y="28152"/>
                </a:cubicBezTo>
                <a:cubicBezTo>
                  <a:pt x="1179071" y="23705"/>
                  <a:pt x="1185364" y="21481"/>
                  <a:pt x="1192789" y="21481"/>
                </a:cubicBezTo>
                <a:cubicBezTo>
                  <a:pt x="1201042" y="21481"/>
                  <a:pt x="1207788" y="24186"/>
                  <a:pt x="1213027" y="29594"/>
                </a:cubicBezTo>
                <a:cubicBezTo>
                  <a:pt x="1218265" y="35002"/>
                  <a:pt x="1220884" y="42473"/>
                  <a:pt x="1220884" y="52008"/>
                </a:cubicBezTo>
                <a:cubicBezTo>
                  <a:pt x="1220884" y="59734"/>
                  <a:pt x="1219725" y="65811"/>
                  <a:pt x="1217408" y="70239"/>
                </a:cubicBezTo>
                <a:cubicBezTo>
                  <a:pt x="1215090" y="74667"/>
                  <a:pt x="1211717" y="78106"/>
                  <a:pt x="1207289" y="80556"/>
                </a:cubicBezTo>
                <a:cubicBezTo>
                  <a:pt x="1202861" y="83005"/>
                  <a:pt x="1198027" y="84230"/>
                  <a:pt x="1192789" y="84230"/>
                </a:cubicBezTo>
                <a:cubicBezTo>
                  <a:pt x="1184385" y="84230"/>
                  <a:pt x="1177592" y="81535"/>
                  <a:pt x="1172410" y="76146"/>
                </a:cubicBezTo>
                <a:cubicBezTo>
                  <a:pt x="1167228" y="70757"/>
                  <a:pt x="1164637" y="62994"/>
                  <a:pt x="1164637" y="52856"/>
                </a:cubicBezTo>
                <a:moveTo>
                  <a:pt x="1175095" y="52828"/>
                </a:moveTo>
                <a:cubicBezTo>
                  <a:pt x="1175095" y="60487"/>
                  <a:pt x="1176772" y="66223"/>
                  <a:pt x="1180126" y="70034"/>
                </a:cubicBezTo>
                <a:cubicBezTo>
                  <a:pt x="1183480" y="73845"/>
                  <a:pt x="1187701" y="75751"/>
                  <a:pt x="1192789" y="75751"/>
                </a:cubicBezTo>
                <a:cubicBezTo>
                  <a:pt x="1197839" y="75751"/>
                  <a:pt x="1202041" y="73836"/>
                  <a:pt x="1205395" y="70006"/>
                </a:cubicBezTo>
                <a:cubicBezTo>
                  <a:pt x="1208749" y="66176"/>
                  <a:pt x="1210426" y="60337"/>
                  <a:pt x="1210426" y="52490"/>
                </a:cubicBezTo>
                <a:cubicBezTo>
                  <a:pt x="1210426" y="45093"/>
                  <a:pt x="1208740" y="39489"/>
                  <a:pt x="1205367" y="35678"/>
                </a:cubicBezTo>
                <a:cubicBezTo>
                  <a:pt x="1201994" y="31867"/>
                  <a:pt x="1197801" y="29961"/>
                  <a:pt x="1192789" y="29961"/>
                </a:cubicBezTo>
                <a:cubicBezTo>
                  <a:pt x="1187701" y="29961"/>
                  <a:pt x="1183480" y="31857"/>
                  <a:pt x="1180126" y="35649"/>
                </a:cubicBezTo>
                <a:cubicBezTo>
                  <a:pt x="1176772" y="39442"/>
                  <a:pt x="1175095" y="45168"/>
                  <a:pt x="1175095" y="52828"/>
                </a:cubicBezTo>
                <a:close/>
                <a:moveTo>
                  <a:pt x="1255034" y="73885"/>
                </a:moveTo>
                <a:lnTo>
                  <a:pt x="1256504" y="82873"/>
                </a:lnTo>
                <a:cubicBezTo>
                  <a:pt x="1253640" y="83401"/>
                  <a:pt x="1251077" y="83665"/>
                  <a:pt x="1248816" y="83665"/>
                </a:cubicBezTo>
                <a:cubicBezTo>
                  <a:pt x="1245122" y="83665"/>
                  <a:pt x="1242258" y="83081"/>
                  <a:pt x="1240223" y="81912"/>
                </a:cubicBezTo>
                <a:cubicBezTo>
                  <a:pt x="1238188" y="80744"/>
                  <a:pt x="1236756" y="79208"/>
                  <a:pt x="1235927" y="77305"/>
                </a:cubicBezTo>
                <a:cubicBezTo>
                  <a:pt x="1235098" y="75402"/>
                  <a:pt x="1234683" y="71398"/>
                  <a:pt x="1234683" y="65292"/>
                </a:cubicBezTo>
                <a:lnTo>
                  <a:pt x="1234683" y="30752"/>
                </a:lnTo>
                <a:lnTo>
                  <a:pt x="1227221" y="30752"/>
                </a:lnTo>
                <a:lnTo>
                  <a:pt x="1227221" y="22838"/>
                </a:lnTo>
                <a:lnTo>
                  <a:pt x="1234683" y="22838"/>
                </a:lnTo>
                <a:lnTo>
                  <a:pt x="1234683" y="7930"/>
                </a:lnTo>
                <a:lnTo>
                  <a:pt x="1244802" y="1809"/>
                </a:lnTo>
                <a:lnTo>
                  <a:pt x="1244802" y="22838"/>
                </a:lnTo>
                <a:lnTo>
                  <a:pt x="1255034" y="22838"/>
                </a:lnTo>
                <a:lnTo>
                  <a:pt x="1255034" y="30752"/>
                </a:lnTo>
                <a:lnTo>
                  <a:pt x="1244802" y="30752"/>
                </a:lnTo>
                <a:lnTo>
                  <a:pt x="1244802" y="65858"/>
                </a:lnTo>
                <a:cubicBezTo>
                  <a:pt x="1244802" y="68760"/>
                  <a:pt x="1244981" y="70625"/>
                  <a:pt x="1245339" y="71454"/>
                </a:cubicBezTo>
                <a:cubicBezTo>
                  <a:pt x="1245697" y="72283"/>
                  <a:pt x="1246281" y="72943"/>
                  <a:pt x="1247092" y="73433"/>
                </a:cubicBezTo>
                <a:cubicBezTo>
                  <a:pt x="1247902" y="73923"/>
                  <a:pt x="1249061" y="74168"/>
                  <a:pt x="1250568" y="74168"/>
                </a:cubicBezTo>
                <a:cubicBezTo>
                  <a:pt x="1251699" y="74168"/>
                  <a:pt x="1253187" y="74073"/>
                  <a:pt x="1255034" y="73885"/>
                </a:cubicBez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giveanyfalseimpressions.">
            <a:extLst xmlns:a="http://schemas.openxmlformats.org/drawingml/2006/main">
              <a:ext uri="{FF2B5EF4-FFF2-40B4-BE49-F238E27FC236}">
                <a16:creationId xmlns:a16="http://schemas.microsoft.com/office/drawing/2014/main" id="{A1721011-79A6-4C7D-A105-57740CBB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692" y="757975"/>
            <a:ext cx="1376193" cy="108651"/>
          </a:xfrm>
          <a:custGeom xmlns:a="http://schemas.openxmlformats.org/drawingml/2006/main">
            <a:pathLst>
              <a:path w="1376193" h="108651">
                <a:moveTo>
                  <a:pt x="2035" y="89205"/>
                </a:moveTo>
                <a:lnTo>
                  <a:pt x="11928" y="90675"/>
                </a:lnTo>
                <a:cubicBezTo>
                  <a:pt x="12342" y="93727"/>
                  <a:pt x="13492" y="95951"/>
                  <a:pt x="15376" y="97345"/>
                </a:cubicBezTo>
                <a:cubicBezTo>
                  <a:pt x="17901" y="99229"/>
                  <a:pt x="21350" y="100172"/>
                  <a:pt x="25721" y="100172"/>
                </a:cubicBezTo>
                <a:cubicBezTo>
                  <a:pt x="30432" y="100172"/>
                  <a:pt x="34069" y="99227"/>
                  <a:pt x="36632" y="97338"/>
                </a:cubicBezTo>
                <a:cubicBezTo>
                  <a:pt x="39194" y="95450"/>
                  <a:pt x="40928" y="92806"/>
                  <a:pt x="41832" y="89406"/>
                </a:cubicBezTo>
                <a:cubicBezTo>
                  <a:pt x="42360" y="87330"/>
                  <a:pt x="42605" y="82968"/>
                  <a:pt x="42567" y="76319"/>
                </a:cubicBezTo>
                <a:cubicBezTo>
                  <a:pt x="38120" y="81593"/>
                  <a:pt x="32580" y="84230"/>
                  <a:pt x="25947" y="84230"/>
                </a:cubicBezTo>
                <a:cubicBezTo>
                  <a:pt x="17694" y="84230"/>
                  <a:pt x="11306" y="81253"/>
                  <a:pt x="6784" y="75298"/>
                </a:cubicBezTo>
                <a:cubicBezTo>
                  <a:pt x="2261" y="69344"/>
                  <a:pt x="0" y="62202"/>
                  <a:pt x="0" y="53873"/>
                </a:cubicBezTo>
                <a:cubicBezTo>
                  <a:pt x="0" y="48145"/>
                  <a:pt x="1036" y="42859"/>
                  <a:pt x="3109" y="38017"/>
                </a:cubicBezTo>
                <a:cubicBezTo>
                  <a:pt x="5182" y="33174"/>
                  <a:pt x="8187" y="29433"/>
                  <a:pt x="12126" y="26795"/>
                </a:cubicBezTo>
                <a:cubicBezTo>
                  <a:pt x="16064" y="24157"/>
                  <a:pt x="20690" y="22838"/>
                  <a:pt x="26004" y="22838"/>
                </a:cubicBezTo>
                <a:cubicBezTo>
                  <a:pt x="33089" y="22838"/>
                  <a:pt x="38931" y="25721"/>
                  <a:pt x="43528" y="31487"/>
                </a:cubicBezTo>
                <a:lnTo>
                  <a:pt x="43528" y="24195"/>
                </a:lnTo>
                <a:lnTo>
                  <a:pt x="52912" y="24195"/>
                </a:lnTo>
                <a:lnTo>
                  <a:pt x="52912" y="76125"/>
                </a:lnTo>
                <a:cubicBezTo>
                  <a:pt x="52912" y="85477"/>
                  <a:pt x="51961" y="92105"/>
                  <a:pt x="50058" y="96008"/>
                </a:cubicBezTo>
                <a:cubicBezTo>
                  <a:pt x="48154" y="99911"/>
                  <a:pt x="45139" y="102993"/>
                  <a:pt x="41013" y="105256"/>
                </a:cubicBezTo>
                <a:cubicBezTo>
                  <a:pt x="36886" y="107519"/>
                  <a:pt x="31808" y="108651"/>
                  <a:pt x="25778" y="108651"/>
                </a:cubicBezTo>
                <a:cubicBezTo>
                  <a:pt x="18617" y="108651"/>
                  <a:pt x="12832" y="107035"/>
                  <a:pt x="8423" y="103804"/>
                </a:cubicBezTo>
                <a:cubicBezTo>
                  <a:pt x="4014" y="100572"/>
                  <a:pt x="1884" y="95706"/>
                  <a:pt x="2035" y="89205"/>
                </a:cubicBezTo>
                <a:moveTo>
                  <a:pt x="10458" y="53140"/>
                </a:moveTo>
                <a:cubicBezTo>
                  <a:pt x="10458" y="60997"/>
                  <a:pt x="12022" y="66729"/>
                  <a:pt x="15150" y="70338"/>
                </a:cubicBezTo>
                <a:cubicBezTo>
                  <a:pt x="18278" y="73946"/>
                  <a:pt x="22198" y="75751"/>
                  <a:pt x="26908" y="75751"/>
                </a:cubicBezTo>
                <a:cubicBezTo>
                  <a:pt x="31582" y="75751"/>
                  <a:pt x="35501" y="73956"/>
                  <a:pt x="38667" y="70366"/>
                </a:cubicBezTo>
                <a:cubicBezTo>
                  <a:pt x="41832" y="66776"/>
                  <a:pt x="43415" y="61147"/>
                  <a:pt x="43415" y="53478"/>
                </a:cubicBezTo>
                <a:cubicBezTo>
                  <a:pt x="43415" y="46148"/>
                  <a:pt x="41785" y="40622"/>
                  <a:pt x="38525" y="36900"/>
                </a:cubicBezTo>
                <a:cubicBezTo>
                  <a:pt x="35265" y="33179"/>
                  <a:pt x="31337" y="31318"/>
                  <a:pt x="26739" y="31318"/>
                </a:cubicBezTo>
                <a:cubicBezTo>
                  <a:pt x="22216" y="31318"/>
                  <a:pt x="18372" y="33150"/>
                  <a:pt x="15207" y="36815"/>
                </a:cubicBezTo>
                <a:cubicBezTo>
                  <a:pt x="12041" y="40480"/>
                  <a:pt x="10458" y="45922"/>
                  <a:pt x="10458" y="53140"/>
                </a:cubicBezTo>
                <a:close/>
                <a:moveTo>
                  <a:pt x="68351" y="13115"/>
                </a:moveTo>
                <a:lnTo>
                  <a:pt x="68351" y="1357"/>
                </a:lnTo>
                <a:lnTo>
                  <a:pt x="78526" y="1357"/>
                </a:lnTo>
                <a:lnTo>
                  <a:pt x="78526" y="13115"/>
                </a:lnTo>
                <a:lnTo>
                  <a:pt x="68351" y="13115"/>
                </a:lnTo>
                <a:moveTo>
                  <a:pt x="68351" y="84230"/>
                </a:moveTo>
                <a:lnTo>
                  <a:pt x="68351" y="24195"/>
                </a:lnTo>
                <a:lnTo>
                  <a:pt x="78526" y="24195"/>
                </a:lnTo>
                <a:lnTo>
                  <a:pt x="78526" y="84230"/>
                </a:lnTo>
                <a:lnTo>
                  <a:pt x="68351" y="84230"/>
                </a:lnTo>
                <a:close/>
                <a:moveTo>
                  <a:pt x="110695" y="84230"/>
                </a:moveTo>
                <a:lnTo>
                  <a:pt x="87857" y="24195"/>
                </a:lnTo>
                <a:lnTo>
                  <a:pt x="98598" y="24195"/>
                </a:lnTo>
                <a:lnTo>
                  <a:pt x="111487" y="60148"/>
                </a:lnTo>
                <a:cubicBezTo>
                  <a:pt x="112881" y="64030"/>
                  <a:pt x="114163" y="68062"/>
                  <a:pt x="115331" y="72246"/>
                </a:cubicBezTo>
                <a:cubicBezTo>
                  <a:pt x="116235" y="69080"/>
                  <a:pt x="117498" y="65274"/>
                  <a:pt x="119118" y="60827"/>
                </a:cubicBezTo>
                <a:lnTo>
                  <a:pt x="132460" y="24195"/>
                </a:lnTo>
                <a:lnTo>
                  <a:pt x="142918" y="24195"/>
                </a:lnTo>
                <a:lnTo>
                  <a:pt x="120193" y="84230"/>
                </a:lnTo>
                <a:lnTo>
                  <a:pt x="110695" y="84230"/>
                </a:lnTo>
                <a:close/>
                <a:moveTo>
                  <a:pt x="193004" y="64897"/>
                </a:moveTo>
                <a:lnTo>
                  <a:pt x="203518" y="66197"/>
                </a:lnTo>
                <a:cubicBezTo>
                  <a:pt x="201860" y="72340"/>
                  <a:pt x="198789" y="77107"/>
                  <a:pt x="194304" y="80499"/>
                </a:cubicBezTo>
                <a:cubicBezTo>
                  <a:pt x="189819" y="83891"/>
                  <a:pt x="184091" y="85587"/>
                  <a:pt x="177119" y="85587"/>
                </a:cubicBezTo>
                <a:cubicBezTo>
                  <a:pt x="168338" y="85587"/>
                  <a:pt x="161375" y="82883"/>
                  <a:pt x="156231" y="77475"/>
                </a:cubicBezTo>
                <a:cubicBezTo>
                  <a:pt x="151087" y="72067"/>
                  <a:pt x="148514" y="64482"/>
                  <a:pt x="148514" y="54721"/>
                </a:cubicBezTo>
                <a:cubicBezTo>
                  <a:pt x="148514" y="44621"/>
                  <a:pt x="151115" y="36782"/>
                  <a:pt x="156316" y="31205"/>
                </a:cubicBezTo>
                <a:cubicBezTo>
                  <a:pt x="161516" y="25627"/>
                  <a:pt x="168262" y="22838"/>
                  <a:pt x="176553" y="22838"/>
                </a:cubicBezTo>
                <a:cubicBezTo>
                  <a:pt x="184581" y="22838"/>
                  <a:pt x="191138" y="25566"/>
                  <a:pt x="196226" y="31023"/>
                </a:cubicBezTo>
                <a:cubicBezTo>
                  <a:pt x="201314" y="36478"/>
                  <a:pt x="203858" y="44153"/>
                  <a:pt x="203858" y="54048"/>
                </a:cubicBezTo>
                <a:cubicBezTo>
                  <a:pt x="203858" y="54650"/>
                  <a:pt x="203839" y="55553"/>
                  <a:pt x="203801" y="56756"/>
                </a:cubicBezTo>
                <a:lnTo>
                  <a:pt x="159029" y="56756"/>
                </a:lnTo>
                <a:cubicBezTo>
                  <a:pt x="159406" y="63333"/>
                  <a:pt x="161271" y="68369"/>
                  <a:pt x="164626" y="71864"/>
                </a:cubicBezTo>
                <a:cubicBezTo>
                  <a:pt x="167980" y="75360"/>
                  <a:pt x="172163" y="77107"/>
                  <a:pt x="177175" y="77107"/>
                </a:cubicBezTo>
                <a:cubicBezTo>
                  <a:pt x="180906" y="77107"/>
                  <a:pt x="184091" y="76137"/>
                  <a:pt x="186729" y="74196"/>
                </a:cubicBezTo>
                <a:cubicBezTo>
                  <a:pt x="189367" y="72254"/>
                  <a:pt x="191459" y="69154"/>
                  <a:pt x="193004" y="64897"/>
                </a:cubicBezTo>
                <a:moveTo>
                  <a:pt x="159594" y="48277"/>
                </a:moveTo>
                <a:lnTo>
                  <a:pt x="193117" y="48277"/>
                </a:lnTo>
                <a:cubicBezTo>
                  <a:pt x="192665" y="43309"/>
                  <a:pt x="191383" y="39584"/>
                  <a:pt x="189273" y="37100"/>
                </a:cubicBezTo>
                <a:cubicBezTo>
                  <a:pt x="186032" y="33245"/>
                  <a:pt x="181830" y="31318"/>
                  <a:pt x="176666" y="31318"/>
                </a:cubicBezTo>
                <a:cubicBezTo>
                  <a:pt x="171993" y="31318"/>
                  <a:pt x="168064" y="32856"/>
                  <a:pt x="164880" y="35934"/>
                </a:cubicBezTo>
                <a:cubicBezTo>
                  <a:pt x="161695" y="39010"/>
                  <a:pt x="159934" y="43124"/>
                  <a:pt x="159594" y="48277"/>
                </a:cubicBezTo>
                <a:close/>
                <a:moveTo>
                  <a:pt x="287637" y="76818"/>
                </a:moveTo>
                <a:cubicBezTo>
                  <a:pt x="283868" y="80023"/>
                  <a:pt x="280241" y="82286"/>
                  <a:pt x="276755" y="83606"/>
                </a:cubicBezTo>
                <a:cubicBezTo>
                  <a:pt x="273269" y="84927"/>
                  <a:pt x="269528" y="85587"/>
                  <a:pt x="265534" y="85587"/>
                </a:cubicBezTo>
                <a:cubicBezTo>
                  <a:pt x="258938" y="85587"/>
                  <a:pt x="253870" y="83975"/>
                  <a:pt x="250327" y="80750"/>
                </a:cubicBezTo>
                <a:cubicBezTo>
                  <a:pt x="246784" y="77525"/>
                  <a:pt x="245013" y="73405"/>
                  <a:pt x="245013" y="68389"/>
                </a:cubicBezTo>
                <a:cubicBezTo>
                  <a:pt x="245013" y="65448"/>
                  <a:pt x="245682" y="62762"/>
                  <a:pt x="247020" y="60330"/>
                </a:cubicBezTo>
                <a:cubicBezTo>
                  <a:pt x="248358" y="57897"/>
                  <a:pt x="250110" y="55945"/>
                  <a:pt x="252277" y="54474"/>
                </a:cubicBezTo>
                <a:cubicBezTo>
                  <a:pt x="254444" y="53003"/>
                  <a:pt x="256884" y="51891"/>
                  <a:pt x="259598" y="51137"/>
                </a:cubicBezTo>
                <a:cubicBezTo>
                  <a:pt x="261595" y="50608"/>
                  <a:pt x="264610" y="50099"/>
                  <a:pt x="268643" y="49609"/>
                </a:cubicBezTo>
                <a:cubicBezTo>
                  <a:pt x="276858" y="48636"/>
                  <a:pt x="282907" y="47476"/>
                  <a:pt x="286789" y="46129"/>
                </a:cubicBezTo>
                <a:cubicBezTo>
                  <a:pt x="286827" y="44740"/>
                  <a:pt x="286845" y="43858"/>
                  <a:pt x="286845" y="43482"/>
                </a:cubicBezTo>
                <a:cubicBezTo>
                  <a:pt x="286845" y="39352"/>
                  <a:pt x="285884" y="36443"/>
                  <a:pt x="283962" y="34754"/>
                </a:cubicBezTo>
                <a:cubicBezTo>
                  <a:pt x="281362" y="32463"/>
                  <a:pt x="277499" y="31318"/>
                  <a:pt x="272374" y="31318"/>
                </a:cubicBezTo>
                <a:cubicBezTo>
                  <a:pt x="267588" y="31318"/>
                  <a:pt x="264054" y="32156"/>
                  <a:pt x="261774" y="33833"/>
                </a:cubicBezTo>
                <a:cubicBezTo>
                  <a:pt x="259494" y="35510"/>
                  <a:pt x="257808" y="38478"/>
                  <a:pt x="256715" y="42737"/>
                </a:cubicBezTo>
                <a:lnTo>
                  <a:pt x="246766" y="41380"/>
                </a:lnTo>
                <a:cubicBezTo>
                  <a:pt x="247670" y="37109"/>
                  <a:pt x="249159" y="33659"/>
                  <a:pt x="251231" y="31032"/>
                </a:cubicBezTo>
                <a:cubicBezTo>
                  <a:pt x="253304" y="28404"/>
                  <a:pt x="256300" y="26382"/>
                  <a:pt x="260220" y="24965"/>
                </a:cubicBezTo>
                <a:cubicBezTo>
                  <a:pt x="264139" y="23547"/>
                  <a:pt x="268680" y="22838"/>
                  <a:pt x="273844" y="22838"/>
                </a:cubicBezTo>
                <a:cubicBezTo>
                  <a:pt x="278969" y="22838"/>
                  <a:pt x="283133" y="23441"/>
                  <a:pt x="286337" y="24647"/>
                </a:cubicBezTo>
                <a:cubicBezTo>
                  <a:pt x="289540" y="25853"/>
                  <a:pt x="291896" y="27370"/>
                  <a:pt x="293403" y="29198"/>
                </a:cubicBezTo>
                <a:cubicBezTo>
                  <a:pt x="294910" y="31026"/>
                  <a:pt x="295966" y="33334"/>
                  <a:pt x="296569" y="36123"/>
                </a:cubicBezTo>
                <a:cubicBezTo>
                  <a:pt x="296908" y="37856"/>
                  <a:pt x="297077" y="40984"/>
                  <a:pt x="297077" y="45507"/>
                </a:cubicBezTo>
                <a:lnTo>
                  <a:pt x="297077" y="59074"/>
                </a:lnTo>
                <a:cubicBezTo>
                  <a:pt x="297077" y="68534"/>
                  <a:pt x="297294" y="74516"/>
                  <a:pt x="297728" y="77022"/>
                </a:cubicBezTo>
                <a:cubicBezTo>
                  <a:pt x="298161" y="79529"/>
                  <a:pt x="299018" y="81931"/>
                  <a:pt x="300300" y="84230"/>
                </a:cubicBezTo>
                <a:lnTo>
                  <a:pt x="289672" y="84230"/>
                </a:lnTo>
                <a:cubicBezTo>
                  <a:pt x="288617" y="82117"/>
                  <a:pt x="287938" y="79646"/>
                  <a:pt x="287637" y="76818"/>
                </a:cubicBezTo>
                <a:moveTo>
                  <a:pt x="286789" y="54043"/>
                </a:moveTo>
                <a:cubicBezTo>
                  <a:pt x="283096" y="55563"/>
                  <a:pt x="277556" y="56855"/>
                  <a:pt x="270169" y="57919"/>
                </a:cubicBezTo>
                <a:cubicBezTo>
                  <a:pt x="265986" y="58524"/>
                  <a:pt x="263027" y="59205"/>
                  <a:pt x="261294" y="59963"/>
                </a:cubicBezTo>
                <a:cubicBezTo>
                  <a:pt x="259560" y="60719"/>
                  <a:pt x="258222" y="61826"/>
                  <a:pt x="257280" y="63284"/>
                </a:cubicBezTo>
                <a:cubicBezTo>
                  <a:pt x="256338" y="64741"/>
                  <a:pt x="255867" y="66358"/>
                  <a:pt x="255867" y="68137"/>
                </a:cubicBezTo>
                <a:cubicBezTo>
                  <a:pt x="255867" y="70861"/>
                  <a:pt x="256894" y="73131"/>
                  <a:pt x="258948" y="74949"/>
                </a:cubicBezTo>
                <a:cubicBezTo>
                  <a:pt x="261002" y="76765"/>
                  <a:pt x="264007" y="77673"/>
                  <a:pt x="267964" y="77673"/>
                </a:cubicBezTo>
                <a:cubicBezTo>
                  <a:pt x="271884" y="77673"/>
                  <a:pt x="275370" y="76811"/>
                  <a:pt x="278422" y="75088"/>
                </a:cubicBezTo>
                <a:cubicBezTo>
                  <a:pt x="281475" y="73365"/>
                  <a:pt x="283717" y="71008"/>
                  <a:pt x="285150" y="68017"/>
                </a:cubicBezTo>
                <a:cubicBezTo>
                  <a:pt x="286242" y="65706"/>
                  <a:pt x="286789" y="62298"/>
                  <a:pt x="286789" y="57792"/>
                </a:cubicBezTo>
                <a:lnTo>
                  <a:pt x="286789" y="54043"/>
                </a:lnTo>
                <a:close/>
                <a:moveTo>
                  <a:pt x="312855" y="84230"/>
                </a:moveTo>
                <a:lnTo>
                  <a:pt x="312855" y="24195"/>
                </a:lnTo>
                <a:lnTo>
                  <a:pt x="322013" y="24195"/>
                </a:lnTo>
                <a:lnTo>
                  <a:pt x="322013" y="32674"/>
                </a:lnTo>
                <a:cubicBezTo>
                  <a:pt x="326422" y="26117"/>
                  <a:pt x="332792" y="22838"/>
                  <a:pt x="341120" y="22838"/>
                </a:cubicBezTo>
                <a:cubicBezTo>
                  <a:pt x="344738" y="22838"/>
                  <a:pt x="348064" y="23488"/>
                  <a:pt x="351098" y="24789"/>
                </a:cubicBezTo>
                <a:cubicBezTo>
                  <a:pt x="354132" y="26089"/>
                  <a:pt x="356402" y="27794"/>
                  <a:pt x="357910" y="29905"/>
                </a:cubicBezTo>
                <a:cubicBezTo>
                  <a:pt x="359417" y="32015"/>
                  <a:pt x="360473" y="34521"/>
                  <a:pt x="361076" y="37423"/>
                </a:cubicBezTo>
                <a:cubicBezTo>
                  <a:pt x="361452" y="39307"/>
                  <a:pt x="361641" y="42605"/>
                  <a:pt x="361641" y="47316"/>
                </a:cubicBezTo>
                <a:lnTo>
                  <a:pt x="361641" y="84230"/>
                </a:lnTo>
                <a:lnTo>
                  <a:pt x="351465" y="84230"/>
                </a:lnTo>
                <a:lnTo>
                  <a:pt x="351465" y="47673"/>
                </a:lnTo>
                <a:cubicBezTo>
                  <a:pt x="351465" y="43522"/>
                  <a:pt x="351070" y="40419"/>
                  <a:pt x="350278" y="38363"/>
                </a:cubicBezTo>
                <a:cubicBezTo>
                  <a:pt x="349487" y="36307"/>
                  <a:pt x="348083" y="34665"/>
                  <a:pt x="346067" y="33439"/>
                </a:cubicBezTo>
                <a:cubicBezTo>
                  <a:pt x="344050" y="32213"/>
                  <a:pt x="341686" y="31600"/>
                  <a:pt x="338972" y="31600"/>
                </a:cubicBezTo>
                <a:cubicBezTo>
                  <a:pt x="334638" y="31600"/>
                  <a:pt x="330898" y="32978"/>
                  <a:pt x="327751" y="35732"/>
                </a:cubicBezTo>
                <a:cubicBezTo>
                  <a:pt x="324604" y="38486"/>
                  <a:pt x="323031" y="43711"/>
                  <a:pt x="323031" y="51407"/>
                </a:cubicBezTo>
                <a:lnTo>
                  <a:pt x="323031" y="84230"/>
                </a:lnTo>
                <a:lnTo>
                  <a:pt x="312855" y="84230"/>
                </a:lnTo>
                <a:close/>
                <a:moveTo>
                  <a:pt x="376796" y="107407"/>
                </a:moveTo>
                <a:lnTo>
                  <a:pt x="375666" y="97854"/>
                </a:lnTo>
                <a:cubicBezTo>
                  <a:pt x="377889" y="98457"/>
                  <a:pt x="379830" y="98758"/>
                  <a:pt x="381488" y="98758"/>
                </a:cubicBezTo>
                <a:cubicBezTo>
                  <a:pt x="383750" y="98758"/>
                  <a:pt x="385559" y="98377"/>
                  <a:pt x="386915" y="97614"/>
                </a:cubicBezTo>
                <a:cubicBezTo>
                  <a:pt x="388272" y="96852"/>
                  <a:pt x="389384" y="95784"/>
                  <a:pt x="390251" y="94411"/>
                </a:cubicBezTo>
                <a:cubicBezTo>
                  <a:pt x="390891" y="93382"/>
                  <a:pt x="391928" y="90827"/>
                  <a:pt x="393360" y="86747"/>
                </a:cubicBezTo>
                <a:cubicBezTo>
                  <a:pt x="393548" y="86175"/>
                  <a:pt x="393850" y="85336"/>
                  <a:pt x="394264" y="84230"/>
                </a:cubicBezTo>
                <a:lnTo>
                  <a:pt x="371483" y="24195"/>
                </a:lnTo>
                <a:lnTo>
                  <a:pt x="382449" y="24195"/>
                </a:lnTo>
                <a:lnTo>
                  <a:pt x="394943" y="58880"/>
                </a:lnTo>
                <a:cubicBezTo>
                  <a:pt x="396563" y="63280"/>
                  <a:pt x="398014" y="67905"/>
                  <a:pt x="399295" y="72754"/>
                </a:cubicBezTo>
                <a:cubicBezTo>
                  <a:pt x="400464" y="68092"/>
                  <a:pt x="401858" y="63542"/>
                  <a:pt x="403479" y="59106"/>
                </a:cubicBezTo>
                <a:lnTo>
                  <a:pt x="416311" y="24195"/>
                </a:lnTo>
                <a:lnTo>
                  <a:pt x="426487" y="24195"/>
                </a:lnTo>
                <a:lnTo>
                  <a:pt x="403648" y="85288"/>
                </a:lnTo>
                <a:cubicBezTo>
                  <a:pt x="401199" y="91888"/>
                  <a:pt x="399295" y="96432"/>
                  <a:pt x="397939" y="98921"/>
                </a:cubicBezTo>
                <a:cubicBezTo>
                  <a:pt x="396130" y="102277"/>
                  <a:pt x="394057" y="104738"/>
                  <a:pt x="391720" y="106303"/>
                </a:cubicBezTo>
                <a:cubicBezTo>
                  <a:pt x="389384" y="107869"/>
                  <a:pt x="386595" y="108651"/>
                  <a:pt x="383354" y="108651"/>
                </a:cubicBezTo>
                <a:cubicBezTo>
                  <a:pt x="381394" y="108651"/>
                  <a:pt x="379208" y="108237"/>
                  <a:pt x="376796" y="107407"/>
                </a:cubicBezTo>
                <a:close/>
                <a:moveTo>
                  <a:pt x="469728" y="84230"/>
                </a:moveTo>
                <a:lnTo>
                  <a:pt x="469728" y="32109"/>
                </a:lnTo>
                <a:lnTo>
                  <a:pt x="460740" y="32109"/>
                </a:lnTo>
                <a:lnTo>
                  <a:pt x="460740" y="24195"/>
                </a:lnTo>
                <a:lnTo>
                  <a:pt x="469728" y="24195"/>
                </a:lnTo>
                <a:lnTo>
                  <a:pt x="469728" y="17821"/>
                </a:lnTo>
                <a:cubicBezTo>
                  <a:pt x="469728" y="13798"/>
                  <a:pt x="470086" y="10809"/>
                  <a:pt x="470803" y="8854"/>
                </a:cubicBezTo>
                <a:cubicBezTo>
                  <a:pt x="471782" y="6223"/>
                  <a:pt x="473507" y="4090"/>
                  <a:pt x="475975" y="2454"/>
                </a:cubicBezTo>
                <a:cubicBezTo>
                  <a:pt x="478444" y="818"/>
                  <a:pt x="481901" y="0"/>
                  <a:pt x="486348" y="0"/>
                </a:cubicBezTo>
                <a:cubicBezTo>
                  <a:pt x="489213" y="0"/>
                  <a:pt x="492378" y="339"/>
                  <a:pt x="495845" y="1018"/>
                </a:cubicBezTo>
                <a:lnTo>
                  <a:pt x="494319" y="9893"/>
                </a:lnTo>
                <a:cubicBezTo>
                  <a:pt x="492209" y="9516"/>
                  <a:pt x="490211" y="9327"/>
                  <a:pt x="488327" y="9327"/>
                </a:cubicBezTo>
                <a:cubicBezTo>
                  <a:pt x="485237" y="9327"/>
                  <a:pt x="483051" y="9985"/>
                  <a:pt x="481769" y="11299"/>
                </a:cubicBezTo>
                <a:cubicBezTo>
                  <a:pt x="480488" y="12613"/>
                  <a:pt x="479847" y="15072"/>
                  <a:pt x="479847" y="18676"/>
                </a:cubicBezTo>
                <a:lnTo>
                  <a:pt x="479847" y="24195"/>
                </a:lnTo>
                <a:lnTo>
                  <a:pt x="491549" y="24195"/>
                </a:lnTo>
                <a:lnTo>
                  <a:pt x="491549" y="32109"/>
                </a:lnTo>
                <a:lnTo>
                  <a:pt x="479847" y="32109"/>
                </a:lnTo>
                <a:lnTo>
                  <a:pt x="479847" y="84230"/>
                </a:lnTo>
                <a:lnTo>
                  <a:pt x="469728" y="84230"/>
                </a:lnTo>
                <a:close/>
                <a:moveTo>
                  <a:pt x="538635" y="76818"/>
                </a:moveTo>
                <a:cubicBezTo>
                  <a:pt x="534866" y="80023"/>
                  <a:pt x="531239" y="82286"/>
                  <a:pt x="527753" y="83606"/>
                </a:cubicBezTo>
                <a:cubicBezTo>
                  <a:pt x="524267" y="84927"/>
                  <a:pt x="520526" y="85587"/>
                  <a:pt x="516532" y="85587"/>
                </a:cubicBezTo>
                <a:cubicBezTo>
                  <a:pt x="509936" y="85587"/>
                  <a:pt x="504867" y="83975"/>
                  <a:pt x="501325" y="80750"/>
                </a:cubicBezTo>
                <a:cubicBezTo>
                  <a:pt x="497782" y="77525"/>
                  <a:pt x="496011" y="73405"/>
                  <a:pt x="496011" y="68389"/>
                </a:cubicBezTo>
                <a:cubicBezTo>
                  <a:pt x="496011" y="65448"/>
                  <a:pt x="496680" y="62762"/>
                  <a:pt x="498018" y="60330"/>
                </a:cubicBezTo>
                <a:cubicBezTo>
                  <a:pt x="499356" y="57897"/>
                  <a:pt x="501108" y="55945"/>
                  <a:pt x="503275" y="54474"/>
                </a:cubicBezTo>
                <a:cubicBezTo>
                  <a:pt x="505442" y="53003"/>
                  <a:pt x="507882" y="51891"/>
                  <a:pt x="510596" y="51137"/>
                </a:cubicBezTo>
                <a:cubicBezTo>
                  <a:pt x="512593" y="50608"/>
                  <a:pt x="515608" y="50099"/>
                  <a:pt x="519641" y="49609"/>
                </a:cubicBezTo>
                <a:cubicBezTo>
                  <a:pt x="527856" y="48636"/>
                  <a:pt x="533905" y="47476"/>
                  <a:pt x="537787" y="46129"/>
                </a:cubicBezTo>
                <a:cubicBezTo>
                  <a:pt x="537825" y="44740"/>
                  <a:pt x="537843" y="43858"/>
                  <a:pt x="537843" y="43482"/>
                </a:cubicBezTo>
                <a:cubicBezTo>
                  <a:pt x="537843" y="39352"/>
                  <a:pt x="536882" y="36443"/>
                  <a:pt x="534960" y="34754"/>
                </a:cubicBezTo>
                <a:cubicBezTo>
                  <a:pt x="532360" y="32463"/>
                  <a:pt x="528497" y="31318"/>
                  <a:pt x="523372" y="31318"/>
                </a:cubicBezTo>
                <a:cubicBezTo>
                  <a:pt x="518585" y="31318"/>
                  <a:pt x="515052" y="32156"/>
                  <a:pt x="512772" y="33833"/>
                </a:cubicBezTo>
                <a:cubicBezTo>
                  <a:pt x="510492" y="35510"/>
                  <a:pt x="508806" y="38478"/>
                  <a:pt x="507713" y="42737"/>
                </a:cubicBezTo>
                <a:lnTo>
                  <a:pt x="497763" y="41380"/>
                </a:lnTo>
                <a:cubicBezTo>
                  <a:pt x="498668" y="37109"/>
                  <a:pt x="500157" y="33659"/>
                  <a:pt x="502229" y="31032"/>
                </a:cubicBezTo>
                <a:cubicBezTo>
                  <a:pt x="504302" y="28404"/>
                  <a:pt x="507298" y="26382"/>
                  <a:pt x="511218" y="24965"/>
                </a:cubicBezTo>
                <a:cubicBezTo>
                  <a:pt x="515137" y="23547"/>
                  <a:pt x="519678" y="22838"/>
                  <a:pt x="524841" y="22838"/>
                </a:cubicBezTo>
                <a:cubicBezTo>
                  <a:pt x="529967" y="22838"/>
                  <a:pt x="534131" y="23441"/>
                  <a:pt x="537335" y="24647"/>
                </a:cubicBezTo>
                <a:cubicBezTo>
                  <a:pt x="540538" y="25853"/>
                  <a:pt x="542893" y="27370"/>
                  <a:pt x="544401" y="29198"/>
                </a:cubicBezTo>
                <a:cubicBezTo>
                  <a:pt x="545908" y="31026"/>
                  <a:pt x="546964" y="33334"/>
                  <a:pt x="547567" y="36123"/>
                </a:cubicBezTo>
                <a:cubicBezTo>
                  <a:pt x="547906" y="37856"/>
                  <a:pt x="548075" y="40984"/>
                  <a:pt x="548075" y="45507"/>
                </a:cubicBezTo>
                <a:lnTo>
                  <a:pt x="548075" y="59074"/>
                </a:lnTo>
                <a:cubicBezTo>
                  <a:pt x="548075" y="68534"/>
                  <a:pt x="548292" y="74516"/>
                  <a:pt x="548726" y="77022"/>
                </a:cubicBezTo>
                <a:cubicBezTo>
                  <a:pt x="549159" y="79529"/>
                  <a:pt x="550016" y="81931"/>
                  <a:pt x="551298" y="84230"/>
                </a:cubicBezTo>
                <a:lnTo>
                  <a:pt x="540670" y="84230"/>
                </a:lnTo>
                <a:cubicBezTo>
                  <a:pt x="539615" y="82117"/>
                  <a:pt x="538936" y="79646"/>
                  <a:pt x="538635" y="76818"/>
                </a:cubicBezTo>
                <a:moveTo>
                  <a:pt x="537787" y="54043"/>
                </a:moveTo>
                <a:cubicBezTo>
                  <a:pt x="534094" y="55563"/>
                  <a:pt x="528554" y="56855"/>
                  <a:pt x="521167" y="57919"/>
                </a:cubicBezTo>
                <a:cubicBezTo>
                  <a:pt x="516984" y="58524"/>
                  <a:pt x="514025" y="59205"/>
                  <a:pt x="512292" y="59963"/>
                </a:cubicBezTo>
                <a:cubicBezTo>
                  <a:pt x="510558" y="60719"/>
                  <a:pt x="509220" y="61826"/>
                  <a:pt x="508278" y="63284"/>
                </a:cubicBezTo>
                <a:cubicBezTo>
                  <a:pt x="507336" y="64741"/>
                  <a:pt x="506865" y="66358"/>
                  <a:pt x="506865" y="68137"/>
                </a:cubicBezTo>
                <a:cubicBezTo>
                  <a:pt x="506865" y="70861"/>
                  <a:pt x="507892" y="73131"/>
                  <a:pt x="509946" y="74949"/>
                </a:cubicBezTo>
                <a:cubicBezTo>
                  <a:pt x="512000" y="76765"/>
                  <a:pt x="515005" y="77673"/>
                  <a:pt x="518962" y="77673"/>
                </a:cubicBezTo>
                <a:cubicBezTo>
                  <a:pt x="522882" y="77673"/>
                  <a:pt x="526368" y="76811"/>
                  <a:pt x="529420" y="75088"/>
                </a:cubicBezTo>
                <a:cubicBezTo>
                  <a:pt x="532473" y="73365"/>
                  <a:pt x="534715" y="71008"/>
                  <a:pt x="536148" y="68017"/>
                </a:cubicBezTo>
                <a:cubicBezTo>
                  <a:pt x="537240" y="65706"/>
                  <a:pt x="537787" y="62298"/>
                  <a:pt x="537787" y="57792"/>
                </a:cubicBezTo>
                <a:lnTo>
                  <a:pt x="537787" y="54043"/>
                </a:lnTo>
                <a:close/>
                <a:moveTo>
                  <a:pt x="563627" y="84230"/>
                </a:moveTo>
                <a:lnTo>
                  <a:pt x="563627" y="1357"/>
                </a:lnTo>
                <a:lnTo>
                  <a:pt x="573802" y="1357"/>
                </a:lnTo>
                <a:lnTo>
                  <a:pt x="573802" y="84230"/>
                </a:lnTo>
                <a:lnTo>
                  <a:pt x="563627" y="84230"/>
                </a:lnTo>
                <a:close/>
                <a:moveTo>
                  <a:pt x="585508" y="66253"/>
                </a:moveTo>
                <a:lnTo>
                  <a:pt x="595570" y="64671"/>
                </a:lnTo>
                <a:cubicBezTo>
                  <a:pt x="596136" y="68685"/>
                  <a:pt x="597709" y="71762"/>
                  <a:pt x="600291" y="73901"/>
                </a:cubicBezTo>
                <a:cubicBezTo>
                  <a:pt x="602872" y="76039"/>
                  <a:pt x="606481" y="77107"/>
                  <a:pt x="611116" y="77107"/>
                </a:cubicBezTo>
                <a:cubicBezTo>
                  <a:pt x="615789" y="77107"/>
                  <a:pt x="619256" y="76163"/>
                  <a:pt x="621518" y="74275"/>
                </a:cubicBezTo>
                <a:cubicBezTo>
                  <a:pt x="623779" y="72386"/>
                  <a:pt x="624909" y="70171"/>
                  <a:pt x="624909" y="67630"/>
                </a:cubicBezTo>
                <a:cubicBezTo>
                  <a:pt x="624909" y="65348"/>
                  <a:pt x="623911" y="63554"/>
                  <a:pt x="621913" y="62245"/>
                </a:cubicBezTo>
                <a:cubicBezTo>
                  <a:pt x="620519" y="61348"/>
                  <a:pt x="617052" y="60207"/>
                  <a:pt x="611512" y="58823"/>
                </a:cubicBezTo>
                <a:cubicBezTo>
                  <a:pt x="604050" y="56938"/>
                  <a:pt x="598877" y="55307"/>
                  <a:pt x="595994" y="53930"/>
                </a:cubicBezTo>
                <a:cubicBezTo>
                  <a:pt x="593111" y="52553"/>
                  <a:pt x="590925" y="50648"/>
                  <a:pt x="589437" y="48215"/>
                </a:cubicBezTo>
                <a:cubicBezTo>
                  <a:pt x="587948" y="45782"/>
                  <a:pt x="587204" y="43094"/>
                  <a:pt x="587204" y="40152"/>
                </a:cubicBezTo>
                <a:cubicBezTo>
                  <a:pt x="587204" y="37474"/>
                  <a:pt x="587816" y="34994"/>
                  <a:pt x="589041" y="32712"/>
                </a:cubicBezTo>
                <a:cubicBezTo>
                  <a:pt x="590266" y="30429"/>
                  <a:pt x="591934" y="28534"/>
                  <a:pt x="594044" y="27025"/>
                </a:cubicBezTo>
                <a:cubicBezTo>
                  <a:pt x="595627" y="25856"/>
                  <a:pt x="597784" y="24866"/>
                  <a:pt x="600517" y="24055"/>
                </a:cubicBezTo>
                <a:cubicBezTo>
                  <a:pt x="603249" y="23244"/>
                  <a:pt x="606179" y="22838"/>
                  <a:pt x="609307" y="22838"/>
                </a:cubicBezTo>
                <a:cubicBezTo>
                  <a:pt x="614018" y="22838"/>
                  <a:pt x="618154" y="23521"/>
                  <a:pt x="621716" y="24887"/>
                </a:cubicBezTo>
                <a:cubicBezTo>
                  <a:pt x="625277" y="26252"/>
                  <a:pt x="627906" y="28102"/>
                  <a:pt x="629601" y="30436"/>
                </a:cubicBezTo>
                <a:cubicBezTo>
                  <a:pt x="631297" y="32769"/>
                  <a:pt x="632466" y="35890"/>
                  <a:pt x="633106" y="39797"/>
                </a:cubicBezTo>
                <a:lnTo>
                  <a:pt x="623157" y="41154"/>
                </a:lnTo>
                <a:cubicBezTo>
                  <a:pt x="622705" y="38064"/>
                  <a:pt x="621395" y="35652"/>
                  <a:pt x="619228" y="33918"/>
                </a:cubicBezTo>
                <a:cubicBezTo>
                  <a:pt x="617061" y="32185"/>
                  <a:pt x="613999" y="31318"/>
                  <a:pt x="610042" y="31318"/>
                </a:cubicBezTo>
                <a:cubicBezTo>
                  <a:pt x="605369" y="31318"/>
                  <a:pt x="602034" y="32087"/>
                  <a:pt x="600036" y="33625"/>
                </a:cubicBezTo>
                <a:cubicBezTo>
                  <a:pt x="598039" y="35162"/>
                  <a:pt x="597040" y="36962"/>
                  <a:pt x="597040" y="39025"/>
                </a:cubicBezTo>
                <a:cubicBezTo>
                  <a:pt x="597040" y="40337"/>
                  <a:pt x="597455" y="41519"/>
                  <a:pt x="598284" y="42569"/>
                </a:cubicBezTo>
                <a:cubicBezTo>
                  <a:pt x="599113" y="43656"/>
                  <a:pt x="600413" y="44556"/>
                  <a:pt x="602184" y="45268"/>
                </a:cubicBezTo>
                <a:cubicBezTo>
                  <a:pt x="603202" y="45644"/>
                  <a:pt x="606198" y="46507"/>
                  <a:pt x="611173" y="47856"/>
                </a:cubicBezTo>
                <a:cubicBezTo>
                  <a:pt x="618371" y="49777"/>
                  <a:pt x="623393" y="51349"/>
                  <a:pt x="626238" y="52573"/>
                </a:cubicBezTo>
                <a:cubicBezTo>
                  <a:pt x="629083" y="53797"/>
                  <a:pt x="631316" y="55576"/>
                  <a:pt x="632937" y="57912"/>
                </a:cubicBezTo>
                <a:cubicBezTo>
                  <a:pt x="634557" y="60246"/>
                  <a:pt x="635368" y="63145"/>
                  <a:pt x="635368" y="66609"/>
                </a:cubicBezTo>
                <a:cubicBezTo>
                  <a:pt x="635368" y="69998"/>
                  <a:pt x="634378" y="73190"/>
                  <a:pt x="632400" y="76183"/>
                </a:cubicBezTo>
                <a:cubicBezTo>
                  <a:pt x="630421" y="79176"/>
                  <a:pt x="627566" y="81491"/>
                  <a:pt x="623835" y="83130"/>
                </a:cubicBezTo>
                <a:cubicBezTo>
                  <a:pt x="620104" y="84768"/>
                  <a:pt x="615883" y="85587"/>
                  <a:pt x="611173" y="85587"/>
                </a:cubicBezTo>
                <a:cubicBezTo>
                  <a:pt x="603371" y="85587"/>
                  <a:pt x="597426" y="83962"/>
                  <a:pt x="593337" y="80711"/>
                </a:cubicBezTo>
                <a:cubicBezTo>
                  <a:pt x="589248" y="77461"/>
                  <a:pt x="586639" y="72641"/>
                  <a:pt x="585508" y="66253"/>
                </a:cubicBezTo>
                <a:close/>
                <a:moveTo>
                  <a:pt x="688563" y="64897"/>
                </a:moveTo>
                <a:lnTo>
                  <a:pt x="699077" y="66197"/>
                </a:lnTo>
                <a:cubicBezTo>
                  <a:pt x="697419" y="72340"/>
                  <a:pt x="694347" y="77107"/>
                  <a:pt x="689863" y="80499"/>
                </a:cubicBezTo>
                <a:cubicBezTo>
                  <a:pt x="685378" y="83891"/>
                  <a:pt x="679650" y="85587"/>
                  <a:pt x="672678" y="85587"/>
                </a:cubicBezTo>
                <a:cubicBezTo>
                  <a:pt x="663896" y="85587"/>
                  <a:pt x="656934" y="82883"/>
                  <a:pt x="651790" y="77475"/>
                </a:cubicBezTo>
                <a:cubicBezTo>
                  <a:pt x="646645" y="72067"/>
                  <a:pt x="644073" y="64482"/>
                  <a:pt x="644073" y="54721"/>
                </a:cubicBezTo>
                <a:cubicBezTo>
                  <a:pt x="644073" y="44621"/>
                  <a:pt x="646674" y="36782"/>
                  <a:pt x="651874" y="31205"/>
                </a:cubicBezTo>
                <a:cubicBezTo>
                  <a:pt x="657075" y="25627"/>
                  <a:pt x="663821" y="22838"/>
                  <a:pt x="672112" y="22838"/>
                </a:cubicBezTo>
                <a:cubicBezTo>
                  <a:pt x="680140" y="22838"/>
                  <a:pt x="686697" y="25566"/>
                  <a:pt x="691785" y="31023"/>
                </a:cubicBezTo>
                <a:cubicBezTo>
                  <a:pt x="696872" y="36478"/>
                  <a:pt x="699416" y="44153"/>
                  <a:pt x="699416" y="54048"/>
                </a:cubicBezTo>
                <a:cubicBezTo>
                  <a:pt x="699416" y="54650"/>
                  <a:pt x="699397" y="55553"/>
                  <a:pt x="699360" y="56756"/>
                </a:cubicBezTo>
                <a:lnTo>
                  <a:pt x="654588" y="56756"/>
                </a:lnTo>
                <a:cubicBezTo>
                  <a:pt x="654965" y="63333"/>
                  <a:pt x="656830" y="68369"/>
                  <a:pt x="660184" y="71864"/>
                </a:cubicBezTo>
                <a:cubicBezTo>
                  <a:pt x="663538" y="75360"/>
                  <a:pt x="667722" y="77107"/>
                  <a:pt x="672734" y="77107"/>
                </a:cubicBezTo>
                <a:cubicBezTo>
                  <a:pt x="676465" y="77107"/>
                  <a:pt x="679650" y="76137"/>
                  <a:pt x="682288" y="74196"/>
                </a:cubicBezTo>
                <a:cubicBezTo>
                  <a:pt x="684926" y="72254"/>
                  <a:pt x="687017" y="69154"/>
                  <a:pt x="688563" y="64897"/>
                </a:cubicBezTo>
                <a:moveTo>
                  <a:pt x="655153" y="48277"/>
                </a:moveTo>
                <a:lnTo>
                  <a:pt x="688676" y="48277"/>
                </a:lnTo>
                <a:cubicBezTo>
                  <a:pt x="688223" y="43309"/>
                  <a:pt x="686942" y="39584"/>
                  <a:pt x="684832" y="37100"/>
                </a:cubicBezTo>
                <a:cubicBezTo>
                  <a:pt x="681590" y="33245"/>
                  <a:pt x="677388" y="31318"/>
                  <a:pt x="672225" y="31318"/>
                </a:cubicBezTo>
                <a:cubicBezTo>
                  <a:pt x="667552" y="31318"/>
                  <a:pt x="663623" y="32856"/>
                  <a:pt x="660439" y="35934"/>
                </a:cubicBezTo>
                <a:cubicBezTo>
                  <a:pt x="657254" y="39010"/>
                  <a:pt x="655492" y="43124"/>
                  <a:pt x="655153" y="48277"/>
                </a:cubicBezTo>
                <a:close/>
                <a:moveTo>
                  <a:pt x="744077" y="13115"/>
                </a:moveTo>
                <a:lnTo>
                  <a:pt x="744077" y="1357"/>
                </a:lnTo>
                <a:lnTo>
                  <a:pt x="754252" y="1357"/>
                </a:lnTo>
                <a:lnTo>
                  <a:pt x="754252" y="13115"/>
                </a:lnTo>
                <a:lnTo>
                  <a:pt x="744077" y="13115"/>
                </a:lnTo>
                <a:moveTo>
                  <a:pt x="744077" y="84230"/>
                </a:moveTo>
                <a:lnTo>
                  <a:pt x="744077" y="24195"/>
                </a:lnTo>
                <a:lnTo>
                  <a:pt x="754252" y="24195"/>
                </a:lnTo>
                <a:lnTo>
                  <a:pt x="754252" y="84230"/>
                </a:lnTo>
                <a:lnTo>
                  <a:pt x="744077" y="84230"/>
                </a:lnTo>
                <a:close/>
                <a:moveTo>
                  <a:pt x="769745" y="84230"/>
                </a:moveTo>
                <a:lnTo>
                  <a:pt x="769745" y="24195"/>
                </a:lnTo>
                <a:lnTo>
                  <a:pt x="778847" y="24195"/>
                </a:lnTo>
                <a:lnTo>
                  <a:pt x="778847" y="32561"/>
                </a:lnTo>
                <a:cubicBezTo>
                  <a:pt x="780731" y="29638"/>
                  <a:pt x="783237" y="27287"/>
                  <a:pt x="786365" y="25508"/>
                </a:cubicBezTo>
                <a:cubicBezTo>
                  <a:pt x="789493" y="23728"/>
                  <a:pt x="793055" y="22838"/>
                  <a:pt x="797050" y="22838"/>
                </a:cubicBezTo>
                <a:cubicBezTo>
                  <a:pt x="801497" y="22838"/>
                  <a:pt x="805143" y="23757"/>
                  <a:pt x="807988" y="25594"/>
                </a:cubicBezTo>
                <a:cubicBezTo>
                  <a:pt x="810834" y="27430"/>
                  <a:pt x="812840" y="29998"/>
                  <a:pt x="814009" y="33296"/>
                </a:cubicBezTo>
                <a:cubicBezTo>
                  <a:pt x="818757" y="26324"/>
                  <a:pt x="824938" y="22838"/>
                  <a:pt x="832551" y="22838"/>
                </a:cubicBezTo>
                <a:cubicBezTo>
                  <a:pt x="838505" y="22838"/>
                  <a:pt x="843084" y="24487"/>
                  <a:pt x="846287" y="27785"/>
                </a:cubicBezTo>
                <a:cubicBezTo>
                  <a:pt x="849491" y="31082"/>
                  <a:pt x="851092" y="36161"/>
                  <a:pt x="851092" y="43020"/>
                </a:cubicBezTo>
                <a:lnTo>
                  <a:pt x="851092" y="84230"/>
                </a:lnTo>
                <a:lnTo>
                  <a:pt x="840974" y="84230"/>
                </a:lnTo>
                <a:lnTo>
                  <a:pt x="840974" y="46371"/>
                </a:lnTo>
                <a:cubicBezTo>
                  <a:pt x="840974" y="42296"/>
                  <a:pt x="840644" y="39363"/>
                  <a:pt x="839984" y="37571"/>
                </a:cubicBezTo>
                <a:cubicBezTo>
                  <a:pt x="839325" y="35779"/>
                  <a:pt x="838128" y="34336"/>
                  <a:pt x="836395" y="33242"/>
                </a:cubicBezTo>
                <a:cubicBezTo>
                  <a:pt x="834661" y="32147"/>
                  <a:pt x="832626" y="31600"/>
                  <a:pt x="830289" y="31600"/>
                </a:cubicBezTo>
                <a:cubicBezTo>
                  <a:pt x="826068" y="31600"/>
                  <a:pt x="822564" y="33006"/>
                  <a:pt x="819775" y="35817"/>
                </a:cubicBezTo>
                <a:cubicBezTo>
                  <a:pt x="816986" y="38627"/>
                  <a:pt x="815591" y="43126"/>
                  <a:pt x="815591" y="49314"/>
                </a:cubicBezTo>
                <a:lnTo>
                  <a:pt x="815591" y="84230"/>
                </a:lnTo>
                <a:lnTo>
                  <a:pt x="805416" y="84230"/>
                </a:lnTo>
                <a:lnTo>
                  <a:pt x="805416" y="45182"/>
                </a:lnTo>
                <a:cubicBezTo>
                  <a:pt x="805416" y="40655"/>
                  <a:pt x="804587" y="37259"/>
                  <a:pt x="802929" y="34996"/>
                </a:cubicBezTo>
                <a:cubicBezTo>
                  <a:pt x="801270" y="32732"/>
                  <a:pt x="798557" y="31600"/>
                  <a:pt x="794788" y="31600"/>
                </a:cubicBezTo>
                <a:cubicBezTo>
                  <a:pt x="791924" y="31600"/>
                  <a:pt x="789277" y="32355"/>
                  <a:pt x="786846" y="33865"/>
                </a:cubicBezTo>
                <a:cubicBezTo>
                  <a:pt x="784415" y="35374"/>
                  <a:pt x="782653" y="37581"/>
                  <a:pt x="781560" y="40486"/>
                </a:cubicBezTo>
                <a:cubicBezTo>
                  <a:pt x="780467" y="43391"/>
                  <a:pt x="779921" y="47578"/>
                  <a:pt x="779921" y="53048"/>
                </a:cubicBezTo>
                <a:lnTo>
                  <a:pt x="779921" y="84230"/>
                </a:lnTo>
                <a:lnTo>
                  <a:pt x="769745" y="84230"/>
                </a:lnTo>
                <a:close/>
                <a:moveTo>
                  <a:pt x="866197" y="107294"/>
                </a:moveTo>
                <a:lnTo>
                  <a:pt x="866197" y="24195"/>
                </a:lnTo>
                <a:lnTo>
                  <a:pt x="875468" y="24195"/>
                </a:lnTo>
                <a:lnTo>
                  <a:pt x="875468" y="31940"/>
                </a:lnTo>
                <a:cubicBezTo>
                  <a:pt x="877653" y="28906"/>
                  <a:pt x="880122" y="26630"/>
                  <a:pt x="882873" y="25114"/>
                </a:cubicBezTo>
                <a:cubicBezTo>
                  <a:pt x="885624" y="23597"/>
                  <a:pt x="888959" y="22838"/>
                  <a:pt x="892879" y="22838"/>
                </a:cubicBezTo>
                <a:cubicBezTo>
                  <a:pt x="898004" y="22838"/>
                  <a:pt x="902527" y="24157"/>
                  <a:pt x="906446" y="26795"/>
                </a:cubicBezTo>
                <a:cubicBezTo>
                  <a:pt x="910366" y="29433"/>
                  <a:pt x="913324" y="33155"/>
                  <a:pt x="915321" y="37960"/>
                </a:cubicBezTo>
                <a:cubicBezTo>
                  <a:pt x="917319" y="42765"/>
                  <a:pt x="918318" y="48032"/>
                  <a:pt x="918318" y="53760"/>
                </a:cubicBezTo>
                <a:cubicBezTo>
                  <a:pt x="918318" y="59903"/>
                  <a:pt x="917215" y="65434"/>
                  <a:pt x="915011" y="70352"/>
                </a:cubicBezTo>
                <a:cubicBezTo>
                  <a:pt x="912806" y="75270"/>
                  <a:pt x="909602" y="79039"/>
                  <a:pt x="905400" y="81658"/>
                </a:cubicBezTo>
                <a:cubicBezTo>
                  <a:pt x="901198" y="84277"/>
                  <a:pt x="896780" y="85587"/>
                  <a:pt x="892144" y="85587"/>
                </a:cubicBezTo>
                <a:cubicBezTo>
                  <a:pt x="888752" y="85587"/>
                  <a:pt x="885709" y="84861"/>
                  <a:pt x="883014" y="83410"/>
                </a:cubicBezTo>
                <a:cubicBezTo>
                  <a:pt x="880320" y="81958"/>
                  <a:pt x="878106" y="80125"/>
                  <a:pt x="876372" y="77909"/>
                </a:cubicBezTo>
                <a:lnTo>
                  <a:pt x="876372" y="107294"/>
                </a:lnTo>
                <a:lnTo>
                  <a:pt x="866197" y="107294"/>
                </a:lnTo>
                <a:moveTo>
                  <a:pt x="875411" y="54467"/>
                </a:moveTo>
                <a:cubicBezTo>
                  <a:pt x="875411" y="62183"/>
                  <a:pt x="876975" y="67886"/>
                  <a:pt x="880103" y="71574"/>
                </a:cubicBezTo>
                <a:cubicBezTo>
                  <a:pt x="883231" y="75263"/>
                  <a:pt x="887019" y="77107"/>
                  <a:pt x="891466" y="77107"/>
                </a:cubicBezTo>
                <a:cubicBezTo>
                  <a:pt x="895988" y="77107"/>
                  <a:pt x="899860" y="75197"/>
                  <a:pt x="903083" y="71377"/>
                </a:cubicBezTo>
                <a:cubicBezTo>
                  <a:pt x="906305" y="67556"/>
                  <a:pt x="907916" y="61637"/>
                  <a:pt x="907916" y="53619"/>
                </a:cubicBezTo>
                <a:cubicBezTo>
                  <a:pt x="907916" y="45978"/>
                  <a:pt x="906343" y="40257"/>
                  <a:pt x="903196" y="36455"/>
                </a:cubicBezTo>
                <a:cubicBezTo>
                  <a:pt x="900049" y="32653"/>
                  <a:pt x="896290" y="30752"/>
                  <a:pt x="891918" y="30752"/>
                </a:cubicBezTo>
                <a:cubicBezTo>
                  <a:pt x="887584" y="30752"/>
                  <a:pt x="883749" y="32776"/>
                  <a:pt x="880414" y="36822"/>
                </a:cubicBezTo>
                <a:cubicBezTo>
                  <a:pt x="877079" y="40869"/>
                  <a:pt x="875411" y="46751"/>
                  <a:pt x="875411" y="54467"/>
                </a:cubicBezTo>
                <a:close/>
                <a:moveTo>
                  <a:pt x="930477" y="84230"/>
                </a:moveTo>
                <a:lnTo>
                  <a:pt x="930477" y="24195"/>
                </a:lnTo>
                <a:lnTo>
                  <a:pt x="939635" y="24195"/>
                </a:lnTo>
                <a:lnTo>
                  <a:pt x="939635" y="33240"/>
                </a:lnTo>
                <a:cubicBezTo>
                  <a:pt x="941972" y="29005"/>
                  <a:pt x="944129" y="26212"/>
                  <a:pt x="946108" y="24863"/>
                </a:cubicBezTo>
                <a:cubicBezTo>
                  <a:pt x="948086" y="23513"/>
                  <a:pt x="950263" y="22838"/>
                  <a:pt x="952637" y="22838"/>
                </a:cubicBezTo>
                <a:cubicBezTo>
                  <a:pt x="956066" y="22838"/>
                  <a:pt x="959552" y="23926"/>
                  <a:pt x="963095" y="26103"/>
                </a:cubicBezTo>
                <a:lnTo>
                  <a:pt x="959590" y="35501"/>
                </a:lnTo>
                <a:cubicBezTo>
                  <a:pt x="957103" y="34031"/>
                  <a:pt x="954615" y="33296"/>
                  <a:pt x="952128" y="33296"/>
                </a:cubicBezTo>
                <a:cubicBezTo>
                  <a:pt x="949905" y="33296"/>
                  <a:pt x="947907" y="33966"/>
                  <a:pt x="946136" y="35307"/>
                </a:cubicBezTo>
                <a:cubicBezTo>
                  <a:pt x="944365" y="36646"/>
                  <a:pt x="943102" y="38504"/>
                  <a:pt x="942348" y="40880"/>
                </a:cubicBezTo>
                <a:cubicBezTo>
                  <a:pt x="941218" y="44502"/>
                  <a:pt x="940653" y="48463"/>
                  <a:pt x="940653" y="52764"/>
                </a:cubicBezTo>
                <a:lnTo>
                  <a:pt x="940653" y="84230"/>
                </a:lnTo>
                <a:lnTo>
                  <a:pt x="930477" y="84230"/>
                </a:lnTo>
                <a:close/>
                <a:moveTo>
                  <a:pt x="1010252" y="64897"/>
                </a:moveTo>
                <a:lnTo>
                  <a:pt x="1020767" y="66197"/>
                </a:lnTo>
                <a:cubicBezTo>
                  <a:pt x="1019109" y="72340"/>
                  <a:pt x="1016037" y="77107"/>
                  <a:pt x="1011553" y="80499"/>
                </a:cubicBezTo>
                <a:cubicBezTo>
                  <a:pt x="1007068" y="83891"/>
                  <a:pt x="1001340" y="85587"/>
                  <a:pt x="994367" y="85587"/>
                </a:cubicBezTo>
                <a:cubicBezTo>
                  <a:pt x="985586" y="85587"/>
                  <a:pt x="978624" y="82883"/>
                  <a:pt x="973480" y="77475"/>
                </a:cubicBezTo>
                <a:cubicBezTo>
                  <a:pt x="968335" y="72067"/>
                  <a:pt x="965763" y="64482"/>
                  <a:pt x="965763" y="54721"/>
                </a:cubicBezTo>
                <a:cubicBezTo>
                  <a:pt x="965763" y="44621"/>
                  <a:pt x="968364" y="36782"/>
                  <a:pt x="973564" y="31205"/>
                </a:cubicBezTo>
                <a:cubicBezTo>
                  <a:pt x="978765" y="25627"/>
                  <a:pt x="985511" y="22838"/>
                  <a:pt x="993802" y="22838"/>
                </a:cubicBezTo>
                <a:cubicBezTo>
                  <a:pt x="1001829" y="22838"/>
                  <a:pt x="1008387" y="25566"/>
                  <a:pt x="1013475" y="31023"/>
                </a:cubicBezTo>
                <a:cubicBezTo>
                  <a:pt x="1018562" y="36478"/>
                  <a:pt x="1021106" y="44153"/>
                  <a:pt x="1021106" y="54048"/>
                </a:cubicBezTo>
                <a:cubicBezTo>
                  <a:pt x="1021106" y="54650"/>
                  <a:pt x="1021087" y="55553"/>
                  <a:pt x="1021050" y="56756"/>
                </a:cubicBezTo>
                <a:lnTo>
                  <a:pt x="976278" y="56756"/>
                </a:lnTo>
                <a:cubicBezTo>
                  <a:pt x="976655" y="63333"/>
                  <a:pt x="978520" y="68369"/>
                  <a:pt x="981874" y="71864"/>
                </a:cubicBezTo>
                <a:cubicBezTo>
                  <a:pt x="985228" y="75360"/>
                  <a:pt x="989412" y="77107"/>
                  <a:pt x="994424" y="77107"/>
                </a:cubicBezTo>
                <a:cubicBezTo>
                  <a:pt x="998155" y="77107"/>
                  <a:pt x="1001340" y="76137"/>
                  <a:pt x="1003978" y="74196"/>
                </a:cubicBezTo>
                <a:cubicBezTo>
                  <a:pt x="1006616" y="72254"/>
                  <a:pt x="1008707" y="69154"/>
                  <a:pt x="1010252" y="64897"/>
                </a:cubicBezTo>
                <a:moveTo>
                  <a:pt x="976843" y="48277"/>
                </a:moveTo>
                <a:lnTo>
                  <a:pt x="1010366" y="48277"/>
                </a:lnTo>
                <a:cubicBezTo>
                  <a:pt x="1009913" y="43309"/>
                  <a:pt x="1008632" y="39584"/>
                  <a:pt x="1006521" y="37100"/>
                </a:cubicBezTo>
                <a:cubicBezTo>
                  <a:pt x="1003280" y="33245"/>
                  <a:pt x="999078" y="31318"/>
                  <a:pt x="993915" y="31318"/>
                </a:cubicBezTo>
                <a:cubicBezTo>
                  <a:pt x="989242" y="31318"/>
                  <a:pt x="985313" y="32856"/>
                  <a:pt x="982129" y="35934"/>
                </a:cubicBezTo>
                <a:cubicBezTo>
                  <a:pt x="978944" y="39010"/>
                  <a:pt x="977182" y="43124"/>
                  <a:pt x="976843" y="48277"/>
                </a:cubicBezTo>
                <a:close/>
                <a:moveTo>
                  <a:pt x="1029478" y="66253"/>
                </a:moveTo>
                <a:lnTo>
                  <a:pt x="1039540" y="64671"/>
                </a:lnTo>
                <a:cubicBezTo>
                  <a:pt x="1040106" y="68685"/>
                  <a:pt x="1041679" y="71762"/>
                  <a:pt x="1044261" y="73901"/>
                </a:cubicBezTo>
                <a:cubicBezTo>
                  <a:pt x="1046842" y="76039"/>
                  <a:pt x="1050451" y="77107"/>
                  <a:pt x="1055086" y="77107"/>
                </a:cubicBezTo>
                <a:cubicBezTo>
                  <a:pt x="1059759" y="77107"/>
                  <a:pt x="1063227" y="76163"/>
                  <a:pt x="1065488" y="74275"/>
                </a:cubicBezTo>
                <a:cubicBezTo>
                  <a:pt x="1067749" y="72386"/>
                  <a:pt x="1068880" y="70171"/>
                  <a:pt x="1068880" y="67630"/>
                </a:cubicBezTo>
                <a:cubicBezTo>
                  <a:pt x="1068880" y="65348"/>
                  <a:pt x="1067881" y="63554"/>
                  <a:pt x="1065883" y="62245"/>
                </a:cubicBezTo>
                <a:cubicBezTo>
                  <a:pt x="1064489" y="61348"/>
                  <a:pt x="1061022" y="60207"/>
                  <a:pt x="1055482" y="58823"/>
                </a:cubicBezTo>
                <a:cubicBezTo>
                  <a:pt x="1048020" y="56938"/>
                  <a:pt x="1042847" y="55307"/>
                  <a:pt x="1039964" y="53930"/>
                </a:cubicBezTo>
                <a:cubicBezTo>
                  <a:pt x="1037081" y="52553"/>
                  <a:pt x="1034895" y="50648"/>
                  <a:pt x="1033407" y="48215"/>
                </a:cubicBezTo>
                <a:cubicBezTo>
                  <a:pt x="1031918" y="45782"/>
                  <a:pt x="1031174" y="43094"/>
                  <a:pt x="1031174" y="40152"/>
                </a:cubicBezTo>
                <a:cubicBezTo>
                  <a:pt x="1031174" y="37474"/>
                  <a:pt x="1031786" y="34994"/>
                  <a:pt x="1033011" y="32712"/>
                </a:cubicBezTo>
                <a:cubicBezTo>
                  <a:pt x="1034236" y="30429"/>
                  <a:pt x="1035904" y="28534"/>
                  <a:pt x="1038014" y="27025"/>
                </a:cubicBezTo>
                <a:cubicBezTo>
                  <a:pt x="1039597" y="25856"/>
                  <a:pt x="1041754" y="24866"/>
                  <a:pt x="1044487" y="24055"/>
                </a:cubicBezTo>
                <a:cubicBezTo>
                  <a:pt x="1047219" y="23244"/>
                  <a:pt x="1050149" y="22838"/>
                  <a:pt x="1053277" y="22838"/>
                </a:cubicBezTo>
                <a:cubicBezTo>
                  <a:pt x="1057988" y="22838"/>
                  <a:pt x="1062124" y="23521"/>
                  <a:pt x="1065686" y="24887"/>
                </a:cubicBezTo>
                <a:cubicBezTo>
                  <a:pt x="1069247" y="26252"/>
                  <a:pt x="1071876" y="28102"/>
                  <a:pt x="1073572" y="30436"/>
                </a:cubicBezTo>
                <a:cubicBezTo>
                  <a:pt x="1075267" y="32769"/>
                  <a:pt x="1076436" y="35890"/>
                  <a:pt x="1077076" y="39797"/>
                </a:cubicBezTo>
                <a:lnTo>
                  <a:pt x="1067127" y="41154"/>
                </a:lnTo>
                <a:cubicBezTo>
                  <a:pt x="1066675" y="38064"/>
                  <a:pt x="1065365" y="35652"/>
                  <a:pt x="1063198" y="33918"/>
                </a:cubicBezTo>
                <a:cubicBezTo>
                  <a:pt x="1061031" y="32185"/>
                  <a:pt x="1057969" y="31318"/>
                  <a:pt x="1054012" y="31318"/>
                </a:cubicBezTo>
                <a:cubicBezTo>
                  <a:pt x="1049339" y="31318"/>
                  <a:pt x="1046004" y="32087"/>
                  <a:pt x="1044006" y="33625"/>
                </a:cubicBezTo>
                <a:cubicBezTo>
                  <a:pt x="1042009" y="35162"/>
                  <a:pt x="1041010" y="36962"/>
                  <a:pt x="1041010" y="39025"/>
                </a:cubicBezTo>
                <a:cubicBezTo>
                  <a:pt x="1041010" y="40337"/>
                  <a:pt x="1041425" y="41519"/>
                  <a:pt x="1042254" y="42569"/>
                </a:cubicBezTo>
                <a:cubicBezTo>
                  <a:pt x="1043083" y="43656"/>
                  <a:pt x="1044383" y="44556"/>
                  <a:pt x="1046154" y="45268"/>
                </a:cubicBezTo>
                <a:cubicBezTo>
                  <a:pt x="1047172" y="45644"/>
                  <a:pt x="1050168" y="46507"/>
                  <a:pt x="1055143" y="47856"/>
                </a:cubicBezTo>
                <a:cubicBezTo>
                  <a:pt x="1062341" y="49777"/>
                  <a:pt x="1067363" y="51349"/>
                  <a:pt x="1070208" y="52573"/>
                </a:cubicBezTo>
                <a:cubicBezTo>
                  <a:pt x="1073053" y="53797"/>
                  <a:pt x="1075286" y="55576"/>
                  <a:pt x="1076907" y="57912"/>
                </a:cubicBezTo>
                <a:cubicBezTo>
                  <a:pt x="1078527" y="60246"/>
                  <a:pt x="1079338" y="63145"/>
                  <a:pt x="1079338" y="66609"/>
                </a:cubicBezTo>
                <a:cubicBezTo>
                  <a:pt x="1079338" y="69998"/>
                  <a:pt x="1078348" y="73190"/>
                  <a:pt x="1076370" y="76183"/>
                </a:cubicBezTo>
                <a:cubicBezTo>
                  <a:pt x="1074391" y="79176"/>
                  <a:pt x="1071536" y="81491"/>
                  <a:pt x="1067805" y="83130"/>
                </a:cubicBezTo>
                <a:cubicBezTo>
                  <a:pt x="1064074" y="84768"/>
                  <a:pt x="1059854" y="85587"/>
                  <a:pt x="1055143" y="85587"/>
                </a:cubicBezTo>
                <a:cubicBezTo>
                  <a:pt x="1047342" y="85587"/>
                  <a:pt x="1041396" y="83962"/>
                  <a:pt x="1037307" y="80711"/>
                </a:cubicBezTo>
                <a:cubicBezTo>
                  <a:pt x="1033218" y="77461"/>
                  <a:pt x="1030609" y="72641"/>
                  <a:pt x="1029478" y="66253"/>
                </a:cubicBezTo>
                <a:close/>
                <a:moveTo>
                  <a:pt x="1087365" y="66253"/>
                </a:moveTo>
                <a:lnTo>
                  <a:pt x="1097427" y="64671"/>
                </a:lnTo>
                <a:cubicBezTo>
                  <a:pt x="1097992" y="68685"/>
                  <a:pt x="1099566" y="71762"/>
                  <a:pt x="1102147" y="73901"/>
                </a:cubicBezTo>
                <a:cubicBezTo>
                  <a:pt x="1104729" y="76039"/>
                  <a:pt x="1108337" y="77107"/>
                  <a:pt x="1112973" y="77107"/>
                </a:cubicBezTo>
                <a:cubicBezTo>
                  <a:pt x="1117646" y="77107"/>
                  <a:pt x="1121113" y="76163"/>
                  <a:pt x="1123374" y="74275"/>
                </a:cubicBezTo>
                <a:cubicBezTo>
                  <a:pt x="1125636" y="72386"/>
                  <a:pt x="1126766" y="70171"/>
                  <a:pt x="1126766" y="67630"/>
                </a:cubicBezTo>
                <a:cubicBezTo>
                  <a:pt x="1126766" y="65348"/>
                  <a:pt x="1125768" y="63554"/>
                  <a:pt x="1123770" y="62245"/>
                </a:cubicBezTo>
                <a:cubicBezTo>
                  <a:pt x="1122376" y="61348"/>
                  <a:pt x="1118909" y="60207"/>
                  <a:pt x="1113369" y="58823"/>
                </a:cubicBezTo>
                <a:cubicBezTo>
                  <a:pt x="1105907" y="56938"/>
                  <a:pt x="1100734" y="55307"/>
                  <a:pt x="1097851" y="53930"/>
                </a:cubicBezTo>
                <a:cubicBezTo>
                  <a:pt x="1094968" y="52553"/>
                  <a:pt x="1092782" y="50648"/>
                  <a:pt x="1091293" y="48215"/>
                </a:cubicBezTo>
                <a:cubicBezTo>
                  <a:pt x="1089805" y="45782"/>
                  <a:pt x="1089061" y="43094"/>
                  <a:pt x="1089061" y="40152"/>
                </a:cubicBezTo>
                <a:cubicBezTo>
                  <a:pt x="1089061" y="37474"/>
                  <a:pt x="1089673" y="34994"/>
                  <a:pt x="1090898" y="32712"/>
                </a:cubicBezTo>
                <a:cubicBezTo>
                  <a:pt x="1092123" y="30429"/>
                  <a:pt x="1093790" y="28534"/>
                  <a:pt x="1095901" y="27025"/>
                </a:cubicBezTo>
                <a:cubicBezTo>
                  <a:pt x="1097484" y="25856"/>
                  <a:pt x="1099641" y="24866"/>
                  <a:pt x="1102373" y="24055"/>
                </a:cubicBezTo>
                <a:cubicBezTo>
                  <a:pt x="1105106" y="23244"/>
                  <a:pt x="1108036" y="22838"/>
                  <a:pt x="1111164" y="22838"/>
                </a:cubicBezTo>
                <a:cubicBezTo>
                  <a:pt x="1115875" y="22838"/>
                  <a:pt x="1120011" y="23521"/>
                  <a:pt x="1123572" y="24887"/>
                </a:cubicBezTo>
                <a:cubicBezTo>
                  <a:pt x="1127134" y="26252"/>
                  <a:pt x="1129762" y="28102"/>
                  <a:pt x="1131458" y="30436"/>
                </a:cubicBezTo>
                <a:cubicBezTo>
                  <a:pt x="1133154" y="32769"/>
                  <a:pt x="1134322" y="35890"/>
                  <a:pt x="1134963" y="39797"/>
                </a:cubicBezTo>
                <a:lnTo>
                  <a:pt x="1125014" y="41154"/>
                </a:lnTo>
                <a:cubicBezTo>
                  <a:pt x="1124562" y="38064"/>
                  <a:pt x="1123252" y="35652"/>
                  <a:pt x="1121085" y="33918"/>
                </a:cubicBezTo>
                <a:cubicBezTo>
                  <a:pt x="1118918" y="32185"/>
                  <a:pt x="1115856" y="31318"/>
                  <a:pt x="1111899" y="31318"/>
                </a:cubicBezTo>
                <a:cubicBezTo>
                  <a:pt x="1107226" y="31318"/>
                  <a:pt x="1103890" y="32087"/>
                  <a:pt x="1101893" y="33625"/>
                </a:cubicBezTo>
                <a:cubicBezTo>
                  <a:pt x="1099895" y="35162"/>
                  <a:pt x="1098897" y="36962"/>
                  <a:pt x="1098897" y="39025"/>
                </a:cubicBezTo>
                <a:cubicBezTo>
                  <a:pt x="1098897" y="40337"/>
                  <a:pt x="1099311" y="41519"/>
                  <a:pt x="1100140" y="42569"/>
                </a:cubicBezTo>
                <a:cubicBezTo>
                  <a:pt x="1100970" y="43656"/>
                  <a:pt x="1102270" y="44556"/>
                  <a:pt x="1104041" y="45268"/>
                </a:cubicBezTo>
                <a:cubicBezTo>
                  <a:pt x="1105059" y="45644"/>
                  <a:pt x="1108055" y="46507"/>
                  <a:pt x="1113029" y="47856"/>
                </a:cubicBezTo>
                <a:cubicBezTo>
                  <a:pt x="1120228" y="49777"/>
                  <a:pt x="1125249" y="51349"/>
                  <a:pt x="1128095" y="52573"/>
                </a:cubicBezTo>
                <a:cubicBezTo>
                  <a:pt x="1130940" y="53797"/>
                  <a:pt x="1133173" y="55576"/>
                  <a:pt x="1134794" y="57912"/>
                </a:cubicBezTo>
                <a:cubicBezTo>
                  <a:pt x="1136414" y="60246"/>
                  <a:pt x="1137224" y="63145"/>
                  <a:pt x="1137224" y="66609"/>
                </a:cubicBezTo>
                <a:cubicBezTo>
                  <a:pt x="1137224" y="69998"/>
                  <a:pt x="1136235" y="73190"/>
                  <a:pt x="1134256" y="76183"/>
                </a:cubicBezTo>
                <a:cubicBezTo>
                  <a:pt x="1132278" y="79176"/>
                  <a:pt x="1129423" y="81491"/>
                  <a:pt x="1125692" y="83130"/>
                </a:cubicBezTo>
                <a:cubicBezTo>
                  <a:pt x="1121961" y="84768"/>
                  <a:pt x="1117740" y="85587"/>
                  <a:pt x="1113029" y="85587"/>
                </a:cubicBezTo>
                <a:cubicBezTo>
                  <a:pt x="1105228" y="85587"/>
                  <a:pt x="1099283" y="83962"/>
                  <a:pt x="1095194" y="80711"/>
                </a:cubicBezTo>
                <a:cubicBezTo>
                  <a:pt x="1091105" y="77461"/>
                  <a:pt x="1088495" y="72641"/>
                  <a:pt x="1087365" y="66253"/>
                </a:cubicBezTo>
                <a:close/>
                <a:moveTo>
                  <a:pt x="1149379" y="13115"/>
                </a:moveTo>
                <a:lnTo>
                  <a:pt x="1149379" y="1357"/>
                </a:lnTo>
                <a:lnTo>
                  <a:pt x="1159554" y="1357"/>
                </a:lnTo>
                <a:lnTo>
                  <a:pt x="1159554" y="13115"/>
                </a:lnTo>
                <a:lnTo>
                  <a:pt x="1149379" y="13115"/>
                </a:lnTo>
                <a:moveTo>
                  <a:pt x="1149379" y="84230"/>
                </a:moveTo>
                <a:lnTo>
                  <a:pt x="1149379" y="24195"/>
                </a:lnTo>
                <a:lnTo>
                  <a:pt x="1159554" y="24195"/>
                </a:lnTo>
                <a:lnTo>
                  <a:pt x="1159554" y="84230"/>
                </a:lnTo>
                <a:lnTo>
                  <a:pt x="1149379" y="84230"/>
                </a:lnTo>
                <a:close/>
                <a:moveTo>
                  <a:pt x="1171259" y="54213"/>
                </a:moveTo>
                <a:cubicBezTo>
                  <a:pt x="1171259" y="43095"/>
                  <a:pt x="1174350" y="34860"/>
                  <a:pt x="1180530" y="29509"/>
                </a:cubicBezTo>
                <a:cubicBezTo>
                  <a:pt x="1185693" y="25062"/>
                  <a:pt x="1191987" y="22838"/>
                  <a:pt x="1199412" y="22838"/>
                </a:cubicBezTo>
                <a:cubicBezTo>
                  <a:pt x="1207665" y="22838"/>
                  <a:pt x="1214411" y="25542"/>
                  <a:pt x="1219649" y="30950"/>
                </a:cubicBezTo>
                <a:cubicBezTo>
                  <a:pt x="1224888" y="36358"/>
                  <a:pt x="1227507" y="43830"/>
                  <a:pt x="1227507" y="53365"/>
                </a:cubicBezTo>
                <a:cubicBezTo>
                  <a:pt x="1227507" y="61090"/>
                  <a:pt x="1226348" y="67167"/>
                  <a:pt x="1224030" y="71596"/>
                </a:cubicBezTo>
                <a:cubicBezTo>
                  <a:pt x="1221713" y="76024"/>
                  <a:pt x="1218340" y="79463"/>
                  <a:pt x="1213912" y="81912"/>
                </a:cubicBezTo>
                <a:cubicBezTo>
                  <a:pt x="1209483" y="84362"/>
                  <a:pt x="1204650" y="85587"/>
                  <a:pt x="1199412" y="85587"/>
                </a:cubicBezTo>
                <a:cubicBezTo>
                  <a:pt x="1191007" y="85587"/>
                  <a:pt x="1184214" y="82892"/>
                  <a:pt x="1179032" y="77503"/>
                </a:cubicBezTo>
                <a:cubicBezTo>
                  <a:pt x="1173850" y="72114"/>
                  <a:pt x="1171259" y="64350"/>
                  <a:pt x="1171259" y="54213"/>
                </a:cubicBezTo>
                <a:moveTo>
                  <a:pt x="1181718" y="54184"/>
                </a:moveTo>
                <a:cubicBezTo>
                  <a:pt x="1181718" y="61844"/>
                  <a:pt x="1183395" y="67580"/>
                  <a:pt x="1186749" y="71391"/>
                </a:cubicBezTo>
                <a:cubicBezTo>
                  <a:pt x="1190103" y="75202"/>
                  <a:pt x="1194324" y="77107"/>
                  <a:pt x="1199412" y="77107"/>
                </a:cubicBezTo>
                <a:cubicBezTo>
                  <a:pt x="1204462" y="77107"/>
                  <a:pt x="1208664" y="75192"/>
                  <a:pt x="1212018" y="71362"/>
                </a:cubicBezTo>
                <a:cubicBezTo>
                  <a:pt x="1215372" y="67532"/>
                  <a:pt x="1217049" y="61694"/>
                  <a:pt x="1217049" y="53847"/>
                </a:cubicBezTo>
                <a:cubicBezTo>
                  <a:pt x="1217049" y="46450"/>
                  <a:pt x="1215362" y="40845"/>
                  <a:pt x="1211989" y="37034"/>
                </a:cubicBezTo>
                <a:cubicBezTo>
                  <a:pt x="1208617" y="33223"/>
                  <a:pt x="1204424" y="31318"/>
                  <a:pt x="1199412" y="31318"/>
                </a:cubicBezTo>
                <a:cubicBezTo>
                  <a:pt x="1194324" y="31318"/>
                  <a:pt x="1190103" y="33214"/>
                  <a:pt x="1186749" y="37006"/>
                </a:cubicBezTo>
                <a:cubicBezTo>
                  <a:pt x="1183395" y="40798"/>
                  <a:pt x="1181718" y="46524"/>
                  <a:pt x="1181718" y="54184"/>
                </a:cubicBezTo>
                <a:close/>
                <a:moveTo>
                  <a:pt x="1239440" y="84230"/>
                </a:moveTo>
                <a:lnTo>
                  <a:pt x="1239440" y="24195"/>
                </a:lnTo>
                <a:lnTo>
                  <a:pt x="1248598" y="24195"/>
                </a:lnTo>
                <a:lnTo>
                  <a:pt x="1248598" y="32674"/>
                </a:lnTo>
                <a:cubicBezTo>
                  <a:pt x="1253008" y="26117"/>
                  <a:pt x="1259377" y="22838"/>
                  <a:pt x="1267706" y="22838"/>
                </a:cubicBezTo>
                <a:cubicBezTo>
                  <a:pt x="1271324" y="22838"/>
                  <a:pt x="1274649" y="23488"/>
                  <a:pt x="1277683" y="24789"/>
                </a:cubicBezTo>
                <a:cubicBezTo>
                  <a:pt x="1280717" y="26089"/>
                  <a:pt x="1282988" y="27794"/>
                  <a:pt x="1284495" y="29905"/>
                </a:cubicBezTo>
                <a:cubicBezTo>
                  <a:pt x="1286003" y="32015"/>
                  <a:pt x="1287058" y="34521"/>
                  <a:pt x="1287661" y="37423"/>
                </a:cubicBezTo>
                <a:cubicBezTo>
                  <a:pt x="1288038" y="39307"/>
                  <a:pt x="1288226" y="42605"/>
                  <a:pt x="1288226" y="47316"/>
                </a:cubicBezTo>
                <a:lnTo>
                  <a:pt x="1288226" y="84230"/>
                </a:lnTo>
                <a:lnTo>
                  <a:pt x="1278051" y="84230"/>
                </a:lnTo>
                <a:lnTo>
                  <a:pt x="1278051" y="47673"/>
                </a:lnTo>
                <a:cubicBezTo>
                  <a:pt x="1278051" y="43522"/>
                  <a:pt x="1277655" y="40419"/>
                  <a:pt x="1276863" y="38363"/>
                </a:cubicBezTo>
                <a:cubicBezTo>
                  <a:pt x="1276072" y="36307"/>
                  <a:pt x="1274668" y="34665"/>
                  <a:pt x="1272652" y="33439"/>
                </a:cubicBezTo>
                <a:cubicBezTo>
                  <a:pt x="1270636" y="32213"/>
                  <a:pt x="1268271" y="31600"/>
                  <a:pt x="1265557" y="31600"/>
                </a:cubicBezTo>
                <a:cubicBezTo>
                  <a:pt x="1261223" y="31600"/>
                  <a:pt x="1257483" y="32978"/>
                  <a:pt x="1254336" y="35732"/>
                </a:cubicBezTo>
                <a:cubicBezTo>
                  <a:pt x="1251189" y="38486"/>
                  <a:pt x="1249616" y="43711"/>
                  <a:pt x="1249616" y="51407"/>
                </a:cubicBezTo>
                <a:lnTo>
                  <a:pt x="1249616" y="84230"/>
                </a:lnTo>
                <a:lnTo>
                  <a:pt x="1239440" y="84230"/>
                </a:lnTo>
                <a:close/>
                <a:moveTo>
                  <a:pt x="1299764" y="66253"/>
                </a:moveTo>
                <a:lnTo>
                  <a:pt x="1309826" y="64671"/>
                </a:lnTo>
                <a:cubicBezTo>
                  <a:pt x="1310392" y="68685"/>
                  <a:pt x="1311965" y="71762"/>
                  <a:pt x="1314547" y="73901"/>
                </a:cubicBezTo>
                <a:cubicBezTo>
                  <a:pt x="1317128" y="76039"/>
                  <a:pt x="1320737" y="77107"/>
                  <a:pt x="1325372" y="77107"/>
                </a:cubicBezTo>
                <a:cubicBezTo>
                  <a:pt x="1330045" y="77107"/>
                  <a:pt x="1333513" y="76163"/>
                  <a:pt x="1335774" y="74275"/>
                </a:cubicBezTo>
                <a:cubicBezTo>
                  <a:pt x="1338035" y="72386"/>
                  <a:pt x="1339166" y="70171"/>
                  <a:pt x="1339166" y="67630"/>
                </a:cubicBezTo>
                <a:cubicBezTo>
                  <a:pt x="1339166" y="65348"/>
                  <a:pt x="1338167" y="63554"/>
                  <a:pt x="1336170" y="62245"/>
                </a:cubicBezTo>
                <a:cubicBezTo>
                  <a:pt x="1334775" y="61348"/>
                  <a:pt x="1331308" y="60207"/>
                  <a:pt x="1325768" y="58823"/>
                </a:cubicBezTo>
                <a:cubicBezTo>
                  <a:pt x="1318306" y="56938"/>
                  <a:pt x="1313133" y="55307"/>
                  <a:pt x="1310250" y="53930"/>
                </a:cubicBezTo>
                <a:cubicBezTo>
                  <a:pt x="1307367" y="52553"/>
                  <a:pt x="1305182" y="50648"/>
                  <a:pt x="1303693" y="48215"/>
                </a:cubicBezTo>
                <a:cubicBezTo>
                  <a:pt x="1302204" y="45782"/>
                  <a:pt x="1301460" y="43094"/>
                  <a:pt x="1301460" y="40152"/>
                </a:cubicBezTo>
                <a:cubicBezTo>
                  <a:pt x="1301460" y="37474"/>
                  <a:pt x="1302072" y="34994"/>
                  <a:pt x="1303297" y="32712"/>
                </a:cubicBezTo>
                <a:cubicBezTo>
                  <a:pt x="1304522" y="30429"/>
                  <a:pt x="1306190" y="28534"/>
                  <a:pt x="1308300" y="27025"/>
                </a:cubicBezTo>
                <a:cubicBezTo>
                  <a:pt x="1309883" y="25856"/>
                  <a:pt x="1312041" y="24866"/>
                  <a:pt x="1314773" y="24055"/>
                </a:cubicBezTo>
                <a:cubicBezTo>
                  <a:pt x="1317505" y="23244"/>
                  <a:pt x="1320435" y="22838"/>
                  <a:pt x="1323563" y="22838"/>
                </a:cubicBezTo>
                <a:cubicBezTo>
                  <a:pt x="1328274" y="22838"/>
                  <a:pt x="1332410" y="23521"/>
                  <a:pt x="1335972" y="24887"/>
                </a:cubicBezTo>
                <a:cubicBezTo>
                  <a:pt x="1339533" y="26252"/>
                  <a:pt x="1342162" y="28102"/>
                  <a:pt x="1343858" y="30436"/>
                </a:cubicBezTo>
                <a:cubicBezTo>
                  <a:pt x="1345554" y="32769"/>
                  <a:pt x="1346722" y="35890"/>
                  <a:pt x="1347363" y="39797"/>
                </a:cubicBezTo>
                <a:lnTo>
                  <a:pt x="1337413" y="41154"/>
                </a:lnTo>
                <a:cubicBezTo>
                  <a:pt x="1336961" y="38064"/>
                  <a:pt x="1335651" y="35652"/>
                  <a:pt x="1333484" y="33918"/>
                </a:cubicBezTo>
                <a:cubicBezTo>
                  <a:pt x="1331317" y="32185"/>
                  <a:pt x="1328255" y="31318"/>
                  <a:pt x="1324298" y="31318"/>
                </a:cubicBezTo>
                <a:cubicBezTo>
                  <a:pt x="1319625" y="31318"/>
                  <a:pt x="1316290" y="32087"/>
                  <a:pt x="1314292" y="33625"/>
                </a:cubicBezTo>
                <a:cubicBezTo>
                  <a:pt x="1312295" y="35162"/>
                  <a:pt x="1311296" y="36962"/>
                  <a:pt x="1311296" y="39025"/>
                </a:cubicBezTo>
                <a:cubicBezTo>
                  <a:pt x="1311296" y="40337"/>
                  <a:pt x="1311711" y="41519"/>
                  <a:pt x="1312540" y="42569"/>
                </a:cubicBezTo>
                <a:cubicBezTo>
                  <a:pt x="1313369" y="43656"/>
                  <a:pt x="1314669" y="44556"/>
                  <a:pt x="1316440" y="45268"/>
                </a:cubicBezTo>
                <a:cubicBezTo>
                  <a:pt x="1317458" y="45644"/>
                  <a:pt x="1320454" y="46507"/>
                  <a:pt x="1325429" y="47856"/>
                </a:cubicBezTo>
                <a:cubicBezTo>
                  <a:pt x="1332627" y="49777"/>
                  <a:pt x="1337649" y="51349"/>
                  <a:pt x="1340494" y="52573"/>
                </a:cubicBezTo>
                <a:cubicBezTo>
                  <a:pt x="1343339" y="53797"/>
                  <a:pt x="1345572" y="55576"/>
                  <a:pt x="1347193" y="57912"/>
                </a:cubicBezTo>
                <a:cubicBezTo>
                  <a:pt x="1348813" y="60246"/>
                  <a:pt x="1349624" y="63145"/>
                  <a:pt x="1349624" y="66609"/>
                </a:cubicBezTo>
                <a:cubicBezTo>
                  <a:pt x="1349624" y="69998"/>
                  <a:pt x="1348634" y="73190"/>
                  <a:pt x="1346656" y="76183"/>
                </a:cubicBezTo>
                <a:cubicBezTo>
                  <a:pt x="1344677" y="79176"/>
                  <a:pt x="1341823" y="81491"/>
                  <a:pt x="1338092" y="83130"/>
                </a:cubicBezTo>
                <a:cubicBezTo>
                  <a:pt x="1334361" y="84768"/>
                  <a:pt x="1330140" y="85587"/>
                  <a:pt x="1325429" y="85587"/>
                </a:cubicBezTo>
                <a:cubicBezTo>
                  <a:pt x="1317628" y="85587"/>
                  <a:pt x="1311682" y="83962"/>
                  <a:pt x="1307593" y="80711"/>
                </a:cubicBezTo>
                <a:cubicBezTo>
                  <a:pt x="1303504" y="77461"/>
                  <a:pt x="1300895" y="72641"/>
                  <a:pt x="1299764" y="66253"/>
                </a:cubicBezTo>
                <a:close/>
                <a:moveTo>
                  <a:pt x="1364604" y="84230"/>
                </a:moveTo>
                <a:lnTo>
                  <a:pt x="1364604" y="72585"/>
                </a:lnTo>
                <a:lnTo>
                  <a:pt x="1376193" y="72585"/>
                </a:lnTo>
                <a:lnTo>
                  <a:pt x="1376193" y="84230"/>
                </a:lnTo>
                <a:lnTo>
                  <a:pt x="1364604" y="84230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L">
            <a:extLst xmlns:a="http://schemas.openxmlformats.org/drawingml/2006/main">
              <a:ext uri="{FF2B5EF4-FFF2-40B4-BE49-F238E27FC236}">
                <a16:creationId xmlns:a16="http://schemas.microsoft.com/office/drawing/2014/main" id="{30C7C829-FC5D-4AC1-9049-DBA56D21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1" y="6160144"/>
            <a:ext cx="151934" cy="120221"/>
          </a:xfrm>
          <a:custGeom xmlns:a="http://schemas.openxmlformats.org/drawingml/2006/main">
            <a:pathLst>
              <a:path w="151934" h="120221">
                <a:moveTo>
                  <a:pt x="0" y="120221"/>
                </a:moveTo>
                <a:lnTo>
                  <a:pt x="0" y="73273"/>
                </a:lnTo>
                <a:lnTo>
                  <a:pt x="114417" y="73273"/>
                </a:lnTo>
                <a:lnTo>
                  <a:pt x="114417" y="0"/>
                </a:lnTo>
                <a:lnTo>
                  <a:pt x="151934" y="0"/>
                </a:lnTo>
                <a:lnTo>
                  <a:pt x="151934" y="120221"/>
                </a:lnTo>
                <a:lnTo>
                  <a:pt x="0" y="120221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o">
            <a:extLst xmlns:a="http://schemas.openxmlformats.org/drawingml/2006/main">
              <a:ext uri="{FF2B5EF4-FFF2-40B4-BE49-F238E27FC236}">
                <a16:creationId xmlns:a16="http://schemas.microsoft.com/office/drawing/2014/main" id="{FB91A023-5C6F-46D4-8454-FAB6FF48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03" y="6020355"/>
            <a:ext cx="115039" cy="126439"/>
          </a:xfrm>
          <a:custGeom xmlns:a="http://schemas.openxmlformats.org/drawingml/2006/main">
            <a:pathLst>
              <a:path w="115039" h="126439">
                <a:moveTo>
                  <a:pt x="57830" y="126439"/>
                </a:moveTo>
                <a:cubicBezTo>
                  <a:pt x="41041" y="126439"/>
                  <a:pt x="27205" y="120774"/>
                  <a:pt x="16323" y="109443"/>
                </a:cubicBezTo>
                <a:cubicBezTo>
                  <a:pt x="5441" y="98111"/>
                  <a:pt x="0" y="82807"/>
                  <a:pt x="0" y="63531"/>
                </a:cubicBezTo>
                <a:cubicBezTo>
                  <a:pt x="0" y="41490"/>
                  <a:pt x="6391" y="24839"/>
                  <a:pt x="19173" y="13577"/>
                </a:cubicBezTo>
                <a:cubicBezTo>
                  <a:pt x="29468" y="4526"/>
                  <a:pt x="42146" y="0"/>
                  <a:pt x="57209" y="0"/>
                </a:cubicBezTo>
                <a:cubicBezTo>
                  <a:pt x="74136" y="0"/>
                  <a:pt x="88007" y="5614"/>
                  <a:pt x="98820" y="16841"/>
                </a:cubicBezTo>
                <a:cubicBezTo>
                  <a:pt x="109633" y="28069"/>
                  <a:pt x="115039" y="43597"/>
                  <a:pt x="115039" y="63427"/>
                </a:cubicBezTo>
                <a:cubicBezTo>
                  <a:pt x="115039" y="81115"/>
                  <a:pt x="110548" y="95417"/>
                  <a:pt x="101566" y="106333"/>
                </a:cubicBezTo>
                <a:cubicBezTo>
                  <a:pt x="90442" y="119737"/>
                  <a:pt x="75864" y="126439"/>
                  <a:pt x="57830" y="126439"/>
                </a:cubicBezTo>
                <a:moveTo>
                  <a:pt x="57675" y="84155"/>
                </a:moveTo>
                <a:cubicBezTo>
                  <a:pt x="67469" y="84155"/>
                  <a:pt x="74711" y="82168"/>
                  <a:pt x="79400" y="78195"/>
                </a:cubicBezTo>
                <a:cubicBezTo>
                  <a:pt x="84090" y="74223"/>
                  <a:pt x="86435" y="69231"/>
                  <a:pt x="86435" y="63220"/>
                </a:cubicBezTo>
                <a:cubicBezTo>
                  <a:pt x="86435" y="57140"/>
                  <a:pt x="84124" y="52148"/>
                  <a:pt x="79504" y="48244"/>
                </a:cubicBezTo>
                <a:cubicBezTo>
                  <a:pt x="74883" y="44340"/>
                  <a:pt x="67469" y="42388"/>
                  <a:pt x="57260" y="42388"/>
                </a:cubicBezTo>
                <a:cubicBezTo>
                  <a:pt x="47743" y="42388"/>
                  <a:pt x="40657" y="44357"/>
                  <a:pt x="36002" y="48296"/>
                </a:cubicBezTo>
                <a:cubicBezTo>
                  <a:pt x="31346" y="52234"/>
                  <a:pt x="29019" y="57105"/>
                  <a:pt x="29019" y="62909"/>
                </a:cubicBezTo>
                <a:cubicBezTo>
                  <a:pt x="29019" y="69058"/>
                  <a:pt x="31381" y="74136"/>
                  <a:pt x="36105" y="78144"/>
                </a:cubicBezTo>
                <a:cubicBezTo>
                  <a:pt x="40829" y="82151"/>
                  <a:pt x="48019" y="84155"/>
                  <a:pt x="57675" y="84155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w">
            <a:extLst xmlns:a="http://schemas.openxmlformats.org/drawingml/2006/main">
              <a:ext uri="{FF2B5EF4-FFF2-40B4-BE49-F238E27FC236}">
                <a16:creationId xmlns:a16="http://schemas.microsoft.com/office/drawing/2014/main" id="{0607868C-E8A2-48BA-A567-0802D2A1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1" y="5815881"/>
            <a:ext cx="110064" cy="200437"/>
          </a:xfrm>
          <a:custGeom xmlns:a="http://schemas.openxmlformats.org/drawingml/2006/main">
            <a:pathLst>
              <a:path w="110064" h="200437">
                <a:moveTo>
                  <a:pt x="0" y="200437"/>
                </a:moveTo>
                <a:lnTo>
                  <a:pt x="0" y="159604"/>
                </a:lnTo>
                <a:lnTo>
                  <a:pt x="69338" y="141882"/>
                </a:lnTo>
                <a:lnTo>
                  <a:pt x="0" y="119496"/>
                </a:lnTo>
                <a:lnTo>
                  <a:pt x="0" y="81460"/>
                </a:lnTo>
                <a:lnTo>
                  <a:pt x="69266" y="58245"/>
                </a:lnTo>
                <a:lnTo>
                  <a:pt x="0" y="40523"/>
                </a:lnTo>
                <a:lnTo>
                  <a:pt x="0" y="0"/>
                </a:lnTo>
                <a:lnTo>
                  <a:pt x="110064" y="40523"/>
                </a:lnTo>
                <a:lnTo>
                  <a:pt x="110064" y="78040"/>
                </a:lnTo>
                <a:lnTo>
                  <a:pt x="43839" y="100322"/>
                </a:lnTo>
                <a:lnTo>
                  <a:pt x="110064" y="121879"/>
                </a:lnTo>
                <a:lnTo>
                  <a:pt x="110064" y="159604"/>
                </a:lnTo>
                <a:lnTo>
                  <a:pt x="0" y="200437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-">
            <a:extLst xmlns:a="http://schemas.openxmlformats.org/drawingml/2006/main">
              <a:ext uri="{FF2B5EF4-FFF2-40B4-BE49-F238E27FC236}">
                <a16:creationId xmlns:a16="http://schemas.microsoft.com/office/drawing/2014/main" id="{410F553F-90BF-4D4B-A339-B2B34913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830" y="5750288"/>
            <a:ext cx="32750" cy="61354"/>
          </a:xfrm>
          <a:custGeom xmlns:a="http://schemas.openxmlformats.org/drawingml/2006/main">
            <a:pathLst>
              <a:path w="32750" h="61354">
                <a:moveTo>
                  <a:pt x="0" y="61354"/>
                </a:moveTo>
                <a:lnTo>
                  <a:pt x="0" y="0"/>
                </a:lnTo>
                <a:lnTo>
                  <a:pt x="32750" y="0"/>
                </a:lnTo>
                <a:lnTo>
                  <a:pt x="32750" y="61354"/>
                </a:lnTo>
                <a:lnTo>
                  <a:pt x="0" y="61354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L">
            <a:extLst xmlns:a="http://schemas.openxmlformats.org/drawingml/2006/main">
              <a:ext uri="{FF2B5EF4-FFF2-40B4-BE49-F238E27FC236}">
                <a16:creationId xmlns:a16="http://schemas.microsoft.com/office/drawing/2014/main" id="{65B8F1DD-716B-42FE-8E9E-7994AFFF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1" y="5609838"/>
            <a:ext cx="151934" cy="120221"/>
          </a:xfrm>
          <a:custGeom xmlns:a="http://schemas.openxmlformats.org/drawingml/2006/main">
            <a:pathLst>
              <a:path w="151934" h="120221">
                <a:moveTo>
                  <a:pt x="0" y="120221"/>
                </a:moveTo>
                <a:lnTo>
                  <a:pt x="0" y="73273"/>
                </a:lnTo>
                <a:lnTo>
                  <a:pt x="114417" y="73273"/>
                </a:lnTo>
                <a:lnTo>
                  <a:pt x="114417" y="0"/>
                </a:lnTo>
                <a:lnTo>
                  <a:pt x="151934" y="0"/>
                </a:lnTo>
                <a:lnTo>
                  <a:pt x="151934" y="120221"/>
                </a:lnTo>
                <a:lnTo>
                  <a:pt x="0" y="120221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e">
            <a:extLst xmlns:a="http://schemas.openxmlformats.org/drawingml/2006/main">
              <a:ext uri="{FF2B5EF4-FFF2-40B4-BE49-F238E27FC236}">
                <a16:creationId xmlns:a16="http://schemas.microsoft.com/office/drawing/2014/main" id="{999D3DB1-5324-4631-8099-CB3447A4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03" y="5469116"/>
            <a:ext cx="115039" cy="127476"/>
          </a:xfrm>
          <a:custGeom xmlns:a="http://schemas.openxmlformats.org/drawingml/2006/main">
            <a:pathLst>
              <a:path w="115039" h="127476">
                <a:moveTo>
                  <a:pt x="67987" y="0"/>
                </a:moveTo>
                <a:lnTo>
                  <a:pt x="67987" y="84569"/>
                </a:lnTo>
                <a:cubicBezTo>
                  <a:pt x="74726" y="83809"/>
                  <a:pt x="79746" y="81978"/>
                  <a:pt x="83047" y="79076"/>
                </a:cubicBezTo>
                <a:cubicBezTo>
                  <a:pt x="87793" y="75000"/>
                  <a:pt x="90166" y="69680"/>
                  <a:pt x="90166" y="63116"/>
                </a:cubicBezTo>
                <a:cubicBezTo>
                  <a:pt x="90166" y="58970"/>
                  <a:pt x="89140" y="55032"/>
                  <a:pt x="87089" y="51301"/>
                </a:cubicBezTo>
                <a:cubicBezTo>
                  <a:pt x="85789" y="49021"/>
                  <a:pt x="83498" y="46568"/>
                  <a:pt x="80216" y="43943"/>
                </a:cubicBezTo>
                <a:lnTo>
                  <a:pt x="83947" y="2384"/>
                </a:lnTo>
                <a:cubicBezTo>
                  <a:pt x="95039" y="8740"/>
                  <a:pt x="102994" y="16409"/>
                  <a:pt x="107814" y="25392"/>
                </a:cubicBezTo>
                <a:cubicBezTo>
                  <a:pt x="112631" y="34374"/>
                  <a:pt x="115039" y="47259"/>
                  <a:pt x="115039" y="64049"/>
                </a:cubicBezTo>
                <a:cubicBezTo>
                  <a:pt x="115039" y="78627"/>
                  <a:pt x="112984" y="90097"/>
                  <a:pt x="108873" y="98457"/>
                </a:cubicBezTo>
                <a:cubicBezTo>
                  <a:pt x="104762" y="106817"/>
                  <a:pt x="98232" y="113744"/>
                  <a:pt x="89285" y="119236"/>
                </a:cubicBezTo>
                <a:cubicBezTo>
                  <a:pt x="80337" y="124729"/>
                  <a:pt x="69818" y="127476"/>
                  <a:pt x="57727" y="127476"/>
                </a:cubicBezTo>
                <a:cubicBezTo>
                  <a:pt x="40523" y="127476"/>
                  <a:pt x="26601" y="121966"/>
                  <a:pt x="15960" y="110945"/>
                </a:cubicBezTo>
                <a:cubicBezTo>
                  <a:pt x="5320" y="99925"/>
                  <a:pt x="0" y="84707"/>
                  <a:pt x="0" y="65292"/>
                </a:cubicBezTo>
                <a:cubicBezTo>
                  <a:pt x="0" y="49539"/>
                  <a:pt x="2384" y="37103"/>
                  <a:pt x="7151" y="27982"/>
                </a:cubicBezTo>
                <a:cubicBezTo>
                  <a:pt x="11918" y="18862"/>
                  <a:pt x="18828" y="11918"/>
                  <a:pt x="27879" y="7151"/>
                </a:cubicBezTo>
                <a:cubicBezTo>
                  <a:pt x="36930" y="2384"/>
                  <a:pt x="48710" y="0"/>
                  <a:pt x="63220" y="0"/>
                </a:cubicBezTo>
                <a:lnTo>
                  <a:pt x="67987" y="0"/>
                </a:lnTo>
                <a:moveTo>
                  <a:pt x="47674" y="42906"/>
                </a:moveTo>
                <a:cubicBezTo>
                  <a:pt x="39594" y="43736"/>
                  <a:pt x="33809" y="45929"/>
                  <a:pt x="30318" y="49488"/>
                </a:cubicBezTo>
                <a:cubicBezTo>
                  <a:pt x="26826" y="53046"/>
                  <a:pt x="25081" y="57727"/>
                  <a:pt x="25081" y="63531"/>
                </a:cubicBezTo>
                <a:cubicBezTo>
                  <a:pt x="25081" y="70233"/>
                  <a:pt x="27717" y="75587"/>
                  <a:pt x="32990" y="79595"/>
                </a:cubicBezTo>
                <a:cubicBezTo>
                  <a:pt x="36276" y="82151"/>
                  <a:pt x="41171" y="83775"/>
                  <a:pt x="47674" y="84466"/>
                </a:cubicBezTo>
                <a:lnTo>
                  <a:pt x="47674" y="42906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v">
            <a:extLst xmlns:a="http://schemas.openxmlformats.org/drawingml/2006/main">
              <a:ext uri="{FF2B5EF4-FFF2-40B4-BE49-F238E27FC236}">
                <a16:creationId xmlns:a16="http://schemas.microsoft.com/office/drawing/2014/main" id="{4AB78BDB-80D5-48E3-99B2-7EB003B1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1" y="5337808"/>
            <a:ext cx="110064" cy="129963"/>
          </a:xfrm>
          <a:custGeom xmlns:a="http://schemas.openxmlformats.org/drawingml/2006/main">
            <a:pathLst>
              <a:path w="110064" h="129963">
                <a:moveTo>
                  <a:pt x="0" y="129963"/>
                </a:moveTo>
                <a:lnTo>
                  <a:pt x="0" y="86020"/>
                </a:lnTo>
                <a:lnTo>
                  <a:pt x="69749" y="64671"/>
                </a:lnTo>
                <a:lnTo>
                  <a:pt x="0" y="42596"/>
                </a:lnTo>
                <a:lnTo>
                  <a:pt x="0" y="0"/>
                </a:lnTo>
                <a:lnTo>
                  <a:pt x="110064" y="46741"/>
                </a:lnTo>
                <a:lnTo>
                  <a:pt x="110064" y="84155"/>
                </a:lnTo>
                <a:lnTo>
                  <a:pt x="0" y="129963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e">
            <a:extLst xmlns:a="http://schemas.openxmlformats.org/drawingml/2006/main">
              <a:ext uri="{FF2B5EF4-FFF2-40B4-BE49-F238E27FC236}">
                <a16:creationId xmlns:a16="http://schemas.microsoft.com/office/drawing/2014/main" id="{3821CAC3-894F-4FDA-A92A-6B56BD90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03" y="5208873"/>
            <a:ext cx="115039" cy="127476"/>
          </a:xfrm>
          <a:custGeom xmlns:a="http://schemas.openxmlformats.org/drawingml/2006/main">
            <a:pathLst>
              <a:path w="115039" h="127476">
                <a:moveTo>
                  <a:pt x="67987" y="0"/>
                </a:moveTo>
                <a:lnTo>
                  <a:pt x="67987" y="84569"/>
                </a:lnTo>
                <a:cubicBezTo>
                  <a:pt x="74726" y="83809"/>
                  <a:pt x="79746" y="81978"/>
                  <a:pt x="83047" y="79076"/>
                </a:cubicBezTo>
                <a:cubicBezTo>
                  <a:pt x="87793" y="75000"/>
                  <a:pt x="90166" y="69680"/>
                  <a:pt x="90166" y="63116"/>
                </a:cubicBezTo>
                <a:cubicBezTo>
                  <a:pt x="90166" y="58970"/>
                  <a:pt x="89140" y="55032"/>
                  <a:pt x="87089" y="51301"/>
                </a:cubicBezTo>
                <a:cubicBezTo>
                  <a:pt x="85789" y="49021"/>
                  <a:pt x="83498" y="46568"/>
                  <a:pt x="80216" y="43943"/>
                </a:cubicBezTo>
                <a:lnTo>
                  <a:pt x="83947" y="2384"/>
                </a:lnTo>
                <a:cubicBezTo>
                  <a:pt x="95039" y="8740"/>
                  <a:pt x="102994" y="16409"/>
                  <a:pt x="107814" y="25392"/>
                </a:cubicBezTo>
                <a:cubicBezTo>
                  <a:pt x="112631" y="34374"/>
                  <a:pt x="115039" y="47259"/>
                  <a:pt x="115039" y="64049"/>
                </a:cubicBezTo>
                <a:cubicBezTo>
                  <a:pt x="115039" y="78627"/>
                  <a:pt x="112984" y="90097"/>
                  <a:pt x="108873" y="98457"/>
                </a:cubicBezTo>
                <a:cubicBezTo>
                  <a:pt x="104762" y="106817"/>
                  <a:pt x="98232" y="113744"/>
                  <a:pt x="89285" y="119236"/>
                </a:cubicBezTo>
                <a:cubicBezTo>
                  <a:pt x="80337" y="124729"/>
                  <a:pt x="69818" y="127476"/>
                  <a:pt x="57727" y="127476"/>
                </a:cubicBezTo>
                <a:cubicBezTo>
                  <a:pt x="40523" y="127476"/>
                  <a:pt x="26601" y="121966"/>
                  <a:pt x="15960" y="110945"/>
                </a:cubicBezTo>
                <a:cubicBezTo>
                  <a:pt x="5320" y="99925"/>
                  <a:pt x="0" y="84707"/>
                  <a:pt x="0" y="65292"/>
                </a:cubicBezTo>
                <a:cubicBezTo>
                  <a:pt x="0" y="49539"/>
                  <a:pt x="2384" y="37103"/>
                  <a:pt x="7151" y="27982"/>
                </a:cubicBezTo>
                <a:cubicBezTo>
                  <a:pt x="11918" y="18862"/>
                  <a:pt x="18828" y="11918"/>
                  <a:pt x="27879" y="7151"/>
                </a:cubicBezTo>
                <a:cubicBezTo>
                  <a:pt x="36930" y="2384"/>
                  <a:pt x="48710" y="0"/>
                  <a:pt x="63220" y="0"/>
                </a:cubicBezTo>
                <a:lnTo>
                  <a:pt x="67987" y="0"/>
                </a:lnTo>
                <a:moveTo>
                  <a:pt x="47674" y="42906"/>
                </a:moveTo>
                <a:cubicBezTo>
                  <a:pt x="39594" y="43736"/>
                  <a:pt x="33809" y="45929"/>
                  <a:pt x="30318" y="49488"/>
                </a:cubicBezTo>
                <a:cubicBezTo>
                  <a:pt x="26826" y="53046"/>
                  <a:pt x="25081" y="57727"/>
                  <a:pt x="25081" y="63531"/>
                </a:cubicBezTo>
                <a:cubicBezTo>
                  <a:pt x="25081" y="70233"/>
                  <a:pt x="27717" y="75587"/>
                  <a:pt x="32990" y="79595"/>
                </a:cubicBezTo>
                <a:cubicBezTo>
                  <a:pt x="36276" y="82151"/>
                  <a:pt x="41171" y="83775"/>
                  <a:pt x="47674" y="84466"/>
                </a:cubicBezTo>
                <a:lnTo>
                  <a:pt x="47674" y="42906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l">
            <a:extLst xmlns:a="http://schemas.openxmlformats.org/drawingml/2006/main">
              <a:ext uri="{FF2B5EF4-FFF2-40B4-BE49-F238E27FC236}">
                <a16:creationId xmlns:a16="http://schemas.microsoft.com/office/drawing/2014/main" id="{244E64A3-9C7C-4D13-87BE-BD4682D2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1" y="5145777"/>
            <a:ext cx="151934" cy="42285"/>
          </a:xfrm>
          <a:custGeom xmlns:a="http://schemas.openxmlformats.org/drawingml/2006/main">
            <a:pathLst>
              <a:path w="151934" h="42285">
                <a:moveTo>
                  <a:pt x="0" y="42285"/>
                </a:moveTo>
                <a:lnTo>
                  <a:pt x="0" y="0"/>
                </a:lnTo>
                <a:lnTo>
                  <a:pt x="151934" y="0"/>
                </a:lnTo>
                <a:lnTo>
                  <a:pt x="151934" y="42285"/>
                </a:lnTo>
                <a:lnTo>
                  <a:pt x="0" y="42285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P">
            <a:extLst xmlns:a="http://schemas.openxmlformats.org/drawingml/2006/main">
              <a:ext uri="{FF2B5EF4-FFF2-40B4-BE49-F238E27FC236}">
                <a16:creationId xmlns:a16="http://schemas.microsoft.com/office/drawing/2014/main" id="{A9D94B04-0059-4517-8DC1-66621308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1" y="4916507"/>
            <a:ext cx="151934" cy="128927"/>
          </a:xfrm>
          <a:custGeom xmlns:a="http://schemas.openxmlformats.org/drawingml/2006/main">
            <a:pathLst>
              <a:path w="151934" h="128927">
                <a:moveTo>
                  <a:pt x="0" y="128927"/>
                </a:moveTo>
                <a:lnTo>
                  <a:pt x="0" y="50887"/>
                </a:lnTo>
                <a:cubicBezTo>
                  <a:pt x="0" y="33890"/>
                  <a:pt x="4042" y="21160"/>
                  <a:pt x="12126" y="12696"/>
                </a:cubicBezTo>
                <a:cubicBezTo>
                  <a:pt x="20210" y="4232"/>
                  <a:pt x="31713" y="0"/>
                  <a:pt x="46637" y="0"/>
                </a:cubicBezTo>
                <a:cubicBezTo>
                  <a:pt x="61976" y="0"/>
                  <a:pt x="73964" y="4612"/>
                  <a:pt x="82600" y="13836"/>
                </a:cubicBezTo>
                <a:cubicBezTo>
                  <a:pt x="91237" y="23060"/>
                  <a:pt x="95555" y="37137"/>
                  <a:pt x="95555" y="56069"/>
                </a:cubicBezTo>
                <a:lnTo>
                  <a:pt x="95555" y="81771"/>
                </a:lnTo>
                <a:lnTo>
                  <a:pt x="151934" y="81771"/>
                </a:lnTo>
                <a:lnTo>
                  <a:pt x="151934" y="128927"/>
                </a:lnTo>
                <a:lnTo>
                  <a:pt x="0" y="128927"/>
                </a:lnTo>
                <a:moveTo>
                  <a:pt x="64671" y="81771"/>
                </a:moveTo>
                <a:lnTo>
                  <a:pt x="64671" y="70267"/>
                </a:lnTo>
                <a:cubicBezTo>
                  <a:pt x="64671" y="61216"/>
                  <a:pt x="63104" y="54859"/>
                  <a:pt x="59971" y="51198"/>
                </a:cubicBezTo>
                <a:cubicBezTo>
                  <a:pt x="56836" y="47536"/>
                  <a:pt x="52823" y="45705"/>
                  <a:pt x="47933" y="45705"/>
                </a:cubicBezTo>
                <a:cubicBezTo>
                  <a:pt x="43181" y="45705"/>
                  <a:pt x="39152" y="47294"/>
                  <a:pt x="35846" y="50472"/>
                </a:cubicBezTo>
                <a:cubicBezTo>
                  <a:pt x="32538" y="53650"/>
                  <a:pt x="30884" y="59627"/>
                  <a:pt x="30884" y="68402"/>
                </a:cubicBezTo>
                <a:lnTo>
                  <a:pt x="30884" y="81771"/>
                </a:lnTo>
                <a:lnTo>
                  <a:pt x="64671" y="81771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r">
            <a:extLst xmlns:a="http://schemas.openxmlformats.org/drawingml/2006/main">
              <a:ext uri="{FF2B5EF4-FFF2-40B4-BE49-F238E27FC236}">
                <a16:creationId xmlns:a16="http://schemas.microsoft.com/office/drawing/2014/main" id="{DA45D3E0-B88F-4F76-95DC-0986BD04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03" y="4807680"/>
            <a:ext cx="112552" cy="86642"/>
          </a:xfrm>
          <a:custGeom xmlns:a="http://schemas.openxmlformats.org/drawingml/2006/main">
            <a:pathLst>
              <a:path w="112552" h="86642">
                <a:moveTo>
                  <a:pt x="2487" y="86642"/>
                </a:moveTo>
                <a:lnTo>
                  <a:pt x="2487" y="47156"/>
                </a:lnTo>
                <a:lnTo>
                  <a:pt x="20520" y="47156"/>
                </a:lnTo>
                <a:cubicBezTo>
                  <a:pt x="12713" y="43356"/>
                  <a:pt x="7341" y="39435"/>
                  <a:pt x="4405" y="35393"/>
                </a:cubicBezTo>
                <a:cubicBezTo>
                  <a:pt x="1468" y="31351"/>
                  <a:pt x="0" y="26359"/>
                  <a:pt x="0" y="20417"/>
                </a:cubicBezTo>
                <a:cubicBezTo>
                  <a:pt x="0" y="14199"/>
                  <a:pt x="1935" y="7393"/>
                  <a:pt x="5804" y="0"/>
                </a:cubicBezTo>
                <a:lnTo>
                  <a:pt x="35859" y="13058"/>
                </a:lnTo>
                <a:cubicBezTo>
                  <a:pt x="33786" y="18033"/>
                  <a:pt x="32750" y="21971"/>
                  <a:pt x="32750" y="24873"/>
                </a:cubicBezTo>
                <a:cubicBezTo>
                  <a:pt x="32750" y="30401"/>
                  <a:pt x="35030" y="34684"/>
                  <a:pt x="39590" y="37725"/>
                </a:cubicBezTo>
                <a:cubicBezTo>
                  <a:pt x="46016" y="42077"/>
                  <a:pt x="58038" y="44254"/>
                  <a:pt x="75656" y="44254"/>
                </a:cubicBezTo>
                <a:lnTo>
                  <a:pt x="112552" y="44254"/>
                </a:lnTo>
                <a:lnTo>
                  <a:pt x="112552" y="86642"/>
                </a:lnTo>
                <a:lnTo>
                  <a:pt x="2487" y="86642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o">
            <a:extLst xmlns:a="http://schemas.openxmlformats.org/drawingml/2006/main">
              <a:ext uri="{FF2B5EF4-FFF2-40B4-BE49-F238E27FC236}">
                <a16:creationId xmlns:a16="http://schemas.microsoft.com/office/drawing/2014/main" id="{26AB1D6A-277F-4B06-8757-570ECF8C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03" y="4675843"/>
            <a:ext cx="115039" cy="126439"/>
          </a:xfrm>
          <a:custGeom xmlns:a="http://schemas.openxmlformats.org/drawingml/2006/main">
            <a:pathLst>
              <a:path w="115039" h="126439">
                <a:moveTo>
                  <a:pt x="57830" y="126439"/>
                </a:moveTo>
                <a:cubicBezTo>
                  <a:pt x="41041" y="126439"/>
                  <a:pt x="27205" y="120774"/>
                  <a:pt x="16323" y="109443"/>
                </a:cubicBezTo>
                <a:cubicBezTo>
                  <a:pt x="5441" y="98111"/>
                  <a:pt x="0" y="82807"/>
                  <a:pt x="0" y="63531"/>
                </a:cubicBezTo>
                <a:cubicBezTo>
                  <a:pt x="0" y="41490"/>
                  <a:pt x="6391" y="24839"/>
                  <a:pt x="19173" y="13577"/>
                </a:cubicBezTo>
                <a:cubicBezTo>
                  <a:pt x="29468" y="4526"/>
                  <a:pt x="42146" y="0"/>
                  <a:pt x="57209" y="0"/>
                </a:cubicBezTo>
                <a:cubicBezTo>
                  <a:pt x="74136" y="0"/>
                  <a:pt x="88007" y="5614"/>
                  <a:pt x="98820" y="16841"/>
                </a:cubicBezTo>
                <a:cubicBezTo>
                  <a:pt x="109633" y="28069"/>
                  <a:pt x="115039" y="43597"/>
                  <a:pt x="115039" y="63427"/>
                </a:cubicBezTo>
                <a:cubicBezTo>
                  <a:pt x="115039" y="81115"/>
                  <a:pt x="110548" y="95417"/>
                  <a:pt x="101566" y="106333"/>
                </a:cubicBezTo>
                <a:cubicBezTo>
                  <a:pt x="90442" y="119737"/>
                  <a:pt x="75864" y="126439"/>
                  <a:pt x="57830" y="126439"/>
                </a:cubicBezTo>
                <a:moveTo>
                  <a:pt x="57675" y="84155"/>
                </a:moveTo>
                <a:cubicBezTo>
                  <a:pt x="67469" y="84155"/>
                  <a:pt x="74711" y="82168"/>
                  <a:pt x="79400" y="78195"/>
                </a:cubicBezTo>
                <a:cubicBezTo>
                  <a:pt x="84090" y="74223"/>
                  <a:pt x="86435" y="69231"/>
                  <a:pt x="86435" y="63220"/>
                </a:cubicBezTo>
                <a:cubicBezTo>
                  <a:pt x="86435" y="57140"/>
                  <a:pt x="84124" y="52148"/>
                  <a:pt x="79504" y="48244"/>
                </a:cubicBezTo>
                <a:cubicBezTo>
                  <a:pt x="74883" y="44340"/>
                  <a:pt x="67469" y="42388"/>
                  <a:pt x="57260" y="42388"/>
                </a:cubicBezTo>
                <a:cubicBezTo>
                  <a:pt x="47743" y="42388"/>
                  <a:pt x="40657" y="44357"/>
                  <a:pt x="36002" y="48296"/>
                </a:cubicBezTo>
                <a:cubicBezTo>
                  <a:pt x="31346" y="52234"/>
                  <a:pt x="29019" y="57105"/>
                  <a:pt x="29019" y="62909"/>
                </a:cubicBezTo>
                <a:cubicBezTo>
                  <a:pt x="29019" y="69058"/>
                  <a:pt x="31381" y="74136"/>
                  <a:pt x="36105" y="78144"/>
                </a:cubicBezTo>
                <a:cubicBezTo>
                  <a:pt x="40829" y="82151"/>
                  <a:pt x="48019" y="84155"/>
                  <a:pt x="57675" y="84155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p">
            <a:extLst xmlns:a="http://schemas.openxmlformats.org/drawingml/2006/main">
              <a:ext uri="{FF2B5EF4-FFF2-40B4-BE49-F238E27FC236}">
                <a16:creationId xmlns:a16="http://schemas.microsoft.com/office/drawing/2014/main" id="{7346A043-D6F8-4D9E-AE8E-426AE5A0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03" y="4534188"/>
            <a:ext cx="154422" cy="121154"/>
          </a:xfrm>
          <a:custGeom xmlns:a="http://schemas.openxmlformats.org/drawingml/2006/main">
            <a:pathLst>
              <a:path w="154422" h="121154">
                <a:moveTo>
                  <a:pt x="154422" y="121154"/>
                </a:moveTo>
                <a:lnTo>
                  <a:pt x="2487" y="121154"/>
                </a:lnTo>
                <a:lnTo>
                  <a:pt x="2487" y="81667"/>
                </a:lnTo>
                <a:lnTo>
                  <a:pt x="18817" y="81667"/>
                </a:lnTo>
                <a:cubicBezTo>
                  <a:pt x="11955" y="76209"/>
                  <a:pt x="7312" y="71200"/>
                  <a:pt x="4887" y="66640"/>
                </a:cubicBezTo>
                <a:cubicBezTo>
                  <a:pt x="1629" y="60491"/>
                  <a:pt x="0" y="53685"/>
                  <a:pt x="0" y="46223"/>
                </a:cubicBezTo>
                <a:cubicBezTo>
                  <a:pt x="0" y="31506"/>
                  <a:pt x="5631" y="20123"/>
                  <a:pt x="16893" y="12074"/>
                </a:cubicBezTo>
                <a:cubicBezTo>
                  <a:pt x="28155" y="4025"/>
                  <a:pt x="42077" y="0"/>
                  <a:pt x="58660" y="0"/>
                </a:cubicBezTo>
                <a:cubicBezTo>
                  <a:pt x="76969" y="0"/>
                  <a:pt x="90943" y="4387"/>
                  <a:pt x="100581" y="13162"/>
                </a:cubicBezTo>
                <a:cubicBezTo>
                  <a:pt x="110220" y="21937"/>
                  <a:pt x="115039" y="33026"/>
                  <a:pt x="115039" y="46430"/>
                </a:cubicBezTo>
                <a:cubicBezTo>
                  <a:pt x="115039" y="52925"/>
                  <a:pt x="113934" y="58850"/>
                  <a:pt x="111723" y="64204"/>
                </a:cubicBezTo>
                <a:cubicBezTo>
                  <a:pt x="109512" y="69559"/>
                  <a:pt x="106230" y="74344"/>
                  <a:pt x="101877" y="78558"/>
                </a:cubicBezTo>
                <a:lnTo>
                  <a:pt x="154422" y="78558"/>
                </a:lnTo>
                <a:lnTo>
                  <a:pt x="154422" y="121154"/>
                </a:lnTo>
                <a:moveTo>
                  <a:pt x="57882" y="78869"/>
                </a:moveTo>
                <a:cubicBezTo>
                  <a:pt x="66571" y="78869"/>
                  <a:pt x="73018" y="77038"/>
                  <a:pt x="77224" y="73376"/>
                </a:cubicBezTo>
                <a:cubicBezTo>
                  <a:pt x="81430" y="69714"/>
                  <a:pt x="83533" y="65085"/>
                  <a:pt x="83533" y="59489"/>
                </a:cubicBezTo>
                <a:cubicBezTo>
                  <a:pt x="83533" y="54583"/>
                  <a:pt x="81516" y="50472"/>
                  <a:pt x="77483" y="47156"/>
                </a:cubicBezTo>
                <a:cubicBezTo>
                  <a:pt x="73448" y="43839"/>
                  <a:pt x="66603" y="42181"/>
                  <a:pt x="56950" y="42181"/>
                </a:cubicBezTo>
                <a:cubicBezTo>
                  <a:pt x="48054" y="42181"/>
                  <a:pt x="41520" y="43908"/>
                  <a:pt x="37349" y="47363"/>
                </a:cubicBezTo>
                <a:cubicBezTo>
                  <a:pt x="33177" y="50818"/>
                  <a:pt x="31092" y="55032"/>
                  <a:pt x="31092" y="60007"/>
                </a:cubicBezTo>
                <a:cubicBezTo>
                  <a:pt x="31092" y="65396"/>
                  <a:pt x="33195" y="69887"/>
                  <a:pt x="37401" y="73480"/>
                </a:cubicBezTo>
                <a:cubicBezTo>
                  <a:pt x="41607" y="77073"/>
                  <a:pt x="48434" y="78869"/>
                  <a:pt x="57882" y="78869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e">
            <a:extLst xmlns:a="http://schemas.openxmlformats.org/drawingml/2006/main">
              <a:ext uri="{FF2B5EF4-FFF2-40B4-BE49-F238E27FC236}">
                <a16:creationId xmlns:a16="http://schemas.microsoft.com/office/drawing/2014/main" id="{3864E875-F810-4911-B740-BA3D39C4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03" y="4391808"/>
            <a:ext cx="115039" cy="127476"/>
          </a:xfrm>
          <a:custGeom xmlns:a="http://schemas.openxmlformats.org/drawingml/2006/main">
            <a:pathLst>
              <a:path w="115039" h="127476">
                <a:moveTo>
                  <a:pt x="67987" y="0"/>
                </a:moveTo>
                <a:lnTo>
                  <a:pt x="67987" y="84569"/>
                </a:lnTo>
                <a:cubicBezTo>
                  <a:pt x="74726" y="83809"/>
                  <a:pt x="79746" y="81978"/>
                  <a:pt x="83047" y="79076"/>
                </a:cubicBezTo>
                <a:cubicBezTo>
                  <a:pt x="87793" y="75000"/>
                  <a:pt x="90166" y="69680"/>
                  <a:pt x="90166" y="63116"/>
                </a:cubicBezTo>
                <a:cubicBezTo>
                  <a:pt x="90166" y="58970"/>
                  <a:pt x="89140" y="55032"/>
                  <a:pt x="87089" y="51301"/>
                </a:cubicBezTo>
                <a:cubicBezTo>
                  <a:pt x="85789" y="49021"/>
                  <a:pt x="83498" y="46568"/>
                  <a:pt x="80216" y="43943"/>
                </a:cubicBezTo>
                <a:lnTo>
                  <a:pt x="83947" y="2384"/>
                </a:lnTo>
                <a:cubicBezTo>
                  <a:pt x="95039" y="8740"/>
                  <a:pt x="102994" y="16409"/>
                  <a:pt x="107814" y="25392"/>
                </a:cubicBezTo>
                <a:cubicBezTo>
                  <a:pt x="112631" y="34374"/>
                  <a:pt x="115039" y="47259"/>
                  <a:pt x="115039" y="64049"/>
                </a:cubicBezTo>
                <a:cubicBezTo>
                  <a:pt x="115039" y="78627"/>
                  <a:pt x="112984" y="90097"/>
                  <a:pt x="108873" y="98457"/>
                </a:cubicBezTo>
                <a:cubicBezTo>
                  <a:pt x="104762" y="106817"/>
                  <a:pt x="98232" y="113744"/>
                  <a:pt x="89285" y="119236"/>
                </a:cubicBezTo>
                <a:cubicBezTo>
                  <a:pt x="80337" y="124729"/>
                  <a:pt x="69818" y="127476"/>
                  <a:pt x="57727" y="127476"/>
                </a:cubicBezTo>
                <a:cubicBezTo>
                  <a:pt x="40523" y="127476"/>
                  <a:pt x="26601" y="121966"/>
                  <a:pt x="15960" y="110945"/>
                </a:cubicBezTo>
                <a:cubicBezTo>
                  <a:pt x="5320" y="99925"/>
                  <a:pt x="0" y="84707"/>
                  <a:pt x="0" y="65292"/>
                </a:cubicBezTo>
                <a:cubicBezTo>
                  <a:pt x="0" y="49539"/>
                  <a:pt x="2384" y="37103"/>
                  <a:pt x="7151" y="27982"/>
                </a:cubicBezTo>
                <a:cubicBezTo>
                  <a:pt x="11918" y="18862"/>
                  <a:pt x="18828" y="11918"/>
                  <a:pt x="27879" y="7151"/>
                </a:cubicBezTo>
                <a:cubicBezTo>
                  <a:pt x="36930" y="2384"/>
                  <a:pt x="48710" y="0"/>
                  <a:pt x="63220" y="0"/>
                </a:cubicBezTo>
                <a:lnTo>
                  <a:pt x="67987" y="0"/>
                </a:lnTo>
                <a:moveTo>
                  <a:pt x="47674" y="42906"/>
                </a:moveTo>
                <a:cubicBezTo>
                  <a:pt x="39594" y="43736"/>
                  <a:pt x="33809" y="45929"/>
                  <a:pt x="30318" y="49488"/>
                </a:cubicBezTo>
                <a:cubicBezTo>
                  <a:pt x="26826" y="53046"/>
                  <a:pt x="25081" y="57727"/>
                  <a:pt x="25081" y="63531"/>
                </a:cubicBezTo>
                <a:cubicBezTo>
                  <a:pt x="25081" y="70233"/>
                  <a:pt x="27717" y="75587"/>
                  <a:pt x="32990" y="79595"/>
                </a:cubicBezTo>
                <a:cubicBezTo>
                  <a:pt x="36276" y="82151"/>
                  <a:pt x="41171" y="83775"/>
                  <a:pt x="47674" y="84466"/>
                </a:cubicBezTo>
                <a:lnTo>
                  <a:pt x="47674" y="42906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r">
            <a:extLst xmlns:a="http://schemas.openxmlformats.org/drawingml/2006/main">
              <a:ext uri="{FF2B5EF4-FFF2-40B4-BE49-F238E27FC236}">
                <a16:creationId xmlns:a16="http://schemas.microsoft.com/office/drawing/2014/main" id="{4408AA7B-E791-4B5C-AB9F-6BA37AD5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03" y="4285390"/>
            <a:ext cx="112552" cy="86642"/>
          </a:xfrm>
          <a:custGeom xmlns:a="http://schemas.openxmlformats.org/drawingml/2006/main">
            <a:pathLst>
              <a:path w="112552" h="86642">
                <a:moveTo>
                  <a:pt x="2487" y="86642"/>
                </a:moveTo>
                <a:lnTo>
                  <a:pt x="2487" y="47156"/>
                </a:lnTo>
                <a:lnTo>
                  <a:pt x="20520" y="47156"/>
                </a:lnTo>
                <a:cubicBezTo>
                  <a:pt x="12713" y="43356"/>
                  <a:pt x="7341" y="39435"/>
                  <a:pt x="4405" y="35393"/>
                </a:cubicBezTo>
                <a:cubicBezTo>
                  <a:pt x="1468" y="31351"/>
                  <a:pt x="0" y="26359"/>
                  <a:pt x="0" y="20417"/>
                </a:cubicBezTo>
                <a:cubicBezTo>
                  <a:pt x="0" y="14199"/>
                  <a:pt x="1935" y="7393"/>
                  <a:pt x="5804" y="0"/>
                </a:cubicBezTo>
                <a:lnTo>
                  <a:pt x="35859" y="13058"/>
                </a:lnTo>
                <a:cubicBezTo>
                  <a:pt x="33786" y="18033"/>
                  <a:pt x="32750" y="21971"/>
                  <a:pt x="32750" y="24873"/>
                </a:cubicBezTo>
                <a:cubicBezTo>
                  <a:pt x="32750" y="30401"/>
                  <a:pt x="35030" y="34684"/>
                  <a:pt x="39590" y="37725"/>
                </a:cubicBezTo>
                <a:cubicBezTo>
                  <a:pt x="46016" y="42077"/>
                  <a:pt x="58038" y="44254"/>
                  <a:pt x="75656" y="44254"/>
                </a:cubicBezTo>
                <a:lnTo>
                  <a:pt x="112552" y="44254"/>
                </a:lnTo>
                <a:lnTo>
                  <a:pt x="112552" y="86642"/>
                </a:lnTo>
                <a:lnTo>
                  <a:pt x="2487" y="86642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t">
            <a:extLst xmlns:a="http://schemas.openxmlformats.org/drawingml/2006/main">
              <a:ext uri="{FF2B5EF4-FFF2-40B4-BE49-F238E27FC236}">
                <a16:creationId xmlns:a16="http://schemas.microsoft.com/office/drawing/2014/main" id="{1A9A3CE8-5DDE-4F4F-B6A6-5536DFEE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1" y="4192002"/>
            <a:ext cx="154422" cy="82600"/>
          </a:xfrm>
          <a:custGeom xmlns:a="http://schemas.openxmlformats.org/drawingml/2006/main">
            <a:pathLst>
              <a:path w="154422" h="82600">
                <a:moveTo>
                  <a:pt x="0" y="24770"/>
                </a:moveTo>
                <a:lnTo>
                  <a:pt x="41870" y="24770"/>
                </a:lnTo>
                <a:lnTo>
                  <a:pt x="41870" y="1555"/>
                </a:lnTo>
                <a:lnTo>
                  <a:pt x="72754" y="1555"/>
                </a:lnTo>
                <a:lnTo>
                  <a:pt x="72754" y="24770"/>
                </a:lnTo>
                <a:lnTo>
                  <a:pt x="111749" y="24770"/>
                </a:lnTo>
                <a:cubicBezTo>
                  <a:pt x="116438" y="24770"/>
                  <a:pt x="119541" y="24321"/>
                  <a:pt x="121057" y="23422"/>
                </a:cubicBezTo>
                <a:cubicBezTo>
                  <a:pt x="123401" y="22041"/>
                  <a:pt x="124574" y="19622"/>
                  <a:pt x="124574" y="16168"/>
                </a:cubicBezTo>
                <a:cubicBezTo>
                  <a:pt x="124574" y="13058"/>
                  <a:pt x="123678" y="8706"/>
                  <a:pt x="121886" y="3109"/>
                </a:cubicBezTo>
                <a:lnTo>
                  <a:pt x="151002" y="0"/>
                </a:lnTo>
                <a:cubicBezTo>
                  <a:pt x="153282" y="10433"/>
                  <a:pt x="154422" y="20175"/>
                  <a:pt x="154422" y="29226"/>
                </a:cubicBezTo>
                <a:cubicBezTo>
                  <a:pt x="154422" y="39728"/>
                  <a:pt x="153077" y="47467"/>
                  <a:pt x="150386" y="52441"/>
                </a:cubicBezTo>
                <a:cubicBezTo>
                  <a:pt x="147694" y="57416"/>
                  <a:pt x="143606" y="61095"/>
                  <a:pt x="138121" y="63479"/>
                </a:cubicBezTo>
                <a:cubicBezTo>
                  <a:pt x="132635" y="65862"/>
                  <a:pt x="123750" y="67054"/>
                  <a:pt x="111467" y="67054"/>
                </a:cubicBezTo>
                <a:lnTo>
                  <a:pt x="72754" y="67054"/>
                </a:lnTo>
                <a:lnTo>
                  <a:pt x="72754" y="82600"/>
                </a:lnTo>
                <a:lnTo>
                  <a:pt x="41870" y="82600"/>
                </a:lnTo>
                <a:lnTo>
                  <a:pt x="41870" y="67054"/>
                </a:lnTo>
                <a:lnTo>
                  <a:pt x="21661" y="67054"/>
                </a:lnTo>
                <a:lnTo>
                  <a:pt x="0" y="2477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i">
            <a:extLst xmlns:a="http://schemas.openxmlformats.org/drawingml/2006/main">
              <a:ext uri="{FF2B5EF4-FFF2-40B4-BE49-F238E27FC236}">
                <a16:creationId xmlns:a16="http://schemas.microsoft.com/office/drawing/2014/main" id="{2CE226EF-EE3F-4E12-BAA4-F7D4C997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1" y="4129725"/>
            <a:ext cx="151934" cy="42181"/>
          </a:xfrm>
          <a:custGeom xmlns:a="http://schemas.openxmlformats.org/drawingml/2006/main">
            <a:pathLst>
              <a:path w="151934" h="42181">
                <a:moveTo>
                  <a:pt x="0" y="42181"/>
                </a:moveTo>
                <a:lnTo>
                  <a:pt x="0" y="0"/>
                </a:lnTo>
                <a:lnTo>
                  <a:pt x="28604" y="0"/>
                </a:lnTo>
                <a:lnTo>
                  <a:pt x="28604" y="42181"/>
                </a:lnTo>
                <a:lnTo>
                  <a:pt x="0" y="42181"/>
                </a:lnTo>
                <a:moveTo>
                  <a:pt x="41870" y="42181"/>
                </a:moveTo>
                <a:lnTo>
                  <a:pt x="41870" y="0"/>
                </a:lnTo>
                <a:lnTo>
                  <a:pt x="151934" y="0"/>
                </a:lnTo>
                <a:lnTo>
                  <a:pt x="151934" y="42181"/>
                </a:lnTo>
                <a:lnTo>
                  <a:pt x="41870" y="42181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e">
            <a:extLst xmlns:a="http://schemas.openxmlformats.org/drawingml/2006/main">
              <a:ext uri="{FF2B5EF4-FFF2-40B4-BE49-F238E27FC236}">
                <a16:creationId xmlns:a16="http://schemas.microsoft.com/office/drawing/2014/main" id="{25B50A3C-ECC7-4ED0-A25E-96996AA5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03" y="3980569"/>
            <a:ext cx="115039" cy="127476"/>
          </a:xfrm>
          <a:custGeom xmlns:a="http://schemas.openxmlformats.org/drawingml/2006/main">
            <a:pathLst>
              <a:path w="115039" h="127476">
                <a:moveTo>
                  <a:pt x="67987" y="0"/>
                </a:moveTo>
                <a:lnTo>
                  <a:pt x="67987" y="84569"/>
                </a:lnTo>
                <a:cubicBezTo>
                  <a:pt x="74726" y="83809"/>
                  <a:pt x="79746" y="81978"/>
                  <a:pt x="83047" y="79076"/>
                </a:cubicBezTo>
                <a:cubicBezTo>
                  <a:pt x="87793" y="75000"/>
                  <a:pt x="90166" y="69680"/>
                  <a:pt x="90166" y="63116"/>
                </a:cubicBezTo>
                <a:cubicBezTo>
                  <a:pt x="90166" y="58970"/>
                  <a:pt x="89140" y="55032"/>
                  <a:pt x="87089" y="51301"/>
                </a:cubicBezTo>
                <a:cubicBezTo>
                  <a:pt x="85789" y="49021"/>
                  <a:pt x="83498" y="46568"/>
                  <a:pt x="80216" y="43943"/>
                </a:cubicBezTo>
                <a:lnTo>
                  <a:pt x="83947" y="2384"/>
                </a:lnTo>
                <a:cubicBezTo>
                  <a:pt x="95039" y="8740"/>
                  <a:pt x="102994" y="16409"/>
                  <a:pt x="107814" y="25392"/>
                </a:cubicBezTo>
                <a:cubicBezTo>
                  <a:pt x="112631" y="34374"/>
                  <a:pt x="115039" y="47259"/>
                  <a:pt x="115039" y="64049"/>
                </a:cubicBezTo>
                <a:cubicBezTo>
                  <a:pt x="115039" y="78627"/>
                  <a:pt x="112984" y="90097"/>
                  <a:pt x="108873" y="98457"/>
                </a:cubicBezTo>
                <a:cubicBezTo>
                  <a:pt x="104762" y="106817"/>
                  <a:pt x="98232" y="113744"/>
                  <a:pt x="89285" y="119236"/>
                </a:cubicBezTo>
                <a:cubicBezTo>
                  <a:pt x="80337" y="124729"/>
                  <a:pt x="69818" y="127476"/>
                  <a:pt x="57727" y="127476"/>
                </a:cubicBezTo>
                <a:cubicBezTo>
                  <a:pt x="40523" y="127476"/>
                  <a:pt x="26601" y="121966"/>
                  <a:pt x="15960" y="110945"/>
                </a:cubicBezTo>
                <a:cubicBezTo>
                  <a:pt x="5320" y="99925"/>
                  <a:pt x="0" y="84707"/>
                  <a:pt x="0" y="65292"/>
                </a:cubicBezTo>
                <a:cubicBezTo>
                  <a:pt x="0" y="49539"/>
                  <a:pt x="2384" y="37103"/>
                  <a:pt x="7151" y="27982"/>
                </a:cubicBezTo>
                <a:cubicBezTo>
                  <a:pt x="11918" y="18862"/>
                  <a:pt x="18828" y="11918"/>
                  <a:pt x="27879" y="7151"/>
                </a:cubicBezTo>
                <a:cubicBezTo>
                  <a:pt x="36930" y="2384"/>
                  <a:pt x="48710" y="0"/>
                  <a:pt x="63220" y="0"/>
                </a:cubicBezTo>
                <a:lnTo>
                  <a:pt x="67987" y="0"/>
                </a:lnTo>
                <a:moveTo>
                  <a:pt x="47674" y="42906"/>
                </a:moveTo>
                <a:cubicBezTo>
                  <a:pt x="39594" y="43736"/>
                  <a:pt x="33809" y="45929"/>
                  <a:pt x="30318" y="49488"/>
                </a:cubicBezTo>
                <a:cubicBezTo>
                  <a:pt x="26826" y="53046"/>
                  <a:pt x="25081" y="57727"/>
                  <a:pt x="25081" y="63531"/>
                </a:cubicBezTo>
                <a:cubicBezTo>
                  <a:pt x="25081" y="70233"/>
                  <a:pt x="27717" y="75587"/>
                  <a:pt x="32990" y="79595"/>
                </a:cubicBezTo>
                <a:cubicBezTo>
                  <a:pt x="36276" y="82151"/>
                  <a:pt x="41171" y="83775"/>
                  <a:pt x="47674" y="84466"/>
                </a:cubicBezTo>
                <a:lnTo>
                  <a:pt x="47674" y="42906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s">
            <a:extLst xmlns:a="http://schemas.openxmlformats.org/drawingml/2006/main">
              <a:ext uri="{FF2B5EF4-FFF2-40B4-BE49-F238E27FC236}">
                <a16:creationId xmlns:a16="http://schemas.microsoft.com/office/drawing/2014/main" id="{2217B817-2E72-4B8B-8177-81105D8C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03" y="3851662"/>
            <a:ext cx="115039" cy="117008"/>
          </a:xfrm>
          <a:custGeom xmlns:a="http://schemas.openxmlformats.org/drawingml/2006/main">
            <a:pathLst>
              <a:path w="115039" h="117008">
                <a:moveTo>
                  <a:pt x="81875" y="117008"/>
                </a:moveTo>
                <a:lnTo>
                  <a:pt x="77936" y="75138"/>
                </a:lnTo>
                <a:cubicBezTo>
                  <a:pt x="82911" y="73411"/>
                  <a:pt x="86469" y="70993"/>
                  <a:pt x="88611" y="67883"/>
                </a:cubicBezTo>
                <a:cubicBezTo>
                  <a:pt x="90753" y="64774"/>
                  <a:pt x="91824" y="60629"/>
                  <a:pt x="91824" y="55447"/>
                </a:cubicBezTo>
                <a:cubicBezTo>
                  <a:pt x="91824" y="49781"/>
                  <a:pt x="90620" y="45394"/>
                  <a:pt x="88213" y="42285"/>
                </a:cubicBezTo>
                <a:cubicBezTo>
                  <a:pt x="86425" y="39866"/>
                  <a:pt x="84189" y="38657"/>
                  <a:pt x="81505" y="38657"/>
                </a:cubicBezTo>
                <a:cubicBezTo>
                  <a:pt x="78478" y="38657"/>
                  <a:pt x="76140" y="40246"/>
                  <a:pt x="74490" y="43425"/>
                </a:cubicBezTo>
                <a:cubicBezTo>
                  <a:pt x="73320" y="45705"/>
                  <a:pt x="71876" y="51750"/>
                  <a:pt x="70157" y="61561"/>
                </a:cubicBezTo>
                <a:cubicBezTo>
                  <a:pt x="67611" y="76209"/>
                  <a:pt x="65253" y="86383"/>
                  <a:pt x="63080" y="92083"/>
                </a:cubicBezTo>
                <a:cubicBezTo>
                  <a:pt x="60906" y="97783"/>
                  <a:pt x="57232" y="102585"/>
                  <a:pt x="52059" y="106489"/>
                </a:cubicBezTo>
                <a:cubicBezTo>
                  <a:pt x="46884" y="110393"/>
                  <a:pt x="40984" y="112344"/>
                  <a:pt x="34360" y="112344"/>
                </a:cubicBezTo>
                <a:cubicBezTo>
                  <a:pt x="27116" y="112344"/>
                  <a:pt x="20872" y="110237"/>
                  <a:pt x="15630" y="106023"/>
                </a:cubicBezTo>
                <a:cubicBezTo>
                  <a:pt x="10385" y="101808"/>
                  <a:pt x="6470" y="96004"/>
                  <a:pt x="3883" y="88611"/>
                </a:cubicBezTo>
                <a:cubicBezTo>
                  <a:pt x="1294" y="81218"/>
                  <a:pt x="0" y="71304"/>
                  <a:pt x="0" y="58867"/>
                </a:cubicBezTo>
                <a:cubicBezTo>
                  <a:pt x="0" y="45739"/>
                  <a:pt x="1002" y="36049"/>
                  <a:pt x="3006" y="29796"/>
                </a:cubicBezTo>
                <a:cubicBezTo>
                  <a:pt x="5009" y="23543"/>
                  <a:pt x="8118" y="18327"/>
                  <a:pt x="12333" y="14147"/>
                </a:cubicBezTo>
                <a:cubicBezTo>
                  <a:pt x="16548" y="9967"/>
                  <a:pt x="22248" y="6495"/>
                  <a:pt x="29433" y="3731"/>
                </a:cubicBezTo>
                <a:lnTo>
                  <a:pt x="33372" y="43736"/>
                </a:lnTo>
                <a:cubicBezTo>
                  <a:pt x="29880" y="44772"/>
                  <a:pt x="27313" y="46499"/>
                  <a:pt x="25670" y="48918"/>
                </a:cubicBezTo>
                <a:cubicBezTo>
                  <a:pt x="23481" y="52234"/>
                  <a:pt x="22386" y="56241"/>
                  <a:pt x="22386" y="60940"/>
                </a:cubicBezTo>
                <a:cubicBezTo>
                  <a:pt x="22386" y="65707"/>
                  <a:pt x="23229" y="69179"/>
                  <a:pt x="24915" y="71355"/>
                </a:cubicBezTo>
                <a:cubicBezTo>
                  <a:pt x="26600" y="73532"/>
                  <a:pt x="28645" y="74620"/>
                  <a:pt x="31053" y="74620"/>
                </a:cubicBezTo>
                <a:cubicBezTo>
                  <a:pt x="33737" y="74620"/>
                  <a:pt x="35766" y="73238"/>
                  <a:pt x="37142" y="70474"/>
                </a:cubicBezTo>
                <a:cubicBezTo>
                  <a:pt x="38517" y="67711"/>
                  <a:pt x="39755" y="61700"/>
                  <a:pt x="40856" y="52441"/>
                </a:cubicBezTo>
                <a:cubicBezTo>
                  <a:pt x="42437" y="38415"/>
                  <a:pt x="44641" y="27982"/>
                  <a:pt x="47470" y="21142"/>
                </a:cubicBezTo>
                <a:cubicBezTo>
                  <a:pt x="50298" y="14302"/>
                  <a:pt x="54334" y="9068"/>
                  <a:pt x="59576" y="5441"/>
                </a:cubicBezTo>
                <a:cubicBezTo>
                  <a:pt x="64819" y="1814"/>
                  <a:pt x="70579" y="0"/>
                  <a:pt x="76858" y="0"/>
                </a:cubicBezTo>
                <a:cubicBezTo>
                  <a:pt x="83204" y="0"/>
                  <a:pt x="89378" y="1917"/>
                  <a:pt x="95380" y="5752"/>
                </a:cubicBezTo>
                <a:cubicBezTo>
                  <a:pt x="101380" y="9587"/>
                  <a:pt x="106157" y="15632"/>
                  <a:pt x="109711" y="23889"/>
                </a:cubicBezTo>
                <a:cubicBezTo>
                  <a:pt x="113263" y="32145"/>
                  <a:pt x="115039" y="43390"/>
                  <a:pt x="115039" y="57623"/>
                </a:cubicBezTo>
                <a:cubicBezTo>
                  <a:pt x="115039" y="77729"/>
                  <a:pt x="112163" y="92049"/>
                  <a:pt x="106411" y="100581"/>
                </a:cubicBezTo>
                <a:cubicBezTo>
                  <a:pt x="100657" y="109114"/>
                  <a:pt x="92478" y="114590"/>
                  <a:pt x="81875" y="117008"/>
                </a:cubicBez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3B564-4C92-4E9B-98A5-0606CD24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3" y="3851595"/>
            <a:ext cx="193804" cy="2428784"/>
          </a:xfrm>
          <a:custGeom xmlns:a="http://schemas.openxmlformats.org/drawingml/2006/main">
            <a:pathLst>
              <a:path w="193804" h="2428784">
                <a:moveTo>
                  <a:pt x="121362" y="117009"/>
                </a:moveTo>
                <a:lnTo>
                  <a:pt x="117424" y="75137"/>
                </a:lnTo>
                <a:cubicBezTo>
                  <a:pt x="122398" y="73420"/>
                  <a:pt x="125956" y="70989"/>
                  <a:pt x="128098" y="67882"/>
                </a:cubicBezTo>
                <a:cubicBezTo>
                  <a:pt x="130240" y="64776"/>
                  <a:pt x="131311" y="60627"/>
                  <a:pt x="131311" y="55456"/>
                </a:cubicBezTo>
                <a:cubicBezTo>
                  <a:pt x="131311" y="49783"/>
                  <a:pt x="130103" y="45403"/>
                  <a:pt x="127687" y="42277"/>
                </a:cubicBezTo>
                <a:cubicBezTo>
                  <a:pt x="125895" y="39865"/>
                  <a:pt x="123652" y="38649"/>
                  <a:pt x="120963" y="38649"/>
                </a:cubicBezTo>
                <a:cubicBezTo>
                  <a:pt x="117927" y="38649"/>
                  <a:pt x="115581" y="40251"/>
                  <a:pt x="113925" y="43415"/>
                </a:cubicBezTo>
                <a:cubicBezTo>
                  <a:pt x="112753" y="45711"/>
                  <a:pt x="111304" y="51751"/>
                  <a:pt x="109579" y="61553"/>
                </a:cubicBezTo>
                <a:cubicBezTo>
                  <a:pt x="107026" y="76218"/>
                  <a:pt x="104662" y="86387"/>
                  <a:pt x="102488" y="92079"/>
                </a:cubicBezTo>
                <a:cubicBezTo>
                  <a:pt x="100313" y="97790"/>
                  <a:pt x="96638" y="102576"/>
                  <a:pt x="91461" y="106493"/>
                </a:cubicBezTo>
                <a:cubicBezTo>
                  <a:pt x="86285" y="110390"/>
                  <a:pt x="80383" y="112339"/>
                  <a:pt x="73757" y="112339"/>
                </a:cubicBezTo>
                <a:cubicBezTo>
                  <a:pt x="66509" y="112339"/>
                  <a:pt x="60262" y="110236"/>
                  <a:pt x="55016" y="106030"/>
                </a:cubicBezTo>
                <a:cubicBezTo>
                  <a:pt x="49770" y="101804"/>
                  <a:pt x="45854" y="95996"/>
                  <a:pt x="43266" y="88606"/>
                </a:cubicBezTo>
                <a:cubicBezTo>
                  <a:pt x="40677" y="81215"/>
                  <a:pt x="39383" y="71297"/>
                  <a:pt x="39383" y="58871"/>
                </a:cubicBezTo>
                <a:cubicBezTo>
                  <a:pt x="39383" y="45731"/>
                  <a:pt x="40385" y="36044"/>
                  <a:pt x="42388" y="29793"/>
                </a:cubicBezTo>
                <a:cubicBezTo>
                  <a:pt x="44392" y="23541"/>
                  <a:pt x="47501" y="18331"/>
                  <a:pt x="51716" y="14144"/>
                </a:cubicBezTo>
                <a:cubicBezTo>
                  <a:pt x="55930" y="9976"/>
                  <a:pt x="61631" y="6503"/>
                  <a:pt x="68816" y="3724"/>
                </a:cubicBezTo>
                <a:lnTo>
                  <a:pt x="72754" y="43743"/>
                </a:lnTo>
                <a:cubicBezTo>
                  <a:pt x="69231" y="44766"/>
                  <a:pt x="66640" y="46503"/>
                  <a:pt x="64982" y="48915"/>
                </a:cubicBezTo>
                <a:cubicBezTo>
                  <a:pt x="62771" y="52233"/>
                  <a:pt x="61665" y="56247"/>
                  <a:pt x="61665" y="60936"/>
                </a:cubicBezTo>
                <a:cubicBezTo>
                  <a:pt x="61665" y="65702"/>
                  <a:pt x="62510" y="69175"/>
                  <a:pt x="64201" y="71355"/>
                </a:cubicBezTo>
                <a:cubicBezTo>
                  <a:pt x="65891" y="73536"/>
                  <a:pt x="67943" y="74616"/>
                  <a:pt x="70358" y="74616"/>
                </a:cubicBezTo>
                <a:cubicBezTo>
                  <a:pt x="73048" y="74616"/>
                  <a:pt x="75083" y="73246"/>
                  <a:pt x="76463" y="70468"/>
                </a:cubicBezTo>
                <a:cubicBezTo>
                  <a:pt x="77843" y="67708"/>
                  <a:pt x="79085" y="61708"/>
                  <a:pt x="80189" y="52446"/>
                </a:cubicBezTo>
                <a:cubicBezTo>
                  <a:pt x="81776" y="38418"/>
                  <a:pt x="83985" y="27979"/>
                  <a:pt x="86815" y="21148"/>
                </a:cubicBezTo>
                <a:cubicBezTo>
                  <a:pt x="89645" y="14298"/>
                  <a:pt x="93683" y="9069"/>
                  <a:pt x="98928" y="5441"/>
                </a:cubicBezTo>
                <a:cubicBezTo>
                  <a:pt x="104174" y="1814"/>
                  <a:pt x="109937" y="0"/>
                  <a:pt x="116218" y="0"/>
                </a:cubicBezTo>
                <a:cubicBezTo>
                  <a:pt x="122568" y="0"/>
                  <a:pt x="128746" y="1910"/>
                  <a:pt x="134751" y="5750"/>
                </a:cubicBezTo>
                <a:cubicBezTo>
                  <a:pt x="140756" y="9590"/>
                  <a:pt x="145536" y="15629"/>
                  <a:pt x="149092" y="23888"/>
                </a:cubicBezTo>
                <a:cubicBezTo>
                  <a:pt x="152644" y="32147"/>
                  <a:pt x="154421" y="43396"/>
                  <a:pt x="154421" y="57617"/>
                </a:cubicBezTo>
                <a:cubicBezTo>
                  <a:pt x="154421" y="77723"/>
                  <a:pt x="151554" y="92040"/>
                  <a:pt x="145819" y="100588"/>
                </a:cubicBezTo>
                <a:cubicBezTo>
                  <a:pt x="140085" y="109117"/>
                  <a:pt x="131932" y="114597"/>
                  <a:pt x="121362" y="117009"/>
                </a:cubicBezTo>
                <a:close/>
                <a:moveTo>
                  <a:pt x="125445" y="110969"/>
                </a:moveTo>
                <a:cubicBezTo>
                  <a:pt x="132355" y="108422"/>
                  <a:pt x="137873" y="104100"/>
                  <a:pt x="141976" y="98003"/>
                </a:cubicBezTo>
                <a:cubicBezTo>
                  <a:pt x="147359" y="89995"/>
                  <a:pt x="149790" y="76488"/>
                  <a:pt x="149790" y="57617"/>
                </a:cubicBezTo>
                <a:cubicBezTo>
                  <a:pt x="149790" y="44168"/>
                  <a:pt x="148196" y="33517"/>
                  <a:pt x="144837" y="25721"/>
                </a:cubicBezTo>
                <a:cubicBezTo>
                  <a:pt x="141700" y="18427"/>
                  <a:pt x="137559" y="13044"/>
                  <a:pt x="132258" y="9648"/>
                </a:cubicBezTo>
                <a:cubicBezTo>
                  <a:pt x="127056" y="6329"/>
                  <a:pt x="121719" y="4631"/>
                  <a:pt x="116218" y="4631"/>
                </a:cubicBezTo>
                <a:cubicBezTo>
                  <a:pt x="110893" y="4631"/>
                  <a:pt x="106009" y="6175"/>
                  <a:pt x="101562" y="9243"/>
                </a:cubicBezTo>
                <a:cubicBezTo>
                  <a:pt x="97009" y="12407"/>
                  <a:pt x="93550" y="16980"/>
                  <a:pt x="91095" y="22904"/>
                </a:cubicBezTo>
                <a:cubicBezTo>
                  <a:pt x="88378" y="29484"/>
                  <a:pt x="86314" y="39498"/>
                  <a:pt x="84791" y="52967"/>
                </a:cubicBezTo>
                <a:lnTo>
                  <a:pt x="84787" y="52986"/>
                </a:lnTo>
                <a:cubicBezTo>
                  <a:pt x="83588" y="63039"/>
                  <a:pt x="82104" y="69542"/>
                  <a:pt x="80606" y="72552"/>
                </a:cubicBezTo>
                <a:cubicBezTo>
                  <a:pt x="78316" y="77125"/>
                  <a:pt x="74823" y="79247"/>
                  <a:pt x="70358" y="79247"/>
                </a:cubicBezTo>
                <a:cubicBezTo>
                  <a:pt x="66532" y="79247"/>
                  <a:pt x="63220" y="77646"/>
                  <a:pt x="60543" y="74192"/>
                </a:cubicBezTo>
                <a:cubicBezTo>
                  <a:pt x="58381" y="71413"/>
                  <a:pt x="57034" y="67033"/>
                  <a:pt x="57034" y="60936"/>
                </a:cubicBezTo>
                <a:cubicBezTo>
                  <a:pt x="57034" y="55224"/>
                  <a:pt x="58442" y="50381"/>
                  <a:pt x="61128" y="46348"/>
                </a:cubicBezTo>
                <a:lnTo>
                  <a:pt x="61162" y="46290"/>
                </a:lnTo>
                <a:cubicBezTo>
                  <a:pt x="62751" y="43975"/>
                  <a:pt x="64947" y="42084"/>
                  <a:pt x="67802" y="40695"/>
                </a:cubicBezTo>
                <a:lnTo>
                  <a:pt x="64834" y="10535"/>
                </a:lnTo>
                <a:cubicBezTo>
                  <a:pt x="60905" y="12523"/>
                  <a:pt x="57613" y="14819"/>
                  <a:pt x="54977" y="17443"/>
                </a:cubicBezTo>
                <a:cubicBezTo>
                  <a:pt x="51271" y="21109"/>
                  <a:pt x="48560" y="25702"/>
                  <a:pt x="46798" y="31201"/>
                </a:cubicBezTo>
                <a:cubicBezTo>
                  <a:pt x="44893" y="37163"/>
                  <a:pt x="44014" y="46387"/>
                  <a:pt x="44014" y="58871"/>
                </a:cubicBezTo>
                <a:cubicBezTo>
                  <a:pt x="44014" y="70661"/>
                  <a:pt x="45182" y="80077"/>
                  <a:pt x="47637" y="87081"/>
                </a:cubicBezTo>
                <a:cubicBezTo>
                  <a:pt x="49911" y="93584"/>
                  <a:pt x="53307" y="98717"/>
                  <a:pt x="57917" y="102421"/>
                </a:cubicBezTo>
                <a:cubicBezTo>
                  <a:pt x="62347" y="105972"/>
                  <a:pt x="67635" y="107708"/>
                  <a:pt x="73757" y="107708"/>
                </a:cubicBezTo>
                <a:cubicBezTo>
                  <a:pt x="79338" y="107708"/>
                  <a:pt x="84313" y="106088"/>
                  <a:pt x="88673" y="102788"/>
                </a:cubicBezTo>
                <a:cubicBezTo>
                  <a:pt x="93119" y="99431"/>
                  <a:pt x="96293" y="95321"/>
                  <a:pt x="98161" y="90439"/>
                </a:cubicBezTo>
                <a:cubicBezTo>
                  <a:pt x="100273" y="84901"/>
                  <a:pt x="102536" y="75002"/>
                  <a:pt x="105017" y="60762"/>
                </a:cubicBezTo>
                <a:cubicBezTo>
                  <a:pt x="106870" y="50227"/>
                  <a:pt x="108547" y="43763"/>
                  <a:pt x="109807" y="41312"/>
                </a:cubicBezTo>
                <a:lnTo>
                  <a:pt x="109818" y="41293"/>
                </a:lnTo>
                <a:cubicBezTo>
                  <a:pt x="112409" y="36314"/>
                  <a:pt x="116214" y="34018"/>
                  <a:pt x="120963" y="34018"/>
                </a:cubicBezTo>
                <a:cubicBezTo>
                  <a:pt x="125100" y="34018"/>
                  <a:pt x="128606" y="35774"/>
                  <a:pt x="131371" y="39479"/>
                </a:cubicBezTo>
                <a:cubicBezTo>
                  <a:pt x="134300" y="43261"/>
                  <a:pt x="135942" y="48548"/>
                  <a:pt x="135942" y="55456"/>
                </a:cubicBezTo>
                <a:cubicBezTo>
                  <a:pt x="135942" y="61746"/>
                  <a:pt x="134512" y="66744"/>
                  <a:pt x="131911" y="70506"/>
                </a:cubicBezTo>
                <a:cubicBezTo>
                  <a:pt x="129812" y="73555"/>
                  <a:pt x="126657" y="76141"/>
                  <a:pt x="122356" y="78147"/>
                </a:cubicBezTo>
                <a:lnTo>
                  <a:pt x="125445" y="110969"/>
                </a:lnTo>
                <a:close/>
                <a:moveTo>
                  <a:pt x="0" y="2428784"/>
                </a:moveTo>
                <a:lnTo>
                  <a:pt x="0" y="2381818"/>
                </a:lnTo>
                <a:lnTo>
                  <a:pt x="114521" y="2381818"/>
                </a:lnTo>
                <a:lnTo>
                  <a:pt x="114521" y="2308552"/>
                </a:lnTo>
                <a:lnTo>
                  <a:pt x="151934" y="2308552"/>
                </a:lnTo>
                <a:lnTo>
                  <a:pt x="151934" y="2428784"/>
                </a:lnTo>
                <a:lnTo>
                  <a:pt x="0" y="2428784"/>
                </a:lnTo>
                <a:close/>
                <a:moveTo>
                  <a:pt x="4631" y="2424153"/>
                </a:moveTo>
                <a:lnTo>
                  <a:pt x="147303" y="2424153"/>
                </a:lnTo>
                <a:lnTo>
                  <a:pt x="147303" y="2313183"/>
                </a:lnTo>
                <a:lnTo>
                  <a:pt x="119153" y="2313183"/>
                </a:lnTo>
                <a:lnTo>
                  <a:pt x="119153" y="2381818"/>
                </a:lnTo>
                <a:cubicBezTo>
                  <a:pt x="119153" y="2384384"/>
                  <a:pt x="117078" y="2386449"/>
                  <a:pt x="114521" y="2386449"/>
                </a:cubicBezTo>
                <a:lnTo>
                  <a:pt x="4631" y="2386449"/>
                </a:lnTo>
                <a:lnTo>
                  <a:pt x="4631" y="2424153"/>
                </a:lnTo>
                <a:close/>
                <a:moveTo>
                  <a:pt x="97213" y="2295180"/>
                </a:moveTo>
                <a:cubicBezTo>
                  <a:pt x="80424" y="2295180"/>
                  <a:pt x="66588" y="2289527"/>
                  <a:pt x="55706" y="2278181"/>
                </a:cubicBezTo>
                <a:cubicBezTo>
                  <a:pt x="44824" y="2266854"/>
                  <a:pt x="39383" y="2251553"/>
                  <a:pt x="39383" y="2232277"/>
                </a:cubicBezTo>
                <a:cubicBezTo>
                  <a:pt x="39383" y="2210241"/>
                  <a:pt x="45774" y="2193589"/>
                  <a:pt x="58556" y="2182320"/>
                </a:cubicBezTo>
                <a:cubicBezTo>
                  <a:pt x="68851" y="2173271"/>
                  <a:pt x="81529" y="2168736"/>
                  <a:pt x="96591" y="2168736"/>
                </a:cubicBezTo>
                <a:cubicBezTo>
                  <a:pt x="113519" y="2168736"/>
                  <a:pt x="127390" y="2174351"/>
                  <a:pt x="138203" y="2185581"/>
                </a:cubicBezTo>
                <a:cubicBezTo>
                  <a:pt x="149015" y="2196811"/>
                  <a:pt x="154421" y="2212344"/>
                  <a:pt x="154421" y="2232180"/>
                </a:cubicBezTo>
                <a:cubicBezTo>
                  <a:pt x="154421" y="2249855"/>
                  <a:pt x="149931" y="2264153"/>
                  <a:pt x="140949" y="2275074"/>
                </a:cubicBezTo>
                <a:cubicBezTo>
                  <a:pt x="129825" y="2288485"/>
                  <a:pt x="115246" y="2295180"/>
                  <a:pt x="97213" y="2295180"/>
                </a:cubicBezTo>
                <a:close/>
                <a:moveTo>
                  <a:pt x="97213" y="2290550"/>
                </a:moveTo>
                <a:cubicBezTo>
                  <a:pt x="113768" y="2290550"/>
                  <a:pt x="127166" y="2284433"/>
                  <a:pt x="137379" y="2272122"/>
                </a:cubicBezTo>
                <a:cubicBezTo>
                  <a:pt x="145732" y="2261973"/>
                  <a:pt x="149790" y="2248620"/>
                  <a:pt x="149790" y="2232180"/>
                </a:cubicBezTo>
                <a:cubicBezTo>
                  <a:pt x="149790" y="2213734"/>
                  <a:pt x="144922" y="2199242"/>
                  <a:pt x="134867" y="2188804"/>
                </a:cubicBezTo>
                <a:cubicBezTo>
                  <a:pt x="124926" y="2178480"/>
                  <a:pt x="112153" y="2173367"/>
                  <a:pt x="96591" y="2173367"/>
                </a:cubicBezTo>
                <a:cubicBezTo>
                  <a:pt x="82749" y="2173367"/>
                  <a:pt x="71077" y="2177477"/>
                  <a:pt x="61615" y="2185793"/>
                </a:cubicBezTo>
                <a:cubicBezTo>
                  <a:pt x="49744" y="2196252"/>
                  <a:pt x="44014" y="2211804"/>
                  <a:pt x="44014" y="2232277"/>
                </a:cubicBezTo>
                <a:cubicBezTo>
                  <a:pt x="44014" y="2250183"/>
                  <a:pt x="48936" y="2264462"/>
                  <a:pt x="59046" y="2274978"/>
                </a:cubicBezTo>
                <a:cubicBezTo>
                  <a:pt x="69047" y="2285398"/>
                  <a:pt x="81783" y="2290550"/>
                  <a:pt x="97213" y="2290550"/>
                </a:cubicBezTo>
                <a:close/>
                <a:moveTo>
                  <a:pt x="97110" y="2257535"/>
                </a:moveTo>
                <a:cubicBezTo>
                  <a:pt x="86066" y="2257535"/>
                  <a:pt x="77912" y="2255007"/>
                  <a:pt x="72508" y="2250415"/>
                </a:cubicBezTo>
                <a:cubicBezTo>
                  <a:pt x="66679" y="2245494"/>
                  <a:pt x="63771" y="2239223"/>
                  <a:pt x="63771" y="2231659"/>
                </a:cubicBezTo>
                <a:cubicBezTo>
                  <a:pt x="63771" y="2224462"/>
                  <a:pt x="66623" y="2218384"/>
                  <a:pt x="72409" y="2213502"/>
                </a:cubicBezTo>
                <a:cubicBezTo>
                  <a:pt x="77743" y="2209006"/>
                  <a:pt x="85792" y="2206498"/>
                  <a:pt x="96695" y="2206498"/>
                </a:cubicBezTo>
                <a:cubicBezTo>
                  <a:pt x="108326" y="2206498"/>
                  <a:pt x="116698" y="2209006"/>
                  <a:pt x="121962" y="2213444"/>
                </a:cubicBezTo>
                <a:cubicBezTo>
                  <a:pt x="127687" y="2218268"/>
                  <a:pt x="130553" y="2224443"/>
                  <a:pt x="130553" y="2231968"/>
                </a:cubicBezTo>
                <a:cubicBezTo>
                  <a:pt x="130553" y="2239397"/>
                  <a:pt x="127670" y="2245571"/>
                  <a:pt x="121864" y="2250472"/>
                </a:cubicBezTo>
                <a:cubicBezTo>
                  <a:pt x="116505" y="2255007"/>
                  <a:pt x="108301" y="2257535"/>
                  <a:pt x="97110" y="2257535"/>
                </a:cubicBezTo>
                <a:close/>
                <a:moveTo>
                  <a:pt x="97110" y="2252904"/>
                </a:moveTo>
                <a:cubicBezTo>
                  <a:pt x="106921" y="2252904"/>
                  <a:pt x="114176" y="2250916"/>
                  <a:pt x="118873" y="2246941"/>
                </a:cubicBezTo>
                <a:cubicBezTo>
                  <a:pt x="123571" y="2242966"/>
                  <a:pt x="125922" y="2237969"/>
                  <a:pt x="125922" y="2231968"/>
                </a:cubicBezTo>
                <a:cubicBezTo>
                  <a:pt x="125922" y="2225890"/>
                  <a:pt x="123606" y="2220892"/>
                  <a:pt x="118977" y="2216994"/>
                </a:cubicBezTo>
                <a:cubicBezTo>
                  <a:pt x="114348" y="2213077"/>
                  <a:pt x="106921" y="2211129"/>
                  <a:pt x="96695" y="2211129"/>
                </a:cubicBezTo>
                <a:cubicBezTo>
                  <a:pt x="87160" y="2211129"/>
                  <a:pt x="80061" y="2213097"/>
                  <a:pt x="75397" y="2217033"/>
                </a:cubicBezTo>
                <a:cubicBezTo>
                  <a:pt x="70733" y="2220989"/>
                  <a:pt x="68402" y="2225851"/>
                  <a:pt x="68402" y="2231659"/>
                </a:cubicBezTo>
                <a:cubicBezTo>
                  <a:pt x="68402" y="2237795"/>
                  <a:pt x="70768" y="2242889"/>
                  <a:pt x="75501" y="2246883"/>
                </a:cubicBezTo>
                <a:cubicBezTo>
                  <a:pt x="80234" y="2250897"/>
                  <a:pt x="87437" y="2252904"/>
                  <a:pt x="97110" y="2252904"/>
                </a:cubicBezTo>
                <a:close/>
                <a:moveTo>
                  <a:pt x="41870" y="2164703"/>
                </a:moveTo>
                <a:lnTo>
                  <a:pt x="41870" y="2123874"/>
                </a:lnTo>
                <a:lnTo>
                  <a:pt x="111208" y="2106141"/>
                </a:lnTo>
                <a:lnTo>
                  <a:pt x="41870" y="2083758"/>
                </a:lnTo>
                <a:lnTo>
                  <a:pt x="41870" y="2045726"/>
                </a:lnTo>
                <a:lnTo>
                  <a:pt x="111289" y="2022513"/>
                </a:lnTo>
                <a:lnTo>
                  <a:pt x="41870" y="2004781"/>
                </a:lnTo>
                <a:lnTo>
                  <a:pt x="41870" y="1964260"/>
                </a:lnTo>
                <a:lnTo>
                  <a:pt x="151934" y="2004781"/>
                </a:lnTo>
                <a:lnTo>
                  <a:pt x="151934" y="2042311"/>
                </a:lnTo>
                <a:lnTo>
                  <a:pt x="85709" y="2064597"/>
                </a:lnTo>
                <a:lnTo>
                  <a:pt x="151934" y="2086151"/>
                </a:lnTo>
                <a:lnTo>
                  <a:pt x="151934" y="2123874"/>
                </a:lnTo>
                <a:lnTo>
                  <a:pt x="41870" y="2164703"/>
                </a:lnTo>
                <a:close/>
                <a:moveTo>
                  <a:pt x="46501" y="2158046"/>
                </a:moveTo>
                <a:lnTo>
                  <a:pt x="147303" y="2120651"/>
                </a:lnTo>
                <a:lnTo>
                  <a:pt x="147303" y="2089508"/>
                </a:lnTo>
                <a:lnTo>
                  <a:pt x="84276" y="2068997"/>
                </a:lnTo>
                <a:cubicBezTo>
                  <a:pt x="82377" y="2068379"/>
                  <a:pt x="81088" y="2066604"/>
                  <a:pt x="81078" y="2064617"/>
                </a:cubicBezTo>
                <a:cubicBezTo>
                  <a:pt x="81069" y="2062610"/>
                  <a:pt x="82340" y="2060835"/>
                  <a:pt x="84233" y="2060198"/>
                </a:cubicBezTo>
                <a:lnTo>
                  <a:pt x="147303" y="2038973"/>
                </a:lnTo>
                <a:lnTo>
                  <a:pt x="147303" y="2008022"/>
                </a:lnTo>
                <a:lnTo>
                  <a:pt x="46501" y="1970898"/>
                </a:lnTo>
                <a:lnTo>
                  <a:pt x="46501" y="2001192"/>
                </a:lnTo>
                <a:lnTo>
                  <a:pt x="112434" y="2018018"/>
                </a:lnTo>
                <a:cubicBezTo>
                  <a:pt x="114424" y="2018539"/>
                  <a:pt x="115842" y="2020294"/>
                  <a:pt x="115917" y="2022340"/>
                </a:cubicBezTo>
                <a:cubicBezTo>
                  <a:pt x="115992" y="2024404"/>
                  <a:pt x="114705" y="2026257"/>
                  <a:pt x="112757" y="2026894"/>
                </a:cubicBezTo>
                <a:lnTo>
                  <a:pt x="46501" y="2049064"/>
                </a:lnTo>
                <a:lnTo>
                  <a:pt x="46501" y="2080381"/>
                </a:lnTo>
                <a:lnTo>
                  <a:pt x="112631" y="2101741"/>
                </a:lnTo>
                <a:cubicBezTo>
                  <a:pt x="114593" y="2102378"/>
                  <a:pt x="115901" y="2104231"/>
                  <a:pt x="115836" y="2106295"/>
                </a:cubicBezTo>
                <a:cubicBezTo>
                  <a:pt x="115772" y="2108360"/>
                  <a:pt x="114353" y="2110116"/>
                  <a:pt x="112355" y="2110637"/>
                </a:cubicBezTo>
                <a:lnTo>
                  <a:pt x="46501" y="2127463"/>
                </a:lnTo>
                <a:lnTo>
                  <a:pt x="46501" y="2158046"/>
                </a:lnTo>
                <a:close/>
                <a:moveTo>
                  <a:pt x="80217" y="1960015"/>
                </a:moveTo>
                <a:lnTo>
                  <a:pt x="80217" y="1898661"/>
                </a:lnTo>
                <a:lnTo>
                  <a:pt x="112863" y="1898661"/>
                </a:lnTo>
                <a:lnTo>
                  <a:pt x="112863" y="1960015"/>
                </a:lnTo>
                <a:lnTo>
                  <a:pt x="80217" y="1960015"/>
                </a:lnTo>
                <a:close/>
                <a:moveTo>
                  <a:pt x="84847" y="1955384"/>
                </a:moveTo>
                <a:lnTo>
                  <a:pt x="108232" y="1955384"/>
                </a:lnTo>
                <a:lnTo>
                  <a:pt x="108232" y="1903286"/>
                </a:lnTo>
                <a:lnTo>
                  <a:pt x="84847" y="1903286"/>
                </a:lnTo>
                <a:lnTo>
                  <a:pt x="84847" y="1955384"/>
                </a:lnTo>
                <a:close/>
                <a:moveTo>
                  <a:pt x="0" y="1878452"/>
                </a:moveTo>
                <a:lnTo>
                  <a:pt x="0" y="1831506"/>
                </a:lnTo>
                <a:lnTo>
                  <a:pt x="114521" y="1831506"/>
                </a:lnTo>
                <a:lnTo>
                  <a:pt x="114521" y="1758240"/>
                </a:lnTo>
                <a:lnTo>
                  <a:pt x="151934" y="1758240"/>
                </a:lnTo>
                <a:lnTo>
                  <a:pt x="151934" y="1878452"/>
                </a:lnTo>
                <a:lnTo>
                  <a:pt x="0" y="1878452"/>
                </a:lnTo>
                <a:close/>
                <a:moveTo>
                  <a:pt x="4631" y="1873821"/>
                </a:moveTo>
                <a:lnTo>
                  <a:pt x="147303" y="1873821"/>
                </a:lnTo>
                <a:lnTo>
                  <a:pt x="147303" y="1762871"/>
                </a:lnTo>
                <a:lnTo>
                  <a:pt x="119153" y="1762871"/>
                </a:lnTo>
                <a:lnTo>
                  <a:pt x="119153" y="1831506"/>
                </a:lnTo>
                <a:cubicBezTo>
                  <a:pt x="119153" y="1834072"/>
                  <a:pt x="117078" y="1836137"/>
                  <a:pt x="114521" y="1836137"/>
                </a:cubicBezTo>
                <a:lnTo>
                  <a:pt x="4631" y="1836137"/>
                </a:lnTo>
                <a:lnTo>
                  <a:pt x="4631" y="1873821"/>
                </a:lnTo>
                <a:close/>
                <a:moveTo>
                  <a:pt x="107370" y="1617498"/>
                </a:moveTo>
                <a:lnTo>
                  <a:pt x="107370" y="1702051"/>
                </a:lnTo>
                <a:cubicBezTo>
                  <a:pt x="114141" y="1701299"/>
                  <a:pt x="119185" y="1699466"/>
                  <a:pt x="122500" y="1696571"/>
                </a:cubicBezTo>
                <a:cubicBezTo>
                  <a:pt x="127268" y="1692500"/>
                  <a:pt x="129651" y="1687174"/>
                  <a:pt x="129651" y="1680614"/>
                </a:cubicBezTo>
                <a:cubicBezTo>
                  <a:pt x="129651" y="1676465"/>
                  <a:pt x="128615" y="1672529"/>
                  <a:pt x="126543" y="1668785"/>
                </a:cubicBezTo>
                <a:cubicBezTo>
                  <a:pt x="125231" y="1666509"/>
                  <a:pt x="122915" y="1664058"/>
                  <a:pt x="119598" y="1661434"/>
                </a:cubicBezTo>
                <a:lnTo>
                  <a:pt x="123434" y="1619871"/>
                </a:lnTo>
                <a:cubicBezTo>
                  <a:pt x="134489" y="1626238"/>
                  <a:pt x="142417" y="1633899"/>
                  <a:pt x="147218" y="1642891"/>
                </a:cubicBezTo>
                <a:cubicBezTo>
                  <a:pt x="152021" y="1651863"/>
                  <a:pt x="154421" y="1664753"/>
                  <a:pt x="154421" y="1681540"/>
                </a:cubicBezTo>
                <a:cubicBezTo>
                  <a:pt x="154421" y="1696127"/>
                  <a:pt x="152366" y="1707589"/>
                  <a:pt x="148256" y="1715944"/>
                </a:cubicBezTo>
                <a:cubicBezTo>
                  <a:pt x="144144" y="1724299"/>
                  <a:pt x="137615" y="1731226"/>
                  <a:pt x="128667" y="1736725"/>
                </a:cubicBezTo>
                <a:cubicBezTo>
                  <a:pt x="119720" y="1742225"/>
                  <a:pt x="109201" y="1744965"/>
                  <a:pt x="97110" y="1744965"/>
                </a:cubicBezTo>
                <a:cubicBezTo>
                  <a:pt x="79906" y="1744965"/>
                  <a:pt x="65983" y="1739465"/>
                  <a:pt x="55343" y="1728428"/>
                </a:cubicBezTo>
                <a:cubicBezTo>
                  <a:pt x="44703" y="1717410"/>
                  <a:pt x="39383" y="1702205"/>
                  <a:pt x="39383" y="1682775"/>
                </a:cubicBezTo>
                <a:cubicBezTo>
                  <a:pt x="39383" y="1667029"/>
                  <a:pt x="41766" y="1654584"/>
                  <a:pt x="46534" y="1645476"/>
                </a:cubicBezTo>
                <a:cubicBezTo>
                  <a:pt x="51301" y="1636349"/>
                  <a:pt x="58211" y="1629403"/>
                  <a:pt x="67262" y="1624637"/>
                </a:cubicBezTo>
                <a:cubicBezTo>
                  <a:pt x="76313" y="1619871"/>
                  <a:pt x="88093" y="1617498"/>
                  <a:pt x="102603" y="1617498"/>
                </a:cubicBezTo>
                <a:lnTo>
                  <a:pt x="107370" y="1617498"/>
                </a:lnTo>
                <a:close/>
                <a:moveTo>
                  <a:pt x="102739" y="1622128"/>
                </a:moveTo>
                <a:lnTo>
                  <a:pt x="102603" y="1622128"/>
                </a:lnTo>
                <a:cubicBezTo>
                  <a:pt x="88987" y="1622128"/>
                  <a:pt x="77913" y="1624270"/>
                  <a:pt x="69420" y="1628747"/>
                </a:cubicBezTo>
                <a:cubicBezTo>
                  <a:pt x="61218" y="1633050"/>
                  <a:pt x="54958" y="1639360"/>
                  <a:pt x="50638" y="1647618"/>
                </a:cubicBezTo>
                <a:cubicBezTo>
                  <a:pt x="46147" y="1656205"/>
                  <a:pt x="44014" y="1667936"/>
                  <a:pt x="44014" y="1682775"/>
                </a:cubicBezTo>
                <a:cubicBezTo>
                  <a:pt x="44014" y="1700816"/>
                  <a:pt x="48797" y="1714979"/>
                  <a:pt x="58675" y="1725225"/>
                </a:cubicBezTo>
                <a:cubicBezTo>
                  <a:pt x="68458" y="1735355"/>
                  <a:pt x="81291" y="1740334"/>
                  <a:pt x="97110" y="1740334"/>
                </a:cubicBezTo>
                <a:cubicBezTo>
                  <a:pt x="108268" y="1740334"/>
                  <a:pt x="117987" y="1737845"/>
                  <a:pt x="126246" y="1732789"/>
                </a:cubicBezTo>
                <a:cubicBezTo>
                  <a:pt x="134387" y="1727792"/>
                  <a:pt x="140359" y="1721520"/>
                  <a:pt x="144100" y="1713899"/>
                </a:cubicBezTo>
                <a:cubicBezTo>
                  <a:pt x="147965" y="1706045"/>
                  <a:pt x="149790" y="1695240"/>
                  <a:pt x="149790" y="1681540"/>
                </a:cubicBezTo>
                <a:cubicBezTo>
                  <a:pt x="149790" y="1665717"/>
                  <a:pt x="147662" y="1653542"/>
                  <a:pt x="143135" y="1645071"/>
                </a:cubicBezTo>
                <a:cubicBezTo>
                  <a:pt x="139662" y="1638568"/>
                  <a:pt x="134381" y="1632857"/>
                  <a:pt x="127348" y="1627859"/>
                </a:cubicBezTo>
                <a:lnTo>
                  <a:pt x="124434" y="1659427"/>
                </a:lnTo>
                <a:cubicBezTo>
                  <a:pt x="127272" y="1661916"/>
                  <a:pt x="129291" y="1664290"/>
                  <a:pt x="130556" y="1666489"/>
                </a:cubicBezTo>
                <a:lnTo>
                  <a:pt x="130591" y="1666547"/>
                </a:lnTo>
                <a:cubicBezTo>
                  <a:pt x="133059" y="1670985"/>
                  <a:pt x="134282" y="1675674"/>
                  <a:pt x="134282" y="1680614"/>
                </a:cubicBezTo>
                <a:cubicBezTo>
                  <a:pt x="134282" y="1688621"/>
                  <a:pt x="131342" y="1695085"/>
                  <a:pt x="125530" y="1700064"/>
                </a:cubicBezTo>
                <a:cubicBezTo>
                  <a:pt x="121644" y="1703460"/>
                  <a:pt x="115806" y="1705775"/>
                  <a:pt x="107886" y="1706663"/>
                </a:cubicBezTo>
                <a:cubicBezTo>
                  <a:pt x="106577" y="1706817"/>
                  <a:pt x="105266" y="1706393"/>
                  <a:pt x="104283" y="1705505"/>
                </a:cubicBezTo>
                <a:cubicBezTo>
                  <a:pt x="103301" y="1704637"/>
                  <a:pt x="102739" y="1703383"/>
                  <a:pt x="102739" y="1702051"/>
                </a:cubicBezTo>
                <a:lnTo>
                  <a:pt x="102739" y="1622128"/>
                </a:lnTo>
                <a:close/>
                <a:moveTo>
                  <a:pt x="91791" y="1660392"/>
                </a:moveTo>
                <a:lnTo>
                  <a:pt x="91791" y="1701955"/>
                </a:lnTo>
                <a:cubicBezTo>
                  <a:pt x="91791" y="1703267"/>
                  <a:pt x="91234" y="1704521"/>
                  <a:pt x="90259" y="1705389"/>
                </a:cubicBezTo>
                <a:cubicBezTo>
                  <a:pt x="89283" y="1706277"/>
                  <a:pt x="87981" y="1706701"/>
                  <a:pt x="86676" y="1706566"/>
                </a:cubicBezTo>
                <a:cubicBezTo>
                  <a:pt x="79052" y="1705756"/>
                  <a:pt x="73365" y="1703730"/>
                  <a:pt x="69554" y="1700778"/>
                </a:cubicBezTo>
                <a:cubicBezTo>
                  <a:pt x="63008" y="1695857"/>
                  <a:pt x="59729" y="1689258"/>
                  <a:pt x="59729" y="1681019"/>
                </a:cubicBezTo>
                <a:cubicBezTo>
                  <a:pt x="59729" y="1673860"/>
                  <a:pt x="62004" y="1668110"/>
                  <a:pt x="66355" y="1663711"/>
                </a:cubicBezTo>
                <a:cubicBezTo>
                  <a:pt x="70466" y="1659562"/>
                  <a:pt x="77180" y="1656764"/>
                  <a:pt x="86692" y="1655799"/>
                </a:cubicBezTo>
                <a:cubicBezTo>
                  <a:pt x="87995" y="1655664"/>
                  <a:pt x="89293" y="1656089"/>
                  <a:pt x="90265" y="1656957"/>
                </a:cubicBezTo>
                <a:cubicBezTo>
                  <a:pt x="91237" y="1657845"/>
                  <a:pt x="91791" y="1659080"/>
                  <a:pt x="91791" y="1660392"/>
                </a:cubicBezTo>
                <a:close/>
                <a:moveTo>
                  <a:pt x="87160" y="1660392"/>
                </a:moveTo>
                <a:cubicBezTo>
                  <a:pt x="79007" y="1661221"/>
                  <a:pt x="73169" y="1663421"/>
                  <a:pt x="69645" y="1666972"/>
                </a:cubicBezTo>
                <a:cubicBezTo>
                  <a:pt x="66122" y="1670541"/>
                  <a:pt x="64360" y="1675211"/>
                  <a:pt x="64360" y="1681019"/>
                </a:cubicBezTo>
                <a:cubicBezTo>
                  <a:pt x="64360" y="1687714"/>
                  <a:pt x="67020" y="1693079"/>
                  <a:pt x="72340" y="1697092"/>
                </a:cubicBezTo>
                <a:cubicBezTo>
                  <a:pt x="75656" y="1699639"/>
                  <a:pt x="80596" y="1701260"/>
                  <a:pt x="87160" y="1701955"/>
                </a:cubicBezTo>
                <a:lnTo>
                  <a:pt x="87160" y="1660392"/>
                </a:lnTo>
                <a:close/>
                <a:moveTo>
                  <a:pt x="41870" y="1616147"/>
                </a:moveTo>
                <a:lnTo>
                  <a:pt x="41870" y="1572191"/>
                </a:lnTo>
                <a:lnTo>
                  <a:pt x="111619" y="1550850"/>
                </a:lnTo>
                <a:lnTo>
                  <a:pt x="41870" y="1528776"/>
                </a:lnTo>
                <a:lnTo>
                  <a:pt x="41870" y="1486171"/>
                </a:lnTo>
                <a:lnTo>
                  <a:pt x="151934" y="1532925"/>
                </a:lnTo>
                <a:lnTo>
                  <a:pt x="151934" y="1570339"/>
                </a:lnTo>
                <a:lnTo>
                  <a:pt x="41870" y="1616147"/>
                </a:lnTo>
                <a:close/>
                <a:moveTo>
                  <a:pt x="46501" y="1609200"/>
                </a:moveTo>
                <a:lnTo>
                  <a:pt x="147303" y="1567252"/>
                </a:lnTo>
                <a:lnTo>
                  <a:pt x="147303" y="1535993"/>
                </a:lnTo>
                <a:lnTo>
                  <a:pt x="46501" y="1493176"/>
                </a:lnTo>
                <a:lnTo>
                  <a:pt x="46501" y="1525380"/>
                </a:lnTo>
                <a:lnTo>
                  <a:pt x="113016" y="1546432"/>
                </a:lnTo>
                <a:cubicBezTo>
                  <a:pt x="114949" y="1547049"/>
                  <a:pt x="116260" y="1548844"/>
                  <a:pt x="116251" y="1550870"/>
                </a:cubicBezTo>
                <a:cubicBezTo>
                  <a:pt x="116241" y="1552896"/>
                  <a:pt x="114913" y="1554690"/>
                  <a:pt x="112975" y="1555288"/>
                </a:cubicBezTo>
                <a:lnTo>
                  <a:pt x="46501" y="1575626"/>
                </a:lnTo>
                <a:lnTo>
                  <a:pt x="46501" y="1609200"/>
                </a:lnTo>
                <a:close/>
                <a:moveTo>
                  <a:pt x="107370" y="1357257"/>
                </a:moveTo>
                <a:lnTo>
                  <a:pt x="107370" y="1441830"/>
                </a:lnTo>
                <a:cubicBezTo>
                  <a:pt x="114141" y="1441058"/>
                  <a:pt x="119185" y="1439225"/>
                  <a:pt x="122500" y="1436331"/>
                </a:cubicBezTo>
                <a:cubicBezTo>
                  <a:pt x="127268" y="1432259"/>
                  <a:pt x="129651" y="1426934"/>
                  <a:pt x="129651" y="1420373"/>
                </a:cubicBezTo>
                <a:cubicBezTo>
                  <a:pt x="129651" y="1416224"/>
                  <a:pt x="128615" y="1412288"/>
                  <a:pt x="126543" y="1408564"/>
                </a:cubicBezTo>
                <a:cubicBezTo>
                  <a:pt x="125231" y="1406268"/>
                  <a:pt x="122915" y="1403817"/>
                  <a:pt x="119598" y="1401193"/>
                </a:cubicBezTo>
                <a:lnTo>
                  <a:pt x="123434" y="1359630"/>
                </a:lnTo>
                <a:cubicBezTo>
                  <a:pt x="134489" y="1365998"/>
                  <a:pt x="142417" y="1373658"/>
                  <a:pt x="147218" y="1382650"/>
                </a:cubicBezTo>
                <a:cubicBezTo>
                  <a:pt x="152021" y="1391622"/>
                  <a:pt x="154421" y="1404512"/>
                  <a:pt x="154421" y="1421299"/>
                </a:cubicBezTo>
                <a:cubicBezTo>
                  <a:pt x="154421" y="1435887"/>
                  <a:pt x="152366" y="1447348"/>
                  <a:pt x="148256" y="1455703"/>
                </a:cubicBezTo>
                <a:cubicBezTo>
                  <a:pt x="144144" y="1464078"/>
                  <a:pt x="137615" y="1471005"/>
                  <a:pt x="128667" y="1476485"/>
                </a:cubicBezTo>
                <a:cubicBezTo>
                  <a:pt x="119720" y="1481984"/>
                  <a:pt x="109201" y="1484724"/>
                  <a:pt x="97110" y="1484724"/>
                </a:cubicBezTo>
                <a:cubicBezTo>
                  <a:pt x="79906" y="1484724"/>
                  <a:pt x="65983" y="1479225"/>
                  <a:pt x="55343" y="1468207"/>
                </a:cubicBezTo>
                <a:cubicBezTo>
                  <a:pt x="44703" y="1457170"/>
                  <a:pt x="39383" y="1441965"/>
                  <a:pt x="39383" y="1422553"/>
                </a:cubicBezTo>
                <a:cubicBezTo>
                  <a:pt x="39383" y="1406789"/>
                  <a:pt x="41766" y="1394362"/>
                  <a:pt x="46534" y="1385236"/>
                </a:cubicBezTo>
                <a:cubicBezTo>
                  <a:pt x="51301" y="1376109"/>
                  <a:pt x="58211" y="1369182"/>
                  <a:pt x="67262" y="1364396"/>
                </a:cubicBezTo>
                <a:cubicBezTo>
                  <a:pt x="76313" y="1359630"/>
                  <a:pt x="88093" y="1357257"/>
                  <a:pt x="102603" y="1357257"/>
                </a:cubicBezTo>
                <a:lnTo>
                  <a:pt x="107370" y="1357257"/>
                </a:lnTo>
                <a:close/>
                <a:moveTo>
                  <a:pt x="102739" y="1361888"/>
                </a:moveTo>
                <a:lnTo>
                  <a:pt x="102603" y="1361888"/>
                </a:lnTo>
                <a:cubicBezTo>
                  <a:pt x="88987" y="1361888"/>
                  <a:pt x="77913" y="1364030"/>
                  <a:pt x="69420" y="1368506"/>
                </a:cubicBezTo>
                <a:cubicBezTo>
                  <a:pt x="61218" y="1372829"/>
                  <a:pt x="54958" y="1379119"/>
                  <a:pt x="50638" y="1387377"/>
                </a:cubicBezTo>
                <a:cubicBezTo>
                  <a:pt x="46147" y="1395964"/>
                  <a:pt x="44014" y="1407715"/>
                  <a:pt x="44014" y="1422553"/>
                </a:cubicBezTo>
                <a:cubicBezTo>
                  <a:pt x="44014" y="1440576"/>
                  <a:pt x="48797" y="1454758"/>
                  <a:pt x="58675" y="1464985"/>
                </a:cubicBezTo>
                <a:cubicBezTo>
                  <a:pt x="68458" y="1475115"/>
                  <a:pt x="81291" y="1480093"/>
                  <a:pt x="97110" y="1480093"/>
                </a:cubicBezTo>
                <a:cubicBezTo>
                  <a:pt x="108268" y="1480093"/>
                  <a:pt x="117987" y="1477604"/>
                  <a:pt x="126246" y="1472549"/>
                </a:cubicBezTo>
                <a:cubicBezTo>
                  <a:pt x="134387" y="1467551"/>
                  <a:pt x="140359" y="1461280"/>
                  <a:pt x="144100" y="1453658"/>
                </a:cubicBezTo>
                <a:cubicBezTo>
                  <a:pt x="147965" y="1445805"/>
                  <a:pt x="149790" y="1434999"/>
                  <a:pt x="149790" y="1421299"/>
                </a:cubicBezTo>
                <a:cubicBezTo>
                  <a:pt x="149790" y="1405477"/>
                  <a:pt x="147662" y="1393301"/>
                  <a:pt x="143135" y="1384830"/>
                </a:cubicBezTo>
                <a:cubicBezTo>
                  <a:pt x="139662" y="1378328"/>
                  <a:pt x="134381" y="1372616"/>
                  <a:pt x="127348" y="1367619"/>
                </a:cubicBezTo>
                <a:lnTo>
                  <a:pt x="124434" y="1399186"/>
                </a:lnTo>
                <a:cubicBezTo>
                  <a:pt x="127272" y="1401676"/>
                  <a:pt x="129291" y="1404049"/>
                  <a:pt x="130556" y="1406249"/>
                </a:cubicBezTo>
                <a:lnTo>
                  <a:pt x="130591" y="1406306"/>
                </a:lnTo>
                <a:cubicBezTo>
                  <a:pt x="133059" y="1410744"/>
                  <a:pt x="134282" y="1415433"/>
                  <a:pt x="134282" y="1420373"/>
                </a:cubicBezTo>
                <a:cubicBezTo>
                  <a:pt x="134282" y="1428381"/>
                  <a:pt x="131342" y="1434864"/>
                  <a:pt x="125530" y="1439842"/>
                </a:cubicBezTo>
                <a:cubicBezTo>
                  <a:pt x="121644" y="1443219"/>
                  <a:pt x="115806" y="1445535"/>
                  <a:pt x="107886" y="1446422"/>
                </a:cubicBezTo>
                <a:cubicBezTo>
                  <a:pt x="106577" y="1446577"/>
                  <a:pt x="105266" y="1446152"/>
                  <a:pt x="104283" y="1445284"/>
                </a:cubicBezTo>
                <a:cubicBezTo>
                  <a:pt x="103301" y="1444396"/>
                  <a:pt x="102739" y="1443142"/>
                  <a:pt x="102739" y="1441830"/>
                </a:cubicBezTo>
                <a:lnTo>
                  <a:pt x="102739" y="1361888"/>
                </a:lnTo>
                <a:close/>
                <a:moveTo>
                  <a:pt x="91791" y="1400151"/>
                </a:moveTo>
                <a:lnTo>
                  <a:pt x="91791" y="1441714"/>
                </a:lnTo>
                <a:cubicBezTo>
                  <a:pt x="91791" y="1443026"/>
                  <a:pt x="91234" y="1444280"/>
                  <a:pt x="90259" y="1445168"/>
                </a:cubicBezTo>
                <a:cubicBezTo>
                  <a:pt x="89283" y="1446036"/>
                  <a:pt x="87981" y="1446461"/>
                  <a:pt x="86676" y="1446326"/>
                </a:cubicBezTo>
                <a:cubicBezTo>
                  <a:pt x="79052" y="1445515"/>
                  <a:pt x="73365" y="1443489"/>
                  <a:pt x="69554" y="1440556"/>
                </a:cubicBezTo>
                <a:cubicBezTo>
                  <a:pt x="63008" y="1435617"/>
                  <a:pt x="59729" y="1429037"/>
                  <a:pt x="59729" y="1420778"/>
                </a:cubicBezTo>
                <a:cubicBezTo>
                  <a:pt x="59729" y="1413620"/>
                  <a:pt x="62004" y="1407869"/>
                  <a:pt x="66355" y="1403489"/>
                </a:cubicBezTo>
                <a:cubicBezTo>
                  <a:pt x="70466" y="1399341"/>
                  <a:pt x="77180" y="1396524"/>
                  <a:pt x="86692" y="1395559"/>
                </a:cubicBezTo>
                <a:cubicBezTo>
                  <a:pt x="87995" y="1395424"/>
                  <a:pt x="89293" y="1395848"/>
                  <a:pt x="90265" y="1396717"/>
                </a:cubicBezTo>
                <a:cubicBezTo>
                  <a:pt x="91237" y="1397604"/>
                  <a:pt x="91791" y="1398858"/>
                  <a:pt x="91791" y="1400151"/>
                </a:cubicBezTo>
                <a:close/>
                <a:moveTo>
                  <a:pt x="87160" y="1400151"/>
                </a:moveTo>
                <a:cubicBezTo>
                  <a:pt x="79007" y="1400981"/>
                  <a:pt x="73169" y="1403181"/>
                  <a:pt x="69645" y="1406750"/>
                </a:cubicBezTo>
                <a:cubicBezTo>
                  <a:pt x="66122" y="1410301"/>
                  <a:pt x="64360" y="1414990"/>
                  <a:pt x="64360" y="1420778"/>
                </a:cubicBezTo>
                <a:cubicBezTo>
                  <a:pt x="64360" y="1427493"/>
                  <a:pt x="67020" y="1432838"/>
                  <a:pt x="72340" y="1436852"/>
                </a:cubicBezTo>
                <a:cubicBezTo>
                  <a:pt x="75656" y="1439399"/>
                  <a:pt x="80596" y="1441019"/>
                  <a:pt x="87160" y="1441714"/>
                </a:cubicBezTo>
                <a:lnTo>
                  <a:pt x="87160" y="1400151"/>
                </a:lnTo>
                <a:close/>
                <a:moveTo>
                  <a:pt x="0" y="1336418"/>
                </a:moveTo>
                <a:lnTo>
                  <a:pt x="0" y="1294133"/>
                </a:lnTo>
                <a:lnTo>
                  <a:pt x="151934" y="1294133"/>
                </a:lnTo>
                <a:lnTo>
                  <a:pt x="151934" y="1336418"/>
                </a:lnTo>
                <a:lnTo>
                  <a:pt x="0" y="1336418"/>
                </a:lnTo>
                <a:close/>
                <a:moveTo>
                  <a:pt x="4631" y="1331787"/>
                </a:moveTo>
                <a:lnTo>
                  <a:pt x="147303" y="1331787"/>
                </a:lnTo>
                <a:lnTo>
                  <a:pt x="147303" y="1298772"/>
                </a:lnTo>
                <a:lnTo>
                  <a:pt x="4631" y="1298772"/>
                </a:lnTo>
                <a:lnTo>
                  <a:pt x="4631" y="1331787"/>
                </a:lnTo>
                <a:close/>
                <a:moveTo>
                  <a:pt x="0" y="1193823"/>
                </a:moveTo>
                <a:lnTo>
                  <a:pt x="0" y="1115772"/>
                </a:lnTo>
                <a:cubicBezTo>
                  <a:pt x="0" y="1098772"/>
                  <a:pt x="4042" y="1086056"/>
                  <a:pt x="12126" y="1077586"/>
                </a:cubicBezTo>
                <a:cubicBezTo>
                  <a:pt x="20210" y="1069115"/>
                  <a:pt x="31714" y="1064889"/>
                  <a:pt x="46638" y="1064889"/>
                </a:cubicBezTo>
                <a:cubicBezTo>
                  <a:pt x="61976" y="1064889"/>
                  <a:pt x="73964" y="1069501"/>
                  <a:pt x="82600" y="1078724"/>
                </a:cubicBezTo>
                <a:cubicBezTo>
                  <a:pt x="91237" y="1087947"/>
                  <a:pt x="95555" y="1102033"/>
                  <a:pt x="95555" y="1120962"/>
                </a:cubicBezTo>
                <a:lnTo>
                  <a:pt x="95555" y="1146664"/>
                </a:lnTo>
                <a:lnTo>
                  <a:pt x="151934" y="1146664"/>
                </a:lnTo>
                <a:lnTo>
                  <a:pt x="151934" y="1193823"/>
                </a:lnTo>
                <a:lnTo>
                  <a:pt x="0" y="1193823"/>
                </a:lnTo>
                <a:close/>
                <a:moveTo>
                  <a:pt x="4631" y="1189192"/>
                </a:moveTo>
                <a:lnTo>
                  <a:pt x="147303" y="1189192"/>
                </a:lnTo>
                <a:lnTo>
                  <a:pt x="147303" y="1151295"/>
                </a:lnTo>
                <a:lnTo>
                  <a:pt x="95555" y="1151295"/>
                </a:lnTo>
                <a:cubicBezTo>
                  <a:pt x="92997" y="1151295"/>
                  <a:pt x="90924" y="1149211"/>
                  <a:pt x="90924" y="1146664"/>
                </a:cubicBezTo>
                <a:lnTo>
                  <a:pt x="90924" y="1120962"/>
                </a:lnTo>
                <a:cubicBezTo>
                  <a:pt x="90924" y="1103480"/>
                  <a:pt x="87193" y="1090398"/>
                  <a:pt x="79220" y="1081889"/>
                </a:cubicBezTo>
                <a:cubicBezTo>
                  <a:pt x="71408" y="1073553"/>
                  <a:pt x="60511" y="1069520"/>
                  <a:pt x="46638" y="1069520"/>
                </a:cubicBezTo>
                <a:cubicBezTo>
                  <a:pt x="33190" y="1069520"/>
                  <a:pt x="22759" y="1073148"/>
                  <a:pt x="15475" y="1080789"/>
                </a:cubicBezTo>
                <a:cubicBezTo>
                  <a:pt x="8084" y="1088526"/>
                  <a:pt x="4631" y="1100239"/>
                  <a:pt x="4631" y="1115772"/>
                </a:cubicBezTo>
                <a:lnTo>
                  <a:pt x="4631" y="1189192"/>
                </a:lnTo>
                <a:close/>
                <a:moveTo>
                  <a:pt x="64774" y="1151295"/>
                </a:moveTo>
                <a:lnTo>
                  <a:pt x="30884" y="1151295"/>
                </a:lnTo>
                <a:cubicBezTo>
                  <a:pt x="28327" y="1151295"/>
                  <a:pt x="26253" y="1149211"/>
                  <a:pt x="26253" y="1146664"/>
                </a:cubicBezTo>
                <a:lnTo>
                  <a:pt x="26253" y="1133292"/>
                </a:lnTo>
                <a:cubicBezTo>
                  <a:pt x="26253" y="1122815"/>
                  <a:pt x="28695" y="1115810"/>
                  <a:pt x="32655" y="1112009"/>
                </a:cubicBezTo>
                <a:cubicBezTo>
                  <a:pt x="36850" y="1107996"/>
                  <a:pt x="41954" y="1105970"/>
                  <a:pt x="47985" y="1105970"/>
                </a:cubicBezTo>
                <a:cubicBezTo>
                  <a:pt x="54320" y="1105970"/>
                  <a:pt x="59512" y="1108343"/>
                  <a:pt x="63572" y="1113070"/>
                </a:cubicBezTo>
                <a:cubicBezTo>
                  <a:pt x="67228" y="1117335"/>
                  <a:pt x="69405" y="1124628"/>
                  <a:pt x="69405" y="1135164"/>
                </a:cubicBezTo>
                <a:lnTo>
                  <a:pt x="69405" y="1146664"/>
                </a:lnTo>
                <a:cubicBezTo>
                  <a:pt x="69405" y="1149211"/>
                  <a:pt x="67332" y="1151295"/>
                  <a:pt x="64774" y="1151295"/>
                </a:cubicBezTo>
                <a:close/>
                <a:moveTo>
                  <a:pt x="64774" y="1146664"/>
                </a:moveTo>
                <a:lnTo>
                  <a:pt x="64774" y="1135164"/>
                </a:lnTo>
                <a:cubicBezTo>
                  <a:pt x="64774" y="1126095"/>
                  <a:pt x="63203" y="1119747"/>
                  <a:pt x="60059" y="1116080"/>
                </a:cubicBezTo>
                <a:cubicBezTo>
                  <a:pt x="56915" y="1112434"/>
                  <a:pt x="52890" y="1110600"/>
                  <a:pt x="47985" y="1110600"/>
                </a:cubicBezTo>
                <a:cubicBezTo>
                  <a:pt x="43217" y="1110600"/>
                  <a:pt x="39176" y="1112183"/>
                  <a:pt x="35859" y="1115366"/>
                </a:cubicBezTo>
                <a:cubicBezTo>
                  <a:pt x="32543" y="1118531"/>
                  <a:pt x="30884" y="1124513"/>
                  <a:pt x="30884" y="1133292"/>
                </a:cubicBezTo>
                <a:lnTo>
                  <a:pt x="30884" y="1146664"/>
                </a:lnTo>
                <a:lnTo>
                  <a:pt x="64774" y="1146664"/>
                </a:lnTo>
                <a:close/>
                <a:moveTo>
                  <a:pt x="41870" y="1042718"/>
                </a:moveTo>
                <a:lnTo>
                  <a:pt x="41870" y="1003220"/>
                </a:lnTo>
                <a:lnTo>
                  <a:pt x="59903" y="1003220"/>
                </a:lnTo>
                <a:cubicBezTo>
                  <a:pt x="52096" y="999419"/>
                  <a:pt x="46724" y="995502"/>
                  <a:pt x="43787" y="991469"/>
                </a:cubicBezTo>
                <a:cubicBezTo>
                  <a:pt x="40851" y="987417"/>
                  <a:pt x="39383" y="982419"/>
                  <a:pt x="39383" y="976476"/>
                </a:cubicBezTo>
                <a:cubicBezTo>
                  <a:pt x="39383" y="970263"/>
                  <a:pt x="41317" y="963452"/>
                  <a:pt x="45187" y="956062"/>
                </a:cubicBezTo>
                <a:lnTo>
                  <a:pt x="75242" y="969125"/>
                </a:lnTo>
                <a:cubicBezTo>
                  <a:pt x="73169" y="974103"/>
                  <a:pt x="72133" y="978039"/>
                  <a:pt x="72133" y="980934"/>
                </a:cubicBezTo>
                <a:cubicBezTo>
                  <a:pt x="72133" y="986471"/>
                  <a:pt x="74413" y="990755"/>
                  <a:pt x="78973" y="993785"/>
                </a:cubicBezTo>
                <a:cubicBezTo>
                  <a:pt x="85398" y="998145"/>
                  <a:pt x="97421" y="1000326"/>
                  <a:pt x="115039" y="1000326"/>
                </a:cubicBezTo>
                <a:lnTo>
                  <a:pt x="151934" y="1000326"/>
                </a:lnTo>
                <a:lnTo>
                  <a:pt x="151934" y="1042718"/>
                </a:lnTo>
                <a:lnTo>
                  <a:pt x="41870" y="1042718"/>
                </a:lnTo>
                <a:close/>
                <a:moveTo>
                  <a:pt x="46501" y="1038087"/>
                </a:moveTo>
                <a:lnTo>
                  <a:pt x="147303" y="1038087"/>
                </a:lnTo>
                <a:lnTo>
                  <a:pt x="147303" y="1004957"/>
                </a:lnTo>
                <a:lnTo>
                  <a:pt x="115039" y="1004957"/>
                </a:lnTo>
                <a:cubicBezTo>
                  <a:pt x="96123" y="1004957"/>
                  <a:pt x="83274" y="1002294"/>
                  <a:pt x="76404" y="997644"/>
                </a:cubicBezTo>
                <a:cubicBezTo>
                  <a:pt x="70475" y="993688"/>
                  <a:pt x="67502" y="988131"/>
                  <a:pt x="67502" y="980934"/>
                </a:cubicBezTo>
                <a:cubicBezTo>
                  <a:pt x="67502" y="978483"/>
                  <a:pt x="68090" y="975376"/>
                  <a:pt x="69352" y="971614"/>
                </a:cubicBezTo>
                <a:lnTo>
                  <a:pt x="47425" y="962082"/>
                </a:lnTo>
                <a:cubicBezTo>
                  <a:pt x="45177" y="967234"/>
                  <a:pt x="44014" y="972019"/>
                  <a:pt x="44014" y="976476"/>
                </a:cubicBezTo>
                <a:cubicBezTo>
                  <a:pt x="44014" y="981339"/>
                  <a:pt x="45136" y="985429"/>
                  <a:pt x="47534" y="988729"/>
                </a:cubicBezTo>
                <a:cubicBezTo>
                  <a:pt x="50141" y="992318"/>
                  <a:pt x="54999" y="995695"/>
                  <a:pt x="61930" y="999052"/>
                </a:cubicBezTo>
                <a:cubicBezTo>
                  <a:pt x="63869" y="999998"/>
                  <a:pt x="64900" y="1002159"/>
                  <a:pt x="64416" y="1004262"/>
                </a:cubicBezTo>
                <a:cubicBezTo>
                  <a:pt x="63932" y="1006365"/>
                  <a:pt x="62060" y="1007851"/>
                  <a:pt x="59903" y="1007851"/>
                </a:cubicBezTo>
                <a:lnTo>
                  <a:pt x="46501" y="1007851"/>
                </a:lnTo>
                <a:lnTo>
                  <a:pt x="46501" y="1038087"/>
                </a:lnTo>
                <a:close/>
                <a:moveTo>
                  <a:pt x="97213" y="950678"/>
                </a:moveTo>
                <a:cubicBezTo>
                  <a:pt x="80424" y="950678"/>
                  <a:pt x="66588" y="945005"/>
                  <a:pt x="55706" y="933679"/>
                </a:cubicBezTo>
                <a:cubicBezTo>
                  <a:pt x="44824" y="922352"/>
                  <a:pt x="39383" y="907051"/>
                  <a:pt x="39383" y="887774"/>
                </a:cubicBezTo>
                <a:cubicBezTo>
                  <a:pt x="39383" y="865739"/>
                  <a:pt x="45774" y="849086"/>
                  <a:pt x="58556" y="837818"/>
                </a:cubicBezTo>
                <a:cubicBezTo>
                  <a:pt x="68851" y="828768"/>
                  <a:pt x="81529" y="824234"/>
                  <a:pt x="96591" y="824234"/>
                </a:cubicBezTo>
                <a:cubicBezTo>
                  <a:pt x="113519" y="824234"/>
                  <a:pt x="127390" y="829849"/>
                  <a:pt x="138203" y="841079"/>
                </a:cubicBezTo>
                <a:cubicBezTo>
                  <a:pt x="149015" y="852309"/>
                  <a:pt x="154421" y="867842"/>
                  <a:pt x="154421" y="887658"/>
                </a:cubicBezTo>
                <a:cubicBezTo>
                  <a:pt x="154421" y="905352"/>
                  <a:pt x="149931" y="919651"/>
                  <a:pt x="140949" y="930572"/>
                </a:cubicBezTo>
                <a:cubicBezTo>
                  <a:pt x="129825" y="943982"/>
                  <a:pt x="115246" y="950678"/>
                  <a:pt x="97213" y="950678"/>
                </a:cubicBezTo>
                <a:close/>
                <a:moveTo>
                  <a:pt x="97213" y="946047"/>
                </a:moveTo>
                <a:cubicBezTo>
                  <a:pt x="113768" y="946047"/>
                  <a:pt x="127166" y="939930"/>
                  <a:pt x="137379" y="927620"/>
                </a:cubicBezTo>
                <a:cubicBezTo>
                  <a:pt x="145732" y="917470"/>
                  <a:pt x="149790" y="904118"/>
                  <a:pt x="149790" y="887658"/>
                </a:cubicBezTo>
                <a:cubicBezTo>
                  <a:pt x="149790" y="869231"/>
                  <a:pt x="144922" y="854740"/>
                  <a:pt x="134867" y="844301"/>
                </a:cubicBezTo>
                <a:cubicBezTo>
                  <a:pt x="124926" y="833978"/>
                  <a:pt x="112153" y="828864"/>
                  <a:pt x="96591" y="828864"/>
                </a:cubicBezTo>
                <a:cubicBezTo>
                  <a:pt x="82749" y="828864"/>
                  <a:pt x="71077" y="832974"/>
                  <a:pt x="61615" y="841291"/>
                </a:cubicBezTo>
                <a:cubicBezTo>
                  <a:pt x="49744" y="851749"/>
                  <a:pt x="44014" y="867301"/>
                  <a:pt x="44014" y="887774"/>
                </a:cubicBezTo>
                <a:cubicBezTo>
                  <a:pt x="44014" y="905681"/>
                  <a:pt x="48936" y="919940"/>
                  <a:pt x="59046" y="930475"/>
                </a:cubicBezTo>
                <a:cubicBezTo>
                  <a:pt x="69047" y="940895"/>
                  <a:pt x="81783" y="946047"/>
                  <a:pt x="97213" y="946047"/>
                </a:cubicBezTo>
                <a:close/>
                <a:moveTo>
                  <a:pt x="97110" y="913032"/>
                </a:moveTo>
                <a:cubicBezTo>
                  <a:pt x="86066" y="913032"/>
                  <a:pt x="77912" y="910485"/>
                  <a:pt x="72508" y="905912"/>
                </a:cubicBezTo>
                <a:cubicBezTo>
                  <a:pt x="66679" y="900972"/>
                  <a:pt x="63771" y="894721"/>
                  <a:pt x="63771" y="887157"/>
                </a:cubicBezTo>
                <a:cubicBezTo>
                  <a:pt x="63771" y="879940"/>
                  <a:pt x="66623" y="873881"/>
                  <a:pt x="72409" y="868999"/>
                </a:cubicBezTo>
                <a:cubicBezTo>
                  <a:pt x="77743" y="864484"/>
                  <a:pt x="85792" y="861995"/>
                  <a:pt x="96695" y="861995"/>
                </a:cubicBezTo>
                <a:cubicBezTo>
                  <a:pt x="108326" y="861995"/>
                  <a:pt x="116698" y="864504"/>
                  <a:pt x="121962" y="868942"/>
                </a:cubicBezTo>
                <a:cubicBezTo>
                  <a:pt x="127687" y="873765"/>
                  <a:pt x="130553" y="879940"/>
                  <a:pt x="130553" y="887465"/>
                </a:cubicBezTo>
                <a:cubicBezTo>
                  <a:pt x="130553" y="894894"/>
                  <a:pt x="127670" y="901069"/>
                  <a:pt x="121864" y="905970"/>
                </a:cubicBezTo>
                <a:cubicBezTo>
                  <a:pt x="116505" y="910504"/>
                  <a:pt x="108301" y="913032"/>
                  <a:pt x="97110" y="913032"/>
                </a:cubicBezTo>
                <a:close/>
                <a:moveTo>
                  <a:pt x="97110" y="908401"/>
                </a:moveTo>
                <a:cubicBezTo>
                  <a:pt x="106921" y="908401"/>
                  <a:pt x="114176" y="906414"/>
                  <a:pt x="118873" y="902439"/>
                </a:cubicBezTo>
                <a:cubicBezTo>
                  <a:pt x="123571" y="898464"/>
                  <a:pt x="125922" y="893466"/>
                  <a:pt x="125922" y="887465"/>
                </a:cubicBezTo>
                <a:cubicBezTo>
                  <a:pt x="125922" y="881387"/>
                  <a:pt x="123606" y="876390"/>
                  <a:pt x="118977" y="872492"/>
                </a:cubicBezTo>
                <a:cubicBezTo>
                  <a:pt x="114348" y="868575"/>
                  <a:pt x="106921" y="866626"/>
                  <a:pt x="96695" y="866626"/>
                </a:cubicBezTo>
                <a:cubicBezTo>
                  <a:pt x="87160" y="866626"/>
                  <a:pt x="80061" y="868594"/>
                  <a:pt x="75397" y="872531"/>
                </a:cubicBezTo>
                <a:cubicBezTo>
                  <a:pt x="70733" y="876467"/>
                  <a:pt x="68402" y="881349"/>
                  <a:pt x="68402" y="887157"/>
                </a:cubicBezTo>
                <a:cubicBezTo>
                  <a:pt x="68402" y="893293"/>
                  <a:pt x="70768" y="898367"/>
                  <a:pt x="75501" y="902381"/>
                </a:cubicBezTo>
                <a:cubicBezTo>
                  <a:pt x="80234" y="906394"/>
                  <a:pt x="87437" y="908401"/>
                  <a:pt x="97110" y="908401"/>
                </a:cubicBezTo>
                <a:close/>
                <a:moveTo>
                  <a:pt x="193804" y="803722"/>
                </a:moveTo>
                <a:lnTo>
                  <a:pt x="41870" y="803722"/>
                </a:lnTo>
                <a:lnTo>
                  <a:pt x="41870" y="764224"/>
                </a:lnTo>
                <a:lnTo>
                  <a:pt x="58141" y="764224"/>
                </a:lnTo>
                <a:cubicBezTo>
                  <a:pt x="51301" y="758783"/>
                  <a:pt x="46672" y="753766"/>
                  <a:pt x="44254" y="749212"/>
                </a:cubicBezTo>
                <a:cubicBezTo>
                  <a:pt x="41007" y="743057"/>
                  <a:pt x="39383" y="736245"/>
                  <a:pt x="39383" y="728797"/>
                </a:cubicBezTo>
                <a:cubicBezTo>
                  <a:pt x="39383" y="714075"/>
                  <a:pt x="45014" y="702690"/>
                  <a:pt x="56276" y="694644"/>
                </a:cubicBezTo>
                <a:cubicBezTo>
                  <a:pt x="67538" y="686598"/>
                  <a:pt x="81460" y="682565"/>
                  <a:pt x="98042" y="682565"/>
                </a:cubicBezTo>
                <a:cubicBezTo>
                  <a:pt x="116353" y="682565"/>
                  <a:pt x="130327" y="686945"/>
                  <a:pt x="139965" y="695724"/>
                </a:cubicBezTo>
                <a:cubicBezTo>
                  <a:pt x="149603" y="704504"/>
                  <a:pt x="154421" y="715599"/>
                  <a:pt x="154421" y="728990"/>
                </a:cubicBezTo>
                <a:cubicBezTo>
                  <a:pt x="154421" y="735493"/>
                  <a:pt x="153316" y="741417"/>
                  <a:pt x="151106" y="746761"/>
                </a:cubicBezTo>
                <a:cubicBezTo>
                  <a:pt x="148895" y="752126"/>
                  <a:pt x="145613" y="756911"/>
                  <a:pt x="141260" y="761117"/>
                </a:cubicBezTo>
                <a:lnTo>
                  <a:pt x="193804" y="761117"/>
                </a:lnTo>
                <a:lnTo>
                  <a:pt x="193804" y="803722"/>
                </a:lnTo>
                <a:close/>
                <a:moveTo>
                  <a:pt x="189173" y="799091"/>
                </a:moveTo>
                <a:lnTo>
                  <a:pt x="189173" y="765748"/>
                </a:lnTo>
                <a:lnTo>
                  <a:pt x="141260" y="765748"/>
                </a:lnTo>
                <a:cubicBezTo>
                  <a:pt x="139373" y="765748"/>
                  <a:pt x="137675" y="764610"/>
                  <a:pt x="136966" y="762854"/>
                </a:cubicBezTo>
                <a:cubicBezTo>
                  <a:pt x="136260" y="761117"/>
                  <a:pt x="136683" y="759111"/>
                  <a:pt x="138039" y="757799"/>
                </a:cubicBezTo>
                <a:cubicBezTo>
                  <a:pt x="141920" y="754036"/>
                  <a:pt x="144854" y="749772"/>
                  <a:pt x="146825" y="745006"/>
                </a:cubicBezTo>
                <a:cubicBezTo>
                  <a:pt x="148816" y="740182"/>
                  <a:pt x="149790" y="734837"/>
                  <a:pt x="149790" y="728990"/>
                </a:cubicBezTo>
                <a:cubicBezTo>
                  <a:pt x="149790" y="716969"/>
                  <a:pt x="145491" y="707012"/>
                  <a:pt x="136847" y="699159"/>
                </a:cubicBezTo>
                <a:cubicBezTo>
                  <a:pt x="127940" y="691036"/>
                  <a:pt x="114962" y="687196"/>
                  <a:pt x="98042" y="687196"/>
                </a:cubicBezTo>
                <a:cubicBezTo>
                  <a:pt x="82538" y="687196"/>
                  <a:pt x="69499" y="690881"/>
                  <a:pt x="58969" y="698407"/>
                </a:cubicBezTo>
                <a:cubicBezTo>
                  <a:pt x="48959" y="705565"/>
                  <a:pt x="44014" y="715715"/>
                  <a:pt x="44014" y="728797"/>
                </a:cubicBezTo>
                <a:cubicBezTo>
                  <a:pt x="44014" y="735454"/>
                  <a:pt x="45446" y="741552"/>
                  <a:pt x="48347" y="747032"/>
                </a:cubicBezTo>
                <a:cubicBezTo>
                  <a:pt x="50543" y="751180"/>
                  <a:pt x="54820" y="755657"/>
                  <a:pt x="61030" y="760616"/>
                </a:cubicBezTo>
                <a:cubicBezTo>
                  <a:pt x="62568" y="761831"/>
                  <a:pt x="63162" y="763896"/>
                  <a:pt x="62512" y="765768"/>
                </a:cubicBezTo>
                <a:cubicBezTo>
                  <a:pt x="61862" y="767620"/>
                  <a:pt x="60109" y="768855"/>
                  <a:pt x="58141" y="768855"/>
                </a:cubicBezTo>
                <a:lnTo>
                  <a:pt x="46501" y="768855"/>
                </a:lnTo>
                <a:lnTo>
                  <a:pt x="46501" y="799091"/>
                </a:lnTo>
                <a:lnTo>
                  <a:pt x="189173" y="799091"/>
                </a:lnTo>
                <a:close/>
                <a:moveTo>
                  <a:pt x="97213" y="766057"/>
                </a:moveTo>
                <a:cubicBezTo>
                  <a:pt x="86325" y="766057"/>
                  <a:pt x="78537" y="763703"/>
                  <a:pt x="73689" y="759574"/>
                </a:cubicBezTo>
                <a:cubicBezTo>
                  <a:pt x="68375" y="755039"/>
                  <a:pt x="65740" y="749366"/>
                  <a:pt x="65740" y="742574"/>
                </a:cubicBezTo>
                <a:cubicBezTo>
                  <a:pt x="65740" y="736207"/>
                  <a:pt x="68342" y="730785"/>
                  <a:pt x="73691" y="726366"/>
                </a:cubicBezTo>
                <a:cubicBezTo>
                  <a:pt x="78514" y="722372"/>
                  <a:pt x="85996" y="720114"/>
                  <a:pt x="96281" y="720114"/>
                </a:cubicBezTo>
                <a:cubicBezTo>
                  <a:pt x="107372" y="720114"/>
                  <a:pt x="115156" y="722333"/>
                  <a:pt x="119789" y="726134"/>
                </a:cubicBezTo>
                <a:cubicBezTo>
                  <a:pt x="124997" y="730418"/>
                  <a:pt x="127546" y="735744"/>
                  <a:pt x="127546" y="742053"/>
                </a:cubicBezTo>
                <a:cubicBezTo>
                  <a:pt x="127546" y="749058"/>
                  <a:pt x="124907" y="754846"/>
                  <a:pt x="119631" y="759439"/>
                </a:cubicBezTo>
                <a:cubicBezTo>
                  <a:pt x="114740" y="763684"/>
                  <a:pt x="107316" y="766057"/>
                  <a:pt x="97213" y="766057"/>
                </a:cubicBezTo>
                <a:close/>
                <a:moveTo>
                  <a:pt x="97213" y="761426"/>
                </a:moveTo>
                <a:cubicBezTo>
                  <a:pt x="105919" y="761426"/>
                  <a:pt x="112379" y="759612"/>
                  <a:pt x="116594" y="755946"/>
                </a:cubicBezTo>
                <a:cubicBezTo>
                  <a:pt x="120808" y="752280"/>
                  <a:pt x="122915" y="747649"/>
                  <a:pt x="122915" y="742053"/>
                </a:cubicBezTo>
                <a:cubicBezTo>
                  <a:pt x="122915" y="737152"/>
                  <a:pt x="120895" y="733042"/>
                  <a:pt x="116853" y="729723"/>
                </a:cubicBezTo>
                <a:cubicBezTo>
                  <a:pt x="112811" y="726405"/>
                  <a:pt x="105953" y="724745"/>
                  <a:pt x="96281" y="724745"/>
                </a:cubicBezTo>
                <a:cubicBezTo>
                  <a:pt x="87368" y="724745"/>
                  <a:pt x="80821" y="726482"/>
                  <a:pt x="76641" y="729936"/>
                </a:cubicBezTo>
                <a:cubicBezTo>
                  <a:pt x="72461" y="733390"/>
                  <a:pt x="70371" y="737596"/>
                  <a:pt x="70371" y="742574"/>
                </a:cubicBezTo>
                <a:cubicBezTo>
                  <a:pt x="70371" y="747958"/>
                  <a:pt x="72478" y="752454"/>
                  <a:pt x="76693" y="756043"/>
                </a:cubicBezTo>
                <a:cubicBezTo>
                  <a:pt x="80907" y="759632"/>
                  <a:pt x="87748" y="761426"/>
                  <a:pt x="97213" y="761426"/>
                </a:cubicBezTo>
                <a:close/>
                <a:moveTo>
                  <a:pt x="107370" y="540163"/>
                </a:moveTo>
                <a:lnTo>
                  <a:pt x="107370" y="624736"/>
                </a:lnTo>
                <a:cubicBezTo>
                  <a:pt x="114141" y="623983"/>
                  <a:pt x="119185" y="622150"/>
                  <a:pt x="122500" y="619236"/>
                </a:cubicBezTo>
                <a:cubicBezTo>
                  <a:pt x="127268" y="615165"/>
                  <a:pt x="129651" y="609839"/>
                  <a:pt x="129651" y="603279"/>
                </a:cubicBezTo>
                <a:cubicBezTo>
                  <a:pt x="129651" y="599130"/>
                  <a:pt x="128615" y="595194"/>
                  <a:pt x="126543" y="591470"/>
                </a:cubicBezTo>
                <a:cubicBezTo>
                  <a:pt x="125231" y="589193"/>
                  <a:pt x="122915" y="586743"/>
                  <a:pt x="119598" y="584099"/>
                </a:cubicBezTo>
                <a:lnTo>
                  <a:pt x="123434" y="542555"/>
                </a:lnTo>
                <a:cubicBezTo>
                  <a:pt x="134489" y="548904"/>
                  <a:pt x="142417" y="556583"/>
                  <a:pt x="147218" y="565556"/>
                </a:cubicBezTo>
                <a:cubicBezTo>
                  <a:pt x="152021" y="574548"/>
                  <a:pt x="154421" y="587418"/>
                  <a:pt x="154421" y="604205"/>
                </a:cubicBezTo>
                <a:cubicBezTo>
                  <a:pt x="154421" y="618793"/>
                  <a:pt x="152366" y="630254"/>
                  <a:pt x="148256" y="638629"/>
                </a:cubicBezTo>
                <a:cubicBezTo>
                  <a:pt x="144144" y="646984"/>
                  <a:pt x="137615" y="653911"/>
                  <a:pt x="128667" y="659410"/>
                </a:cubicBezTo>
                <a:cubicBezTo>
                  <a:pt x="119720" y="664890"/>
                  <a:pt x="109201" y="667649"/>
                  <a:pt x="97110" y="667649"/>
                </a:cubicBezTo>
                <a:cubicBezTo>
                  <a:pt x="79906" y="667649"/>
                  <a:pt x="65983" y="662131"/>
                  <a:pt x="55343" y="651113"/>
                </a:cubicBezTo>
                <a:cubicBezTo>
                  <a:pt x="44703" y="640095"/>
                  <a:pt x="39383" y="624871"/>
                  <a:pt x="39383" y="605459"/>
                </a:cubicBezTo>
                <a:cubicBezTo>
                  <a:pt x="39383" y="589714"/>
                  <a:pt x="41766" y="577268"/>
                  <a:pt x="46534" y="568141"/>
                </a:cubicBezTo>
                <a:cubicBezTo>
                  <a:pt x="51301" y="559034"/>
                  <a:pt x="58211" y="552088"/>
                  <a:pt x="67262" y="547321"/>
                </a:cubicBezTo>
                <a:cubicBezTo>
                  <a:pt x="76313" y="542555"/>
                  <a:pt x="88093" y="540163"/>
                  <a:pt x="102603" y="540163"/>
                </a:cubicBezTo>
                <a:lnTo>
                  <a:pt x="107370" y="540163"/>
                </a:lnTo>
                <a:close/>
                <a:moveTo>
                  <a:pt x="102739" y="544794"/>
                </a:moveTo>
                <a:lnTo>
                  <a:pt x="102603" y="544794"/>
                </a:lnTo>
                <a:cubicBezTo>
                  <a:pt x="88987" y="544794"/>
                  <a:pt x="77913" y="546936"/>
                  <a:pt x="69420" y="551412"/>
                </a:cubicBezTo>
                <a:cubicBezTo>
                  <a:pt x="61218" y="555734"/>
                  <a:pt x="54958" y="562025"/>
                  <a:pt x="50638" y="570303"/>
                </a:cubicBezTo>
                <a:cubicBezTo>
                  <a:pt x="46147" y="578889"/>
                  <a:pt x="44014" y="590621"/>
                  <a:pt x="44014" y="605459"/>
                </a:cubicBezTo>
                <a:cubicBezTo>
                  <a:pt x="44014" y="623481"/>
                  <a:pt x="48797" y="637664"/>
                  <a:pt x="58675" y="647890"/>
                </a:cubicBezTo>
                <a:cubicBezTo>
                  <a:pt x="68458" y="658021"/>
                  <a:pt x="81291" y="663018"/>
                  <a:pt x="97110" y="663018"/>
                </a:cubicBezTo>
                <a:cubicBezTo>
                  <a:pt x="108268" y="663018"/>
                  <a:pt x="117987" y="660529"/>
                  <a:pt x="126246" y="655454"/>
                </a:cubicBezTo>
                <a:cubicBezTo>
                  <a:pt x="134387" y="650457"/>
                  <a:pt x="140359" y="644186"/>
                  <a:pt x="144100" y="636583"/>
                </a:cubicBezTo>
                <a:cubicBezTo>
                  <a:pt x="147965" y="628711"/>
                  <a:pt x="149790" y="617924"/>
                  <a:pt x="149790" y="604205"/>
                </a:cubicBezTo>
                <a:cubicBezTo>
                  <a:pt x="149790" y="588383"/>
                  <a:pt x="147662" y="576207"/>
                  <a:pt x="143135" y="567736"/>
                </a:cubicBezTo>
                <a:cubicBezTo>
                  <a:pt x="139662" y="561234"/>
                  <a:pt x="134381" y="555522"/>
                  <a:pt x="127348" y="550525"/>
                </a:cubicBezTo>
                <a:lnTo>
                  <a:pt x="124434" y="582112"/>
                </a:lnTo>
                <a:cubicBezTo>
                  <a:pt x="127272" y="584581"/>
                  <a:pt x="129291" y="586955"/>
                  <a:pt x="130556" y="589154"/>
                </a:cubicBezTo>
                <a:lnTo>
                  <a:pt x="130591" y="589212"/>
                </a:lnTo>
                <a:cubicBezTo>
                  <a:pt x="133059" y="593650"/>
                  <a:pt x="134282" y="598339"/>
                  <a:pt x="134282" y="603279"/>
                </a:cubicBezTo>
                <a:cubicBezTo>
                  <a:pt x="134282" y="611287"/>
                  <a:pt x="131342" y="617770"/>
                  <a:pt x="125530" y="622748"/>
                </a:cubicBezTo>
                <a:cubicBezTo>
                  <a:pt x="121644" y="626144"/>
                  <a:pt x="115806" y="628440"/>
                  <a:pt x="107886" y="629328"/>
                </a:cubicBezTo>
                <a:cubicBezTo>
                  <a:pt x="106577" y="629482"/>
                  <a:pt x="105266" y="629058"/>
                  <a:pt x="104283" y="628190"/>
                </a:cubicBezTo>
                <a:cubicBezTo>
                  <a:pt x="103301" y="627302"/>
                  <a:pt x="102739" y="626048"/>
                  <a:pt x="102739" y="624736"/>
                </a:cubicBezTo>
                <a:lnTo>
                  <a:pt x="102739" y="544794"/>
                </a:lnTo>
                <a:close/>
                <a:moveTo>
                  <a:pt x="91791" y="583076"/>
                </a:moveTo>
                <a:lnTo>
                  <a:pt x="91791" y="624639"/>
                </a:lnTo>
                <a:cubicBezTo>
                  <a:pt x="91791" y="625951"/>
                  <a:pt x="91234" y="627186"/>
                  <a:pt x="90259" y="628074"/>
                </a:cubicBezTo>
                <a:cubicBezTo>
                  <a:pt x="89283" y="628942"/>
                  <a:pt x="87981" y="629367"/>
                  <a:pt x="86676" y="629232"/>
                </a:cubicBezTo>
                <a:cubicBezTo>
                  <a:pt x="79052" y="628440"/>
                  <a:pt x="73365" y="626395"/>
                  <a:pt x="69554" y="623462"/>
                </a:cubicBezTo>
                <a:cubicBezTo>
                  <a:pt x="63008" y="618522"/>
                  <a:pt x="59729" y="611943"/>
                  <a:pt x="59729" y="603703"/>
                </a:cubicBezTo>
                <a:cubicBezTo>
                  <a:pt x="59729" y="596525"/>
                  <a:pt x="62004" y="590795"/>
                  <a:pt x="66355" y="586395"/>
                </a:cubicBezTo>
                <a:cubicBezTo>
                  <a:pt x="70466" y="582247"/>
                  <a:pt x="77180" y="579429"/>
                  <a:pt x="86692" y="578465"/>
                </a:cubicBezTo>
                <a:cubicBezTo>
                  <a:pt x="87995" y="578330"/>
                  <a:pt x="89293" y="578754"/>
                  <a:pt x="90265" y="579642"/>
                </a:cubicBezTo>
                <a:cubicBezTo>
                  <a:pt x="91237" y="580510"/>
                  <a:pt x="91791" y="581764"/>
                  <a:pt x="91791" y="583076"/>
                </a:cubicBezTo>
                <a:close/>
                <a:moveTo>
                  <a:pt x="87160" y="583076"/>
                </a:moveTo>
                <a:cubicBezTo>
                  <a:pt x="79007" y="583906"/>
                  <a:pt x="73169" y="586086"/>
                  <a:pt x="69645" y="589656"/>
                </a:cubicBezTo>
                <a:cubicBezTo>
                  <a:pt x="66122" y="593207"/>
                  <a:pt x="64360" y="597895"/>
                  <a:pt x="64360" y="603703"/>
                </a:cubicBezTo>
                <a:cubicBezTo>
                  <a:pt x="64360" y="610399"/>
                  <a:pt x="67020" y="615744"/>
                  <a:pt x="72340" y="619757"/>
                </a:cubicBezTo>
                <a:cubicBezTo>
                  <a:pt x="75656" y="622324"/>
                  <a:pt x="80596" y="623945"/>
                  <a:pt x="87160" y="624639"/>
                </a:cubicBezTo>
                <a:lnTo>
                  <a:pt x="87160" y="583076"/>
                </a:lnTo>
                <a:close/>
                <a:moveTo>
                  <a:pt x="41870" y="520365"/>
                </a:moveTo>
                <a:lnTo>
                  <a:pt x="41870" y="480887"/>
                </a:lnTo>
                <a:lnTo>
                  <a:pt x="59903" y="480887"/>
                </a:lnTo>
                <a:cubicBezTo>
                  <a:pt x="52096" y="477085"/>
                  <a:pt x="46724" y="473168"/>
                  <a:pt x="43787" y="469116"/>
                </a:cubicBezTo>
                <a:cubicBezTo>
                  <a:pt x="40851" y="465083"/>
                  <a:pt x="39383" y="460086"/>
                  <a:pt x="39383" y="454143"/>
                </a:cubicBezTo>
                <a:cubicBezTo>
                  <a:pt x="39383" y="447930"/>
                  <a:pt x="41317" y="441118"/>
                  <a:pt x="45187" y="433728"/>
                </a:cubicBezTo>
                <a:lnTo>
                  <a:pt x="75242" y="446791"/>
                </a:lnTo>
                <a:cubicBezTo>
                  <a:pt x="73169" y="451769"/>
                  <a:pt x="72133" y="455706"/>
                  <a:pt x="72133" y="458600"/>
                </a:cubicBezTo>
                <a:cubicBezTo>
                  <a:pt x="72133" y="464138"/>
                  <a:pt x="74413" y="468422"/>
                  <a:pt x="78973" y="471451"/>
                </a:cubicBezTo>
                <a:cubicBezTo>
                  <a:pt x="85398" y="475812"/>
                  <a:pt x="97421" y="477973"/>
                  <a:pt x="115039" y="477973"/>
                </a:cubicBezTo>
                <a:lnTo>
                  <a:pt x="151934" y="477973"/>
                </a:lnTo>
                <a:lnTo>
                  <a:pt x="151934" y="520365"/>
                </a:lnTo>
                <a:lnTo>
                  <a:pt x="41870" y="520365"/>
                </a:lnTo>
                <a:close/>
                <a:moveTo>
                  <a:pt x="46501" y="515734"/>
                </a:moveTo>
                <a:lnTo>
                  <a:pt x="147303" y="515734"/>
                </a:lnTo>
                <a:lnTo>
                  <a:pt x="147303" y="482604"/>
                </a:lnTo>
                <a:lnTo>
                  <a:pt x="115039" y="482604"/>
                </a:lnTo>
                <a:cubicBezTo>
                  <a:pt x="96123" y="482604"/>
                  <a:pt x="83274" y="479960"/>
                  <a:pt x="76404" y="475310"/>
                </a:cubicBezTo>
                <a:cubicBezTo>
                  <a:pt x="70475" y="471354"/>
                  <a:pt x="67502" y="465797"/>
                  <a:pt x="67502" y="458600"/>
                </a:cubicBezTo>
                <a:cubicBezTo>
                  <a:pt x="67502" y="456149"/>
                  <a:pt x="68090" y="453024"/>
                  <a:pt x="69352" y="449280"/>
                </a:cubicBezTo>
                <a:lnTo>
                  <a:pt x="47425" y="439748"/>
                </a:lnTo>
                <a:cubicBezTo>
                  <a:pt x="45177" y="444881"/>
                  <a:pt x="44014" y="449685"/>
                  <a:pt x="44014" y="454143"/>
                </a:cubicBezTo>
                <a:cubicBezTo>
                  <a:pt x="44014" y="459005"/>
                  <a:pt x="45136" y="463096"/>
                  <a:pt x="47534" y="466395"/>
                </a:cubicBezTo>
                <a:cubicBezTo>
                  <a:pt x="50141" y="469984"/>
                  <a:pt x="54999" y="473342"/>
                  <a:pt x="61930" y="476719"/>
                </a:cubicBezTo>
                <a:cubicBezTo>
                  <a:pt x="63869" y="477664"/>
                  <a:pt x="64900" y="479825"/>
                  <a:pt x="64416" y="481928"/>
                </a:cubicBezTo>
                <a:cubicBezTo>
                  <a:pt x="63932" y="484032"/>
                  <a:pt x="62060" y="485517"/>
                  <a:pt x="59903" y="485517"/>
                </a:cubicBezTo>
                <a:lnTo>
                  <a:pt x="46501" y="485517"/>
                </a:lnTo>
                <a:lnTo>
                  <a:pt x="46501" y="515734"/>
                </a:lnTo>
                <a:close/>
                <a:moveTo>
                  <a:pt x="0" y="365113"/>
                </a:moveTo>
                <a:lnTo>
                  <a:pt x="41870" y="365113"/>
                </a:lnTo>
                <a:lnTo>
                  <a:pt x="41870" y="341900"/>
                </a:lnTo>
                <a:lnTo>
                  <a:pt x="72754" y="341900"/>
                </a:lnTo>
                <a:lnTo>
                  <a:pt x="72754" y="365113"/>
                </a:lnTo>
                <a:lnTo>
                  <a:pt x="111749" y="365113"/>
                </a:lnTo>
                <a:cubicBezTo>
                  <a:pt x="116438" y="365113"/>
                  <a:pt x="119540" y="364669"/>
                  <a:pt x="121057" y="363781"/>
                </a:cubicBezTo>
                <a:cubicBezTo>
                  <a:pt x="123402" y="362392"/>
                  <a:pt x="124575" y="359980"/>
                  <a:pt x="124575" y="356526"/>
                </a:cubicBezTo>
                <a:cubicBezTo>
                  <a:pt x="124575" y="353400"/>
                  <a:pt x="123677" y="349059"/>
                  <a:pt x="121885" y="343463"/>
                </a:cubicBezTo>
                <a:lnTo>
                  <a:pt x="151002" y="340356"/>
                </a:lnTo>
                <a:cubicBezTo>
                  <a:pt x="153283" y="350776"/>
                  <a:pt x="154421" y="360520"/>
                  <a:pt x="154421" y="369570"/>
                </a:cubicBezTo>
                <a:cubicBezTo>
                  <a:pt x="154421" y="380086"/>
                  <a:pt x="153076" y="387824"/>
                  <a:pt x="150385" y="392783"/>
                </a:cubicBezTo>
                <a:cubicBezTo>
                  <a:pt x="147693" y="397761"/>
                  <a:pt x="143606" y="401446"/>
                  <a:pt x="138120" y="403820"/>
                </a:cubicBezTo>
                <a:cubicBezTo>
                  <a:pt x="132633" y="406212"/>
                  <a:pt x="123749" y="407409"/>
                  <a:pt x="111467" y="407409"/>
                </a:cubicBezTo>
                <a:lnTo>
                  <a:pt x="72754" y="407409"/>
                </a:lnTo>
                <a:lnTo>
                  <a:pt x="72754" y="422942"/>
                </a:lnTo>
                <a:lnTo>
                  <a:pt x="41870" y="422942"/>
                </a:lnTo>
                <a:lnTo>
                  <a:pt x="41870" y="407409"/>
                </a:lnTo>
                <a:lnTo>
                  <a:pt x="21661" y="407409"/>
                </a:lnTo>
                <a:lnTo>
                  <a:pt x="0" y="365113"/>
                </a:lnTo>
                <a:close/>
                <a:moveTo>
                  <a:pt x="7575" y="369743"/>
                </a:moveTo>
                <a:lnTo>
                  <a:pt x="24492" y="402778"/>
                </a:lnTo>
                <a:lnTo>
                  <a:pt x="41870" y="402778"/>
                </a:lnTo>
                <a:cubicBezTo>
                  <a:pt x="44428" y="402778"/>
                  <a:pt x="46501" y="404842"/>
                  <a:pt x="46501" y="407409"/>
                </a:cubicBezTo>
                <a:lnTo>
                  <a:pt x="46501" y="418311"/>
                </a:lnTo>
                <a:lnTo>
                  <a:pt x="68124" y="418311"/>
                </a:lnTo>
                <a:lnTo>
                  <a:pt x="68124" y="407409"/>
                </a:lnTo>
                <a:cubicBezTo>
                  <a:pt x="68124" y="404842"/>
                  <a:pt x="70197" y="402778"/>
                  <a:pt x="72754" y="402778"/>
                </a:cubicBezTo>
                <a:lnTo>
                  <a:pt x="111467" y="402778"/>
                </a:lnTo>
                <a:cubicBezTo>
                  <a:pt x="122890" y="402778"/>
                  <a:pt x="131172" y="401794"/>
                  <a:pt x="136274" y="399575"/>
                </a:cubicBezTo>
                <a:cubicBezTo>
                  <a:pt x="140754" y="397626"/>
                  <a:pt x="144114" y="394654"/>
                  <a:pt x="146311" y="390583"/>
                </a:cubicBezTo>
                <a:cubicBezTo>
                  <a:pt x="148744" y="386087"/>
                  <a:pt x="149790" y="379063"/>
                  <a:pt x="149790" y="369570"/>
                </a:cubicBezTo>
                <a:cubicBezTo>
                  <a:pt x="149790" y="362025"/>
                  <a:pt x="148961" y="353960"/>
                  <a:pt x="147313" y="345392"/>
                </a:cubicBezTo>
                <a:lnTo>
                  <a:pt x="127855" y="347476"/>
                </a:lnTo>
                <a:cubicBezTo>
                  <a:pt x="128770" y="351142"/>
                  <a:pt x="129206" y="354153"/>
                  <a:pt x="129206" y="356526"/>
                </a:cubicBezTo>
                <a:cubicBezTo>
                  <a:pt x="129206" y="361929"/>
                  <a:pt x="127089" y="365595"/>
                  <a:pt x="123413" y="367756"/>
                </a:cubicBezTo>
                <a:cubicBezTo>
                  <a:pt x="121505" y="368894"/>
                  <a:pt x="117648" y="369743"/>
                  <a:pt x="111749" y="369743"/>
                </a:cubicBezTo>
                <a:lnTo>
                  <a:pt x="72754" y="369743"/>
                </a:lnTo>
                <a:cubicBezTo>
                  <a:pt x="70197" y="369743"/>
                  <a:pt x="68124" y="367679"/>
                  <a:pt x="68124" y="365113"/>
                </a:cubicBezTo>
                <a:lnTo>
                  <a:pt x="68124" y="346531"/>
                </a:lnTo>
                <a:lnTo>
                  <a:pt x="46501" y="346531"/>
                </a:lnTo>
                <a:lnTo>
                  <a:pt x="46501" y="365113"/>
                </a:lnTo>
                <a:cubicBezTo>
                  <a:pt x="46501" y="367679"/>
                  <a:pt x="44428" y="369743"/>
                  <a:pt x="41870" y="369743"/>
                </a:cubicBezTo>
                <a:lnTo>
                  <a:pt x="7575" y="369743"/>
                </a:lnTo>
                <a:close/>
                <a:moveTo>
                  <a:pt x="0" y="320250"/>
                </a:moveTo>
                <a:lnTo>
                  <a:pt x="0" y="278069"/>
                </a:lnTo>
                <a:lnTo>
                  <a:pt x="28708" y="278069"/>
                </a:lnTo>
                <a:lnTo>
                  <a:pt x="28708" y="320250"/>
                </a:lnTo>
                <a:lnTo>
                  <a:pt x="0" y="320250"/>
                </a:lnTo>
                <a:close/>
                <a:moveTo>
                  <a:pt x="4631" y="315619"/>
                </a:moveTo>
                <a:lnTo>
                  <a:pt x="24077" y="315619"/>
                </a:lnTo>
                <a:lnTo>
                  <a:pt x="24077" y="282701"/>
                </a:lnTo>
                <a:lnTo>
                  <a:pt x="4631" y="282701"/>
                </a:lnTo>
                <a:lnTo>
                  <a:pt x="4631" y="315619"/>
                </a:lnTo>
                <a:close/>
                <a:moveTo>
                  <a:pt x="41870" y="320250"/>
                </a:moveTo>
                <a:lnTo>
                  <a:pt x="41870" y="278069"/>
                </a:lnTo>
                <a:lnTo>
                  <a:pt x="151935" y="278069"/>
                </a:lnTo>
                <a:lnTo>
                  <a:pt x="151935" y="320250"/>
                </a:lnTo>
                <a:lnTo>
                  <a:pt x="41870" y="320250"/>
                </a:lnTo>
                <a:close/>
                <a:moveTo>
                  <a:pt x="46501" y="315619"/>
                </a:moveTo>
                <a:lnTo>
                  <a:pt x="147303" y="315619"/>
                </a:lnTo>
                <a:lnTo>
                  <a:pt x="147303" y="282701"/>
                </a:lnTo>
                <a:lnTo>
                  <a:pt x="46501" y="282701"/>
                </a:lnTo>
                <a:lnTo>
                  <a:pt x="46501" y="315619"/>
                </a:lnTo>
                <a:close/>
                <a:moveTo>
                  <a:pt x="107370" y="128934"/>
                </a:moveTo>
                <a:lnTo>
                  <a:pt x="107370" y="213487"/>
                </a:lnTo>
                <a:cubicBezTo>
                  <a:pt x="114141" y="212735"/>
                  <a:pt x="119185" y="210902"/>
                  <a:pt x="122500" y="208007"/>
                </a:cubicBezTo>
                <a:cubicBezTo>
                  <a:pt x="127268" y="203936"/>
                  <a:pt x="129651" y="198610"/>
                  <a:pt x="129651" y="192050"/>
                </a:cubicBezTo>
                <a:cubicBezTo>
                  <a:pt x="129651" y="187901"/>
                  <a:pt x="128615" y="183965"/>
                  <a:pt x="126543" y="180221"/>
                </a:cubicBezTo>
                <a:cubicBezTo>
                  <a:pt x="125231" y="177945"/>
                  <a:pt x="122915" y="175494"/>
                  <a:pt x="119598" y="172870"/>
                </a:cubicBezTo>
                <a:lnTo>
                  <a:pt x="123434" y="131307"/>
                </a:lnTo>
                <a:cubicBezTo>
                  <a:pt x="134489" y="137675"/>
                  <a:pt x="142417" y="145335"/>
                  <a:pt x="147218" y="154327"/>
                </a:cubicBezTo>
                <a:cubicBezTo>
                  <a:pt x="152021" y="163299"/>
                  <a:pt x="154421" y="176189"/>
                  <a:pt x="154421" y="192976"/>
                </a:cubicBezTo>
                <a:cubicBezTo>
                  <a:pt x="154421" y="207544"/>
                  <a:pt x="152366" y="219025"/>
                  <a:pt x="148256" y="227380"/>
                </a:cubicBezTo>
                <a:cubicBezTo>
                  <a:pt x="144144" y="235735"/>
                  <a:pt x="137615" y="242662"/>
                  <a:pt x="128667" y="248162"/>
                </a:cubicBezTo>
                <a:cubicBezTo>
                  <a:pt x="119720" y="253661"/>
                  <a:pt x="109201" y="256401"/>
                  <a:pt x="97110" y="256401"/>
                </a:cubicBezTo>
                <a:cubicBezTo>
                  <a:pt x="79906" y="256401"/>
                  <a:pt x="65983" y="250902"/>
                  <a:pt x="55343" y="239864"/>
                </a:cubicBezTo>
                <a:cubicBezTo>
                  <a:pt x="44703" y="228847"/>
                  <a:pt x="39383" y="213642"/>
                  <a:pt x="39383" y="194211"/>
                </a:cubicBezTo>
                <a:cubicBezTo>
                  <a:pt x="39383" y="178466"/>
                  <a:pt x="41766" y="166020"/>
                  <a:pt x="46534" y="156912"/>
                </a:cubicBezTo>
                <a:cubicBezTo>
                  <a:pt x="51301" y="147785"/>
                  <a:pt x="58211" y="140839"/>
                  <a:pt x="67262" y="136073"/>
                </a:cubicBezTo>
                <a:cubicBezTo>
                  <a:pt x="76313" y="131307"/>
                  <a:pt x="88093" y="128934"/>
                  <a:pt x="102603" y="128934"/>
                </a:cubicBezTo>
                <a:lnTo>
                  <a:pt x="107370" y="128934"/>
                </a:lnTo>
                <a:close/>
                <a:moveTo>
                  <a:pt x="102739" y="133565"/>
                </a:moveTo>
                <a:lnTo>
                  <a:pt x="102603" y="133565"/>
                </a:lnTo>
                <a:cubicBezTo>
                  <a:pt x="88987" y="133565"/>
                  <a:pt x="77913" y="135706"/>
                  <a:pt x="69420" y="140183"/>
                </a:cubicBezTo>
                <a:cubicBezTo>
                  <a:pt x="61218" y="144486"/>
                  <a:pt x="54958" y="150796"/>
                  <a:pt x="50638" y="159054"/>
                </a:cubicBezTo>
                <a:cubicBezTo>
                  <a:pt x="46147" y="167641"/>
                  <a:pt x="44014" y="179372"/>
                  <a:pt x="44014" y="194211"/>
                </a:cubicBezTo>
                <a:cubicBezTo>
                  <a:pt x="44014" y="212252"/>
                  <a:pt x="48797" y="226415"/>
                  <a:pt x="58675" y="236661"/>
                </a:cubicBezTo>
                <a:cubicBezTo>
                  <a:pt x="68458" y="246792"/>
                  <a:pt x="81291" y="251770"/>
                  <a:pt x="97110" y="251770"/>
                </a:cubicBezTo>
                <a:cubicBezTo>
                  <a:pt x="108268" y="251770"/>
                  <a:pt x="117987" y="249281"/>
                  <a:pt x="126246" y="244225"/>
                </a:cubicBezTo>
                <a:cubicBezTo>
                  <a:pt x="134387" y="239228"/>
                  <a:pt x="140359" y="232937"/>
                  <a:pt x="144100" y="225335"/>
                </a:cubicBezTo>
                <a:cubicBezTo>
                  <a:pt x="147965" y="217481"/>
                  <a:pt x="149790" y="206676"/>
                  <a:pt x="149790" y="192976"/>
                </a:cubicBezTo>
                <a:cubicBezTo>
                  <a:pt x="149790" y="177153"/>
                  <a:pt x="147662" y="164978"/>
                  <a:pt x="143135" y="156507"/>
                </a:cubicBezTo>
                <a:cubicBezTo>
                  <a:pt x="139662" y="150004"/>
                  <a:pt x="134381" y="144293"/>
                  <a:pt x="127348" y="139295"/>
                </a:cubicBezTo>
                <a:lnTo>
                  <a:pt x="124434" y="170863"/>
                </a:lnTo>
                <a:cubicBezTo>
                  <a:pt x="127272" y="173352"/>
                  <a:pt x="129291" y="175726"/>
                  <a:pt x="130556" y="177925"/>
                </a:cubicBezTo>
                <a:lnTo>
                  <a:pt x="130591" y="177983"/>
                </a:lnTo>
                <a:cubicBezTo>
                  <a:pt x="133059" y="182421"/>
                  <a:pt x="134282" y="187110"/>
                  <a:pt x="134282" y="192050"/>
                </a:cubicBezTo>
                <a:cubicBezTo>
                  <a:pt x="134282" y="200057"/>
                  <a:pt x="131342" y="206521"/>
                  <a:pt x="125530" y="211500"/>
                </a:cubicBezTo>
                <a:cubicBezTo>
                  <a:pt x="121644" y="214896"/>
                  <a:pt x="115806" y="217211"/>
                  <a:pt x="107886" y="218099"/>
                </a:cubicBezTo>
                <a:cubicBezTo>
                  <a:pt x="106577" y="218253"/>
                  <a:pt x="105266" y="217829"/>
                  <a:pt x="104283" y="216941"/>
                </a:cubicBezTo>
                <a:cubicBezTo>
                  <a:pt x="103301" y="216073"/>
                  <a:pt x="102739" y="214819"/>
                  <a:pt x="102739" y="213487"/>
                </a:cubicBezTo>
                <a:lnTo>
                  <a:pt x="102739" y="133565"/>
                </a:lnTo>
                <a:close/>
                <a:moveTo>
                  <a:pt x="91791" y="171828"/>
                </a:moveTo>
                <a:lnTo>
                  <a:pt x="91791" y="213391"/>
                </a:lnTo>
                <a:cubicBezTo>
                  <a:pt x="91791" y="214703"/>
                  <a:pt x="91234" y="215957"/>
                  <a:pt x="90259" y="216825"/>
                </a:cubicBezTo>
                <a:cubicBezTo>
                  <a:pt x="89283" y="217713"/>
                  <a:pt x="87981" y="218137"/>
                  <a:pt x="86676" y="218002"/>
                </a:cubicBezTo>
                <a:cubicBezTo>
                  <a:pt x="79052" y="217192"/>
                  <a:pt x="73365" y="215166"/>
                  <a:pt x="69554" y="212214"/>
                </a:cubicBezTo>
                <a:cubicBezTo>
                  <a:pt x="63008" y="207293"/>
                  <a:pt x="59729" y="200694"/>
                  <a:pt x="59729" y="192455"/>
                </a:cubicBezTo>
                <a:cubicBezTo>
                  <a:pt x="59729" y="185296"/>
                  <a:pt x="62004" y="179546"/>
                  <a:pt x="66355" y="175147"/>
                </a:cubicBezTo>
                <a:cubicBezTo>
                  <a:pt x="70466" y="170998"/>
                  <a:pt x="77180" y="168200"/>
                  <a:pt x="86692" y="167216"/>
                </a:cubicBezTo>
                <a:cubicBezTo>
                  <a:pt x="87995" y="167100"/>
                  <a:pt x="89293" y="167525"/>
                  <a:pt x="90265" y="168393"/>
                </a:cubicBezTo>
                <a:cubicBezTo>
                  <a:pt x="91237" y="169281"/>
                  <a:pt x="91791" y="170516"/>
                  <a:pt x="91791" y="171828"/>
                </a:cubicBezTo>
                <a:close/>
                <a:moveTo>
                  <a:pt x="87160" y="171828"/>
                </a:moveTo>
                <a:cubicBezTo>
                  <a:pt x="79007" y="172658"/>
                  <a:pt x="73169" y="174857"/>
                  <a:pt x="69645" y="178408"/>
                </a:cubicBezTo>
                <a:cubicBezTo>
                  <a:pt x="66122" y="181977"/>
                  <a:pt x="64360" y="186647"/>
                  <a:pt x="64360" y="192455"/>
                </a:cubicBezTo>
                <a:cubicBezTo>
                  <a:pt x="64360" y="199151"/>
                  <a:pt x="67020" y="204515"/>
                  <a:pt x="72340" y="208528"/>
                </a:cubicBezTo>
                <a:cubicBezTo>
                  <a:pt x="75656" y="211075"/>
                  <a:pt x="80596" y="212696"/>
                  <a:pt x="87160" y="213391"/>
                </a:cubicBezTo>
                <a:lnTo>
                  <a:pt x="87160" y="171828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57B33-7781-47AB-9B90-E118D769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0" y="1896346"/>
            <a:ext cx="168092" cy="1865003"/>
          </a:xfrm>
          <a:custGeom xmlns:a="http://schemas.openxmlformats.org/drawingml/2006/main">
            <a:pathLst>
              <a:path w="168092" h="1865003" fill="none">
                <a:moveTo>
                  <a:pt x="0" y="1865003"/>
                </a:moveTo>
                <a:lnTo>
                  <a:pt x="0" y="0"/>
                </a:lnTo>
                <a:lnTo>
                  <a:pt x="1680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799" cap="rnd">
            <a:solidFill>
              <a:srgbClr val="434343"/>
            </a:solidFill>
            <a:round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DF052-2647-427A-9FD9-F5DBECD0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0" y="6388280"/>
            <a:ext cx="130178" cy="1848094"/>
          </a:xfrm>
          <a:custGeom xmlns:a="http://schemas.openxmlformats.org/drawingml/2006/main">
            <a:pathLst>
              <a:path w="130178" h="1848094" fill="none">
                <a:moveTo>
                  <a:pt x="0" y="0"/>
                </a:moveTo>
                <a:lnTo>
                  <a:pt x="0" y="1848094"/>
                </a:lnTo>
                <a:lnTo>
                  <a:pt x="130178" y="1848094"/>
                </a:lnTo>
              </a:path>
            </a:pathLst>
          </a:custGeom>
          <a:noFill xmlns:a="http://schemas.openxmlformats.org/drawingml/2006/main"/>
          <a:ln xmlns:a="http://schemas.openxmlformats.org/drawingml/2006/main" w="27799" cap="rnd">
            <a:solidFill>
              <a:srgbClr val="434343"/>
            </a:solidFill>
            <a:round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11EEBD-88EA-4ED7-B71B-CA81A415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907" y="6761604"/>
            <a:ext cx="369643" cy="113113"/>
          </a:xfrm>
          <a:custGeom xmlns:a="http://schemas.openxmlformats.org/drawingml/2006/main">
            <a:pathLst>
              <a:path w="369643" h="113113">
                <a:moveTo>
                  <a:pt x="184820" y="0"/>
                </a:moveTo>
                <a:lnTo>
                  <a:pt x="369643" y="113113"/>
                </a:lnTo>
                <a:lnTo>
                  <a:pt x="0" y="113113"/>
                </a:lnTo>
                <a:lnTo>
                  <a:pt x="184820" y="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AAEF3-DC05-41AC-9500-050AC4B2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907" y="5127385"/>
            <a:ext cx="369643" cy="113111"/>
          </a:xfrm>
          <a:custGeom xmlns:a="http://schemas.openxmlformats.org/drawingml/2006/main">
            <a:pathLst>
              <a:path w="369643" h="113111">
                <a:moveTo>
                  <a:pt x="184820" y="0"/>
                </a:moveTo>
                <a:lnTo>
                  <a:pt x="369643" y="113111"/>
                </a:lnTo>
                <a:lnTo>
                  <a:pt x="0" y="113111"/>
                </a:lnTo>
                <a:lnTo>
                  <a:pt x="184820" y="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2E5427-63FF-4B87-BF33-4CA14F6E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907" y="3483704"/>
            <a:ext cx="369643" cy="113111"/>
          </a:xfrm>
          <a:custGeom xmlns:a="http://schemas.openxmlformats.org/drawingml/2006/main">
            <a:pathLst>
              <a:path w="369643" h="113111">
                <a:moveTo>
                  <a:pt x="184820" y="0"/>
                </a:moveTo>
                <a:lnTo>
                  <a:pt x="369643" y="113111"/>
                </a:lnTo>
                <a:lnTo>
                  <a:pt x="0" y="113111"/>
                </a:lnTo>
                <a:lnTo>
                  <a:pt x="184820" y="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933B3E-293F-4A30-8ED0-4736F529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907" y="1698642"/>
            <a:ext cx="369643" cy="113111"/>
          </a:xfrm>
          <a:custGeom xmlns:a="http://schemas.openxmlformats.org/drawingml/2006/main">
            <a:pathLst>
              <a:path w="369643" h="113111">
                <a:moveTo>
                  <a:pt x="184820" y="0"/>
                </a:moveTo>
                <a:lnTo>
                  <a:pt x="369643" y="113111"/>
                </a:lnTo>
                <a:lnTo>
                  <a:pt x="0" y="113111"/>
                </a:lnTo>
                <a:lnTo>
                  <a:pt x="184820" y="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191D0-2273-4DB5-A5F0-4F04DA05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250" y="5492112"/>
            <a:ext cx="196789" cy="188326"/>
          </a:xfrm>
          <a:custGeom xmlns:a="http://schemas.openxmlformats.org/drawingml/2006/main">
            <a:pathLst>
              <a:path w="196789" h="188326">
                <a:moveTo>
                  <a:pt x="98578" y="188326"/>
                </a:moveTo>
                <a:cubicBezTo>
                  <a:pt x="64737" y="188326"/>
                  <a:pt x="33839" y="170670"/>
                  <a:pt x="16920" y="141244"/>
                </a:cubicBezTo>
                <a:cubicBezTo>
                  <a:pt x="0" y="112185"/>
                  <a:pt x="0" y="76507"/>
                  <a:pt x="16920" y="47081"/>
                </a:cubicBezTo>
                <a:cubicBezTo>
                  <a:pt x="33839" y="18022"/>
                  <a:pt x="64737" y="0"/>
                  <a:pt x="98578" y="0"/>
                </a:cubicBezTo>
                <a:cubicBezTo>
                  <a:pt x="132050" y="0"/>
                  <a:pt x="162948" y="18022"/>
                  <a:pt x="179868" y="47081"/>
                </a:cubicBezTo>
                <a:cubicBezTo>
                  <a:pt x="196789" y="76507"/>
                  <a:pt x="196789" y="112185"/>
                  <a:pt x="179868" y="141244"/>
                </a:cubicBezTo>
                <a:cubicBezTo>
                  <a:pt x="162948" y="170670"/>
                  <a:pt x="132050" y="188326"/>
                  <a:pt x="98578" y="188326"/>
                </a:cubicBezTo>
                <a:close/>
                <a:moveTo>
                  <a:pt x="68783" y="64370"/>
                </a:moveTo>
                <a:cubicBezTo>
                  <a:pt x="65105" y="68037"/>
                  <a:pt x="65105" y="73555"/>
                  <a:pt x="68783" y="76874"/>
                </a:cubicBezTo>
                <a:lnTo>
                  <a:pt x="86072" y="94163"/>
                </a:lnTo>
                <a:lnTo>
                  <a:pt x="68783" y="111452"/>
                </a:lnTo>
                <a:cubicBezTo>
                  <a:pt x="65105" y="115118"/>
                  <a:pt x="65105" y="120636"/>
                  <a:pt x="68783" y="123955"/>
                </a:cubicBezTo>
                <a:cubicBezTo>
                  <a:pt x="72094" y="127622"/>
                  <a:pt x="77611" y="127622"/>
                  <a:pt x="80922" y="123955"/>
                </a:cubicBezTo>
                <a:lnTo>
                  <a:pt x="98211" y="106666"/>
                </a:lnTo>
                <a:lnTo>
                  <a:pt x="115498" y="123955"/>
                </a:lnTo>
                <a:cubicBezTo>
                  <a:pt x="119176" y="127622"/>
                  <a:pt x="124694" y="127622"/>
                  <a:pt x="128004" y="123955"/>
                </a:cubicBezTo>
                <a:cubicBezTo>
                  <a:pt x="131683" y="120636"/>
                  <a:pt x="131683" y="115118"/>
                  <a:pt x="128004" y="111452"/>
                </a:cubicBezTo>
                <a:lnTo>
                  <a:pt x="110717" y="94163"/>
                </a:lnTo>
                <a:lnTo>
                  <a:pt x="128004" y="76874"/>
                </a:lnTo>
                <a:cubicBezTo>
                  <a:pt x="131683" y="73555"/>
                  <a:pt x="131683" y="68037"/>
                  <a:pt x="128004" y="64370"/>
                </a:cubicBezTo>
                <a:cubicBezTo>
                  <a:pt x="124694" y="61051"/>
                  <a:pt x="119176" y="61051"/>
                  <a:pt x="115498" y="64370"/>
                </a:cubicBezTo>
                <a:lnTo>
                  <a:pt x="98211" y="81659"/>
                </a:lnTo>
                <a:lnTo>
                  <a:pt x="80922" y="64370"/>
                </a:lnTo>
                <a:cubicBezTo>
                  <a:pt x="77611" y="61051"/>
                  <a:pt x="72094" y="61051"/>
                  <a:pt x="68783" y="64370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C5232C-3942-45C6-8EBE-C3076F9D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537" y="3843355"/>
            <a:ext cx="196789" cy="188326"/>
          </a:xfrm>
          <a:custGeom xmlns:a="http://schemas.openxmlformats.org/drawingml/2006/main">
            <a:pathLst>
              <a:path w="196789" h="188326">
                <a:moveTo>
                  <a:pt x="98578" y="188326"/>
                </a:moveTo>
                <a:cubicBezTo>
                  <a:pt x="64737" y="188326"/>
                  <a:pt x="33841" y="170670"/>
                  <a:pt x="16920" y="141244"/>
                </a:cubicBezTo>
                <a:cubicBezTo>
                  <a:pt x="0" y="112185"/>
                  <a:pt x="0" y="76507"/>
                  <a:pt x="16920" y="47081"/>
                </a:cubicBezTo>
                <a:cubicBezTo>
                  <a:pt x="33841" y="18022"/>
                  <a:pt x="64737" y="0"/>
                  <a:pt x="98578" y="0"/>
                </a:cubicBezTo>
                <a:cubicBezTo>
                  <a:pt x="132050" y="0"/>
                  <a:pt x="162948" y="18022"/>
                  <a:pt x="179868" y="47081"/>
                </a:cubicBezTo>
                <a:cubicBezTo>
                  <a:pt x="196789" y="76507"/>
                  <a:pt x="196789" y="112185"/>
                  <a:pt x="179868" y="141244"/>
                </a:cubicBezTo>
                <a:cubicBezTo>
                  <a:pt x="162948" y="170670"/>
                  <a:pt x="132050" y="188326"/>
                  <a:pt x="98578" y="188326"/>
                </a:cubicBezTo>
                <a:close/>
                <a:moveTo>
                  <a:pt x="68783" y="64370"/>
                </a:moveTo>
                <a:cubicBezTo>
                  <a:pt x="65105" y="68056"/>
                  <a:pt x="65105" y="73574"/>
                  <a:pt x="68783" y="76874"/>
                </a:cubicBezTo>
                <a:lnTo>
                  <a:pt x="86072" y="94163"/>
                </a:lnTo>
                <a:lnTo>
                  <a:pt x="68783" y="111452"/>
                </a:lnTo>
                <a:cubicBezTo>
                  <a:pt x="65105" y="115137"/>
                  <a:pt x="65105" y="120656"/>
                  <a:pt x="68783" y="123955"/>
                </a:cubicBezTo>
                <a:cubicBezTo>
                  <a:pt x="72094" y="127641"/>
                  <a:pt x="77611" y="127641"/>
                  <a:pt x="80922" y="123955"/>
                </a:cubicBezTo>
                <a:lnTo>
                  <a:pt x="98211" y="106666"/>
                </a:lnTo>
                <a:lnTo>
                  <a:pt x="115498" y="123955"/>
                </a:lnTo>
                <a:cubicBezTo>
                  <a:pt x="119176" y="127641"/>
                  <a:pt x="124694" y="127641"/>
                  <a:pt x="128005" y="123955"/>
                </a:cubicBezTo>
                <a:cubicBezTo>
                  <a:pt x="131683" y="120656"/>
                  <a:pt x="131683" y="115137"/>
                  <a:pt x="128005" y="111452"/>
                </a:cubicBezTo>
                <a:lnTo>
                  <a:pt x="110717" y="94163"/>
                </a:lnTo>
                <a:lnTo>
                  <a:pt x="128005" y="76874"/>
                </a:lnTo>
                <a:cubicBezTo>
                  <a:pt x="131683" y="73574"/>
                  <a:pt x="131683" y="68056"/>
                  <a:pt x="128005" y="64370"/>
                </a:cubicBezTo>
                <a:cubicBezTo>
                  <a:pt x="124694" y="61071"/>
                  <a:pt x="119176" y="61071"/>
                  <a:pt x="115498" y="64370"/>
                </a:cubicBezTo>
                <a:lnTo>
                  <a:pt x="98211" y="81659"/>
                </a:lnTo>
                <a:lnTo>
                  <a:pt x="80922" y="64370"/>
                </a:lnTo>
                <a:cubicBezTo>
                  <a:pt x="77611" y="61071"/>
                  <a:pt x="72094" y="61071"/>
                  <a:pt x="68783" y="64370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4484D7-61AF-4EFF-B077-F68C6CDE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481" y="5093386"/>
            <a:ext cx="196777" cy="188326"/>
          </a:xfrm>
          <a:custGeom xmlns:a="http://schemas.openxmlformats.org/drawingml/2006/main">
            <a:pathLst>
              <a:path w="196777" h="188326">
                <a:moveTo>
                  <a:pt x="98582" y="188326"/>
                </a:moveTo>
                <a:cubicBezTo>
                  <a:pt x="64737" y="188326"/>
                  <a:pt x="33825" y="170670"/>
                  <a:pt x="16922" y="141244"/>
                </a:cubicBezTo>
                <a:cubicBezTo>
                  <a:pt x="0" y="112185"/>
                  <a:pt x="0" y="76507"/>
                  <a:pt x="16922" y="47081"/>
                </a:cubicBezTo>
                <a:cubicBezTo>
                  <a:pt x="33825" y="18022"/>
                  <a:pt x="64737" y="0"/>
                  <a:pt x="98582" y="0"/>
                </a:cubicBezTo>
                <a:cubicBezTo>
                  <a:pt x="132040" y="0"/>
                  <a:pt x="162952" y="18022"/>
                  <a:pt x="179855" y="47081"/>
                </a:cubicBezTo>
                <a:cubicBezTo>
                  <a:pt x="196777" y="76507"/>
                  <a:pt x="196777" y="112185"/>
                  <a:pt x="179855" y="141244"/>
                </a:cubicBezTo>
                <a:cubicBezTo>
                  <a:pt x="162952" y="170670"/>
                  <a:pt x="132040" y="188326"/>
                  <a:pt x="98582" y="188326"/>
                </a:cubicBezTo>
                <a:close/>
                <a:moveTo>
                  <a:pt x="86811" y="129474"/>
                </a:moveTo>
                <a:cubicBezTo>
                  <a:pt x="86811" y="136092"/>
                  <a:pt x="91944" y="141244"/>
                  <a:pt x="98582" y="141244"/>
                </a:cubicBezTo>
                <a:cubicBezTo>
                  <a:pt x="104833" y="141244"/>
                  <a:pt x="110352" y="136092"/>
                  <a:pt x="110352" y="129474"/>
                </a:cubicBezTo>
                <a:cubicBezTo>
                  <a:pt x="110352" y="123222"/>
                  <a:pt x="104833" y="117704"/>
                  <a:pt x="98582" y="117704"/>
                </a:cubicBezTo>
                <a:cubicBezTo>
                  <a:pt x="91944" y="117704"/>
                  <a:pt x="86811" y="123222"/>
                  <a:pt x="86811" y="129474"/>
                </a:cubicBezTo>
                <a:close/>
                <a:moveTo>
                  <a:pt x="66570" y="61051"/>
                </a:moveTo>
                <a:lnTo>
                  <a:pt x="66570" y="61418"/>
                </a:lnTo>
                <a:cubicBezTo>
                  <a:pt x="65104" y="65837"/>
                  <a:pt x="67303" y="70989"/>
                  <a:pt x="72089" y="72822"/>
                </a:cubicBezTo>
                <a:cubicBezTo>
                  <a:pt x="76507" y="74308"/>
                  <a:pt x="81659" y="72089"/>
                  <a:pt x="83126" y="67303"/>
                </a:cubicBezTo>
                <a:lnTo>
                  <a:pt x="83492" y="66937"/>
                </a:lnTo>
                <a:cubicBezTo>
                  <a:pt x="83859" y="65837"/>
                  <a:pt x="84959" y="65104"/>
                  <a:pt x="86059" y="65104"/>
                </a:cubicBezTo>
                <a:lnTo>
                  <a:pt x="107400" y="65104"/>
                </a:lnTo>
                <a:cubicBezTo>
                  <a:pt x="110719" y="65104"/>
                  <a:pt x="113285" y="67303"/>
                  <a:pt x="113285" y="70622"/>
                </a:cubicBezTo>
                <a:cubicBezTo>
                  <a:pt x="113285" y="72455"/>
                  <a:pt x="112185" y="74308"/>
                  <a:pt x="110352" y="75407"/>
                </a:cubicBezTo>
                <a:lnTo>
                  <a:pt x="94163" y="84592"/>
                </a:lnTo>
                <a:cubicBezTo>
                  <a:pt x="91211" y="86078"/>
                  <a:pt x="89744" y="89011"/>
                  <a:pt x="89744" y="92330"/>
                </a:cubicBezTo>
                <a:lnTo>
                  <a:pt x="89744" y="97096"/>
                </a:lnTo>
                <a:cubicBezTo>
                  <a:pt x="89744" y="102248"/>
                  <a:pt x="93430" y="105933"/>
                  <a:pt x="98582" y="105933"/>
                </a:cubicBezTo>
                <a:cubicBezTo>
                  <a:pt x="103348" y="105933"/>
                  <a:pt x="107033" y="102248"/>
                  <a:pt x="107400" y="97482"/>
                </a:cubicBezTo>
                <a:lnTo>
                  <a:pt x="119170" y="90477"/>
                </a:lnTo>
                <a:cubicBezTo>
                  <a:pt x="126155" y="86445"/>
                  <a:pt x="130940" y="78707"/>
                  <a:pt x="130940" y="70622"/>
                </a:cubicBezTo>
                <a:cubicBezTo>
                  <a:pt x="130940" y="57752"/>
                  <a:pt x="120270" y="47081"/>
                  <a:pt x="107400" y="47081"/>
                </a:cubicBezTo>
                <a:lnTo>
                  <a:pt x="86059" y="47081"/>
                </a:lnTo>
                <a:cubicBezTo>
                  <a:pt x="77241" y="47081"/>
                  <a:pt x="69522" y="52600"/>
                  <a:pt x="66570" y="61051"/>
                </a:cubicBezTo>
                <a:close/>
              </a:path>
            </a:pathLst>
          </a:custGeom>
          <a:solidFill xmlns:a="http://schemas.openxmlformats.org/drawingml/2006/main">
            <a:srgbClr val="A1A1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34F49A-3DEC-4D59-B61A-13F2554C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481" y="3454857"/>
            <a:ext cx="196777" cy="188326"/>
          </a:xfrm>
          <a:custGeom xmlns:a="http://schemas.openxmlformats.org/drawingml/2006/main">
            <a:pathLst>
              <a:path w="196777" h="188326">
                <a:moveTo>
                  <a:pt x="98582" y="188326"/>
                </a:moveTo>
                <a:cubicBezTo>
                  <a:pt x="64737" y="188326"/>
                  <a:pt x="33825" y="170670"/>
                  <a:pt x="16922" y="141244"/>
                </a:cubicBezTo>
                <a:cubicBezTo>
                  <a:pt x="0" y="112185"/>
                  <a:pt x="0" y="76507"/>
                  <a:pt x="16922" y="47081"/>
                </a:cubicBezTo>
                <a:cubicBezTo>
                  <a:pt x="33825" y="18022"/>
                  <a:pt x="64737" y="0"/>
                  <a:pt x="98582" y="0"/>
                </a:cubicBezTo>
                <a:cubicBezTo>
                  <a:pt x="132040" y="0"/>
                  <a:pt x="162952" y="18022"/>
                  <a:pt x="179855" y="47081"/>
                </a:cubicBezTo>
                <a:cubicBezTo>
                  <a:pt x="196777" y="76507"/>
                  <a:pt x="196777" y="112185"/>
                  <a:pt x="179855" y="141244"/>
                </a:cubicBezTo>
                <a:cubicBezTo>
                  <a:pt x="162952" y="170670"/>
                  <a:pt x="132040" y="188326"/>
                  <a:pt x="98582" y="188326"/>
                </a:cubicBezTo>
                <a:close/>
                <a:moveTo>
                  <a:pt x="86811" y="129474"/>
                </a:moveTo>
                <a:cubicBezTo>
                  <a:pt x="86811" y="136092"/>
                  <a:pt x="91944" y="141244"/>
                  <a:pt x="98582" y="141244"/>
                </a:cubicBezTo>
                <a:cubicBezTo>
                  <a:pt x="104833" y="141244"/>
                  <a:pt x="110352" y="136092"/>
                  <a:pt x="110352" y="129474"/>
                </a:cubicBezTo>
                <a:cubicBezTo>
                  <a:pt x="110352" y="123222"/>
                  <a:pt x="104833" y="117704"/>
                  <a:pt x="98582" y="117704"/>
                </a:cubicBezTo>
                <a:cubicBezTo>
                  <a:pt x="91944" y="117704"/>
                  <a:pt x="86811" y="123222"/>
                  <a:pt x="86811" y="129474"/>
                </a:cubicBezTo>
                <a:close/>
                <a:moveTo>
                  <a:pt x="66570" y="61071"/>
                </a:moveTo>
                <a:lnTo>
                  <a:pt x="66570" y="61437"/>
                </a:lnTo>
                <a:cubicBezTo>
                  <a:pt x="65104" y="65837"/>
                  <a:pt x="67303" y="70989"/>
                  <a:pt x="72089" y="72841"/>
                </a:cubicBezTo>
                <a:cubicBezTo>
                  <a:pt x="76507" y="74308"/>
                  <a:pt x="81659" y="72089"/>
                  <a:pt x="83126" y="67323"/>
                </a:cubicBezTo>
                <a:lnTo>
                  <a:pt x="83492" y="66956"/>
                </a:lnTo>
                <a:cubicBezTo>
                  <a:pt x="83859" y="65837"/>
                  <a:pt x="84959" y="65104"/>
                  <a:pt x="86059" y="65104"/>
                </a:cubicBezTo>
                <a:lnTo>
                  <a:pt x="107400" y="65104"/>
                </a:lnTo>
                <a:cubicBezTo>
                  <a:pt x="110719" y="65104"/>
                  <a:pt x="113285" y="67323"/>
                  <a:pt x="113285" y="70622"/>
                </a:cubicBezTo>
                <a:cubicBezTo>
                  <a:pt x="113285" y="72475"/>
                  <a:pt x="112185" y="74308"/>
                  <a:pt x="110352" y="75407"/>
                </a:cubicBezTo>
                <a:lnTo>
                  <a:pt x="94163" y="84611"/>
                </a:lnTo>
                <a:cubicBezTo>
                  <a:pt x="91211" y="86078"/>
                  <a:pt x="89744" y="89011"/>
                  <a:pt x="89744" y="92330"/>
                </a:cubicBezTo>
                <a:lnTo>
                  <a:pt x="89744" y="97115"/>
                </a:lnTo>
                <a:cubicBezTo>
                  <a:pt x="89744" y="102267"/>
                  <a:pt x="93430" y="105933"/>
                  <a:pt x="98582" y="105933"/>
                </a:cubicBezTo>
                <a:cubicBezTo>
                  <a:pt x="103348" y="105933"/>
                  <a:pt x="107033" y="102267"/>
                  <a:pt x="107400" y="97482"/>
                </a:cubicBezTo>
                <a:lnTo>
                  <a:pt x="119170" y="90497"/>
                </a:lnTo>
                <a:cubicBezTo>
                  <a:pt x="126155" y="86445"/>
                  <a:pt x="130940" y="78726"/>
                  <a:pt x="130940" y="70622"/>
                </a:cubicBezTo>
                <a:cubicBezTo>
                  <a:pt x="130940" y="57752"/>
                  <a:pt x="120270" y="47081"/>
                  <a:pt x="107400" y="47081"/>
                </a:cubicBezTo>
                <a:lnTo>
                  <a:pt x="86059" y="47081"/>
                </a:lnTo>
                <a:cubicBezTo>
                  <a:pt x="77241" y="47081"/>
                  <a:pt x="69522" y="52600"/>
                  <a:pt x="66570" y="61071"/>
                </a:cubicBezTo>
                <a:close/>
              </a:path>
            </a:pathLst>
          </a:custGeom>
          <a:solidFill xmlns:a="http://schemas.openxmlformats.org/drawingml/2006/main">
            <a:srgbClr val="A1A1A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EBDED4-B118-454A-877E-4DE8D31E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125" y="5150559"/>
            <a:ext cx="196796" cy="188326"/>
          </a:xfrm>
          <a:custGeom xmlns:a="http://schemas.openxmlformats.org/drawingml/2006/main">
            <a:pathLst>
              <a:path w="196796" h="188326">
                <a:moveTo>
                  <a:pt x="98582" y="188326"/>
                </a:moveTo>
                <a:cubicBezTo>
                  <a:pt x="64737" y="188326"/>
                  <a:pt x="33845" y="170670"/>
                  <a:pt x="16922" y="141244"/>
                </a:cubicBezTo>
                <a:cubicBezTo>
                  <a:pt x="0" y="112185"/>
                  <a:pt x="0" y="76507"/>
                  <a:pt x="16922" y="47081"/>
                </a:cubicBezTo>
                <a:cubicBezTo>
                  <a:pt x="33845" y="18022"/>
                  <a:pt x="64737" y="0"/>
                  <a:pt x="98582" y="0"/>
                </a:cubicBezTo>
                <a:cubicBezTo>
                  <a:pt x="132060" y="0"/>
                  <a:pt x="162952" y="18022"/>
                  <a:pt x="179874" y="47081"/>
                </a:cubicBezTo>
                <a:cubicBezTo>
                  <a:pt x="196796" y="76507"/>
                  <a:pt x="196796" y="112185"/>
                  <a:pt x="179874" y="141244"/>
                </a:cubicBezTo>
                <a:cubicBezTo>
                  <a:pt x="162952" y="170670"/>
                  <a:pt x="132060" y="188326"/>
                  <a:pt x="98582" y="188326"/>
                </a:cubicBezTo>
                <a:close/>
                <a:moveTo>
                  <a:pt x="140144" y="76874"/>
                </a:moveTo>
                <a:lnTo>
                  <a:pt x="139778" y="76874"/>
                </a:lnTo>
                <a:cubicBezTo>
                  <a:pt x="143463" y="73574"/>
                  <a:pt x="143463" y="68056"/>
                  <a:pt x="139778" y="64370"/>
                </a:cubicBezTo>
                <a:cubicBezTo>
                  <a:pt x="136478" y="61051"/>
                  <a:pt x="130960" y="61051"/>
                  <a:pt x="127641" y="64370"/>
                </a:cubicBezTo>
                <a:lnTo>
                  <a:pt x="86811" y="105567"/>
                </a:lnTo>
                <a:lnTo>
                  <a:pt x="69522" y="88278"/>
                </a:lnTo>
                <a:cubicBezTo>
                  <a:pt x="65856" y="84611"/>
                  <a:pt x="60338" y="84611"/>
                  <a:pt x="57019" y="88278"/>
                </a:cubicBezTo>
                <a:cubicBezTo>
                  <a:pt x="53333" y="91597"/>
                  <a:pt x="53333" y="97115"/>
                  <a:pt x="57019" y="100415"/>
                </a:cubicBezTo>
                <a:lnTo>
                  <a:pt x="80559" y="123955"/>
                </a:lnTo>
                <a:cubicBezTo>
                  <a:pt x="83878" y="127641"/>
                  <a:pt x="89397" y="127641"/>
                  <a:pt x="93063" y="123955"/>
                </a:cubicBezTo>
                <a:lnTo>
                  <a:pt x="140144" y="76874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83139-8229-4CD9-9085-EFD4B049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125" y="3512030"/>
            <a:ext cx="196796" cy="188345"/>
          </a:xfrm>
          <a:custGeom xmlns:a="http://schemas.openxmlformats.org/drawingml/2006/main">
            <a:pathLst>
              <a:path w="196796" h="188345">
                <a:moveTo>
                  <a:pt x="98582" y="188345"/>
                </a:moveTo>
                <a:cubicBezTo>
                  <a:pt x="64737" y="188345"/>
                  <a:pt x="33845" y="170689"/>
                  <a:pt x="16922" y="141244"/>
                </a:cubicBezTo>
                <a:cubicBezTo>
                  <a:pt x="0" y="112204"/>
                  <a:pt x="0" y="76507"/>
                  <a:pt x="16922" y="47081"/>
                </a:cubicBezTo>
                <a:cubicBezTo>
                  <a:pt x="33845" y="18022"/>
                  <a:pt x="64737" y="0"/>
                  <a:pt x="98582" y="0"/>
                </a:cubicBezTo>
                <a:cubicBezTo>
                  <a:pt x="132060" y="0"/>
                  <a:pt x="162952" y="18022"/>
                  <a:pt x="179874" y="47081"/>
                </a:cubicBezTo>
                <a:cubicBezTo>
                  <a:pt x="196796" y="76507"/>
                  <a:pt x="196796" y="112204"/>
                  <a:pt x="179874" y="141244"/>
                </a:cubicBezTo>
                <a:cubicBezTo>
                  <a:pt x="162952" y="170689"/>
                  <a:pt x="132060" y="188345"/>
                  <a:pt x="98582" y="188345"/>
                </a:cubicBezTo>
                <a:close/>
                <a:moveTo>
                  <a:pt x="140144" y="76874"/>
                </a:moveTo>
                <a:lnTo>
                  <a:pt x="139778" y="76874"/>
                </a:lnTo>
                <a:cubicBezTo>
                  <a:pt x="143463" y="73574"/>
                  <a:pt x="143463" y="68056"/>
                  <a:pt x="139778" y="64370"/>
                </a:cubicBezTo>
                <a:cubicBezTo>
                  <a:pt x="136478" y="61071"/>
                  <a:pt x="130960" y="61071"/>
                  <a:pt x="127641" y="64370"/>
                </a:cubicBezTo>
                <a:lnTo>
                  <a:pt x="86811" y="105567"/>
                </a:lnTo>
                <a:lnTo>
                  <a:pt x="69522" y="88278"/>
                </a:lnTo>
                <a:cubicBezTo>
                  <a:pt x="65856" y="84611"/>
                  <a:pt x="60338" y="84611"/>
                  <a:pt x="57019" y="88278"/>
                </a:cubicBezTo>
                <a:cubicBezTo>
                  <a:pt x="53333" y="91597"/>
                  <a:pt x="53333" y="97115"/>
                  <a:pt x="57019" y="100434"/>
                </a:cubicBezTo>
                <a:lnTo>
                  <a:pt x="80559" y="123975"/>
                </a:lnTo>
                <a:cubicBezTo>
                  <a:pt x="83878" y="127641"/>
                  <a:pt x="89397" y="127641"/>
                  <a:pt x="93063" y="123975"/>
                </a:cubicBezTo>
                <a:lnTo>
                  <a:pt x="140144" y="76874"/>
                </a:lnTo>
                <a:close/>
              </a:path>
            </a:pathLst>
          </a:custGeom>
          <a:solidFill xmlns:a="http://schemas.openxmlformats.org/drawingml/2006/main">
            <a:srgbClr val="09C4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3E85D9-6B3F-4A37-B8EB-6734E83C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990" y="549991"/>
            <a:ext cx="133962" cy="200945"/>
          </a:xfrm>
          <a:custGeom xmlns:a="http://schemas.openxmlformats.org/drawingml/2006/main">
            <a:pathLst>
              <a:path w="133962" h="200945">
                <a:moveTo>
                  <a:pt x="0" y="0"/>
                </a:moveTo>
                <a:lnTo>
                  <a:pt x="133962" y="100473"/>
                </a:lnTo>
                <a:lnTo>
                  <a:pt x="0" y="2009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EC633F-4562-478F-A1B8-96573823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432" y="650463"/>
            <a:ext cx="738352" cy="5102275"/>
          </a:xfrm>
          <a:custGeom xmlns:a="http://schemas.openxmlformats.org/drawingml/2006/main">
            <a:pathLst>
              <a:path w="738352" h="5102275" fill="none">
                <a:moveTo>
                  <a:pt x="405730" y="5102275"/>
                </a:moveTo>
                <a:lnTo>
                  <a:pt x="0" y="5102275"/>
                </a:lnTo>
                <a:lnTo>
                  <a:pt x="0" y="0"/>
                </a:lnTo>
                <a:lnTo>
                  <a:pt x="7383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769" cap="flat">
            <a:solidFill>
              <a:srgbClr val="E03440"/>
            </a:solidFill>
            <a:round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D665E-CD70-4132-B6F9-448C2E3F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255" y="4000962"/>
            <a:ext cx="133960" cy="200926"/>
          </a:xfrm>
          <a:custGeom xmlns:a="http://schemas.openxmlformats.org/drawingml/2006/main">
            <a:pathLst>
              <a:path w="133960" h="200926">
                <a:moveTo>
                  <a:pt x="133960" y="200926"/>
                </a:moveTo>
                <a:lnTo>
                  <a:pt x="0" y="100473"/>
                </a:lnTo>
                <a:lnTo>
                  <a:pt x="133960" y="0"/>
                </a:lnTo>
                <a:lnTo>
                  <a:pt x="133960" y="200926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779FF-13FF-4114-979E-07FDAC00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423" y="4101435"/>
            <a:ext cx="445697" cy="10"/>
          </a:xfrm>
          <a:custGeom xmlns:a="http://schemas.openxmlformats.org/drawingml/2006/main">
            <a:pathLst>
              <a:path w="445697" h="1" fill="none">
                <a:moveTo>
                  <a:pt x="44569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769" cap="flat">
            <a:solidFill>
              <a:srgbClr val="E03440"/>
            </a:solidFill>
            <a:round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597CE-B4ED-416F-886B-4072CAC4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690" y="5652266"/>
            <a:ext cx="133962" cy="200945"/>
          </a:xfrm>
          <a:custGeom xmlns:a="http://schemas.openxmlformats.org/drawingml/2006/main">
            <a:pathLst>
              <a:path w="133962" h="200945">
                <a:moveTo>
                  <a:pt x="133962" y="200945"/>
                </a:moveTo>
                <a:lnTo>
                  <a:pt x="0" y="100473"/>
                </a:lnTo>
                <a:lnTo>
                  <a:pt x="133962" y="0"/>
                </a:lnTo>
                <a:lnTo>
                  <a:pt x="133962" y="200945"/>
                </a:ln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430AB1-7652-4E59-8456-3649331B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859" y="5752738"/>
            <a:ext cx="473736" cy="10"/>
          </a:xfrm>
          <a:custGeom xmlns:a="http://schemas.openxmlformats.org/drawingml/2006/main">
            <a:pathLst>
              <a:path w="473736" h="1" fill="none">
                <a:moveTo>
                  <a:pt x="47373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769" cap="flat">
            <a:solidFill>
              <a:srgbClr val="E03440"/>
            </a:solidFill>
            <a:round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82294-FB55-4369-9FD6-892A1014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432" y="4101435"/>
            <a:ext cx="418037" cy="10"/>
          </a:xfrm>
          <a:custGeom xmlns:a="http://schemas.openxmlformats.org/drawingml/2006/main">
            <a:pathLst>
              <a:path w="418037" h="1" fill="none">
                <a:moveTo>
                  <a:pt x="0" y="0"/>
                </a:moveTo>
                <a:lnTo>
                  <a:pt x="4180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769" cap="flat">
            <a:solidFill>
              <a:srgbClr val="E03440"/>
            </a:solidFill>
            <a:round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238A5-E718-474C-BE2F-301F357B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477" y="5404780"/>
            <a:ext cx="202446" cy="723703"/>
          </a:xfrm>
          <a:custGeom xmlns:a="http://schemas.openxmlformats.org/drawingml/2006/main">
            <a:pathLst>
              <a:path w="202446" h="723703">
                <a:moveTo>
                  <a:pt x="137576" y="0"/>
                </a:moveTo>
                <a:lnTo>
                  <a:pt x="169931" y="30719"/>
                </a:lnTo>
                <a:cubicBezTo>
                  <a:pt x="89466" y="115485"/>
                  <a:pt x="44606" y="227920"/>
                  <a:pt x="44606" y="344813"/>
                </a:cubicBezTo>
                <a:cubicBezTo>
                  <a:pt x="44606" y="477317"/>
                  <a:pt x="102211" y="603279"/>
                  <a:pt x="202446" y="689955"/>
                </a:cubicBezTo>
                <a:lnTo>
                  <a:pt x="173269" y="723703"/>
                </a:lnTo>
                <a:cubicBezTo>
                  <a:pt x="63236" y="628556"/>
                  <a:pt x="0" y="490283"/>
                  <a:pt x="0" y="344813"/>
                </a:cubicBezTo>
                <a:cubicBezTo>
                  <a:pt x="0" y="216497"/>
                  <a:pt x="49244" y="93082"/>
                  <a:pt x="137576" y="0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8DC0A-7928-4633-B06C-7003122A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505" y="5338711"/>
            <a:ext cx="275683" cy="862362"/>
          </a:xfrm>
          <a:custGeom xmlns:a="http://schemas.openxmlformats.org/drawingml/2006/main">
            <a:pathLst>
              <a:path w="275683" h="862362">
                <a:moveTo>
                  <a:pt x="163938" y="0"/>
                </a:moveTo>
                <a:lnTo>
                  <a:pt x="240690" y="72841"/>
                </a:lnTo>
                <a:cubicBezTo>
                  <a:pt x="154095" y="164090"/>
                  <a:pt x="105817" y="285093"/>
                  <a:pt x="105817" y="410882"/>
                </a:cubicBezTo>
                <a:cubicBezTo>
                  <a:pt x="105817" y="553477"/>
                  <a:pt x="167811" y="689048"/>
                  <a:pt x="275683" y="782323"/>
                </a:cubicBezTo>
                <a:lnTo>
                  <a:pt x="206469" y="862362"/>
                </a:lnTo>
                <a:cubicBezTo>
                  <a:pt x="75353" y="748980"/>
                  <a:pt x="0" y="584215"/>
                  <a:pt x="0" y="410882"/>
                </a:cubicBezTo>
                <a:cubicBezTo>
                  <a:pt x="0" y="257983"/>
                  <a:pt x="58680" y="110911"/>
                  <a:pt x="163938" y="0"/>
                </a:cubicBezTo>
                <a:close/>
              </a:path>
            </a:pathLst>
          </a:custGeom>
          <a:solidFill xmlns:a="http://schemas.openxmlformats.org/drawingml/2006/main">
            <a:srgbClr val="E0344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8E1ACE-D19F-4652-8798-9CDE5831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477" y="3755637"/>
            <a:ext cx="202446" cy="723703"/>
          </a:xfrm>
          <a:custGeom xmlns:a="http://schemas.openxmlformats.org/drawingml/2006/main">
            <a:pathLst>
              <a:path w="202446" h="723703">
                <a:moveTo>
                  <a:pt x="137576" y="0"/>
                </a:moveTo>
                <a:lnTo>
                  <a:pt x="169931" y="30719"/>
                </a:lnTo>
                <a:cubicBezTo>
                  <a:pt x="89466" y="115504"/>
                  <a:pt x="44606" y="227920"/>
                  <a:pt x="44606" y="344813"/>
                </a:cubicBezTo>
                <a:cubicBezTo>
                  <a:pt x="44606" y="477317"/>
                  <a:pt x="102211" y="603279"/>
                  <a:pt x="202446" y="689955"/>
                </a:cubicBezTo>
                <a:lnTo>
                  <a:pt x="173269" y="723703"/>
                </a:lnTo>
                <a:cubicBezTo>
                  <a:pt x="63236" y="628556"/>
                  <a:pt x="0" y="490283"/>
                  <a:pt x="0" y="344813"/>
                </a:cubicBezTo>
                <a:cubicBezTo>
                  <a:pt x="0" y="216497"/>
                  <a:pt x="49244" y="93082"/>
                  <a:pt x="137576" y="0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0DCF4-4083-444E-8077-DD8B3216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505" y="3690939"/>
            <a:ext cx="275683" cy="862362"/>
          </a:xfrm>
          <a:custGeom xmlns:a="http://schemas.openxmlformats.org/drawingml/2006/main">
            <a:pathLst>
              <a:path w="275683" h="862362">
                <a:moveTo>
                  <a:pt x="163938" y="0"/>
                </a:moveTo>
                <a:lnTo>
                  <a:pt x="240690" y="72841"/>
                </a:lnTo>
                <a:cubicBezTo>
                  <a:pt x="154095" y="164090"/>
                  <a:pt x="105817" y="285093"/>
                  <a:pt x="105817" y="410882"/>
                </a:cubicBezTo>
                <a:cubicBezTo>
                  <a:pt x="105817" y="553477"/>
                  <a:pt x="167811" y="689048"/>
                  <a:pt x="275683" y="782323"/>
                </a:cubicBezTo>
                <a:lnTo>
                  <a:pt x="206469" y="862362"/>
                </a:lnTo>
                <a:cubicBezTo>
                  <a:pt x="75353" y="748980"/>
                  <a:pt x="0" y="584215"/>
                  <a:pt x="0" y="410882"/>
                </a:cubicBezTo>
                <a:cubicBezTo>
                  <a:pt x="0" y="257983"/>
                  <a:pt x="58680" y="110911"/>
                  <a:pt x="163938" y="0"/>
                </a:cubicBezTo>
                <a:close/>
              </a:path>
            </a:pathLst>
          </a:custGeom>
          <a:solidFill xmlns:a="http://schemas.openxmlformats.org/drawingml/2006/main">
            <a:srgbClr val="E03440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E03BD6-4471-4DD0-A1DA-F0EE3E0F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317" y="401704"/>
            <a:ext cx="196791" cy="188326"/>
          </a:xfrm>
          <a:custGeom xmlns:a="http://schemas.openxmlformats.org/drawingml/2006/main">
            <a:pathLst>
              <a:path w="196791" h="188326">
                <a:moveTo>
                  <a:pt x="98580" y="188326"/>
                </a:moveTo>
                <a:cubicBezTo>
                  <a:pt x="64739" y="188326"/>
                  <a:pt x="33841" y="170670"/>
                  <a:pt x="16920" y="141244"/>
                </a:cubicBezTo>
                <a:cubicBezTo>
                  <a:pt x="0" y="112185"/>
                  <a:pt x="0" y="76507"/>
                  <a:pt x="16920" y="47081"/>
                </a:cubicBezTo>
                <a:cubicBezTo>
                  <a:pt x="33841" y="18022"/>
                  <a:pt x="64739" y="0"/>
                  <a:pt x="98580" y="0"/>
                </a:cubicBezTo>
                <a:cubicBezTo>
                  <a:pt x="132052" y="0"/>
                  <a:pt x="162950" y="18022"/>
                  <a:pt x="179870" y="47081"/>
                </a:cubicBezTo>
                <a:cubicBezTo>
                  <a:pt x="196791" y="76507"/>
                  <a:pt x="196791" y="112185"/>
                  <a:pt x="179870" y="141244"/>
                </a:cubicBezTo>
                <a:cubicBezTo>
                  <a:pt x="162950" y="170670"/>
                  <a:pt x="132052" y="188326"/>
                  <a:pt x="98580" y="188326"/>
                </a:cubicBezTo>
                <a:close/>
                <a:moveTo>
                  <a:pt x="68785" y="64370"/>
                </a:moveTo>
                <a:cubicBezTo>
                  <a:pt x="65107" y="68056"/>
                  <a:pt x="65107" y="73574"/>
                  <a:pt x="68785" y="76874"/>
                </a:cubicBezTo>
                <a:lnTo>
                  <a:pt x="86072" y="94163"/>
                </a:lnTo>
                <a:lnTo>
                  <a:pt x="68785" y="111452"/>
                </a:lnTo>
                <a:cubicBezTo>
                  <a:pt x="65107" y="115137"/>
                  <a:pt x="65107" y="120656"/>
                  <a:pt x="68785" y="123955"/>
                </a:cubicBezTo>
                <a:cubicBezTo>
                  <a:pt x="72096" y="127641"/>
                  <a:pt x="77613" y="127641"/>
                  <a:pt x="80924" y="123955"/>
                </a:cubicBezTo>
                <a:lnTo>
                  <a:pt x="98211" y="106666"/>
                </a:lnTo>
                <a:lnTo>
                  <a:pt x="115500" y="123955"/>
                </a:lnTo>
                <a:cubicBezTo>
                  <a:pt x="119178" y="127641"/>
                  <a:pt x="124694" y="127641"/>
                  <a:pt x="128005" y="123955"/>
                </a:cubicBezTo>
                <a:cubicBezTo>
                  <a:pt x="131683" y="120656"/>
                  <a:pt x="131683" y="115137"/>
                  <a:pt x="128005" y="111452"/>
                </a:cubicBezTo>
                <a:lnTo>
                  <a:pt x="110719" y="94163"/>
                </a:lnTo>
                <a:lnTo>
                  <a:pt x="128005" y="76874"/>
                </a:lnTo>
                <a:cubicBezTo>
                  <a:pt x="131683" y="73574"/>
                  <a:pt x="131683" y="68056"/>
                  <a:pt x="128005" y="64370"/>
                </a:cubicBezTo>
                <a:cubicBezTo>
                  <a:pt x="124694" y="61051"/>
                  <a:pt x="119178" y="61051"/>
                  <a:pt x="115500" y="64370"/>
                </a:cubicBezTo>
                <a:lnTo>
                  <a:pt x="98211" y="81659"/>
                </a:lnTo>
                <a:lnTo>
                  <a:pt x="80924" y="64370"/>
                </a:lnTo>
                <a:cubicBezTo>
                  <a:pt x="77613" y="61051"/>
                  <a:pt x="72096" y="61051"/>
                  <a:pt x="68785" y="64370"/>
                </a:cubicBezTo>
                <a:close/>
              </a:path>
            </a:pathLst>
          </a:custGeom>
          <a:solidFill xmlns:a="http://schemas.openxmlformats.org/drawingml/2006/main">
            <a:srgbClr val="E0344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065154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2026-09-05T17:18:25.8960000Z</dcterms:created>
  <dcterms:modified xsi:type="dcterms:W3CDTF">2026-09-05T17:18:25.8960000Z</dcterms:modified>
</coreProperties>
</file>