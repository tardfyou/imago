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c979c4e284d9e" /><Relationship Type="http://schemas.openxmlformats.org/officeDocument/2006/relationships/extended-properties" Target="/docProps/app.xml" Id="R0412ef56dbda46c8" /><Relationship Type="http://schemas.openxmlformats.org/officeDocument/2006/relationships/officeDocument" Target="/ppt/presentation.xml" Id="R2ec35be47840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ae7ebe9c84439e"/>
  </p:sldMasterIdLst>
  <p:notesMasterIdLst>
    <p:notesMasterId xmlns:r="http://schemas.openxmlformats.org/officeDocument/2006/relationships" r:id="R83a1e9edccb74fc7"/>
  </p:notesMasterIdLst>
  <p:sldIdLst>
    <p:sldId xmlns:r="http://schemas.openxmlformats.org/officeDocument/2006/relationships" id="256" r:id="Rfd2d1ed521ef484c"/>
  </p:sldIdLst>
  <p:sldSz cx="6343650" cy="4371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9d4e229951481d" /><Relationship Type="http://schemas.openxmlformats.org/officeDocument/2006/relationships/slideMaster" Target="/ppt/slideMasters/slideMaster1.xml" Id="R98ae7ebe9c84439e" /><Relationship Type="http://schemas.openxmlformats.org/officeDocument/2006/relationships/notesMaster" Target="/ppt/notesMasters/notesMaster1.xml" Id="R83a1e9edccb74fc7" /><Relationship Type="http://schemas.openxmlformats.org/officeDocument/2006/relationships/presProps" Target="/ppt/presProps.xml" Id="R4c985e49af4c46e4" /><Relationship Type="http://schemas.openxmlformats.org/officeDocument/2006/relationships/tableStyles" Target="/ppt/tableStyles.xml" Id="Rad02f7a6a5ea4309" /><Relationship Type="http://schemas.openxmlformats.org/officeDocument/2006/relationships/slide" Target="/ppt/slides/slide1.xml" Id="Rfd2d1ed521ef48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3477593566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c6b1307e7c4ea4" /><Relationship Type="http://schemas.openxmlformats.org/officeDocument/2006/relationships/notesMaster" Target="/ppt/notesMasters/notesMaster1.xml" Id="Rd3ad3e72d19f42b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素材ID：AI-075</ns1:t>
            </ns1:r>
          </ns1:p>
          <ns1:p>
            <ns1:r>
              <ns1:t>论文：Mapping the Circumplex of Affect: Geometric Analysis of Emotion Representations via Hyperspherical Contrastive Learning</ns1:t>
            </ns1:r>
          </ns1:p>
          <ns1:p>
            <ns1:r>
              <ns1:t>会议：ACL 2026</ns1:t>
            </ns1:r>
          </ns1:p>
          <ns1:p>
            <ns1:r>
              <ns1:t>奖项：Best Theme Paper</ns1:t>
            </ns1:r>
          </ns1:p>
          <ns1:p>
            <ns1:r>
              <ns1:t>图号：Figure 3，PDF第4页</ns1:t>
            </ns1:r>
          </ns1:p>
          <ns1:p>
            <ns1:r>
              <ns1:t>类型：方法细节</ns1:t>
            </ns1:r>
          </ns1:p>
          <ns1:p>
            <ns1:r>
              <ns1:t>借鉴点：十二个扇区配合正负极性弧和角度标尺，再用具体情绪对说明距离由极性与角距组成。</ns1:t>
            </ns1:r>
          </ns1:p>
          <ns1:p>
            <ns1:r>
              <ns1:t>论文URL：https://aclanthology.org/2026.acl-long.772/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8e0a1796648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d4e23732c4de8" /><Relationship Type="http://schemas.openxmlformats.org/officeDocument/2006/relationships/slideLayout" Target="/ppt/slideLayouts/slideLayout1.xml" Id="Rad10e49f5efd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10e49f5efd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05aba4f0e4223" /><Relationship Type="http://schemas.openxmlformats.org/officeDocument/2006/relationships/notesSlide" Target="/ppt/notesSlides/notesSlide1.xml" Id="R4b2979068cf841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ath-1">
            <a:extLst xmlns:a="http://schemas.openxmlformats.org/drawingml/2006/main">
              <a:ext uri="{FF2B5EF4-FFF2-40B4-BE49-F238E27FC236}">
                <a16:creationId xmlns:a16="http://schemas.microsoft.com/office/drawing/2014/main" id="{06C439B7-CF84-4BBC-A80A-77652F92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7" y="695405"/>
            <a:ext cx="754367" cy="1457245"/>
          </a:xfrm>
          <a:custGeom xmlns:a="http://schemas.openxmlformats.org/drawingml/2006/main">
            <a:pathLst>
              <a:path w="754367" h="1457245">
                <a:moveTo>
                  <a:pt x="377183" y="1457245"/>
                </a:moveTo>
                <a:lnTo>
                  <a:pt x="0" y="49577"/>
                </a:lnTo>
                <a:lnTo>
                  <a:pt x="29563" y="41987"/>
                </a:lnTo>
                <a:lnTo>
                  <a:pt x="59278" y="35017"/>
                </a:lnTo>
                <a:lnTo>
                  <a:pt x="89132" y="28671"/>
                </a:lnTo>
                <a:lnTo>
                  <a:pt x="119113" y="22952"/>
                </a:lnTo>
                <a:lnTo>
                  <a:pt x="149208" y="17862"/>
                </a:lnTo>
                <a:lnTo>
                  <a:pt x="179402" y="13403"/>
                </a:lnTo>
                <a:lnTo>
                  <a:pt x="209683" y="9578"/>
                </a:lnTo>
                <a:lnTo>
                  <a:pt x="240037" y="6388"/>
                </a:lnTo>
                <a:lnTo>
                  <a:pt x="270452" y="3834"/>
                </a:lnTo>
                <a:lnTo>
                  <a:pt x="300913" y="1917"/>
                </a:lnTo>
                <a:lnTo>
                  <a:pt x="331408" y="639"/>
                </a:lnTo>
                <a:lnTo>
                  <a:pt x="361923" y="0"/>
                </a:lnTo>
                <a:lnTo>
                  <a:pt x="392444" y="0"/>
                </a:lnTo>
                <a:lnTo>
                  <a:pt x="422959" y="639"/>
                </a:lnTo>
                <a:lnTo>
                  <a:pt x="453454" y="1917"/>
                </a:lnTo>
                <a:lnTo>
                  <a:pt x="483915" y="3834"/>
                </a:lnTo>
                <a:lnTo>
                  <a:pt x="514330" y="6388"/>
                </a:lnTo>
                <a:lnTo>
                  <a:pt x="544684" y="9578"/>
                </a:lnTo>
                <a:lnTo>
                  <a:pt x="574965" y="13403"/>
                </a:lnTo>
                <a:lnTo>
                  <a:pt x="605159" y="17862"/>
                </a:lnTo>
                <a:lnTo>
                  <a:pt x="635253" y="22952"/>
                </a:lnTo>
                <a:lnTo>
                  <a:pt x="665234" y="28671"/>
                </a:lnTo>
                <a:lnTo>
                  <a:pt x="695089" y="35017"/>
                </a:lnTo>
                <a:lnTo>
                  <a:pt x="724804" y="41987"/>
                </a:lnTo>
                <a:lnTo>
                  <a:pt x="754367" y="49577"/>
                </a:lnTo>
                <a:lnTo>
                  <a:pt x="377183" y="1457245"/>
                </a:lnTo>
                <a:close/>
              </a:path>
            </a:pathLst>
          </a:custGeom>
          <a:solidFill xmlns:a="http://schemas.openxmlformats.org/drawingml/2006/main">
            <a:srgbClr val="751FCC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2" name="AI-075-2">
            <a:extLst xmlns:a="http://schemas.openxmlformats.org/drawingml/2006/main">
              <a:ext uri="{FF2B5EF4-FFF2-40B4-BE49-F238E27FC236}">
                <a16:creationId xmlns:a16="http://schemas.microsoft.com/office/drawing/2014/main" id="{D51F9A00-007A-4848-8875-4255B90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62100" y="10287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surprise</a:t>
            </a:r>
          </a:p>
        </p:txBody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4D3218D0-E3BB-4781-A4D5-9FE771E5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44982"/>
            <a:ext cx="1030484" cy="1407668"/>
          </a:xfrm>
          <a:custGeom xmlns:a="http://schemas.openxmlformats.org/drawingml/2006/main">
            <a:pathLst>
              <a:path w="1030484" h="1407668">
                <a:moveTo>
                  <a:pt x="0" y="1407668"/>
                </a:moveTo>
                <a:lnTo>
                  <a:pt x="377183" y="0"/>
                </a:lnTo>
                <a:lnTo>
                  <a:pt x="406581" y="8208"/>
                </a:lnTo>
                <a:lnTo>
                  <a:pt x="435800" y="17030"/>
                </a:lnTo>
                <a:lnTo>
                  <a:pt x="464827" y="26461"/>
                </a:lnTo>
                <a:lnTo>
                  <a:pt x="493651" y="36499"/>
                </a:lnTo>
                <a:lnTo>
                  <a:pt x="522259" y="47138"/>
                </a:lnTo>
                <a:lnTo>
                  <a:pt x="550637" y="58374"/>
                </a:lnTo>
                <a:lnTo>
                  <a:pt x="578774" y="70201"/>
                </a:lnTo>
                <a:lnTo>
                  <a:pt x="606656" y="82615"/>
                </a:lnTo>
                <a:lnTo>
                  <a:pt x="634273" y="95611"/>
                </a:lnTo>
                <a:lnTo>
                  <a:pt x="661612" y="109182"/>
                </a:lnTo>
                <a:lnTo>
                  <a:pt x="688660" y="123322"/>
                </a:lnTo>
                <a:lnTo>
                  <a:pt x="715406" y="138026"/>
                </a:lnTo>
                <a:lnTo>
                  <a:pt x="741839" y="153287"/>
                </a:lnTo>
                <a:lnTo>
                  <a:pt x="767946" y="169098"/>
                </a:lnTo>
                <a:lnTo>
                  <a:pt x="793716" y="185452"/>
                </a:lnTo>
                <a:lnTo>
                  <a:pt x="819138" y="202343"/>
                </a:lnTo>
                <a:lnTo>
                  <a:pt x="844201" y="219762"/>
                </a:lnTo>
                <a:lnTo>
                  <a:pt x="868893" y="237702"/>
                </a:lnTo>
                <a:lnTo>
                  <a:pt x="893205" y="256155"/>
                </a:lnTo>
                <a:lnTo>
                  <a:pt x="917124" y="275114"/>
                </a:lnTo>
                <a:lnTo>
                  <a:pt x="940642" y="294569"/>
                </a:lnTo>
                <a:lnTo>
                  <a:pt x="963746" y="314512"/>
                </a:lnTo>
                <a:lnTo>
                  <a:pt x="986428" y="334935"/>
                </a:lnTo>
                <a:lnTo>
                  <a:pt x="1008678" y="355829"/>
                </a:lnTo>
                <a:lnTo>
                  <a:pt x="1030484" y="377183"/>
                </a:lnTo>
                <a:lnTo>
                  <a:pt x="0" y="1407668"/>
                </a:lnTo>
                <a:close/>
              </a:path>
            </a:pathLst>
          </a:custGeom>
          <a:solidFill xmlns:a="http://schemas.openxmlformats.org/drawingml/2006/main">
            <a:srgbClr val="1F1FCC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4" name="AI-075-4">
            <a:extLst xmlns:a="http://schemas.openxmlformats.org/drawingml/2006/main">
              <a:ext uri="{FF2B5EF4-FFF2-40B4-BE49-F238E27FC236}">
                <a16:creationId xmlns:a16="http://schemas.microsoft.com/office/drawing/2014/main" id="{FC5B662F-5C11-408D-BDB0-340FE83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066925" y="1163967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excitement</a:t>
            </a:r>
          </a:p>
        </p:txBody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797C1D51-DBB8-463B-976C-C2F7FDDE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122166"/>
            <a:ext cx="1407668" cy="1030484"/>
          </a:xfrm>
          <a:custGeom xmlns:a="http://schemas.openxmlformats.org/drawingml/2006/main">
            <a:pathLst>
              <a:path w="1407668" h="1030484">
                <a:moveTo>
                  <a:pt x="0" y="1030484"/>
                </a:moveTo>
                <a:lnTo>
                  <a:pt x="1030484" y="0"/>
                </a:lnTo>
                <a:lnTo>
                  <a:pt x="1051839" y="21807"/>
                </a:lnTo>
                <a:lnTo>
                  <a:pt x="1072733" y="44056"/>
                </a:lnTo>
                <a:lnTo>
                  <a:pt x="1093156" y="66738"/>
                </a:lnTo>
                <a:lnTo>
                  <a:pt x="1113099" y="89843"/>
                </a:lnTo>
                <a:lnTo>
                  <a:pt x="1132554" y="113360"/>
                </a:lnTo>
                <a:lnTo>
                  <a:pt x="1151513" y="137280"/>
                </a:lnTo>
                <a:lnTo>
                  <a:pt x="1169966" y="161591"/>
                </a:lnTo>
                <a:lnTo>
                  <a:pt x="1187906" y="186283"/>
                </a:lnTo>
                <a:lnTo>
                  <a:pt x="1205325" y="211346"/>
                </a:lnTo>
                <a:lnTo>
                  <a:pt x="1222216" y="236768"/>
                </a:lnTo>
                <a:lnTo>
                  <a:pt x="1238570" y="262539"/>
                </a:lnTo>
                <a:lnTo>
                  <a:pt x="1254381" y="288646"/>
                </a:lnTo>
                <a:lnTo>
                  <a:pt x="1269642" y="315078"/>
                </a:lnTo>
                <a:lnTo>
                  <a:pt x="1284346" y="341824"/>
                </a:lnTo>
                <a:lnTo>
                  <a:pt x="1298486" y="368873"/>
                </a:lnTo>
                <a:lnTo>
                  <a:pt x="1312057" y="396211"/>
                </a:lnTo>
                <a:lnTo>
                  <a:pt x="1325053" y="423828"/>
                </a:lnTo>
                <a:lnTo>
                  <a:pt x="1337467" y="451711"/>
                </a:lnTo>
                <a:lnTo>
                  <a:pt x="1349294" y="479848"/>
                </a:lnTo>
                <a:lnTo>
                  <a:pt x="1360530" y="508226"/>
                </a:lnTo>
                <a:lnTo>
                  <a:pt x="1371169" y="536833"/>
                </a:lnTo>
                <a:lnTo>
                  <a:pt x="1381207" y="565657"/>
                </a:lnTo>
                <a:lnTo>
                  <a:pt x="1390638" y="594685"/>
                </a:lnTo>
                <a:lnTo>
                  <a:pt x="1399460" y="623904"/>
                </a:lnTo>
                <a:lnTo>
                  <a:pt x="1407668" y="653301"/>
                </a:lnTo>
                <a:lnTo>
                  <a:pt x="0" y="1030484"/>
                </a:lnTo>
                <a:close/>
              </a:path>
            </a:pathLst>
          </a:custGeom>
          <a:solidFill xmlns:a="http://schemas.openxmlformats.org/drawingml/2006/main">
            <a:srgbClr val="1F75CC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6" name="AI-075-6">
            <a:extLst xmlns:a="http://schemas.openxmlformats.org/drawingml/2006/main">
              <a:ext uri="{FF2B5EF4-FFF2-40B4-BE49-F238E27FC236}">
                <a16:creationId xmlns:a16="http://schemas.microsoft.com/office/drawing/2014/main" id="{6F7595FE-D349-4CF1-BE90-DFAE61D6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00000">
            <a:off x="2436483" y="1533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joy</a:t>
            </a:r>
          </a:p>
        </p:txBody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81E87543-259A-41F9-9136-36BA4A68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75467"/>
            <a:ext cx="1457245" cy="754367"/>
          </a:xfrm>
          <a:custGeom xmlns:a="http://schemas.openxmlformats.org/drawingml/2006/main">
            <a:pathLst>
              <a:path w="1457245" h="754367">
                <a:moveTo>
                  <a:pt x="0" y="377183"/>
                </a:moveTo>
                <a:lnTo>
                  <a:pt x="1407668" y="0"/>
                </a:lnTo>
                <a:lnTo>
                  <a:pt x="1415258" y="29563"/>
                </a:lnTo>
                <a:lnTo>
                  <a:pt x="1422228" y="59278"/>
                </a:lnTo>
                <a:lnTo>
                  <a:pt x="1428574" y="89132"/>
                </a:lnTo>
                <a:lnTo>
                  <a:pt x="1434293" y="119113"/>
                </a:lnTo>
                <a:lnTo>
                  <a:pt x="1439383" y="149208"/>
                </a:lnTo>
                <a:lnTo>
                  <a:pt x="1443842" y="179402"/>
                </a:lnTo>
                <a:lnTo>
                  <a:pt x="1447667" y="209683"/>
                </a:lnTo>
                <a:lnTo>
                  <a:pt x="1450857" y="240037"/>
                </a:lnTo>
                <a:lnTo>
                  <a:pt x="1453411" y="270452"/>
                </a:lnTo>
                <a:lnTo>
                  <a:pt x="1455328" y="300913"/>
                </a:lnTo>
                <a:lnTo>
                  <a:pt x="1456606" y="331408"/>
                </a:lnTo>
                <a:lnTo>
                  <a:pt x="1457245" y="361923"/>
                </a:lnTo>
                <a:lnTo>
                  <a:pt x="1457245" y="392444"/>
                </a:lnTo>
                <a:lnTo>
                  <a:pt x="1456606" y="422959"/>
                </a:lnTo>
                <a:lnTo>
                  <a:pt x="1455328" y="453454"/>
                </a:lnTo>
                <a:lnTo>
                  <a:pt x="1453411" y="483915"/>
                </a:lnTo>
                <a:lnTo>
                  <a:pt x="1450857" y="514330"/>
                </a:lnTo>
                <a:lnTo>
                  <a:pt x="1447667" y="544684"/>
                </a:lnTo>
                <a:lnTo>
                  <a:pt x="1443842" y="574965"/>
                </a:lnTo>
                <a:lnTo>
                  <a:pt x="1439383" y="605159"/>
                </a:lnTo>
                <a:lnTo>
                  <a:pt x="1434293" y="635253"/>
                </a:lnTo>
                <a:lnTo>
                  <a:pt x="1428574" y="665234"/>
                </a:lnTo>
                <a:lnTo>
                  <a:pt x="1422228" y="695089"/>
                </a:lnTo>
                <a:lnTo>
                  <a:pt x="1415258" y="724804"/>
                </a:lnTo>
                <a:lnTo>
                  <a:pt x="1407668" y="754367"/>
                </a:lnTo>
                <a:lnTo>
                  <a:pt x="0" y="377183"/>
                </a:lnTo>
                <a:close/>
              </a:path>
            </a:pathLst>
          </a:custGeom>
          <a:solidFill xmlns:a="http://schemas.openxmlformats.org/drawingml/2006/main">
            <a:srgbClr val="1FCCCC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8" name="AI-075-8">
            <a:extLst xmlns:a="http://schemas.openxmlformats.org/drawingml/2006/main">
              <a:ext uri="{FF2B5EF4-FFF2-40B4-BE49-F238E27FC236}">
                <a16:creationId xmlns:a16="http://schemas.microsoft.com/office/drawing/2014/main" id="{E61DDEFE-2698-4B5E-BEBE-1EB2DB73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0383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love</a:t>
            </a:r>
          </a:p>
        </p:txBody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2F6D3AAA-0C24-4942-8A09-E9C36A9A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52650"/>
            <a:ext cx="1407668" cy="1030484"/>
          </a:xfrm>
          <a:custGeom xmlns:a="http://schemas.openxmlformats.org/drawingml/2006/main">
            <a:pathLst>
              <a:path w="1407668" h="1030484">
                <a:moveTo>
                  <a:pt x="0" y="0"/>
                </a:moveTo>
                <a:lnTo>
                  <a:pt x="1407668" y="377183"/>
                </a:lnTo>
                <a:lnTo>
                  <a:pt x="1399460" y="406581"/>
                </a:lnTo>
                <a:lnTo>
                  <a:pt x="1390638" y="435800"/>
                </a:lnTo>
                <a:lnTo>
                  <a:pt x="1381207" y="464827"/>
                </a:lnTo>
                <a:lnTo>
                  <a:pt x="1371169" y="493651"/>
                </a:lnTo>
                <a:lnTo>
                  <a:pt x="1360530" y="522259"/>
                </a:lnTo>
                <a:lnTo>
                  <a:pt x="1349294" y="550637"/>
                </a:lnTo>
                <a:lnTo>
                  <a:pt x="1337467" y="578774"/>
                </a:lnTo>
                <a:lnTo>
                  <a:pt x="1325053" y="606656"/>
                </a:lnTo>
                <a:lnTo>
                  <a:pt x="1312057" y="634273"/>
                </a:lnTo>
                <a:lnTo>
                  <a:pt x="1298486" y="661612"/>
                </a:lnTo>
                <a:lnTo>
                  <a:pt x="1284346" y="688660"/>
                </a:lnTo>
                <a:lnTo>
                  <a:pt x="1269642" y="715406"/>
                </a:lnTo>
                <a:lnTo>
                  <a:pt x="1254381" y="741839"/>
                </a:lnTo>
                <a:lnTo>
                  <a:pt x="1238570" y="767946"/>
                </a:lnTo>
                <a:lnTo>
                  <a:pt x="1222216" y="793716"/>
                </a:lnTo>
                <a:lnTo>
                  <a:pt x="1205325" y="819138"/>
                </a:lnTo>
                <a:lnTo>
                  <a:pt x="1187906" y="844201"/>
                </a:lnTo>
                <a:lnTo>
                  <a:pt x="1169966" y="868893"/>
                </a:lnTo>
                <a:lnTo>
                  <a:pt x="1151513" y="893205"/>
                </a:lnTo>
                <a:lnTo>
                  <a:pt x="1132554" y="917124"/>
                </a:lnTo>
                <a:lnTo>
                  <a:pt x="1113099" y="940642"/>
                </a:lnTo>
                <a:lnTo>
                  <a:pt x="1093156" y="963746"/>
                </a:lnTo>
                <a:lnTo>
                  <a:pt x="1072733" y="986428"/>
                </a:lnTo>
                <a:lnTo>
                  <a:pt x="1051839" y="1008678"/>
                </a:lnTo>
                <a:lnTo>
                  <a:pt x="1030484" y="10304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CC75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10" name="AI-075-10">
            <a:extLst xmlns:a="http://schemas.openxmlformats.org/drawingml/2006/main">
              <a:ext uri="{FF2B5EF4-FFF2-40B4-BE49-F238E27FC236}">
                <a16:creationId xmlns:a16="http://schemas.microsoft.com/office/drawing/2014/main" id="{50F70506-665A-4D76-94DB-781763C5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">
            <a:off x="2436483" y="25431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26F98CA7-FC0A-467A-891E-B455CD6B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52650"/>
            <a:ext cx="1030484" cy="1407668"/>
          </a:xfrm>
          <a:custGeom xmlns:a="http://schemas.openxmlformats.org/drawingml/2006/main">
            <a:pathLst>
              <a:path w="1030484" h="1407668">
                <a:moveTo>
                  <a:pt x="0" y="0"/>
                </a:moveTo>
                <a:lnTo>
                  <a:pt x="1030484" y="1030484"/>
                </a:lnTo>
                <a:lnTo>
                  <a:pt x="1008678" y="1051839"/>
                </a:lnTo>
                <a:lnTo>
                  <a:pt x="986428" y="1072733"/>
                </a:lnTo>
                <a:lnTo>
                  <a:pt x="963746" y="1093156"/>
                </a:lnTo>
                <a:lnTo>
                  <a:pt x="940642" y="1113099"/>
                </a:lnTo>
                <a:lnTo>
                  <a:pt x="917124" y="1132554"/>
                </a:lnTo>
                <a:lnTo>
                  <a:pt x="893205" y="1151513"/>
                </a:lnTo>
                <a:lnTo>
                  <a:pt x="868893" y="1169966"/>
                </a:lnTo>
                <a:lnTo>
                  <a:pt x="844201" y="1187906"/>
                </a:lnTo>
                <a:lnTo>
                  <a:pt x="819138" y="1205325"/>
                </a:lnTo>
                <a:lnTo>
                  <a:pt x="793716" y="1222216"/>
                </a:lnTo>
                <a:lnTo>
                  <a:pt x="767946" y="1238570"/>
                </a:lnTo>
                <a:lnTo>
                  <a:pt x="741839" y="1254381"/>
                </a:lnTo>
                <a:lnTo>
                  <a:pt x="715406" y="1269642"/>
                </a:lnTo>
                <a:lnTo>
                  <a:pt x="688660" y="1284346"/>
                </a:lnTo>
                <a:lnTo>
                  <a:pt x="661612" y="1298486"/>
                </a:lnTo>
                <a:lnTo>
                  <a:pt x="634273" y="1312057"/>
                </a:lnTo>
                <a:lnTo>
                  <a:pt x="606656" y="1325053"/>
                </a:lnTo>
                <a:lnTo>
                  <a:pt x="578774" y="1337467"/>
                </a:lnTo>
                <a:lnTo>
                  <a:pt x="550637" y="1349294"/>
                </a:lnTo>
                <a:lnTo>
                  <a:pt x="522259" y="1360530"/>
                </a:lnTo>
                <a:lnTo>
                  <a:pt x="493651" y="1371169"/>
                </a:lnTo>
                <a:lnTo>
                  <a:pt x="464827" y="1381207"/>
                </a:lnTo>
                <a:lnTo>
                  <a:pt x="435800" y="1390638"/>
                </a:lnTo>
                <a:lnTo>
                  <a:pt x="406581" y="1399460"/>
                </a:lnTo>
                <a:lnTo>
                  <a:pt x="377183" y="14076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FCC1F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12" name="AI-075-12">
            <a:extLst xmlns:a="http://schemas.openxmlformats.org/drawingml/2006/main">
              <a:ext uri="{FF2B5EF4-FFF2-40B4-BE49-F238E27FC236}">
                <a16:creationId xmlns:a16="http://schemas.microsoft.com/office/drawing/2014/main" id="{39F1E89A-2055-478D-83FA-72A4BEC0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0">
            <a:off x="2066925" y="2912733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relief</a:t>
            </a:r>
          </a:p>
        </p:txBody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8894E916-C706-49FD-96D0-C2AF8697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67" y="2152650"/>
            <a:ext cx="754367" cy="1457245"/>
          </a:xfrm>
          <a:custGeom xmlns:a="http://schemas.openxmlformats.org/drawingml/2006/main">
            <a:pathLst>
              <a:path w="754367" h="1457245">
                <a:moveTo>
                  <a:pt x="377183" y="0"/>
                </a:moveTo>
                <a:lnTo>
                  <a:pt x="754367" y="1407668"/>
                </a:lnTo>
                <a:lnTo>
                  <a:pt x="724804" y="1415258"/>
                </a:lnTo>
                <a:lnTo>
                  <a:pt x="695089" y="1422228"/>
                </a:lnTo>
                <a:lnTo>
                  <a:pt x="665234" y="1428574"/>
                </a:lnTo>
                <a:lnTo>
                  <a:pt x="635253" y="1434293"/>
                </a:lnTo>
                <a:lnTo>
                  <a:pt x="605159" y="1439383"/>
                </a:lnTo>
                <a:lnTo>
                  <a:pt x="574965" y="1443842"/>
                </a:lnTo>
                <a:lnTo>
                  <a:pt x="544684" y="1447667"/>
                </a:lnTo>
                <a:lnTo>
                  <a:pt x="514330" y="1450857"/>
                </a:lnTo>
                <a:lnTo>
                  <a:pt x="483915" y="1453411"/>
                </a:lnTo>
                <a:lnTo>
                  <a:pt x="453454" y="1455328"/>
                </a:lnTo>
                <a:lnTo>
                  <a:pt x="422959" y="1456606"/>
                </a:lnTo>
                <a:lnTo>
                  <a:pt x="392444" y="1457245"/>
                </a:lnTo>
                <a:lnTo>
                  <a:pt x="361923" y="1457245"/>
                </a:lnTo>
                <a:lnTo>
                  <a:pt x="331408" y="1456606"/>
                </a:lnTo>
                <a:lnTo>
                  <a:pt x="300913" y="1455328"/>
                </a:lnTo>
                <a:lnTo>
                  <a:pt x="270452" y="1453411"/>
                </a:lnTo>
                <a:lnTo>
                  <a:pt x="240037" y="1450857"/>
                </a:lnTo>
                <a:lnTo>
                  <a:pt x="209683" y="1447667"/>
                </a:lnTo>
                <a:lnTo>
                  <a:pt x="179402" y="1443842"/>
                </a:lnTo>
                <a:lnTo>
                  <a:pt x="149208" y="1439383"/>
                </a:lnTo>
                <a:lnTo>
                  <a:pt x="119113" y="1434293"/>
                </a:lnTo>
                <a:lnTo>
                  <a:pt x="89132" y="1428574"/>
                </a:lnTo>
                <a:lnTo>
                  <a:pt x="59278" y="1422228"/>
                </a:lnTo>
                <a:lnTo>
                  <a:pt x="29563" y="1415258"/>
                </a:lnTo>
                <a:lnTo>
                  <a:pt x="0" y="1407668"/>
                </a:lnTo>
                <a:lnTo>
                  <a:pt x="377183" y="0"/>
                </a:lnTo>
                <a:close/>
              </a:path>
            </a:pathLst>
          </a:custGeom>
          <a:solidFill xmlns:a="http://schemas.openxmlformats.org/drawingml/2006/main">
            <a:srgbClr val="75CC1F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14" name="AI-075-14">
            <a:extLst xmlns:a="http://schemas.openxmlformats.org/drawingml/2006/main">
              <a:ext uri="{FF2B5EF4-FFF2-40B4-BE49-F238E27FC236}">
                <a16:creationId xmlns:a16="http://schemas.microsoft.com/office/drawing/2014/main" id="{BF96F80C-A12F-4307-9715-460EBD22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562100" y="30480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calmness</a:t>
            </a:r>
          </a:p>
        </p:txBody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989A3A83-371A-46B4-ABB2-C85EC86E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66" y="2152650"/>
            <a:ext cx="1030484" cy="1407668"/>
          </a:xfrm>
          <a:custGeom xmlns:a="http://schemas.openxmlformats.org/drawingml/2006/main">
            <a:pathLst>
              <a:path w="1030484" h="1407668">
                <a:moveTo>
                  <a:pt x="1030484" y="0"/>
                </a:moveTo>
                <a:lnTo>
                  <a:pt x="653301" y="1407668"/>
                </a:lnTo>
                <a:lnTo>
                  <a:pt x="623904" y="1399460"/>
                </a:lnTo>
                <a:lnTo>
                  <a:pt x="594685" y="1390638"/>
                </a:lnTo>
                <a:lnTo>
                  <a:pt x="565657" y="1381207"/>
                </a:lnTo>
                <a:lnTo>
                  <a:pt x="536833" y="1371169"/>
                </a:lnTo>
                <a:lnTo>
                  <a:pt x="508226" y="1360530"/>
                </a:lnTo>
                <a:lnTo>
                  <a:pt x="479848" y="1349294"/>
                </a:lnTo>
                <a:lnTo>
                  <a:pt x="451711" y="1337467"/>
                </a:lnTo>
                <a:lnTo>
                  <a:pt x="423828" y="1325053"/>
                </a:lnTo>
                <a:lnTo>
                  <a:pt x="396211" y="1312057"/>
                </a:lnTo>
                <a:lnTo>
                  <a:pt x="368873" y="1298486"/>
                </a:lnTo>
                <a:lnTo>
                  <a:pt x="341824" y="1284346"/>
                </a:lnTo>
                <a:lnTo>
                  <a:pt x="315078" y="1269642"/>
                </a:lnTo>
                <a:lnTo>
                  <a:pt x="288646" y="1254381"/>
                </a:lnTo>
                <a:lnTo>
                  <a:pt x="262539" y="1238570"/>
                </a:lnTo>
                <a:lnTo>
                  <a:pt x="236768" y="1222216"/>
                </a:lnTo>
                <a:lnTo>
                  <a:pt x="211346" y="1205325"/>
                </a:lnTo>
                <a:lnTo>
                  <a:pt x="186283" y="1187906"/>
                </a:lnTo>
                <a:lnTo>
                  <a:pt x="161591" y="1169966"/>
                </a:lnTo>
                <a:lnTo>
                  <a:pt x="137280" y="1151513"/>
                </a:lnTo>
                <a:lnTo>
                  <a:pt x="113360" y="1132554"/>
                </a:lnTo>
                <a:lnTo>
                  <a:pt x="89843" y="1113099"/>
                </a:lnTo>
                <a:lnTo>
                  <a:pt x="66738" y="1093156"/>
                </a:lnTo>
                <a:lnTo>
                  <a:pt x="44056" y="1072733"/>
                </a:lnTo>
                <a:lnTo>
                  <a:pt x="21807" y="1051839"/>
                </a:lnTo>
                <a:lnTo>
                  <a:pt x="0" y="1030484"/>
                </a:lnTo>
                <a:lnTo>
                  <a:pt x="1030484" y="0"/>
                </a:lnTo>
                <a:close/>
              </a:path>
            </a:pathLst>
          </a:custGeom>
          <a:solidFill xmlns:a="http://schemas.openxmlformats.org/drawingml/2006/main">
            <a:srgbClr val="CCCC1F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16" name="AI-075-16">
            <a:extLst xmlns:a="http://schemas.openxmlformats.org/drawingml/2006/main">
              <a:ext uri="{FF2B5EF4-FFF2-40B4-BE49-F238E27FC236}">
                <a16:creationId xmlns:a16="http://schemas.microsoft.com/office/drawing/2014/main" id="{756D8B9D-8119-4423-813B-B6892A85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0">
            <a:off x="1057275" y="2912733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boredom</a:t>
            </a:r>
          </a:p>
        </p:txBody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F7BD1EFB-92B0-4EF8-BE98-62D3F31C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82" y="2152650"/>
            <a:ext cx="1407668" cy="1030484"/>
          </a:xfrm>
          <a:custGeom xmlns:a="http://schemas.openxmlformats.org/drawingml/2006/main">
            <a:pathLst>
              <a:path w="1407668" h="1030484">
                <a:moveTo>
                  <a:pt x="1407668" y="0"/>
                </a:moveTo>
                <a:lnTo>
                  <a:pt x="377183" y="1030484"/>
                </a:lnTo>
                <a:lnTo>
                  <a:pt x="355829" y="1008678"/>
                </a:lnTo>
                <a:lnTo>
                  <a:pt x="334935" y="986428"/>
                </a:lnTo>
                <a:lnTo>
                  <a:pt x="314512" y="963746"/>
                </a:lnTo>
                <a:lnTo>
                  <a:pt x="294569" y="940642"/>
                </a:lnTo>
                <a:lnTo>
                  <a:pt x="275114" y="917124"/>
                </a:lnTo>
                <a:lnTo>
                  <a:pt x="256155" y="893205"/>
                </a:lnTo>
                <a:lnTo>
                  <a:pt x="237702" y="868893"/>
                </a:lnTo>
                <a:lnTo>
                  <a:pt x="219762" y="844201"/>
                </a:lnTo>
                <a:lnTo>
                  <a:pt x="202343" y="819138"/>
                </a:lnTo>
                <a:lnTo>
                  <a:pt x="185452" y="793716"/>
                </a:lnTo>
                <a:lnTo>
                  <a:pt x="169098" y="767946"/>
                </a:lnTo>
                <a:lnTo>
                  <a:pt x="153287" y="741839"/>
                </a:lnTo>
                <a:lnTo>
                  <a:pt x="138026" y="715406"/>
                </a:lnTo>
                <a:lnTo>
                  <a:pt x="123322" y="688660"/>
                </a:lnTo>
                <a:lnTo>
                  <a:pt x="109182" y="661612"/>
                </a:lnTo>
                <a:lnTo>
                  <a:pt x="95611" y="634273"/>
                </a:lnTo>
                <a:lnTo>
                  <a:pt x="82615" y="606656"/>
                </a:lnTo>
                <a:lnTo>
                  <a:pt x="70201" y="578774"/>
                </a:lnTo>
                <a:lnTo>
                  <a:pt x="58374" y="550637"/>
                </a:lnTo>
                <a:lnTo>
                  <a:pt x="47138" y="522259"/>
                </a:lnTo>
                <a:lnTo>
                  <a:pt x="36499" y="493651"/>
                </a:lnTo>
                <a:lnTo>
                  <a:pt x="26461" y="464827"/>
                </a:lnTo>
                <a:lnTo>
                  <a:pt x="17030" y="435800"/>
                </a:lnTo>
                <a:lnTo>
                  <a:pt x="8208" y="406581"/>
                </a:lnTo>
                <a:lnTo>
                  <a:pt x="0" y="377183"/>
                </a:lnTo>
                <a:lnTo>
                  <a:pt x="1407668" y="0"/>
                </a:lnTo>
                <a:close/>
              </a:path>
            </a:pathLst>
          </a:custGeom>
          <a:solidFill xmlns:a="http://schemas.openxmlformats.org/drawingml/2006/main">
            <a:srgbClr val="CC751F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18" name="AI-075-18">
            <a:extLst xmlns:a="http://schemas.openxmlformats.org/drawingml/2006/main">
              <a:ext uri="{FF2B5EF4-FFF2-40B4-BE49-F238E27FC236}">
                <a16:creationId xmlns:a16="http://schemas.microsoft.com/office/drawing/2014/main" id="{4F73FBFD-09F1-4DD5-8501-EA597ECC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0">
            <a:off x="687717" y="25431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sadness</a:t>
            </a:r>
          </a:p>
        </p:txBody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C10E8487-8193-4A57-9C98-F77BCB9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405" y="1775467"/>
            <a:ext cx="1457245" cy="754367"/>
          </a:xfrm>
          <a:custGeom xmlns:a="http://schemas.openxmlformats.org/drawingml/2006/main">
            <a:pathLst>
              <a:path w="1457245" h="754367">
                <a:moveTo>
                  <a:pt x="1457245" y="377183"/>
                </a:moveTo>
                <a:lnTo>
                  <a:pt x="49577" y="754367"/>
                </a:lnTo>
                <a:lnTo>
                  <a:pt x="41987" y="724804"/>
                </a:lnTo>
                <a:lnTo>
                  <a:pt x="35017" y="695089"/>
                </a:lnTo>
                <a:lnTo>
                  <a:pt x="28671" y="665234"/>
                </a:lnTo>
                <a:lnTo>
                  <a:pt x="22952" y="635253"/>
                </a:lnTo>
                <a:lnTo>
                  <a:pt x="17862" y="605159"/>
                </a:lnTo>
                <a:lnTo>
                  <a:pt x="13403" y="574965"/>
                </a:lnTo>
                <a:lnTo>
                  <a:pt x="9578" y="544684"/>
                </a:lnTo>
                <a:lnTo>
                  <a:pt x="6388" y="514330"/>
                </a:lnTo>
                <a:lnTo>
                  <a:pt x="3834" y="483915"/>
                </a:lnTo>
                <a:lnTo>
                  <a:pt x="1917" y="453454"/>
                </a:lnTo>
                <a:lnTo>
                  <a:pt x="639" y="422959"/>
                </a:lnTo>
                <a:lnTo>
                  <a:pt x="0" y="392444"/>
                </a:lnTo>
                <a:lnTo>
                  <a:pt x="0" y="361923"/>
                </a:lnTo>
                <a:lnTo>
                  <a:pt x="639" y="331408"/>
                </a:lnTo>
                <a:lnTo>
                  <a:pt x="1917" y="300913"/>
                </a:lnTo>
                <a:lnTo>
                  <a:pt x="3834" y="270452"/>
                </a:lnTo>
                <a:lnTo>
                  <a:pt x="6388" y="240037"/>
                </a:lnTo>
                <a:lnTo>
                  <a:pt x="9578" y="209683"/>
                </a:lnTo>
                <a:lnTo>
                  <a:pt x="13403" y="179402"/>
                </a:lnTo>
                <a:lnTo>
                  <a:pt x="17862" y="149208"/>
                </a:lnTo>
                <a:lnTo>
                  <a:pt x="22952" y="119113"/>
                </a:lnTo>
                <a:lnTo>
                  <a:pt x="28671" y="89132"/>
                </a:lnTo>
                <a:lnTo>
                  <a:pt x="35017" y="59278"/>
                </a:lnTo>
                <a:lnTo>
                  <a:pt x="41987" y="29563"/>
                </a:lnTo>
                <a:lnTo>
                  <a:pt x="49577" y="0"/>
                </a:lnTo>
                <a:lnTo>
                  <a:pt x="1457245" y="377183"/>
                </a:lnTo>
                <a:close/>
              </a:path>
            </a:pathLst>
          </a:custGeom>
          <a:solidFill xmlns:a="http://schemas.openxmlformats.org/drawingml/2006/main">
            <a:srgbClr val="CC1F1F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20" name="AI-075-20">
            <a:extLst xmlns:a="http://schemas.openxmlformats.org/drawingml/2006/main">
              <a:ext uri="{FF2B5EF4-FFF2-40B4-BE49-F238E27FC236}">
                <a16:creationId xmlns:a16="http://schemas.microsoft.com/office/drawing/2014/main" id="{2368A313-EDA6-4165-9361-EDD45701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0383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disgust</a:t>
            </a:r>
          </a:p>
        </p:txBody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44AE8A24-39B4-40F2-8BDD-4E403B9C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82" y="1122166"/>
            <a:ext cx="1407668" cy="1030484"/>
          </a:xfrm>
          <a:custGeom xmlns:a="http://schemas.openxmlformats.org/drawingml/2006/main">
            <a:pathLst>
              <a:path w="1407668" h="1030484">
                <a:moveTo>
                  <a:pt x="1407668" y="1030484"/>
                </a:moveTo>
                <a:lnTo>
                  <a:pt x="0" y="653301"/>
                </a:lnTo>
                <a:lnTo>
                  <a:pt x="8208" y="623904"/>
                </a:lnTo>
                <a:lnTo>
                  <a:pt x="17030" y="594685"/>
                </a:lnTo>
                <a:lnTo>
                  <a:pt x="26461" y="565657"/>
                </a:lnTo>
                <a:lnTo>
                  <a:pt x="36499" y="536833"/>
                </a:lnTo>
                <a:lnTo>
                  <a:pt x="47138" y="508226"/>
                </a:lnTo>
                <a:lnTo>
                  <a:pt x="58374" y="479848"/>
                </a:lnTo>
                <a:lnTo>
                  <a:pt x="70201" y="451711"/>
                </a:lnTo>
                <a:lnTo>
                  <a:pt x="82615" y="423828"/>
                </a:lnTo>
                <a:lnTo>
                  <a:pt x="95611" y="396211"/>
                </a:lnTo>
                <a:lnTo>
                  <a:pt x="109182" y="368873"/>
                </a:lnTo>
                <a:lnTo>
                  <a:pt x="123322" y="341824"/>
                </a:lnTo>
                <a:lnTo>
                  <a:pt x="138026" y="315078"/>
                </a:lnTo>
                <a:lnTo>
                  <a:pt x="153287" y="288646"/>
                </a:lnTo>
                <a:lnTo>
                  <a:pt x="169098" y="262539"/>
                </a:lnTo>
                <a:lnTo>
                  <a:pt x="185452" y="236768"/>
                </a:lnTo>
                <a:lnTo>
                  <a:pt x="202343" y="211346"/>
                </a:lnTo>
                <a:lnTo>
                  <a:pt x="219762" y="186283"/>
                </a:lnTo>
                <a:lnTo>
                  <a:pt x="237702" y="161591"/>
                </a:lnTo>
                <a:lnTo>
                  <a:pt x="256155" y="137280"/>
                </a:lnTo>
                <a:lnTo>
                  <a:pt x="275114" y="113360"/>
                </a:lnTo>
                <a:lnTo>
                  <a:pt x="294569" y="89843"/>
                </a:lnTo>
                <a:lnTo>
                  <a:pt x="314512" y="66738"/>
                </a:lnTo>
                <a:lnTo>
                  <a:pt x="334935" y="44056"/>
                </a:lnTo>
                <a:lnTo>
                  <a:pt x="355829" y="21807"/>
                </a:lnTo>
                <a:lnTo>
                  <a:pt x="377183" y="0"/>
                </a:lnTo>
                <a:lnTo>
                  <a:pt x="1407668" y="1030484"/>
                </a:lnTo>
                <a:close/>
              </a:path>
            </a:pathLst>
          </a:custGeom>
          <a:solidFill xmlns:a="http://schemas.openxmlformats.org/drawingml/2006/main">
            <a:srgbClr val="CC1F75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22" name="AI-075-22">
            <a:extLst xmlns:a="http://schemas.openxmlformats.org/drawingml/2006/main">
              <a:ext uri="{FF2B5EF4-FFF2-40B4-BE49-F238E27FC236}">
                <a16:creationId xmlns:a16="http://schemas.microsoft.com/office/drawing/2014/main" id="{EDE83A6C-A740-4D5C-BAF3-5467671A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">
            <a:off x="687717" y="15335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fear</a:t>
            </a:r>
          </a:p>
        </p:txBody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A43901BF-2C61-4A6E-AB04-F9364DF5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66" y="744982"/>
            <a:ext cx="1030484" cy="1407668"/>
          </a:xfrm>
          <a:custGeom xmlns:a="http://schemas.openxmlformats.org/drawingml/2006/main">
            <a:pathLst>
              <a:path w="1030484" h="1407668">
                <a:moveTo>
                  <a:pt x="1030484" y="1407668"/>
                </a:moveTo>
                <a:lnTo>
                  <a:pt x="0" y="377183"/>
                </a:lnTo>
                <a:lnTo>
                  <a:pt x="21807" y="355829"/>
                </a:lnTo>
                <a:lnTo>
                  <a:pt x="44056" y="334935"/>
                </a:lnTo>
                <a:lnTo>
                  <a:pt x="66738" y="314512"/>
                </a:lnTo>
                <a:lnTo>
                  <a:pt x="89843" y="294569"/>
                </a:lnTo>
                <a:lnTo>
                  <a:pt x="113360" y="275114"/>
                </a:lnTo>
                <a:lnTo>
                  <a:pt x="137280" y="256155"/>
                </a:lnTo>
                <a:lnTo>
                  <a:pt x="161591" y="237702"/>
                </a:lnTo>
                <a:lnTo>
                  <a:pt x="186283" y="219762"/>
                </a:lnTo>
                <a:lnTo>
                  <a:pt x="211346" y="202343"/>
                </a:lnTo>
                <a:lnTo>
                  <a:pt x="236768" y="185452"/>
                </a:lnTo>
                <a:lnTo>
                  <a:pt x="262539" y="169098"/>
                </a:lnTo>
                <a:lnTo>
                  <a:pt x="288646" y="153287"/>
                </a:lnTo>
                <a:lnTo>
                  <a:pt x="315078" y="138026"/>
                </a:lnTo>
                <a:lnTo>
                  <a:pt x="341824" y="123322"/>
                </a:lnTo>
                <a:lnTo>
                  <a:pt x="368873" y="109182"/>
                </a:lnTo>
                <a:lnTo>
                  <a:pt x="396211" y="95611"/>
                </a:lnTo>
                <a:lnTo>
                  <a:pt x="423828" y="82615"/>
                </a:lnTo>
                <a:lnTo>
                  <a:pt x="451711" y="70201"/>
                </a:lnTo>
                <a:lnTo>
                  <a:pt x="479848" y="58374"/>
                </a:lnTo>
                <a:lnTo>
                  <a:pt x="508226" y="47138"/>
                </a:lnTo>
                <a:lnTo>
                  <a:pt x="536833" y="36499"/>
                </a:lnTo>
                <a:lnTo>
                  <a:pt x="565657" y="26461"/>
                </a:lnTo>
                <a:lnTo>
                  <a:pt x="594685" y="17030"/>
                </a:lnTo>
                <a:lnTo>
                  <a:pt x="623904" y="8208"/>
                </a:lnTo>
                <a:lnTo>
                  <a:pt x="653301" y="0"/>
                </a:lnTo>
                <a:lnTo>
                  <a:pt x="1030484" y="1407668"/>
                </a:lnTo>
                <a:close/>
              </a:path>
            </a:pathLst>
          </a:custGeom>
          <a:solidFill xmlns:a="http://schemas.openxmlformats.org/drawingml/2006/main">
            <a:srgbClr val="CC1FCC"/>
          </a:solidFill>
          <a:ln xmlns:a="http://schemas.openxmlformats.org/drawingml/2006/main" w="10478">
            <a:solidFill>
              <a:srgbClr val="FFFFFF"/>
            </a:solidFill>
          </a:ln>
        </p:spPr>
      </p:sp>
      <p:sp>
        <p:nvSpPr>
          <p:cNvPr id="24" name="AI-075-24">
            <a:extLst xmlns:a="http://schemas.openxmlformats.org/drawingml/2006/main">
              <a:ext uri="{FF2B5EF4-FFF2-40B4-BE49-F238E27FC236}">
                <a16:creationId xmlns:a16="http://schemas.microsoft.com/office/drawing/2014/main" id="{265709BD-923F-4C9F-B343-7F89AF9C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0">
            <a:off x="1057275" y="1163967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anger</a:t>
            </a:r>
          </a:p>
        </p:txBody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07B4E6C3-64D2-42D4-AAED-21C4301A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24172"/>
            <a:ext cx="1249576" cy="3256957"/>
          </a:xfrm>
          <a:custGeom xmlns:a="http://schemas.openxmlformats.org/drawingml/2006/main">
            <a:pathLst>
              <a:path w="1249576" h="3256957">
                <a:moveTo>
                  <a:pt x="1249576" y="3256957"/>
                </a:moveTo>
                <a:lnTo>
                  <a:pt x="1207096" y="3244977"/>
                </a:lnTo>
                <a:lnTo>
                  <a:pt x="1164946" y="3231888"/>
                </a:lnTo>
                <a:lnTo>
                  <a:pt x="1123152" y="3217701"/>
                </a:lnTo>
                <a:lnTo>
                  <a:pt x="1081744" y="3202425"/>
                </a:lnTo>
                <a:lnTo>
                  <a:pt x="1040749" y="3186070"/>
                </a:lnTo>
                <a:lnTo>
                  <a:pt x="1000198" y="3168648"/>
                </a:lnTo>
                <a:lnTo>
                  <a:pt x="960116" y="3150170"/>
                </a:lnTo>
                <a:lnTo>
                  <a:pt x="920531" y="3130649"/>
                </a:lnTo>
                <a:lnTo>
                  <a:pt x="881471" y="3110098"/>
                </a:lnTo>
                <a:lnTo>
                  <a:pt x="842963" y="3088532"/>
                </a:lnTo>
                <a:lnTo>
                  <a:pt x="805032" y="3065966"/>
                </a:lnTo>
                <a:lnTo>
                  <a:pt x="767704" y="3042414"/>
                </a:lnTo>
                <a:lnTo>
                  <a:pt x="731007" y="3017893"/>
                </a:lnTo>
                <a:lnTo>
                  <a:pt x="694963" y="2992420"/>
                </a:lnTo>
                <a:lnTo>
                  <a:pt x="659599" y="2966013"/>
                </a:lnTo>
                <a:lnTo>
                  <a:pt x="624938" y="2938688"/>
                </a:lnTo>
                <a:lnTo>
                  <a:pt x="591004" y="2910466"/>
                </a:lnTo>
                <a:lnTo>
                  <a:pt x="557821" y="2881365"/>
                </a:lnTo>
                <a:lnTo>
                  <a:pt x="525411" y="2851405"/>
                </a:lnTo>
                <a:lnTo>
                  <a:pt x="493796" y="2820607"/>
                </a:lnTo>
                <a:lnTo>
                  <a:pt x="462998" y="2788993"/>
                </a:lnTo>
                <a:lnTo>
                  <a:pt x="433039" y="2756583"/>
                </a:lnTo>
                <a:lnTo>
                  <a:pt x="403938" y="2723399"/>
                </a:lnTo>
                <a:lnTo>
                  <a:pt x="375715" y="2689465"/>
                </a:lnTo>
                <a:lnTo>
                  <a:pt x="348391" y="2654805"/>
                </a:lnTo>
                <a:lnTo>
                  <a:pt x="321983" y="2619440"/>
                </a:lnTo>
                <a:lnTo>
                  <a:pt x="296510" y="2583397"/>
                </a:lnTo>
                <a:lnTo>
                  <a:pt x="271989" y="2546699"/>
                </a:lnTo>
                <a:lnTo>
                  <a:pt x="248438" y="2509372"/>
                </a:lnTo>
                <a:lnTo>
                  <a:pt x="225871" y="2471441"/>
                </a:lnTo>
                <a:lnTo>
                  <a:pt x="204305" y="2432932"/>
                </a:lnTo>
                <a:lnTo>
                  <a:pt x="183755" y="2393872"/>
                </a:lnTo>
                <a:lnTo>
                  <a:pt x="164234" y="2354288"/>
                </a:lnTo>
                <a:lnTo>
                  <a:pt x="145756" y="2314206"/>
                </a:lnTo>
                <a:lnTo>
                  <a:pt x="128333" y="2273654"/>
                </a:lnTo>
                <a:lnTo>
                  <a:pt x="111978" y="2232660"/>
                </a:lnTo>
                <a:lnTo>
                  <a:pt x="96702" y="2191252"/>
                </a:lnTo>
                <a:lnTo>
                  <a:pt x="82515" y="2149458"/>
                </a:lnTo>
                <a:lnTo>
                  <a:pt x="69427" y="2107307"/>
                </a:lnTo>
                <a:lnTo>
                  <a:pt x="57447" y="2064828"/>
                </a:lnTo>
                <a:lnTo>
                  <a:pt x="46582" y="2022050"/>
                </a:lnTo>
                <a:lnTo>
                  <a:pt x="36842" y="1979002"/>
                </a:lnTo>
                <a:lnTo>
                  <a:pt x="28231" y="1935714"/>
                </a:lnTo>
                <a:lnTo>
                  <a:pt x="20757" y="1892215"/>
                </a:lnTo>
                <a:lnTo>
                  <a:pt x="14423" y="1848536"/>
                </a:lnTo>
                <a:lnTo>
                  <a:pt x="9236" y="1804706"/>
                </a:lnTo>
                <a:lnTo>
                  <a:pt x="5197" y="1760755"/>
                </a:lnTo>
                <a:lnTo>
                  <a:pt x="2311" y="1716713"/>
                </a:lnTo>
                <a:lnTo>
                  <a:pt x="578" y="1672611"/>
                </a:lnTo>
                <a:lnTo>
                  <a:pt x="0" y="1628478"/>
                </a:lnTo>
                <a:lnTo>
                  <a:pt x="578" y="1584346"/>
                </a:lnTo>
                <a:lnTo>
                  <a:pt x="2311" y="1540244"/>
                </a:lnTo>
                <a:lnTo>
                  <a:pt x="5197" y="1496202"/>
                </a:lnTo>
                <a:lnTo>
                  <a:pt x="9236" y="1452251"/>
                </a:lnTo>
                <a:lnTo>
                  <a:pt x="14423" y="1408421"/>
                </a:lnTo>
                <a:lnTo>
                  <a:pt x="20757" y="1364742"/>
                </a:lnTo>
                <a:lnTo>
                  <a:pt x="28231" y="1321243"/>
                </a:lnTo>
                <a:lnTo>
                  <a:pt x="36842" y="1277955"/>
                </a:lnTo>
                <a:lnTo>
                  <a:pt x="46582" y="1234907"/>
                </a:lnTo>
                <a:lnTo>
                  <a:pt x="57447" y="1192129"/>
                </a:lnTo>
                <a:lnTo>
                  <a:pt x="69427" y="1149650"/>
                </a:lnTo>
                <a:lnTo>
                  <a:pt x="82515" y="1107499"/>
                </a:lnTo>
                <a:lnTo>
                  <a:pt x="96702" y="1065705"/>
                </a:lnTo>
                <a:lnTo>
                  <a:pt x="111978" y="1024297"/>
                </a:lnTo>
                <a:lnTo>
                  <a:pt x="128333" y="983303"/>
                </a:lnTo>
                <a:lnTo>
                  <a:pt x="145756" y="942751"/>
                </a:lnTo>
                <a:lnTo>
                  <a:pt x="164234" y="902669"/>
                </a:lnTo>
                <a:lnTo>
                  <a:pt x="183755" y="863085"/>
                </a:lnTo>
                <a:lnTo>
                  <a:pt x="204305" y="824025"/>
                </a:lnTo>
                <a:lnTo>
                  <a:pt x="225871" y="785516"/>
                </a:lnTo>
                <a:lnTo>
                  <a:pt x="248438" y="747585"/>
                </a:lnTo>
                <a:lnTo>
                  <a:pt x="271989" y="710258"/>
                </a:lnTo>
                <a:lnTo>
                  <a:pt x="296510" y="673560"/>
                </a:lnTo>
                <a:lnTo>
                  <a:pt x="321983" y="637517"/>
                </a:lnTo>
                <a:lnTo>
                  <a:pt x="348391" y="602152"/>
                </a:lnTo>
                <a:lnTo>
                  <a:pt x="375715" y="567492"/>
                </a:lnTo>
                <a:lnTo>
                  <a:pt x="403938" y="533558"/>
                </a:lnTo>
                <a:lnTo>
                  <a:pt x="433039" y="500374"/>
                </a:lnTo>
                <a:lnTo>
                  <a:pt x="462998" y="467964"/>
                </a:lnTo>
                <a:lnTo>
                  <a:pt x="493796" y="436349"/>
                </a:lnTo>
                <a:lnTo>
                  <a:pt x="525411" y="405552"/>
                </a:lnTo>
                <a:lnTo>
                  <a:pt x="557821" y="375592"/>
                </a:lnTo>
                <a:lnTo>
                  <a:pt x="591004" y="346491"/>
                </a:lnTo>
                <a:lnTo>
                  <a:pt x="624938" y="318269"/>
                </a:lnTo>
                <a:lnTo>
                  <a:pt x="659599" y="290944"/>
                </a:lnTo>
                <a:lnTo>
                  <a:pt x="694963" y="264537"/>
                </a:lnTo>
                <a:lnTo>
                  <a:pt x="731007" y="239064"/>
                </a:lnTo>
                <a:lnTo>
                  <a:pt x="767704" y="214543"/>
                </a:lnTo>
                <a:lnTo>
                  <a:pt x="805032" y="190991"/>
                </a:lnTo>
                <a:lnTo>
                  <a:pt x="842962" y="168425"/>
                </a:lnTo>
                <a:lnTo>
                  <a:pt x="881471" y="146859"/>
                </a:lnTo>
                <a:lnTo>
                  <a:pt x="920531" y="126308"/>
                </a:lnTo>
                <a:lnTo>
                  <a:pt x="960116" y="106787"/>
                </a:lnTo>
                <a:lnTo>
                  <a:pt x="1000198" y="88309"/>
                </a:lnTo>
                <a:lnTo>
                  <a:pt x="1040749" y="70887"/>
                </a:lnTo>
                <a:lnTo>
                  <a:pt x="1081744" y="54532"/>
                </a:lnTo>
                <a:lnTo>
                  <a:pt x="1123152" y="39256"/>
                </a:lnTo>
                <a:lnTo>
                  <a:pt x="1164946" y="25069"/>
                </a:lnTo>
                <a:lnTo>
                  <a:pt x="1207096" y="11980"/>
                </a:lnTo>
                <a:lnTo>
                  <a:pt x="12495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32935"/>
            </a:solidFill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BA98721B-1A9B-404B-BAD8-B82AA2C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807" y="3727108"/>
            <a:ext cx="74494" cy="70056"/>
          </a:xfrm>
          <a:custGeom xmlns:a="http://schemas.openxmlformats.org/drawingml/2006/main">
            <a:pathLst>
              <a:path w="74494" h="70056">
                <a:moveTo>
                  <a:pt x="0" y="70056"/>
                </a:moveTo>
                <a:lnTo>
                  <a:pt x="74494" y="54020"/>
                </a:lnTo>
                <a:lnTo>
                  <a:pt x="207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32935"/>
            </a:solidFill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06C2EF87-89EC-4EFF-9198-7E472F9D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807" y="508136"/>
            <a:ext cx="74494" cy="70056"/>
          </a:xfrm>
          <a:custGeom xmlns:a="http://schemas.openxmlformats.org/drawingml/2006/main">
            <a:pathLst>
              <a:path w="74494" h="70056">
                <a:moveTo>
                  <a:pt x="20751" y="70056"/>
                </a:moveTo>
                <a:lnTo>
                  <a:pt x="74494" y="1603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32935"/>
            </a:solidFill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5889107F-5B21-4CBD-A528-EAFE0A20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354" y="532035"/>
            <a:ext cx="1221221" cy="3241230"/>
          </a:xfrm>
          <a:custGeom xmlns:a="http://schemas.openxmlformats.org/drawingml/2006/main">
            <a:pathLst>
              <a:path w="1221221" h="3241230">
                <a:moveTo>
                  <a:pt x="0" y="0"/>
                </a:moveTo>
                <a:lnTo>
                  <a:pt x="41702" y="12543"/>
                </a:lnTo>
                <a:lnTo>
                  <a:pt x="83067" y="26159"/>
                </a:lnTo>
                <a:lnTo>
                  <a:pt x="124065" y="40839"/>
                </a:lnTo>
                <a:lnTo>
                  <a:pt x="164672" y="56572"/>
                </a:lnTo>
                <a:lnTo>
                  <a:pt x="204858" y="73350"/>
                </a:lnTo>
                <a:lnTo>
                  <a:pt x="244597" y="91159"/>
                </a:lnTo>
                <a:lnTo>
                  <a:pt x="283863" y="109989"/>
                </a:lnTo>
                <a:lnTo>
                  <a:pt x="322630" y="129827"/>
                </a:lnTo>
                <a:lnTo>
                  <a:pt x="360871" y="150660"/>
                </a:lnTo>
                <a:lnTo>
                  <a:pt x="398562" y="172473"/>
                </a:lnTo>
                <a:lnTo>
                  <a:pt x="435677" y="195253"/>
                </a:lnTo>
                <a:lnTo>
                  <a:pt x="472190" y="218983"/>
                </a:lnTo>
                <a:lnTo>
                  <a:pt x="508079" y="243649"/>
                </a:lnTo>
                <a:lnTo>
                  <a:pt x="543319" y="269233"/>
                </a:lnTo>
                <a:lnTo>
                  <a:pt x="577886" y="295719"/>
                </a:lnTo>
                <a:lnTo>
                  <a:pt x="611758" y="323089"/>
                </a:lnTo>
                <a:lnTo>
                  <a:pt x="644911" y="351325"/>
                </a:lnTo>
                <a:lnTo>
                  <a:pt x="677324" y="380408"/>
                </a:lnTo>
                <a:lnTo>
                  <a:pt x="708975" y="410318"/>
                </a:lnTo>
                <a:lnTo>
                  <a:pt x="739843" y="441035"/>
                </a:lnTo>
                <a:lnTo>
                  <a:pt x="769908" y="472540"/>
                </a:lnTo>
                <a:lnTo>
                  <a:pt x="799148" y="504810"/>
                </a:lnTo>
                <a:lnTo>
                  <a:pt x="827546" y="537825"/>
                </a:lnTo>
                <a:lnTo>
                  <a:pt x="855081" y="571563"/>
                </a:lnTo>
                <a:lnTo>
                  <a:pt x="881736" y="606000"/>
                </a:lnTo>
                <a:lnTo>
                  <a:pt x="907492" y="641114"/>
                </a:lnTo>
                <a:lnTo>
                  <a:pt x="932333" y="676882"/>
                </a:lnTo>
                <a:lnTo>
                  <a:pt x="956241" y="713280"/>
                </a:lnTo>
                <a:lnTo>
                  <a:pt x="979202" y="750283"/>
                </a:lnTo>
                <a:lnTo>
                  <a:pt x="1001199" y="787866"/>
                </a:lnTo>
                <a:lnTo>
                  <a:pt x="1022219" y="826005"/>
                </a:lnTo>
                <a:lnTo>
                  <a:pt x="1042246" y="864675"/>
                </a:lnTo>
                <a:lnTo>
                  <a:pt x="1061267" y="903848"/>
                </a:lnTo>
                <a:lnTo>
                  <a:pt x="1079271" y="943500"/>
                </a:lnTo>
                <a:lnTo>
                  <a:pt x="1096244" y="983604"/>
                </a:lnTo>
                <a:lnTo>
                  <a:pt x="1112176" y="1024133"/>
                </a:lnTo>
                <a:lnTo>
                  <a:pt x="1127056" y="1065059"/>
                </a:lnTo>
                <a:lnTo>
                  <a:pt x="1140874" y="1106357"/>
                </a:lnTo>
                <a:lnTo>
                  <a:pt x="1153621" y="1147997"/>
                </a:lnTo>
                <a:lnTo>
                  <a:pt x="1165288" y="1189953"/>
                </a:lnTo>
                <a:lnTo>
                  <a:pt x="1175867" y="1232196"/>
                </a:lnTo>
                <a:lnTo>
                  <a:pt x="1185352" y="1274698"/>
                </a:lnTo>
                <a:lnTo>
                  <a:pt x="1193736" y="1317431"/>
                </a:lnTo>
                <a:lnTo>
                  <a:pt x="1201013" y="1360366"/>
                </a:lnTo>
                <a:lnTo>
                  <a:pt x="1207179" y="1403475"/>
                </a:lnTo>
                <a:lnTo>
                  <a:pt x="1212230" y="1446729"/>
                </a:lnTo>
                <a:lnTo>
                  <a:pt x="1216162" y="1490099"/>
                </a:lnTo>
                <a:lnTo>
                  <a:pt x="1218972" y="1533556"/>
                </a:lnTo>
                <a:lnTo>
                  <a:pt x="1220659" y="1577071"/>
                </a:lnTo>
                <a:lnTo>
                  <a:pt x="1221221" y="1620615"/>
                </a:lnTo>
                <a:lnTo>
                  <a:pt x="1220659" y="1664159"/>
                </a:lnTo>
                <a:lnTo>
                  <a:pt x="1218972" y="1707674"/>
                </a:lnTo>
                <a:lnTo>
                  <a:pt x="1216162" y="1751131"/>
                </a:lnTo>
                <a:lnTo>
                  <a:pt x="1212230" y="1794501"/>
                </a:lnTo>
                <a:lnTo>
                  <a:pt x="1207179" y="1837755"/>
                </a:lnTo>
                <a:lnTo>
                  <a:pt x="1201013" y="1880864"/>
                </a:lnTo>
                <a:lnTo>
                  <a:pt x="1193736" y="1923799"/>
                </a:lnTo>
                <a:lnTo>
                  <a:pt x="1185352" y="1966532"/>
                </a:lnTo>
                <a:lnTo>
                  <a:pt x="1175867" y="2009034"/>
                </a:lnTo>
                <a:lnTo>
                  <a:pt x="1165288" y="2051278"/>
                </a:lnTo>
                <a:lnTo>
                  <a:pt x="1153621" y="2093233"/>
                </a:lnTo>
                <a:lnTo>
                  <a:pt x="1140874" y="2134874"/>
                </a:lnTo>
                <a:lnTo>
                  <a:pt x="1127056" y="2176171"/>
                </a:lnTo>
                <a:lnTo>
                  <a:pt x="1112176" y="2217098"/>
                </a:lnTo>
                <a:lnTo>
                  <a:pt x="1096244" y="2257626"/>
                </a:lnTo>
                <a:lnTo>
                  <a:pt x="1079271" y="2297730"/>
                </a:lnTo>
                <a:lnTo>
                  <a:pt x="1061267" y="2337382"/>
                </a:lnTo>
                <a:lnTo>
                  <a:pt x="1042246" y="2376556"/>
                </a:lnTo>
                <a:lnTo>
                  <a:pt x="1022219" y="2415225"/>
                </a:lnTo>
                <a:lnTo>
                  <a:pt x="1001199" y="2453364"/>
                </a:lnTo>
                <a:lnTo>
                  <a:pt x="979202" y="2490948"/>
                </a:lnTo>
                <a:lnTo>
                  <a:pt x="956241" y="2527950"/>
                </a:lnTo>
                <a:lnTo>
                  <a:pt x="932333" y="2564348"/>
                </a:lnTo>
                <a:lnTo>
                  <a:pt x="907492" y="2600116"/>
                </a:lnTo>
                <a:lnTo>
                  <a:pt x="881736" y="2635230"/>
                </a:lnTo>
                <a:lnTo>
                  <a:pt x="855081" y="2669667"/>
                </a:lnTo>
                <a:lnTo>
                  <a:pt x="827546" y="2703405"/>
                </a:lnTo>
                <a:lnTo>
                  <a:pt x="799148" y="2736420"/>
                </a:lnTo>
                <a:lnTo>
                  <a:pt x="769908" y="2768690"/>
                </a:lnTo>
                <a:lnTo>
                  <a:pt x="739843" y="2800195"/>
                </a:lnTo>
                <a:lnTo>
                  <a:pt x="708975" y="2830913"/>
                </a:lnTo>
                <a:lnTo>
                  <a:pt x="677324" y="2860823"/>
                </a:lnTo>
                <a:lnTo>
                  <a:pt x="644911" y="2889905"/>
                </a:lnTo>
                <a:lnTo>
                  <a:pt x="611758" y="2918141"/>
                </a:lnTo>
                <a:lnTo>
                  <a:pt x="577886" y="2945511"/>
                </a:lnTo>
                <a:lnTo>
                  <a:pt x="543319" y="2971997"/>
                </a:lnTo>
                <a:lnTo>
                  <a:pt x="508079" y="2997581"/>
                </a:lnTo>
                <a:lnTo>
                  <a:pt x="472190" y="3022247"/>
                </a:lnTo>
                <a:lnTo>
                  <a:pt x="435677" y="3045978"/>
                </a:lnTo>
                <a:lnTo>
                  <a:pt x="398562" y="3068757"/>
                </a:lnTo>
                <a:lnTo>
                  <a:pt x="360871" y="3090570"/>
                </a:lnTo>
                <a:lnTo>
                  <a:pt x="322630" y="3111403"/>
                </a:lnTo>
                <a:lnTo>
                  <a:pt x="283863" y="3131241"/>
                </a:lnTo>
                <a:lnTo>
                  <a:pt x="244597" y="3150071"/>
                </a:lnTo>
                <a:lnTo>
                  <a:pt x="204858" y="3167881"/>
                </a:lnTo>
                <a:lnTo>
                  <a:pt x="164672" y="3184658"/>
                </a:lnTo>
                <a:lnTo>
                  <a:pt x="124065" y="3200392"/>
                </a:lnTo>
                <a:lnTo>
                  <a:pt x="83067" y="3215071"/>
                </a:lnTo>
                <a:lnTo>
                  <a:pt x="41702" y="3228687"/>
                </a:lnTo>
                <a:lnTo>
                  <a:pt x="0" y="324123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B7ED"/>
            </a:solidFill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BF704556-1FA7-47F8-9D79-45FB0B6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354" y="517276"/>
            <a:ext cx="74757" cy="69690"/>
          </a:xfrm>
          <a:custGeom xmlns:a="http://schemas.openxmlformats.org/drawingml/2006/main">
            <a:pathLst>
              <a:path w="74757" h="69690">
                <a:moveTo>
                  <a:pt x="74757" y="0"/>
                </a:moveTo>
                <a:lnTo>
                  <a:pt x="0" y="14759"/>
                </a:lnTo>
                <a:lnTo>
                  <a:pt x="52810" y="6969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B7ED"/>
            </a:solidFill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F2EB939D-9CE2-4F63-B77B-88DF323D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354" y="3718333"/>
            <a:ext cx="74757" cy="69690"/>
          </a:xfrm>
          <a:custGeom xmlns:a="http://schemas.openxmlformats.org/drawingml/2006/main">
            <a:pathLst>
              <a:path w="74757" h="69690">
                <a:moveTo>
                  <a:pt x="52810" y="0"/>
                </a:moveTo>
                <a:lnTo>
                  <a:pt x="0" y="54932"/>
                </a:lnTo>
                <a:lnTo>
                  <a:pt x="74757" y="6969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B7ED"/>
            </a:solidFill>
          </a:ln>
        </p:spPr>
      </p:sp>
      <p:sp>
        <p:nvSpPr>
          <p:cNvPr id="31" name="AI-075-31">
            <a:extLst xmlns:a="http://schemas.openxmlformats.org/drawingml/2006/main">
              <a:ext uri="{FF2B5EF4-FFF2-40B4-BE49-F238E27FC236}">
                <a16:creationId xmlns:a16="http://schemas.microsoft.com/office/drawing/2014/main" id="{FBDA0291-40FF-4EDC-A62B-2F970415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46672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ED2632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ED2632"/>
                </a:solidFill>
                <a:latin typeface="Arial"/>
                <a:ea typeface="Arial"/>
                <a:cs typeface="Arial"/>
              </a:rPr>
              <a:t>Negative</a:t>
            </a:r>
          </a:p>
        </p:txBody>
      </p:sp>
      <p:sp>
        <p:nvSpPr>
          <p:cNvPr id="32" name="AI-075-32">
            <a:extLst xmlns:a="http://schemas.openxmlformats.org/drawingml/2006/main">
              <a:ext uri="{FF2B5EF4-FFF2-40B4-BE49-F238E27FC236}">
                <a16:creationId xmlns:a16="http://schemas.microsoft.com/office/drawing/2014/main" id="{52738A91-FFD6-460F-8312-A5D0C47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5675" y="46672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00B7ED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00B7ED"/>
                </a:solidFill>
                <a:latin typeface="Arial"/>
                <a:ea typeface="Arial"/>
                <a:cs typeface="Arial"/>
              </a:rPr>
              <a:t>Positive</a:t>
            </a:r>
          </a:p>
        </p:txBody>
      </p:sp>
      <p:sp>
        <p:nvSpPr>
          <p:cNvPr id="33" name="AI-075-33">
            <a:extLst xmlns:a="http://schemas.openxmlformats.org/drawingml/2006/main">
              <a:ext uri="{FF2B5EF4-FFF2-40B4-BE49-F238E27FC236}">
                <a16:creationId xmlns:a16="http://schemas.microsoft.com/office/drawing/2014/main" id="{721415C5-5275-497A-AEBE-78F8B21E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0225" y="3714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Neutral</a:t>
            </a:r>
          </a:p>
        </p:txBody>
      </p:sp>
      <p:sp>
        <p:nvSpPr>
          <p:cNvPr id="34" name="AI-075-34">
            <a:extLst xmlns:a="http://schemas.openxmlformats.org/drawingml/2006/main">
              <a:ext uri="{FF2B5EF4-FFF2-40B4-BE49-F238E27FC236}">
                <a16:creationId xmlns:a16="http://schemas.microsoft.com/office/drawing/2014/main" id="{26CF5EE2-0EFE-4598-B666-939357C0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6385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Neutral</a:t>
            </a:r>
          </a:p>
        </p:txBody>
      </p:sp>
      <p:sp>
        <p:nvSpPr>
          <p:cNvPr id="35" name="line-35">
            <a:extLst xmlns:a="http://schemas.openxmlformats.org/drawingml/2006/main">
              <a:ext uri="{FF2B5EF4-FFF2-40B4-BE49-F238E27FC236}">
                <a16:creationId xmlns:a16="http://schemas.microsoft.com/office/drawing/2014/main" id="{DAF9E9A0-C42E-4F60-9B5F-92C32171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575"/>
            <a:ext cx="10" cy="304800"/>
          </a:xfrm>
          <a:custGeom xmlns:a="http://schemas.openxmlformats.org/drawingml/2006/main">
            <a:pathLst>
              <a:path w="10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ot"/>
          </a:ln>
        </p:spPr>
      </p:sp>
      <p:sp>
        <p:nvSpPr>
          <p:cNvPr id="36" name="line-36">
            <a:extLst xmlns:a="http://schemas.openxmlformats.org/drawingml/2006/main">
              <a:ext uri="{FF2B5EF4-FFF2-40B4-BE49-F238E27FC236}">
                <a16:creationId xmlns:a16="http://schemas.microsoft.com/office/drawing/2014/main" id="{D3BC589E-06F1-4D5A-A9BA-2D0ED78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5250"/>
            <a:ext cx="10" cy="438150"/>
          </a:xfrm>
          <a:custGeom xmlns:a="http://schemas.openxmlformats.org/drawingml/2006/main">
            <a:pathLst>
              <a:path w="10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ot"/>
          </a:ln>
        </p:spPr>
      </p:sp>
      <p:sp>
        <p:nvSpPr>
          <p:cNvPr id="37" name="line-37">
            <a:extLst xmlns:a="http://schemas.openxmlformats.org/drawingml/2006/main">
              <a:ext uri="{FF2B5EF4-FFF2-40B4-BE49-F238E27FC236}">
                <a16:creationId xmlns:a16="http://schemas.microsoft.com/office/drawing/2014/main" id="{ABC66C0B-4F73-4F92-A3CD-6852C03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143125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ot"/>
          </a:ln>
        </p:spPr>
      </p:sp>
      <p:sp>
        <p:nvSpPr>
          <p:cNvPr id="38" name="line-38">
            <a:extLst xmlns:a="http://schemas.openxmlformats.org/drawingml/2006/main">
              <a:ext uri="{FF2B5EF4-FFF2-40B4-BE49-F238E27FC236}">
                <a16:creationId xmlns:a16="http://schemas.microsoft.com/office/drawing/2014/main" id="{9C9A6C2B-EFC1-4D69-91C5-DADAC62D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3125"/>
            <a:ext cx="361950" cy="10"/>
          </a:xfrm>
          <a:custGeom xmlns:a="http://schemas.openxmlformats.org/drawingml/2006/main">
            <a:pathLst>
              <a:path w="361950" h="1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  <a:prstDash val="dot"/>
          </a:ln>
        </p:spPr>
      </p:sp>
      <p:sp>
        <p:nvSpPr>
          <p:cNvPr id="39" name="AI-075-39">
            <a:extLst xmlns:a="http://schemas.openxmlformats.org/drawingml/2006/main">
              <a:ext uri="{FF2B5EF4-FFF2-40B4-BE49-F238E27FC236}">
                <a16:creationId xmlns:a16="http://schemas.microsoft.com/office/drawing/2014/main" id="{AD619961-D2EE-45EB-A15A-FAAFDCD6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0"/>
            <a:ext cx="2000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40" name="line-40">
            <a:extLst xmlns:a="http://schemas.openxmlformats.org/drawingml/2006/main">
              <a:ext uri="{FF2B5EF4-FFF2-40B4-BE49-F238E27FC236}">
                <a16:creationId xmlns:a16="http://schemas.microsoft.com/office/drawing/2014/main" id="{1EBCD77A-F948-4020-9C2A-7A5A9FE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"/>
            <a:ext cx="161925" cy="10"/>
          </a:xfrm>
          <a:custGeom xmlns:a="http://schemas.openxmlformats.org/drawingml/2006/main">
            <a:pathLst>
              <a:path w="161925" h="10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1" name="AI-075-41">
            <a:extLst xmlns:a="http://schemas.openxmlformats.org/drawingml/2006/main">
              <a:ext uri="{FF2B5EF4-FFF2-40B4-BE49-F238E27FC236}">
                <a16:creationId xmlns:a16="http://schemas.microsoft.com/office/drawing/2014/main" id="{F1FF114A-91E8-48D1-B0AC-8B50AE5A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1905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2" name="AI-075-42">
            <a:extLst xmlns:a="http://schemas.openxmlformats.org/drawingml/2006/main">
              <a:ext uri="{FF2B5EF4-FFF2-40B4-BE49-F238E27FC236}">
                <a16:creationId xmlns:a16="http://schemas.microsoft.com/office/drawing/2014/main" id="{959F35D5-3AE2-4511-9E9C-F4626FE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3981450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3π</a:t>
            </a:r>
          </a:p>
        </p:txBody>
      </p:sp>
      <p:sp>
        <p:nvSpPr>
          <p:cNvPr id="43" name="line-43">
            <a:extLst xmlns:a="http://schemas.openxmlformats.org/drawingml/2006/main">
              <a:ext uri="{FF2B5EF4-FFF2-40B4-BE49-F238E27FC236}">
                <a16:creationId xmlns:a16="http://schemas.microsoft.com/office/drawing/2014/main" id="{68D0CF5A-A2B8-463F-AE21-4480CE0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71950"/>
            <a:ext cx="200025" cy="10"/>
          </a:xfrm>
          <a:custGeom xmlns:a="http://schemas.openxmlformats.org/drawingml/2006/main">
            <a:pathLst>
              <a:path w="200025" h="10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4" name="AI-075-44">
            <a:extLst xmlns:a="http://schemas.openxmlformats.org/drawingml/2006/main">
              <a:ext uri="{FF2B5EF4-FFF2-40B4-BE49-F238E27FC236}">
                <a16:creationId xmlns:a16="http://schemas.microsoft.com/office/drawing/2014/main" id="{4CF2512A-5C9D-47F6-B180-3D10D75E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4171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5" name="AI-075-45">
            <a:extLst xmlns:a="http://schemas.openxmlformats.org/drawingml/2006/main">
              <a:ext uri="{FF2B5EF4-FFF2-40B4-BE49-F238E27FC236}">
                <a16:creationId xmlns:a16="http://schemas.microsoft.com/office/drawing/2014/main" id="{5792D68F-E5DA-4D1C-8658-44795E76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" y="1866900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46" name="AI-075-46">
            <a:extLst xmlns:a="http://schemas.openxmlformats.org/drawingml/2006/main">
              <a:ext uri="{FF2B5EF4-FFF2-40B4-BE49-F238E27FC236}">
                <a16:creationId xmlns:a16="http://schemas.microsoft.com/office/drawing/2014/main" id="{BD89DC0F-2968-4E4D-9424-9AB48267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2181225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47" name="AI-075-47">
            <a:extLst xmlns:a="http://schemas.openxmlformats.org/drawingml/2006/main">
              <a:ext uri="{FF2B5EF4-FFF2-40B4-BE49-F238E27FC236}">
                <a16:creationId xmlns:a16="http://schemas.microsoft.com/office/drawing/2014/main" id="{E80A47DB-AB56-49AE-90F1-08A62971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790575"/>
            <a:ext cx="19145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Circumplex Distance</a:t>
            </a:r>
          </a:p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:= Polarity Distance</a:t>
            </a:r>
          </a:p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 Angle Distance</a:t>
            </a:r>
          </a:p>
        </p:txBody>
      </p:sp>
      <p:sp>
        <p:nvSpPr>
          <p:cNvPr id="48" name="AI-075-48">
            <a:extLst xmlns:a="http://schemas.openxmlformats.org/drawingml/2006/main">
              <a:ext uri="{FF2B5EF4-FFF2-40B4-BE49-F238E27FC236}">
                <a16:creationId xmlns:a16="http://schemas.microsoft.com/office/drawing/2014/main" id="{66CDBDF9-B67C-4695-89E5-83F1FD1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9125" y="1876425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CD(love, sadness)</a:t>
            </a:r>
          </a:p>
        </p:txBody>
      </p:sp>
      <p:sp>
        <p:nvSpPr>
          <p:cNvPr id="49" name="AI-075-49">
            <a:extLst xmlns:a="http://schemas.openxmlformats.org/drawingml/2006/main">
              <a:ext uri="{FF2B5EF4-FFF2-40B4-BE49-F238E27FC236}">
                <a16:creationId xmlns:a16="http://schemas.microsoft.com/office/drawing/2014/main" id="{98BEB1DD-0AD6-4099-9E11-592C47D7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2381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50" name="AI-075-50">
            <a:extLst xmlns:a="http://schemas.openxmlformats.org/drawingml/2006/main">
              <a:ext uri="{FF2B5EF4-FFF2-40B4-BE49-F238E27FC236}">
                <a16:creationId xmlns:a16="http://schemas.microsoft.com/office/drawing/2014/main" id="{8B23737D-6A8D-4788-BB53-6A158A8C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2343150"/>
            <a:ext cx="24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51" name="AI-075-51">
            <a:extLst xmlns:a="http://schemas.openxmlformats.org/drawingml/2006/main">
              <a:ext uri="{FF2B5EF4-FFF2-40B4-BE49-F238E27FC236}">
                <a16:creationId xmlns:a16="http://schemas.microsoft.com/office/drawing/2014/main" id="{03E1A088-DFED-4E85-8BFE-971A187E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505075"/>
            <a:ext cx="54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Pos−Neg</a:t>
            </a:r>
          </a:p>
        </p:txBody>
      </p:sp>
      <p:sp>
        <p:nvSpPr>
          <p:cNvPr id="52" name="AI-075-52">
            <a:extLst xmlns:a="http://schemas.openxmlformats.org/drawingml/2006/main">
              <a:ext uri="{FF2B5EF4-FFF2-40B4-BE49-F238E27FC236}">
                <a16:creationId xmlns:a16="http://schemas.microsoft.com/office/drawing/2014/main" id="{3D18D478-A11E-422D-B2C8-82D9D1A0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3717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53" name="AI-075-53">
            <a:extLst xmlns:a="http://schemas.openxmlformats.org/drawingml/2006/main">
              <a:ext uri="{FF2B5EF4-FFF2-40B4-BE49-F238E27FC236}">
                <a16:creationId xmlns:a16="http://schemas.microsoft.com/office/drawing/2014/main" id="{6ED33529-F506-4B92-ABEF-2889D74C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171700"/>
            <a:ext cx="495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|Δθ|</a:t>
            </a:r>
          </a:p>
        </p:txBody>
      </p:sp>
      <p:sp>
        <p:nvSpPr>
          <p:cNvPr id="54" name="line-54">
            <a:extLst xmlns:a="http://schemas.openxmlformats.org/drawingml/2006/main">
              <a:ext uri="{FF2B5EF4-FFF2-40B4-BE49-F238E27FC236}">
                <a16:creationId xmlns:a16="http://schemas.microsoft.com/office/drawing/2014/main" id="{7ECFAB1E-90BA-4112-AE93-ABDD40A5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466975"/>
            <a:ext cx="447675" cy="10"/>
          </a:xfrm>
          <a:custGeom xmlns:a="http://schemas.openxmlformats.org/drawingml/2006/main">
            <a:pathLst>
              <a:path w="447675" h="10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</a:ln>
        </p:spPr>
      </p:sp>
      <p:sp>
        <p:nvSpPr>
          <p:cNvPr id="55" name="AI-075-55">
            <a:extLst xmlns:a="http://schemas.openxmlformats.org/drawingml/2006/main">
              <a:ext uri="{FF2B5EF4-FFF2-40B4-BE49-F238E27FC236}">
                <a16:creationId xmlns:a16="http://schemas.microsoft.com/office/drawing/2014/main" id="{E8BF95F3-8F5C-4D25-9CAD-07C0855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4765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56" name="line-56">
            <a:extLst xmlns:a="http://schemas.openxmlformats.org/drawingml/2006/main">
              <a:ext uri="{FF2B5EF4-FFF2-40B4-BE49-F238E27FC236}">
                <a16:creationId xmlns:a16="http://schemas.microsoft.com/office/drawing/2014/main" id="{9AA53877-EDC8-41C1-BA39-696312EF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76525"/>
            <a:ext cx="200025" cy="10"/>
          </a:xfrm>
          <a:custGeom xmlns:a="http://schemas.openxmlformats.org/drawingml/2006/main">
            <a:pathLst>
              <a:path w="200025" h="10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7" name="AI-075-57">
            <a:extLst xmlns:a="http://schemas.openxmlformats.org/drawingml/2006/main">
              <a:ext uri="{FF2B5EF4-FFF2-40B4-BE49-F238E27FC236}">
                <a16:creationId xmlns:a16="http://schemas.microsoft.com/office/drawing/2014/main" id="{C4313BAE-DC71-4767-A37D-1BECDC72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26955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8" name="AI-075-58">
            <a:extLst xmlns:a="http://schemas.openxmlformats.org/drawingml/2006/main">
              <a:ext uri="{FF2B5EF4-FFF2-40B4-BE49-F238E27FC236}">
                <a16:creationId xmlns:a16="http://schemas.microsoft.com/office/drawing/2014/main" id="{A190278A-2FDE-474F-8D2B-5321878A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0765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  4 + 5 = 9</a:t>
            </a:r>
          </a:p>
        </p:txBody>
      </p:sp>
    </p:spTree>
    <p:extLst>
      <p:ext uri="{BB962C8B-B14F-4D97-AF65-F5344CB8AC3E}">
        <p14:creationId xmlns:p14="http://schemas.microsoft.com/office/powerpoint/2010/main" val="99301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2026-09-08T01:59:01.8370000Z</dcterms:created>
  <dcterms:modified xsi:type="dcterms:W3CDTF">2026-09-08T01:59:01.8370000Z</dcterms:modified>
</coreProperties>
</file>