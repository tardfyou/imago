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74b210a85b469a" /><Relationship Type="http://schemas.openxmlformats.org/officeDocument/2006/relationships/extended-properties" Target="/docProps/app.xml" Id="Rbd99968b29094e5c" /><Relationship Type="http://schemas.openxmlformats.org/officeDocument/2006/relationships/officeDocument" Target="/ppt/presentation.xml" Id="R335b284e8e8842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484ecbfd9c46d4"/>
  </p:sldMasterIdLst>
  <p:notesMasterIdLst>
    <p:notesMasterId xmlns:r="http://schemas.openxmlformats.org/officeDocument/2006/relationships" r:id="R686238891d4643b7"/>
  </p:notesMasterIdLst>
  <p:sldIdLst>
    <p:sldId xmlns:r="http://schemas.openxmlformats.org/officeDocument/2006/relationships" id="256" r:id="R6d1c8c1776a448dc"/>
  </p:sldIdLst>
  <p:sldSz cx="14430375" cy="33432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a8c992c3594840" /><Relationship Type="http://schemas.openxmlformats.org/officeDocument/2006/relationships/slideMaster" Target="/ppt/slideMasters/slideMaster1.xml" Id="R93484ecbfd9c46d4" /><Relationship Type="http://schemas.openxmlformats.org/officeDocument/2006/relationships/notesMaster" Target="/ppt/notesMasters/notesMaster1.xml" Id="R686238891d4643b7" /><Relationship Type="http://schemas.openxmlformats.org/officeDocument/2006/relationships/presProps" Target="/ppt/presProps.xml" Id="R3a19d5997f9c485d" /><Relationship Type="http://schemas.openxmlformats.org/officeDocument/2006/relationships/tableStyles" Target="/ppt/tableStyles.xml" Id="R56d6e8f056c043cd" /><Relationship Type="http://schemas.openxmlformats.org/officeDocument/2006/relationships/slide" Target="/ppt/slides/slide1.xml" Id="R6d1c8c1776a448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4966e91d7149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48ec8e68d94475" /><Relationship Type="http://schemas.openxmlformats.org/officeDocument/2006/relationships/notesMaster" Target="/ppt/notesMasters/notesMaster1.xml" Id="Rf7960b00d5b846b6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素材ID：AI-086</ns1:t>
            </ns1:r>
          </ns1:p>
          <ns1:p>
            <ns1:r>
              <ns1:t>论文：DISCount: Counting in Large Image Collections with Detector-Based Importance Sampling</ns1:t>
            </ns1:r>
          </ns1:p>
          <ns1:p>
            <ns1:r>
              <ns1:t>会议：AAAI 2024</ns1:t>
            </ns1:r>
          </ns1:p>
          <ns1:p>
            <ns1:r>
              <ns1:t>奖项：Best Paper – AI for Social Impact Track</ns1:t>
            </ns1:r>
          </ns1:p>
          <ns1:p>
            <ns1:r>
              <ns1:t>图号：Figure 1，PDF第2页</ns1:t>
            </ns1:r>
          </ns1:p>
          <ns1:p>
            <ns1:r>
              <ns1:t>类型：方法细节</ns1:t>
            </ns1:r>
          </ns1:p>
          <ns1:p>
            <ns1:r>
              <ns1:t>借鉴点：用地图、检测分布、人工重要性采样及置信区间逐步说明多个区域的高效计数。</ns1:t>
            </ns1:r>
          </ns1:p>
          <ns1:p>
            <ns1:r>
              <ns1:t>论文URL：https://ojs.aaai.org/index.php/AAAI/article/view/30235</ns1:t>
            </ns1:r>
          </ns1:p>
          <ns1:p>
            <ns1:r>
              <ns1:t>官方获奖URL：https://aaai.org/about-aaai/aaai-awards/aaai-conference-paper-awards-and-recognition/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518474624441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99b80c02104988" /><Relationship Type="http://schemas.openxmlformats.org/officeDocument/2006/relationships/slideLayout" Target="/ppt/slideLayouts/slideLayout1.xml" Id="R8df0a8a94dcf4c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f0a8a94dcf4c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fcab2e0144e4c" /><Relationship Type="http://schemas.openxmlformats.org/officeDocument/2006/relationships/image" Target="/ppt/media/image.png" Id="R34e5d65933784e44" /><Relationship Type="http://schemas.openxmlformats.org/officeDocument/2006/relationships/image" Target="/ppt/media/image2.png" Id="R65e91e58dcfd44b7" /><Relationship Type="http://schemas.openxmlformats.org/officeDocument/2006/relationships/image" Target="/ppt/media/image3.png" Id="Rc9327059da304caf" /><Relationship Type="http://schemas.openxmlformats.org/officeDocument/2006/relationships/image" Target="/ppt/media/image4.png" Id="R91fea8dc76a34499" /><Relationship Type="http://schemas.openxmlformats.org/officeDocument/2006/relationships/image" Target="/ppt/media/image5.png" Id="R0efbf06453c441be" /><Relationship Type="http://schemas.openxmlformats.org/officeDocument/2006/relationships/image" Target="/ppt/media/image6.png" Id="R675575d91aa34c19" /><Relationship Type="http://schemas.openxmlformats.org/officeDocument/2006/relationships/image" Target="/ppt/media/image7.png" Id="Rc976d9903ac54145" /><Relationship Type="http://schemas.openxmlformats.org/officeDocument/2006/relationships/image" Target="/ppt/media/image8.png" Id="Raab9158a22384251" /><Relationship Type="http://schemas.openxmlformats.org/officeDocument/2006/relationships/image" Target="/ppt/media/image9.png" Id="Ra6adf692d1ab452a" /><Relationship Type="http://schemas.openxmlformats.org/officeDocument/2006/relationships/image" Target="/ppt/media/image10.png" Id="R2b5b4339c29d4c32" /><Relationship Type="http://schemas.openxmlformats.org/officeDocument/2006/relationships/image" Target="/ppt/media/image11.png" Id="R0d87ec0fa3254b95" /><Relationship Type="http://schemas.openxmlformats.org/officeDocument/2006/relationships/image" Target="/ppt/media/image12.png" Id="R60a1388c56f745c7" /><Relationship Type="http://schemas.openxmlformats.org/officeDocument/2006/relationships/image" Target="/ppt/media/image13.png" Id="R21563c91e3f04b45" /><Relationship Type="http://schemas.openxmlformats.org/officeDocument/2006/relationships/image" Target="/ppt/media/image14.png" Id="R9a33976398ce4e38" /><Relationship Type="http://schemas.openxmlformats.org/officeDocument/2006/relationships/notesSlide" Target="/ppt/notesSlides/notesSlide1.xml" Id="R4eed6dcc62384b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4CAB0C-4C96-4115-B077-422A7C21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8" y="48593"/>
            <a:ext cx="14401797" cy="2874639"/>
          </a:xfrm>
          <a:custGeom xmlns:a="http://schemas.openxmlformats.org/drawingml/2006/main">
            <a:pathLst>
              <a:path w="14401797" h="2874639">
                <a:moveTo>
                  <a:pt x="0" y="2874639"/>
                </a:moveTo>
                <a:lnTo>
                  <a:pt x="14401797" y="2874639"/>
                </a:lnTo>
                <a:lnTo>
                  <a:pt x="14401797" y="0"/>
                </a:lnTo>
                <a:lnTo>
                  <a:pt x="0" y="0"/>
                </a:lnTo>
                <a:lnTo>
                  <a:pt x="0" y="28746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5d65933784e44"/>
          <a:stretch xmlns:a="http://schemas.openxmlformats.org/drawingml/2006/main"/>
        </p:blipFill>
        <p:spPr>
          <a:xfrm xmlns:a="http://schemas.openxmlformats.org/drawingml/2006/main">
            <a:off x="3814772" y="553068"/>
            <a:ext cx="2332821" cy="2338208"/>
          </a:xfrm>
          <a:prstGeom xmlns:a="http://schemas.openxmlformats.org/drawingml/2006/main" prst="rect">
            <a:avLst/>
          </a:prstGeom>
        </p:spPr>
      </p:pic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A1784D-086C-4CC5-8706-61111533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951" y="544911"/>
            <a:ext cx="2350479" cy="2354521"/>
          </a:xfrm>
          <a:custGeom xmlns:a="http://schemas.openxmlformats.org/drawingml/2006/main">
            <a:pathLst>
              <a:path w="2350479" h="2354521" fill="none">
                <a:moveTo>
                  <a:pt x="0" y="0"/>
                </a:moveTo>
                <a:lnTo>
                  <a:pt x="2350479" y="0"/>
                </a:lnTo>
                <a:lnTo>
                  <a:pt x="2350479" y="2354521"/>
                </a:lnTo>
                <a:lnTo>
                  <a:pt x="0" y="23545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000000"/>
            </a:solidFill>
            <a:round/>
          </a:ln>
        </p:spPr>
      </p:sp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91e58dcfd44b7"/>
          <a:stretch xmlns:a="http://schemas.openxmlformats.org/drawingml/2006/main"/>
        </p:blipFill>
        <p:spPr>
          <a:xfrm xmlns:a="http://schemas.openxmlformats.org/drawingml/2006/main">
            <a:off x="3667719" y="475747"/>
            <a:ext cx="1778855" cy="1743135"/>
          </a:xfrm>
          <a:prstGeom xmlns:a="http://schemas.openxmlformats.org/drawingml/2006/main" prst="rect">
            <a:avLst/>
          </a:prstGeom>
        </p:spPr>
      </p:pic>
      <p:pic>
        <p:nvPicPr>
          <p:cNvPr id="1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27059da304caf"/>
          <a:stretch xmlns:a="http://schemas.openxmlformats.org/drawingml/2006/main"/>
        </p:blipFill>
        <p:spPr>
          <a:xfrm xmlns:a="http://schemas.openxmlformats.org/drawingml/2006/main">
            <a:off x="3699777" y="508553"/>
            <a:ext cx="1646344" cy="1609012"/>
          </a:xfrm>
          <a:prstGeom xmlns:a="http://schemas.openxmlformats.org/drawingml/2006/main" prst="rect">
            <a:avLst/>
          </a:prstGeom>
        </p:spPr>
      </p:pic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ea8dc76a34499"/>
          <a:stretch xmlns:a="http://schemas.openxmlformats.org/drawingml/2006/main"/>
        </p:blipFill>
        <p:spPr>
          <a:xfrm xmlns:a="http://schemas.openxmlformats.org/drawingml/2006/main">
            <a:off x="7088977" y="309361"/>
            <a:ext cx="2574989" cy="2580936"/>
          </a:xfrm>
          <a:prstGeom xmlns:a="http://schemas.openxmlformats.org/drawingml/2006/main" prst="rect">
            <a:avLst/>
          </a:prstGeom>
        </p:spPr>
      </p:pic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656BE3-416D-4183-A2DA-C812089D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076" y="301205"/>
            <a:ext cx="2592791" cy="2597248"/>
          </a:xfrm>
          <a:custGeom xmlns:a="http://schemas.openxmlformats.org/drawingml/2006/main">
            <a:pathLst>
              <a:path w="2592791" h="2597248" fill="none">
                <a:moveTo>
                  <a:pt x="0" y="0"/>
                </a:moveTo>
                <a:lnTo>
                  <a:pt x="2592791" y="0"/>
                </a:lnTo>
                <a:lnTo>
                  <a:pt x="2592791" y="2597248"/>
                </a:lnTo>
                <a:lnTo>
                  <a:pt x="0" y="259724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000000"/>
            </a:solidFill>
            <a:round/>
          </a:ln>
        </p:spPr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bf06453c441be"/>
          <a:stretch xmlns:a="http://schemas.openxmlformats.org/drawingml/2006/main"/>
        </p:blipFill>
        <p:spPr>
          <a:xfrm xmlns:a="http://schemas.openxmlformats.org/drawingml/2006/main">
            <a:off x="9019864" y="1047650"/>
            <a:ext cx="371283" cy="371283"/>
          </a:xfrm>
          <a:prstGeom xmlns:a="http://schemas.openxmlformats.org/drawingml/2006/main" prst="rect">
            <a:avLst/>
          </a:prstGeom>
        </p:spPr>
      </p:pic>
      <p:pic>
        <p:nvPicPr>
          <p:cNvPr id="1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575d91aa34c19"/>
          <a:stretch xmlns:a="http://schemas.openxmlformats.org/drawingml/2006/main"/>
        </p:blipFill>
        <p:spPr>
          <a:xfrm xmlns:a="http://schemas.openxmlformats.org/drawingml/2006/main">
            <a:off x="8891870" y="1395102"/>
            <a:ext cx="371283" cy="371283"/>
          </a:xfrm>
          <a:prstGeom xmlns:a="http://schemas.openxmlformats.org/drawingml/2006/main" prst="rect">
            <a:avLst/>
          </a:prstGeom>
        </p:spPr>
      </p:pic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6d9903ac54145"/>
          <a:stretch xmlns:a="http://schemas.openxmlformats.org/drawingml/2006/main"/>
        </p:blipFill>
        <p:spPr>
          <a:xfrm xmlns:a="http://schemas.openxmlformats.org/drawingml/2006/main">
            <a:off x="9093145" y="2330777"/>
            <a:ext cx="371283" cy="371283"/>
          </a:xfrm>
          <a:prstGeom xmlns:a="http://schemas.openxmlformats.org/drawingml/2006/main" prst="rect">
            <a:avLst/>
          </a:prstGeom>
        </p:spPr>
      </p:pic>
      <p:pic>
        <p:nvPicPr>
          <p:cNvPr id="1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9158a22384251"/>
          <a:stretch xmlns:a="http://schemas.openxmlformats.org/drawingml/2006/main"/>
        </p:blipFill>
        <p:spPr>
          <a:xfrm xmlns:a="http://schemas.openxmlformats.org/drawingml/2006/main">
            <a:off x="7958779" y="2225073"/>
            <a:ext cx="371283" cy="371283"/>
          </a:xfrm>
          <a:prstGeom xmlns:a="http://schemas.openxmlformats.org/drawingml/2006/main" prst="rect">
            <a:avLst/>
          </a:prstGeom>
        </p:spPr>
      </p:pic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df692d1ab452a"/>
          <a:stretch xmlns:a="http://schemas.openxmlformats.org/drawingml/2006/main"/>
        </p:blipFill>
        <p:spPr>
          <a:xfrm xmlns:a="http://schemas.openxmlformats.org/drawingml/2006/main">
            <a:off x="4492342" y="2299139"/>
            <a:ext cx="370941" cy="370941"/>
          </a:xfrm>
          <a:prstGeom xmlns:a="http://schemas.openxmlformats.org/drawingml/2006/main" prst="rect">
            <a:avLst/>
          </a:prstGeom>
        </p:spPr>
      </p:pic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AA32E3-FE25-4D5F-84CF-C48FF98C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026" y="1989666"/>
            <a:ext cx="254817" cy="409619"/>
          </a:xfrm>
          <a:custGeom xmlns:a="http://schemas.openxmlformats.org/drawingml/2006/main">
            <a:pathLst>
              <a:path w="254817" h="409619">
                <a:moveTo>
                  <a:pt x="90231" y="0"/>
                </a:moveTo>
                <a:lnTo>
                  <a:pt x="209709" y="301289"/>
                </a:lnTo>
                <a:lnTo>
                  <a:pt x="254817" y="283345"/>
                </a:lnTo>
                <a:lnTo>
                  <a:pt x="200427" y="409619"/>
                </a:lnTo>
                <a:lnTo>
                  <a:pt x="74354" y="355136"/>
                </a:lnTo>
                <a:lnTo>
                  <a:pt x="119478" y="337192"/>
                </a:lnTo>
                <a:lnTo>
                  <a:pt x="0" y="35903"/>
                </a:lnTo>
                <a:lnTo>
                  <a:pt x="9023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DCC024-B20E-4F30-ABC8-B27D3096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026" y="1989666"/>
            <a:ext cx="254817" cy="409619"/>
          </a:xfrm>
          <a:custGeom xmlns:a="http://schemas.openxmlformats.org/drawingml/2006/main">
            <a:pathLst>
              <a:path w="254817" h="409619" fill="none">
                <a:moveTo>
                  <a:pt x="90231" y="0"/>
                </a:moveTo>
                <a:lnTo>
                  <a:pt x="209709" y="301289"/>
                </a:lnTo>
                <a:lnTo>
                  <a:pt x="254817" y="283345"/>
                </a:lnTo>
                <a:lnTo>
                  <a:pt x="200427" y="409619"/>
                </a:lnTo>
                <a:lnTo>
                  <a:pt x="74354" y="355136"/>
                </a:lnTo>
                <a:lnTo>
                  <a:pt x="119478" y="337192"/>
                </a:lnTo>
                <a:lnTo>
                  <a:pt x="0" y="35903"/>
                </a:lnTo>
                <a:lnTo>
                  <a:pt x="902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4447" cap="flat">
            <a:solidFill>
              <a:srgbClr val="FFFFFF"/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6F7627-87D2-487A-9B1F-5ADEDD82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661" y="1371294"/>
            <a:ext cx="1451910" cy="383666"/>
          </a:xfrm>
          <a:custGeom xmlns:a="http://schemas.openxmlformats.org/drawingml/2006/main">
            <a:pathLst>
              <a:path w="1451910" h="383666" fill="none">
                <a:moveTo>
                  <a:pt x="0" y="0"/>
                </a:moveTo>
                <a:lnTo>
                  <a:pt x="1451910" y="0"/>
                </a:lnTo>
                <a:lnTo>
                  <a:pt x="1451910" y="383666"/>
                </a:lnTo>
                <a:lnTo>
                  <a:pt x="0" y="38366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6" name="Text 𝐶">
            <a:extLst xmlns:a="http://schemas.openxmlformats.org/drawingml/2006/main">
              <a:ext uri="{FF2B5EF4-FFF2-40B4-BE49-F238E27FC236}">
                <a16:creationId xmlns:a16="http://schemas.microsoft.com/office/drawing/2014/main" id="{72463B78-13F7-4F81-B961-D0D557DF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152" y="1488892"/>
            <a:ext cx="100855" cy="133525"/>
          </a:xfrm>
          <a:custGeom xmlns:a="http://schemas.openxmlformats.org/drawingml/2006/main">
            <a:pathLst>
              <a:path w="100855" h="133525">
                <a:moveTo>
                  <a:pt x="100855" y="4875"/>
                </a:moveTo>
                <a:lnTo>
                  <a:pt x="95130" y="30777"/>
                </a:lnTo>
                <a:lnTo>
                  <a:pt x="85970" y="30777"/>
                </a:lnTo>
                <a:cubicBezTo>
                  <a:pt x="85461" y="22939"/>
                  <a:pt x="83759" y="17284"/>
                  <a:pt x="80865" y="13811"/>
                </a:cubicBezTo>
                <a:cubicBezTo>
                  <a:pt x="77971" y="10339"/>
                  <a:pt x="73311" y="8602"/>
                  <a:pt x="66887" y="8602"/>
                </a:cubicBezTo>
                <a:cubicBezTo>
                  <a:pt x="58108" y="8602"/>
                  <a:pt x="49950" y="12999"/>
                  <a:pt x="42412" y="21792"/>
                </a:cubicBezTo>
                <a:cubicBezTo>
                  <a:pt x="34875" y="30586"/>
                  <a:pt x="28911" y="42199"/>
                  <a:pt x="24522" y="56631"/>
                </a:cubicBezTo>
                <a:cubicBezTo>
                  <a:pt x="20133" y="71064"/>
                  <a:pt x="17938" y="84461"/>
                  <a:pt x="17938" y="96823"/>
                </a:cubicBezTo>
                <a:cubicBezTo>
                  <a:pt x="17938" y="106508"/>
                  <a:pt x="19656" y="113645"/>
                  <a:pt x="23091" y="118233"/>
                </a:cubicBezTo>
                <a:cubicBezTo>
                  <a:pt x="26526" y="122820"/>
                  <a:pt x="31805" y="125114"/>
                  <a:pt x="38930" y="125114"/>
                </a:cubicBezTo>
                <a:cubicBezTo>
                  <a:pt x="43701" y="125114"/>
                  <a:pt x="47867" y="124397"/>
                  <a:pt x="51429" y="122964"/>
                </a:cubicBezTo>
                <a:cubicBezTo>
                  <a:pt x="54991" y="121530"/>
                  <a:pt x="58331" y="119109"/>
                  <a:pt x="61448" y="115700"/>
                </a:cubicBezTo>
                <a:cubicBezTo>
                  <a:pt x="64565" y="112291"/>
                  <a:pt x="67650" y="107528"/>
                  <a:pt x="70703" y="101410"/>
                </a:cubicBezTo>
                <a:lnTo>
                  <a:pt x="79863" y="101410"/>
                </a:lnTo>
                <a:lnTo>
                  <a:pt x="74043" y="128555"/>
                </a:lnTo>
                <a:cubicBezTo>
                  <a:pt x="62148" y="131869"/>
                  <a:pt x="49680" y="133525"/>
                  <a:pt x="36640" y="133525"/>
                </a:cubicBezTo>
                <a:cubicBezTo>
                  <a:pt x="24681" y="133525"/>
                  <a:pt x="15585" y="130084"/>
                  <a:pt x="9351" y="123203"/>
                </a:cubicBezTo>
                <a:cubicBezTo>
                  <a:pt x="3117" y="116321"/>
                  <a:pt x="0" y="106253"/>
                  <a:pt x="0" y="92999"/>
                </a:cubicBezTo>
                <a:cubicBezTo>
                  <a:pt x="0" y="83633"/>
                  <a:pt x="1670" y="72832"/>
                  <a:pt x="5009" y="60598"/>
                </a:cubicBezTo>
                <a:cubicBezTo>
                  <a:pt x="8349" y="48363"/>
                  <a:pt x="13072" y="37627"/>
                  <a:pt x="19179" y="28387"/>
                </a:cubicBezTo>
                <a:cubicBezTo>
                  <a:pt x="25285" y="19148"/>
                  <a:pt x="32505" y="12107"/>
                  <a:pt x="40838" y="7264"/>
                </a:cubicBezTo>
                <a:cubicBezTo>
                  <a:pt x="49171" y="2421"/>
                  <a:pt x="58331" y="0"/>
                  <a:pt x="68318" y="0"/>
                </a:cubicBezTo>
                <a:cubicBezTo>
                  <a:pt x="74106" y="0"/>
                  <a:pt x="79466" y="350"/>
                  <a:pt x="84395" y="1051"/>
                </a:cubicBezTo>
                <a:cubicBezTo>
                  <a:pt x="89325" y="1752"/>
                  <a:pt x="94812" y="3027"/>
                  <a:pt x="100855" y="48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B1D3E1-21F3-4D15-BC69-B83743A2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512" y="1474945"/>
            <a:ext cx="314467" cy="181311"/>
          </a:xfrm>
          <a:custGeom xmlns:a="http://schemas.openxmlformats.org/drawingml/2006/main">
            <a:pathLst>
              <a:path w="314467" h="181311">
                <a:moveTo>
                  <a:pt x="256739" y="0"/>
                </a:moveTo>
                <a:cubicBezTo>
                  <a:pt x="275319" y="4910"/>
                  <a:pt x="289584" y="15497"/>
                  <a:pt x="299534" y="31776"/>
                </a:cubicBezTo>
                <a:cubicBezTo>
                  <a:pt x="309484" y="48056"/>
                  <a:pt x="314467" y="67696"/>
                  <a:pt x="314467" y="90713"/>
                </a:cubicBezTo>
                <a:cubicBezTo>
                  <a:pt x="314467" y="113778"/>
                  <a:pt x="309500" y="133419"/>
                  <a:pt x="299583" y="149633"/>
                </a:cubicBezTo>
                <a:cubicBezTo>
                  <a:pt x="289649" y="165847"/>
                  <a:pt x="275384" y="176401"/>
                  <a:pt x="256739" y="181311"/>
                </a:cubicBezTo>
                <a:lnTo>
                  <a:pt x="254443" y="173955"/>
                </a:lnTo>
                <a:cubicBezTo>
                  <a:pt x="269147" y="169045"/>
                  <a:pt x="280074" y="159371"/>
                  <a:pt x="287223" y="144902"/>
                </a:cubicBezTo>
                <a:cubicBezTo>
                  <a:pt x="294388" y="130433"/>
                  <a:pt x="297954" y="112049"/>
                  <a:pt x="297954" y="89750"/>
                </a:cubicBezTo>
                <a:cubicBezTo>
                  <a:pt x="297954" y="68218"/>
                  <a:pt x="294404" y="50324"/>
                  <a:pt x="287272" y="36083"/>
                </a:cubicBezTo>
                <a:cubicBezTo>
                  <a:pt x="280139" y="21842"/>
                  <a:pt x="269115" y="12267"/>
                  <a:pt x="254166" y="7357"/>
                </a:cubicBezTo>
                <a:lnTo>
                  <a:pt x="256739" y="0"/>
                </a:lnTo>
                <a:close/>
                <a:moveTo>
                  <a:pt x="57728" y="0"/>
                </a:moveTo>
                <a:lnTo>
                  <a:pt x="60301" y="7357"/>
                </a:lnTo>
                <a:cubicBezTo>
                  <a:pt x="45417" y="12267"/>
                  <a:pt x="34392" y="21842"/>
                  <a:pt x="27244" y="36083"/>
                </a:cubicBezTo>
                <a:cubicBezTo>
                  <a:pt x="20079" y="50324"/>
                  <a:pt x="16496" y="68218"/>
                  <a:pt x="16496" y="89750"/>
                </a:cubicBezTo>
                <a:cubicBezTo>
                  <a:pt x="16496" y="112049"/>
                  <a:pt x="20079" y="130433"/>
                  <a:pt x="27244" y="144902"/>
                </a:cubicBezTo>
                <a:cubicBezTo>
                  <a:pt x="34392" y="159371"/>
                  <a:pt x="45319" y="169045"/>
                  <a:pt x="60008" y="173955"/>
                </a:cubicBezTo>
                <a:lnTo>
                  <a:pt x="57728" y="181311"/>
                </a:lnTo>
                <a:cubicBezTo>
                  <a:pt x="39082" y="176401"/>
                  <a:pt x="24801" y="165847"/>
                  <a:pt x="14884" y="149633"/>
                </a:cubicBezTo>
                <a:cubicBezTo>
                  <a:pt x="4967" y="133419"/>
                  <a:pt x="0" y="113778"/>
                  <a:pt x="0" y="90713"/>
                </a:cubicBezTo>
                <a:cubicBezTo>
                  <a:pt x="0" y="67696"/>
                  <a:pt x="4967" y="48056"/>
                  <a:pt x="14933" y="31776"/>
                </a:cubicBezTo>
                <a:cubicBezTo>
                  <a:pt x="24882" y="15497"/>
                  <a:pt x="39148" y="4910"/>
                  <a:pt x="57728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𝑆">
            <a:extLst xmlns:a="http://schemas.openxmlformats.org/drawingml/2006/main">
              <a:ext uri="{FF2B5EF4-FFF2-40B4-BE49-F238E27FC236}">
                <a16:creationId xmlns:a16="http://schemas.microsoft.com/office/drawing/2014/main" id="{A2BD3EA0-C8F5-41BE-B95B-C35B5735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862" y="1488892"/>
            <a:ext cx="99137" cy="133621"/>
          </a:xfrm>
          <a:custGeom xmlns:a="http://schemas.openxmlformats.org/drawingml/2006/main">
            <a:pathLst>
              <a:path w="99137" h="133621">
                <a:moveTo>
                  <a:pt x="14885" y="102271"/>
                </a:moveTo>
                <a:cubicBezTo>
                  <a:pt x="14885" y="110044"/>
                  <a:pt x="16682" y="115827"/>
                  <a:pt x="20276" y="119618"/>
                </a:cubicBezTo>
                <a:cubicBezTo>
                  <a:pt x="23870" y="123410"/>
                  <a:pt x="29420" y="125305"/>
                  <a:pt x="36926" y="125305"/>
                </a:cubicBezTo>
                <a:cubicBezTo>
                  <a:pt x="45577" y="125305"/>
                  <a:pt x="52383" y="122948"/>
                  <a:pt x="57345" y="118233"/>
                </a:cubicBezTo>
                <a:cubicBezTo>
                  <a:pt x="62307" y="113517"/>
                  <a:pt x="64787" y="106954"/>
                  <a:pt x="64787" y="98543"/>
                </a:cubicBezTo>
                <a:cubicBezTo>
                  <a:pt x="64787" y="94656"/>
                  <a:pt x="64104" y="91231"/>
                  <a:pt x="62736" y="88268"/>
                </a:cubicBezTo>
                <a:cubicBezTo>
                  <a:pt x="61368" y="85305"/>
                  <a:pt x="59301" y="82470"/>
                  <a:pt x="56534" y="79762"/>
                </a:cubicBezTo>
                <a:cubicBezTo>
                  <a:pt x="53767" y="77053"/>
                  <a:pt x="49775" y="73947"/>
                  <a:pt x="44559" y="70442"/>
                </a:cubicBezTo>
                <a:cubicBezTo>
                  <a:pt x="39852" y="67256"/>
                  <a:pt x="35940" y="64118"/>
                  <a:pt x="32823" y="61028"/>
                </a:cubicBezTo>
                <a:cubicBezTo>
                  <a:pt x="29706" y="57937"/>
                  <a:pt x="27225" y="54481"/>
                  <a:pt x="25381" y="50657"/>
                </a:cubicBezTo>
                <a:cubicBezTo>
                  <a:pt x="23536" y="46834"/>
                  <a:pt x="22614" y="42565"/>
                  <a:pt x="22614" y="37850"/>
                </a:cubicBezTo>
                <a:cubicBezTo>
                  <a:pt x="22614" y="30331"/>
                  <a:pt x="24426" y="23704"/>
                  <a:pt x="28052" y="17969"/>
                </a:cubicBezTo>
                <a:cubicBezTo>
                  <a:pt x="31678" y="12234"/>
                  <a:pt x="36799" y="7806"/>
                  <a:pt x="43414" y="4683"/>
                </a:cubicBezTo>
                <a:cubicBezTo>
                  <a:pt x="50030" y="1561"/>
                  <a:pt x="57663" y="0"/>
                  <a:pt x="66314" y="0"/>
                </a:cubicBezTo>
                <a:cubicBezTo>
                  <a:pt x="72166" y="0"/>
                  <a:pt x="77589" y="398"/>
                  <a:pt x="82583" y="1195"/>
                </a:cubicBezTo>
                <a:cubicBezTo>
                  <a:pt x="87576" y="1991"/>
                  <a:pt x="93094" y="3345"/>
                  <a:pt x="99137" y="5257"/>
                </a:cubicBezTo>
                <a:lnTo>
                  <a:pt x="93794" y="29821"/>
                </a:lnTo>
                <a:lnTo>
                  <a:pt x="84634" y="29821"/>
                </a:lnTo>
                <a:cubicBezTo>
                  <a:pt x="84379" y="24405"/>
                  <a:pt x="83553" y="20151"/>
                  <a:pt x="82153" y="17061"/>
                </a:cubicBezTo>
                <a:cubicBezTo>
                  <a:pt x="80754" y="13971"/>
                  <a:pt x="78750" y="11756"/>
                  <a:pt x="76142" y="10418"/>
                </a:cubicBezTo>
                <a:cubicBezTo>
                  <a:pt x="73534" y="9080"/>
                  <a:pt x="70067" y="8411"/>
                  <a:pt x="65742" y="8411"/>
                </a:cubicBezTo>
                <a:cubicBezTo>
                  <a:pt x="60462" y="8411"/>
                  <a:pt x="55818" y="9494"/>
                  <a:pt x="51811" y="11661"/>
                </a:cubicBezTo>
                <a:cubicBezTo>
                  <a:pt x="47803" y="13827"/>
                  <a:pt x="44750" y="16774"/>
                  <a:pt x="42651" y="20502"/>
                </a:cubicBezTo>
                <a:cubicBezTo>
                  <a:pt x="40552" y="24230"/>
                  <a:pt x="39502" y="28387"/>
                  <a:pt x="39502" y="32975"/>
                </a:cubicBezTo>
                <a:cubicBezTo>
                  <a:pt x="39502" y="37754"/>
                  <a:pt x="40759" y="41944"/>
                  <a:pt x="43271" y="45544"/>
                </a:cubicBezTo>
                <a:cubicBezTo>
                  <a:pt x="45784" y="49144"/>
                  <a:pt x="50602" y="53397"/>
                  <a:pt x="57727" y="58304"/>
                </a:cubicBezTo>
                <a:cubicBezTo>
                  <a:pt x="63960" y="62637"/>
                  <a:pt x="68715" y="66508"/>
                  <a:pt x="71991" y="69917"/>
                </a:cubicBezTo>
                <a:cubicBezTo>
                  <a:pt x="75267" y="73326"/>
                  <a:pt x="77684" y="76942"/>
                  <a:pt x="79243" y="80765"/>
                </a:cubicBezTo>
                <a:cubicBezTo>
                  <a:pt x="80801" y="84588"/>
                  <a:pt x="81581" y="89017"/>
                  <a:pt x="81581" y="94051"/>
                </a:cubicBezTo>
                <a:cubicBezTo>
                  <a:pt x="81581" y="101825"/>
                  <a:pt x="79720" y="108722"/>
                  <a:pt x="75999" y="114744"/>
                </a:cubicBezTo>
                <a:cubicBezTo>
                  <a:pt x="72278" y="120765"/>
                  <a:pt x="67030" y="125417"/>
                  <a:pt x="60255" y="128699"/>
                </a:cubicBezTo>
                <a:cubicBezTo>
                  <a:pt x="53481" y="131980"/>
                  <a:pt x="45768" y="133621"/>
                  <a:pt x="37117" y="133621"/>
                </a:cubicBezTo>
                <a:cubicBezTo>
                  <a:pt x="31265" y="133621"/>
                  <a:pt x="24951" y="133143"/>
                  <a:pt x="18177" y="132187"/>
                </a:cubicBezTo>
                <a:cubicBezTo>
                  <a:pt x="11402" y="131231"/>
                  <a:pt x="5343" y="130021"/>
                  <a:pt x="0" y="128555"/>
                </a:cubicBezTo>
                <a:lnTo>
                  <a:pt x="5725" y="102271"/>
                </a:lnTo>
                <a:lnTo>
                  <a:pt x="14885" y="1022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2">
            <a:extLst xmlns:a="http://schemas.openxmlformats.org/drawingml/2006/main">
              <a:ext uri="{FF2B5EF4-FFF2-40B4-BE49-F238E27FC236}">
                <a16:creationId xmlns:a16="http://schemas.microsoft.com/office/drawing/2014/main" id="{5DBBBA32-435A-40A7-B6F1-58365BEB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5678" y="1570660"/>
            <a:ext cx="60320" cy="90357"/>
          </a:xfrm>
          <a:custGeom xmlns:a="http://schemas.openxmlformats.org/drawingml/2006/main">
            <a:pathLst>
              <a:path w="60320" h="90357">
                <a:moveTo>
                  <a:pt x="41096" y="78984"/>
                </a:moveTo>
                <a:cubicBezTo>
                  <a:pt x="43278" y="78984"/>
                  <a:pt x="45019" y="78902"/>
                  <a:pt x="46320" y="78739"/>
                </a:cubicBezTo>
                <a:cubicBezTo>
                  <a:pt x="47620" y="78577"/>
                  <a:pt x="48700" y="78216"/>
                  <a:pt x="49559" y="77658"/>
                </a:cubicBezTo>
                <a:cubicBezTo>
                  <a:pt x="50418" y="77100"/>
                  <a:pt x="51149" y="76251"/>
                  <a:pt x="51753" y="75111"/>
                </a:cubicBezTo>
                <a:cubicBezTo>
                  <a:pt x="52356" y="73971"/>
                  <a:pt x="53053" y="72402"/>
                  <a:pt x="53842" y="70401"/>
                </a:cubicBezTo>
                <a:lnTo>
                  <a:pt x="60320" y="70401"/>
                </a:lnTo>
                <a:cubicBezTo>
                  <a:pt x="60088" y="73704"/>
                  <a:pt x="59867" y="77030"/>
                  <a:pt x="59658" y="80379"/>
                </a:cubicBezTo>
                <a:cubicBezTo>
                  <a:pt x="59449" y="83728"/>
                  <a:pt x="59229" y="87054"/>
                  <a:pt x="58997" y="90357"/>
                </a:cubicBezTo>
                <a:lnTo>
                  <a:pt x="0" y="90357"/>
                </a:lnTo>
                <a:lnTo>
                  <a:pt x="0" y="86728"/>
                </a:lnTo>
                <a:cubicBezTo>
                  <a:pt x="1114" y="84217"/>
                  <a:pt x="2415" y="81740"/>
                  <a:pt x="3901" y="79297"/>
                </a:cubicBezTo>
                <a:cubicBezTo>
                  <a:pt x="5387" y="76855"/>
                  <a:pt x="7058" y="74378"/>
                  <a:pt x="8916" y="71867"/>
                </a:cubicBezTo>
                <a:cubicBezTo>
                  <a:pt x="10773" y="69355"/>
                  <a:pt x="12886" y="66762"/>
                  <a:pt x="15254" y="64087"/>
                </a:cubicBezTo>
                <a:cubicBezTo>
                  <a:pt x="17622" y="61412"/>
                  <a:pt x="20246" y="58633"/>
                  <a:pt x="23125" y="55749"/>
                </a:cubicBezTo>
                <a:cubicBezTo>
                  <a:pt x="27490" y="51376"/>
                  <a:pt x="31042" y="47644"/>
                  <a:pt x="33782" y="44550"/>
                </a:cubicBezTo>
                <a:cubicBezTo>
                  <a:pt x="36522" y="41457"/>
                  <a:pt x="38681" y="38701"/>
                  <a:pt x="40260" y="36282"/>
                </a:cubicBezTo>
                <a:cubicBezTo>
                  <a:pt x="41839" y="33863"/>
                  <a:pt x="42918" y="31631"/>
                  <a:pt x="43499" y="29584"/>
                </a:cubicBezTo>
                <a:cubicBezTo>
                  <a:pt x="44079" y="27537"/>
                  <a:pt x="44369" y="25351"/>
                  <a:pt x="44369" y="23025"/>
                </a:cubicBezTo>
                <a:cubicBezTo>
                  <a:pt x="44369" y="20653"/>
                  <a:pt x="44033" y="18467"/>
                  <a:pt x="43359" y="16467"/>
                </a:cubicBezTo>
                <a:cubicBezTo>
                  <a:pt x="42686" y="14466"/>
                  <a:pt x="41723" y="12769"/>
                  <a:pt x="40469" y="11373"/>
                </a:cubicBezTo>
                <a:cubicBezTo>
                  <a:pt x="39215" y="9978"/>
                  <a:pt x="37625" y="8884"/>
                  <a:pt x="35697" y="8094"/>
                </a:cubicBezTo>
                <a:cubicBezTo>
                  <a:pt x="33770" y="7303"/>
                  <a:pt x="31553" y="6908"/>
                  <a:pt x="29046" y="6908"/>
                </a:cubicBezTo>
                <a:cubicBezTo>
                  <a:pt x="24727" y="6908"/>
                  <a:pt x="21105" y="8082"/>
                  <a:pt x="18180" y="10431"/>
                </a:cubicBezTo>
                <a:cubicBezTo>
                  <a:pt x="15254" y="12780"/>
                  <a:pt x="12979" y="16187"/>
                  <a:pt x="11354" y="20653"/>
                </a:cubicBezTo>
                <a:lnTo>
                  <a:pt x="2229" y="20653"/>
                </a:lnTo>
                <a:lnTo>
                  <a:pt x="2229" y="7047"/>
                </a:lnTo>
                <a:cubicBezTo>
                  <a:pt x="8173" y="4582"/>
                  <a:pt x="13641" y="2791"/>
                  <a:pt x="18632" y="1675"/>
                </a:cubicBezTo>
                <a:cubicBezTo>
                  <a:pt x="23624" y="558"/>
                  <a:pt x="28117" y="0"/>
                  <a:pt x="32110" y="0"/>
                </a:cubicBezTo>
                <a:cubicBezTo>
                  <a:pt x="36940" y="0"/>
                  <a:pt x="41061" y="547"/>
                  <a:pt x="44474" y="1640"/>
                </a:cubicBezTo>
                <a:cubicBezTo>
                  <a:pt x="47887" y="2733"/>
                  <a:pt x="50661" y="4210"/>
                  <a:pt x="52797" y="6070"/>
                </a:cubicBezTo>
                <a:cubicBezTo>
                  <a:pt x="54934" y="7931"/>
                  <a:pt x="56477" y="10164"/>
                  <a:pt x="57429" y="12769"/>
                </a:cubicBezTo>
                <a:cubicBezTo>
                  <a:pt x="58381" y="15373"/>
                  <a:pt x="58857" y="18188"/>
                  <a:pt x="58857" y="21211"/>
                </a:cubicBezTo>
                <a:cubicBezTo>
                  <a:pt x="58857" y="23025"/>
                  <a:pt x="58730" y="24711"/>
                  <a:pt x="58474" y="26270"/>
                </a:cubicBezTo>
                <a:cubicBezTo>
                  <a:pt x="58219" y="27828"/>
                  <a:pt x="57778" y="29363"/>
                  <a:pt x="57151" y="30875"/>
                </a:cubicBezTo>
                <a:cubicBezTo>
                  <a:pt x="56524" y="32386"/>
                  <a:pt x="55700" y="33910"/>
                  <a:pt x="54678" y="35445"/>
                </a:cubicBezTo>
                <a:cubicBezTo>
                  <a:pt x="53657" y="36980"/>
                  <a:pt x="52380" y="38608"/>
                  <a:pt x="50847" y="40329"/>
                </a:cubicBezTo>
                <a:cubicBezTo>
                  <a:pt x="49686" y="41818"/>
                  <a:pt x="48177" y="43539"/>
                  <a:pt x="46320" y="45492"/>
                </a:cubicBezTo>
                <a:cubicBezTo>
                  <a:pt x="44462" y="47446"/>
                  <a:pt x="42431" y="49539"/>
                  <a:pt x="40225" y="51772"/>
                </a:cubicBezTo>
                <a:cubicBezTo>
                  <a:pt x="38019" y="54005"/>
                  <a:pt x="35709" y="56330"/>
                  <a:pt x="33294" y="58749"/>
                </a:cubicBezTo>
                <a:cubicBezTo>
                  <a:pt x="30880" y="61168"/>
                  <a:pt x="28535" y="63564"/>
                  <a:pt x="26259" y="65936"/>
                </a:cubicBezTo>
                <a:cubicBezTo>
                  <a:pt x="23984" y="68308"/>
                  <a:pt x="21894" y="70611"/>
                  <a:pt x="19991" y="72843"/>
                </a:cubicBezTo>
                <a:cubicBezTo>
                  <a:pt x="18087" y="75076"/>
                  <a:pt x="16531" y="77123"/>
                  <a:pt x="15324" y="78984"/>
                </a:cubicBezTo>
                <a:lnTo>
                  <a:pt x="41096" y="789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±𝜎(𝑆">
            <a:extLst xmlns:a="http://schemas.openxmlformats.org/drawingml/2006/main">
              <a:ext uri="{FF2B5EF4-FFF2-40B4-BE49-F238E27FC236}">
                <a16:creationId xmlns:a16="http://schemas.microsoft.com/office/drawing/2014/main" id="{1A285906-39CD-4430-8E40-B70E9B79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329" y="1482775"/>
            <a:ext cx="476199" cy="181315"/>
          </a:xfrm>
          <a:custGeom xmlns:a="http://schemas.openxmlformats.org/drawingml/2006/main">
            <a:pathLst>
              <a:path w="476199" h="181315">
                <a:moveTo>
                  <a:pt x="0" y="157611"/>
                </a:moveTo>
                <a:lnTo>
                  <a:pt x="0" y="144899"/>
                </a:lnTo>
                <a:lnTo>
                  <a:pt x="117552" y="144899"/>
                </a:lnTo>
                <a:lnTo>
                  <a:pt x="117552" y="157611"/>
                </a:lnTo>
                <a:lnTo>
                  <a:pt x="0" y="157611"/>
                </a:lnTo>
                <a:moveTo>
                  <a:pt x="65265" y="77133"/>
                </a:moveTo>
                <a:lnTo>
                  <a:pt x="65265" y="132187"/>
                </a:lnTo>
                <a:lnTo>
                  <a:pt x="52002" y="132187"/>
                </a:lnTo>
                <a:lnTo>
                  <a:pt x="52002" y="77133"/>
                </a:lnTo>
                <a:lnTo>
                  <a:pt x="0" y="77133"/>
                </a:lnTo>
                <a:lnTo>
                  <a:pt x="0" y="64421"/>
                </a:lnTo>
                <a:lnTo>
                  <a:pt x="52002" y="64421"/>
                </a:lnTo>
                <a:lnTo>
                  <a:pt x="52002" y="9367"/>
                </a:lnTo>
                <a:lnTo>
                  <a:pt x="65265" y="9367"/>
                </a:lnTo>
                <a:lnTo>
                  <a:pt x="65265" y="64421"/>
                </a:lnTo>
                <a:lnTo>
                  <a:pt x="117457" y="64421"/>
                </a:lnTo>
                <a:lnTo>
                  <a:pt x="117457" y="77133"/>
                </a:lnTo>
                <a:lnTo>
                  <a:pt x="65265" y="77133"/>
                </a:lnTo>
                <a:close/>
                <a:moveTo>
                  <a:pt x="285348" y="59355"/>
                </a:moveTo>
                <a:lnTo>
                  <a:pt x="254147" y="59355"/>
                </a:lnTo>
                <a:lnTo>
                  <a:pt x="253956" y="60120"/>
                </a:lnTo>
                <a:cubicBezTo>
                  <a:pt x="257582" y="64453"/>
                  <a:pt x="260190" y="68818"/>
                  <a:pt x="261780" y="73214"/>
                </a:cubicBezTo>
                <a:cubicBezTo>
                  <a:pt x="263370" y="77611"/>
                  <a:pt x="264165" y="82422"/>
                  <a:pt x="264165" y="87647"/>
                </a:cubicBezTo>
                <a:cubicBezTo>
                  <a:pt x="264165" y="97141"/>
                  <a:pt x="262130" y="105950"/>
                  <a:pt x="258059" y="114075"/>
                </a:cubicBezTo>
                <a:cubicBezTo>
                  <a:pt x="253988" y="122199"/>
                  <a:pt x="248294" y="128491"/>
                  <a:pt x="240979" y="132952"/>
                </a:cubicBezTo>
                <a:cubicBezTo>
                  <a:pt x="233664" y="137412"/>
                  <a:pt x="225395" y="139642"/>
                  <a:pt x="216171" y="139642"/>
                </a:cubicBezTo>
                <a:cubicBezTo>
                  <a:pt x="205675" y="139642"/>
                  <a:pt x="197676" y="136823"/>
                  <a:pt x="192174" y="131184"/>
                </a:cubicBezTo>
                <a:cubicBezTo>
                  <a:pt x="186672" y="125544"/>
                  <a:pt x="183920" y="117563"/>
                  <a:pt x="183920" y="107241"/>
                </a:cubicBezTo>
                <a:cubicBezTo>
                  <a:pt x="183920" y="100168"/>
                  <a:pt x="184986" y="93461"/>
                  <a:pt x="187117" y="87121"/>
                </a:cubicBezTo>
                <a:cubicBezTo>
                  <a:pt x="189248" y="80781"/>
                  <a:pt x="192397" y="74951"/>
                  <a:pt x="196563" y="69630"/>
                </a:cubicBezTo>
                <a:cubicBezTo>
                  <a:pt x="200730" y="64309"/>
                  <a:pt x="205453" y="59992"/>
                  <a:pt x="210732" y="56679"/>
                </a:cubicBezTo>
                <a:cubicBezTo>
                  <a:pt x="216012" y="53366"/>
                  <a:pt x="222309" y="50880"/>
                  <a:pt x="229625" y="49224"/>
                </a:cubicBezTo>
                <a:cubicBezTo>
                  <a:pt x="236940" y="47567"/>
                  <a:pt x="246354" y="46739"/>
                  <a:pt x="257868" y="46739"/>
                </a:cubicBezTo>
                <a:lnTo>
                  <a:pt x="288210" y="46739"/>
                </a:lnTo>
                <a:lnTo>
                  <a:pt x="285348" y="59355"/>
                </a:lnTo>
                <a:moveTo>
                  <a:pt x="243174" y="59642"/>
                </a:moveTo>
                <a:cubicBezTo>
                  <a:pt x="234650" y="59897"/>
                  <a:pt x="227017" y="62366"/>
                  <a:pt x="220274" y="67049"/>
                </a:cubicBezTo>
                <a:cubicBezTo>
                  <a:pt x="213531" y="71733"/>
                  <a:pt x="208299" y="78025"/>
                  <a:pt x="204578" y="85926"/>
                </a:cubicBezTo>
                <a:cubicBezTo>
                  <a:pt x="200857" y="93828"/>
                  <a:pt x="198996" y="102589"/>
                  <a:pt x="198996" y="112211"/>
                </a:cubicBezTo>
                <a:cubicBezTo>
                  <a:pt x="198996" y="117181"/>
                  <a:pt x="199807" y="121180"/>
                  <a:pt x="201429" y="124206"/>
                </a:cubicBezTo>
                <a:cubicBezTo>
                  <a:pt x="203051" y="127233"/>
                  <a:pt x="205071" y="129320"/>
                  <a:pt x="207488" y="130467"/>
                </a:cubicBezTo>
                <a:cubicBezTo>
                  <a:pt x="209905" y="131614"/>
                  <a:pt x="212513" y="132187"/>
                  <a:pt x="215312" y="132187"/>
                </a:cubicBezTo>
                <a:cubicBezTo>
                  <a:pt x="221737" y="132187"/>
                  <a:pt x="227303" y="130084"/>
                  <a:pt x="232010" y="125879"/>
                </a:cubicBezTo>
                <a:cubicBezTo>
                  <a:pt x="236717" y="121673"/>
                  <a:pt x="240518" y="115270"/>
                  <a:pt x="243412" y="106667"/>
                </a:cubicBezTo>
                <a:cubicBezTo>
                  <a:pt x="246307" y="98065"/>
                  <a:pt x="247754" y="89718"/>
                  <a:pt x="247754" y="81625"/>
                </a:cubicBezTo>
                <a:cubicBezTo>
                  <a:pt x="247754" y="72896"/>
                  <a:pt x="246227" y="65568"/>
                  <a:pt x="243174" y="59642"/>
                </a:cubicBezTo>
                <a:close/>
                <a:moveTo>
                  <a:pt x="328215" y="89750"/>
                </a:moveTo>
                <a:cubicBezTo>
                  <a:pt x="328215" y="112052"/>
                  <a:pt x="331794" y="130435"/>
                  <a:pt x="338950" y="144899"/>
                </a:cubicBezTo>
                <a:cubicBezTo>
                  <a:pt x="346106" y="159364"/>
                  <a:pt x="357031" y="169049"/>
                  <a:pt x="371725" y="173956"/>
                </a:cubicBezTo>
                <a:lnTo>
                  <a:pt x="369435" y="181315"/>
                </a:lnTo>
                <a:cubicBezTo>
                  <a:pt x="350797" y="176409"/>
                  <a:pt x="336517" y="165847"/>
                  <a:pt x="326593" y="149631"/>
                </a:cubicBezTo>
                <a:cubicBezTo>
                  <a:pt x="316670" y="133414"/>
                  <a:pt x="311708" y="113772"/>
                  <a:pt x="311708" y="90705"/>
                </a:cubicBezTo>
                <a:cubicBezTo>
                  <a:pt x="311708" y="67703"/>
                  <a:pt x="316686" y="48061"/>
                  <a:pt x="326641" y="31780"/>
                </a:cubicBezTo>
                <a:cubicBezTo>
                  <a:pt x="336596" y="15500"/>
                  <a:pt x="350861" y="4906"/>
                  <a:pt x="369435" y="0"/>
                </a:cubicBezTo>
                <a:lnTo>
                  <a:pt x="372011" y="7360"/>
                </a:lnTo>
                <a:cubicBezTo>
                  <a:pt x="357126" y="12266"/>
                  <a:pt x="346106" y="21840"/>
                  <a:pt x="338950" y="36081"/>
                </a:cubicBezTo>
                <a:cubicBezTo>
                  <a:pt x="331794" y="50323"/>
                  <a:pt x="328215" y="68212"/>
                  <a:pt x="328215" y="89750"/>
                </a:cubicBezTo>
                <a:close/>
                <a:moveTo>
                  <a:pt x="391946" y="108388"/>
                </a:moveTo>
                <a:cubicBezTo>
                  <a:pt x="391946" y="116162"/>
                  <a:pt x="393743" y="121944"/>
                  <a:pt x="397337" y="125736"/>
                </a:cubicBezTo>
                <a:cubicBezTo>
                  <a:pt x="400931" y="129527"/>
                  <a:pt x="406481" y="131423"/>
                  <a:pt x="413988" y="131423"/>
                </a:cubicBezTo>
                <a:cubicBezTo>
                  <a:pt x="422639" y="131423"/>
                  <a:pt x="429445" y="129065"/>
                  <a:pt x="434407" y="124350"/>
                </a:cubicBezTo>
                <a:cubicBezTo>
                  <a:pt x="439368" y="119634"/>
                  <a:pt x="441849" y="113071"/>
                  <a:pt x="441849" y="104660"/>
                </a:cubicBezTo>
                <a:cubicBezTo>
                  <a:pt x="441849" y="100773"/>
                  <a:pt x="441165" y="97348"/>
                  <a:pt x="439798" y="94385"/>
                </a:cubicBezTo>
                <a:cubicBezTo>
                  <a:pt x="438430" y="91422"/>
                  <a:pt x="436363" y="88587"/>
                  <a:pt x="433596" y="85879"/>
                </a:cubicBezTo>
                <a:cubicBezTo>
                  <a:pt x="430828" y="83171"/>
                  <a:pt x="426837" y="80064"/>
                  <a:pt x="421621" y="76560"/>
                </a:cubicBezTo>
                <a:cubicBezTo>
                  <a:pt x="416914" y="73374"/>
                  <a:pt x="413002" y="70235"/>
                  <a:pt x="409885" y="67145"/>
                </a:cubicBezTo>
                <a:cubicBezTo>
                  <a:pt x="406768" y="64055"/>
                  <a:pt x="404287" y="60598"/>
                  <a:pt x="402442" y="56775"/>
                </a:cubicBezTo>
                <a:cubicBezTo>
                  <a:pt x="400597" y="52951"/>
                  <a:pt x="399675" y="48682"/>
                  <a:pt x="399675" y="43967"/>
                </a:cubicBezTo>
                <a:cubicBezTo>
                  <a:pt x="399675" y="36448"/>
                  <a:pt x="401488" y="29821"/>
                  <a:pt x="405114" y="24086"/>
                </a:cubicBezTo>
                <a:cubicBezTo>
                  <a:pt x="408740" y="18351"/>
                  <a:pt x="413860" y="13923"/>
                  <a:pt x="420476" y="10801"/>
                </a:cubicBezTo>
                <a:cubicBezTo>
                  <a:pt x="427091" y="7678"/>
                  <a:pt x="434725" y="6117"/>
                  <a:pt x="443376" y="6117"/>
                </a:cubicBezTo>
                <a:cubicBezTo>
                  <a:pt x="449228" y="6117"/>
                  <a:pt x="454651" y="6515"/>
                  <a:pt x="459644" y="7312"/>
                </a:cubicBezTo>
                <a:cubicBezTo>
                  <a:pt x="464637" y="8108"/>
                  <a:pt x="470156" y="9462"/>
                  <a:pt x="476199" y="11374"/>
                </a:cubicBezTo>
                <a:lnTo>
                  <a:pt x="470855" y="35938"/>
                </a:lnTo>
                <a:lnTo>
                  <a:pt x="461696" y="35938"/>
                </a:lnTo>
                <a:cubicBezTo>
                  <a:pt x="461441" y="30522"/>
                  <a:pt x="460614" y="26269"/>
                  <a:pt x="459215" y="23178"/>
                </a:cubicBezTo>
                <a:cubicBezTo>
                  <a:pt x="457815" y="20088"/>
                  <a:pt x="455812" y="17873"/>
                  <a:pt x="453203" y="16535"/>
                </a:cubicBezTo>
                <a:cubicBezTo>
                  <a:pt x="450595" y="15197"/>
                  <a:pt x="447129" y="14528"/>
                  <a:pt x="442803" y="14528"/>
                </a:cubicBezTo>
                <a:cubicBezTo>
                  <a:pt x="437523" y="14528"/>
                  <a:pt x="432880" y="15611"/>
                  <a:pt x="428872" y="17778"/>
                </a:cubicBezTo>
                <a:cubicBezTo>
                  <a:pt x="424865" y="19944"/>
                  <a:pt x="421812" y="22891"/>
                  <a:pt x="419712" y="26619"/>
                </a:cubicBezTo>
                <a:cubicBezTo>
                  <a:pt x="417613" y="30347"/>
                  <a:pt x="416564" y="34504"/>
                  <a:pt x="416564" y="39092"/>
                </a:cubicBezTo>
                <a:cubicBezTo>
                  <a:pt x="416564" y="43871"/>
                  <a:pt x="417820" y="48061"/>
                  <a:pt x="420333" y="51661"/>
                </a:cubicBezTo>
                <a:cubicBezTo>
                  <a:pt x="422845" y="55261"/>
                  <a:pt x="427664" y="59514"/>
                  <a:pt x="434788" y="64421"/>
                </a:cubicBezTo>
                <a:cubicBezTo>
                  <a:pt x="441022" y="68754"/>
                  <a:pt x="445777" y="72625"/>
                  <a:pt x="449053" y="76034"/>
                </a:cubicBezTo>
                <a:cubicBezTo>
                  <a:pt x="452329" y="79443"/>
                  <a:pt x="454746" y="83059"/>
                  <a:pt x="456305" y="86882"/>
                </a:cubicBezTo>
                <a:cubicBezTo>
                  <a:pt x="457863" y="90705"/>
                  <a:pt x="458642" y="95134"/>
                  <a:pt x="458642" y="100168"/>
                </a:cubicBezTo>
                <a:cubicBezTo>
                  <a:pt x="458642" y="107942"/>
                  <a:pt x="456782" y="114839"/>
                  <a:pt x="453060" y="120861"/>
                </a:cubicBezTo>
                <a:cubicBezTo>
                  <a:pt x="449339" y="126882"/>
                  <a:pt x="444091" y="131534"/>
                  <a:pt x="437317" y="134816"/>
                </a:cubicBezTo>
                <a:cubicBezTo>
                  <a:pt x="430542" y="138097"/>
                  <a:pt x="422829" y="139738"/>
                  <a:pt x="414178" y="139738"/>
                </a:cubicBezTo>
                <a:cubicBezTo>
                  <a:pt x="408326" y="139738"/>
                  <a:pt x="402013" y="139260"/>
                  <a:pt x="395238" y="138304"/>
                </a:cubicBezTo>
                <a:cubicBezTo>
                  <a:pt x="388464" y="137349"/>
                  <a:pt x="382405" y="136138"/>
                  <a:pt x="377062" y="134672"/>
                </a:cubicBezTo>
                <a:lnTo>
                  <a:pt x="382787" y="108388"/>
                </a:lnTo>
                <a:lnTo>
                  <a:pt x="391946" y="1083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2">
            <a:extLst xmlns:a="http://schemas.openxmlformats.org/drawingml/2006/main">
              <a:ext uri="{FF2B5EF4-FFF2-40B4-BE49-F238E27FC236}">
                <a16:creationId xmlns:a16="http://schemas.microsoft.com/office/drawing/2014/main" id="{E2E784FC-3107-475A-9791-A00A8269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7206" y="1570660"/>
            <a:ext cx="60320" cy="90357"/>
          </a:xfrm>
          <a:custGeom xmlns:a="http://schemas.openxmlformats.org/drawingml/2006/main">
            <a:pathLst>
              <a:path w="60320" h="90357">
                <a:moveTo>
                  <a:pt x="41096" y="78984"/>
                </a:moveTo>
                <a:cubicBezTo>
                  <a:pt x="43278" y="78984"/>
                  <a:pt x="45019" y="78902"/>
                  <a:pt x="46320" y="78739"/>
                </a:cubicBezTo>
                <a:cubicBezTo>
                  <a:pt x="47620" y="78577"/>
                  <a:pt x="48700" y="78216"/>
                  <a:pt x="49559" y="77658"/>
                </a:cubicBezTo>
                <a:cubicBezTo>
                  <a:pt x="50418" y="77100"/>
                  <a:pt x="51149" y="76251"/>
                  <a:pt x="51753" y="75111"/>
                </a:cubicBezTo>
                <a:cubicBezTo>
                  <a:pt x="52356" y="73971"/>
                  <a:pt x="53053" y="72402"/>
                  <a:pt x="53842" y="70401"/>
                </a:cubicBezTo>
                <a:lnTo>
                  <a:pt x="60320" y="70401"/>
                </a:lnTo>
                <a:cubicBezTo>
                  <a:pt x="60088" y="73704"/>
                  <a:pt x="59867" y="77030"/>
                  <a:pt x="59658" y="80379"/>
                </a:cubicBezTo>
                <a:cubicBezTo>
                  <a:pt x="59449" y="83728"/>
                  <a:pt x="59229" y="87054"/>
                  <a:pt x="58997" y="90357"/>
                </a:cubicBezTo>
                <a:lnTo>
                  <a:pt x="0" y="90357"/>
                </a:lnTo>
                <a:lnTo>
                  <a:pt x="0" y="86728"/>
                </a:lnTo>
                <a:cubicBezTo>
                  <a:pt x="1114" y="84217"/>
                  <a:pt x="2415" y="81740"/>
                  <a:pt x="3901" y="79297"/>
                </a:cubicBezTo>
                <a:cubicBezTo>
                  <a:pt x="5387" y="76855"/>
                  <a:pt x="7058" y="74378"/>
                  <a:pt x="8916" y="71867"/>
                </a:cubicBezTo>
                <a:cubicBezTo>
                  <a:pt x="10773" y="69355"/>
                  <a:pt x="12886" y="66762"/>
                  <a:pt x="15254" y="64087"/>
                </a:cubicBezTo>
                <a:cubicBezTo>
                  <a:pt x="17622" y="61412"/>
                  <a:pt x="20246" y="58633"/>
                  <a:pt x="23125" y="55749"/>
                </a:cubicBezTo>
                <a:cubicBezTo>
                  <a:pt x="27490" y="51376"/>
                  <a:pt x="31042" y="47644"/>
                  <a:pt x="33782" y="44550"/>
                </a:cubicBezTo>
                <a:cubicBezTo>
                  <a:pt x="36522" y="41457"/>
                  <a:pt x="38681" y="38701"/>
                  <a:pt x="40260" y="36282"/>
                </a:cubicBezTo>
                <a:cubicBezTo>
                  <a:pt x="41839" y="33863"/>
                  <a:pt x="42918" y="31631"/>
                  <a:pt x="43499" y="29584"/>
                </a:cubicBezTo>
                <a:cubicBezTo>
                  <a:pt x="44079" y="27537"/>
                  <a:pt x="44369" y="25351"/>
                  <a:pt x="44369" y="23025"/>
                </a:cubicBezTo>
                <a:cubicBezTo>
                  <a:pt x="44369" y="20653"/>
                  <a:pt x="44033" y="18467"/>
                  <a:pt x="43359" y="16467"/>
                </a:cubicBezTo>
                <a:cubicBezTo>
                  <a:pt x="42686" y="14466"/>
                  <a:pt x="41723" y="12769"/>
                  <a:pt x="40469" y="11373"/>
                </a:cubicBezTo>
                <a:cubicBezTo>
                  <a:pt x="39215" y="9978"/>
                  <a:pt x="37625" y="8884"/>
                  <a:pt x="35697" y="8094"/>
                </a:cubicBezTo>
                <a:cubicBezTo>
                  <a:pt x="33770" y="7303"/>
                  <a:pt x="31553" y="6908"/>
                  <a:pt x="29046" y="6908"/>
                </a:cubicBezTo>
                <a:cubicBezTo>
                  <a:pt x="24727" y="6908"/>
                  <a:pt x="21105" y="8082"/>
                  <a:pt x="18180" y="10431"/>
                </a:cubicBezTo>
                <a:cubicBezTo>
                  <a:pt x="15254" y="12780"/>
                  <a:pt x="12979" y="16187"/>
                  <a:pt x="11354" y="20653"/>
                </a:cubicBezTo>
                <a:lnTo>
                  <a:pt x="2229" y="20653"/>
                </a:lnTo>
                <a:lnTo>
                  <a:pt x="2229" y="7047"/>
                </a:lnTo>
                <a:cubicBezTo>
                  <a:pt x="8173" y="4582"/>
                  <a:pt x="13641" y="2791"/>
                  <a:pt x="18632" y="1675"/>
                </a:cubicBezTo>
                <a:cubicBezTo>
                  <a:pt x="23624" y="558"/>
                  <a:pt x="28117" y="0"/>
                  <a:pt x="32110" y="0"/>
                </a:cubicBezTo>
                <a:cubicBezTo>
                  <a:pt x="36940" y="0"/>
                  <a:pt x="41061" y="547"/>
                  <a:pt x="44474" y="1640"/>
                </a:cubicBezTo>
                <a:cubicBezTo>
                  <a:pt x="47887" y="2733"/>
                  <a:pt x="50661" y="4210"/>
                  <a:pt x="52797" y="6070"/>
                </a:cubicBezTo>
                <a:cubicBezTo>
                  <a:pt x="54934" y="7931"/>
                  <a:pt x="56477" y="10164"/>
                  <a:pt x="57429" y="12769"/>
                </a:cubicBezTo>
                <a:cubicBezTo>
                  <a:pt x="58381" y="15373"/>
                  <a:pt x="58857" y="18188"/>
                  <a:pt x="58857" y="21211"/>
                </a:cubicBezTo>
                <a:cubicBezTo>
                  <a:pt x="58857" y="23025"/>
                  <a:pt x="58730" y="24711"/>
                  <a:pt x="58474" y="26270"/>
                </a:cubicBezTo>
                <a:cubicBezTo>
                  <a:pt x="58219" y="27828"/>
                  <a:pt x="57778" y="29363"/>
                  <a:pt x="57151" y="30875"/>
                </a:cubicBezTo>
                <a:cubicBezTo>
                  <a:pt x="56524" y="32386"/>
                  <a:pt x="55700" y="33910"/>
                  <a:pt x="54678" y="35445"/>
                </a:cubicBezTo>
                <a:cubicBezTo>
                  <a:pt x="53657" y="36980"/>
                  <a:pt x="52380" y="38608"/>
                  <a:pt x="50847" y="40329"/>
                </a:cubicBezTo>
                <a:cubicBezTo>
                  <a:pt x="49686" y="41818"/>
                  <a:pt x="48177" y="43539"/>
                  <a:pt x="46320" y="45492"/>
                </a:cubicBezTo>
                <a:cubicBezTo>
                  <a:pt x="44462" y="47446"/>
                  <a:pt x="42431" y="49539"/>
                  <a:pt x="40225" y="51772"/>
                </a:cubicBezTo>
                <a:cubicBezTo>
                  <a:pt x="38019" y="54005"/>
                  <a:pt x="35709" y="56330"/>
                  <a:pt x="33294" y="58749"/>
                </a:cubicBezTo>
                <a:cubicBezTo>
                  <a:pt x="30880" y="61168"/>
                  <a:pt x="28535" y="63564"/>
                  <a:pt x="26259" y="65936"/>
                </a:cubicBezTo>
                <a:cubicBezTo>
                  <a:pt x="23984" y="68308"/>
                  <a:pt x="21894" y="70611"/>
                  <a:pt x="19991" y="72843"/>
                </a:cubicBezTo>
                <a:cubicBezTo>
                  <a:pt x="18087" y="75076"/>
                  <a:pt x="16531" y="77123"/>
                  <a:pt x="15324" y="78984"/>
                </a:cubicBezTo>
                <a:lnTo>
                  <a:pt x="41096" y="789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)">
            <a:extLst xmlns:a="http://schemas.openxmlformats.org/drawingml/2006/main">
              <a:ext uri="{FF2B5EF4-FFF2-40B4-BE49-F238E27FC236}">
                <a16:creationId xmlns:a16="http://schemas.microsoft.com/office/drawing/2014/main" id="{5167A625-D8CC-4129-837D-E970B3C6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3202" y="1482775"/>
            <a:ext cx="60303" cy="181315"/>
          </a:xfrm>
          <a:custGeom xmlns:a="http://schemas.openxmlformats.org/drawingml/2006/main">
            <a:pathLst>
              <a:path w="60303" h="181315">
                <a:moveTo>
                  <a:pt x="43796" y="89750"/>
                </a:moveTo>
                <a:cubicBezTo>
                  <a:pt x="43796" y="68212"/>
                  <a:pt x="40234" y="50323"/>
                  <a:pt x="33109" y="36081"/>
                </a:cubicBezTo>
                <a:cubicBezTo>
                  <a:pt x="25985" y="21840"/>
                  <a:pt x="14948" y="12266"/>
                  <a:pt x="0" y="7360"/>
                </a:cubicBezTo>
                <a:lnTo>
                  <a:pt x="2576" y="0"/>
                </a:lnTo>
                <a:cubicBezTo>
                  <a:pt x="21151" y="4906"/>
                  <a:pt x="35415" y="15500"/>
                  <a:pt x="45370" y="31780"/>
                </a:cubicBezTo>
                <a:cubicBezTo>
                  <a:pt x="55325" y="48061"/>
                  <a:pt x="60303" y="67703"/>
                  <a:pt x="60303" y="90705"/>
                </a:cubicBezTo>
                <a:cubicBezTo>
                  <a:pt x="60303" y="113772"/>
                  <a:pt x="55341" y="133414"/>
                  <a:pt x="45418" y="149631"/>
                </a:cubicBezTo>
                <a:cubicBezTo>
                  <a:pt x="35495" y="165847"/>
                  <a:pt x="21214" y="176409"/>
                  <a:pt x="2576" y="181315"/>
                </a:cubicBezTo>
                <a:lnTo>
                  <a:pt x="286" y="173956"/>
                </a:lnTo>
                <a:cubicBezTo>
                  <a:pt x="14980" y="169049"/>
                  <a:pt x="25905" y="159364"/>
                  <a:pt x="33062" y="144899"/>
                </a:cubicBezTo>
                <a:cubicBezTo>
                  <a:pt x="40218" y="130435"/>
                  <a:pt x="43796" y="112052"/>
                  <a:pt x="43796" y="89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b4339c29d4c32"/>
          <a:stretch xmlns:a="http://schemas.openxmlformats.org/drawingml/2006/main"/>
        </p:blipFill>
        <p:spPr>
          <a:xfrm xmlns:a="http://schemas.openxmlformats.org/drawingml/2006/main">
            <a:off x="58836" y="336766"/>
            <a:ext cx="2562685" cy="2544723"/>
          </a:xfrm>
          <a:prstGeom xmlns:a="http://schemas.openxmlformats.org/drawingml/2006/main" prst="rect">
            <a:avLst/>
          </a:prstGeom>
        </p:spPr>
      </p:pic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990909-D3EC-442F-8930-E78D6D2A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5" y="328610"/>
            <a:ext cx="2580088" cy="2561035"/>
          </a:xfrm>
          <a:custGeom xmlns:a="http://schemas.openxmlformats.org/drawingml/2006/main">
            <a:pathLst>
              <a:path w="2580088" h="2561035" fill="none">
                <a:moveTo>
                  <a:pt x="0" y="0"/>
                </a:moveTo>
                <a:lnTo>
                  <a:pt x="2580088" y="0"/>
                </a:lnTo>
                <a:lnTo>
                  <a:pt x="2580088" y="2561035"/>
                </a:lnTo>
                <a:lnTo>
                  <a:pt x="0" y="256103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000000"/>
            </a:solidFill>
            <a:round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6FB5C-F378-4297-A8AC-AD2F6AA8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829" y="2127590"/>
            <a:ext cx="1026189" cy="735245"/>
          </a:xfrm>
          <a:custGeom xmlns:a="http://schemas.openxmlformats.org/drawingml/2006/main">
            <a:pathLst>
              <a:path w="1026189" h="735245">
                <a:moveTo>
                  <a:pt x="306715" y="225616"/>
                </a:moveTo>
                <a:cubicBezTo>
                  <a:pt x="319156" y="235305"/>
                  <a:pt x="342296" y="240281"/>
                  <a:pt x="348159" y="242238"/>
                </a:cubicBezTo>
                <a:cubicBezTo>
                  <a:pt x="381704" y="253445"/>
                  <a:pt x="465178" y="264227"/>
                  <a:pt x="480795" y="267163"/>
                </a:cubicBezTo>
                <a:cubicBezTo>
                  <a:pt x="514764" y="273541"/>
                  <a:pt x="527921" y="281339"/>
                  <a:pt x="563698" y="292088"/>
                </a:cubicBezTo>
                <a:cubicBezTo>
                  <a:pt x="574609" y="295367"/>
                  <a:pt x="585894" y="297259"/>
                  <a:pt x="596853" y="300408"/>
                </a:cubicBezTo>
                <a:cubicBezTo>
                  <a:pt x="656323" y="317438"/>
                  <a:pt x="578908" y="300130"/>
                  <a:pt x="663163" y="317014"/>
                </a:cubicBezTo>
                <a:cubicBezTo>
                  <a:pt x="739601" y="297863"/>
                  <a:pt x="645136" y="322446"/>
                  <a:pt x="746066" y="292088"/>
                </a:cubicBezTo>
                <a:cubicBezTo>
                  <a:pt x="770460" y="284748"/>
                  <a:pt x="791532" y="284585"/>
                  <a:pt x="812376" y="267163"/>
                </a:cubicBezTo>
                <a:cubicBezTo>
                  <a:pt x="820030" y="260769"/>
                  <a:pt x="823433" y="250541"/>
                  <a:pt x="828953" y="242238"/>
                </a:cubicBezTo>
                <a:cubicBezTo>
                  <a:pt x="826201" y="231162"/>
                  <a:pt x="820665" y="220412"/>
                  <a:pt x="820665" y="208994"/>
                </a:cubicBezTo>
                <a:cubicBezTo>
                  <a:pt x="820665" y="156680"/>
                  <a:pt x="882920" y="179142"/>
                  <a:pt x="920146" y="175765"/>
                </a:cubicBezTo>
                <a:cubicBezTo>
                  <a:pt x="928434" y="186841"/>
                  <a:pt x="935241" y="199206"/>
                  <a:pt x="945012" y="208994"/>
                </a:cubicBezTo>
                <a:cubicBezTo>
                  <a:pt x="960905" y="224931"/>
                  <a:pt x="991015" y="237752"/>
                  <a:pt x="1003033" y="258860"/>
                </a:cubicBezTo>
                <a:cubicBezTo>
                  <a:pt x="1008683" y="268762"/>
                  <a:pt x="1009286" y="280849"/>
                  <a:pt x="1011321" y="292088"/>
                </a:cubicBezTo>
                <a:cubicBezTo>
                  <a:pt x="1026189" y="373993"/>
                  <a:pt x="1019236" y="324876"/>
                  <a:pt x="1011321" y="400109"/>
                </a:cubicBezTo>
                <a:cubicBezTo>
                  <a:pt x="1007560" y="436028"/>
                  <a:pt x="1005801" y="472128"/>
                  <a:pt x="1003033" y="508145"/>
                </a:cubicBezTo>
                <a:cubicBezTo>
                  <a:pt x="1000281" y="516448"/>
                  <a:pt x="998294" y="525061"/>
                  <a:pt x="994744" y="533070"/>
                </a:cubicBezTo>
                <a:cubicBezTo>
                  <a:pt x="979079" y="568419"/>
                  <a:pt x="965155" y="592154"/>
                  <a:pt x="945012" y="624468"/>
                </a:cubicBezTo>
                <a:cubicBezTo>
                  <a:pt x="933092" y="643603"/>
                  <a:pt x="914576" y="671888"/>
                  <a:pt x="895279" y="682638"/>
                </a:cubicBezTo>
                <a:cubicBezTo>
                  <a:pt x="882952" y="689506"/>
                  <a:pt x="867026" y="685998"/>
                  <a:pt x="853820" y="690957"/>
                </a:cubicBezTo>
                <a:cubicBezTo>
                  <a:pt x="844505" y="694465"/>
                  <a:pt x="837242" y="702034"/>
                  <a:pt x="828953" y="707563"/>
                </a:cubicBezTo>
                <a:cubicBezTo>
                  <a:pt x="828953" y="707563"/>
                  <a:pt x="827227" y="721788"/>
                  <a:pt x="779221" y="724186"/>
                </a:cubicBezTo>
                <a:cubicBezTo>
                  <a:pt x="731215" y="726600"/>
                  <a:pt x="621035" y="718721"/>
                  <a:pt x="540916" y="722000"/>
                </a:cubicBezTo>
                <a:cubicBezTo>
                  <a:pt x="485647" y="724773"/>
                  <a:pt x="430395" y="721249"/>
                  <a:pt x="375126" y="724023"/>
                </a:cubicBezTo>
                <a:cubicBezTo>
                  <a:pt x="336434" y="721249"/>
                  <a:pt x="284959" y="735245"/>
                  <a:pt x="256983" y="732505"/>
                </a:cubicBezTo>
                <a:cubicBezTo>
                  <a:pt x="228990" y="729764"/>
                  <a:pt x="227525" y="719194"/>
                  <a:pt x="207234" y="707563"/>
                </a:cubicBezTo>
                <a:cubicBezTo>
                  <a:pt x="169813" y="686129"/>
                  <a:pt x="162501" y="691186"/>
                  <a:pt x="124347" y="657713"/>
                </a:cubicBezTo>
                <a:cubicBezTo>
                  <a:pt x="113078" y="647828"/>
                  <a:pt x="97120" y="610260"/>
                  <a:pt x="91192" y="599543"/>
                </a:cubicBezTo>
                <a:cubicBezTo>
                  <a:pt x="57728" y="539188"/>
                  <a:pt x="70641" y="579691"/>
                  <a:pt x="58021" y="516448"/>
                </a:cubicBezTo>
                <a:cubicBezTo>
                  <a:pt x="52501" y="508145"/>
                  <a:pt x="44945" y="500870"/>
                  <a:pt x="41444" y="491523"/>
                </a:cubicBezTo>
                <a:cubicBezTo>
                  <a:pt x="36509" y="478294"/>
                  <a:pt x="35484" y="463906"/>
                  <a:pt x="33155" y="449975"/>
                </a:cubicBezTo>
                <a:cubicBezTo>
                  <a:pt x="15112" y="341368"/>
                  <a:pt x="32894" y="413909"/>
                  <a:pt x="16577" y="242238"/>
                </a:cubicBezTo>
                <a:cubicBezTo>
                  <a:pt x="15747" y="233511"/>
                  <a:pt x="9999" y="225893"/>
                  <a:pt x="8289" y="217313"/>
                </a:cubicBezTo>
                <a:cubicBezTo>
                  <a:pt x="4462" y="198097"/>
                  <a:pt x="2768" y="178522"/>
                  <a:pt x="0" y="159143"/>
                </a:cubicBezTo>
                <a:cubicBezTo>
                  <a:pt x="5520" y="148067"/>
                  <a:pt x="9168" y="135816"/>
                  <a:pt x="16577" y="125899"/>
                </a:cubicBezTo>
                <a:cubicBezTo>
                  <a:pt x="25957" y="113371"/>
                  <a:pt x="43723" y="107123"/>
                  <a:pt x="49732" y="92670"/>
                </a:cubicBezTo>
                <a:cubicBezTo>
                  <a:pt x="88261" y="0"/>
                  <a:pt x="18385" y="42086"/>
                  <a:pt x="99481" y="9559"/>
                </a:cubicBezTo>
                <a:cubicBezTo>
                  <a:pt x="99481" y="9559"/>
                  <a:pt x="133939" y="17683"/>
                  <a:pt x="149213" y="26181"/>
                </a:cubicBezTo>
                <a:cubicBezTo>
                  <a:pt x="159456" y="31891"/>
                  <a:pt x="166572" y="42086"/>
                  <a:pt x="174079" y="51123"/>
                </a:cubicBezTo>
                <a:cubicBezTo>
                  <a:pt x="188735" y="68740"/>
                  <a:pt x="197105" y="88951"/>
                  <a:pt x="207234" y="109276"/>
                </a:cubicBezTo>
                <a:cubicBezTo>
                  <a:pt x="207234" y="109276"/>
                  <a:pt x="241399" y="141575"/>
                  <a:pt x="256983" y="159143"/>
                </a:cubicBezTo>
                <a:cubicBezTo>
                  <a:pt x="263594" y="166598"/>
                  <a:pt x="267584" y="176075"/>
                  <a:pt x="273560" y="184068"/>
                </a:cubicBezTo>
                <a:cubicBezTo>
                  <a:pt x="284178" y="198260"/>
                  <a:pt x="294274" y="215926"/>
                  <a:pt x="306715" y="225616"/>
                </a:cubicBezTo>
                <a:close/>
              </a:path>
            </a:pathLst>
          </a:custGeom>
          <a:solidFill xmlns:a="http://schemas.openxmlformats.org/drawingml/2006/main">
            <a:srgbClr val="BF9000">
              <a:alpha val="18039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C6C92C-F88A-4CFB-B70A-462CAF12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829" y="2127590"/>
            <a:ext cx="1026189" cy="735245"/>
          </a:xfrm>
          <a:custGeom xmlns:a="http://schemas.openxmlformats.org/drawingml/2006/main">
            <a:pathLst>
              <a:path w="1026189" h="735245" fill="none">
                <a:moveTo>
                  <a:pt x="306715" y="225616"/>
                </a:moveTo>
                <a:cubicBezTo>
                  <a:pt x="294274" y="215926"/>
                  <a:pt x="284178" y="198260"/>
                  <a:pt x="273560" y="184068"/>
                </a:cubicBezTo>
                <a:cubicBezTo>
                  <a:pt x="267584" y="176075"/>
                  <a:pt x="263594" y="166598"/>
                  <a:pt x="256983" y="159143"/>
                </a:cubicBezTo>
                <a:cubicBezTo>
                  <a:pt x="241399" y="141575"/>
                  <a:pt x="207234" y="109276"/>
                  <a:pt x="207234" y="109276"/>
                </a:cubicBezTo>
                <a:cubicBezTo>
                  <a:pt x="197105" y="88951"/>
                  <a:pt x="188735" y="68740"/>
                  <a:pt x="174079" y="51123"/>
                </a:cubicBezTo>
                <a:cubicBezTo>
                  <a:pt x="166572" y="42086"/>
                  <a:pt x="159456" y="31891"/>
                  <a:pt x="149213" y="26181"/>
                </a:cubicBezTo>
                <a:cubicBezTo>
                  <a:pt x="133939" y="17683"/>
                  <a:pt x="99481" y="9559"/>
                  <a:pt x="99481" y="9559"/>
                </a:cubicBezTo>
                <a:cubicBezTo>
                  <a:pt x="18385" y="42086"/>
                  <a:pt x="88261" y="0"/>
                  <a:pt x="49732" y="92670"/>
                </a:cubicBezTo>
                <a:cubicBezTo>
                  <a:pt x="43723" y="107123"/>
                  <a:pt x="25957" y="113371"/>
                  <a:pt x="16577" y="125899"/>
                </a:cubicBezTo>
                <a:cubicBezTo>
                  <a:pt x="9168" y="135816"/>
                  <a:pt x="5520" y="148067"/>
                  <a:pt x="0" y="159143"/>
                </a:cubicBezTo>
                <a:cubicBezTo>
                  <a:pt x="2768" y="178522"/>
                  <a:pt x="4462" y="198097"/>
                  <a:pt x="8289" y="217313"/>
                </a:cubicBezTo>
                <a:cubicBezTo>
                  <a:pt x="9999" y="225893"/>
                  <a:pt x="15747" y="233511"/>
                  <a:pt x="16577" y="242238"/>
                </a:cubicBezTo>
                <a:cubicBezTo>
                  <a:pt x="32894" y="413909"/>
                  <a:pt x="15112" y="341368"/>
                  <a:pt x="33155" y="449975"/>
                </a:cubicBezTo>
                <a:cubicBezTo>
                  <a:pt x="35484" y="463906"/>
                  <a:pt x="36509" y="478294"/>
                  <a:pt x="41444" y="491523"/>
                </a:cubicBezTo>
                <a:cubicBezTo>
                  <a:pt x="44945" y="500870"/>
                  <a:pt x="52501" y="508145"/>
                  <a:pt x="58021" y="516448"/>
                </a:cubicBezTo>
                <a:cubicBezTo>
                  <a:pt x="70641" y="579691"/>
                  <a:pt x="57728" y="539188"/>
                  <a:pt x="91192" y="599543"/>
                </a:cubicBezTo>
                <a:cubicBezTo>
                  <a:pt x="97120" y="610260"/>
                  <a:pt x="113078" y="647828"/>
                  <a:pt x="124347" y="657713"/>
                </a:cubicBezTo>
                <a:cubicBezTo>
                  <a:pt x="162501" y="691186"/>
                  <a:pt x="169813" y="686129"/>
                  <a:pt x="207234" y="707563"/>
                </a:cubicBezTo>
                <a:cubicBezTo>
                  <a:pt x="227525" y="719194"/>
                  <a:pt x="228990" y="729764"/>
                  <a:pt x="256983" y="732505"/>
                </a:cubicBezTo>
                <a:cubicBezTo>
                  <a:pt x="284959" y="735245"/>
                  <a:pt x="336434" y="721249"/>
                  <a:pt x="375126" y="724023"/>
                </a:cubicBezTo>
                <a:cubicBezTo>
                  <a:pt x="430395" y="721249"/>
                  <a:pt x="485647" y="724773"/>
                  <a:pt x="540916" y="722000"/>
                </a:cubicBezTo>
                <a:cubicBezTo>
                  <a:pt x="621035" y="718721"/>
                  <a:pt x="731215" y="726600"/>
                  <a:pt x="779221" y="724186"/>
                </a:cubicBezTo>
                <a:cubicBezTo>
                  <a:pt x="827227" y="721788"/>
                  <a:pt x="828953" y="707563"/>
                  <a:pt x="828953" y="707563"/>
                </a:cubicBezTo>
                <a:cubicBezTo>
                  <a:pt x="837242" y="702034"/>
                  <a:pt x="844505" y="694465"/>
                  <a:pt x="853820" y="690957"/>
                </a:cubicBezTo>
                <a:cubicBezTo>
                  <a:pt x="867026" y="685998"/>
                  <a:pt x="882952" y="689506"/>
                  <a:pt x="895279" y="682638"/>
                </a:cubicBezTo>
                <a:cubicBezTo>
                  <a:pt x="914576" y="671888"/>
                  <a:pt x="933092" y="643603"/>
                  <a:pt x="945012" y="624468"/>
                </a:cubicBezTo>
                <a:cubicBezTo>
                  <a:pt x="965155" y="592154"/>
                  <a:pt x="979079" y="568419"/>
                  <a:pt x="994744" y="533070"/>
                </a:cubicBezTo>
                <a:cubicBezTo>
                  <a:pt x="998294" y="525061"/>
                  <a:pt x="1000281" y="516448"/>
                  <a:pt x="1003033" y="508145"/>
                </a:cubicBezTo>
                <a:cubicBezTo>
                  <a:pt x="1005801" y="472128"/>
                  <a:pt x="1007560" y="436028"/>
                  <a:pt x="1011321" y="400109"/>
                </a:cubicBezTo>
                <a:cubicBezTo>
                  <a:pt x="1019236" y="324876"/>
                  <a:pt x="1026189" y="373993"/>
                  <a:pt x="1011321" y="292088"/>
                </a:cubicBezTo>
                <a:cubicBezTo>
                  <a:pt x="1009286" y="280849"/>
                  <a:pt x="1008683" y="268762"/>
                  <a:pt x="1003033" y="258860"/>
                </a:cubicBezTo>
                <a:cubicBezTo>
                  <a:pt x="991015" y="237752"/>
                  <a:pt x="960905" y="224931"/>
                  <a:pt x="945012" y="208994"/>
                </a:cubicBezTo>
                <a:cubicBezTo>
                  <a:pt x="935241" y="199206"/>
                  <a:pt x="928434" y="186841"/>
                  <a:pt x="920146" y="175765"/>
                </a:cubicBezTo>
                <a:cubicBezTo>
                  <a:pt x="882920" y="179142"/>
                  <a:pt x="820665" y="156680"/>
                  <a:pt x="820665" y="208994"/>
                </a:cubicBezTo>
                <a:cubicBezTo>
                  <a:pt x="820665" y="220412"/>
                  <a:pt x="826201" y="231162"/>
                  <a:pt x="828953" y="242238"/>
                </a:cubicBezTo>
                <a:cubicBezTo>
                  <a:pt x="823433" y="250541"/>
                  <a:pt x="820030" y="260769"/>
                  <a:pt x="812376" y="267163"/>
                </a:cubicBezTo>
                <a:cubicBezTo>
                  <a:pt x="791532" y="284585"/>
                  <a:pt x="770460" y="284748"/>
                  <a:pt x="746066" y="292088"/>
                </a:cubicBezTo>
                <a:cubicBezTo>
                  <a:pt x="645136" y="322446"/>
                  <a:pt x="739601" y="297863"/>
                  <a:pt x="663163" y="317014"/>
                </a:cubicBezTo>
                <a:cubicBezTo>
                  <a:pt x="578908" y="300130"/>
                  <a:pt x="656323" y="317438"/>
                  <a:pt x="596853" y="300408"/>
                </a:cubicBezTo>
                <a:cubicBezTo>
                  <a:pt x="585894" y="297259"/>
                  <a:pt x="574609" y="295367"/>
                  <a:pt x="563698" y="292088"/>
                </a:cubicBezTo>
                <a:cubicBezTo>
                  <a:pt x="527921" y="281339"/>
                  <a:pt x="514764" y="273541"/>
                  <a:pt x="480795" y="267163"/>
                </a:cubicBezTo>
                <a:cubicBezTo>
                  <a:pt x="465178" y="264227"/>
                  <a:pt x="381704" y="253445"/>
                  <a:pt x="348159" y="242238"/>
                </a:cubicBezTo>
                <a:cubicBezTo>
                  <a:pt x="342296" y="240281"/>
                  <a:pt x="319156" y="235305"/>
                  <a:pt x="306715" y="2256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BF9000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0F5004-32AC-47C2-8361-2450E138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057" y="2386741"/>
            <a:ext cx="566010" cy="415426"/>
          </a:xfrm>
          <a:custGeom xmlns:a="http://schemas.openxmlformats.org/drawingml/2006/main">
            <a:pathLst>
              <a:path w="566010" h="415426">
                <a:moveTo>
                  <a:pt x="240861" y="14061"/>
                </a:moveTo>
                <a:cubicBezTo>
                  <a:pt x="276736" y="25300"/>
                  <a:pt x="327152" y="34403"/>
                  <a:pt x="423262" y="42200"/>
                </a:cubicBezTo>
                <a:cubicBezTo>
                  <a:pt x="424972" y="42445"/>
                  <a:pt x="475991" y="53015"/>
                  <a:pt x="481283" y="56261"/>
                </a:cubicBezTo>
                <a:cubicBezTo>
                  <a:pt x="499570" y="68022"/>
                  <a:pt x="500336" y="88282"/>
                  <a:pt x="506166" y="105492"/>
                </a:cubicBezTo>
                <a:cubicBezTo>
                  <a:pt x="514650" y="116878"/>
                  <a:pt x="526114" y="126714"/>
                  <a:pt x="531032" y="140661"/>
                </a:cubicBezTo>
                <a:cubicBezTo>
                  <a:pt x="539548" y="153711"/>
                  <a:pt x="541844" y="184150"/>
                  <a:pt x="547609" y="196939"/>
                </a:cubicBezTo>
                <a:cubicBezTo>
                  <a:pt x="552967" y="219401"/>
                  <a:pt x="566010" y="228421"/>
                  <a:pt x="564203" y="253200"/>
                </a:cubicBezTo>
                <a:cubicBezTo>
                  <a:pt x="564089" y="267930"/>
                  <a:pt x="554693" y="292986"/>
                  <a:pt x="547609" y="309477"/>
                </a:cubicBezTo>
                <a:cubicBezTo>
                  <a:pt x="547609" y="309477"/>
                  <a:pt x="526684" y="338334"/>
                  <a:pt x="514454" y="351677"/>
                </a:cubicBezTo>
                <a:cubicBezTo>
                  <a:pt x="506882" y="360633"/>
                  <a:pt x="498838" y="366619"/>
                  <a:pt x="489572" y="372769"/>
                </a:cubicBezTo>
                <a:cubicBezTo>
                  <a:pt x="466188" y="388201"/>
                  <a:pt x="443683" y="394987"/>
                  <a:pt x="414957" y="400908"/>
                </a:cubicBezTo>
                <a:cubicBezTo>
                  <a:pt x="373432" y="409097"/>
                  <a:pt x="338437" y="411968"/>
                  <a:pt x="298899" y="414986"/>
                </a:cubicBezTo>
                <a:cubicBezTo>
                  <a:pt x="287174" y="415426"/>
                  <a:pt x="281002" y="412849"/>
                  <a:pt x="265728" y="407939"/>
                </a:cubicBezTo>
                <a:cubicBezTo>
                  <a:pt x="238826" y="399668"/>
                  <a:pt x="179991" y="397368"/>
                  <a:pt x="149669" y="379816"/>
                </a:cubicBezTo>
                <a:cubicBezTo>
                  <a:pt x="141152" y="376815"/>
                  <a:pt x="132294" y="371839"/>
                  <a:pt x="124787" y="365739"/>
                </a:cubicBezTo>
                <a:cubicBezTo>
                  <a:pt x="105995" y="362346"/>
                  <a:pt x="90117" y="356180"/>
                  <a:pt x="75054" y="351677"/>
                </a:cubicBezTo>
                <a:cubicBezTo>
                  <a:pt x="65919" y="345821"/>
                  <a:pt x="63704" y="336980"/>
                  <a:pt x="58461" y="330569"/>
                </a:cubicBezTo>
                <a:cubicBezTo>
                  <a:pt x="50612" y="322690"/>
                  <a:pt x="40906" y="316117"/>
                  <a:pt x="33595" y="309477"/>
                </a:cubicBezTo>
                <a:cubicBezTo>
                  <a:pt x="26039" y="303572"/>
                  <a:pt x="11513" y="303279"/>
                  <a:pt x="8728" y="295400"/>
                </a:cubicBezTo>
                <a:cubicBezTo>
                  <a:pt x="0" y="264325"/>
                  <a:pt x="4136" y="231195"/>
                  <a:pt x="440" y="196939"/>
                </a:cubicBezTo>
                <a:cubicBezTo>
                  <a:pt x="6041" y="188358"/>
                  <a:pt x="11220" y="178816"/>
                  <a:pt x="17017" y="168800"/>
                </a:cubicBezTo>
                <a:cubicBezTo>
                  <a:pt x="25778" y="160040"/>
                  <a:pt x="32829" y="150530"/>
                  <a:pt x="41883" y="140661"/>
                </a:cubicBezTo>
                <a:cubicBezTo>
                  <a:pt x="49293" y="129667"/>
                  <a:pt x="53315" y="117530"/>
                  <a:pt x="58461" y="105492"/>
                </a:cubicBezTo>
                <a:cubicBezTo>
                  <a:pt x="62548" y="97221"/>
                  <a:pt x="69339" y="84922"/>
                  <a:pt x="75054" y="77369"/>
                </a:cubicBezTo>
                <a:cubicBezTo>
                  <a:pt x="82692" y="73291"/>
                  <a:pt x="94009" y="70273"/>
                  <a:pt x="99921" y="63292"/>
                </a:cubicBezTo>
                <a:cubicBezTo>
                  <a:pt x="106385" y="54973"/>
                  <a:pt x="105311" y="44337"/>
                  <a:pt x="108209" y="35169"/>
                </a:cubicBezTo>
                <a:cubicBezTo>
                  <a:pt x="114462" y="26247"/>
                  <a:pt x="118582" y="16035"/>
                  <a:pt x="124787" y="7031"/>
                </a:cubicBezTo>
                <a:cubicBezTo>
                  <a:pt x="140876" y="7422"/>
                  <a:pt x="156476" y="1223"/>
                  <a:pt x="174535" y="0"/>
                </a:cubicBezTo>
                <a:cubicBezTo>
                  <a:pt x="181586" y="49"/>
                  <a:pt x="192611" y="5579"/>
                  <a:pt x="199402" y="7031"/>
                </a:cubicBezTo>
                <a:cubicBezTo>
                  <a:pt x="212494" y="10146"/>
                  <a:pt x="202724" y="7683"/>
                  <a:pt x="240861" y="14061"/>
                </a:cubicBezTo>
                <a:close/>
              </a:path>
            </a:pathLst>
          </a:custGeom>
          <a:solidFill xmlns:a="http://schemas.openxmlformats.org/drawingml/2006/main">
            <a:srgbClr val="FF0000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C65FC9-F23E-484B-95FD-F85B746A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97" y="2386741"/>
            <a:ext cx="564594" cy="414986"/>
          </a:xfrm>
          <a:custGeom xmlns:a="http://schemas.openxmlformats.org/drawingml/2006/main">
            <a:pathLst>
              <a:path w="564594" h="414986" fill="none">
                <a:moveTo>
                  <a:pt x="240422" y="14061"/>
                </a:moveTo>
                <a:cubicBezTo>
                  <a:pt x="204531" y="8613"/>
                  <a:pt x="212413" y="9184"/>
                  <a:pt x="198962" y="7031"/>
                </a:cubicBezTo>
                <a:cubicBezTo>
                  <a:pt x="191097" y="5253"/>
                  <a:pt x="183068" y="228"/>
                  <a:pt x="174096" y="0"/>
                </a:cubicBezTo>
                <a:cubicBezTo>
                  <a:pt x="159554" y="2170"/>
                  <a:pt x="141592" y="6297"/>
                  <a:pt x="124347" y="7031"/>
                </a:cubicBezTo>
                <a:cubicBezTo>
                  <a:pt x="120015" y="17585"/>
                  <a:pt x="110994" y="23849"/>
                  <a:pt x="107770" y="35169"/>
                </a:cubicBezTo>
                <a:cubicBezTo>
                  <a:pt x="103601" y="44386"/>
                  <a:pt x="107135" y="55560"/>
                  <a:pt x="99481" y="63292"/>
                </a:cubicBezTo>
                <a:cubicBezTo>
                  <a:pt x="94351" y="69898"/>
                  <a:pt x="82513" y="71970"/>
                  <a:pt x="74615" y="77369"/>
                </a:cubicBezTo>
                <a:cubicBezTo>
                  <a:pt x="68020" y="87238"/>
                  <a:pt x="63134" y="97319"/>
                  <a:pt x="58021" y="105492"/>
                </a:cubicBezTo>
                <a:cubicBezTo>
                  <a:pt x="51800" y="116813"/>
                  <a:pt x="49114" y="129161"/>
                  <a:pt x="41444" y="140661"/>
                </a:cubicBezTo>
                <a:cubicBezTo>
                  <a:pt x="35207" y="151493"/>
                  <a:pt x="25045" y="159061"/>
                  <a:pt x="16577" y="168800"/>
                </a:cubicBezTo>
                <a:cubicBezTo>
                  <a:pt x="9152" y="178016"/>
                  <a:pt x="5488" y="186368"/>
                  <a:pt x="0" y="196939"/>
                </a:cubicBezTo>
                <a:cubicBezTo>
                  <a:pt x="3029" y="226921"/>
                  <a:pt x="375" y="259040"/>
                  <a:pt x="8289" y="295400"/>
                </a:cubicBezTo>
                <a:cubicBezTo>
                  <a:pt x="9184" y="303719"/>
                  <a:pt x="26071" y="303165"/>
                  <a:pt x="33155" y="309477"/>
                </a:cubicBezTo>
                <a:cubicBezTo>
                  <a:pt x="42372" y="315676"/>
                  <a:pt x="51279" y="322870"/>
                  <a:pt x="58021" y="330569"/>
                </a:cubicBezTo>
                <a:cubicBezTo>
                  <a:pt x="64795" y="335593"/>
                  <a:pt x="66652" y="345348"/>
                  <a:pt x="74615" y="351677"/>
                </a:cubicBezTo>
                <a:cubicBezTo>
                  <a:pt x="89092" y="361253"/>
                  <a:pt x="107004" y="360225"/>
                  <a:pt x="124347" y="365739"/>
                </a:cubicBezTo>
                <a:cubicBezTo>
                  <a:pt x="133238" y="370910"/>
                  <a:pt x="139084" y="376668"/>
                  <a:pt x="149230" y="379816"/>
                </a:cubicBezTo>
                <a:cubicBezTo>
                  <a:pt x="179274" y="391528"/>
                  <a:pt x="235146" y="399668"/>
                  <a:pt x="265288" y="407939"/>
                </a:cubicBezTo>
                <a:cubicBezTo>
                  <a:pt x="274700" y="411609"/>
                  <a:pt x="295153" y="411707"/>
                  <a:pt x="298459" y="414986"/>
                </a:cubicBezTo>
                <a:cubicBezTo>
                  <a:pt x="332461" y="406177"/>
                  <a:pt x="378187" y="407596"/>
                  <a:pt x="414517" y="400908"/>
                </a:cubicBezTo>
                <a:cubicBezTo>
                  <a:pt x="438488" y="395639"/>
                  <a:pt x="463598" y="389865"/>
                  <a:pt x="489132" y="372769"/>
                </a:cubicBezTo>
                <a:cubicBezTo>
                  <a:pt x="497909" y="366130"/>
                  <a:pt x="506963" y="357729"/>
                  <a:pt x="514015" y="351677"/>
                </a:cubicBezTo>
                <a:cubicBezTo>
                  <a:pt x="526244" y="338334"/>
                  <a:pt x="547169" y="309477"/>
                  <a:pt x="547169" y="309477"/>
                </a:cubicBezTo>
                <a:cubicBezTo>
                  <a:pt x="551924" y="293263"/>
                  <a:pt x="564594" y="272465"/>
                  <a:pt x="563763" y="253200"/>
                </a:cubicBezTo>
                <a:cubicBezTo>
                  <a:pt x="562640" y="227084"/>
                  <a:pt x="553651" y="217525"/>
                  <a:pt x="547169" y="196939"/>
                </a:cubicBezTo>
                <a:cubicBezTo>
                  <a:pt x="542561" y="180675"/>
                  <a:pt x="540639" y="156158"/>
                  <a:pt x="530592" y="140661"/>
                </a:cubicBezTo>
                <a:cubicBezTo>
                  <a:pt x="524860" y="127432"/>
                  <a:pt x="514275" y="117008"/>
                  <a:pt x="505726" y="105492"/>
                </a:cubicBezTo>
                <a:cubicBezTo>
                  <a:pt x="500857" y="89228"/>
                  <a:pt x="499684" y="67533"/>
                  <a:pt x="480843" y="56261"/>
                </a:cubicBezTo>
                <a:cubicBezTo>
                  <a:pt x="476088" y="52868"/>
                  <a:pt x="424467" y="42037"/>
                  <a:pt x="422822" y="42200"/>
                </a:cubicBezTo>
                <a:cubicBezTo>
                  <a:pt x="322022" y="35153"/>
                  <a:pt x="280058" y="22772"/>
                  <a:pt x="240422" y="1406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FF0000"/>
            </a:solidFill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AD7884-3392-4B13-BE90-DDCC1DC4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21" y="1680828"/>
            <a:ext cx="361691" cy="444576"/>
          </a:xfrm>
          <a:custGeom xmlns:a="http://schemas.openxmlformats.org/drawingml/2006/main">
            <a:pathLst>
              <a:path w="361691" h="444576">
                <a:moveTo>
                  <a:pt x="307888" y="357485"/>
                </a:moveTo>
                <a:lnTo>
                  <a:pt x="332721" y="382410"/>
                </a:lnTo>
                <a:cubicBezTo>
                  <a:pt x="361691" y="411478"/>
                  <a:pt x="343681" y="417579"/>
                  <a:pt x="334724" y="444576"/>
                </a:cubicBezTo>
                <a:cubicBezTo>
                  <a:pt x="299632" y="421103"/>
                  <a:pt x="299941" y="432929"/>
                  <a:pt x="283054" y="423941"/>
                </a:cubicBezTo>
                <a:cubicBezTo>
                  <a:pt x="266167" y="414969"/>
                  <a:pt x="249948" y="401789"/>
                  <a:pt x="233403" y="390713"/>
                </a:cubicBezTo>
                <a:cubicBezTo>
                  <a:pt x="143791" y="375722"/>
                  <a:pt x="215963" y="390468"/>
                  <a:pt x="158919" y="374107"/>
                </a:cubicBezTo>
                <a:cubicBezTo>
                  <a:pt x="147976" y="370959"/>
                  <a:pt x="136202" y="370437"/>
                  <a:pt x="125813" y="365788"/>
                </a:cubicBezTo>
                <a:cubicBezTo>
                  <a:pt x="111108" y="359230"/>
                  <a:pt x="98064" y="349426"/>
                  <a:pt x="84434" y="340879"/>
                </a:cubicBezTo>
                <a:cubicBezTo>
                  <a:pt x="75999" y="335577"/>
                  <a:pt x="68687" y="328318"/>
                  <a:pt x="59601" y="324256"/>
                </a:cubicBezTo>
                <a:cubicBezTo>
                  <a:pt x="43658" y="317144"/>
                  <a:pt x="22277" y="320031"/>
                  <a:pt x="9950" y="307634"/>
                </a:cubicBezTo>
                <a:cubicBezTo>
                  <a:pt x="0" y="297651"/>
                  <a:pt x="4429" y="279952"/>
                  <a:pt x="1661" y="266103"/>
                </a:cubicBezTo>
                <a:cubicBezTo>
                  <a:pt x="7181" y="255027"/>
                  <a:pt x="13891" y="244473"/>
                  <a:pt x="18222" y="232875"/>
                </a:cubicBezTo>
                <a:cubicBezTo>
                  <a:pt x="23221" y="219466"/>
                  <a:pt x="32520" y="169387"/>
                  <a:pt x="34767" y="158115"/>
                </a:cubicBezTo>
                <a:cubicBezTo>
                  <a:pt x="73589" y="99668"/>
                  <a:pt x="28921" y="173759"/>
                  <a:pt x="59601" y="91643"/>
                </a:cubicBezTo>
                <a:cubicBezTo>
                  <a:pt x="63085" y="82296"/>
                  <a:pt x="73003" y="76195"/>
                  <a:pt x="76145" y="66734"/>
                </a:cubicBezTo>
                <a:cubicBezTo>
                  <a:pt x="81454" y="50748"/>
                  <a:pt x="81666" y="33489"/>
                  <a:pt x="84434" y="16883"/>
                </a:cubicBezTo>
                <a:cubicBezTo>
                  <a:pt x="105441" y="11614"/>
                  <a:pt x="129623" y="0"/>
                  <a:pt x="150646" y="16883"/>
                </a:cubicBezTo>
                <a:cubicBezTo>
                  <a:pt x="157453" y="22348"/>
                  <a:pt x="156150" y="33489"/>
                  <a:pt x="158919" y="41808"/>
                </a:cubicBezTo>
                <a:cubicBezTo>
                  <a:pt x="191227" y="52624"/>
                  <a:pt x="190673" y="48301"/>
                  <a:pt x="216842" y="83340"/>
                </a:cubicBezTo>
                <a:cubicBezTo>
                  <a:pt x="224251" y="93241"/>
                  <a:pt x="226564" y="106275"/>
                  <a:pt x="233403" y="116568"/>
                </a:cubicBezTo>
                <a:cubicBezTo>
                  <a:pt x="305966" y="225828"/>
                  <a:pt x="244118" y="111217"/>
                  <a:pt x="274782" y="183024"/>
                </a:cubicBezTo>
                <a:cubicBezTo>
                  <a:pt x="279651" y="194410"/>
                  <a:pt x="289503" y="204018"/>
                  <a:pt x="291343" y="216252"/>
                </a:cubicBezTo>
                <a:cubicBezTo>
                  <a:pt x="297889" y="260165"/>
                  <a:pt x="292711" y="305334"/>
                  <a:pt x="299615" y="349182"/>
                </a:cubicBezTo>
                <a:cubicBezTo>
                  <a:pt x="301162" y="359034"/>
                  <a:pt x="310900" y="365641"/>
                  <a:pt x="316160" y="374107"/>
                </a:cubicBezTo>
                <a:cubicBezTo>
                  <a:pt x="324693" y="387793"/>
                  <a:pt x="332721" y="401789"/>
                  <a:pt x="340994" y="415638"/>
                </a:cubicBezTo>
                <a:close/>
              </a:path>
            </a:pathLst>
          </a:custGeom>
          <a:solidFill xmlns:a="http://schemas.openxmlformats.org/drawingml/2006/main">
            <a:srgbClr val="C5E0B4">
              <a:alpha val="39999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8C3ECC-B8EA-4863-A502-4B6830E6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21" y="1680828"/>
            <a:ext cx="361691" cy="444576"/>
          </a:xfrm>
          <a:custGeom xmlns:a="http://schemas.openxmlformats.org/drawingml/2006/main">
            <a:pathLst>
              <a:path w="361691" h="444576" fill="none">
                <a:moveTo>
                  <a:pt x="340994" y="415638"/>
                </a:moveTo>
                <a:cubicBezTo>
                  <a:pt x="332721" y="401789"/>
                  <a:pt x="324693" y="387793"/>
                  <a:pt x="316160" y="374107"/>
                </a:cubicBezTo>
                <a:cubicBezTo>
                  <a:pt x="310900" y="365641"/>
                  <a:pt x="301162" y="359034"/>
                  <a:pt x="299615" y="349182"/>
                </a:cubicBezTo>
                <a:cubicBezTo>
                  <a:pt x="292711" y="305334"/>
                  <a:pt x="297889" y="260165"/>
                  <a:pt x="291343" y="216252"/>
                </a:cubicBezTo>
                <a:cubicBezTo>
                  <a:pt x="289503" y="204018"/>
                  <a:pt x="279651" y="194410"/>
                  <a:pt x="274782" y="183024"/>
                </a:cubicBezTo>
                <a:cubicBezTo>
                  <a:pt x="244118" y="111217"/>
                  <a:pt x="305966" y="225828"/>
                  <a:pt x="233403" y="116568"/>
                </a:cubicBezTo>
                <a:cubicBezTo>
                  <a:pt x="226564" y="106275"/>
                  <a:pt x="224251" y="93241"/>
                  <a:pt x="216842" y="83340"/>
                </a:cubicBezTo>
                <a:cubicBezTo>
                  <a:pt x="190673" y="48301"/>
                  <a:pt x="191227" y="52624"/>
                  <a:pt x="158919" y="41808"/>
                </a:cubicBezTo>
                <a:cubicBezTo>
                  <a:pt x="156150" y="33489"/>
                  <a:pt x="157453" y="22348"/>
                  <a:pt x="150646" y="16883"/>
                </a:cubicBezTo>
                <a:cubicBezTo>
                  <a:pt x="129623" y="0"/>
                  <a:pt x="105441" y="11614"/>
                  <a:pt x="84434" y="16883"/>
                </a:cubicBezTo>
                <a:cubicBezTo>
                  <a:pt x="81666" y="33489"/>
                  <a:pt x="81454" y="50748"/>
                  <a:pt x="76145" y="66734"/>
                </a:cubicBezTo>
                <a:cubicBezTo>
                  <a:pt x="73003" y="76195"/>
                  <a:pt x="63085" y="82296"/>
                  <a:pt x="59601" y="91643"/>
                </a:cubicBezTo>
                <a:cubicBezTo>
                  <a:pt x="28921" y="173759"/>
                  <a:pt x="73589" y="99668"/>
                  <a:pt x="34767" y="158115"/>
                </a:cubicBezTo>
                <a:cubicBezTo>
                  <a:pt x="32520" y="169387"/>
                  <a:pt x="23221" y="219466"/>
                  <a:pt x="18222" y="232875"/>
                </a:cubicBezTo>
                <a:cubicBezTo>
                  <a:pt x="13891" y="244473"/>
                  <a:pt x="7181" y="255027"/>
                  <a:pt x="1661" y="266103"/>
                </a:cubicBezTo>
                <a:cubicBezTo>
                  <a:pt x="4429" y="279952"/>
                  <a:pt x="0" y="297651"/>
                  <a:pt x="9950" y="307634"/>
                </a:cubicBezTo>
                <a:cubicBezTo>
                  <a:pt x="22277" y="320031"/>
                  <a:pt x="43658" y="317144"/>
                  <a:pt x="59601" y="324256"/>
                </a:cubicBezTo>
                <a:cubicBezTo>
                  <a:pt x="68687" y="328318"/>
                  <a:pt x="75999" y="335577"/>
                  <a:pt x="84434" y="340879"/>
                </a:cubicBezTo>
                <a:cubicBezTo>
                  <a:pt x="98064" y="349426"/>
                  <a:pt x="111108" y="359230"/>
                  <a:pt x="125813" y="365788"/>
                </a:cubicBezTo>
                <a:cubicBezTo>
                  <a:pt x="136202" y="370437"/>
                  <a:pt x="147976" y="370959"/>
                  <a:pt x="158919" y="374107"/>
                </a:cubicBezTo>
                <a:cubicBezTo>
                  <a:pt x="215963" y="390468"/>
                  <a:pt x="143791" y="375722"/>
                  <a:pt x="233403" y="390713"/>
                </a:cubicBezTo>
                <a:cubicBezTo>
                  <a:pt x="249948" y="401789"/>
                  <a:pt x="266167" y="414969"/>
                  <a:pt x="283054" y="423941"/>
                </a:cubicBezTo>
                <a:cubicBezTo>
                  <a:pt x="299941" y="432929"/>
                  <a:pt x="299632" y="421103"/>
                  <a:pt x="334724" y="444576"/>
                </a:cubicBezTo>
                <a:cubicBezTo>
                  <a:pt x="343681" y="417579"/>
                  <a:pt x="361691" y="411478"/>
                  <a:pt x="332721" y="382410"/>
                </a:cubicBezTo>
                <a:lnTo>
                  <a:pt x="307888" y="357485"/>
                </a:lnTo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548235"/>
            </a:solidFill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980C3E-7B68-4E44-B6C0-B484CA9B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6440" y="1979583"/>
            <a:ext cx="709801" cy="882007"/>
          </a:xfrm>
          <a:custGeom xmlns:a="http://schemas.openxmlformats.org/drawingml/2006/main">
            <a:pathLst>
              <a:path w="709801" h="882007">
                <a:moveTo>
                  <a:pt x="5520" y="298989"/>
                </a:moveTo>
                <a:cubicBezTo>
                  <a:pt x="0" y="280996"/>
                  <a:pt x="15210" y="206220"/>
                  <a:pt x="30370" y="191017"/>
                </a:cubicBezTo>
                <a:cubicBezTo>
                  <a:pt x="101060" y="120173"/>
                  <a:pt x="5700" y="218096"/>
                  <a:pt x="80086" y="132880"/>
                </a:cubicBezTo>
                <a:cubicBezTo>
                  <a:pt x="90378" y="121103"/>
                  <a:pt x="102184" y="110728"/>
                  <a:pt x="113241" y="99668"/>
                </a:cubicBezTo>
                <a:cubicBezTo>
                  <a:pt x="114332" y="95231"/>
                  <a:pt x="125047" y="48676"/>
                  <a:pt x="129802" y="41531"/>
                </a:cubicBezTo>
                <a:cubicBezTo>
                  <a:pt x="142569" y="22332"/>
                  <a:pt x="161182" y="12251"/>
                  <a:pt x="179518" y="0"/>
                </a:cubicBezTo>
                <a:cubicBezTo>
                  <a:pt x="204368" y="2773"/>
                  <a:pt x="230358" y="375"/>
                  <a:pt x="254084" y="8303"/>
                </a:cubicBezTo>
                <a:cubicBezTo>
                  <a:pt x="267763" y="12870"/>
                  <a:pt x="287939" y="46735"/>
                  <a:pt x="295512" y="58137"/>
                </a:cubicBezTo>
                <a:cubicBezTo>
                  <a:pt x="299501" y="122000"/>
                  <a:pt x="298557" y="179811"/>
                  <a:pt x="312089" y="240851"/>
                </a:cubicBezTo>
                <a:cubicBezTo>
                  <a:pt x="313978" y="249399"/>
                  <a:pt x="317968" y="257343"/>
                  <a:pt x="320378" y="265760"/>
                </a:cubicBezTo>
                <a:cubicBezTo>
                  <a:pt x="322674" y="273851"/>
                  <a:pt x="331272" y="313947"/>
                  <a:pt x="336939" y="323898"/>
                </a:cubicBezTo>
                <a:cubicBezTo>
                  <a:pt x="343795" y="335920"/>
                  <a:pt x="351188" y="348268"/>
                  <a:pt x="361805" y="357126"/>
                </a:cubicBezTo>
                <a:cubicBezTo>
                  <a:pt x="368514" y="362737"/>
                  <a:pt x="378138" y="363536"/>
                  <a:pt x="386655" y="365429"/>
                </a:cubicBezTo>
                <a:cubicBezTo>
                  <a:pt x="403053" y="369083"/>
                  <a:pt x="419614" y="372492"/>
                  <a:pt x="436371" y="373732"/>
                </a:cubicBezTo>
                <a:cubicBezTo>
                  <a:pt x="494278" y="378038"/>
                  <a:pt x="552380" y="379278"/>
                  <a:pt x="610369" y="382035"/>
                </a:cubicBezTo>
                <a:cubicBezTo>
                  <a:pt x="624178" y="387581"/>
                  <a:pt x="637873" y="393421"/>
                  <a:pt x="651796" y="398657"/>
                </a:cubicBezTo>
                <a:cubicBezTo>
                  <a:pt x="659971" y="401724"/>
                  <a:pt x="668846" y="403045"/>
                  <a:pt x="676662" y="406960"/>
                </a:cubicBezTo>
                <a:cubicBezTo>
                  <a:pt x="685570" y="411413"/>
                  <a:pt x="693224" y="418036"/>
                  <a:pt x="701512" y="423566"/>
                </a:cubicBezTo>
                <a:cubicBezTo>
                  <a:pt x="704281" y="431869"/>
                  <a:pt x="709801" y="439731"/>
                  <a:pt x="709801" y="448491"/>
                </a:cubicBezTo>
                <a:cubicBezTo>
                  <a:pt x="709801" y="512223"/>
                  <a:pt x="706039" y="575939"/>
                  <a:pt x="701512" y="639508"/>
                </a:cubicBezTo>
                <a:cubicBezTo>
                  <a:pt x="700193" y="657958"/>
                  <a:pt x="689201" y="695052"/>
                  <a:pt x="684951" y="714251"/>
                </a:cubicBezTo>
                <a:cubicBezTo>
                  <a:pt x="684723" y="715214"/>
                  <a:pt x="671745" y="783938"/>
                  <a:pt x="668374" y="788995"/>
                </a:cubicBezTo>
                <a:cubicBezTo>
                  <a:pt x="662853" y="797314"/>
                  <a:pt x="651796" y="800071"/>
                  <a:pt x="643508" y="805617"/>
                </a:cubicBezTo>
                <a:cubicBezTo>
                  <a:pt x="635235" y="819450"/>
                  <a:pt x="630040" y="835729"/>
                  <a:pt x="618658" y="847132"/>
                </a:cubicBezTo>
                <a:cubicBezTo>
                  <a:pt x="612486" y="853330"/>
                  <a:pt x="601608" y="851536"/>
                  <a:pt x="593808" y="855451"/>
                </a:cubicBezTo>
                <a:cubicBezTo>
                  <a:pt x="584900" y="859904"/>
                  <a:pt x="577230" y="866511"/>
                  <a:pt x="568942" y="872057"/>
                </a:cubicBezTo>
                <a:cubicBezTo>
                  <a:pt x="521994" y="869284"/>
                  <a:pt x="474965" y="867669"/>
                  <a:pt x="428082" y="863754"/>
                </a:cubicBezTo>
                <a:cubicBezTo>
                  <a:pt x="406750" y="861960"/>
                  <a:pt x="343501" y="850998"/>
                  <a:pt x="320378" y="847132"/>
                </a:cubicBezTo>
                <a:cubicBezTo>
                  <a:pt x="315411" y="847442"/>
                  <a:pt x="193702" y="882007"/>
                  <a:pt x="162941" y="838829"/>
                </a:cubicBezTo>
                <a:cubicBezTo>
                  <a:pt x="154310" y="826709"/>
                  <a:pt x="151900" y="811147"/>
                  <a:pt x="146380" y="797314"/>
                </a:cubicBezTo>
                <a:cubicBezTo>
                  <a:pt x="143611" y="780692"/>
                  <a:pt x="136235" y="764216"/>
                  <a:pt x="138091" y="747480"/>
                </a:cubicBezTo>
                <a:cubicBezTo>
                  <a:pt x="139182" y="737562"/>
                  <a:pt x="151167" y="731901"/>
                  <a:pt x="154668" y="722554"/>
                </a:cubicBezTo>
                <a:cubicBezTo>
                  <a:pt x="159603" y="709341"/>
                  <a:pt x="159896" y="694807"/>
                  <a:pt x="162941" y="681040"/>
                </a:cubicBezTo>
                <a:cubicBezTo>
                  <a:pt x="165416" y="669882"/>
                  <a:pt x="168478" y="658887"/>
                  <a:pt x="171230" y="647811"/>
                </a:cubicBezTo>
                <a:cubicBezTo>
                  <a:pt x="173998" y="614583"/>
                  <a:pt x="174584" y="581110"/>
                  <a:pt x="179518" y="548143"/>
                </a:cubicBezTo>
                <a:cubicBezTo>
                  <a:pt x="182905" y="525567"/>
                  <a:pt x="196096" y="481703"/>
                  <a:pt x="196096" y="481703"/>
                </a:cubicBezTo>
                <a:cubicBezTo>
                  <a:pt x="193327" y="456794"/>
                  <a:pt x="193865" y="431282"/>
                  <a:pt x="187807" y="406960"/>
                </a:cubicBezTo>
                <a:cubicBezTo>
                  <a:pt x="185381" y="397270"/>
                  <a:pt x="177613" y="389701"/>
                  <a:pt x="171230" y="382035"/>
                </a:cubicBezTo>
                <a:cubicBezTo>
                  <a:pt x="145533" y="351123"/>
                  <a:pt x="145240" y="359703"/>
                  <a:pt x="113241" y="332217"/>
                </a:cubicBezTo>
                <a:cubicBezTo>
                  <a:pt x="78458" y="302333"/>
                  <a:pt x="102282" y="310081"/>
                  <a:pt x="63525" y="298989"/>
                </a:cubicBezTo>
                <a:cubicBezTo>
                  <a:pt x="52566" y="295857"/>
                  <a:pt x="11041" y="316981"/>
                  <a:pt x="5520" y="298989"/>
                </a:cubicBezTo>
              </a:path>
            </a:pathLst>
          </a:custGeom>
          <a:solidFill xmlns:a="http://schemas.openxmlformats.org/drawingml/2006/main">
            <a:srgbClr val="2E75B6">
              <a:alpha val="18039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1E7551-831B-48E0-975D-9E890210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6440" y="1979581"/>
            <a:ext cx="709801" cy="882007"/>
          </a:xfrm>
          <a:custGeom xmlns:a="http://schemas.openxmlformats.org/drawingml/2006/main">
            <a:pathLst>
              <a:path w="709801" h="882007" fill="none">
                <a:moveTo>
                  <a:pt x="5520" y="298989"/>
                </a:moveTo>
                <a:cubicBezTo>
                  <a:pt x="0" y="280996"/>
                  <a:pt x="15210" y="206220"/>
                  <a:pt x="30370" y="191017"/>
                </a:cubicBezTo>
                <a:cubicBezTo>
                  <a:pt x="101060" y="120173"/>
                  <a:pt x="5700" y="218096"/>
                  <a:pt x="80086" y="132880"/>
                </a:cubicBezTo>
                <a:cubicBezTo>
                  <a:pt x="90378" y="121103"/>
                  <a:pt x="102184" y="110728"/>
                  <a:pt x="113241" y="99668"/>
                </a:cubicBezTo>
                <a:cubicBezTo>
                  <a:pt x="114332" y="95231"/>
                  <a:pt x="125047" y="48676"/>
                  <a:pt x="129802" y="41531"/>
                </a:cubicBezTo>
                <a:cubicBezTo>
                  <a:pt x="142569" y="22332"/>
                  <a:pt x="161182" y="12251"/>
                  <a:pt x="179518" y="0"/>
                </a:cubicBezTo>
                <a:cubicBezTo>
                  <a:pt x="204368" y="2773"/>
                  <a:pt x="230358" y="375"/>
                  <a:pt x="254084" y="8303"/>
                </a:cubicBezTo>
                <a:cubicBezTo>
                  <a:pt x="267763" y="12870"/>
                  <a:pt x="287939" y="46735"/>
                  <a:pt x="295512" y="58137"/>
                </a:cubicBezTo>
                <a:cubicBezTo>
                  <a:pt x="299501" y="122000"/>
                  <a:pt x="298557" y="179811"/>
                  <a:pt x="312089" y="240851"/>
                </a:cubicBezTo>
                <a:cubicBezTo>
                  <a:pt x="313978" y="249399"/>
                  <a:pt x="317968" y="257343"/>
                  <a:pt x="320378" y="265760"/>
                </a:cubicBezTo>
                <a:cubicBezTo>
                  <a:pt x="322674" y="273851"/>
                  <a:pt x="331272" y="313947"/>
                  <a:pt x="336939" y="323898"/>
                </a:cubicBezTo>
                <a:cubicBezTo>
                  <a:pt x="343795" y="335920"/>
                  <a:pt x="351188" y="348268"/>
                  <a:pt x="361805" y="357126"/>
                </a:cubicBezTo>
                <a:cubicBezTo>
                  <a:pt x="368514" y="362737"/>
                  <a:pt x="378138" y="363536"/>
                  <a:pt x="386655" y="365429"/>
                </a:cubicBezTo>
                <a:cubicBezTo>
                  <a:pt x="403053" y="369083"/>
                  <a:pt x="419614" y="372492"/>
                  <a:pt x="436371" y="373732"/>
                </a:cubicBezTo>
                <a:cubicBezTo>
                  <a:pt x="494278" y="378038"/>
                  <a:pt x="552380" y="379278"/>
                  <a:pt x="610369" y="382035"/>
                </a:cubicBezTo>
                <a:cubicBezTo>
                  <a:pt x="624178" y="387581"/>
                  <a:pt x="637873" y="393421"/>
                  <a:pt x="651796" y="398657"/>
                </a:cubicBezTo>
                <a:cubicBezTo>
                  <a:pt x="659971" y="401724"/>
                  <a:pt x="668846" y="403045"/>
                  <a:pt x="676662" y="406960"/>
                </a:cubicBezTo>
                <a:cubicBezTo>
                  <a:pt x="685570" y="411413"/>
                  <a:pt x="693224" y="418036"/>
                  <a:pt x="701512" y="423566"/>
                </a:cubicBezTo>
                <a:cubicBezTo>
                  <a:pt x="704281" y="431869"/>
                  <a:pt x="709801" y="439731"/>
                  <a:pt x="709801" y="448491"/>
                </a:cubicBezTo>
                <a:cubicBezTo>
                  <a:pt x="709801" y="512223"/>
                  <a:pt x="706039" y="575939"/>
                  <a:pt x="701512" y="639508"/>
                </a:cubicBezTo>
                <a:cubicBezTo>
                  <a:pt x="700193" y="657958"/>
                  <a:pt x="689201" y="695052"/>
                  <a:pt x="684951" y="714251"/>
                </a:cubicBezTo>
                <a:cubicBezTo>
                  <a:pt x="684723" y="715214"/>
                  <a:pt x="671745" y="783938"/>
                  <a:pt x="668374" y="788995"/>
                </a:cubicBezTo>
                <a:cubicBezTo>
                  <a:pt x="662853" y="797314"/>
                  <a:pt x="651796" y="800071"/>
                  <a:pt x="643508" y="805617"/>
                </a:cubicBezTo>
                <a:cubicBezTo>
                  <a:pt x="635235" y="819450"/>
                  <a:pt x="630040" y="835729"/>
                  <a:pt x="618658" y="847132"/>
                </a:cubicBezTo>
                <a:cubicBezTo>
                  <a:pt x="612486" y="853330"/>
                  <a:pt x="601608" y="851536"/>
                  <a:pt x="593808" y="855451"/>
                </a:cubicBezTo>
                <a:cubicBezTo>
                  <a:pt x="584900" y="859904"/>
                  <a:pt x="577230" y="866511"/>
                  <a:pt x="568942" y="872057"/>
                </a:cubicBezTo>
                <a:cubicBezTo>
                  <a:pt x="521994" y="869284"/>
                  <a:pt x="474965" y="867669"/>
                  <a:pt x="428082" y="863754"/>
                </a:cubicBezTo>
                <a:cubicBezTo>
                  <a:pt x="406750" y="861960"/>
                  <a:pt x="343501" y="850998"/>
                  <a:pt x="320378" y="847132"/>
                </a:cubicBezTo>
                <a:cubicBezTo>
                  <a:pt x="315411" y="847442"/>
                  <a:pt x="193702" y="882007"/>
                  <a:pt x="162941" y="838829"/>
                </a:cubicBezTo>
                <a:cubicBezTo>
                  <a:pt x="154310" y="826709"/>
                  <a:pt x="151900" y="811147"/>
                  <a:pt x="146380" y="797314"/>
                </a:cubicBezTo>
                <a:cubicBezTo>
                  <a:pt x="143611" y="780692"/>
                  <a:pt x="136235" y="764216"/>
                  <a:pt x="138091" y="747480"/>
                </a:cubicBezTo>
                <a:cubicBezTo>
                  <a:pt x="139182" y="737562"/>
                  <a:pt x="151167" y="731901"/>
                  <a:pt x="154668" y="722554"/>
                </a:cubicBezTo>
                <a:cubicBezTo>
                  <a:pt x="159603" y="709341"/>
                  <a:pt x="159896" y="694807"/>
                  <a:pt x="162941" y="681040"/>
                </a:cubicBezTo>
                <a:cubicBezTo>
                  <a:pt x="165416" y="669882"/>
                  <a:pt x="168478" y="658887"/>
                  <a:pt x="171230" y="647811"/>
                </a:cubicBezTo>
                <a:cubicBezTo>
                  <a:pt x="173998" y="614583"/>
                  <a:pt x="174584" y="581110"/>
                  <a:pt x="179518" y="548143"/>
                </a:cubicBezTo>
                <a:cubicBezTo>
                  <a:pt x="182905" y="525567"/>
                  <a:pt x="196096" y="481703"/>
                  <a:pt x="196096" y="481703"/>
                </a:cubicBezTo>
                <a:cubicBezTo>
                  <a:pt x="193327" y="456794"/>
                  <a:pt x="193865" y="431282"/>
                  <a:pt x="187807" y="406960"/>
                </a:cubicBezTo>
                <a:cubicBezTo>
                  <a:pt x="185381" y="397270"/>
                  <a:pt x="177613" y="389701"/>
                  <a:pt x="171230" y="382035"/>
                </a:cubicBezTo>
                <a:cubicBezTo>
                  <a:pt x="145533" y="351123"/>
                  <a:pt x="145240" y="359703"/>
                  <a:pt x="113241" y="332217"/>
                </a:cubicBezTo>
                <a:cubicBezTo>
                  <a:pt x="78458" y="302333"/>
                  <a:pt x="102282" y="310081"/>
                  <a:pt x="63525" y="298989"/>
                </a:cubicBezTo>
                <a:cubicBezTo>
                  <a:pt x="52566" y="295857"/>
                  <a:pt x="11041" y="316981"/>
                  <a:pt x="5520" y="2989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203864"/>
            </a:solidFill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DB425E-48D1-478C-BA65-606D89F4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988" y="982851"/>
            <a:ext cx="567948" cy="1021641"/>
          </a:xfrm>
          <a:custGeom xmlns:a="http://schemas.openxmlformats.org/drawingml/2006/main">
            <a:pathLst>
              <a:path w="567948" h="1021641">
                <a:moveTo>
                  <a:pt x="55725" y="972166"/>
                </a:moveTo>
                <a:cubicBezTo>
                  <a:pt x="43642" y="922690"/>
                  <a:pt x="52957" y="767397"/>
                  <a:pt x="55725" y="681578"/>
                </a:cubicBezTo>
                <a:cubicBezTo>
                  <a:pt x="58493" y="595759"/>
                  <a:pt x="58917" y="531048"/>
                  <a:pt x="72302" y="457283"/>
                </a:cubicBezTo>
                <a:cubicBezTo>
                  <a:pt x="75869" y="437627"/>
                  <a:pt x="105457" y="407433"/>
                  <a:pt x="105457" y="407433"/>
                </a:cubicBezTo>
                <a:cubicBezTo>
                  <a:pt x="108226" y="396357"/>
                  <a:pt x="115358" y="385509"/>
                  <a:pt x="113746" y="374205"/>
                </a:cubicBezTo>
                <a:cubicBezTo>
                  <a:pt x="111531" y="358626"/>
                  <a:pt x="79679" y="333848"/>
                  <a:pt x="72302" y="324354"/>
                </a:cubicBezTo>
                <a:cubicBezTo>
                  <a:pt x="38203" y="280425"/>
                  <a:pt x="41085" y="279381"/>
                  <a:pt x="22570" y="232973"/>
                </a:cubicBezTo>
                <a:cubicBezTo>
                  <a:pt x="9266" y="166304"/>
                  <a:pt x="5993" y="159290"/>
                  <a:pt x="5993" y="66832"/>
                </a:cubicBezTo>
                <a:cubicBezTo>
                  <a:pt x="5993" y="3197"/>
                  <a:pt x="0" y="13441"/>
                  <a:pt x="39148" y="375"/>
                </a:cubicBezTo>
                <a:cubicBezTo>
                  <a:pt x="55725" y="5905"/>
                  <a:pt x="84646" y="0"/>
                  <a:pt x="88880" y="16981"/>
                </a:cubicBezTo>
                <a:cubicBezTo>
                  <a:pt x="99286" y="58708"/>
                  <a:pt x="86372" y="46604"/>
                  <a:pt x="122035" y="58529"/>
                </a:cubicBezTo>
                <a:cubicBezTo>
                  <a:pt x="139296" y="127677"/>
                  <a:pt x="115130" y="62476"/>
                  <a:pt x="155206" y="108363"/>
                </a:cubicBezTo>
                <a:cubicBezTo>
                  <a:pt x="168315" y="123403"/>
                  <a:pt x="188361" y="158213"/>
                  <a:pt x="188361" y="158213"/>
                </a:cubicBezTo>
                <a:cubicBezTo>
                  <a:pt x="191129" y="169289"/>
                  <a:pt x="196649" y="180023"/>
                  <a:pt x="196649" y="191441"/>
                </a:cubicBezTo>
                <a:cubicBezTo>
                  <a:pt x="196649" y="216513"/>
                  <a:pt x="191894" y="241390"/>
                  <a:pt x="188361" y="266217"/>
                </a:cubicBezTo>
                <a:cubicBezTo>
                  <a:pt x="185576" y="285710"/>
                  <a:pt x="180056" y="313343"/>
                  <a:pt x="171783" y="332674"/>
                </a:cubicBezTo>
                <a:cubicBezTo>
                  <a:pt x="166914" y="344060"/>
                  <a:pt x="160726" y="354826"/>
                  <a:pt x="155206" y="365902"/>
                </a:cubicBezTo>
                <a:cubicBezTo>
                  <a:pt x="157958" y="401903"/>
                  <a:pt x="166165" y="418199"/>
                  <a:pt x="176050" y="452912"/>
                </a:cubicBezTo>
                <a:cubicBezTo>
                  <a:pt x="178460" y="461329"/>
                  <a:pt x="179404" y="474558"/>
                  <a:pt x="188361" y="482209"/>
                </a:cubicBezTo>
                <a:cubicBezTo>
                  <a:pt x="197317" y="489859"/>
                  <a:pt x="215083" y="496710"/>
                  <a:pt x="229804" y="498815"/>
                </a:cubicBezTo>
                <a:cubicBezTo>
                  <a:pt x="273658" y="505095"/>
                  <a:pt x="318228" y="504361"/>
                  <a:pt x="362440" y="507118"/>
                </a:cubicBezTo>
                <a:cubicBezTo>
                  <a:pt x="373497" y="523740"/>
                  <a:pt x="383887" y="540819"/>
                  <a:pt x="395595" y="556968"/>
                </a:cubicBezTo>
                <a:cubicBezTo>
                  <a:pt x="406017" y="571307"/>
                  <a:pt x="419386" y="583476"/>
                  <a:pt x="428766" y="598499"/>
                </a:cubicBezTo>
                <a:cubicBezTo>
                  <a:pt x="482879" y="685264"/>
                  <a:pt x="373872" y="544766"/>
                  <a:pt x="453632" y="656653"/>
                </a:cubicBezTo>
                <a:cubicBezTo>
                  <a:pt x="476186" y="688299"/>
                  <a:pt x="496818" y="690223"/>
                  <a:pt x="511653" y="706503"/>
                </a:cubicBezTo>
                <a:cubicBezTo>
                  <a:pt x="526488" y="722783"/>
                  <a:pt x="476316" y="710027"/>
                  <a:pt x="542642" y="754331"/>
                </a:cubicBezTo>
                <a:cubicBezTo>
                  <a:pt x="545394" y="768180"/>
                  <a:pt x="567948" y="778163"/>
                  <a:pt x="561402" y="789582"/>
                </a:cubicBezTo>
                <a:cubicBezTo>
                  <a:pt x="554856" y="800984"/>
                  <a:pt x="519340" y="820135"/>
                  <a:pt x="503365" y="822810"/>
                </a:cubicBezTo>
                <a:cubicBezTo>
                  <a:pt x="475372" y="827475"/>
                  <a:pt x="359818" y="837393"/>
                  <a:pt x="337574" y="839416"/>
                </a:cubicBezTo>
                <a:cubicBezTo>
                  <a:pt x="326517" y="842189"/>
                  <a:pt x="313164" y="840411"/>
                  <a:pt x="304419" y="847735"/>
                </a:cubicBezTo>
                <a:cubicBezTo>
                  <a:pt x="281605" y="866772"/>
                  <a:pt x="285627" y="918808"/>
                  <a:pt x="279553" y="939117"/>
                </a:cubicBezTo>
                <a:cubicBezTo>
                  <a:pt x="276687" y="948676"/>
                  <a:pt x="269457" y="956457"/>
                  <a:pt x="262975" y="964026"/>
                </a:cubicBezTo>
                <a:cubicBezTo>
                  <a:pt x="252798" y="975917"/>
                  <a:pt x="240829" y="991757"/>
                  <a:pt x="229804" y="997254"/>
                </a:cubicBezTo>
                <a:cubicBezTo>
                  <a:pt x="218780" y="1002768"/>
                  <a:pt x="196829" y="997091"/>
                  <a:pt x="196829" y="997091"/>
                </a:cubicBezTo>
                <a:cubicBezTo>
                  <a:pt x="125552" y="949475"/>
                  <a:pt x="152910" y="985574"/>
                  <a:pt x="128239" y="978462"/>
                </a:cubicBezTo>
                <a:cubicBezTo>
                  <a:pt x="88066" y="960437"/>
                  <a:pt x="67808" y="1021641"/>
                  <a:pt x="55725" y="972166"/>
                </a:cubicBezTo>
              </a:path>
            </a:pathLst>
          </a:custGeom>
          <a:solidFill xmlns:a="http://schemas.openxmlformats.org/drawingml/2006/main">
            <a:srgbClr val="C55A11">
              <a:alpha val="2509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D12CFE-324E-4955-B88E-68A23D71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988" y="982851"/>
            <a:ext cx="567948" cy="1021641"/>
          </a:xfrm>
          <a:custGeom xmlns:a="http://schemas.openxmlformats.org/drawingml/2006/main">
            <a:pathLst>
              <a:path w="567948" h="1021641" fill="none">
                <a:moveTo>
                  <a:pt x="55725" y="972166"/>
                </a:moveTo>
                <a:cubicBezTo>
                  <a:pt x="43642" y="922690"/>
                  <a:pt x="52957" y="767397"/>
                  <a:pt x="55725" y="681578"/>
                </a:cubicBezTo>
                <a:cubicBezTo>
                  <a:pt x="58493" y="595759"/>
                  <a:pt x="58917" y="531048"/>
                  <a:pt x="72302" y="457283"/>
                </a:cubicBezTo>
                <a:cubicBezTo>
                  <a:pt x="75869" y="437627"/>
                  <a:pt x="105457" y="407433"/>
                  <a:pt x="105457" y="407433"/>
                </a:cubicBezTo>
                <a:cubicBezTo>
                  <a:pt x="108226" y="396357"/>
                  <a:pt x="115358" y="385509"/>
                  <a:pt x="113746" y="374205"/>
                </a:cubicBezTo>
                <a:cubicBezTo>
                  <a:pt x="111531" y="358626"/>
                  <a:pt x="79679" y="333848"/>
                  <a:pt x="72302" y="324354"/>
                </a:cubicBezTo>
                <a:cubicBezTo>
                  <a:pt x="38203" y="280425"/>
                  <a:pt x="41085" y="279381"/>
                  <a:pt x="22570" y="232973"/>
                </a:cubicBezTo>
                <a:cubicBezTo>
                  <a:pt x="9266" y="166304"/>
                  <a:pt x="5993" y="159290"/>
                  <a:pt x="5993" y="66832"/>
                </a:cubicBezTo>
                <a:cubicBezTo>
                  <a:pt x="5993" y="3197"/>
                  <a:pt x="0" y="13441"/>
                  <a:pt x="39148" y="375"/>
                </a:cubicBezTo>
                <a:cubicBezTo>
                  <a:pt x="55725" y="5905"/>
                  <a:pt x="84646" y="0"/>
                  <a:pt x="88880" y="16981"/>
                </a:cubicBezTo>
                <a:cubicBezTo>
                  <a:pt x="99286" y="58708"/>
                  <a:pt x="86372" y="46604"/>
                  <a:pt x="122035" y="58529"/>
                </a:cubicBezTo>
                <a:cubicBezTo>
                  <a:pt x="139296" y="127677"/>
                  <a:pt x="115130" y="62476"/>
                  <a:pt x="155206" y="108363"/>
                </a:cubicBezTo>
                <a:cubicBezTo>
                  <a:pt x="168315" y="123403"/>
                  <a:pt x="188361" y="158213"/>
                  <a:pt x="188361" y="158213"/>
                </a:cubicBezTo>
                <a:cubicBezTo>
                  <a:pt x="191129" y="169289"/>
                  <a:pt x="196649" y="180023"/>
                  <a:pt x="196649" y="191441"/>
                </a:cubicBezTo>
                <a:cubicBezTo>
                  <a:pt x="196649" y="216513"/>
                  <a:pt x="191894" y="241390"/>
                  <a:pt x="188361" y="266217"/>
                </a:cubicBezTo>
                <a:cubicBezTo>
                  <a:pt x="185576" y="285710"/>
                  <a:pt x="180056" y="313343"/>
                  <a:pt x="171783" y="332674"/>
                </a:cubicBezTo>
                <a:cubicBezTo>
                  <a:pt x="166914" y="344060"/>
                  <a:pt x="160726" y="354826"/>
                  <a:pt x="155206" y="365902"/>
                </a:cubicBezTo>
                <a:cubicBezTo>
                  <a:pt x="157958" y="401903"/>
                  <a:pt x="166165" y="418199"/>
                  <a:pt x="176050" y="452912"/>
                </a:cubicBezTo>
                <a:cubicBezTo>
                  <a:pt x="178460" y="461329"/>
                  <a:pt x="179404" y="474558"/>
                  <a:pt x="188361" y="482209"/>
                </a:cubicBezTo>
                <a:cubicBezTo>
                  <a:pt x="197317" y="489859"/>
                  <a:pt x="215083" y="496710"/>
                  <a:pt x="229804" y="498815"/>
                </a:cubicBezTo>
                <a:cubicBezTo>
                  <a:pt x="273658" y="505095"/>
                  <a:pt x="318228" y="504361"/>
                  <a:pt x="362440" y="507118"/>
                </a:cubicBezTo>
                <a:cubicBezTo>
                  <a:pt x="373497" y="523740"/>
                  <a:pt x="383887" y="540819"/>
                  <a:pt x="395595" y="556968"/>
                </a:cubicBezTo>
                <a:cubicBezTo>
                  <a:pt x="406017" y="571307"/>
                  <a:pt x="419386" y="583476"/>
                  <a:pt x="428766" y="598499"/>
                </a:cubicBezTo>
                <a:cubicBezTo>
                  <a:pt x="482879" y="685264"/>
                  <a:pt x="373872" y="544766"/>
                  <a:pt x="453632" y="656653"/>
                </a:cubicBezTo>
                <a:cubicBezTo>
                  <a:pt x="476186" y="688299"/>
                  <a:pt x="496818" y="690223"/>
                  <a:pt x="511653" y="706503"/>
                </a:cubicBezTo>
                <a:cubicBezTo>
                  <a:pt x="526488" y="722783"/>
                  <a:pt x="476316" y="710027"/>
                  <a:pt x="542642" y="754331"/>
                </a:cubicBezTo>
                <a:cubicBezTo>
                  <a:pt x="545394" y="768180"/>
                  <a:pt x="567948" y="778163"/>
                  <a:pt x="561402" y="789582"/>
                </a:cubicBezTo>
                <a:cubicBezTo>
                  <a:pt x="554856" y="800984"/>
                  <a:pt x="519340" y="820135"/>
                  <a:pt x="503365" y="822810"/>
                </a:cubicBezTo>
                <a:cubicBezTo>
                  <a:pt x="475372" y="827475"/>
                  <a:pt x="359818" y="837393"/>
                  <a:pt x="337574" y="839416"/>
                </a:cubicBezTo>
                <a:cubicBezTo>
                  <a:pt x="326517" y="842189"/>
                  <a:pt x="313164" y="840411"/>
                  <a:pt x="304419" y="847735"/>
                </a:cubicBezTo>
                <a:cubicBezTo>
                  <a:pt x="281605" y="866772"/>
                  <a:pt x="285627" y="918808"/>
                  <a:pt x="279553" y="939117"/>
                </a:cubicBezTo>
                <a:cubicBezTo>
                  <a:pt x="276687" y="948676"/>
                  <a:pt x="269457" y="956457"/>
                  <a:pt x="262975" y="964026"/>
                </a:cubicBezTo>
                <a:cubicBezTo>
                  <a:pt x="252798" y="975917"/>
                  <a:pt x="240829" y="991757"/>
                  <a:pt x="229804" y="997254"/>
                </a:cubicBezTo>
                <a:cubicBezTo>
                  <a:pt x="218780" y="1002768"/>
                  <a:pt x="196829" y="997091"/>
                  <a:pt x="196829" y="997091"/>
                </a:cubicBezTo>
                <a:cubicBezTo>
                  <a:pt x="125552" y="949475"/>
                  <a:pt x="152910" y="985574"/>
                  <a:pt x="128239" y="978462"/>
                </a:cubicBezTo>
                <a:cubicBezTo>
                  <a:pt x="88066" y="960437"/>
                  <a:pt x="67808" y="1021641"/>
                  <a:pt x="55725" y="97216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C55A11"/>
            </a:solidFill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53B31F-DA5F-43B6-94C2-080A6B85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87" y="618156"/>
            <a:ext cx="2138783" cy="2276352"/>
          </a:xfrm>
          <a:custGeom xmlns:a="http://schemas.openxmlformats.org/drawingml/2006/main">
            <a:pathLst>
              <a:path w="2138783" h="2276352" fill="none">
                <a:moveTo>
                  <a:pt x="1425855" y="315513"/>
                </a:moveTo>
                <a:cubicBezTo>
                  <a:pt x="1412046" y="307210"/>
                  <a:pt x="1398497" y="298434"/>
                  <a:pt x="1384412" y="290604"/>
                </a:cubicBezTo>
                <a:cubicBezTo>
                  <a:pt x="1373599" y="284585"/>
                  <a:pt x="1360734" y="281926"/>
                  <a:pt x="1351240" y="273998"/>
                </a:cubicBezTo>
                <a:cubicBezTo>
                  <a:pt x="1343587" y="267604"/>
                  <a:pt x="1341046" y="256756"/>
                  <a:pt x="1334663" y="249089"/>
                </a:cubicBezTo>
                <a:cubicBezTo>
                  <a:pt x="1327156" y="240068"/>
                  <a:pt x="1316994" y="233446"/>
                  <a:pt x="1309797" y="224180"/>
                </a:cubicBezTo>
                <a:cubicBezTo>
                  <a:pt x="1297567" y="208423"/>
                  <a:pt x="1276642" y="174362"/>
                  <a:pt x="1276642" y="174362"/>
                </a:cubicBezTo>
                <a:cubicBezTo>
                  <a:pt x="1271740" y="154739"/>
                  <a:pt x="1257687" y="118607"/>
                  <a:pt x="1276642" y="99636"/>
                </a:cubicBezTo>
                <a:cubicBezTo>
                  <a:pt x="1289002" y="87255"/>
                  <a:pt x="1309797" y="88560"/>
                  <a:pt x="1326374" y="83030"/>
                </a:cubicBezTo>
                <a:cubicBezTo>
                  <a:pt x="1334663" y="80257"/>
                  <a:pt x="1342838" y="77125"/>
                  <a:pt x="1351240" y="74727"/>
                </a:cubicBezTo>
                <a:cubicBezTo>
                  <a:pt x="1370586" y="69197"/>
                  <a:pt x="1390372" y="65005"/>
                  <a:pt x="1409278" y="58121"/>
                </a:cubicBezTo>
                <a:cubicBezTo>
                  <a:pt x="1420888" y="53896"/>
                  <a:pt x="1431376" y="47045"/>
                  <a:pt x="1442433" y="41515"/>
                </a:cubicBezTo>
                <a:cubicBezTo>
                  <a:pt x="1445201" y="33212"/>
                  <a:pt x="1443898" y="22071"/>
                  <a:pt x="1450721" y="16606"/>
                </a:cubicBezTo>
                <a:cubicBezTo>
                  <a:pt x="1459629" y="9477"/>
                  <a:pt x="1472933" y="11435"/>
                  <a:pt x="1483892" y="8303"/>
                </a:cubicBezTo>
                <a:cubicBezTo>
                  <a:pt x="1492279" y="5889"/>
                  <a:pt x="1500470" y="2757"/>
                  <a:pt x="1508759" y="0"/>
                </a:cubicBezTo>
                <a:cubicBezTo>
                  <a:pt x="1517047" y="2757"/>
                  <a:pt x="1526802" y="2838"/>
                  <a:pt x="1533625" y="8303"/>
                </a:cubicBezTo>
                <a:cubicBezTo>
                  <a:pt x="1561569" y="30700"/>
                  <a:pt x="1541327" y="32331"/>
                  <a:pt x="1558491" y="58121"/>
                </a:cubicBezTo>
                <a:cubicBezTo>
                  <a:pt x="1564988" y="67892"/>
                  <a:pt x="1576550" y="73471"/>
                  <a:pt x="1583357" y="83030"/>
                </a:cubicBezTo>
                <a:cubicBezTo>
                  <a:pt x="1590538" y="93094"/>
                  <a:pt x="1594414" y="105166"/>
                  <a:pt x="1599935" y="116242"/>
                </a:cubicBezTo>
                <a:cubicBezTo>
                  <a:pt x="1597182" y="141151"/>
                  <a:pt x="1595766" y="166239"/>
                  <a:pt x="1591646" y="190968"/>
                </a:cubicBezTo>
                <a:cubicBezTo>
                  <a:pt x="1590213" y="199598"/>
                  <a:pt x="1588210" y="208602"/>
                  <a:pt x="1583357" y="215877"/>
                </a:cubicBezTo>
                <a:cubicBezTo>
                  <a:pt x="1576860" y="225648"/>
                  <a:pt x="1566128" y="231863"/>
                  <a:pt x="1558491" y="240786"/>
                </a:cubicBezTo>
                <a:cubicBezTo>
                  <a:pt x="1549502" y="251291"/>
                  <a:pt x="1541914" y="262922"/>
                  <a:pt x="1533625" y="273998"/>
                </a:cubicBezTo>
                <a:cubicBezTo>
                  <a:pt x="1538852" y="300147"/>
                  <a:pt x="1540432" y="327013"/>
                  <a:pt x="1558491" y="348725"/>
                </a:cubicBezTo>
                <a:cubicBezTo>
                  <a:pt x="1564874" y="356392"/>
                  <a:pt x="1575068" y="359801"/>
                  <a:pt x="1583357" y="365331"/>
                </a:cubicBezTo>
                <a:cubicBezTo>
                  <a:pt x="1586125" y="373634"/>
                  <a:pt x="1589317" y="370159"/>
                  <a:pt x="1602117" y="388135"/>
                </a:cubicBezTo>
                <a:cubicBezTo>
                  <a:pt x="1614916" y="406128"/>
                  <a:pt x="1641525" y="448393"/>
                  <a:pt x="1660154" y="473269"/>
                </a:cubicBezTo>
                <a:cubicBezTo>
                  <a:pt x="1687251" y="554701"/>
                  <a:pt x="1682919" y="502681"/>
                  <a:pt x="1689124" y="514784"/>
                </a:cubicBezTo>
                <a:cubicBezTo>
                  <a:pt x="1695328" y="526888"/>
                  <a:pt x="1694318" y="534832"/>
                  <a:pt x="1697412" y="545908"/>
                </a:cubicBezTo>
                <a:cubicBezTo>
                  <a:pt x="1700507" y="556968"/>
                  <a:pt x="1702184" y="570132"/>
                  <a:pt x="1707704" y="581208"/>
                </a:cubicBezTo>
                <a:lnTo>
                  <a:pt x="1682838" y="680844"/>
                </a:lnTo>
                <a:lnTo>
                  <a:pt x="1674549" y="714056"/>
                </a:lnTo>
                <a:cubicBezTo>
                  <a:pt x="1677318" y="738965"/>
                  <a:pt x="1673540" y="765521"/>
                  <a:pt x="1682838" y="788782"/>
                </a:cubicBezTo>
                <a:cubicBezTo>
                  <a:pt x="1686079" y="796906"/>
                  <a:pt x="1700604" y="791996"/>
                  <a:pt x="1707704" y="797085"/>
                </a:cubicBezTo>
                <a:cubicBezTo>
                  <a:pt x="1720422" y="806188"/>
                  <a:pt x="1728157" y="821195"/>
                  <a:pt x="1740875" y="830297"/>
                </a:cubicBezTo>
                <a:cubicBezTo>
                  <a:pt x="1747975" y="835387"/>
                  <a:pt x="1756069" y="837605"/>
                  <a:pt x="1765741" y="838600"/>
                </a:cubicBezTo>
                <a:cubicBezTo>
                  <a:pt x="1775414" y="839612"/>
                  <a:pt x="1783703" y="833592"/>
                  <a:pt x="1798896" y="836333"/>
                </a:cubicBezTo>
                <a:cubicBezTo>
                  <a:pt x="1814090" y="839073"/>
                  <a:pt x="1840096" y="850818"/>
                  <a:pt x="1856934" y="855043"/>
                </a:cubicBezTo>
                <a:cubicBezTo>
                  <a:pt x="1912545" y="892186"/>
                  <a:pt x="1883933" y="893214"/>
                  <a:pt x="1896374" y="911239"/>
                </a:cubicBezTo>
                <a:cubicBezTo>
                  <a:pt x="1908799" y="929248"/>
                  <a:pt x="1922918" y="948969"/>
                  <a:pt x="1931532" y="963145"/>
                </a:cubicBezTo>
                <a:cubicBezTo>
                  <a:pt x="1940163" y="977337"/>
                  <a:pt x="1942931" y="986684"/>
                  <a:pt x="1948110" y="996357"/>
                </a:cubicBezTo>
                <a:cubicBezTo>
                  <a:pt x="1953304" y="1006046"/>
                  <a:pt x="1952653" y="1009863"/>
                  <a:pt x="1962684" y="1021266"/>
                </a:cubicBezTo>
                <a:cubicBezTo>
                  <a:pt x="1972731" y="1032684"/>
                  <a:pt x="1989993" y="1046436"/>
                  <a:pt x="2008329" y="1064803"/>
                </a:cubicBezTo>
                <a:cubicBezTo>
                  <a:pt x="2013849" y="1078636"/>
                  <a:pt x="2029499" y="1091751"/>
                  <a:pt x="2037462" y="1102126"/>
                </a:cubicBezTo>
                <a:cubicBezTo>
                  <a:pt x="2045441" y="1112484"/>
                  <a:pt x="2053388" y="1115241"/>
                  <a:pt x="2056140" y="1127035"/>
                </a:cubicBezTo>
                <a:cubicBezTo>
                  <a:pt x="2058892" y="1138812"/>
                  <a:pt x="2054007" y="1161389"/>
                  <a:pt x="2053958" y="1172824"/>
                </a:cubicBezTo>
                <a:cubicBezTo>
                  <a:pt x="2053925" y="1184258"/>
                  <a:pt x="2050033" y="1180768"/>
                  <a:pt x="2055879" y="1195644"/>
                </a:cubicBezTo>
                <a:cubicBezTo>
                  <a:pt x="2061725" y="1210505"/>
                  <a:pt x="2089050" y="1262068"/>
                  <a:pt x="2089050" y="1262068"/>
                </a:cubicBezTo>
                <a:cubicBezTo>
                  <a:pt x="2091802" y="1286977"/>
                  <a:pt x="2093529" y="1312017"/>
                  <a:pt x="2097339" y="1336795"/>
                </a:cubicBezTo>
                <a:cubicBezTo>
                  <a:pt x="2099065" y="1348067"/>
                  <a:pt x="2102632" y="1358996"/>
                  <a:pt x="2105628" y="1370007"/>
                </a:cubicBezTo>
                <a:cubicBezTo>
                  <a:pt x="2119860" y="1422272"/>
                  <a:pt x="2117906" y="1415208"/>
                  <a:pt x="2130494" y="1453037"/>
                </a:cubicBezTo>
                <a:cubicBezTo>
                  <a:pt x="2133262" y="1480702"/>
                  <a:pt x="2138783" y="1508254"/>
                  <a:pt x="2138783" y="1536066"/>
                </a:cubicBezTo>
                <a:cubicBezTo>
                  <a:pt x="2138783" y="1609537"/>
                  <a:pt x="2125299" y="1718732"/>
                  <a:pt x="2122205" y="1760247"/>
                </a:cubicBezTo>
                <a:cubicBezTo>
                  <a:pt x="2119111" y="1801761"/>
                  <a:pt x="2122954" y="1776853"/>
                  <a:pt x="2120202" y="1785156"/>
                </a:cubicBezTo>
                <a:cubicBezTo>
                  <a:pt x="2117434" y="1865412"/>
                  <a:pt x="2110823" y="1971981"/>
                  <a:pt x="2105628" y="2025942"/>
                </a:cubicBezTo>
                <a:cubicBezTo>
                  <a:pt x="2100433" y="2079919"/>
                  <a:pt x="2093170" y="2090278"/>
                  <a:pt x="2089050" y="2108971"/>
                </a:cubicBezTo>
                <a:cubicBezTo>
                  <a:pt x="2084914" y="2127665"/>
                  <a:pt x="2086363" y="2129770"/>
                  <a:pt x="2080843" y="2138073"/>
                </a:cubicBezTo>
                <a:cubicBezTo>
                  <a:pt x="2074476" y="2169947"/>
                  <a:pt x="2060357" y="2189228"/>
                  <a:pt x="2047591" y="2208607"/>
                </a:cubicBezTo>
                <a:cubicBezTo>
                  <a:pt x="2034824" y="2228003"/>
                  <a:pt x="2032560" y="2253140"/>
                  <a:pt x="2004225" y="2254412"/>
                </a:cubicBezTo>
                <a:cubicBezTo>
                  <a:pt x="1891000" y="2259453"/>
                  <a:pt x="1762973" y="2247365"/>
                  <a:pt x="1649683" y="2250122"/>
                </a:cubicBezTo>
                <a:lnTo>
                  <a:pt x="1370000" y="2258604"/>
                </a:lnTo>
                <a:cubicBezTo>
                  <a:pt x="1244546" y="2253678"/>
                  <a:pt x="1247004" y="2276352"/>
                  <a:pt x="1168872" y="2260692"/>
                </a:cubicBezTo>
                <a:cubicBezTo>
                  <a:pt x="1135717" y="2263466"/>
                  <a:pt x="1130230" y="2261165"/>
                  <a:pt x="1090154" y="2260790"/>
                </a:cubicBezTo>
                <a:cubicBezTo>
                  <a:pt x="1050094" y="2260399"/>
                  <a:pt x="959554" y="2257430"/>
                  <a:pt x="928467" y="2258425"/>
                </a:cubicBezTo>
                <a:cubicBezTo>
                  <a:pt x="897364" y="2259420"/>
                  <a:pt x="912329" y="2266728"/>
                  <a:pt x="903601" y="2266728"/>
                </a:cubicBezTo>
                <a:cubicBezTo>
                  <a:pt x="724880" y="2266728"/>
                  <a:pt x="746441" y="2268180"/>
                  <a:pt x="638313" y="2250122"/>
                </a:cubicBezTo>
                <a:cubicBezTo>
                  <a:pt x="620530" y="2196699"/>
                  <a:pt x="643963" y="2254722"/>
                  <a:pt x="605158" y="2200304"/>
                </a:cubicBezTo>
                <a:cubicBezTo>
                  <a:pt x="550605" y="2123799"/>
                  <a:pt x="628379" y="2206960"/>
                  <a:pt x="563714" y="2142183"/>
                </a:cubicBezTo>
                <a:cubicBezTo>
                  <a:pt x="560946" y="2128351"/>
                  <a:pt x="560376" y="2113882"/>
                  <a:pt x="555426" y="2100669"/>
                </a:cubicBezTo>
                <a:cubicBezTo>
                  <a:pt x="551924" y="2091322"/>
                  <a:pt x="543294" y="2084682"/>
                  <a:pt x="538848" y="2075760"/>
                </a:cubicBezTo>
                <a:cubicBezTo>
                  <a:pt x="532188" y="2062432"/>
                  <a:pt x="526961" y="2048388"/>
                  <a:pt x="522254" y="2034245"/>
                </a:cubicBezTo>
                <a:cubicBezTo>
                  <a:pt x="518656" y="2023413"/>
                  <a:pt x="517239" y="2011962"/>
                  <a:pt x="513966" y="2001033"/>
                </a:cubicBezTo>
                <a:cubicBezTo>
                  <a:pt x="483693" y="1899929"/>
                  <a:pt x="508217" y="1994573"/>
                  <a:pt x="489100" y="1918003"/>
                </a:cubicBezTo>
                <a:cubicBezTo>
                  <a:pt x="486331" y="1870958"/>
                  <a:pt x="487797" y="1823457"/>
                  <a:pt x="480811" y="1776853"/>
                </a:cubicBezTo>
                <a:cubicBezTo>
                  <a:pt x="479329" y="1766984"/>
                  <a:pt x="468695" y="1760866"/>
                  <a:pt x="464233" y="1751944"/>
                </a:cubicBezTo>
                <a:cubicBezTo>
                  <a:pt x="460325" y="1744114"/>
                  <a:pt x="458713" y="1735338"/>
                  <a:pt x="455945" y="1727035"/>
                </a:cubicBezTo>
                <a:cubicBezTo>
                  <a:pt x="437837" y="1563830"/>
                  <a:pt x="469396" y="1617677"/>
                  <a:pt x="414485" y="1544369"/>
                </a:cubicBezTo>
                <a:cubicBezTo>
                  <a:pt x="411733" y="1533293"/>
                  <a:pt x="411293" y="1521353"/>
                  <a:pt x="406196" y="1511157"/>
                </a:cubicBezTo>
                <a:cubicBezTo>
                  <a:pt x="389977" y="1478663"/>
                  <a:pt x="377796" y="1479153"/>
                  <a:pt x="356464" y="1453037"/>
                </a:cubicBezTo>
                <a:cubicBezTo>
                  <a:pt x="338958" y="1431619"/>
                  <a:pt x="306731" y="1386613"/>
                  <a:pt x="306731" y="1386613"/>
                </a:cubicBezTo>
                <a:cubicBezTo>
                  <a:pt x="303963" y="1378310"/>
                  <a:pt x="301879" y="1369746"/>
                  <a:pt x="298443" y="1361704"/>
                </a:cubicBezTo>
                <a:cubicBezTo>
                  <a:pt x="293574" y="1350318"/>
                  <a:pt x="285757" y="1340221"/>
                  <a:pt x="281849" y="1328492"/>
                </a:cubicBezTo>
                <a:cubicBezTo>
                  <a:pt x="278348" y="1317954"/>
                  <a:pt x="266232" y="1244239"/>
                  <a:pt x="265272" y="1237159"/>
                </a:cubicBezTo>
                <a:cubicBezTo>
                  <a:pt x="235602" y="1019227"/>
                  <a:pt x="264750" y="1179528"/>
                  <a:pt x="232117" y="1037872"/>
                </a:cubicBezTo>
                <a:cubicBezTo>
                  <a:pt x="230146" y="1029340"/>
                  <a:pt x="220327" y="974351"/>
                  <a:pt x="215539" y="963145"/>
                </a:cubicBezTo>
                <a:cubicBezTo>
                  <a:pt x="211615" y="953977"/>
                  <a:pt x="204238" y="946702"/>
                  <a:pt x="198962" y="938236"/>
                </a:cubicBezTo>
                <a:cubicBezTo>
                  <a:pt x="190413" y="924550"/>
                  <a:pt x="181293" y="911158"/>
                  <a:pt x="174079" y="896721"/>
                </a:cubicBezTo>
                <a:cubicBezTo>
                  <a:pt x="168136" y="884813"/>
                  <a:pt x="160156" y="849252"/>
                  <a:pt x="157502" y="838600"/>
                </a:cubicBezTo>
                <a:cubicBezTo>
                  <a:pt x="154750" y="741738"/>
                  <a:pt x="157518" y="795585"/>
                  <a:pt x="155499" y="772421"/>
                </a:cubicBezTo>
                <a:cubicBezTo>
                  <a:pt x="153480" y="749258"/>
                  <a:pt x="151574" y="732668"/>
                  <a:pt x="145370" y="699619"/>
                </a:cubicBezTo>
                <a:cubicBezTo>
                  <a:pt x="139182" y="666571"/>
                  <a:pt x="124901" y="610652"/>
                  <a:pt x="118322" y="574112"/>
                </a:cubicBezTo>
                <a:cubicBezTo>
                  <a:pt x="111743" y="537589"/>
                  <a:pt x="113225" y="513120"/>
                  <a:pt x="105930" y="480431"/>
                </a:cubicBezTo>
                <a:cubicBezTo>
                  <a:pt x="98650" y="447724"/>
                  <a:pt x="86730" y="409554"/>
                  <a:pt x="74615" y="377924"/>
                </a:cubicBezTo>
                <a:cubicBezTo>
                  <a:pt x="62483" y="346278"/>
                  <a:pt x="48886" y="316851"/>
                  <a:pt x="33155" y="290604"/>
                </a:cubicBezTo>
                <a:cubicBezTo>
                  <a:pt x="30403" y="276771"/>
                  <a:pt x="29328" y="262482"/>
                  <a:pt x="24866" y="249089"/>
                </a:cubicBezTo>
                <a:cubicBezTo>
                  <a:pt x="20958" y="237344"/>
                  <a:pt x="13158" y="227247"/>
                  <a:pt x="8289" y="215877"/>
                </a:cubicBezTo>
                <a:cubicBezTo>
                  <a:pt x="4853" y="207835"/>
                  <a:pt x="2768" y="199271"/>
                  <a:pt x="0" y="190968"/>
                </a:cubicBezTo>
                <a:cubicBezTo>
                  <a:pt x="700" y="186058"/>
                  <a:pt x="6058" y="123745"/>
                  <a:pt x="16577" y="107939"/>
                </a:cubicBezTo>
                <a:cubicBezTo>
                  <a:pt x="23075" y="98168"/>
                  <a:pt x="34539" y="85738"/>
                  <a:pt x="41444" y="83030"/>
                </a:cubicBezTo>
                <a:cubicBezTo>
                  <a:pt x="48364" y="80322"/>
                  <a:pt x="52501" y="99978"/>
                  <a:pt x="58021" y="91675"/>
                </a:cubicBezTo>
                <a:cubicBezTo>
                  <a:pt x="69078" y="94448"/>
                  <a:pt x="73214" y="98624"/>
                  <a:pt x="89092" y="108363"/>
                </a:cubicBezTo>
                <a:cubicBezTo>
                  <a:pt x="104969" y="118118"/>
                  <a:pt x="139524" y="141118"/>
                  <a:pt x="153317" y="150139"/>
                </a:cubicBezTo>
                <a:cubicBezTo>
                  <a:pt x="167126" y="159176"/>
                  <a:pt x="163609" y="157022"/>
                  <a:pt x="171914" y="162552"/>
                </a:cubicBezTo>
                <a:cubicBezTo>
                  <a:pt x="174666" y="176401"/>
                  <a:pt x="180577" y="180170"/>
                  <a:pt x="186472" y="189386"/>
                </a:cubicBezTo>
                <a:cubicBezTo>
                  <a:pt x="192383" y="198603"/>
                  <a:pt x="202496" y="201017"/>
                  <a:pt x="207332" y="217884"/>
                </a:cubicBezTo>
                <a:cubicBezTo>
                  <a:pt x="212168" y="234751"/>
                  <a:pt x="210019" y="264651"/>
                  <a:pt x="215539" y="290604"/>
                </a:cubicBezTo>
                <a:cubicBezTo>
                  <a:pt x="221043" y="316557"/>
                  <a:pt x="225261" y="352395"/>
                  <a:pt x="240405" y="373634"/>
                </a:cubicBezTo>
                <a:cubicBezTo>
                  <a:pt x="246203" y="381757"/>
                  <a:pt x="257618" y="383845"/>
                  <a:pt x="265272" y="390240"/>
                </a:cubicBezTo>
                <a:cubicBezTo>
                  <a:pt x="274277" y="397760"/>
                  <a:pt x="282517" y="406242"/>
                  <a:pt x="290138" y="415149"/>
                </a:cubicBezTo>
                <a:cubicBezTo>
                  <a:pt x="294649" y="420418"/>
                  <a:pt x="326338" y="462764"/>
                  <a:pt x="331598" y="473269"/>
                </a:cubicBezTo>
                <a:cubicBezTo>
                  <a:pt x="337541" y="485177"/>
                  <a:pt x="345521" y="520755"/>
                  <a:pt x="348175" y="531390"/>
                </a:cubicBezTo>
                <a:cubicBezTo>
                  <a:pt x="350943" y="564602"/>
                  <a:pt x="360681" y="604339"/>
                  <a:pt x="364834" y="626834"/>
                </a:cubicBezTo>
                <a:cubicBezTo>
                  <a:pt x="369003" y="649328"/>
                  <a:pt x="370387" y="625512"/>
                  <a:pt x="373123" y="666342"/>
                </a:cubicBezTo>
                <a:cubicBezTo>
                  <a:pt x="375875" y="707172"/>
                  <a:pt x="377210" y="826497"/>
                  <a:pt x="381330" y="871812"/>
                </a:cubicBezTo>
                <a:cubicBezTo>
                  <a:pt x="385466" y="917128"/>
                  <a:pt x="383528" y="887831"/>
                  <a:pt x="397907" y="938236"/>
                </a:cubicBezTo>
                <a:cubicBezTo>
                  <a:pt x="401050" y="949214"/>
                  <a:pt x="400464" y="961595"/>
                  <a:pt x="406196" y="971448"/>
                </a:cubicBezTo>
                <a:cubicBezTo>
                  <a:pt x="420119" y="995362"/>
                  <a:pt x="443829" y="1024398"/>
                  <a:pt x="455945" y="1037872"/>
                </a:cubicBezTo>
                <a:cubicBezTo>
                  <a:pt x="468060" y="1051346"/>
                  <a:pt x="465732" y="1043320"/>
                  <a:pt x="478889" y="1052308"/>
                </a:cubicBezTo>
                <a:cubicBezTo>
                  <a:pt x="492047" y="1061296"/>
                  <a:pt x="518965" y="1079827"/>
                  <a:pt x="534907" y="1091800"/>
                </a:cubicBezTo>
                <a:lnTo>
                  <a:pt x="561793" y="1116709"/>
                </a:lnTo>
                <a:cubicBezTo>
                  <a:pt x="574934" y="1136480"/>
                  <a:pt x="587620" y="1168272"/>
                  <a:pt x="594866" y="1183133"/>
                </a:cubicBezTo>
                <a:cubicBezTo>
                  <a:pt x="602113" y="1198010"/>
                  <a:pt x="599719" y="1196949"/>
                  <a:pt x="605239" y="1205954"/>
                </a:cubicBezTo>
                <a:cubicBezTo>
                  <a:pt x="610776" y="1214958"/>
                  <a:pt x="619732" y="1228856"/>
                  <a:pt x="628021" y="1237159"/>
                </a:cubicBezTo>
                <a:cubicBezTo>
                  <a:pt x="630789" y="1248219"/>
                  <a:pt x="635300" y="1254434"/>
                  <a:pt x="638411" y="1268267"/>
                </a:cubicBezTo>
                <a:cubicBezTo>
                  <a:pt x="641521" y="1282100"/>
                  <a:pt x="643947" y="1303224"/>
                  <a:pt x="646699" y="1320189"/>
                </a:cubicBezTo>
                <a:cubicBezTo>
                  <a:pt x="649451" y="1337138"/>
                  <a:pt x="652154" y="1357544"/>
                  <a:pt x="654890" y="1370007"/>
                </a:cubicBezTo>
                <a:cubicBezTo>
                  <a:pt x="657642" y="1382453"/>
                  <a:pt x="659385" y="1382453"/>
                  <a:pt x="663195" y="1394916"/>
                </a:cubicBezTo>
                <a:cubicBezTo>
                  <a:pt x="667006" y="1407362"/>
                  <a:pt x="672103" y="1428878"/>
                  <a:pt x="677753" y="1444734"/>
                </a:cubicBezTo>
                <a:cubicBezTo>
                  <a:pt x="692230" y="1485302"/>
                  <a:pt x="700258" y="1504567"/>
                  <a:pt x="721216" y="1536066"/>
                </a:cubicBezTo>
                <a:cubicBezTo>
                  <a:pt x="723985" y="1544369"/>
                  <a:pt x="728854" y="1545299"/>
                  <a:pt x="733690" y="1552574"/>
                </a:cubicBezTo>
                <a:cubicBezTo>
                  <a:pt x="740204" y="1562346"/>
                  <a:pt x="748167" y="1576178"/>
                  <a:pt x="754371" y="1585884"/>
                </a:cubicBezTo>
                <a:cubicBezTo>
                  <a:pt x="760592" y="1595574"/>
                  <a:pt x="765168" y="1602670"/>
                  <a:pt x="770965" y="1610793"/>
                </a:cubicBezTo>
                <a:cubicBezTo>
                  <a:pt x="778993" y="1622049"/>
                  <a:pt x="787803" y="1632733"/>
                  <a:pt x="795831" y="1644005"/>
                </a:cubicBezTo>
                <a:cubicBezTo>
                  <a:pt x="801612" y="1652129"/>
                  <a:pt x="796157" y="1654380"/>
                  <a:pt x="812408" y="1668914"/>
                </a:cubicBezTo>
                <a:cubicBezTo>
                  <a:pt x="828644" y="1683432"/>
                  <a:pt x="872546" y="1718715"/>
                  <a:pt x="893293" y="1731145"/>
                </a:cubicBezTo>
                <a:cubicBezTo>
                  <a:pt x="914055" y="1743559"/>
                  <a:pt x="922409" y="1740721"/>
                  <a:pt x="936918" y="1743461"/>
                </a:cubicBezTo>
                <a:cubicBezTo>
                  <a:pt x="951444" y="1746202"/>
                  <a:pt x="960335" y="1744114"/>
                  <a:pt x="980381" y="1747572"/>
                </a:cubicBezTo>
                <a:cubicBezTo>
                  <a:pt x="1000427" y="1751030"/>
                  <a:pt x="1038842" y="1760736"/>
                  <a:pt x="1057178" y="1764178"/>
                </a:cubicBezTo>
                <a:cubicBezTo>
                  <a:pt x="1075514" y="1767620"/>
                  <a:pt x="1069375" y="1762318"/>
                  <a:pt x="1090414" y="1768207"/>
                </a:cubicBezTo>
                <a:cubicBezTo>
                  <a:pt x="1111470" y="1774079"/>
                  <a:pt x="1168823" y="1798026"/>
                  <a:pt x="1183447" y="1799494"/>
                </a:cubicBezTo>
                <a:cubicBezTo>
                  <a:pt x="1205545" y="1796721"/>
                  <a:pt x="1225232" y="1798483"/>
                  <a:pt x="1245571" y="1793279"/>
                </a:cubicBezTo>
                <a:cubicBezTo>
                  <a:pt x="1265927" y="1788092"/>
                  <a:pt x="1279117" y="1774895"/>
                  <a:pt x="1305530" y="1768289"/>
                </a:cubicBezTo>
                <a:cubicBezTo>
                  <a:pt x="1311051" y="1757213"/>
                  <a:pt x="1329485" y="1760850"/>
                  <a:pt x="1334663" y="1753950"/>
                </a:cubicBezTo>
                <a:cubicBezTo>
                  <a:pt x="1339841" y="1747066"/>
                  <a:pt x="1332839" y="1749432"/>
                  <a:pt x="1336584" y="1726953"/>
                </a:cubicBezTo>
                <a:cubicBezTo>
                  <a:pt x="1340346" y="1704458"/>
                  <a:pt x="1305889" y="1670382"/>
                  <a:pt x="1357184" y="1618998"/>
                </a:cubicBezTo>
                <a:cubicBezTo>
                  <a:pt x="1361630" y="1596732"/>
                  <a:pt x="1371368" y="1549051"/>
                  <a:pt x="1388336" y="1521385"/>
                </a:cubicBezTo>
                <a:cubicBezTo>
                  <a:pt x="1405304" y="1493720"/>
                  <a:pt x="1443084" y="1472726"/>
                  <a:pt x="1459010" y="1453037"/>
                </a:cubicBezTo>
                <a:cubicBezTo>
                  <a:pt x="1474936" y="1433331"/>
                  <a:pt x="1468683" y="1448893"/>
                  <a:pt x="1483892" y="1403219"/>
                </a:cubicBezTo>
                <a:cubicBezTo>
                  <a:pt x="1479512" y="1350693"/>
                  <a:pt x="1482183" y="1262394"/>
                  <a:pt x="1483892" y="1228856"/>
                </a:cubicBezTo>
                <a:cubicBezTo>
                  <a:pt x="1485586" y="1195302"/>
                  <a:pt x="1485798" y="1213001"/>
                  <a:pt x="1494103" y="1201925"/>
                </a:cubicBezTo>
                <a:cubicBezTo>
                  <a:pt x="1496855" y="1182562"/>
                  <a:pt x="1493989" y="1163346"/>
                  <a:pt x="1494005" y="1124931"/>
                </a:cubicBezTo>
                <a:cubicBezTo>
                  <a:pt x="1494021" y="1086515"/>
                  <a:pt x="1510908" y="1038443"/>
                  <a:pt x="1494184" y="971448"/>
                </a:cubicBezTo>
                <a:cubicBezTo>
                  <a:pt x="1496952" y="938236"/>
                  <a:pt x="1493777" y="893964"/>
                  <a:pt x="1496187" y="871812"/>
                </a:cubicBezTo>
                <a:cubicBezTo>
                  <a:pt x="1498597" y="849676"/>
                  <a:pt x="1503841" y="847980"/>
                  <a:pt x="1508661" y="838600"/>
                </a:cubicBezTo>
                <a:cubicBezTo>
                  <a:pt x="1513497" y="829237"/>
                  <a:pt x="1516868" y="818389"/>
                  <a:pt x="1525157" y="815616"/>
                </a:cubicBezTo>
                <a:cubicBezTo>
                  <a:pt x="1522405" y="782404"/>
                  <a:pt x="1539129" y="757283"/>
                  <a:pt x="1533625" y="730662"/>
                </a:cubicBezTo>
                <a:cubicBezTo>
                  <a:pt x="1528121" y="704056"/>
                  <a:pt x="1495210" y="661008"/>
                  <a:pt x="1492181" y="655935"/>
                </a:cubicBezTo>
                <a:cubicBezTo>
                  <a:pt x="1489413" y="644875"/>
                  <a:pt x="1487882" y="633408"/>
                  <a:pt x="1483892" y="622723"/>
                </a:cubicBezTo>
                <a:cubicBezTo>
                  <a:pt x="1479545" y="611141"/>
                  <a:pt x="1470849" y="601370"/>
                  <a:pt x="1467299" y="589511"/>
                </a:cubicBezTo>
                <a:cubicBezTo>
                  <a:pt x="1462479" y="573395"/>
                  <a:pt x="1461778" y="556299"/>
                  <a:pt x="1459010" y="539693"/>
                </a:cubicBezTo>
                <a:cubicBezTo>
                  <a:pt x="1456291" y="501555"/>
                  <a:pt x="1454174" y="420646"/>
                  <a:pt x="1442433" y="373634"/>
                </a:cubicBezTo>
                <a:cubicBezTo>
                  <a:pt x="1438199" y="356653"/>
                  <a:pt x="1430089" y="340797"/>
                  <a:pt x="1425855" y="323816"/>
                </a:cubicBezTo>
                <a:lnTo>
                  <a:pt x="1425855" y="3155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000000"/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6BC99C-9C7A-4018-9F39-1E81CC2E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17" y="1408572"/>
            <a:ext cx="193458" cy="501066"/>
          </a:xfrm>
          <a:custGeom xmlns:a="http://schemas.openxmlformats.org/drawingml/2006/main">
            <a:pathLst>
              <a:path w="193458" h="501066">
                <a:moveTo>
                  <a:pt x="88310" y="487787"/>
                </a:moveTo>
                <a:cubicBezTo>
                  <a:pt x="84809" y="474509"/>
                  <a:pt x="85509" y="445114"/>
                  <a:pt x="88310" y="405997"/>
                </a:cubicBezTo>
                <a:cubicBezTo>
                  <a:pt x="87610" y="403208"/>
                  <a:pt x="86779" y="400435"/>
                  <a:pt x="86209" y="397613"/>
                </a:cubicBezTo>
                <a:cubicBezTo>
                  <a:pt x="84336" y="388266"/>
                  <a:pt x="84255" y="383535"/>
                  <a:pt x="82008" y="374547"/>
                </a:cubicBezTo>
                <a:cubicBezTo>
                  <a:pt x="81470" y="372394"/>
                  <a:pt x="80233" y="370437"/>
                  <a:pt x="79891" y="368251"/>
                </a:cubicBezTo>
                <a:cubicBezTo>
                  <a:pt x="78832" y="361302"/>
                  <a:pt x="78572" y="354255"/>
                  <a:pt x="77790" y="347273"/>
                </a:cubicBezTo>
                <a:cubicBezTo>
                  <a:pt x="75885" y="330129"/>
                  <a:pt x="76406" y="334011"/>
                  <a:pt x="73589" y="320015"/>
                </a:cubicBezTo>
                <a:lnTo>
                  <a:pt x="69387" y="313719"/>
                </a:lnTo>
                <a:cubicBezTo>
                  <a:pt x="61685" y="302202"/>
                  <a:pt x="63232" y="264390"/>
                  <a:pt x="63069" y="261291"/>
                </a:cubicBezTo>
                <a:cubicBezTo>
                  <a:pt x="63069" y="261291"/>
                  <a:pt x="60171" y="250133"/>
                  <a:pt x="58868" y="244522"/>
                </a:cubicBezTo>
                <a:cubicBezTo>
                  <a:pt x="55383" y="229417"/>
                  <a:pt x="59047" y="238568"/>
                  <a:pt x="52566" y="225648"/>
                </a:cubicBezTo>
                <a:cubicBezTo>
                  <a:pt x="41444" y="218243"/>
                  <a:pt x="46866" y="223887"/>
                  <a:pt x="42046" y="204671"/>
                </a:cubicBezTo>
                <a:cubicBezTo>
                  <a:pt x="39945" y="201180"/>
                  <a:pt x="37259" y="197966"/>
                  <a:pt x="35744" y="194182"/>
                </a:cubicBezTo>
                <a:cubicBezTo>
                  <a:pt x="34409" y="190871"/>
                  <a:pt x="34409" y="187184"/>
                  <a:pt x="33643" y="183693"/>
                </a:cubicBezTo>
                <a:cubicBezTo>
                  <a:pt x="33008" y="180887"/>
                  <a:pt x="32243" y="178098"/>
                  <a:pt x="31543" y="175309"/>
                </a:cubicBezTo>
                <a:cubicBezTo>
                  <a:pt x="30126" y="173204"/>
                  <a:pt x="28465" y="171263"/>
                  <a:pt x="27325" y="169012"/>
                </a:cubicBezTo>
                <a:cubicBezTo>
                  <a:pt x="22505" y="159388"/>
                  <a:pt x="23694" y="159486"/>
                  <a:pt x="21023" y="150139"/>
                </a:cubicBezTo>
                <a:cubicBezTo>
                  <a:pt x="14998" y="129112"/>
                  <a:pt x="23384" y="161639"/>
                  <a:pt x="16822" y="135458"/>
                </a:cubicBezTo>
                <a:cubicBezTo>
                  <a:pt x="14005" y="132668"/>
                  <a:pt x="10503" y="130433"/>
                  <a:pt x="8403" y="127073"/>
                </a:cubicBezTo>
                <a:cubicBezTo>
                  <a:pt x="6872" y="124626"/>
                  <a:pt x="7214" y="121413"/>
                  <a:pt x="6302" y="118688"/>
                </a:cubicBezTo>
                <a:cubicBezTo>
                  <a:pt x="4967" y="114676"/>
                  <a:pt x="0" y="104839"/>
                  <a:pt x="0" y="99815"/>
                </a:cubicBezTo>
                <a:cubicBezTo>
                  <a:pt x="0" y="94660"/>
                  <a:pt x="2801" y="84384"/>
                  <a:pt x="4201" y="78837"/>
                </a:cubicBezTo>
                <a:cubicBezTo>
                  <a:pt x="9933" y="73112"/>
                  <a:pt x="12327" y="71334"/>
                  <a:pt x="16822" y="64156"/>
                </a:cubicBezTo>
                <a:cubicBezTo>
                  <a:pt x="18483" y="61514"/>
                  <a:pt x="19460" y="58480"/>
                  <a:pt x="21023" y="55772"/>
                </a:cubicBezTo>
                <a:cubicBezTo>
                  <a:pt x="22277" y="53586"/>
                  <a:pt x="23889" y="51612"/>
                  <a:pt x="25224" y="49475"/>
                </a:cubicBezTo>
                <a:cubicBezTo>
                  <a:pt x="27390" y="46017"/>
                  <a:pt x="29084" y="42249"/>
                  <a:pt x="31543" y="38986"/>
                </a:cubicBezTo>
                <a:cubicBezTo>
                  <a:pt x="33318" y="36621"/>
                  <a:pt x="35939" y="34974"/>
                  <a:pt x="37845" y="32706"/>
                </a:cubicBezTo>
                <a:cubicBezTo>
                  <a:pt x="43805" y="25561"/>
                  <a:pt x="40792" y="25561"/>
                  <a:pt x="48364" y="18025"/>
                </a:cubicBezTo>
                <a:cubicBezTo>
                  <a:pt x="50139" y="16231"/>
                  <a:pt x="52517" y="15154"/>
                  <a:pt x="54666" y="13833"/>
                </a:cubicBezTo>
                <a:cubicBezTo>
                  <a:pt x="58135" y="11663"/>
                  <a:pt x="61669" y="9624"/>
                  <a:pt x="65186" y="7536"/>
                </a:cubicBezTo>
                <a:cubicBezTo>
                  <a:pt x="70218" y="6753"/>
                  <a:pt x="93488" y="0"/>
                  <a:pt x="103031" y="5432"/>
                </a:cubicBezTo>
                <a:cubicBezTo>
                  <a:pt x="105229" y="6688"/>
                  <a:pt x="105832" y="9624"/>
                  <a:pt x="107232" y="11729"/>
                </a:cubicBezTo>
                <a:cubicBezTo>
                  <a:pt x="109333" y="12430"/>
                  <a:pt x="111694" y="12593"/>
                  <a:pt x="113551" y="13833"/>
                </a:cubicBezTo>
                <a:cubicBezTo>
                  <a:pt x="117557" y="16492"/>
                  <a:pt x="121676" y="22250"/>
                  <a:pt x="124054" y="26410"/>
                </a:cubicBezTo>
                <a:cubicBezTo>
                  <a:pt x="125617" y="29117"/>
                  <a:pt x="126594" y="32152"/>
                  <a:pt x="128255" y="34794"/>
                </a:cubicBezTo>
                <a:cubicBezTo>
                  <a:pt x="135681" y="46637"/>
                  <a:pt x="135306" y="40471"/>
                  <a:pt x="140876" y="55772"/>
                </a:cubicBezTo>
                <a:cubicBezTo>
                  <a:pt x="142097" y="59116"/>
                  <a:pt x="142472" y="62721"/>
                  <a:pt x="142976" y="66261"/>
                </a:cubicBezTo>
                <a:cubicBezTo>
                  <a:pt x="146282" y="89326"/>
                  <a:pt x="143383" y="78560"/>
                  <a:pt x="147194" y="95623"/>
                </a:cubicBezTo>
                <a:cubicBezTo>
                  <a:pt x="147813" y="98429"/>
                  <a:pt x="148464" y="101251"/>
                  <a:pt x="149295" y="104007"/>
                </a:cubicBezTo>
                <a:cubicBezTo>
                  <a:pt x="150565" y="108232"/>
                  <a:pt x="152421" y="112294"/>
                  <a:pt x="153496" y="116584"/>
                </a:cubicBezTo>
                <a:cubicBezTo>
                  <a:pt x="154538" y="120711"/>
                  <a:pt x="154701" y="125018"/>
                  <a:pt x="155597" y="129177"/>
                </a:cubicBezTo>
                <a:cubicBezTo>
                  <a:pt x="156818" y="134805"/>
                  <a:pt x="158512" y="140335"/>
                  <a:pt x="159798" y="145946"/>
                </a:cubicBezTo>
                <a:cubicBezTo>
                  <a:pt x="160612" y="149421"/>
                  <a:pt x="161036" y="152977"/>
                  <a:pt x="161915" y="156435"/>
                </a:cubicBezTo>
                <a:cubicBezTo>
                  <a:pt x="164520" y="166859"/>
                  <a:pt x="163706" y="159110"/>
                  <a:pt x="168217" y="171116"/>
                </a:cubicBezTo>
                <a:cubicBezTo>
                  <a:pt x="169487" y="174493"/>
                  <a:pt x="171848" y="187135"/>
                  <a:pt x="172418" y="189990"/>
                </a:cubicBezTo>
                <a:cubicBezTo>
                  <a:pt x="173819" y="192779"/>
                  <a:pt x="175398" y="195503"/>
                  <a:pt x="176636" y="198374"/>
                </a:cubicBezTo>
                <a:cubicBezTo>
                  <a:pt x="177499" y="200413"/>
                  <a:pt x="177955" y="202599"/>
                  <a:pt x="178737" y="204671"/>
                </a:cubicBezTo>
                <a:cubicBezTo>
                  <a:pt x="180056" y="208194"/>
                  <a:pt x="181619" y="211636"/>
                  <a:pt x="182938" y="215160"/>
                </a:cubicBezTo>
                <a:cubicBezTo>
                  <a:pt x="183720" y="217231"/>
                  <a:pt x="184143" y="219433"/>
                  <a:pt x="185039" y="221440"/>
                </a:cubicBezTo>
                <a:cubicBezTo>
                  <a:pt x="186944" y="225730"/>
                  <a:pt x="190054" y="229514"/>
                  <a:pt x="191341" y="234033"/>
                </a:cubicBezTo>
                <a:cubicBezTo>
                  <a:pt x="192904" y="239449"/>
                  <a:pt x="192741" y="245207"/>
                  <a:pt x="193458" y="250802"/>
                </a:cubicBezTo>
                <a:cubicBezTo>
                  <a:pt x="189436" y="260818"/>
                  <a:pt x="188279" y="263101"/>
                  <a:pt x="185039" y="273884"/>
                </a:cubicBezTo>
                <a:cubicBezTo>
                  <a:pt x="184208" y="276641"/>
                  <a:pt x="183638" y="279463"/>
                  <a:pt x="182938" y="282268"/>
                </a:cubicBezTo>
                <a:cubicBezTo>
                  <a:pt x="182938" y="282268"/>
                  <a:pt x="173379" y="292317"/>
                  <a:pt x="168217" y="296950"/>
                </a:cubicBezTo>
                <a:cubicBezTo>
                  <a:pt x="166344" y="298630"/>
                  <a:pt x="164016" y="299739"/>
                  <a:pt x="161915" y="301142"/>
                </a:cubicBezTo>
                <a:cubicBezTo>
                  <a:pt x="156411" y="304796"/>
                  <a:pt x="154506" y="312104"/>
                  <a:pt x="151395" y="317911"/>
                </a:cubicBezTo>
                <a:cubicBezTo>
                  <a:pt x="146445" y="327176"/>
                  <a:pt x="145028" y="331793"/>
                  <a:pt x="142976" y="340993"/>
                </a:cubicBezTo>
                <a:cubicBezTo>
                  <a:pt x="142211" y="344467"/>
                  <a:pt x="142130" y="348138"/>
                  <a:pt x="140876" y="351465"/>
                </a:cubicBezTo>
                <a:cubicBezTo>
                  <a:pt x="139996" y="353831"/>
                  <a:pt x="137668" y="355446"/>
                  <a:pt x="136674" y="357762"/>
                </a:cubicBezTo>
                <a:cubicBezTo>
                  <a:pt x="135534" y="360404"/>
                  <a:pt x="135274" y="363357"/>
                  <a:pt x="134574" y="366146"/>
                </a:cubicBezTo>
                <a:cubicBezTo>
                  <a:pt x="132473" y="368251"/>
                  <a:pt x="129737" y="369866"/>
                  <a:pt x="128255" y="372443"/>
                </a:cubicBezTo>
                <a:cubicBezTo>
                  <a:pt x="126822" y="374939"/>
                  <a:pt x="127083" y="378103"/>
                  <a:pt x="126155" y="380828"/>
                </a:cubicBezTo>
                <a:cubicBezTo>
                  <a:pt x="124966" y="384400"/>
                  <a:pt x="123272" y="387793"/>
                  <a:pt x="121953" y="391316"/>
                </a:cubicBezTo>
                <a:cubicBezTo>
                  <a:pt x="119511" y="397792"/>
                  <a:pt x="119006" y="400582"/>
                  <a:pt x="117752" y="408102"/>
                </a:cubicBezTo>
                <a:cubicBezTo>
                  <a:pt x="113192" y="435343"/>
                  <a:pt x="114967" y="441265"/>
                  <a:pt x="113551" y="479403"/>
                </a:cubicBezTo>
                <a:cubicBezTo>
                  <a:pt x="112150" y="481491"/>
                  <a:pt x="111401" y="484231"/>
                  <a:pt x="109333" y="485683"/>
                </a:cubicBezTo>
                <a:cubicBezTo>
                  <a:pt x="100263" y="492159"/>
                  <a:pt x="91811" y="501066"/>
                  <a:pt x="88310" y="487787"/>
                </a:cubicBezTo>
                <a:close/>
              </a:path>
            </a:pathLst>
          </a:custGeom>
          <a:solidFill xmlns:a="http://schemas.openxmlformats.org/drawingml/2006/main">
            <a:srgbClr val="7030A0">
              <a:alpha val="18039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8591C0-1EB1-453C-8FAA-3A54D0D6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17" y="1408572"/>
            <a:ext cx="193458" cy="501066"/>
          </a:xfrm>
          <a:custGeom xmlns:a="http://schemas.openxmlformats.org/drawingml/2006/main">
            <a:pathLst>
              <a:path w="193458" h="501066" fill="none">
                <a:moveTo>
                  <a:pt x="88310" y="487787"/>
                </a:moveTo>
                <a:cubicBezTo>
                  <a:pt x="91811" y="501066"/>
                  <a:pt x="100263" y="492159"/>
                  <a:pt x="109333" y="485683"/>
                </a:cubicBezTo>
                <a:cubicBezTo>
                  <a:pt x="111401" y="484231"/>
                  <a:pt x="112150" y="481491"/>
                  <a:pt x="113551" y="479403"/>
                </a:cubicBezTo>
                <a:cubicBezTo>
                  <a:pt x="114967" y="441265"/>
                  <a:pt x="113192" y="435343"/>
                  <a:pt x="117752" y="408102"/>
                </a:cubicBezTo>
                <a:cubicBezTo>
                  <a:pt x="119006" y="400582"/>
                  <a:pt x="119511" y="397792"/>
                  <a:pt x="121953" y="391316"/>
                </a:cubicBezTo>
                <a:cubicBezTo>
                  <a:pt x="123272" y="387793"/>
                  <a:pt x="124966" y="384400"/>
                  <a:pt x="126155" y="380828"/>
                </a:cubicBezTo>
                <a:cubicBezTo>
                  <a:pt x="127067" y="378103"/>
                  <a:pt x="126822" y="374939"/>
                  <a:pt x="128255" y="372443"/>
                </a:cubicBezTo>
                <a:cubicBezTo>
                  <a:pt x="129737" y="369866"/>
                  <a:pt x="132473" y="368251"/>
                  <a:pt x="134574" y="366146"/>
                </a:cubicBezTo>
                <a:cubicBezTo>
                  <a:pt x="135274" y="363357"/>
                  <a:pt x="135534" y="360404"/>
                  <a:pt x="136674" y="357762"/>
                </a:cubicBezTo>
                <a:cubicBezTo>
                  <a:pt x="137668" y="355446"/>
                  <a:pt x="139996" y="353831"/>
                  <a:pt x="140876" y="351465"/>
                </a:cubicBezTo>
                <a:cubicBezTo>
                  <a:pt x="142130" y="348138"/>
                  <a:pt x="142211" y="344467"/>
                  <a:pt x="142976" y="340993"/>
                </a:cubicBezTo>
                <a:cubicBezTo>
                  <a:pt x="145028" y="331793"/>
                  <a:pt x="146445" y="327176"/>
                  <a:pt x="151395" y="317911"/>
                </a:cubicBezTo>
                <a:cubicBezTo>
                  <a:pt x="154506" y="312104"/>
                  <a:pt x="156411" y="304796"/>
                  <a:pt x="161915" y="301142"/>
                </a:cubicBezTo>
                <a:cubicBezTo>
                  <a:pt x="164016" y="299739"/>
                  <a:pt x="166344" y="298630"/>
                  <a:pt x="168217" y="296950"/>
                </a:cubicBezTo>
                <a:cubicBezTo>
                  <a:pt x="173379" y="292317"/>
                  <a:pt x="182938" y="282268"/>
                  <a:pt x="182938" y="282268"/>
                </a:cubicBezTo>
                <a:cubicBezTo>
                  <a:pt x="183638" y="279463"/>
                  <a:pt x="184208" y="276641"/>
                  <a:pt x="185039" y="273884"/>
                </a:cubicBezTo>
                <a:cubicBezTo>
                  <a:pt x="188279" y="263101"/>
                  <a:pt x="189436" y="260818"/>
                  <a:pt x="193458" y="250802"/>
                </a:cubicBezTo>
                <a:cubicBezTo>
                  <a:pt x="192741" y="245207"/>
                  <a:pt x="192904" y="239449"/>
                  <a:pt x="191341" y="234033"/>
                </a:cubicBezTo>
                <a:cubicBezTo>
                  <a:pt x="190054" y="229514"/>
                  <a:pt x="186944" y="225730"/>
                  <a:pt x="185039" y="221440"/>
                </a:cubicBezTo>
                <a:cubicBezTo>
                  <a:pt x="184143" y="219433"/>
                  <a:pt x="183720" y="217231"/>
                  <a:pt x="182938" y="215160"/>
                </a:cubicBezTo>
                <a:cubicBezTo>
                  <a:pt x="181619" y="211636"/>
                  <a:pt x="180056" y="208194"/>
                  <a:pt x="178737" y="204671"/>
                </a:cubicBezTo>
                <a:cubicBezTo>
                  <a:pt x="177955" y="202599"/>
                  <a:pt x="177499" y="200413"/>
                  <a:pt x="176636" y="198374"/>
                </a:cubicBezTo>
                <a:cubicBezTo>
                  <a:pt x="175398" y="195503"/>
                  <a:pt x="173819" y="192779"/>
                  <a:pt x="172418" y="189990"/>
                </a:cubicBezTo>
                <a:cubicBezTo>
                  <a:pt x="171848" y="187135"/>
                  <a:pt x="169487" y="174493"/>
                  <a:pt x="168217" y="171116"/>
                </a:cubicBezTo>
                <a:cubicBezTo>
                  <a:pt x="163706" y="159110"/>
                  <a:pt x="164520" y="166859"/>
                  <a:pt x="161915" y="156435"/>
                </a:cubicBezTo>
                <a:cubicBezTo>
                  <a:pt x="161036" y="152977"/>
                  <a:pt x="160612" y="149421"/>
                  <a:pt x="159798" y="145946"/>
                </a:cubicBezTo>
                <a:cubicBezTo>
                  <a:pt x="158512" y="140335"/>
                  <a:pt x="156818" y="134805"/>
                  <a:pt x="155597" y="129177"/>
                </a:cubicBezTo>
                <a:cubicBezTo>
                  <a:pt x="154701" y="125018"/>
                  <a:pt x="154538" y="120711"/>
                  <a:pt x="153496" y="116584"/>
                </a:cubicBezTo>
                <a:cubicBezTo>
                  <a:pt x="152421" y="112294"/>
                  <a:pt x="150565" y="108232"/>
                  <a:pt x="149295" y="104007"/>
                </a:cubicBezTo>
                <a:cubicBezTo>
                  <a:pt x="148464" y="101251"/>
                  <a:pt x="147813" y="98429"/>
                  <a:pt x="147194" y="95623"/>
                </a:cubicBezTo>
                <a:cubicBezTo>
                  <a:pt x="143383" y="78560"/>
                  <a:pt x="146282" y="89326"/>
                  <a:pt x="142976" y="66261"/>
                </a:cubicBezTo>
                <a:cubicBezTo>
                  <a:pt x="142472" y="62721"/>
                  <a:pt x="142097" y="59116"/>
                  <a:pt x="140876" y="55772"/>
                </a:cubicBezTo>
                <a:cubicBezTo>
                  <a:pt x="135306" y="40471"/>
                  <a:pt x="135681" y="46637"/>
                  <a:pt x="128255" y="34794"/>
                </a:cubicBezTo>
                <a:cubicBezTo>
                  <a:pt x="126594" y="32152"/>
                  <a:pt x="125617" y="29117"/>
                  <a:pt x="124054" y="26410"/>
                </a:cubicBezTo>
                <a:cubicBezTo>
                  <a:pt x="121676" y="22250"/>
                  <a:pt x="117557" y="16492"/>
                  <a:pt x="113551" y="13833"/>
                </a:cubicBezTo>
                <a:cubicBezTo>
                  <a:pt x="111694" y="12593"/>
                  <a:pt x="109333" y="12430"/>
                  <a:pt x="107232" y="11729"/>
                </a:cubicBezTo>
                <a:cubicBezTo>
                  <a:pt x="105832" y="9624"/>
                  <a:pt x="105229" y="6688"/>
                  <a:pt x="103031" y="5432"/>
                </a:cubicBezTo>
                <a:cubicBezTo>
                  <a:pt x="93488" y="0"/>
                  <a:pt x="70218" y="6753"/>
                  <a:pt x="65186" y="7536"/>
                </a:cubicBezTo>
                <a:cubicBezTo>
                  <a:pt x="61669" y="9624"/>
                  <a:pt x="58135" y="11663"/>
                  <a:pt x="54666" y="13833"/>
                </a:cubicBezTo>
                <a:cubicBezTo>
                  <a:pt x="52517" y="15154"/>
                  <a:pt x="50139" y="16231"/>
                  <a:pt x="48364" y="18025"/>
                </a:cubicBezTo>
                <a:cubicBezTo>
                  <a:pt x="40792" y="25561"/>
                  <a:pt x="43805" y="25561"/>
                  <a:pt x="37845" y="32706"/>
                </a:cubicBezTo>
                <a:cubicBezTo>
                  <a:pt x="35939" y="34974"/>
                  <a:pt x="33318" y="36621"/>
                  <a:pt x="31543" y="38986"/>
                </a:cubicBezTo>
                <a:cubicBezTo>
                  <a:pt x="29084" y="42249"/>
                  <a:pt x="27390" y="46017"/>
                  <a:pt x="25224" y="49475"/>
                </a:cubicBezTo>
                <a:cubicBezTo>
                  <a:pt x="23889" y="51612"/>
                  <a:pt x="22277" y="53586"/>
                  <a:pt x="21023" y="55772"/>
                </a:cubicBezTo>
                <a:cubicBezTo>
                  <a:pt x="19460" y="58480"/>
                  <a:pt x="18483" y="61514"/>
                  <a:pt x="16822" y="64156"/>
                </a:cubicBezTo>
                <a:cubicBezTo>
                  <a:pt x="12327" y="71334"/>
                  <a:pt x="9933" y="73112"/>
                  <a:pt x="4201" y="78837"/>
                </a:cubicBezTo>
                <a:cubicBezTo>
                  <a:pt x="2801" y="84384"/>
                  <a:pt x="0" y="94660"/>
                  <a:pt x="0" y="99815"/>
                </a:cubicBezTo>
                <a:cubicBezTo>
                  <a:pt x="0" y="104839"/>
                  <a:pt x="4967" y="114676"/>
                  <a:pt x="6302" y="118688"/>
                </a:cubicBezTo>
                <a:cubicBezTo>
                  <a:pt x="7214" y="121413"/>
                  <a:pt x="6872" y="124626"/>
                  <a:pt x="8403" y="127073"/>
                </a:cubicBezTo>
                <a:cubicBezTo>
                  <a:pt x="10503" y="130433"/>
                  <a:pt x="14005" y="132668"/>
                  <a:pt x="16822" y="135458"/>
                </a:cubicBezTo>
                <a:cubicBezTo>
                  <a:pt x="23368" y="161639"/>
                  <a:pt x="14998" y="129112"/>
                  <a:pt x="21023" y="150139"/>
                </a:cubicBezTo>
                <a:cubicBezTo>
                  <a:pt x="23694" y="159486"/>
                  <a:pt x="22505" y="159388"/>
                  <a:pt x="27325" y="169012"/>
                </a:cubicBezTo>
                <a:cubicBezTo>
                  <a:pt x="28465" y="171263"/>
                  <a:pt x="30126" y="173204"/>
                  <a:pt x="31543" y="175309"/>
                </a:cubicBezTo>
                <a:cubicBezTo>
                  <a:pt x="32243" y="178098"/>
                  <a:pt x="33008" y="180887"/>
                  <a:pt x="33643" y="183693"/>
                </a:cubicBezTo>
                <a:cubicBezTo>
                  <a:pt x="34409" y="187184"/>
                  <a:pt x="34409" y="190871"/>
                  <a:pt x="35744" y="194182"/>
                </a:cubicBezTo>
                <a:cubicBezTo>
                  <a:pt x="37259" y="197966"/>
                  <a:pt x="39945" y="201180"/>
                  <a:pt x="42046" y="204671"/>
                </a:cubicBezTo>
                <a:cubicBezTo>
                  <a:pt x="46866" y="223887"/>
                  <a:pt x="41444" y="218243"/>
                  <a:pt x="52566" y="225648"/>
                </a:cubicBezTo>
                <a:cubicBezTo>
                  <a:pt x="59047" y="238568"/>
                  <a:pt x="55383" y="229417"/>
                  <a:pt x="58868" y="244522"/>
                </a:cubicBezTo>
                <a:cubicBezTo>
                  <a:pt x="60171" y="250133"/>
                  <a:pt x="63069" y="261291"/>
                  <a:pt x="63069" y="261291"/>
                </a:cubicBezTo>
                <a:cubicBezTo>
                  <a:pt x="63232" y="264390"/>
                  <a:pt x="61685" y="302202"/>
                  <a:pt x="69387" y="313719"/>
                </a:cubicBezTo>
                <a:lnTo>
                  <a:pt x="73589" y="320015"/>
                </a:lnTo>
                <a:cubicBezTo>
                  <a:pt x="76406" y="334011"/>
                  <a:pt x="75885" y="330129"/>
                  <a:pt x="77790" y="347273"/>
                </a:cubicBezTo>
                <a:cubicBezTo>
                  <a:pt x="78572" y="354255"/>
                  <a:pt x="78832" y="361302"/>
                  <a:pt x="79891" y="368251"/>
                </a:cubicBezTo>
                <a:cubicBezTo>
                  <a:pt x="80233" y="370437"/>
                  <a:pt x="81470" y="372394"/>
                  <a:pt x="82008" y="374547"/>
                </a:cubicBezTo>
                <a:cubicBezTo>
                  <a:pt x="84255" y="383535"/>
                  <a:pt x="84336" y="388266"/>
                  <a:pt x="86209" y="397613"/>
                </a:cubicBezTo>
                <a:cubicBezTo>
                  <a:pt x="86779" y="400435"/>
                  <a:pt x="87610" y="403208"/>
                  <a:pt x="88310" y="405997"/>
                </a:cubicBezTo>
                <a:cubicBezTo>
                  <a:pt x="85509" y="445114"/>
                  <a:pt x="84809" y="474509"/>
                  <a:pt x="88310" y="48778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7030A0"/>
            </a:solidFill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5DE4FE-EBD1-4DDC-A067-0C837C78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7674" y="419682"/>
            <a:ext cx="449301" cy="445326"/>
          </a:xfrm>
          <a:custGeom xmlns:a="http://schemas.openxmlformats.org/drawingml/2006/main">
            <a:pathLst>
              <a:path w="449301" h="445326">
                <a:moveTo>
                  <a:pt x="0" y="0"/>
                </a:moveTo>
                <a:lnTo>
                  <a:pt x="449301" y="0"/>
                </a:lnTo>
                <a:lnTo>
                  <a:pt x="449301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9BDB89-587F-4432-B20E-807F2398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6975" y="419682"/>
            <a:ext cx="449301" cy="445326"/>
          </a:xfrm>
          <a:custGeom xmlns:a="http://schemas.openxmlformats.org/drawingml/2006/main">
            <a:pathLst>
              <a:path w="449301" h="445326">
                <a:moveTo>
                  <a:pt x="0" y="0"/>
                </a:moveTo>
                <a:lnTo>
                  <a:pt x="449301" y="0"/>
                </a:lnTo>
                <a:lnTo>
                  <a:pt x="449301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E2562A-2D12-40F6-BFDF-4DAB1EDF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6275" y="419682"/>
            <a:ext cx="449302" cy="445326"/>
          </a:xfrm>
          <a:custGeom xmlns:a="http://schemas.openxmlformats.org/drawingml/2006/main">
            <a:pathLst>
              <a:path w="449302" h="445326">
                <a:moveTo>
                  <a:pt x="0" y="0"/>
                </a:moveTo>
                <a:lnTo>
                  <a:pt x="449302" y="0"/>
                </a:lnTo>
                <a:lnTo>
                  <a:pt x="449302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76067A-8F3D-4D08-816F-C765ADA8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5592" y="419682"/>
            <a:ext cx="449301" cy="445326"/>
          </a:xfrm>
          <a:custGeom xmlns:a="http://schemas.openxmlformats.org/drawingml/2006/main">
            <a:pathLst>
              <a:path w="449301" h="445326">
                <a:moveTo>
                  <a:pt x="0" y="0"/>
                </a:moveTo>
                <a:lnTo>
                  <a:pt x="449301" y="0"/>
                </a:lnTo>
                <a:lnTo>
                  <a:pt x="449301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3941E8-D75E-47FB-9A93-EA273A45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893" y="419682"/>
            <a:ext cx="449301" cy="445326"/>
          </a:xfrm>
          <a:custGeom xmlns:a="http://schemas.openxmlformats.org/drawingml/2006/main">
            <a:pathLst>
              <a:path w="449301" h="445326">
                <a:moveTo>
                  <a:pt x="0" y="0"/>
                </a:moveTo>
                <a:lnTo>
                  <a:pt x="449301" y="0"/>
                </a:lnTo>
                <a:lnTo>
                  <a:pt x="449301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2D5041-8E8D-4AA4-9CDF-0A9E6C4D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7674" y="864992"/>
            <a:ext cx="449301" cy="445326"/>
          </a:xfrm>
          <a:custGeom xmlns:a="http://schemas.openxmlformats.org/drawingml/2006/main">
            <a:pathLst>
              <a:path w="449301" h="445326">
                <a:moveTo>
                  <a:pt x="0" y="0"/>
                </a:moveTo>
                <a:lnTo>
                  <a:pt x="449301" y="0"/>
                </a:lnTo>
                <a:lnTo>
                  <a:pt x="449301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F8697D-6710-45E7-9DDB-11AAFBD6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6975" y="864992"/>
            <a:ext cx="449301" cy="445326"/>
          </a:xfrm>
          <a:custGeom xmlns:a="http://schemas.openxmlformats.org/drawingml/2006/main">
            <a:pathLst>
              <a:path w="449301" h="445326">
                <a:moveTo>
                  <a:pt x="0" y="0"/>
                </a:moveTo>
                <a:lnTo>
                  <a:pt x="449301" y="0"/>
                </a:lnTo>
                <a:lnTo>
                  <a:pt x="449301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E79296-F98D-40E7-A33F-8885B121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6275" y="864992"/>
            <a:ext cx="449302" cy="445326"/>
          </a:xfrm>
          <a:custGeom xmlns:a="http://schemas.openxmlformats.org/drawingml/2006/main">
            <a:pathLst>
              <a:path w="449302" h="445326">
                <a:moveTo>
                  <a:pt x="0" y="0"/>
                </a:moveTo>
                <a:lnTo>
                  <a:pt x="449302" y="0"/>
                </a:lnTo>
                <a:lnTo>
                  <a:pt x="449302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F50328-A7C8-4A49-AE1E-3707FC14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5592" y="864992"/>
            <a:ext cx="449301" cy="445326"/>
          </a:xfrm>
          <a:custGeom xmlns:a="http://schemas.openxmlformats.org/drawingml/2006/main">
            <a:pathLst>
              <a:path w="449301" h="445326">
                <a:moveTo>
                  <a:pt x="0" y="0"/>
                </a:moveTo>
                <a:lnTo>
                  <a:pt x="449301" y="0"/>
                </a:lnTo>
                <a:lnTo>
                  <a:pt x="449301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4DF635-3327-4172-AB36-74D8C443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893" y="864992"/>
            <a:ext cx="449301" cy="445326"/>
          </a:xfrm>
          <a:custGeom xmlns:a="http://schemas.openxmlformats.org/drawingml/2006/main">
            <a:pathLst>
              <a:path w="449301" h="445326">
                <a:moveTo>
                  <a:pt x="0" y="0"/>
                </a:moveTo>
                <a:lnTo>
                  <a:pt x="449301" y="0"/>
                </a:lnTo>
                <a:lnTo>
                  <a:pt x="449301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EC9367-9CA4-4389-ADBC-6F87681D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7674" y="1310318"/>
            <a:ext cx="449301" cy="445326"/>
          </a:xfrm>
          <a:custGeom xmlns:a="http://schemas.openxmlformats.org/drawingml/2006/main">
            <a:pathLst>
              <a:path w="449301" h="445326">
                <a:moveTo>
                  <a:pt x="0" y="0"/>
                </a:moveTo>
                <a:lnTo>
                  <a:pt x="449301" y="0"/>
                </a:lnTo>
                <a:lnTo>
                  <a:pt x="449301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9EB031-9B14-4615-AF39-C54FFD73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6975" y="1310318"/>
            <a:ext cx="449301" cy="445326"/>
          </a:xfrm>
          <a:custGeom xmlns:a="http://schemas.openxmlformats.org/drawingml/2006/main">
            <a:pathLst>
              <a:path w="449301" h="445326">
                <a:moveTo>
                  <a:pt x="0" y="0"/>
                </a:moveTo>
                <a:lnTo>
                  <a:pt x="449301" y="0"/>
                </a:lnTo>
                <a:lnTo>
                  <a:pt x="449301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959872-96D5-45C0-A147-8EC9E871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6275" y="1310318"/>
            <a:ext cx="449302" cy="445326"/>
          </a:xfrm>
          <a:custGeom xmlns:a="http://schemas.openxmlformats.org/drawingml/2006/main">
            <a:pathLst>
              <a:path w="449302" h="445326">
                <a:moveTo>
                  <a:pt x="0" y="0"/>
                </a:moveTo>
                <a:lnTo>
                  <a:pt x="449302" y="0"/>
                </a:lnTo>
                <a:lnTo>
                  <a:pt x="449302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13B85-C209-495B-8CEE-1ECBCCD3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5592" y="1310318"/>
            <a:ext cx="449301" cy="445326"/>
          </a:xfrm>
          <a:custGeom xmlns:a="http://schemas.openxmlformats.org/drawingml/2006/main">
            <a:pathLst>
              <a:path w="449301" h="445326">
                <a:moveTo>
                  <a:pt x="0" y="0"/>
                </a:moveTo>
                <a:lnTo>
                  <a:pt x="449301" y="0"/>
                </a:lnTo>
                <a:lnTo>
                  <a:pt x="449301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C3A358-F284-4C8C-912F-F1FA94D6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893" y="1310318"/>
            <a:ext cx="449301" cy="445326"/>
          </a:xfrm>
          <a:custGeom xmlns:a="http://schemas.openxmlformats.org/drawingml/2006/main">
            <a:pathLst>
              <a:path w="449301" h="445326">
                <a:moveTo>
                  <a:pt x="0" y="0"/>
                </a:moveTo>
                <a:lnTo>
                  <a:pt x="449301" y="0"/>
                </a:lnTo>
                <a:lnTo>
                  <a:pt x="449301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601D9B-BF8E-4EAD-9937-42A89BB4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7674" y="1755629"/>
            <a:ext cx="449301" cy="445326"/>
          </a:xfrm>
          <a:custGeom xmlns:a="http://schemas.openxmlformats.org/drawingml/2006/main">
            <a:pathLst>
              <a:path w="449301" h="445326">
                <a:moveTo>
                  <a:pt x="0" y="0"/>
                </a:moveTo>
                <a:lnTo>
                  <a:pt x="449301" y="0"/>
                </a:lnTo>
                <a:lnTo>
                  <a:pt x="449301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C5A74E-349A-4BC6-9369-6BF90D36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6975" y="1755629"/>
            <a:ext cx="449301" cy="445326"/>
          </a:xfrm>
          <a:custGeom xmlns:a="http://schemas.openxmlformats.org/drawingml/2006/main">
            <a:pathLst>
              <a:path w="449301" h="445326">
                <a:moveTo>
                  <a:pt x="0" y="0"/>
                </a:moveTo>
                <a:lnTo>
                  <a:pt x="449301" y="0"/>
                </a:lnTo>
                <a:lnTo>
                  <a:pt x="449301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B783F8-DEA6-4690-82D9-A1C123F8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6275" y="1755629"/>
            <a:ext cx="449302" cy="445326"/>
          </a:xfrm>
          <a:custGeom xmlns:a="http://schemas.openxmlformats.org/drawingml/2006/main">
            <a:pathLst>
              <a:path w="449302" h="445326">
                <a:moveTo>
                  <a:pt x="0" y="0"/>
                </a:moveTo>
                <a:lnTo>
                  <a:pt x="449302" y="0"/>
                </a:lnTo>
                <a:lnTo>
                  <a:pt x="449302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B57F6B-61BC-4EDC-BD6E-1C85D5FF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5592" y="1755629"/>
            <a:ext cx="449301" cy="445326"/>
          </a:xfrm>
          <a:custGeom xmlns:a="http://schemas.openxmlformats.org/drawingml/2006/main">
            <a:pathLst>
              <a:path w="449301" h="445326">
                <a:moveTo>
                  <a:pt x="0" y="0"/>
                </a:moveTo>
                <a:lnTo>
                  <a:pt x="449301" y="0"/>
                </a:lnTo>
                <a:lnTo>
                  <a:pt x="449301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0ED2C8-6BC0-4771-9DC3-A4D4DE97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893" y="1755629"/>
            <a:ext cx="449301" cy="445326"/>
          </a:xfrm>
          <a:custGeom xmlns:a="http://schemas.openxmlformats.org/drawingml/2006/main">
            <a:pathLst>
              <a:path w="449301" h="445326">
                <a:moveTo>
                  <a:pt x="0" y="0"/>
                </a:moveTo>
                <a:lnTo>
                  <a:pt x="449301" y="0"/>
                </a:lnTo>
                <a:lnTo>
                  <a:pt x="449301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A50C12-B5E7-4BD9-8627-7D303A4F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7674" y="2200955"/>
            <a:ext cx="449301" cy="445326"/>
          </a:xfrm>
          <a:custGeom xmlns:a="http://schemas.openxmlformats.org/drawingml/2006/main">
            <a:pathLst>
              <a:path w="449301" h="445326">
                <a:moveTo>
                  <a:pt x="0" y="0"/>
                </a:moveTo>
                <a:lnTo>
                  <a:pt x="449301" y="0"/>
                </a:lnTo>
                <a:lnTo>
                  <a:pt x="449301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A35E29-BD53-430F-B1F8-76A050EE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6975" y="2200955"/>
            <a:ext cx="449301" cy="445326"/>
          </a:xfrm>
          <a:custGeom xmlns:a="http://schemas.openxmlformats.org/drawingml/2006/main">
            <a:pathLst>
              <a:path w="449301" h="445326">
                <a:moveTo>
                  <a:pt x="0" y="0"/>
                </a:moveTo>
                <a:lnTo>
                  <a:pt x="449301" y="0"/>
                </a:lnTo>
                <a:lnTo>
                  <a:pt x="449301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759B64-7276-4304-B842-943D530B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6275" y="2200955"/>
            <a:ext cx="449302" cy="445326"/>
          </a:xfrm>
          <a:custGeom xmlns:a="http://schemas.openxmlformats.org/drawingml/2006/main">
            <a:pathLst>
              <a:path w="449302" h="445326">
                <a:moveTo>
                  <a:pt x="0" y="0"/>
                </a:moveTo>
                <a:lnTo>
                  <a:pt x="449302" y="0"/>
                </a:lnTo>
                <a:lnTo>
                  <a:pt x="449302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5C25F8-6100-45D0-94ED-BD0AD0FC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5592" y="2200955"/>
            <a:ext cx="449301" cy="445326"/>
          </a:xfrm>
          <a:custGeom xmlns:a="http://schemas.openxmlformats.org/drawingml/2006/main">
            <a:pathLst>
              <a:path w="449301" h="445326">
                <a:moveTo>
                  <a:pt x="0" y="0"/>
                </a:moveTo>
                <a:lnTo>
                  <a:pt x="449301" y="0"/>
                </a:lnTo>
                <a:lnTo>
                  <a:pt x="449301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F762C6-33EE-4C28-A7A2-550D63E8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893" y="2200955"/>
            <a:ext cx="449301" cy="445326"/>
          </a:xfrm>
          <a:custGeom xmlns:a="http://schemas.openxmlformats.org/drawingml/2006/main">
            <a:pathLst>
              <a:path w="449301" h="445326">
                <a:moveTo>
                  <a:pt x="0" y="0"/>
                </a:moveTo>
                <a:lnTo>
                  <a:pt x="449301" y="0"/>
                </a:lnTo>
                <a:lnTo>
                  <a:pt x="449301" y="445326"/>
                </a:lnTo>
                <a:lnTo>
                  <a:pt x="0" y="4453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9B2CF7-4C14-46E7-B2DF-BFB8C248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6979" y="401328"/>
            <a:ext cx="10" cy="2263302"/>
          </a:xfrm>
          <a:custGeom xmlns:a="http://schemas.openxmlformats.org/drawingml/2006/main">
            <a:pathLst>
              <a:path w="1" h="2263302" fill="none">
                <a:moveTo>
                  <a:pt x="0" y="0"/>
                </a:moveTo>
                <a:lnTo>
                  <a:pt x="0" y="2263302"/>
                </a:lnTo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AFABAB"/>
            </a:solidFill>
            <a:custDash>
              <a:ds d="100000" sp="100000"/>
            </a:custDash>
            <a:round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799C20-F745-47D7-86E2-AF186471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6285" y="401328"/>
            <a:ext cx="10" cy="2263302"/>
          </a:xfrm>
          <a:custGeom xmlns:a="http://schemas.openxmlformats.org/drawingml/2006/main">
            <a:pathLst>
              <a:path w="1" h="2263302" fill="none">
                <a:moveTo>
                  <a:pt x="0" y="0"/>
                </a:moveTo>
                <a:lnTo>
                  <a:pt x="0" y="2263302"/>
                </a:lnTo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AFABAB"/>
            </a:solidFill>
            <a:custDash>
              <a:ds d="100000" sp="100000"/>
            </a:custDash>
            <a:round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919015-AB0A-4856-AC05-0F24C7F1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5585" y="401328"/>
            <a:ext cx="10" cy="2263302"/>
          </a:xfrm>
          <a:custGeom xmlns:a="http://schemas.openxmlformats.org/drawingml/2006/main">
            <a:pathLst>
              <a:path w="1" h="2263302" fill="none">
                <a:moveTo>
                  <a:pt x="0" y="0"/>
                </a:moveTo>
                <a:lnTo>
                  <a:pt x="0" y="2263302"/>
                </a:lnTo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AFABAB"/>
            </a:solidFill>
            <a:custDash>
              <a:ds d="100000" sp="100000"/>
            </a:custDash>
            <a:round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E2E6E5-1C27-4CCB-9E2C-50066DFA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890" y="401328"/>
            <a:ext cx="10" cy="2263302"/>
          </a:xfrm>
          <a:custGeom xmlns:a="http://schemas.openxmlformats.org/drawingml/2006/main">
            <a:pathLst>
              <a:path w="1" h="2263302" fill="none">
                <a:moveTo>
                  <a:pt x="0" y="0"/>
                </a:moveTo>
                <a:lnTo>
                  <a:pt x="0" y="2263302"/>
                </a:lnTo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AFABAB"/>
            </a:solidFill>
            <a:custDash>
              <a:ds d="100000" sp="100000"/>
            </a:custDash>
            <a:round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30D76D-AC00-4EE8-AEE7-446FCE96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9356" y="864998"/>
            <a:ext cx="2283160" cy="10"/>
          </a:xfrm>
          <a:custGeom xmlns:a="http://schemas.openxmlformats.org/drawingml/2006/main">
            <a:pathLst>
              <a:path w="2283160" h="1" fill="none">
                <a:moveTo>
                  <a:pt x="0" y="0"/>
                </a:moveTo>
                <a:lnTo>
                  <a:pt x="2283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AFABAB"/>
            </a:solidFill>
            <a:custDash>
              <a:ds d="100000" sp="100000"/>
            </a:custDash>
            <a:round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2FA5C7-E23C-4E12-A3F7-DFE220ED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9356" y="1310318"/>
            <a:ext cx="2283160" cy="10"/>
          </a:xfrm>
          <a:custGeom xmlns:a="http://schemas.openxmlformats.org/drawingml/2006/main">
            <a:pathLst>
              <a:path w="2283160" h="1" fill="none">
                <a:moveTo>
                  <a:pt x="0" y="0"/>
                </a:moveTo>
                <a:lnTo>
                  <a:pt x="2283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AFABAB"/>
            </a:solidFill>
            <a:custDash>
              <a:ds d="100000" sp="100000"/>
            </a:custDash>
            <a:round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B86862-2A28-471C-9304-D4D5DF16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9356" y="1755636"/>
            <a:ext cx="2283160" cy="10"/>
          </a:xfrm>
          <a:custGeom xmlns:a="http://schemas.openxmlformats.org/drawingml/2006/main">
            <a:pathLst>
              <a:path w="2283160" h="1" fill="none">
                <a:moveTo>
                  <a:pt x="0" y="0"/>
                </a:moveTo>
                <a:lnTo>
                  <a:pt x="2283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AFABAB"/>
            </a:solidFill>
            <a:custDash>
              <a:ds d="100000" sp="100000"/>
            </a:custDash>
            <a:round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8387F6-60DF-4C5A-97EB-A9B68685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9356" y="2200954"/>
            <a:ext cx="2283160" cy="10"/>
          </a:xfrm>
          <a:custGeom xmlns:a="http://schemas.openxmlformats.org/drawingml/2006/main">
            <a:pathLst>
              <a:path w="2283160" h="1" fill="none">
                <a:moveTo>
                  <a:pt x="0" y="0"/>
                </a:moveTo>
                <a:lnTo>
                  <a:pt x="2283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AFABAB"/>
            </a:solidFill>
            <a:custDash>
              <a:ds d="100000" sp="100000"/>
            </a:custDash>
            <a:round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7CFE61-03F2-49C8-AB4F-E6AB99AC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7676" y="401328"/>
            <a:ext cx="10" cy="2263302"/>
          </a:xfrm>
          <a:custGeom xmlns:a="http://schemas.openxmlformats.org/drawingml/2006/main">
            <a:pathLst>
              <a:path w="1" h="2263302" fill="none">
                <a:moveTo>
                  <a:pt x="0" y="0"/>
                </a:moveTo>
                <a:lnTo>
                  <a:pt x="0" y="2263302"/>
                </a:lnTo>
              </a:path>
            </a:pathLst>
          </a:custGeom>
          <a:noFill xmlns:a="http://schemas.openxmlformats.org/drawingml/2006/main"/>
          <a:ln xmlns:a="http://schemas.openxmlformats.org/drawingml/2006/main" w="36671" cap="flat">
            <a:solidFill>
              <a:srgbClr val="000000"/>
            </a:solidFill>
            <a:round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8B1F57-BB7B-433E-ACCF-010D8107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4195" y="401328"/>
            <a:ext cx="10" cy="2263302"/>
          </a:xfrm>
          <a:custGeom xmlns:a="http://schemas.openxmlformats.org/drawingml/2006/main">
            <a:pathLst>
              <a:path w="1" h="2263302" fill="none">
                <a:moveTo>
                  <a:pt x="0" y="0"/>
                </a:moveTo>
                <a:lnTo>
                  <a:pt x="0" y="2263302"/>
                </a:lnTo>
              </a:path>
            </a:pathLst>
          </a:custGeom>
          <a:noFill xmlns:a="http://schemas.openxmlformats.org/drawingml/2006/main"/>
          <a:ln xmlns:a="http://schemas.openxmlformats.org/drawingml/2006/main" w="36671" cap="flat">
            <a:solidFill>
              <a:srgbClr val="000000"/>
            </a:solidFill>
            <a:round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8A41A9-C28A-471A-836E-DAC11047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9356" y="419680"/>
            <a:ext cx="2283160" cy="10"/>
          </a:xfrm>
          <a:custGeom xmlns:a="http://schemas.openxmlformats.org/drawingml/2006/main">
            <a:pathLst>
              <a:path w="2283160" h="1" fill="none">
                <a:moveTo>
                  <a:pt x="0" y="0"/>
                </a:moveTo>
                <a:lnTo>
                  <a:pt x="2283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671" cap="flat">
            <a:solidFill>
              <a:srgbClr val="000000"/>
            </a:solidFill>
            <a:round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782E3F-7692-451D-AC9C-2A30FFF5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9356" y="2646274"/>
            <a:ext cx="2283160" cy="10"/>
          </a:xfrm>
          <a:custGeom xmlns:a="http://schemas.openxmlformats.org/drawingml/2006/main">
            <a:pathLst>
              <a:path w="2283160" h="1" fill="none">
                <a:moveTo>
                  <a:pt x="0" y="0"/>
                </a:moveTo>
                <a:lnTo>
                  <a:pt x="2283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671" cap="flat">
            <a:solidFill>
              <a:srgbClr val="000000"/>
            </a:solidFill>
            <a:round/>
          </a:ln>
        </p:spPr>
      </p:sp>
      <p:sp>
        <p:nvSpPr>
          <p:cNvPr id="75" name="Text Counts(detector)">
            <a:extLst xmlns:a="http://schemas.openxmlformats.org/drawingml/2006/main">
              <a:ext uri="{FF2B5EF4-FFF2-40B4-BE49-F238E27FC236}">
                <a16:creationId xmlns:a16="http://schemas.microsoft.com/office/drawing/2014/main" id="{83178DE0-D5DE-4FD1-99B2-ABCE0A5E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416" y="73037"/>
            <a:ext cx="2048551" cy="243715"/>
          </a:xfrm>
          <a:custGeom xmlns:a="http://schemas.openxmlformats.org/drawingml/2006/main">
            <a:pathLst>
              <a:path w="2048551" h="243715">
                <a:moveTo>
                  <a:pt x="132858" y="19012"/>
                </a:moveTo>
                <a:lnTo>
                  <a:pt x="141647" y="766"/>
                </a:lnTo>
                <a:lnTo>
                  <a:pt x="149672" y="766"/>
                </a:lnTo>
                <a:lnTo>
                  <a:pt x="152984" y="76815"/>
                </a:lnTo>
                <a:lnTo>
                  <a:pt x="144449" y="76815"/>
                </a:lnTo>
                <a:cubicBezTo>
                  <a:pt x="138845" y="55341"/>
                  <a:pt x="131796" y="39513"/>
                  <a:pt x="123304" y="29332"/>
                </a:cubicBezTo>
                <a:cubicBezTo>
                  <a:pt x="112774" y="16583"/>
                  <a:pt x="100206" y="10208"/>
                  <a:pt x="85600" y="10208"/>
                </a:cubicBezTo>
                <a:cubicBezTo>
                  <a:pt x="69804" y="10208"/>
                  <a:pt x="56939" y="17279"/>
                  <a:pt x="47003" y="31421"/>
                </a:cubicBezTo>
                <a:cubicBezTo>
                  <a:pt x="37068" y="45561"/>
                  <a:pt x="32100" y="69499"/>
                  <a:pt x="32100" y="103236"/>
                </a:cubicBezTo>
                <a:cubicBezTo>
                  <a:pt x="32100" y="131603"/>
                  <a:pt x="37789" y="153240"/>
                  <a:pt x="49169" y="168148"/>
                </a:cubicBezTo>
                <a:cubicBezTo>
                  <a:pt x="58850" y="180756"/>
                  <a:pt x="72437" y="187061"/>
                  <a:pt x="89930" y="187061"/>
                </a:cubicBezTo>
                <a:cubicBezTo>
                  <a:pt x="105216" y="187061"/>
                  <a:pt x="118039" y="182148"/>
                  <a:pt x="128399" y="172323"/>
                </a:cubicBezTo>
                <a:cubicBezTo>
                  <a:pt x="138760" y="162498"/>
                  <a:pt x="145511" y="147675"/>
                  <a:pt x="148653" y="127855"/>
                </a:cubicBezTo>
                <a:lnTo>
                  <a:pt x="157697" y="127855"/>
                </a:lnTo>
                <a:cubicBezTo>
                  <a:pt x="155064" y="150312"/>
                  <a:pt x="147379" y="167580"/>
                  <a:pt x="134641" y="179660"/>
                </a:cubicBezTo>
                <a:cubicBezTo>
                  <a:pt x="121903" y="191739"/>
                  <a:pt x="105853" y="197779"/>
                  <a:pt x="86491" y="197779"/>
                </a:cubicBezTo>
                <a:cubicBezTo>
                  <a:pt x="70781" y="197779"/>
                  <a:pt x="56366" y="193821"/>
                  <a:pt x="43246" y="185904"/>
                </a:cubicBezTo>
                <a:cubicBezTo>
                  <a:pt x="30125" y="177988"/>
                  <a:pt x="19638" y="166604"/>
                  <a:pt x="11783" y="151752"/>
                </a:cubicBezTo>
                <a:cubicBezTo>
                  <a:pt x="3928" y="136897"/>
                  <a:pt x="0" y="120617"/>
                  <a:pt x="0" y="102913"/>
                </a:cubicBezTo>
                <a:cubicBezTo>
                  <a:pt x="0" y="84100"/>
                  <a:pt x="4055" y="66437"/>
                  <a:pt x="12165" y="49923"/>
                </a:cubicBezTo>
                <a:cubicBezTo>
                  <a:pt x="20275" y="33410"/>
                  <a:pt x="30656" y="21003"/>
                  <a:pt x="43309" y="12704"/>
                </a:cubicBezTo>
                <a:cubicBezTo>
                  <a:pt x="55962" y="4405"/>
                  <a:pt x="69592" y="255"/>
                  <a:pt x="84198" y="255"/>
                </a:cubicBezTo>
                <a:cubicBezTo>
                  <a:pt x="92351" y="255"/>
                  <a:pt x="100248" y="1680"/>
                  <a:pt x="107891" y="4530"/>
                </a:cubicBezTo>
                <a:cubicBezTo>
                  <a:pt x="115534" y="7380"/>
                  <a:pt x="123856" y="12207"/>
                  <a:pt x="132858" y="19012"/>
                </a:cubicBezTo>
                <a:close/>
                <a:moveTo>
                  <a:pt x="235335" y="69669"/>
                </a:moveTo>
                <a:cubicBezTo>
                  <a:pt x="251385" y="69669"/>
                  <a:pt x="264866" y="75482"/>
                  <a:pt x="275778" y="87106"/>
                </a:cubicBezTo>
                <a:cubicBezTo>
                  <a:pt x="286690" y="98729"/>
                  <a:pt x="292147" y="114034"/>
                  <a:pt x="292147" y="133022"/>
                </a:cubicBezTo>
                <a:cubicBezTo>
                  <a:pt x="292147" y="146136"/>
                  <a:pt x="289705" y="157313"/>
                  <a:pt x="284822" y="166553"/>
                </a:cubicBezTo>
                <a:cubicBezTo>
                  <a:pt x="279939" y="175791"/>
                  <a:pt x="272976" y="183092"/>
                  <a:pt x="263932" y="188456"/>
                </a:cubicBezTo>
                <a:cubicBezTo>
                  <a:pt x="254888" y="193821"/>
                  <a:pt x="245143" y="196503"/>
                  <a:pt x="234698" y="196503"/>
                </a:cubicBezTo>
                <a:cubicBezTo>
                  <a:pt x="219243" y="196503"/>
                  <a:pt x="206144" y="190628"/>
                  <a:pt x="195401" y="178878"/>
                </a:cubicBezTo>
                <a:cubicBezTo>
                  <a:pt x="184659" y="167126"/>
                  <a:pt x="179288" y="151883"/>
                  <a:pt x="179288" y="133150"/>
                </a:cubicBezTo>
                <a:cubicBezTo>
                  <a:pt x="179288" y="114332"/>
                  <a:pt x="184680" y="99048"/>
                  <a:pt x="195465" y="87298"/>
                </a:cubicBezTo>
                <a:cubicBezTo>
                  <a:pt x="206250" y="75545"/>
                  <a:pt x="219540" y="69669"/>
                  <a:pt x="235335" y="69669"/>
                </a:cubicBezTo>
                <a:moveTo>
                  <a:pt x="235335" y="78856"/>
                </a:moveTo>
                <a:cubicBezTo>
                  <a:pt x="225824" y="78856"/>
                  <a:pt x="218011" y="83168"/>
                  <a:pt x="211897" y="91792"/>
                </a:cubicBezTo>
                <a:cubicBezTo>
                  <a:pt x="205783" y="100415"/>
                  <a:pt x="202726" y="114031"/>
                  <a:pt x="202726" y="132640"/>
                </a:cubicBezTo>
                <a:cubicBezTo>
                  <a:pt x="202726" y="151588"/>
                  <a:pt x="205762" y="165438"/>
                  <a:pt x="211833" y="174189"/>
                </a:cubicBezTo>
                <a:cubicBezTo>
                  <a:pt x="217905" y="182940"/>
                  <a:pt x="225739" y="187316"/>
                  <a:pt x="235335" y="187316"/>
                </a:cubicBezTo>
                <a:cubicBezTo>
                  <a:pt x="245271" y="187316"/>
                  <a:pt x="253317" y="182940"/>
                  <a:pt x="259474" y="174189"/>
                </a:cubicBezTo>
                <a:cubicBezTo>
                  <a:pt x="265630" y="165438"/>
                  <a:pt x="268709" y="151121"/>
                  <a:pt x="268709" y="131240"/>
                </a:cubicBezTo>
                <a:cubicBezTo>
                  <a:pt x="268709" y="112802"/>
                  <a:pt x="265673" y="99462"/>
                  <a:pt x="259601" y="91222"/>
                </a:cubicBezTo>
                <a:cubicBezTo>
                  <a:pt x="253529" y="82978"/>
                  <a:pt x="245440" y="78856"/>
                  <a:pt x="235335" y="78856"/>
                </a:cubicBezTo>
                <a:close/>
                <a:moveTo>
                  <a:pt x="350829" y="71200"/>
                </a:moveTo>
                <a:lnTo>
                  <a:pt x="350829" y="150348"/>
                </a:lnTo>
                <a:cubicBezTo>
                  <a:pt x="350829" y="160035"/>
                  <a:pt x="353271" y="167513"/>
                  <a:pt x="358154" y="172781"/>
                </a:cubicBezTo>
                <a:cubicBezTo>
                  <a:pt x="363036" y="178048"/>
                  <a:pt x="369342" y="180681"/>
                  <a:pt x="377070" y="180681"/>
                </a:cubicBezTo>
                <a:cubicBezTo>
                  <a:pt x="386581" y="180681"/>
                  <a:pt x="394669" y="176842"/>
                  <a:pt x="401335" y="169165"/>
                </a:cubicBezTo>
                <a:cubicBezTo>
                  <a:pt x="408002" y="161485"/>
                  <a:pt x="411335" y="151875"/>
                  <a:pt x="411335" y="140335"/>
                </a:cubicBezTo>
                <a:lnTo>
                  <a:pt x="411335" y="95664"/>
                </a:lnTo>
                <a:cubicBezTo>
                  <a:pt x="411335" y="91591"/>
                  <a:pt x="409870" y="88432"/>
                  <a:pt x="406940" y="86185"/>
                </a:cubicBezTo>
                <a:cubicBezTo>
                  <a:pt x="404010" y="83936"/>
                  <a:pt x="398385" y="82684"/>
                  <a:pt x="390062" y="82429"/>
                </a:cubicBezTo>
                <a:lnTo>
                  <a:pt x="390062" y="73497"/>
                </a:lnTo>
                <a:lnTo>
                  <a:pt x="431970" y="71200"/>
                </a:lnTo>
                <a:lnTo>
                  <a:pt x="431970" y="169213"/>
                </a:lnTo>
                <a:cubicBezTo>
                  <a:pt x="431970" y="173716"/>
                  <a:pt x="433244" y="177178"/>
                  <a:pt x="435792" y="179600"/>
                </a:cubicBezTo>
                <a:cubicBezTo>
                  <a:pt x="438339" y="182022"/>
                  <a:pt x="441906" y="183233"/>
                  <a:pt x="446492" y="183233"/>
                </a:cubicBezTo>
                <a:lnTo>
                  <a:pt x="454007" y="183233"/>
                </a:lnTo>
                <a:lnTo>
                  <a:pt x="454007" y="191909"/>
                </a:lnTo>
                <a:lnTo>
                  <a:pt x="413882" y="192930"/>
                </a:lnTo>
                <a:lnTo>
                  <a:pt x="411335" y="169225"/>
                </a:lnTo>
                <a:cubicBezTo>
                  <a:pt x="404202" y="177678"/>
                  <a:pt x="397026" y="184041"/>
                  <a:pt x="389808" y="188313"/>
                </a:cubicBezTo>
                <a:cubicBezTo>
                  <a:pt x="382589" y="192582"/>
                  <a:pt x="375286" y="194717"/>
                  <a:pt x="367898" y="194717"/>
                </a:cubicBezTo>
                <a:cubicBezTo>
                  <a:pt x="357113" y="194717"/>
                  <a:pt x="348069" y="191105"/>
                  <a:pt x="340766" y="183883"/>
                </a:cubicBezTo>
                <a:cubicBezTo>
                  <a:pt x="333378" y="176745"/>
                  <a:pt x="329684" y="164636"/>
                  <a:pt x="329684" y="147557"/>
                </a:cubicBezTo>
                <a:lnTo>
                  <a:pt x="329684" y="95684"/>
                </a:lnTo>
                <a:cubicBezTo>
                  <a:pt x="329684" y="91095"/>
                  <a:pt x="327858" y="87612"/>
                  <a:pt x="324207" y="85232"/>
                </a:cubicBezTo>
                <a:cubicBezTo>
                  <a:pt x="321659" y="83534"/>
                  <a:pt x="316437" y="82599"/>
                  <a:pt x="308539" y="82429"/>
                </a:cubicBezTo>
                <a:lnTo>
                  <a:pt x="308539" y="73497"/>
                </a:lnTo>
                <a:lnTo>
                  <a:pt x="350829" y="71200"/>
                </a:lnTo>
                <a:close/>
                <a:moveTo>
                  <a:pt x="469204" y="73242"/>
                </a:moveTo>
                <a:lnTo>
                  <a:pt x="508819" y="70945"/>
                </a:lnTo>
                <a:cubicBezTo>
                  <a:pt x="510433" y="78426"/>
                  <a:pt x="511622" y="87182"/>
                  <a:pt x="512386" y="97215"/>
                </a:cubicBezTo>
                <a:cubicBezTo>
                  <a:pt x="517736" y="88543"/>
                  <a:pt x="524041" y="82040"/>
                  <a:pt x="531302" y="77704"/>
                </a:cubicBezTo>
                <a:cubicBezTo>
                  <a:pt x="538563" y="73368"/>
                  <a:pt x="546779" y="71200"/>
                  <a:pt x="555950" y="71200"/>
                </a:cubicBezTo>
                <a:cubicBezTo>
                  <a:pt x="563848" y="71200"/>
                  <a:pt x="570471" y="72752"/>
                  <a:pt x="575821" y="75854"/>
                </a:cubicBezTo>
                <a:cubicBezTo>
                  <a:pt x="581171" y="78953"/>
                  <a:pt x="585460" y="83861"/>
                  <a:pt x="588687" y="90576"/>
                </a:cubicBezTo>
                <a:cubicBezTo>
                  <a:pt x="591914" y="97288"/>
                  <a:pt x="593527" y="104807"/>
                  <a:pt x="593527" y="113133"/>
                </a:cubicBezTo>
                <a:lnTo>
                  <a:pt x="593527" y="171250"/>
                </a:lnTo>
                <a:cubicBezTo>
                  <a:pt x="593527" y="175586"/>
                  <a:pt x="594504" y="178667"/>
                  <a:pt x="596457" y="180493"/>
                </a:cubicBezTo>
                <a:cubicBezTo>
                  <a:pt x="598410" y="182320"/>
                  <a:pt x="601680" y="183233"/>
                  <a:pt x="606265" y="183233"/>
                </a:cubicBezTo>
                <a:lnTo>
                  <a:pt x="614672" y="183233"/>
                </a:lnTo>
                <a:lnTo>
                  <a:pt x="614672" y="192930"/>
                </a:lnTo>
                <a:lnTo>
                  <a:pt x="551746" y="192930"/>
                </a:lnTo>
                <a:lnTo>
                  <a:pt x="551746" y="183233"/>
                </a:lnTo>
                <a:lnTo>
                  <a:pt x="557733" y="183233"/>
                </a:lnTo>
                <a:cubicBezTo>
                  <a:pt x="563338" y="183233"/>
                  <a:pt x="567244" y="182341"/>
                  <a:pt x="569452" y="180557"/>
                </a:cubicBezTo>
                <a:cubicBezTo>
                  <a:pt x="571660" y="178773"/>
                  <a:pt x="572764" y="176096"/>
                  <a:pt x="572764" y="172526"/>
                </a:cubicBezTo>
                <a:lnTo>
                  <a:pt x="572764" y="121427"/>
                </a:lnTo>
                <a:cubicBezTo>
                  <a:pt x="572764" y="110299"/>
                  <a:pt x="571066" y="102058"/>
                  <a:pt x="567669" y="96704"/>
                </a:cubicBezTo>
                <a:cubicBezTo>
                  <a:pt x="562913" y="89059"/>
                  <a:pt x="555695" y="85236"/>
                  <a:pt x="546014" y="85236"/>
                </a:cubicBezTo>
                <a:cubicBezTo>
                  <a:pt x="536418" y="85236"/>
                  <a:pt x="528415" y="89102"/>
                  <a:pt x="522003" y="96832"/>
                </a:cubicBezTo>
                <a:cubicBezTo>
                  <a:pt x="515592" y="104562"/>
                  <a:pt x="512386" y="114629"/>
                  <a:pt x="512386" y="127033"/>
                </a:cubicBezTo>
                <a:lnTo>
                  <a:pt x="512386" y="171254"/>
                </a:lnTo>
                <a:cubicBezTo>
                  <a:pt x="512386" y="175587"/>
                  <a:pt x="513384" y="178667"/>
                  <a:pt x="515379" y="180493"/>
                </a:cubicBezTo>
                <a:cubicBezTo>
                  <a:pt x="517375" y="182320"/>
                  <a:pt x="520666" y="183233"/>
                  <a:pt x="525251" y="183233"/>
                </a:cubicBezTo>
                <a:lnTo>
                  <a:pt x="533531" y="183233"/>
                </a:lnTo>
                <a:lnTo>
                  <a:pt x="533531" y="192930"/>
                </a:lnTo>
                <a:lnTo>
                  <a:pt x="470350" y="192930"/>
                </a:lnTo>
                <a:lnTo>
                  <a:pt x="470350" y="183233"/>
                </a:lnTo>
                <a:lnTo>
                  <a:pt x="478630" y="183233"/>
                </a:lnTo>
                <a:cubicBezTo>
                  <a:pt x="482791" y="183233"/>
                  <a:pt x="485955" y="182383"/>
                  <a:pt x="488120" y="180685"/>
                </a:cubicBezTo>
                <a:cubicBezTo>
                  <a:pt x="490285" y="178986"/>
                  <a:pt x="491368" y="176862"/>
                  <a:pt x="491368" y="174313"/>
                </a:cubicBezTo>
                <a:lnTo>
                  <a:pt x="491368" y="97211"/>
                </a:lnTo>
                <a:cubicBezTo>
                  <a:pt x="491368" y="92115"/>
                  <a:pt x="489988" y="88250"/>
                  <a:pt x="487228" y="85615"/>
                </a:cubicBezTo>
                <a:cubicBezTo>
                  <a:pt x="484468" y="82981"/>
                  <a:pt x="480498" y="81664"/>
                  <a:pt x="475318" y="81664"/>
                </a:cubicBezTo>
                <a:lnTo>
                  <a:pt x="469204" y="81664"/>
                </a:lnTo>
                <a:lnTo>
                  <a:pt x="469204" y="73242"/>
                </a:lnTo>
                <a:close/>
                <a:moveTo>
                  <a:pt x="659804" y="24499"/>
                </a:moveTo>
                <a:lnTo>
                  <a:pt x="668466" y="24499"/>
                </a:lnTo>
                <a:lnTo>
                  <a:pt x="668466" y="73242"/>
                </a:lnTo>
                <a:lnTo>
                  <a:pt x="707062" y="73242"/>
                </a:lnTo>
                <a:lnTo>
                  <a:pt x="707062" y="84981"/>
                </a:lnTo>
                <a:lnTo>
                  <a:pt x="668466" y="84981"/>
                </a:lnTo>
                <a:lnTo>
                  <a:pt x="668466" y="161668"/>
                </a:lnTo>
                <a:cubicBezTo>
                  <a:pt x="668466" y="168304"/>
                  <a:pt x="670037" y="173386"/>
                  <a:pt x="673179" y="176916"/>
                </a:cubicBezTo>
                <a:cubicBezTo>
                  <a:pt x="676321" y="180447"/>
                  <a:pt x="680312" y="182212"/>
                  <a:pt x="685152" y="182212"/>
                </a:cubicBezTo>
                <a:cubicBezTo>
                  <a:pt x="690927" y="182212"/>
                  <a:pt x="695852" y="179543"/>
                  <a:pt x="699929" y="174205"/>
                </a:cubicBezTo>
                <a:cubicBezTo>
                  <a:pt x="704005" y="168864"/>
                  <a:pt x="706383" y="160049"/>
                  <a:pt x="707062" y="147760"/>
                </a:cubicBezTo>
                <a:lnTo>
                  <a:pt x="715596" y="147760"/>
                </a:lnTo>
                <a:cubicBezTo>
                  <a:pt x="715087" y="163667"/>
                  <a:pt x="711478" y="175470"/>
                  <a:pt x="704769" y="183169"/>
                </a:cubicBezTo>
                <a:cubicBezTo>
                  <a:pt x="698060" y="190867"/>
                  <a:pt x="689356" y="194717"/>
                  <a:pt x="678656" y="194717"/>
                </a:cubicBezTo>
                <a:cubicBezTo>
                  <a:pt x="668805" y="194717"/>
                  <a:pt x="661099" y="192013"/>
                  <a:pt x="655537" y="186606"/>
                </a:cubicBezTo>
                <a:cubicBezTo>
                  <a:pt x="649974" y="181196"/>
                  <a:pt x="647193" y="174105"/>
                  <a:pt x="647193" y="165333"/>
                </a:cubicBezTo>
                <a:lnTo>
                  <a:pt x="647193" y="84981"/>
                </a:lnTo>
                <a:lnTo>
                  <a:pt x="626430" y="84981"/>
                </a:lnTo>
                <a:lnTo>
                  <a:pt x="626430" y="76049"/>
                </a:lnTo>
                <a:cubicBezTo>
                  <a:pt x="635856" y="74433"/>
                  <a:pt x="643032" y="70477"/>
                  <a:pt x="647957" y="64182"/>
                </a:cubicBezTo>
                <a:cubicBezTo>
                  <a:pt x="655261" y="54740"/>
                  <a:pt x="659209" y="41512"/>
                  <a:pt x="659804" y="24499"/>
                </a:cubicBezTo>
                <a:close/>
                <a:moveTo>
                  <a:pt x="744215" y="147760"/>
                </a:moveTo>
                <a:cubicBezTo>
                  <a:pt x="749480" y="162477"/>
                  <a:pt x="755531" y="172663"/>
                  <a:pt x="762367" y="178320"/>
                </a:cubicBezTo>
                <a:cubicBezTo>
                  <a:pt x="769203" y="183977"/>
                  <a:pt x="777631" y="186805"/>
                  <a:pt x="787652" y="186805"/>
                </a:cubicBezTo>
                <a:cubicBezTo>
                  <a:pt x="796908" y="186805"/>
                  <a:pt x="804020" y="184785"/>
                  <a:pt x="808988" y="180744"/>
                </a:cubicBezTo>
                <a:cubicBezTo>
                  <a:pt x="813956" y="176704"/>
                  <a:pt x="816440" y="171579"/>
                  <a:pt x="816440" y="165369"/>
                </a:cubicBezTo>
                <a:cubicBezTo>
                  <a:pt x="816440" y="161796"/>
                  <a:pt x="815527" y="158670"/>
                  <a:pt x="813701" y="155990"/>
                </a:cubicBezTo>
                <a:cubicBezTo>
                  <a:pt x="811875" y="153311"/>
                  <a:pt x="809349" y="151312"/>
                  <a:pt x="806122" y="149993"/>
                </a:cubicBezTo>
                <a:cubicBezTo>
                  <a:pt x="802895" y="148675"/>
                  <a:pt x="794530" y="146739"/>
                  <a:pt x="781028" y="144187"/>
                </a:cubicBezTo>
                <a:cubicBezTo>
                  <a:pt x="768120" y="141635"/>
                  <a:pt x="759118" y="138956"/>
                  <a:pt x="754023" y="136149"/>
                </a:cubicBezTo>
                <a:cubicBezTo>
                  <a:pt x="748928" y="133341"/>
                  <a:pt x="744958" y="129471"/>
                  <a:pt x="742113" y="124537"/>
                </a:cubicBezTo>
                <a:cubicBezTo>
                  <a:pt x="739268" y="119603"/>
                  <a:pt x="737846" y="114244"/>
                  <a:pt x="737846" y="108459"/>
                </a:cubicBezTo>
                <a:cubicBezTo>
                  <a:pt x="737846" y="99698"/>
                  <a:pt x="740776" y="91744"/>
                  <a:pt x="746635" y="84598"/>
                </a:cubicBezTo>
                <a:cubicBezTo>
                  <a:pt x="754193" y="75496"/>
                  <a:pt x="764766" y="70945"/>
                  <a:pt x="778353" y="70945"/>
                </a:cubicBezTo>
                <a:cubicBezTo>
                  <a:pt x="788713" y="70945"/>
                  <a:pt x="798309" y="74263"/>
                  <a:pt x="807141" y="80898"/>
                </a:cubicBezTo>
                <a:lnTo>
                  <a:pt x="815548" y="71966"/>
                </a:lnTo>
                <a:lnTo>
                  <a:pt x="820770" y="71966"/>
                </a:lnTo>
                <a:lnTo>
                  <a:pt x="824082" y="114584"/>
                </a:lnTo>
                <a:lnTo>
                  <a:pt x="815548" y="114584"/>
                </a:lnTo>
                <a:cubicBezTo>
                  <a:pt x="811811" y="102460"/>
                  <a:pt x="806759" y="93730"/>
                  <a:pt x="800390" y="88394"/>
                </a:cubicBezTo>
                <a:cubicBezTo>
                  <a:pt x="794021" y="83057"/>
                  <a:pt x="786166" y="80388"/>
                  <a:pt x="776824" y="80388"/>
                </a:cubicBezTo>
                <a:cubicBezTo>
                  <a:pt x="768757" y="80388"/>
                  <a:pt x="762430" y="82365"/>
                  <a:pt x="757845" y="86321"/>
                </a:cubicBezTo>
                <a:cubicBezTo>
                  <a:pt x="753259" y="90277"/>
                  <a:pt x="750966" y="95104"/>
                  <a:pt x="750966" y="100803"/>
                </a:cubicBezTo>
                <a:cubicBezTo>
                  <a:pt x="750966" y="105822"/>
                  <a:pt x="753089" y="109991"/>
                  <a:pt x="757335" y="113308"/>
                </a:cubicBezTo>
                <a:cubicBezTo>
                  <a:pt x="761496" y="116711"/>
                  <a:pt x="769649" y="119380"/>
                  <a:pt x="781792" y="121315"/>
                </a:cubicBezTo>
                <a:cubicBezTo>
                  <a:pt x="795889" y="123673"/>
                  <a:pt x="805060" y="125651"/>
                  <a:pt x="809306" y="127248"/>
                </a:cubicBezTo>
                <a:cubicBezTo>
                  <a:pt x="816270" y="129808"/>
                  <a:pt x="821662" y="133756"/>
                  <a:pt x="825484" y="139091"/>
                </a:cubicBezTo>
                <a:cubicBezTo>
                  <a:pt x="829305" y="144424"/>
                  <a:pt x="831216" y="150930"/>
                  <a:pt x="831216" y="158610"/>
                </a:cubicBezTo>
                <a:cubicBezTo>
                  <a:pt x="831216" y="169193"/>
                  <a:pt x="827076" y="178154"/>
                  <a:pt x="818796" y="185494"/>
                </a:cubicBezTo>
                <a:cubicBezTo>
                  <a:pt x="810516" y="192833"/>
                  <a:pt x="800007" y="196503"/>
                  <a:pt x="787269" y="196503"/>
                </a:cubicBezTo>
                <a:cubicBezTo>
                  <a:pt x="775466" y="196503"/>
                  <a:pt x="764511" y="192581"/>
                  <a:pt x="754405" y="184736"/>
                </a:cubicBezTo>
                <a:lnTo>
                  <a:pt x="745107" y="195482"/>
                </a:lnTo>
                <a:lnTo>
                  <a:pt x="738355" y="195482"/>
                </a:lnTo>
                <a:lnTo>
                  <a:pt x="735808" y="147760"/>
                </a:lnTo>
                <a:lnTo>
                  <a:pt x="744215" y="147760"/>
                </a:lnTo>
                <a:close/>
                <a:moveTo>
                  <a:pt x="996277" y="0"/>
                </a:moveTo>
                <a:lnTo>
                  <a:pt x="999589" y="7018"/>
                </a:lnTo>
                <a:cubicBezTo>
                  <a:pt x="987530" y="19863"/>
                  <a:pt x="978634" y="31474"/>
                  <a:pt x="972902" y="41853"/>
                </a:cubicBezTo>
                <a:cubicBezTo>
                  <a:pt x="967170" y="52231"/>
                  <a:pt x="962797" y="63991"/>
                  <a:pt x="959782" y="77134"/>
                </a:cubicBezTo>
                <a:cubicBezTo>
                  <a:pt x="956768" y="90277"/>
                  <a:pt x="955260" y="105482"/>
                  <a:pt x="955260" y="122751"/>
                </a:cubicBezTo>
                <a:cubicBezTo>
                  <a:pt x="955260" y="139338"/>
                  <a:pt x="956831" y="154161"/>
                  <a:pt x="959973" y="167219"/>
                </a:cubicBezTo>
                <a:cubicBezTo>
                  <a:pt x="963115" y="180277"/>
                  <a:pt x="967659" y="192186"/>
                  <a:pt x="973603" y="202947"/>
                </a:cubicBezTo>
                <a:cubicBezTo>
                  <a:pt x="979547" y="213708"/>
                  <a:pt x="988209" y="225085"/>
                  <a:pt x="999589" y="237080"/>
                </a:cubicBezTo>
                <a:lnTo>
                  <a:pt x="996277" y="243715"/>
                </a:lnTo>
                <a:cubicBezTo>
                  <a:pt x="982605" y="231635"/>
                  <a:pt x="972287" y="221342"/>
                  <a:pt x="965323" y="212836"/>
                </a:cubicBezTo>
                <a:cubicBezTo>
                  <a:pt x="953944" y="199055"/>
                  <a:pt x="945325" y="184594"/>
                  <a:pt x="939465" y="169452"/>
                </a:cubicBezTo>
                <a:cubicBezTo>
                  <a:pt x="933606" y="154310"/>
                  <a:pt x="930676" y="138488"/>
                  <a:pt x="930676" y="121985"/>
                </a:cubicBezTo>
                <a:cubicBezTo>
                  <a:pt x="930676" y="105737"/>
                  <a:pt x="933414" y="90298"/>
                  <a:pt x="938892" y="75666"/>
                </a:cubicBezTo>
                <a:cubicBezTo>
                  <a:pt x="944369" y="61035"/>
                  <a:pt x="952458" y="47084"/>
                  <a:pt x="963158" y="33814"/>
                </a:cubicBezTo>
                <a:cubicBezTo>
                  <a:pt x="970546" y="24627"/>
                  <a:pt x="981585" y="13355"/>
                  <a:pt x="996277" y="0"/>
                </a:cubicBezTo>
                <a:close/>
                <a:moveTo>
                  <a:pt x="1076906" y="4338"/>
                </a:moveTo>
                <a:lnTo>
                  <a:pt x="1123527" y="2042"/>
                </a:lnTo>
                <a:lnTo>
                  <a:pt x="1123527" y="165508"/>
                </a:lnTo>
                <a:cubicBezTo>
                  <a:pt x="1123527" y="171883"/>
                  <a:pt x="1124737" y="176431"/>
                  <a:pt x="1127157" y="179153"/>
                </a:cubicBezTo>
                <a:cubicBezTo>
                  <a:pt x="1129578" y="181873"/>
                  <a:pt x="1133208" y="183233"/>
                  <a:pt x="1138048" y="183233"/>
                </a:cubicBezTo>
                <a:lnTo>
                  <a:pt x="1146328" y="183233"/>
                </a:lnTo>
                <a:lnTo>
                  <a:pt x="1146328" y="192930"/>
                </a:lnTo>
                <a:lnTo>
                  <a:pt x="1105566" y="192930"/>
                </a:lnTo>
                <a:lnTo>
                  <a:pt x="1102509" y="168666"/>
                </a:lnTo>
                <a:cubicBezTo>
                  <a:pt x="1097669" y="177309"/>
                  <a:pt x="1092000" y="183811"/>
                  <a:pt x="1085504" y="188173"/>
                </a:cubicBezTo>
                <a:cubicBezTo>
                  <a:pt x="1079008" y="192535"/>
                  <a:pt x="1071726" y="194717"/>
                  <a:pt x="1063658" y="194717"/>
                </a:cubicBezTo>
                <a:cubicBezTo>
                  <a:pt x="1050071" y="194717"/>
                  <a:pt x="1038501" y="189012"/>
                  <a:pt x="1028947" y="177602"/>
                </a:cubicBezTo>
                <a:cubicBezTo>
                  <a:pt x="1019394" y="166190"/>
                  <a:pt x="1014617" y="151118"/>
                  <a:pt x="1014617" y="132384"/>
                </a:cubicBezTo>
                <a:cubicBezTo>
                  <a:pt x="1014617" y="112117"/>
                  <a:pt x="1020731" y="95939"/>
                  <a:pt x="1032960" y="83849"/>
                </a:cubicBezTo>
                <a:cubicBezTo>
                  <a:pt x="1042556" y="74396"/>
                  <a:pt x="1053595" y="69669"/>
                  <a:pt x="1066079" y="69669"/>
                </a:cubicBezTo>
                <a:cubicBezTo>
                  <a:pt x="1073721" y="69669"/>
                  <a:pt x="1080579" y="71595"/>
                  <a:pt x="1086650" y="75447"/>
                </a:cubicBezTo>
                <a:cubicBezTo>
                  <a:pt x="1092722" y="79299"/>
                  <a:pt x="1098009" y="85119"/>
                  <a:pt x="1102509" y="92908"/>
                </a:cubicBezTo>
                <a:lnTo>
                  <a:pt x="1102509" y="25612"/>
                </a:lnTo>
                <a:cubicBezTo>
                  <a:pt x="1102509" y="22049"/>
                  <a:pt x="1101129" y="19230"/>
                  <a:pt x="1098369" y="17154"/>
                </a:cubicBezTo>
                <a:cubicBezTo>
                  <a:pt x="1095610" y="15075"/>
                  <a:pt x="1091300" y="14036"/>
                  <a:pt x="1085440" y="14036"/>
                </a:cubicBezTo>
                <a:lnTo>
                  <a:pt x="1076906" y="14036"/>
                </a:lnTo>
                <a:lnTo>
                  <a:pt x="1076906" y="4338"/>
                </a:lnTo>
                <a:moveTo>
                  <a:pt x="1069518" y="80388"/>
                </a:moveTo>
                <a:cubicBezTo>
                  <a:pt x="1060346" y="80388"/>
                  <a:pt x="1053065" y="84178"/>
                  <a:pt x="1047672" y="91760"/>
                </a:cubicBezTo>
                <a:cubicBezTo>
                  <a:pt x="1042280" y="99339"/>
                  <a:pt x="1039583" y="112113"/>
                  <a:pt x="1039583" y="130084"/>
                </a:cubicBezTo>
                <a:cubicBezTo>
                  <a:pt x="1039583" y="149590"/>
                  <a:pt x="1042343" y="163326"/>
                  <a:pt x="1047863" y="171290"/>
                </a:cubicBezTo>
                <a:cubicBezTo>
                  <a:pt x="1053383" y="179252"/>
                  <a:pt x="1060474" y="183233"/>
                  <a:pt x="1069136" y="183233"/>
                </a:cubicBezTo>
                <a:cubicBezTo>
                  <a:pt x="1078392" y="183233"/>
                  <a:pt x="1086311" y="178783"/>
                  <a:pt x="1092892" y="169883"/>
                </a:cubicBezTo>
                <a:cubicBezTo>
                  <a:pt x="1099473" y="160983"/>
                  <a:pt x="1102764" y="147973"/>
                  <a:pt x="1102764" y="130853"/>
                </a:cubicBezTo>
                <a:cubicBezTo>
                  <a:pt x="1102764" y="114669"/>
                  <a:pt x="1099240" y="101936"/>
                  <a:pt x="1092192" y="92653"/>
                </a:cubicBezTo>
                <a:cubicBezTo>
                  <a:pt x="1086077" y="84476"/>
                  <a:pt x="1078519" y="80388"/>
                  <a:pt x="1069518" y="80388"/>
                </a:cubicBezTo>
                <a:close/>
                <a:moveTo>
                  <a:pt x="1270716" y="133724"/>
                </a:moveTo>
                <a:lnTo>
                  <a:pt x="1185244" y="133724"/>
                </a:lnTo>
                <a:cubicBezTo>
                  <a:pt x="1185668" y="151973"/>
                  <a:pt x="1189065" y="164850"/>
                  <a:pt x="1195434" y="172355"/>
                </a:cubicBezTo>
                <a:cubicBezTo>
                  <a:pt x="1202737" y="180798"/>
                  <a:pt x="1212036" y="185019"/>
                  <a:pt x="1223331" y="185019"/>
                </a:cubicBezTo>
                <a:cubicBezTo>
                  <a:pt x="1239975" y="185019"/>
                  <a:pt x="1253350" y="175577"/>
                  <a:pt x="1263455" y="156692"/>
                </a:cubicBezTo>
                <a:lnTo>
                  <a:pt x="1271735" y="160249"/>
                </a:lnTo>
                <a:cubicBezTo>
                  <a:pt x="1259337" y="184418"/>
                  <a:pt x="1241419" y="196503"/>
                  <a:pt x="1217981" y="196503"/>
                </a:cubicBezTo>
                <a:cubicBezTo>
                  <a:pt x="1202016" y="196503"/>
                  <a:pt x="1188577" y="190713"/>
                  <a:pt x="1177665" y="179134"/>
                </a:cubicBezTo>
                <a:cubicBezTo>
                  <a:pt x="1166753" y="167551"/>
                  <a:pt x="1161296" y="152734"/>
                  <a:pt x="1161296" y="134681"/>
                </a:cubicBezTo>
                <a:cubicBezTo>
                  <a:pt x="1161296" y="115267"/>
                  <a:pt x="1166668" y="99579"/>
                  <a:pt x="1177410" y="87617"/>
                </a:cubicBezTo>
                <a:cubicBezTo>
                  <a:pt x="1188152" y="75652"/>
                  <a:pt x="1201379" y="69669"/>
                  <a:pt x="1217089" y="69669"/>
                </a:cubicBezTo>
                <a:cubicBezTo>
                  <a:pt x="1228638" y="69669"/>
                  <a:pt x="1238616" y="72641"/>
                  <a:pt x="1247023" y="78585"/>
                </a:cubicBezTo>
                <a:cubicBezTo>
                  <a:pt x="1255430" y="84527"/>
                  <a:pt x="1261757" y="93058"/>
                  <a:pt x="1266003" y="104181"/>
                </a:cubicBezTo>
                <a:cubicBezTo>
                  <a:pt x="1268975" y="111991"/>
                  <a:pt x="1270546" y="121839"/>
                  <a:pt x="1270716" y="133724"/>
                </a:cubicBezTo>
                <a:moveTo>
                  <a:pt x="1185244" y="124537"/>
                </a:moveTo>
                <a:lnTo>
                  <a:pt x="1236960" y="124537"/>
                </a:lnTo>
                <a:cubicBezTo>
                  <a:pt x="1240017" y="124537"/>
                  <a:pt x="1242395" y="123500"/>
                  <a:pt x="1244094" y="121427"/>
                </a:cubicBezTo>
                <a:cubicBezTo>
                  <a:pt x="1245792" y="119353"/>
                  <a:pt x="1246641" y="115822"/>
                  <a:pt x="1246641" y="110832"/>
                </a:cubicBezTo>
                <a:cubicBezTo>
                  <a:pt x="1246641" y="101525"/>
                  <a:pt x="1243733" y="93614"/>
                  <a:pt x="1237916" y="87099"/>
                </a:cubicBezTo>
                <a:cubicBezTo>
                  <a:pt x="1232099" y="80583"/>
                  <a:pt x="1225241" y="77325"/>
                  <a:pt x="1217344" y="77325"/>
                </a:cubicBezTo>
                <a:cubicBezTo>
                  <a:pt x="1208512" y="77325"/>
                  <a:pt x="1201018" y="81260"/>
                  <a:pt x="1194861" y="89128"/>
                </a:cubicBezTo>
                <a:cubicBezTo>
                  <a:pt x="1188704" y="96997"/>
                  <a:pt x="1185499" y="108800"/>
                  <a:pt x="1185244" y="124537"/>
                </a:cubicBezTo>
                <a:close/>
                <a:moveTo>
                  <a:pt x="1321018" y="24499"/>
                </a:moveTo>
                <a:lnTo>
                  <a:pt x="1329679" y="24499"/>
                </a:lnTo>
                <a:lnTo>
                  <a:pt x="1329679" y="73242"/>
                </a:lnTo>
                <a:lnTo>
                  <a:pt x="1368276" y="73242"/>
                </a:lnTo>
                <a:lnTo>
                  <a:pt x="1368276" y="84981"/>
                </a:lnTo>
                <a:lnTo>
                  <a:pt x="1329679" y="84981"/>
                </a:lnTo>
                <a:lnTo>
                  <a:pt x="1329679" y="161668"/>
                </a:lnTo>
                <a:cubicBezTo>
                  <a:pt x="1329679" y="168304"/>
                  <a:pt x="1331250" y="173386"/>
                  <a:pt x="1334392" y="176916"/>
                </a:cubicBezTo>
                <a:cubicBezTo>
                  <a:pt x="1337535" y="180447"/>
                  <a:pt x="1341526" y="182212"/>
                  <a:pt x="1346366" y="182212"/>
                </a:cubicBezTo>
                <a:cubicBezTo>
                  <a:pt x="1352141" y="182212"/>
                  <a:pt x="1357066" y="179543"/>
                  <a:pt x="1361142" y="174205"/>
                </a:cubicBezTo>
                <a:cubicBezTo>
                  <a:pt x="1365219" y="168864"/>
                  <a:pt x="1367596" y="160049"/>
                  <a:pt x="1368276" y="147760"/>
                </a:cubicBezTo>
                <a:lnTo>
                  <a:pt x="1376810" y="147760"/>
                </a:lnTo>
                <a:cubicBezTo>
                  <a:pt x="1376301" y="163667"/>
                  <a:pt x="1372691" y="175470"/>
                  <a:pt x="1365983" y="183169"/>
                </a:cubicBezTo>
                <a:cubicBezTo>
                  <a:pt x="1359274" y="190867"/>
                  <a:pt x="1350570" y="194717"/>
                  <a:pt x="1339870" y="194717"/>
                </a:cubicBezTo>
                <a:cubicBezTo>
                  <a:pt x="1330019" y="194717"/>
                  <a:pt x="1322313" y="192013"/>
                  <a:pt x="1316750" y="186606"/>
                </a:cubicBezTo>
                <a:cubicBezTo>
                  <a:pt x="1311188" y="181196"/>
                  <a:pt x="1308407" y="174105"/>
                  <a:pt x="1308407" y="165333"/>
                </a:cubicBezTo>
                <a:lnTo>
                  <a:pt x="1308407" y="84981"/>
                </a:lnTo>
                <a:lnTo>
                  <a:pt x="1287644" y="84981"/>
                </a:lnTo>
                <a:lnTo>
                  <a:pt x="1287644" y="76049"/>
                </a:lnTo>
                <a:cubicBezTo>
                  <a:pt x="1297070" y="74433"/>
                  <a:pt x="1304246" y="70477"/>
                  <a:pt x="1309171" y="64182"/>
                </a:cubicBezTo>
                <a:cubicBezTo>
                  <a:pt x="1316474" y="54740"/>
                  <a:pt x="1320423" y="41512"/>
                  <a:pt x="1321018" y="24499"/>
                </a:cubicBezTo>
                <a:close/>
                <a:moveTo>
                  <a:pt x="1503129" y="133724"/>
                </a:moveTo>
                <a:lnTo>
                  <a:pt x="1417657" y="133724"/>
                </a:lnTo>
                <a:cubicBezTo>
                  <a:pt x="1418082" y="151973"/>
                  <a:pt x="1421479" y="164850"/>
                  <a:pt x="1427848" y="172355"/>
                </a:cubicBezTo>
                <a:cubicBezTo>
                  <a:pt x="1435151" y="180798"/>
                  <a:pt x="1444450" y="185019"/>
                  <a:pt x="1455744" y="185019"/>
                </a:cubicBezTo>
                <a:cubicBezTo>
                  <a:pt x="1472388" y="185019"/>
                  <a:pt x="1485763" y="175577"/>
                  <a:pt x="1495869" y="156692"/>
                </a:cubicBezTo>
                <a:lnTo>
                  <a:pt x="1504148" y="160249"/>
                </a:lnTo>
                <a:cubicBezTo>
                  <a:pt x="1491750" y="184418"/>
                  <a:pt x="1473832" y="196503"/>
                  <a:pt x="1450394" y="196503"/>
                </a:cubicBezTo>
                <a:cubicBezTo>
                  <a:pt x="1434429" y="196503"/>
                  <a:pt x="1420990" y="190713"/>
                  <a:pt x="1410078" y="179134"/>
                </a:cubicBezTo>
                <a:cubicBezTo>
                  <a:pt x="1399166" y="167551"/>
                  <a:pt x="1393710" y="152734"/>
                  <a:pt x="1393710" y="134681"/>
                </a:cubicBezTo>
                <a:cubicBezTo>
                  <a:pt x="1393710" y="115267"/>
                  <a:pt x="1399081" y="99579"/>
                  <a:pt x="1409823" y="87617"/>
                </a:cubicBezTo>
                <a:cubicBezTo>
                  <a:pt x="1420566" y="75652"/>
                  <a:pt x="1433792" y="69669"/>
                  <a:pt x="1449502" y="69669"/>
                </a:cubicBezTo>
                <a:cubicBezTo>
                  <a:pt x="1461051" y="69669"/>
                  <a:pt x="1471030" y="72641"/>
                  <a:pt x="1479437" y="78585"/>
                </a:cubicBezTo>
                <a:cubicBezTo>
                  <a:pt x="1487844" y="84527"/>
                  <a:pt x="1494170" y="93058"/>
                  <a:pt x="1498416" y="104181"/>
                </a:cubicBezTo>
                <a:cubicBezTo>
                  <a:pt x="1501389" y="111991"/>
                  <a:pt x="1502960" y="121839"/>
                  <a:pt x="1503129" y="133724"/>
                </a:cubicBezTo>
                <a:moveTo>
                  <a:pt x="1417657" y="124537"/>
                </a:moveTo>
                <a:lnTo>
                  <a:pt x="1469374" y="124537"/>
                </a:lnTo>
                <a:cubicBezTo>
                  <a:pt x="1472431" y="124537"/>
                  <a:pt x="1474809" y="123500"/>
                  <a:pt x="1476507" y="121427"/>
                </a:cubicBezTo>
                <a:cubicBezTo>
                  <a:pt x="1478205" y="119353"/>
                  <a:pt x="1479055" y="115822"/>
                  <a:pt x="1479055" y="110832"/>
                </a:cubicBezTo>
                <a:cubicBezTo>
                  <a:pt x="1479055" y="101525"/>
                  <a:pt x="1476146" y="93614"/>
                  <a:pt x="1470329" y="87099"/>
                </a:cubicBezTo>
                <a:cubicBezTo>
                  <a:pt x="1464512" y="80583"/>
                  <a:pt x="1457655" y="77325"/>
                  <a:pt x="1449757" y="77325"/>
                </a:cubicBezTo>
                <a:cubicBezTo>
                  <a:pt x="1440925" y="77325"/>
                  <a:pt x="1433431" y="81260"/>
                  <a:pt x="1427274" y="89128"/>
                </a:cubicBezTo>
                <a:cubicBezTo>
                  <a:pt x="1421118" y="96997"/>
                  <a:pt x="1417912" y="108800"/>
                  <a:pt x="1417657" y="124537"/>
                </a:cubicBezTo>
                <a:close/>
                <a:moveTo>
                  <a:pt x="1613300" y="157458"/>
                </a:moveTo>
                <a:lnTo>
                  <a:pt x="1621579" y="159882"/>
                </a:lnTo>
                <a:cubicBezTo>
                  <a:pt x="1614956" y="184296"/>
                  <a:pt x="1600349" y="196503"/>
                  <a:pt x="1577761" y="196503"/>
                </a:cubicBezTo>
                <a:cubicBezTo>
                  <a:pt x="1561201" y="196503"/>
                  <a:pt x="1547656" y="191011"/>
                  <a:pt x="1537126" y="180027"/>
                </a:cubicBezTo>
                <a:cubicBezTo>
                  <a:pt x="1526596" y="169043"/>
                  <a:pt x="1521331" y="154439"/>
                  <a:pt x="1521331" y="136216"/>
                </a:cubicBezTo>
                <a:cubicBezTo>
                  <a:pt x="1521331" y="115099"/>
                  <a:pt x="1527106" y="98729"/>
                  <a:pt x="1538655" y="87106"/>
                </a:cubicBezTo>
                <a:cubicBezTo>
                  <a:pt x="1550204" y="75482"/>
                  <a:pt x="1563791" y="69669"/>
                  <a:pt x="1579416" y="69669"/>
                </a:cubicBezTo>
                <a:cubicBezTo>
                  <a:pt x="1591135" y="69669"/>
                  <a:pt x="1600816" y="72902"/>
                  <a:pt x="1608459" y="79367"/>
                </a:cubicBezTo>
                <a:cubicBezTo>
                  <a:pt x="1616102" y="85832"/>
                  <a:pt x="1619923" y="93020"/>
                  <a:pt x="1619923" y="100931"/>
                </a:cubicBezTo>
                <a:cubicBezTo>
                  <a:pt x="1619923" y="105695"/>
                  <a:pt x="1618501" y="109629"/>
                  <a:pt x="1615656" y="112734"/>
                </a:cubicBezTo>
                <a:cubicBezTo>
                  <a:pt x="1612811" y="115839"/>
                  <a:pt x="1609436" y="117391"/>
                  <a:pt x="1605529" y="117391"/>
                </a:cubicBezTo>
                <a:cubicBezTo>
                  <a:pt x="1601708" y="117391"/>
                  <a:pt x="1598481" y="116082"/>
                  <a:pt x="1595849" y="113464"/>
                </a:cubicBezTo>
                <a:cubicBezTo>
                  <a:pt x="1593216" y="110843"/>
                  <a:pt x="1591900" y="107673"/>
                  <a:pt x="1591900" y="103954"/>
                </a:cubicBezTo>
                <a:cubicBezTo>
                  <a:pt x="1591900" y="100237"/>
                  <a:pt x="1593343" y="96688"/>
                  <a:pt x="1596231" y="93307"/>
                </a:cubicBezTo>
                <a:cubicBezTo>
                  <a:pt x="1597589" y="91701"/>
                  <a:pt x="1598269" y="90433"/>
                  <a:pt x="1598269" y="89503"/>
                </a:cubicBezTo>
                <a:cubicBezTo>
                  <a:pt x="1598269" y="87052"/>
                  <a:pt x="1596613" y="84665"/>
                  <a:pt x="1593301" y="82341"/>
                </a:cubicBezTo>
                <a:cubicBezTo>
                  <a:pt x="1589989" y="80018"/>
                  <a:pt x="1585488" y="78856"/>
                  <a:pt x="1579799" y="78856"/>
                </a:cubicBezTo>
                <a:cubicBezTo>
                  <a:pt x="1569438" y="78856"/>
                  <a:pt x="1561583" y="82638"/>
                  <a:pt x="1556233" y="90201"/>
                </a:cubicBezTo>
                <a:cubicBezTo>
                  <a:pt x="1548590" y="101161"/>
                  <a:pt x="1544769" y="115605"/>
                  <a:pt x="1544769" y="133533"/>
                </a:cubicBezTo>
                <a:cubicBezTo>
                  <a:pt x="1544769" y="150610"/>
                  <a:pt x="1548166" y="163545"/>
                  <a:pt x="1554959" y="172339"/>
                </a:cubicBezTo>
                <a:cubicBezTo>
                  <a:pt x="1561753" y="181133"/>
                  <a:pt x="1570415" y="185529"/>
                  <a:pt x="1580945" y="185529"/>
                </a:cubicBezTo>
                <a:cubicBezTo>
                  <a:pt x="1595466" y="185529"/>
                  <a:pt x="1606251" y="176172"/>
                  <a:pt x="1613300" y="157458"/>
                </a:cubicBezTo>
                <a:close/>
                <a:moveTo>
                  <a:pt x="1669703" y="24499"/>
                </a:moveTo>
                <a:lnTo>
                  <a:pt x="1678364" y="24499"/>
                </a:lnTo>
                <a:lnTo>
                  <a:pt x="1678364" y="73242"/>
                </a:lnTo>
                <a:lnTo>
                  <a:pt x="1716961" y="73242"/>
                </a:lnTo>
                <a:lnTo>
                  <a:pt x="1716961" y="84981"/>
                </a:lnTo>
                <a:lnTo>
                  <a:pt x="1678364" y="84981"/>
                </a:lnTo>
                <a:lnTo>
                  <a:pt x="1678364" y="161668"/>
                </a:lnTo>
                <a:cubicBezTo>
                  <a:pt x="1678364" y="168304"/>
                  <a:pt x="1679935" y="173386"/>
                  <a:pt x="1683077" y="176916"/>
                </a:cubicBezTo>
                <a:cubicBezTo>
                  <a:pt x="1686220" y="180447"/>
                  <a:pt x="1690211" y="182212"/>
                  <a:pt x="1695051" y="182212"/>
                </a:cubicBezTo>
                <a:cubicBezTo>
                  <a:pt x="1700826" y="182212"/>
                  <a:pt x="1705751" y="179543"/>
                  <a:pt x="1709827" y="174205"/>
                </a:cubicBezTo>
                <a:cubicBezTo>
                  <a:pt x="1713904" y="168864"/>
                  <a:pt x="1716281" y="160049"/>
                  <a:pt x="1716961" y="147760"/>
                </a:cubicBezTo>
                <a:lnTo>
                  <a:pt x="1725495" y="147760"/>
                </a:lnTo>
                <a:cubicBezTo>
                  <a:pt x="1724986" y="163667"/>
                  <a:pt x="1721377" y="175470"/>
                  <a:pt x="1714668" y="183169"/>
                </a:cubicBezTo>
                <a:cubicBezTo>
                  <a:pt x="1707959" y="190867"/>
                  <a:pt x="1699255" y="194717"/>
                  <a:pt x="1688555" y="194717"/>
                </a:cubicBezTo>
                <a:cubicBezTo>
                  <a:pt x="1678704" y="194717"/>
                  <a:pt x="1670998" y="192013"/>
                  <a:pt x="1665435" y="186606"/>
                </a:cubicBezTo>
                <a:cubicBezTo>
                  <a:pt x="1659873" y="181196"/>
                  <a:pt x="1657092" y="174105"/>
                  <a:pt x="1657092" y="165333"/>
                </a:cubicBezTo>
                <a:lnTo>
                  <a:pt x="1657092" y="84981"/>
                </a:lnTo>
                <a:lnTo>
                  <a:pt x="1636329" y="84981"/>
                </a:lnTo>
                <a:lnTo>
                  <a:pt x="1636329" y="76049"/>
                </a:lnTo>
                <a:cubicBezTo>
                  <a:pt x="1645755" y="74433"/>
                  <a:pt x="1652931" y="70477"/>
                  <a:pt x="1657856" y="64182"/>
                </a:cubicBezTo>
                <a:cubicBezTo>
                  <a:pt x="1665159" y="54740"/>
                  <a:pt x="1669108" y="41512"/>
                  <a:pt x="1669703" y="24499"/>
                </a:cubicBezTo>
                <a:close/>
                <a:moveTo>
                  <a:pt x="1796149" y="69669"/>
                </a:moveTo>
                <a:cubicBezTo>
                  <a:pt x="1812199" y="69669"/>
                  <a:pt x="1825680" y="75482"/>
                  <a:pt x="1836592" y="87106"/>
                </a:cubicBezTo>
                <a:cubicBezTo>
                  <a:pt x="1847505" y="98729"/>
                  <a:pt x="1852961" y="114034"/>
                  <a:pt x="1852961" y="133022"/>
                </a:cubicBezTo>
                <a:cubicBezTo>
                  <a:pt x="1852961" y="146136"/>
                  <a:pt x="1850519" y="157313"/>
                  <a:pt x="1845636" y="166553"/>
                </a:cubicBezTo>
                <a:cubicBezTo>
                  <a:pt x="1840754" y="175791"/>
                  <a:pt x="1833790" y="183092"/>
                  <a:pt x="1824746" y="188456"/>
                </a:cubicBezTo>
                <a:cubicBezTo>
                  <a:pt x="1815702" y="193821"/>
                  <a:pt x="1805957" y="196503"/>
                  <a:pt x="1795512" y="196503"/>
                </a:cubicBezTo>
                <a:cubicBezTo>
                  <a:pt x="1780057" y="196503"/>
                  <a:pt x="1766958" y="190628"/>
                  <a:pt x="1756215" y="178878"/>
                </a:cubicBezTo>
                <a:cubicBezTo>
                  <a:pt x="1745473" y="167126"/>
                  <a:pt x="1740102" y="151883"/>
                  <a:pt x="1740102" y="133150"/>
                </a:cubicBezTo>
                <a:cubicBezTo>
                  <a:pt x="1740102" y="114332"/>
                  <a:pt x="1745494" y="99048"/>
                  <a:pt x="1756279" y="87298"/>
                </a:cubicBezTo>
                <a:cubicBezTo>
                  <a:pt x="1767064" y="75545"/>
                  <a:pt x="1780354" y="69669"/>
                  <a:pt x="1796149" y="69669"/>
                </a:cubicBezTo>
                <a:moveTo>
                  <a:pt x="1796149" y="78856"/>
                </a:moveTo>
                <a:cubicBezTo>
                  <a:pt x="1786638" y="78856"/>
                  <a:pt x="1778825" y="83168"/>
                  <a:pt x="1772711" y="91792"/>
                </a:cubicBezTo>
                <a:cubicBezTo>
                  <a:pt x="1766597" y="100415"/>
                  <a:pt x="1763540" y="114031"/>
                  <a:pt x="1763540" y="132640"/>
                </a:cubicBezTo>
                <a:cubicBezTo>
                  <a:pt x="1763540" y="151588"/>
                  <a:pt x="1766576" y="165438"/>
                  <a:pt x="1772648" y="174189"/>
                </a:cubicBezTo>
                <a:cubicBezTo>
                  <a:pt x="1778719" y="182940"/>
                  <a:pt x="1786553" y="187316"/>
                  <a:pt x="1796149" y="187316"/>
                </a:cubicBezTo>
                <a:cubicBezTo>
                  <a:pt x="1806085" y="187316"/>
                  <a:pt x="1814131" y="182940"/>
                  <a:pt x="1820288" y="174189"/>
                </a:cubicBezTo>
                <a:cubicBezTo>
                  <a:pt x="1826444" y="165438"/>
                  <a:pt x="1829523" y="151121"/>
                  <a:pt x="1829523" y="131240"/>
                </a:cubicBezTo>
                <a:cubicBezTo>
                  <a:pt x="1829523" y="112802"/>
                  <a:pt x="1826487" y="99462"/>
                  <a:pt x="1820415" y="91222"/>
                </a:cubicBezTo>
                <a:cubicBezTo>
                  <a:pt x="1814343" y="82978"/>
                  <a:pt x="1806255" y="78856"/>
                  <a:pt x="1796149" y="78856"/>
                </a:cubicBezTo>
                <a:close/>
                <a:moveTo>
                  <a:pt x="1868870" y="73497"/>
                </a:moveTo>
                <a:lnTo>
                  <a:pt x="1911797" y="71200"/>
                </a:lnTo>
                <a:lnTo>
                  <a:pt x="1911797" y="119545"/>
                </a:lnTo>
                <a:cubicBezTo>
                  <a:pt x="1916382" y="103643"/>
                  <a:pt x="1921902" y="91610"/>
                  <a:pt x="1928356" y="83446"/>
                </a:cubicBezTo>
                <a:cubicBezTo>
                  <a:pt x="1934810" y="75282"/>
                  <a:pt x="1942793" y="71200"/>
                  <a:pt x="1952304" y="71200"/>
                </a:cubicBezTo>
                <a:cubicBezTo>
                  <a:pt x="1958758" y="71200"/>
                  <a:pt x="1963917" y="73178"/>
                  <a:pt x="1967780" y="77134"/>
                </a:cubicBezTo>
                <a:cubicBezTo>
                  <a:pt x="1971644" y="81089"/>
                  <a:pt x="1973576" y="86385"/>
                  <a:pt x="1973576" y="93020"/>
                </a:cubicBezTo>
                <a:cubicBezTo>
                  <a:pt x="1973576" y="98379"/>
                  <a:pt x="1972281" y="102547"/>
                  <a:pt x="1969691" y="105525"/>
                </a:cubicBezTo>
                <a:cubicBezTo>
                  <a:pt x="1967101" y="108502"/>
                  <a:pt x="1963853" y="109991"/>
                  <a:pt x="1959947" y="109991"/>
                </a:cubicBezTo>
                <a:cubicBezTo>
                  <a:pt x="1956125" y="109991"/>
                  <a:pt x="1953047" y="108721"/>
                  <a:pt x="1950711" y="106183"/>
                </a:cubicBezTo>
                <a:cubicBezTo>
                  <a:pt x="1948376" y="103644"/>
                  <a:pt x="1947209" y="100216"/>
                  <a:pt x="1947209" y="95899"/>
                </a:cubicBezTo>
                <a:cubicBezTo>
                  <a:pt x="1947209" y="93105"/>
                  <a:pt x="1947888" y="90481"/>
                  <a:pt x="1949247" y="88028"/>
                </a:cubicBezTo>
                <a:cubicBezTo>
                  <a:pt x="1950520" y="85827"/>
                  <a:pt x="1951157" y="84513"/>
                  <a:pt x="1951157" y="84088"/>
                </a:cubicBezTo>
                <a:cubicBezTo>
                  <a:pt x="1951157" y="82812"/>
                  <a:pt x="1950351" y="82174"/>
                  <a:pt x="1948737" y="82174"/>
                </a:cubicBezTo>
                <a:cubicBezTo>
                  <a:pt x="1945255" y="82174"/>
                  <a:pt x="1941307" y="84213"/>
                  <a:pt x="1936891" y="88291"/>
                </a:cubicBezTo>
                <a:cubicBezTo>
                  <a:pt x="1930776" y="93974"/>
                  <a:pt x="1926063" y="101779"/>
                  <a:pt x="1922752" y="111705"/>
                </a:cubicBezTo>
                <a:cubicBezTo>
                  <a:pt x="1917656" y="127147"/>
                  <a:pt x="1915109" y="139493"/>
                  <a:pt x="1915109" y="148741"/>
                </a:cubicBezTo>
                <a:lnTo>
                  <a:pt x="1915109" y="174325"/>
                </a:lnTo>
                <a:cubicBezTo>
                  <a:pt x="1915109" y="177209"/>
                  <a:pt x="1916128" y="179415"/>
                  <a:pt x="1918166" y="180944"/>
                </a:cubicBezTo>
                <a:cubicBezTo>
                  <a:pt x="1920204" y="182470"/>
                  <a:pt x="1923686" y="183233"/>
                  <a:pt x="1928611" y="183233"/>
                </a:cubicBezTo>
                <a:lnTo>
                  <a:pt x="1943769" y="183233"/>
                </a:lnTo>
                <a:lnTo>
                  <a:pt x="1943769" y="192930"/>
                </a:lnTo>
                <a:lnTo>
                  <a:pt x="1869634" y="192930"/>
                </a:lnTo>
                <a:lnTo>
                  <a:pt x="1869634" y="183233"/>
                </a:lnTo>
                <a:lnTo>
                  <a:pt x="1881480" y="183233"/>
                </a:lnTo>
                <a:cubicBezTo>
                  <a:pt x="1885472" y="183233"/>
                  <a:pt x="1888486" y="182448"/>
                  <a:pt x="1890524" y="180880"/>
                </a:cubicBezTo>
                <a:cubicBezTo>
                  <a:pt x="1892562" y="179312"/>
                  <a:pt x="1893581" y="177427"/>
                  <a:pt x="1893581" y="175226"/>
                </a:cubicBezTo>
                <a:lnTo>
                  <a:pt x="1893581" y="99336"/>
                </a:lnTo>
                <a:cubicBezTo>
                  <a:pt x="1893581" y="93573"/>
                  <a:pt x="1892350" y="89357"/>
                  <a:pt x="1889887" y="86688"/>
                </a:cubicBezTo>
                <a:cubicBezTo>
                  <a:pt x="1887425" y="84019"/>
                  <a:pt x="1883901" y="82684"/>
                  <a:pt x="1879315" y="82684"/>
                </a:cubicBezTo>
                <a:lnTo>
                  <a:pt x="1868870" y="82684"/>
                </a:lnTo>
                <a:lnTo>
                  <a:pt x="1868870" y="73497"/>
                </a:lnTo>
                <a:close/>
                <a:moveTo>
                  <a:pt x="1982950" y="0"/>
                </a:moveTo>
                <a:cubicBezTo>
                  <a:pt x="1997811" y="13526"/>
                  <a:pt x="2008681" y="24499"/>
                  <a:pt x="2015559" y="32921"/>
                </a:cubicBezTo>
                <a:cubicBezTo>
                  <a:pt x="2026259" y="46106"/>
                  <a:pt x="2034433" y="60142"/>
                  <a:pt x="2040080" y="75028"/>
                </a:cubicBezTo>
                <a:cubicBezTo>
                  <a:pt x="2045727" y="89915"/>
                  <a:pt x="2048551" y="105567"/>
                  <a:pt x="2048551" y="121985"/>
                </a:cubicBezTo>
                <a:cubicBezTo>
                  <a:pt x="2048551" y="138148"/>
                  <a:pt x="2045834" y="153417"/>
                  <a:pt x="2040399" y="167793"/>
                </a:cubicBezTo>
                <a:cubicBezTo>
                  <a:pt x="2034964" y="182169"/>
                  <a:pt x="2026811" y="196248"/>
                  <a:pt x="2015942" y="210029"/>
                </a:cubicBezTo>
                <a:cubicBezTo>
                  <a:pt x="2008214" y="219811"/>
                  <a:pt x="1997217" y="231040"/>
                  <a:pt x="1982950" y="243715"/>
                </a:cubicBezTo>
                <a:lnTo>
                  <a:pt x="1979638" y="237080"/>
                </a:lnTo>
                <a:cubicBezTo>
                  <a:pt x="1990933" y="225170"/>
                  <a:pt x="1999573" y="213814"/>
                  <a:pt x="2005560" y="203011"/>
                </a:cubicBezTo>
                <a:cubicBezTo>
                  <a:pt x="2011547" y="192207"/>
                  <a:pt x="2016111" y="180298"/>
                  <a:pt x="2019254" y="167283"/>
                </a:cubicBezTo>
                <a:cubicBezTo>
                  <a:pt x="2022396" y="154268"/>
                  <a:pt x="2023967" y="139466"/>
                  <a:pt x="2023967" y="122878"/>
                </a:cubicBezTo>
                <a:cubicBezTo>
                  <a:pt x="2023967" y="105525"/>
                  <a:pt x="2022438" y="90277"/>
                  <a:pt x="2019381" y="77134"/>
                </a:cubicBezTo>
                <a:cubicBezTo>
                  <a:pt x="2016324" y="63991"/>
                  <a:pt x="2011929" y="52209"/>
                  <a:pt x="2006197" y="41789"/>
                </a:cubicBezTo>
                <a:cubicBezTo>
                  <a:pt x="2000465" y="31368"/>
                  <a:pt x="1991612" y="19778"/>
                  <a:pt x="1979638" y="7018"/>
                </a:cubicBezTo>
                <a:lnTo>
                  <a:pt x="198295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Counts(human)">
            <a:extLst xmlns:a="http://schemas.openxmlformats.org/drawingml/2006/main">
              <a:ext uri="{FF2B5EF4-FFF2-40B4-BE49-F238E27FC236}">
                <a16:creationId xmlns:a16="http://schemas.microsoft.com/office/drawing/2014/main" id="{B7834F97-17BF-45CB-9D0B-89D5FBD2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793" y="65459"/>
            <a:ext cx="1924739" cy="243715"/>
          </a:xfrm>
          <a:custGeom xmlns:a="http://schemas.openxmlformats.org/drawingml/2006/main">
            <a:pathLst>
              <a:path w="1924739" h="243715">
                <a:moveTo>
                  <a:pt x="132858" y="19012"/>
                </a:moveTo>
                <a:lnTo>
                  <a:pt x="141647" y="766"/>
                </a:lnTo>
                <a:lnTo>
                  <a:pt x="149672" y="766"/>
                </a:lnTo>
                <a:lnTo>
                  <a:pt x="152984" y="76815"/>
                </a:lnTo>
                <a:lnTo>
                  <a:pt x="144449" y="76815"/>
                </a:lnTo>
                <a:cubicBezTo>
                  <a:pt x="138845" y="55341"/>
                  <a:pt x="131796" y="39513"/>
                  <a:pt x="123304" y="29332"/>
                </a:cubicBezTo>
                <a:cubicBezTo>
                  <a:pt x="112774" y="16583"/>
                  <a:pt x="100206" y="10208"/>
                  <a:pt x="85600" y="10208"/>
                </a:cubicBezTo>
                <a:cubicBezTo>
                  <a:pt x="69804" y="10208"/>
                  <a:pt x="56939" y="17279"/>
                  <a:pt x="47003" y="31421"/>
                </a:cubicBezTo>
                <a:cubicBezTo>
                  <a:pt x="37068" y="45561"/>
                  <a:pt x="32100" y="69499"/>
                  <a:pt x="32100" y="103236"/>
                </a:cubicBezTo>
                <a:cubicBezTo>
                  <a:pt x="32100" y="131603"/>
                  <a:pt x="37789" y="153240"/>
                  <a:pt x="49169" y="168148"/>
                </a:cubicBezTo>
                <a:cubicBezTo>
                  <a:pt x="58850" y="180756"/>
                  <a:pt x="72437" y="187061"/>
                  <a:pt x="89930" y="187061"/>
                </a:cubicBezTo>
                <a:cubicBezTo>
                  <a:pt x="105216" y="187061"/>
                  <a:pt x="118039" y="182148"/>
                  <a:pt x="128399" y="172323"/>
                </a:cubicBezTo>
                <a:cubicBezTo>
                  <a:pt x="138760" y="162498"/>
                  <a:pt x="145511" y="147675"/>
                  <a:pt x="148653" y="127855"/>
                </a:cubicBezTo>
                <a:lnTo>
                  <a:pt x="157697" y="127855"/>
                </a:lnTo>
                <a:cubicBezTo>
                  <a:pt x="155064" y="150312"/>
                  <a:pt x="147379" y="167580"/>
                  <a:pt x="134641" y="179660"/>
                </a:cubicBezTo>
                <a:cubicBezTo>
                  <a:pt x="121903" y="191739"/>
                  <a:pt x="105853" y="197779"/>
                  <a:pt x="86491" y="197779"/>
                </a:cubicBezTo>
                <a:cubicBezTo>
                  <a:pt x="70781" y="197779"/>
                  <a:pt x="56366" y="193821"/>
                  <a:pt x="43246" y="185904"/>
                </a:cubicBezTo>
                <a:cubicBezTo>
                  <a:pt x="30125" y="177988"/>
                  <a:pt x="19638" y="166604"/>
                  <a:pt x="11783" y="151752"/>
                </a:cubicBezTo>
                <a:cubicBezTo>
                  <a:pt x="3928" y="136897"/>
                  <a:pt x="0" y="120617"/>
                  <a:pt x="0" y="102913"/>
                </a:cubicBezTo>
                <a:cubicBezTo>
                  <a:pt x="0" y="84100"/>
                  <a:pt x="4055" y="66437"/>
                  <a:pt x="12165" y="49923"/>
                </a:cubicBezTo>
                <a:cubicBezTo>
                  <a:pt x="20275" y="33410"/>
                  <a:pt x="30656" y="21003"/>
                  <a:pt x="43309" y="12704"/>
                </a:cubicBezTo>
                <a:cubicBezTo>
                  <a:pt x="55962" y="4405"/>
                  <a:pt x="69592" y="255"/>
                  <a:pt x="84198" y="255"/>
                </a:cubicBezTo>
                <a:cubicBezTo>
                  <a:pt x="92351" y="255"/>
                  <a:pt x="100248" y="1680"/>
                  <a:pt x="107891" y="4530"/>
                </a:cubicBezTo>
                <a:cubicBezTo>
                  <a:pt x="115534" y="7380"/>
                  <a:pt x="123856" y="12207"/>
                  <a:pt x="132858" y="19012"/>
                </a:cubicBezTo>
                <a:close/>
                <a:moveTo>
                  <a:pt x="235309" y="69669"/>
                </a:moveTo>
                <a:cubicBezTo>
                  <a:pt x="251359" y="69669"/>
                  <a:pt x="264840" y="75482"/>
                  <a:pt x="275752" y="87106"/>
                </a:cubicBezTo>
                <a:cubicBezTo>
                  <a:pt x="286664" y="98729"/>
                  <a:pt x="292121" y="114034"/>
                  <a:pt x="292121" y="133022"/>
                </a:cubicBezTo>
                <a:cubicBezTo>
                  <a:pt x="292121" y="146136"/>
                  <a:pt x="289679" y="157313"/>
                  <a:pt x="284796" y="166553"/>
                </a:cubicBezTo>
                <a:cubicBezTo>
                  <a:pt x="279913" y="175791"/>
                  <a:pt x="272950" y="183092"/>
                  <a:pt x="263906" y="188456"/>
                </a:cubicBezTo>
                <a:cubicBezTo>
                  <a:pt x="254862" y="193821"/>
                  <a:pt x="245117" y="196503"/>
                  <a:pt x="234672" y="196503"/>
                </a:cubicBezTo>
                <a:cubicBezTo>
                  <a:pt x="219217" y="196503"/>
                  <a:pt x="206118" y="190628"/>
                  <a:pt x="195375" y="178878"/>
                </a:cubicBezTo>
                <a:cubicBezTo>
                  <a:pt x="184633" y="167126"/>
                  <a:pt x="179262" y="151883"/>
                  <a:pt x="179262" y="133150"/>
                </a:cubicBezTo>
                <a:cubicBezTo>
                  <a:pt x="179262" y="114332"/>
                  <a:pt x="184654" y="99048"/>
                  <a:pt x="195439" y="87298"/>
                </a:cubicBezTo>
                <a:cubicBezTo>
                  <a:pt x="206224" y="75545"/>
                  <a:pt x="219514" y="69669"/>
                  <a:pt x="235309" y="69669"/>
                </a:cubicBezTo>
                <a:moveTo>
                  <a:pt x="235309" y="78856"/>
                </a:moveTo>
                <a:cubicBezTo>
                  <a:pt x="225798" y="78856"/>
                  <a:pt x="217985" y="83168"/>
                  <a:pt x="211871" y="91792"/>
                </a:cubicBezTo>
                <a:cubicBezTo>
                  <a:pt x="205757" y="100415"/>
                  <a:pt x="202700" y="114031"/>
                  <a:pt x="202700" y="132640"/>
                </a:cubicBezTo>
                <a:cubicBezTo>
                  <a:pt x="202700" y="151588"/>
                  <a:pt x="205736" y="165438"/>
                  <a:pt x="211807" y="174189"/>
                </a:cubicBezTo>
                <a:cubicBezTo>
                  <a:pt x="217879" y="182940"/>
                  <a:pt x="225713" y="187316"/>
                  <a:pt x="235309" y="187316"/>
                </a:cubicBezTo>
                <a:cubicBezTo>
                  <a:pt x="245245" y="187316"/>
                  <a:pt x="253291" y="182940"/>
                  <a:pt x="259448" y="174189"/>
                </a:cubicBezTo>
                <a:cubicBezTo>
                  <a:pt x="265604" y="165438"/>
                  <a:pt x="268683" y="151121"/>
                  <a:pt x="268683" y="131240"/>
                </a:cubicBezTo>
                <a:cubicBezTo>
                  <a:pt x="268683" y="112802"/>
                  <a:pt x="265647" y="99462"/>
                  <a:pt x="259575" y="91222"/>
                </a:cubicBezTo>
                <a:cubicBezTo>
                  <a:pt x="253503" y="82978"/>
                  <a:pt x="245414" y="78856"/>
                  <a:pt x="235309" y="78856"/>
                </a:cubicBezTo>
                <a:close/>
                <a:moveTo>
                  <a:pt x="350829" y="71200"/>
                </a:moveTo>
                <a:lnTo>
                  <a:pt x="350829" y="150348"/>
                </a:lnTo>
                <a:cubicBezTo>
                  <a:pt x="350829" y="160035"/>
                  <a:pt x="353271" y="167513"/>
                  <a:pt x="358154" y="172781"/>
                </a:cubicBezTo>
                <a:cubicBezTo>
                  <a:pt x="363036" y="178048"/>
                  <a:pt x="369342" y="180681"/>
                  <a:pt x="377070" y="180681"/>
                </a:cubicBezTo>
                <a:cubicBezTo>
                  <a:pt x="386581" y="180681"/>
                  <a:pt x="394669" y="176842"/>
                  <a:pt x="401335" y="169165"/>
                </a:cubicBezTo>
                <a:cubicBezTo>
                  <a:pt x="408002" y="161485"/>
                  <a:pt x="411335" y="151875"/>
                  <a:pt x="411335" y="140335"/>
                </a:cubicBezTo>
                <a:lnTo>
                  <a:pt x="411335" y="95664"/>
                </a:lnTo>
                <a:cubicBezTo>
                  <a:pt x="411335" y="91591"/>
                  <a:pt x="409870" y="88432"/>
                  <a:pt x="406940" y="86185"/>
                </a:cubicBezTo>
                <a:cubicBezTo>
                  <a:pt x="404010" y="83936"/>
                  <a:pt x="398385" y="82684"/>
                  <a:pt x="390062" y="82429"/>
                </a:cubicBezTo>
                <a:lnTo>
                  <a:pt x="390062" y="73497"/>
                </a:lnTo>
                <a:lnTo>
                  <a:pt x="431970" y="71200"/>
                </a:lnTo>
                <a:lnTo>
                  <a:pt x="431970" y="169213"/>
                </a:lnTo>
                <a:cubicBezTo>
                  <a:pt x="431970" y="173716"/>
                  <a:pt x="433244" y="177178"/>
                  <a:pt x="435792" y="179600"/>
                </a:cubicBezTo>
                <a:cubicBezTo>
                  <a:pt x="438339" y="182022"/>
                  <a:pt x="441906" y="183233"/>
                  <a:pt x="446492" y="183233"/>
                </a:cubicBezTo>
                <a:lnTo>
                  <a:pt x="454007" y="183233"/>
                </a:lnTo>
                <a:lnTo>
                  <a:pt x="454007" y="191909"/>
                </a:lnTo>
                <a:lnTo>
                  <a:pt x="413882" y="192930"/>
                </a:lnTo>
                <a:lnTo>
                  <a:pt x="411335" y="169225"/>
                </a:lnTo>
                <a:cubicBezTo>
                  <a:pt x="404202" y="177678"/>
                  <a:pt x="397026" y="184041"/>
                  <a:pt x="389808" y="188313"/>
                </a:cubicBezTo>
                <a:cubicBezTo>
                  <a:pt x="382589" y="192582"/>
                  <a:pt x="375286" y="194717"/>
                  <a:pt x="367898" y="194717"/>
                </a:cubicBezTo>
                <a:cubicBezTo>
                  <a:pt x="357113" y="194717"/>
                  <a:pt x="348069" y="191105"/>
                  <a:pt x="340766" y="183883"/>
                </a:cubicBezTo>
                <a:cubicBezTo>
                  <a:pt x="333378" y="176745"/>
                  <a:pt x="329684" y="164636"/>
                  <a:pt x="329684" y="147557"/>
                </a:cubicBezTo>
                <a:lnTo>
                  <a:pt x="329684" y="95684"/>
                </a:lnTo>
                <a:cubicBezTo>
                  <a:pt x="329684" y="91095"/>
                  <a:pt x="327858" y="87612"/>
                  <a:pt x="324207" y="85232"/>
                </a:cubicBezTo>
                <a:cubicBezTo>
                  <a:pt x="321659" y="83534"/>
                  <a:pt x="316437" y="82599"/>
                  <a:pt x="308539" y="82429"/>
                </a:cubicBezTo>
                <a:lnTo>
                  <a:pt x="308539" y="73497"/>
                </a:lnTo>
                <a:lnTo>
                  <a:pt x="350829" y="71200"/>
                </a:lnTo>
                <a:close/>
                <a:moveTo>
                  <a:pt x="469204" y="73242"/>
                </a:moveTo>
                <a:lnTo>
                  <a:pt x="508820" y="70945"/>
                </a:lnTo>
                <a:cubicBezTo>
                  <a:pt x="510433" y="78426"/>
                  <a:pt x="511622" y="87182"/>
                  <a:pt x="512386" y="97215"/>
                </a:cubicBezTo>
                <a:cubicBezTo>
                  <a:pt x="517736" y="88543"/>
                  <a:pt x="524042" y="82040"/>
                  <a:pt x="531302" y="77704"/>
                </a:cubicBezTo>
                <a:cubicBezTo>
                  <a:pt x="538563" y="73368"/>
                  <a:pt x="546779" y="71200"/>
                  <a:pt x="555950" y="71200"/>
                </a:cubicBezTo>
                <a:cubicBezTo>
                  <a:pt x="563848" y="71200"/>
                  <a:pt x="570472" y="72752"/>
                  <a:pt x="575822" y="75854"/>
                </a:cubicBezTo>
                <a:cubicBezTo>
                  <a:pt x="581172" y="78953"/>
                  <a:pt x="585460" y="83861"/>
                  <a:pt x="588687" y="90576"/>
                </a:cubicBezTo>
                <a:cubicBezTo>
                  <a:pt x="591914" y="97288"/>
                  <a:pt x="593527" y="104807"/>
                  <a:pt x="593527" y="113133"/>
                </a:cubicBezTo>
                <a:lnTo>
                  <a:pt x="593527" y="171250"/>
                </a:lnTo>
                <a:cubicBezTo>
                  <a:pt x="593527" y="175586"/>
                  <a:pt x="594504" y="178667"/>
                  <a:pt x="596457" y="180493"/>
                </a:cubicBezTo>
                <a:cubicBezTo>
                  <a:pt x="598410" y="182320"/>
                  <a:pt x="601680" y="183233"/>
                  <a:pt x="606266" y="183233"/>
                </a:cubicBezTo>
                <a:lnTo>
                  <a:pt x="614673" y="183233"/>
                </a:lnTo>
                <a:lnTo>
                  <a:pt x="614673" y="192930"/>
                </a:lnTo>
                <a:lnTo>
                  <a:pt x="551747" y="192930"/>
                </a:lnTo>
                <a:lnTo>
                  <a:pt x="551747" y="183233"/>
                </a:lnTo>
                <a:lnTo>
                  <a:pt x="557734" y="183233"/>
                </a:lnTo>
                <a:cubicBezTo>
                  <a:pt x="563338" y="183233"/>
                  <a:pt x="567245" y="182341"/>
                  <a:pt x="569453" y="180557"/>
                </a:cubicBezTo>
                <a:cubicBezTo>
                  <a:pt x="571661" y="178773"/>
                  <a:pt x="572764" y="176096"/>
                  <a:pt x="572764" y="172526"/>
                </a:cubicBezTo>
                <a:lnTo>
                  <a:pt x="572764" y="121427"/>
                </a:lnTo>
                <a:cubicBezTo>
                  <a:pt x="572764" y="110299"/>
                  <a:pt x="571066" y="102058"/>
                  <a:pt x="567669" y="96704"/>
                </a:cubicBezTo>
                <a:cubicBezTo>
                  <a:pt x="562914" y="89059"/>
                  <a:pt x="555696" y="85236"/>
                  <a:pt x="546015" y="85236"/>
                </a:cubicBezTo>
                <a:cubicBezTo>
                  <a:pt x="536419" y="85236"/>
                  <a:pt x="528415" y="89102"/>
                  <a:pt x="522003" y="96832"/>
                </a:cubicBezTo>
                <a:cubicBezTo>
                  <a:pt x="515592" y="104562"/>
                  <a:pt x="512386" y="114629"/>
                  <a:pt x="512386" y="127033"/>
                </a:cubicBezTo>
                <a:lnTo>
                  <a:pt x="512386" y="171254"/>
                </a:lnTo>
                <a:cubicBezTo>
                  <a:pt x="512386" y="175587"/>
                  <a:pt x="513384" y="178667"/>
                  <a:pt x="515380" y="180493"/>
                </a:cubicBezTo>
                <a:cubicBezTo>
                  <a:pt x="517375" y="182320"/>
                  <a:pt x="520666" y="183233"/>
                  <a:pt x="525252" y="183233"/>
                </a:cubicBezTo>
                <a:lnTo>
                  <a:pt x="533531" y="183233"/>
                </a:lnTo>
                <a:lnTo>
                  <a:pt x="533531" y="192930"/>
                </a:lnTo>
                <a:lnTo>
                  <a:pt x="470351" y="192930"/>
                </a:lnTo>
                <a:lnTo>
                  <a:pt x="470351" y="183233"/>
                </a:lnTo>
                <a:lnTo>
                  <a:pt x="478630" y="183233"/>
                </a:lnTo>
                <a:cubicBezTo>
                  <a:pt x="482792" y="183233"/>
                  <a:pt x="485955" y="182383"/>
                  <a:pt x="488120" y="180685"/>
                </a:cubicBezTo>
                <a:cubicBezTo>
                  <a:pt x="490286" y="178986"/>
                  <a:pt x="491368" y="176862"/>
                  <a:pt x="491368" y="174313"/>
                </a:cubicBezTo>
                <a:lnTo>
                  <a:pt x="491368" y="97211"/>
                </a:lnTo>
                <a:cubicBezTo>
                  <a:pt x="491368" y="92115"/>
                  <a:pt x="489989" y="88250"/>
                  <a:pt x="487229" y="85615"/>
                </a:cubicBezTo>
                <a:cubicBezTo>
                  <a:pt x="484469" y="82981"/>
                  <a:pt x="480499" y="81664"/>
                  <a:pt x="475319" y="81664"/>
                </a:cubicBezTo>
                <a:lnTo>
                  <a:pt x="469204" y="81664"/>
                </a:lnTo>
                <a:lnTo>
                  <a:pt x="469204" y="73242"/>
                </a:lnTo>
                <a:close/>
                <a:moveTo>
                  <a:pt x="659804" y="24499"/>
                </a:moveTo>
                <a:lnTo>
                  <a:pt x="668466" y="24499"/>
                </a:lnTo>
                <a:lnTo>
                  <a:pt x="668466" y="73242"/>
                </a:lnTo>
                <a:lnTo>
                  <a:pt x="707062" y="73242"/>
                </a:lnTo>
                <a:lnTo>
                  <a:pt x="707062" y="84981"/>
                </a:lnTo>
                <a:lnTo>
                  <a:pt x="668466" y="84981"/>
                </a:lnTo>
                <a:lnTo>
                  <a:pt x="668466" y="161668"/>
                </a:lnTo>
                <a:cubicBezTo>
                  <a:pt x="668466" y="168304"/>
                  <a:pt x="670037" y="173386"/>
                  <a:pt x="673179" y="176916"/>
                </a:cubicBezTo>
                <a:cubicBezTo>
                  <a:pt x="676321" y="180447"/>
                  <a:pt x="680312" y="182212"/>
                  <a:pt x="685153" y="182212"/>
                </a:cubicBezTo>
                <a:cubicBezTo>
                  <a:pt x="690927" y="182212"/>
                  <a:pt x="695853" y="179543"/>
                  <a:pt x="699929" y="174205"/>
                </a:cubicBezTo>
                <a:cubicBezTo>
                  <a:pt x="704005" y="168864"/>
                  <a:pt x="706383" y="160049"/>
                  <a:pt x="707062" y="147760"/>
                </a:cubicBezTo>
                <a:lnTo>
                  <a:pt x="715597" y="147760"/>
                </a:lnTo>
                <a:cubicBezTo>
                  <a:pt x="715087" y="163667"/>
                  <a:pt x="711478" y="175470"/>
                  <a:pt x="704769" y="183169"/>
                </a:cubicBezTo>
                <a:cubicBezTo>
                  <a:pt x="698061" y="190867"/>
                  <a:pt x="689356" y="194717"/>
                  <a:pt x="678656" y="194717"/>
                </a:cubicBezTo>
                <a:cubicBezTo>
                  <a:pt x="668806" y="194717"/>
                  <a:pt x="661099" y="192013"/>
                  <a:pt x="655537" y="186606"/>
                </a:cubicBezTo>
                <a:cubicBezTo>
                  <a:pt x="649975" y="181196"/>
                  <a:pt x="647193" y="174105"/>
                  <a:pt x="647193" y="165333"/>
                </a:cubicBezTo>
                <a:lnTo>
                  <a:pt x="647193" y="84981"/>
                </a:lnTo>
                <a:lnTo>
                  <a:pt x="626430" y="84981"/>
                </a:lnTo>
                <a:lnTo>
                  <a:pt x="626430" y="76049"/>
                </a:lnTo>
                <a:cubicBezTo>
                  <a:pt x="635857" y="74433"/>
                  <a:pt x="643032" y="70477"/>
                  <a:pt x="647958" y="64182"/>
                </a:cubicBezTo>
                <a:cubicBezTo>
                  <a:pt x="655261" y="54740"/>
                  <a:pt x="659210" y="41512"/>
                  <a:pt x="659804" y="24499"/>
                </a:cubicBezTo>
                <a:close/>
                <a:moveTo>
                  <a:pt x="744215" y="147760"/>
                </a:moveTo>
                <a:cubicBezTo>
                  <a:pt x="749480" y="162477"/>
                  <a:pt x="755531" y="172663"/>
                  <a:pt x="762367" y="178320"/>
                </a:cubicBezTo>
                <a:cubicBezTo>
                  <a:pt x="769203" y="183977"/>
                  <a:pt x="777631" y="186805"/>
                  <a:pt x="787652" y="186805"/>
                </a:cubicBezTo>
                <a:cubicBezTo>
                  <a:pt x="796908" y="186805"/>
                  <a:pt x="804020" y="184785"/>
                  <a:pt x="808988" y="180744"/>
                </a:cubicBezTo>
                <a:cubicBezTo>
                  <a:pt x="813956" y="176704"/>
                  <a:pt x="816440" y="171579"/>
                  <a:pt x="816440" y="165369"/>
                </a:cubicBezTo>
                <a:cubicBezTo>
                  <a:pt x="816440" y="161796"/>
                  <a:pt x="815527" y="158670"/>
                  <a:pt x="813701" y="155990"/>
                </a:cubicBezTo>
                <a:cubicBezTo>
                  <a:pt x="811875" y="153311"/>
                  <a:pt x="809349" y="151312"/>
                  <a:pt x="806122" y="149993"/>
                </a:cubicBezTo>
                <a:cubicBezTo>
                  <a:pt x="802895" y="148675"/>
                  <a:pt x="794530" y="146739"/>
                  <a:pt x="781028" y="144187"/>
                </a:cubicBezTo>
                <a:cubicBezTo>
                  <a:pt x="768120" y="141635"/>
                  <a:pt x="759119" y="138956"/>
                  <a:pt x="754023" y="136149"/>
                </a:cubicBezTo>
                <a:cubicBezTo>
                  <a:pt x="748928" y="133341"/>
                  <a:pt x="744958" y="129471"/>
                  <a:pt x="742113" y="124537"/>
                </a:cubicBezTo>
                <a:cubicBezTo>
                  <a:pt x="739269" y="119603"/>
                  <a:pt x="737846" y="114244"/>
                  <a:pt x="737846" y="108459"/>
                </a:cubicBezTo>
                <a:cubicBezTo>
                  <a:pt x="737846" y="99698"/>
                  <a:pt x="740776" y="91744"/>
                  <a:pt x="746635" y="84598"/>
                </a:cubicBezTo>
                <a:cubicBezTo>
                  <a:pt x="754193" y="75496"/>
                  <a:pt x="764766" y="70945"/>
                  <a:pt x="778353" y="70945"/>
                </a:cubicBezTo>
                <a:cubicBezTo>
                  <a:pt x="788713" y="70945"/>
                  <a:pt x="798309" y="74263"/>
                  <a:pt x="807141" y="80898"/>
                </a:cubicBezTo>
                <a:lnTo>
                  <a:pt x="815548" y="71966"/>
                </a:lnTo>
                <a:lnTo>
                  <a:pt x="820771" y="71966"/>
                </a:lnTo>
                <a:lnTo>
                  <a:pt x="824083" y="114584"/>
                </a:lnTo>
                <a:lnTo>
                  <a:pt x="815548" y="114584"/>
                </a:lnTo>
                <a:cubicBezTo>
                  <a:pt x="811812" y="102460"/>
                  <a:pt x="806759" y="93730"/>
                  <a:pt x="800390" y="88394"/>
                </a:cubicBezTo>
                <a:cubicBezTo>
                  <a:pt x="794021" y="83057"/>
                  <a:pt x="786166" y="80388"/>
                  <a:pt x="776825" y="80388"/>
                </a:cubicBezTo>
                <a:cubicBezTo>
                  <a:pt x="768757" y="80388"/>
                  <a:pt x="762431" y="82365"/>
                  <a:pt x="757845" y="86321"/>
                </a:cubicBezTo>
                <a:cubicBezTo>
                  <a:pt x="753259" y="90277"/>
                  <a:pt x="750966" y="95104"/>
                  <a:pt x="750966" y="100803"/>
                </a:cubicBezTo>
                <a:cubicBezTo>
                  <a:pt x="750966" y="105822"/>
                  <a:pt x="753089" y="109991"/>
                  <a:pt x="757335" y="113308"/>
                </a:cubicBezTo>
                <a:cubicBezTo>
                  <a:pt x="761496" y="116711"/>
                  <a:pt x="769649" y="119380"/>
                  <a:pt x="781792" y="121315"/>
                </a:cubicBezTo>
                <a:cubicBezTo>
                  <a:pt x="795889" y="123673"/>
                  <a:pt x="805061" y="125651"/>
                  <a:pt x="809307" y="127248"/>
                </a:cubicBezTo>
                <a:cubicBezTo>
                  <a:pt x="816270" y="129808"/>
                  <a:pt x="821662" y="133756"/>
                  <a:pt x="825484" y="139091"/>
                </a:cubicBezTo>
                <a:cubicBezTo>
                  <a:pt x="829305" y="144424"/>
                  <a:pt x="831216" y="150930"/>
                  <a:pt x="831216" y="158610"/>
                </a:cubicBezTo>
                <a:cubicBezTo>
                  <a:pt x="831216" y="169193"/>
                  <a:pt x="827076" y="178154"/>
                  <a:pt x="818796" y="185494"/>
                </a:cubicBezTo>
                <a:cubicBezTo>
                  <a:pt x="810517" y="192833"/>
                  <a:pt x="800008" y="196503"/>
                  <a:pt x="787270" y="196503"/>
                </a:cubicBezTo>
                <a:cubicBezTo>
                  <a:pt x="775466" y="196503"/>
                  <a:pt x="764511" y="192581"/>
                  <a:pt x="754406" y="184736"/>
                </a:cubicBezTo>
                <a:lnTo>
                  <a:pt x="745107" y="195482"/>
                </a:lnTo>
                <a:lnTo>
                  <a:pt x="738356" y="195482"/>
                </a:lnTo>
                <a:lnTo>
                  <a:pt x="735808" y="147760"/>
                </a:lnTo>
                <a:lnTo>
                  <a:pt x="744215" y="147760"/>
                </a:lnTo>
                <a:close/>
                <a:moveTo>
                  <a:pt x="996276" y="0"/>
                </a:moveTo>
                <a:lnTo>
                  <a:pt x="999588" y="7018"/>
                </a:lnTo>
                <a:cubicBezTo>
                  <a:pt x="987529" y="19863"/>
                  <a:pt x="978634" y="31474"/>
                  <a:pt x="972902" y="41853"/>
                </a:cubicBezTo>
                <a:cubicBezTo>
                  <a:pt x="967170" y="52231"/>
                  <a:pt x="962796" y="63991"/>
                  <a:pt x="959782" y="77134"/>
                </a:cubicBezTo>
                <a:cubicBezTo>
                  <a:pt x="956767" y="90277"/>
                  <a:pt x="955260" y="105482"/>
                  <a:pt x="955260" y="122751"/>
                </a:cubicBezTo>
                <a:cubicBezTo>
                  <a:pt x="955260" y="139338"/>
                  <a:pt x="956831" y="154161"/>
                  <a:pt x="959973" y="167219"/>
                </a:cubicBezTo>
                <a:cubicBezTo>
                  <a:pt x="963115" y="180277"/>
                  <a:pt x="967658" y="192186"/>
                  <a:pt x="973602" y="202947"/>
                </a:cubicBezTo>
                <a:cubicBezTo>
                  <a:pt x="979547" y="213708"/>
                  <a:pt x="988209" y="225085"/>
                  <a:pt x="999588" y="237080"/>
                </a:cubicBezTo>
                <a:lnTo>
                  <a:pt x="996276" y="243715"/>
                </a:lnTo>
                <a:cubicBezTo>
                  <a:pt x="982604" y="231635"/>
                  <a:pt x="972286" y="221342"/>
                  <a:pt x="965323" y="212836"/>
                </a:cubicBezTo>
                <a:cubicBezTo>
                  <a:pt x="953943" y="199055"/>
                  <a:pt x="945324" y="184594"/>
                  <a:pt x="939464" y="169452"/>
                </a:cubicBezTo>
                <a:cubicBezTo>
                  <a:pt x="933605" y="154310"/>
                  <a:pt x="930675" y="138488"/>
                  <a:pt x="930675" y="121985"/>
                </a:cubicBezTo>
                <a:cubicBezTo>
                  <a:pt x="930675" y="105737"/>
                  <a:pt x="933414" y="90298"/>
                  <a:pt x="938891" y="75666"/>
                </a:cubicBezTo>
                <a:cubicBezTo>
                  <a:pt x="944369" y="61035"/>
                  <a:pt x="952457" y="47084"/>
                  <a:pt x="963157" y="33814"/>
                </a:cubicBezTo>
                <a:cubicBezTo>
                  <a:pt x="970545" y="24627"/>
                  <a:pt x="981585" y="13355"/>
                  <a:pt x="996276" y="0"/>
                </a:cubicBezTo>
                <a:close/>
                <a:moveTo>
                  <a:pt x="1006209" y="4338"/>
                </a:moveTo>
                <a:lnTo>
                  <a:pt x="1051429" y="2042"/>
                </a:lnTo>
                <a:lnTo>
                  <a:pt x="1051429" y="94041"/>
                </a:lnTo>
                <a:cubicBezTo>
                  <a:pt x="1057713" y="85874"/>
                  <a:pt x="1064465" y="79771"/>
                  <a:pt x="1071683" y="75730"/>
                </a:cubicBezTo>
                <a:cubicBezTo>
                  <a:pt x="1078901" y="71690"/>
                  <a:pt x="1086544" y="69669"/>
                  <a:pt x="1094611" y="69669"/>
                </a:cubicBezTo>
                <a:cubicBezTo>
                  <a:pt x="1102254" y="69669"/>
                  <a:pt x="1109133" y="71498"/>
                  <a:pt x="1115247" y="75156"/>
                </a:cubicBezTo>
                <a:cubicBezTo>
                  <a:pt x="1120002" y="78048"/>
                  <a:pt x="1124057" y="83110"/>
                  <a:pt x="1127412" y="90340"/>
                </a:cubicBezTo>
                <a:cubicBezTo>
                  <a:pt x="1130766" y="97571"/>
                  <a:pt x="1132443" y="106120"/>
                  <a:pt x="1132443" y="115988"/>
                </a:cubicBezTo>
                <a:lnTo>
                  <a:pt x="1132443" y="172770"/>
                </a:lnTo>
                <a:cubicBezTo>
                  <a:pt x="1132443" y="176427"/>
                  <a:pt x="1133377" y="179086"/>
                  <a:pt x="1135245" y="180744"/>
                </a:cubicBezTo>
                <a:cubicBezTo>
                  <a:pt x="1137114" y="182403"/>
                  <a:pt x="1140043" y="183233"/>
                  <a:pt x="1144035" y="183233"/>
                </a:cubicBezTo>
                <a:lnTo>
                  <a:pt x="1154225" y="183233"/>
                </a:lnTo>
                <a:lnTo>
                  <a:pt x="1154225" y="192930"/>
                </a:lnTo>
                <a:lnTo>
                  <a:pt x="1089771" y="192930"/>
                </a:lnTo>
                <a:lnTo>
                  <a:pt x="1089771" y="183233"/>
                </a:lnTo>
                <a:lnTo>
                  <a:pt x="1096904" y="183233"/>
                </a:lnTo>
                <a:cubicBezTo>
                  <a:pt x="1102339" y="183233"/>
                  <a:pt x="1106097" y="182362"/>
                  <a:pt x="1108177" y="180621"/>
                </a:cubicBezTo>
                <a:cubicBezTo>
                  <a:pt x="1110258" y="178880"/>
                  <a:pt x="1111298" y="176267"/>
                  <a:pt x="1111298" y="172781"/>
                </a:cubicBezTo>
                <a:lnTo>
                  <a:pt x="1111298" y="116076"/>
                </a:lnTo>
                <a:cubicBezTo>
                  <a:pt x="1111298" y="106136"/>
                  <a:pt x="1108899" y="98384"/>
                  <a:pt x="1104101" y="92821"/>
                </a:cubicBezTo>
                <a:cubicBezTo>
                  <a:pt x="1099303" y="87254"/>
                  <a:pt x="1093168" y="84471"/>
                  <a:pt x="1085695" y="84471"/>
                </a:cubicBezTo>
                <a:cubicBezTo>
                  <a:pt x="1079835" y="84471"/>
                  <a:pt x="1074400" y="86043"/>
                  <a:pt x="1069390" y="89188"/>
                </a:cubicBezTo>
                <a:cubicBezTo>
                  <a:pt x="1064380" y="92330"/>
                  <a:pt x="1060134" y="97108"/>
                  <a:pt x="1056652" y="103523"/>
                </a:cubicBezTo>
                <a:cubicBezTo>
                  <a:pt x="1053170" y="109937"/>
                  <a:pt x="1051429" y="116712"/>
                  <a:pt x="1051429" y="123847"/>
                </a:cubicBezTo>
                <a:lnTo>
                  <a:pt x="1051429" y="171509"/>
                </a:lnTo>
                <a:cubicBezTo>
                  <a:pt x="1051429" y="175757"/>
                  <a:pt x="1052321" y="178773"/>
                  <a:pt x="1054104" y="180557"/>
                </a:cubicBezTo>
                <a:cubicBezTo>
                  <a:pt x="1055888" y="182341"/>
                  <a:pt x="1058817" y="183233"/>
                  <a:pt x="1062893" y="183233"/>
                </a:cubicBezTo>
                <a:lnTo>
                  <a:pt x="1073084" y="183233"/>
                </a:lnTo>
                <a:lnTo>
                  <a:pt x="1073084" y="192930"/>
                </a:lnTo>
                <a:lnTo>
                  <a:pt x="1010031" y="192930"/>
                </a:lnTo>
                <a:lnTo>
                  <a:pt x="1010031" y="183233"/>
                </a:lnTo>
                <a:lnTo>
                  <a:pt x="1017164" y="183233"/>
                </a:lnTo>
                <a:cubicBezTo>
                  <a:pt x="1022004" y="183233"/>
                  <a:pt x="1025444" y="182278"/>
                  <a:pt x="1027482" y="180370"/>
                </a:cubicBezTo>
                <a:cubicBezTo>
                  <a:pt x="1029520" y="178458"/>
                  <a:pt x="1030539" y="175509"/>
                  <a:pt x="1030539" y="171521"/>
                </a:cubicBezTo>
                <a:lnTo>
                  <a:pt x="1030539" y="29184"/>
                </a:lnTo>
                <a:cubicBezTo>
                  <a:pt x="1030539" y="24094"/>
                  <a:pt x="1029201" y="20296"/>
                  <a:pt x="1026526" y="17792"/>
                </a:cubicBezTo>
                <a:cubicBezTo>
                  <a:pt x="1023851" y="15288"/>
                  <a:pt x="1019966" y="14036"/>
                  <a:pt x="1014871" y="14036"/>
                </a:cubicBezTo>
                <a:lnTo>
                  <a:pt x="1006209" y="14036"/>
                </a:lnTo>
                <a:lnTo>
                  <a:pt x="1006209" y="4338"/>
                </a:lnTo>
                <a:close/>
                <a:moveTo>
                  <a:pt x="1209420" y="71200"/>
                </a:moveTo>
                <a:lnTo>
                  <a:pt x="1209420" y="150348"/>
                </a:lnTo>
                <a:cubicBezTo>
                  <a:pt x="1209420" y="160035"/>
                  <a:pt x="1211861" y="167513"/>
                  <a:pt x="1216744" y="172781"/>
                </a:cubicBezTo>
                <a:cubicBezTo>
                  <a:pt x="1221627" y="178048"/>
                  <a:pt x="1227932" y="180681"/>
                  <a:pt x="1235660" y="180681"/>
                </a:cubicBezTo>
                <a:cubicBezTo>
                  <a:pt x="1245171" y="180681"/>
                  <a:pt x="1253260" y="176842"/>
                  <a:pt x="1259926" y="169165"/>
                </a:cubicBezTo>
                <a:cubicBezTo>
                  <a:pt x="1266592" y="161485"/>
                  <a:pt x="1269925" y="151875"/>
                  <a:pt x="1269925" y="140335"/>
                </a:cubicBezTo>
                <a:lnTo>
                  <a:pt x="1269925" y="95664"/>
                </a:lnTo>
                <a:cubicBezTo>
                  <a:pt x="1269925" y="91591"/>
                  <a:pt x="1268460" y="88432"/>
                  <a:pt x="1265531" y="86185"/>
                </a:cubicBezTo>
                <a:cubicBezTo>
                  <a:pt x="1262601" y="83936"/>
                  <a:pt x="1256975" y="82684"/>
                  <a:pt x="1248653" y="82429"/>
                </a:cubicBezTo>
                <a:lnTo>
                  <a:pt x="1248653" y="73497"/>
                </a:lnTo>
                <a:lnTo>
                  <a:pt x="1290561" y="71200"/>
                </a:lnTo>
                <a:lnTo>
                  <a:pt x="1290561" y="169213"/>
                </a:lnTo>
                <a:cubicBezTo>
                  <a:pt x="1290561" y="173716"/>
                  <a:pt x="1291835" y="177178"/>
                  <a:pt x="1294382" y="179600"/>
                </a:cubicBezTo>
                <a:cubicBezTo>
                  <a:pt x="1296930" y="182022"/>
                  <a:pt x="1300497" y="183233"/>
                  <a:pt x="1305082" y="183233"/>
                </a:cubicBezTo>
                <a:lnTo>
                  <a:pt x="1312598" y="183233"/>
                </a:lnTo>
                <a:lnTo>
                  <a:pt x="1312598" y="191909"/>
                </a:lnTo>
                <a:lnTo>
                  <a:pt x="1272473" y="192930"/>
                </a:lnTo>
                <a:lnTo>
                  <a:pt x="1269925" y="169225"/>
                </a:lnTo>
                <a:cubicBezTo>
                  <a:pt x="1262792" y="177678"/>
                  <a:pt x="1255616" y="184041"/>
                  <a:pt x="1248398" y="188313"/>
                </a:cubicBezTo>
                <a:cubicBezTo>
                  <a:pt x="1241180" y="192582"/>
                  <a:pt x="1233877" y="194717"/>
                  <a:pt x="1226489" y="194717"/>
                </a:cubicBezTo>
                <a:cubicBezTo>
                  <a:pt x="1215704" y="194717"/>
                  <a:pt x="1206660" y="191105"/>
                  <a:pt x="1199357" y="183883"/>
                </a:cubicBezTo>
                <a:cubicBezTo>
                  <a:pt x="1191969" y="176745"/>
                  <a:pt x="1188275" y="164636"/>
                  <a:pt x="1188275" y="147557"/>
                </a:cubicBezTo>
                <a:lnTo>
                  <a:pt x="1188275" y="95684"/>
                </a:lnTo>
                <a:cubicBezTo>
                  <a:pt x="1188275" y="91095"/>
                  <a:pt x="1186449" y="87612"/>
                  <a:pt x="1182797" y="85232"/>
                </a:cubicBezTo>
                <a:cubicBezTo>
                  <a:pt x="1180250" y="83534"/>
                  <a:pt x="1175027" y="82599"/>
                  <a:pt x="1167129" y="82429"/>
                </a:cubicBezTo>
                <a:lnTo>
                  <a:pt x="1167129" y="73497"/>
                </a:lnTo>
                <a:lnTo>
                  <a:pt x="1209420" y="71200"/>
                </a:lnTo>
                <a:close/>
                <a:moveTo>
                  <a:pt x="1335183" y="73497"/>
                </a:moveTo>
                <a:lnTo>
                  <a:pt x="1369320" y="71200"/>
                </a:lnTo>
                <a:cubicBezTo>
                  <a:pt x="1371189" y="80132"/>
                  <a:pt x="1372420" y="88639"/>
                  <a:pt x="1373014" y="96720"/>
                </a:cubicBezTo>
                <a:cubicBezTo>
                  <a:pt x="1379468" y="87363"/>
                  <a:pt x="1385922" y="80770"/>
                  <a:pt x="1392376" y="76942"/>
                </a:cubicBezTo>
                <a:cubicBezTo>
                  <a:pt x="1398830" y="73114"/>
                  <a:pt x="1405921" y="71200"/>
                  <a:pt x="1413649" y="71200"/>
                </a:cubicBezTo>
                <a:cubicBezTo>
                  <a:pt x="1421886" y="71200"/>
                  <a:pt x="1428680" y="73370"/>
                  <a:pt x="1434030" y="77708"/>
                </a:cubicBezTo>
                <a:cubicBezTo>
                  <a:pt x="1439380" y="82046"/>
                  <a:pt x="1443498" y="89107"/>
                  <a:pt x="1446386" y="98889"/>
                </a:cubicBezTo>
                <a:cubicBezTo>
                  <a:pt x="1452075" y="89617"/>
                  <a:pt x="1458402" y="82684"/>
                  <a:pt x="1465365" y="78091"/>
                </a:cubicBezTo>
                <a:cubicBezTo>
                  <a:pt x="1472329" y="73497"/>
                  <a:pt x="1479929" y="71200"/>
                  <a:pt x="1488166" y="71200"/>
                </a:cubicBezTo>
                <a:cubicBezTo>
                  <a:pt x="1499036" y="71200"/>
                  <a:pt x="1507188" y="74429"/>
                  <a:pt x="1512623" y="80886"/>
                </a:cubicBezTo>
                <a:cubicBezTo>
                  <a:pt x="1519587" y="89385"/>
                  <a:pt x="1523068" y="100346"/>
                  <a:pt x="1523068" y="113771"/>
                </a:cubicBezTo>
                <a:lnTo>
                  <a:pt x="1523068" y="173037"/>
                </a:lnTo>
                <a:cubicBezTo>
                  <a:pt x="1523068" y="176604"/>
                  <a:pt x="1523960" y="179026"/>
                  <a:pt x="1525743" y="180302"/>
                </a:cubicBezTo>
                <a:cubicBezTo>
                  <a:pt x="1528121" y="182256"/>
                  <a:pt x="1531645" y="183233"/>
                  <a:pt x="1536316" y="183233"/>
                </a:cubicBezTo>
                <a:lnTo>
                  <a:pt x="1542303" y="183233"/>
                </a:lnTo>
                <a:lnTo>
                  <a:pt x="1542303" y="192930"/>
                </a:lnTo>
                <a:lnTo>
                  <a:pt x="1482307" y="192930"/>
                </a:lnTo>
                <a:lnTo>
                  <a:pt x="1482307" y="183233"/>
                </a:lnTo>
                <a:lnTo>
                  <a:pt x="1488294" y="183233"/>
                </a:lnTo>
                <a:cubicBezTo>
                  <a:pt x="1493389" y="183233"/>
                  <a:pt x="1496956" y="182383"/>
                  <a:pt x="1498994" y="180685"/>
                </a:cubicBezTo>
                <a:cubicBezTo>
                  <a:pt x="1501032" y="178986"/>
                  <a:pt x="1502051" y="176437"/>
                  <a:pt x="1502051" y="173037"/>
                </a:cubicBezTo>
                <a:lnTo>
                  <a:pt x="1502051" y="113783"/>
                </a:lnTo>
                <a:cubicBezTo>
                  <a:pt x="1502051" y="104946"/>
                  <a:pt x="1499885" y="98108"/>
                  <a:pt x="1495554" y="93267"/>
                </a:cubicBezTo>
                <a:cubicBezTo>
                  <a:pt x="1491223" y="88424"/>
                  <a:pt x="1485534" y="86002"/>
                  <a:pt x="1478485" y="86002"/>
                </a:cubicBezTo>
                <a:cubicBezTo>
                  <a:pt x="1473135" y="86002"/>
                  <a:pt x="1468295" y="87427"/>
                  <a:pt x="1463964" y="90277"/>
                </a:cubicBezTo>
                <a:cubicBezTo>
                  <a:pt x="1459633" y="93126"/>
                  <a:pt x="1456236" y="97188"/>
                  <a:pt x="1453774" y="102462"/>
                </a:cubicBezTo>
                <a:cubicBezTo>
                  <a:pt x="1450122" y="110023"/>
                  <a:pt x="1448296" y="116434"/>
                  <a:pt x="1448296" y="121698"/>
                </a:cubicBezTo>
                <a:lnTo>
                  <a:pt x="1448296" y="173041"/>
                </a:lnTo>
                <a:cubicBezTo>
                  <a:pt x="1448296" y="176523"/>
                  <a:pt x="1449230" y="179092"/>
                  <a:pt x="1451099" y="180748"/>
                </a:cubicBezTo>
                <a:cubicBezTo>
                  <a:pt x="1452967" y="182405"/>
                  <a:pt x="1455854" y="183233"/>
                  <a:pt x="1459760" y="183233"/>
                </a:cubicBezTo>
                <a:lnTo>
                  <a:pt x="1467913" y="183233"/>
                </a:lnTo>
                <a:lnTo>
                  <a:pt x="1467913" y="192930"/>
                </a:lnTo>
                <a:lnTo>
                  <a:pt x="1407152" y="192930"/>
                </a:lnTo>
                <a:lnTo>
                  <a:pt x="1407152" y="183233"/>
                </a:lnTo>
                <a:lnTo>
                  <a:pt x="1414031" y="183233"/>
                </a:lnTo>
                <a:cubicBezTo>
                  <a:pt x="1418362" y="183233"/>
                  <a:pt x="1421589" y="182385"/>
                  <a:pt x="1423712" y="180689"/>
                </a:cubicBezTo>
                <a:cubicBezTo>
                  <a:pt x="1425835" y="178990"/>
                  <a:pt x="1426896" y="176826"/>
                  <a:pt x="1426896" y="174197"/>
                </a:cubicBezTo>
                <a:lnTo>
                  <a:pt x="1426896" y="119218"/>
                </a:lnTo>
                <a:cubicBezTo>
                  <a:pt x="1426896" y="107595"/>
                  <a:pt x="1424837" y="99154"/>
                  <a:pt x="1420718" y="93893"/>
                </a:cubicBezTo>
                <a:cubicBezTo>
                  <a:pt x="1416600" y="88632"/>
                  <a:pt x="1411059" y="86002"/>
                  <a:pt x="1404095" y="86002"/>
                </a:cubicBezTo>
                <a:cubicBezTo>
                  <a:pt x="1395094" y="86002"/>
                  <a:pt x="1388173" y="89056"/>
                  <a:pt x="1383332" y="95165"/>
                </a:cubicBezTo>
                <a:cubicBezTo>
                  <a:pt x="1376454" y="103818"/>
                  <a:pt x="1373014" y="113914"/>
                  <a:pt x="1373014" y="125454"/>
                </a:cubicBezTo>
                <a:lnTo>
                  <a:pt x="1373014" y="173053"/>
                </a:lnTo>
                <a:cubicBezTo>
                  <a:pt x="1373014" y="176700"/>
                  <a:pt x="1373821" y="179203"/>
                  <a:pt x="1375435" y="180561"/>
                </a:cubicBezTo>
                <a:cubicBezTo>
                  <a:pt x="1377728" y="182342"/>
                  <a:pt x="1381294" y="183233"/>
                  <a:pt x="1386135" y="183233"/>
                </a:cubicBezTo>
                <a:lnTo>
                  <a:pt x="1392249" y="183233"/>
                </a:lnTo>
                <a:lnTo>
                  <a:pt x="1392249" y="192930"/>
                </a:lnTo>
                <a:lnTo>
                  <a:pt x="1332125" y="192930"/>
                </a:lnTo>
                <a:lnTo>
                  <a:pt x="1332125" y="183233"/>
                </a:lnTo>
                <a:lnTo>
                  <a:pt x="1341169" y="183233"/>
                </a:lnTo>
                <a:cubicBezTo>
                  <a:pt x="1344566" y="183233"/>
                  <a:pt x="1347178" y="182386"/>
                  <a:pt x="1349003" y="180693"/>
                </a:cubicBezTo>
                <a:cubicBezTo>
                  <a:pt x="1350829" y="178997"/>
                  <a:pt x="1351742" y="176835"/>
                  <a:pt x="1351742" y="174209"/>
                </a:cubicBezTo>
                <a:lnTo>
                  <a:pt x="1351742" y="96158"/>
                </a:lnTo>
                <a:cubicBezTo>
                  <a:pt x="1351742" y="91836"/>
                  <a:pt x="1350638" y="88615"/>
                  <a:pt x="1348430" y="86496"/>
                </a:cubicBezTo>
                <a:cubicBezTo>
                  <a:pt x="1346222" y="84378"/>
                  <a:pt x="1341806" y="83022"/>
                  <a:pt x="1335183" y="82429"/>
                </a:cubicBezTo>
                <a:lnTo>
                  <a:pt x="1335183" y="73497"/>
                </a:lnTo>
                <a:close/>
                <a:moveTo>
                  <a:pt x="1685454" y="179660"/>
                </a:moveTo>
                <a:lnTo>
                  <a:pt x="1690040" y="186861"/>
                </a:lnTo>
                <a:cubicBezTo>
                  <a:pt x="1683840" y="193289"/>
                  <a:pt x="1676962" y="196503"/>
                  <a:pt x="1669404" y="196503"/>
                </a:cubicBezTo>
                <a:cubicBezTo>
                  <a:pt x="1663629" y="196503"/>
                  <a:pt x="1658768" y="194929"/>
                  <a:pt x="1654819" y="191782"/>
                </a:cubicBezTo>
                <a:cubicBezTo>
                  <a:pt x="1650870" y="188634"/>
                  <a:pt x="1647410" y="183105"/>
                  <a:pt x="1644437" y="175194"/>
                </a:cubicBezTo>
                <a:cubicBezTo>
                  <a:pt x="1636370" y="183701"/>
                  <a:pt x="1629279" y="189379"/>
                  <a:pt x="1623165" y="192228"/>
                </a:cubicBezTo>
                <a:cubicBezTo>
                  <a:pt x="1617051" y="195078"/>
                  <a:pt x="1609705" y="196503"/>
                  <a:pt x="1601128" y="196503"/>
                </a:cubicBezTo>
                <a:cubicBezTo>
                  <a:pt x="1588900" y="196503"/>
                  <a:pt x="1579601" y="193866"/>
                  <a:pt x="1573232" y="188592"/>
                </a:cubicBezTo>
                <a:cubicBezTo>
                  <a:pt x="1566863" y="183318"/>
                  <a:pt x="1563678" y="176555"/>
                  <a:pt x="1563678" y="168304"/>
                </a:cubicBezTo>
                <a:cubicBezTo>
                  <a:pt x="1563678" y="155884"/>
                  <a:pt x="1570960" y="145570"/>
                  <a:pt x="1585524" y="137361"/>
                </a:cubicBezTo>
                <a:cubicBezTo>
                  <a:pt x="1600088" y="129152"/>
                  <a:pt x="1619471" y="123686"/>
                  <a:pt x="1643673" y="120964"/>
                </a:cubicBezTo>
                <a:lnTo>
                  <a:pt x="1643673" y="102845"/>
                </a:lnTo>
                <a:cubicBezTo>
                  <a:pt x="1643673" y="96380"/>
                  <a:pt x="1641083" y="90851"/>
                  <a:pt x="1635903" y="86257"/>
                </a:cubicBezTo>
                <a:cubicBezTo>
                  <a:pt x="1630723" y="81664"/>
                  <a:pt x="1624142" y="79367"/>
                  <a:pt x="1616159" y="79367"/>
                </a:cubicBezTo>
                <a:cubicBezTo>
                  <a:pt x="1608771" y="79367"/>
                  <a:pt x="1602402" y="80893"/>
                  <a:pt x="1597052" y="83944"/>
                </a:cubicBezTo>
                <a:cubicBezTo>
                  <a:pt x="1593231" y="86233"/>
                  <a:pt x="1591320" y="88481"/>
                  <a:pt x="1591320" y="90687"/>
                </a:cubicBezTo>
                <a:cubicBezTo>
                  <a:pt x="1591320" y="91958"/>
                  <a:pt x="1592339" y="93950"/>
                  <a:pt x="1594377" y="96664"/>
                </a:cubicBezTo>
                <a:cubicBezTo>
                  <a:pt x="1596840" y="100056"/>
                  <a:pt x="1598071" y="103067"/>
                  <a:pt x="1598071" y="105696"/>
                </a:cubicBezTo>
                <a:cubicBezTo>
                  <a:pt x="1598071" y="109511"/>
                  <a:pt x="1596840" y="112626"/>
                  <a:pt x="1594377" y="115043"/>
                </a:cubicBezTo>
                <a:cubicBezTo>
                  <a:pt x="1591914" y="117459"/>
                  <a:pt x="1588687" y="118667"/>
                  <a:pt x="1584696" y="118667"/>
                </a:cubicBezTo>
                <a:cubicBezTo>
                  <a:pt x="1580450" y="118667"/>
                  <a:pt x="1576905" y="117221"/>
                  <a:pt x="1574060" y="114329"/>
                </a:cubicBezTo>
                <a:cubicBezTo>
                  <a:pt x="1571215" y="111437"/>
                  <a:pt x="1569793" y="107736"/>
                  <a:pt x="1569793" y="103228"/>
                </a:cubicBezTo>
                <a:cubicBezTo>
                  <a:pt x="1569793" y="94806"/>
                  <a:pt x="1574527" y="87108"/>
                  <a:pt x="1583996" y="80132"/>
                </a:cubicBezTo>
                <a:cubicBezTo>
                  <a:pt x="1593464" y="73157"/>
                  <a:pt x="1605884" y="69669"/>
                  <a:pt x="1621254" y="69669"/>
                </a:cubicBezTo>
                <a:cubicBezTo>
                  <a:pt x="1635436" y="69669"/>
                  <a:pt x="1646263" y="72732"/>
                  <a:pt x="1653736" y="78856"/>
                </a:cubicBezTo>
                <a:cubicBezTo>
                  <a:pt x="1661209" y="85066"/>
                  <a:pt x="1664946" y="92595"/>
                  <a:pt x="1664946" y="101441"/>
                </a:cubicBezTo>
                <a:lnTo>
                  <a:pt x="1664946" y="166772"/>
                </a:lnTo>
                <a:cubicBezTo>
                  <a:pt x="1664946" y="172557"/>
                  <a:pt x="1665880" y="176810"/>
                  <a:pt x="1667748" y="179532"/>
                </a:cubicBezTo>
                <a:cubicBezTo>
                  <a:pt x="1669616" y="182339"/>
                  <a:pt x="1672037" y="183743"/>
                  <a:pt x="1675009" y="183743"/>
                </a:cubicBezTo>
                <a:cubicBezTo>
                  <a:pt x="1678321" y="183743"/>
                  <a:pt x="1681802" y="182382"/>
                  <a:pt x="1685454" y="179660"/>
                </a:cubicBezTo>
                <a:moveTo>
                  <a:pt x="1643673" y="129386"/>
                </a:moveTo>
                <a:cubicBezTo>
                  <a:pt x="1622103" y="132363"/>
                  <a:pt x="1606818" y="137212"/>
                  <a:pt x="1597816" y="143932"/>
                </a:cubicBezTo>
                <a:cubicBezTo>
                  <a:pt x="1591108" y="149036"/>
                  <a:pt x="1587753" y="156267"/>
                  <a:pt x="1587753" y="165624"/>
                </a:cubicBezTo>
                <a:cubicBezTo>
                  <a:pt x="1587753" y="172174"/>
                  <a:pt x="1589494" y="177299"/>
                  <a:pt x="1592976" y="181000"/>
                </a:cubicBezTo>
                <a:cubicBezTo>
                  <a:pt x="1596458" y="184700"/>
                  <a:pt x="1601001" y="186550"/>
                  <a:pt x="1606606" y="186550"/>
                </a:cubicBezTo>
                <a:cubicBezTo>
                  <a:pt x="1616626" y="186550"/>
                  <a:pt x="1625309" y="182744"/>
                  <a:pt x="1632655" y="175130"/>
                </a:cubicBezTo>
                <a:cubicBezTo>
                  <a:pt x="1640000" y="167517"/>
                  <a:pt x="1643673" y="157968"/>
                  <a:pt x="1643673" y="146484"/>
                </a:cubicBezTo>
                <a:lnTo>
                  <a:pt x="1643673" y="129386"/>
                </a:lnTo>
                <a:close/>
                <a:moveTo>
                  <a:pt x="1703950" y="73242"/>
                </a:moveTo>
                <a:lnTo>
                  <a:pt x="1743565" y="70945"/>
                </a:lnTo>
                <a:cubicBezTo>
                  <a:pt x="1745179" y="78426"/>
                  <a:pt x="1746367" y="87182"/>
                  <a:pt x="1747132" y="97215"/>
                </a:cubicBezTo>
                <a:cubicBezTo>
                  <a:pt x="1752482" y="88543"/>
                  <a:pt x="1758787" y="82040"/>
                  <a:pt x="1766048" y="77704"/>
                </a:cubicBezTo>
                <a:cubicBezTo>
                  <a:pt x="1773308" y="73368"/>
                  <a:pt x="1781524" y="71200"/>
                  <a:pt x="1790696" y="71200"/>
                </a:cubicBezTo>
                <a:cubicBezTo>
                  <a:pt x="1798593" y="71200"/>
                  <a:pt x="1805217" y="72752"/>
                  <a:pt x="1810567" y="75854"/>
                </a:cubicBezTo>
                <a:cubicBezTo>
                  <a:pt x="1815917" y="78953"/>
                  <a:pt x="1820206" y="83861"/>
                  <a:pt x="1823432" y="90576"/>
                </a:cubicBezTo>
                <a:cubicBezTo>
                  <a:pt x="1826659" y="97288"/>
                  <a:pt x="1828273" y="104807"/>
                  <a:pt x="1828273" y="113133"/>
                </a:cubicBezTo>
                <a:lnTo>
                  <a:pt x="1828273" y="171250"/>
                </a:lnTo>
                <a:cubicBezTo>
                  <a:pt x="1828273" y="175586"/>
                  <a:pt x="1829250" y="178667"/>
                  <a:pt x="1831203" y="180493"/>
                </a:cubicBezTo>
                <a:cubicBezTo>
                  <a:pt x="1833156" y="182320"/>
                  <a:pt x="1836425" y="183233"/>
                  <a:pt x="1841011" y="183233"/>
                </a:cubicBezTo>
                <a:lnTo>
                  <a:pt x="1849418" y="183233"/>
                </a:lnTo>
                <a:lnTo>
                  <a:pt x="1849418" y="192930"/>
                </a:lnTo>
                <a:lnTo>
                  <a:pt x="1786492" y="192930"/>
                </a:lnTo>
                <a:lnTo>
                  <a:pt x="1786492" y="183233"/>
                </a:lnTo>
                <a:lnTo>
                  <a:pt x="1792479" y="183233"/>
                </a:lnTo>
                <a:cubicBezTo>
                  <a:pt x="1798084" y="183233"/>
                  <a:pt x="1801990" y="182341"/>
                  <a:pt x="1804198" y="180557"/>
                </a:cubicBezTo>
                <a:cubicBezTo>
                  <a:pt x="1806406" y="178773"/>
                  <a:pt x="1807510" y="176096"/>
                  <a:pt x="1807510" y="172526"/>
                </a:cubicBezTo>
                <a:lnTo>
                  <a:pt x="1807510" y="121427"/>
                </a:lnTo>
                <a:cubicBezTo>
                  <a:pt x="1807510" y="110299"/>
                  <a:pt x="1805812" y="102058"/>
                  <a:pt x="1802415" y="96704"/>
                </a:cubicBezTo>
                <a:cubicBezTo>
                  <a:pt x="1797659" y="89059"/>
                  <a:pt x="1790441" y="85236"/>
                  <a:pt x="1780760" y="85236"/>
                </a:cubicBezTo>
                <a:cubicBezTo>
                  <a:pt x="1771164" y="85236"/>
                  <a:pt x="1763160" y="89102"/>
                  <a:pt x="1756749" y="96832"/>
                </a:cubicBezTo>
                <a:cubicBezTo>
                  <a:pt x="1750337" y="104562"/>
                  <a:pt x="1747132" y="114629"/>
                  <a:pt x="1747132" y="127033"/>
                </a:cubicBezTo>
                <a:lnTo>
                  <a:pt x="1747132" y="171254"/>
                </a:lnTo>
                <a:cubicBezTo>
                  <a:pt x="1747132" y="175587"/>
                  <a:pt x="1748130" y="178667"/>
                  <a:pt x="1750125" y="180493"/>
                </a:cubicBezTo>
                <a:cubicBezTo>
                  <a:pt x="1752121" y="182320"/>
                  <a:pt x="1755411" y="183233"/>
                  <a:pt x="1759997" y="183233"/>
                </a:cubicBezTo>
                <a:lnTo>
                  <a:pt x="1768277" y="183233"/>
                </a:lnTo>
                <a:lnTo>
                  <a:pt x="1768277" y="192930"/>
                </a:lnTo>
                <a:lnTo>
                  <a:pt x="1705096" y="192930"/>
                </a:lnTo>
                <a:lnTo>
                  <a:pt x="1705096" y="183233"/>
                </a:lnTo>
                <a:lnTo>
                  <a:pt x="1713376" y="183233"/>
                </a:lnTo>
                <a:cubicBezTo>
                  <a:pt x="1717537" y="183233"/>
                  <a:pt x="1720700" y="182383"/>
                  <a:pt x="1722866" y="180685"/>
                </a:cubicBezTo>
                <a:cubicBezTo>
                  <a:pt x="1725031" y="178986"/>
                  <a:pt x="1726114" y="176862"/>
                  <a:pt x="1726114" y="174313"/>
                </a:cubicBezTo>
                <a:lnTo>
                  <a:pt x="1726114" y="97211"/>
                </a:lnTo>
                <a:cubicBezTo>
                  <a:pt x="1726114" y="92115"/>
                  <a:pt x="1724734" y="88250"/>
                  <a:pt x="1721974" y="85615"/>
                </a:cubicBezTo>
                <a:cubicBezTo>
                  <a:pt x="1719214" y="82981"/>
                  <a:pt x="1715244" y="81664"/>
                  <a:pt x="1710064" y="81664"/>
                </a:cubicBezTo>
                <a:lnTo>
                  <a:pt x="1703950" y="81664"/>
                </a:lnTo>
                <a:lnTo>
                  <a:pt x="1703950" y="73242"/>
                </a:lnTo>
                <a:close/>
                <a:moveTo>
                  <a:pt x="1859138" y="0"/>
                </a:moveTo>
                <a:cubicBezTo>
                  <a:pt x="1873999" y="13526"/>
                  <a:pt x="1884869" y="24499"/>
                  <a:pt x="1891747" y="32921"/>
                </a:cubicBezTo>
                <a:cubicBezTo>
                  <a:pt x="1902447" y="46106"/>
                  <a:pt x="1910621" y="60142"/>
                  <a:pt x="1916268" y="75028"/>
                </a:cubicBezTo>
                <a:cubicBezTo>
                  <a:pt x="1921915" y="89915"/>
                  <a:pt x="1924739" y="105567"/>
                  <a:pt x="1924739" y="121985"/>
                </a:cubicBezTo>
                <a:cubicBezTo>
                  <a:pt x="1924739" y="138148"/>
                  <a:pt x="1922021" y="153417"/>
                  <a:pt x="1916586" y="167793"/>
                </a:cubicBezTo>
                <a:cubicBezTo>
                  <a:pt x="1911151" y="182169"/>
                  <a:pt x="1902999" y="196248"/>
                  <a:pt x="1892129" y="210029"/>
                </a:cubicBezTo>
                <a:cubicBezTo>
                  <a:pt x="1884402" y="219811"/>
                  <a:pt x="1873404" y="231040"/>
                  <a:pt x="1859138" y="243715"/>
                </a:cubicBezTo>
                <a:lnTo>
                  <a:pt x="1855826" y="237080"/>
                </a:lnTo>
                <a:cubicBezTo>
                  <a:pt x="1867120" y="225170"/>
                  <a:pt x="1875761" y="213814"/>
                  <a:pt x="1881748" y="203011"/>
                </a:cubicBezTo>
                <a:cubicBezTo>
                  <a:pt x="1887735" y="192207"/>
                  <a:pt x="1892299" y="180298"/>
                  <a:pt x="1895441" y="167283"/>
                </a:cubicBezTo>
                <a:cubicBezTo>
                  <a:pt x="1898583" y="154268"/>
                  <a:pt x="1900154" y="139466"/>
                  <a:pt x="1900154" y="122878"/>
                </a:cubicBezTo>
                <a:cubicBezTo>
                  <a:pt x="1900154" y="105525"/>
                  <a:pt x="1898626" y="90277"/>
                  <a:pt x="1895569" y="77134"/>
                </a:cubicBezTo>
                <a:cubicBezTo>
                  <a:pt x="1892511" y="63991"/>
                  <a:pt x="1888117" y="52209"/>
                  <a:pt x="1882385" y="41789"/>
                </a:cubicBezTo>
                <a:cubicBezTo>
                  <a:pt x="1876653" y="31368"/>
                  <a:pt x="1867800" y="19778"/>
                  <a:pt x="1855826" y="7018"/>
                </a:cubicBezTo>
                <a:lnTo>
                  <a:pt x="18591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S">
            <a:extLst xmlns:a="http://schemas.openxmlformats.org/drawingml/2006/main">
              <a:ext uri="{FF2B5EF4-FFF2-40B4-BE49-F238E27FC236}">
                <a16:creationId xmlns:a16="http://schemas.microsoft.com/office/drawing/2014/main" id="{C1D19A44-94A7-47E1-A759-8A77CDFE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390" y="2515086"/>
            <a:ext cx="111160" cy="145090"/>
          </a:xfrm>
          <a:custGeom xmlns:a="http://schemas.openxmlformats.org/drawingml/2006/main">
            <a:pathLst>
              <a:path w="111160" h="145090">
                <a:moveTo>
                  <a:pt x="53528" y="23322"/>
                </a:moveTo>
                <a:cubicBezTo>
                  <a:pt x="47549" y="23322"/>
                  <a:pt x="42540" y="24535"/>
                  <a:pt x="38500" y="26963"/>
                </a:cubicBezTo>
                <a:cubicBezTo>
                  <a:pt x="34461" y="29390"/>
                  <a:pt x="32441" y="32807"/>
                  <a:pt x="32441" y="37213"/>
                </a:cubicBezTo>
                <a:cubicBezTo>
                  <a:pt x="32441" y="40151"/>
                  <a:pt x="33364" y="42658"/>
                  <a:pt x="35208" y="44734"/>
                </a:cubicBezTo>
                <a:cubicBezTo>
                  <a:pt x="37053" y="46809"/>
                  <a:pt x="40202" y="48709"/>
                  <a:pt x="44655" y="50433"/>
                </a:cubicBezTo>
                <a:cubicBezTo>
                  <a:pt x="49107" y="52158"/>
                  <a:pt x="55437" y="53978"/>
                  <a:pt x="63642" y="55893"/>
                </a:cubicBezTo>
                <a:cubicBezTo>
                  <a:pt x="75983" y="58765"/>
                  <a:pt x="85604" y="62227"/>
                  <a:pt x="92506" y="66279"/>
                </a:cubicBezTo>
                <a:cubicBezTo>
                  <a:pt x="99408" y="70329"/>
                  <a:pt x="104242" y="75178"/>
                  <a:pt x="107009" y="80825"/>
                </a:cubicBezTo>
                <a:cubicBezTo>
                  <a:pt x="109776" y="86472"/>
                  <a:pt x="111160" y="93474"/>
                  <a:pt x="111160" y="101832"/>
                </a:cubicBezTo>
                <a:cubicBezTo>
                  <a:pt x="111160" y="111529"/>
                  <a:pt x="108631" y="119616"/>
                  <a:pt x="103574" y="126094"/>
                </a:cubicBezTo>
                <a:cubicBezTo>
                  <a:pt x="98517" y="132570"/>
                  <a:pt x="91854" y="137354"/>
                  <a:pt x="83584" y="140449"/>
                </a:cubicBezTo>
                <a:cubicBezTo>
                  <a:pt x="75315" y="143543"/>
                  <a:pt x="66250" y="145090"/>
                  <a:pt x="56391" y="145090"/>
                </a:cubicBezTo>
                <a:cubicBezTo>
                  <a:pt x="40552" y="145090"/>
                  <a:pt x="27734" y="141039"/>
                  <a:pt x="17938" y="132937"/>
                </a:cubicBezTo>
                <a:cubicBezTo>
                  <a:pt x="8142" y="124832"/>
                  <a:pt x="2163" y="113188"/>
                  <a:pt x="0" y="98002"/>
                </a:cubicBezTo>
                <a:lnTo>
                  <a:pt x="28148" y="94559"/>
                </a:lnTo>
                <a:cubicBezTo>
                  <a:pt x="29802" y="103756"/>
                  <a:pt x="32934" y="110527"/>
                  <a:pt x="37546" y="114872"/>
                </a:cubicBezTo>
                <a:cubicBezTo>
                  <a:pt x="42158" y="119215"/>
                  <a:pt x="48694" y="121387"/>
                  <a:pt x="57154" y="121387"/>
                </a:cubicBezTo>
                <a:cubicBezTo>
                  <a:pt x="62243" y="121387"/>
                  <a:pt x="66743" y="120669"/>
                  <a:pt x="70656" y="119233"/>
                </a:cubicBezTo>
                <a:cubicBezTo>
                  <a:pt x="74568" y="117795"/>
                  <a:pt x="77605" y="115767"/>
                  <a:pt x="79768" y="113149"/>
                </a:cubicBezTo>
                <a:cubicBezTo>
                  <a:pt x="81930" y="110530"/>
                  <a:pt x="83012" y="107434"/>
                  <a:pt x="83012" y="103860"/>
                </a:cubicBezTo>
                <a:cubicBezTo>
                  <a:pt x="83012" y="99772"/>
                  <a:pt x="82233" y="96579"/>
                  <a:pt x="80674" y="94281"/>
                </a:cubicBezTo>
                <a:cubicBezTo>
                  <a:pt x="79116" y="91981"/>
                  <a:pt x="76062" y="89889"/>
                  <a:pt x="71514" y="88005"/>
                </a:cubicBezTo>
                <a:cubicBezTo>
                  <a:pt x="66966" y="86122"/>
                  <a:pt x="59858" y="84031"/>
                  <a:pt x="50189" y="81733"/>
                </a:cubicBezTo>
                <a:cubicBezTo>
                  <a:pt x="38802" y="78989"/>
                  <a:pt x="29802" y="75608"/>
                  <a:pt x="23186" y="71589"/>
                </a:cubicBezTo>
                <a:cubicBezTo>
                  <a:pt x="16571" y="67569"/>
                  <a:pt x="11879" y="62943"/>
                  <a:pt x="9112" y="57712"/>
                </a:cubicBezTo>
                <a:cubicBezTo>
                  <a:pt x="6345" y="52479"/>
                  <a:pt x="4962" y="46353"/>
                  <a:pt x="4962" y="39334"/>
                </a:cubicBezTo>
                <a:cubicBezTo>
                  <a:pt x="4962" y="31678"/>
                  <a:pt x="6918" y="24883"/>
                  <a:pt x="10830" y="18949"/>
                </a:cubicBezTo>
                <a:cubicBezTo>
                  <a:pt x="14742" y="13015"/>
                  <a:pt x="20451" y="8373"/>
                  <a:pt x="27957" y="5024"/>
                </a:cubicBezTo>
                <a:cubicBezTo>
                  <a:pt x="35463" y="1675"/>
                  <a:pt x="44432" y="0"/>
                  <a:pt x="54864" y="0"/>
                </a:cubicBezTo>
                <a:cubicBezTo>
                  <a:pt x="69876" y="0"/>
                  <a:pt x="81819" y="3462"/>
                  <a:pt x="90693" y="10385"/>
                </a:cubicBezTo>
                <a:cubicBezTo>
                  <a:pt x="99567" y="17307"/>
                  <a:pt x="105085" y="27372"/>
                  <a:pt x="107248" y="40580"/>
                </a:cubicBezTo>
                <a:lnTo>
                  <a:pt x="79100" y="43737"/>
                </a:lnTo>
                <a:cubicBezTo>
                  <a:pt x="78209" y="36453"/>
                  <a:pt x="75697" y="31230"/>
                  <a:pt x="71562" y="28068"/>
                </a:cubicBezTo>
                <a:cubicBezTo>
                  <a:pt x="67427" y="24904"/>
                  <a:pt x="61416" y="23322"/>
                  <a:pt x="53528" y="23322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1">
            <a:extLst xmlns:a="http://schemas.openxmlformats.org/drawingml/2006/main">
              <a:ext uri="{FF2B5EF4-FFF2-40B4-BE49-F238E27FC236}">
                <a16:creationId xmlns:a16="http://schemas.microsoft.com/office/drawing/2014/main" id="{619D6834-A8CE-4B5C-B144-983BF052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650" y="2611961"/>
            <a:ext cx="42386" cy="93689"/>
          </a:xfrm>
          <a:custGeom xmlns:a="http://schemas.openxmlformats.org/drawingml/2006/main">
            <a:pathLst>
              <a:path w="42386" h="93689">
                <a:moveTo>
                  <a:pt x="24239" y="93689"/>
                </a:moveTo>
                <a:lnTo>
                  <a:pt x="24239" y="26314"/>
                </a:lnTo>
                <a:cubicBezTo>
                  <a:pt x="21066" y="29368"/>
                  <a:pt x="17333" y="32082"/>
                  <a:pt x="13039" y="34458"/>
                </a:cubicBezTo>
                <a:cubicBezTo>
                  <a:pt x="8746" y="36832"/>
                  <a:pt x="4399" y="38634"/>
                  <a:pt x="0" y="39864"/>
                </a:cubicBezTo>
                <a:lnTo>
                  <a:pt x="0" y="23716"/>
                </a:lnTo>
                <a:cubicBezTo>
                  <a:pt x="6726" y="21130"/>
                  <a:pt x="12500" y="17972"/>
                  <a:pt x="17322" y="14242"/>
                </a:cubicBezTo>
                <a:cubicBezTo>
                  <a:pt x="22145" y="10511"/>
                  <a:pt x="25656" y="5764"/>
                  <a:pt x="27855" y="0"/>
                </a:cubicBezTo>
                <a:lnTo>
                  <a:pt x="42386" y="0"/>
                </a:lnTo>
                <a:lnTo>
                  <a:pt x="42386" y="93689"/>
                </a:lnTo>
                <a:lnTo>
                  <a:pt x="24239" y="93689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S">
            <a:extLst xmlns:a="http://schemas.openxmlformats.org/drawingml/2006/main">
              <a:ext uri="{FF2B5EF4-FFF2-40B4-BE49-F238E27FC236}">
                <a16:creationId xmlns:a16="http://schemas.microsoft.com/office/drawing/2014/main" id="{115BC227-404B-4640-83E1-7F3874B0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672" y="2497508"/>
            <a:ext cx="111160" cy="145090"/>
          </a:xfrm>
          <a:custGeom xmlns:a="http://schemas.openxmlformats.org/drawingml/2006/main">
            <a:pathLst>
              <a:path w="111160" h="145090">
                <a:moveTo>
                  <a:pt x="53528" y="23322"/>
                </a:moveTo>
                <a:cubicBezTo>
                  <a:pt x="47549" y="23322"/>
                  <a:pt x="42540" y="24535"/>
                  <a:pt x="38500" y="26963"/>
                </a:cubicBezTo>
                <a:cubicBezTo>
                  <a:pt x="34461" y="29390"/>
                  <a:pt x="32441" y="32807"/>
                  <a:pt x="32441" y="37213"/>
                </a:cubicBezTo>
                <a:cubicBezTo>
                  <a:pt x="32441" y="40151"/>
                  <a:pt x="33364" y="42658"/>
                  <a:pt x="35208" y="44734"/>
                </a:cubicBezTo>
                <a:cubicBezTo>
                  <a:pt x="37053" y="46809"/>
                  <a:pt x="40202" y="48709"/>
                  <a:pt x="44655" y="50433"/>
                </a:cubicBezTo>
                <a:cubicBezTo>
                  <a:pt x="49107" y="52158"/>
                  <a:pt x="55437" y="53978"/>
                  <a:pt x="63642" y="55893"/>
                </a:cubicBezTo>
                <a:cubicBezTo>
                  <a:pt x="75983" y="58765"/>
                  <a:pt x="85604" y="62227"/>
                  <a:pt x="92506" y="66279"/>
                </a:cubicBezTo>
                <a:cubicBezTo>
                  <a:pt x="99408" y="70329"/>
                  <a:pt x="104242" y="75178"/>
                  <a:pt x="107009" y="80825"/>
                </a:cubicBezTo>
                <a:cubicBezTo>
                  <a:pt x="109776" y="86472"/>
                  <a:pt x="111160" y="93474"/>
                  <a:pt x="111160" y="101832"/>
                </a:cubicBezTo>
                <a:cubicBezTo>
                  <a:pt x="111160" y="111529"/>
                  <a:pt x="108631" y="119616"/>
                  <a:pt x="103574" y="126094"/>
                </a:cubicBezTo>
                <a:cubicBezTo>
                  <a:pt x="98517" y="132570"/>
                  <a:pt x="91854" y="137354"/>
                  <a:pt x="83584" y="140449"/>
                </a:cubicBezTo>
                <a:cubicBezTo>
                  <a:pt x="75315" y="143543"/>
                  <a:pt x="66250" y="145090"/>
                  <a:pt x="56391" y="145090"/>
                </a:cubicBezTo>
                <a:cubicBezTo>
                  <a:pt x="40552" y="145090"/>
                  <a:pt x="27734" y="141039"/>
                  <a:pt x="17938" y="132937"/>
                </a:cubicBezTo>
                <a:cubicBezTo>
                  <a:pt x="8142" y="124832"/>
                  <a:pt x="2163" y="113188"/>
                  <a:pt x="0" y="98002"/>
                </a:cubicBezTo>
                <a:lnTo>
                  <a:pt x="28148" y="94559"/>
                </a:lnTo>
                <a:cubicBezTo>
                  <a:pt x="29802" y="103756"/>
                  <a:pt x="32934" y="110527"/>
                  <a:pt x="37546" y="114872"/>
                </a:cubicBezTo>
                <a:cubicBezTo>
                  <a:pt x="42158" y="119215"/>
                  <a:pt x="48694" y="121387"/>
                  <a:pt x="57154" y="121387"/>
                </a:cubicBezTo>
                <a:cubicBezTo>
                  <a:pt x="62243" y="121387"/>
                  <a:pt x="66743" y="120669"/>
                  <a:pt x="70656" y="119233"/>
                </a:cubicBezTo>
                <a:cubicBezTo>
                  <a:pt x="74568" y="117795"/>
                  <a:pt x="77605" y="115767"/>
                  <a:pt x="79768" y="113149"/>
                </a:cubicBezTo>
                <a:cubicBezTo>
                  <a:pt x="81930" y="110530"/>
                  <a:pt x="83012" y="107434"/>
                  <a:pt x="83012" y="103860"/>
                </a:cubicBezTo>
                <a:cubicBezTo>
                  <a:pt x="83012" y="99772"/>
                  <a:pt x="82233" y="96579"/>
                  <a:pt x="80674" y="94281"/>
                </a:cubicBezTo>
                <a:cubicBezTo>
                  <a:pt x="79116" y="91981"/>
                  <a:pt x="76062" y="89889"/>
                  <a:pt x="71514" y="88005"/>
                </a:cubicBezTo>
                <a:cubicBezTo>
                  <a:pt x="66966" y="86122"/>
                  <a:pt x="59858" y="84031"/>
                  <a:pt x="50189" y="81733"/>
                </a:cubicBezTo>
                <a:cubicBezTo>
                  <a:pt x="38802" y="78989"/>
                  <a:pt x="29802" y="75608"/>
                  <a:pt x="23186" y="71589"/>
                </a:cubicBezTo>
                <a:cubicBezTo>
                  <a:pt x="16571" y="67569"/>
                  <a:pt x="11879" y="62943"/>
                  <a:pt x="9112" y="57712"/>
                </a:cubicBezTo>
                <a:cubicBezTo>
                  <a:pt x="6345" y="52479"/>
                  <a:pt x="4962" y="46353"/>
                  <a:pt x="4962" y="39334"/>
                </a:cubicBezTo>
                <a:cubicBezTo>
                  <a:pt x="4962" y="31678"/>
                  <a:pt x="6918" y="24883"/>
                  <a:pt x="10830" y="18949"/>
                </a:cubicBezTo>
                <a:cubicBezTo>
                  <a:pt x="14742" y="13015"/>
                  <a:pt x="20451" y="8373"/>
                  <a:pt x="27957" y="5024"/>
                </a:cubicBezTo>
                <a:cubicBezTo>
                  <a:pt x="35463" y="1675"/>
                  <a:pt x="44432" y="0"/>
                  <a:pt x="54864" y="0"/>
                </a:cubicBezTo>
                <a:cubicBezTo>
                  <a:pt x="69876" y="0"/>
                  <a:pt x="81819" y="3462"/>
                  <a:pt x="90693" y="10385"/>
                </a:cubicBezTo>
                <a:cubicBezTo>
                  <a:pt x="99567" y="17307"/>
                  <a:pt x="105085" y="27372"/>
                  <a:pt x="107248" y="40580"/>
                </a:cubicBezTo>
                <a:lnTo>
                  <a:pt x="79100" y="43737"/>
                </a:lnTo>
                <a:cubicBezTo>
                  <a:pt x="78209" y="36453"/>
                  <a:pt x="75697" y="31230"/>
                  <a:pt x="71562" y="28068"/>
                </a:cubicBezTo>
                <a:cubicBezTo>
                  <a:pt x="67427" y="24904"/>
                  <a:pt x="61416" y="23322"/>
                  <a:pt x="53528" y="23322"/>
                </a:cubicBezTo>
                <a:close/>
              </a:path>
            </a:pathLst>
          </a:custGeom>
          <a:solidFill xmlns:a="http://schemas.openxmlformats.org/drawingml/2006/main">
            <a:srgbClr val="7F6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2">
            <a:extLst xmlns:a="http://schemas.openxmlformats.org/drawingml/2006/main">
              <a:ext uri="{FF2B5EF4-FFF2-40B4-BE49-F238E27FC236}">
                <a16:creationId xmlns:a16="http://schemas.microsoft.com/office/drawing/2014/main" id="{E4CCD9C9-0B59-44CE-841E-0FC8CC82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031" y="2594383"/>
            <a:ext cx="62500" cy="93689"/>
          </a:xfrm>
          <a:custGeom xmlns:a="http://schemas.openxmlformats.org/drawingml/2006/main">
            <a:pathLst>
              <a:path w="62500" h="93689">
                <a:moveTo>
                  <a:pt x="0" y="93689"/>
                </a:moveTo>
                <a:cubicBezTo>
                  <a:pt x="761" y="86310"/>
                  <a:pt x="3321" y="79610"/>
                  <a:pt x="7678" y="73589"/>
                </a:cubicBezTo>
                <a:cubicBezTo>
                  <a:pt x="10385" y="69815"/>
                  <a:pt x="13420" y="66169"/>
                  <a:pt x="16783" y="62649"/>
                </a:cubicBezTo>
                <a:cubicBezTo>
                  <a:pt x="20146" y="59129"/>
                  <a:pt x="24344" y="54953"/>
                  <a:pt x="29378" y="50120"/>
                </a:cubicBezTo>
                <a:cubicBezTo>
                  <a:pt x="32212" y="47363"/>
                  <a:pt x="34920" y="44712"/>
                  <a:pt x="37500" y="42167"/>
                </a:cubicBezTo>
                <a:cubicBezTo>
                  <a:pt x="41688" y="37925"/>
                  <a:pt x="43782" y="32963"/>
                  <a:pt x="43782" y="27279"/>
                </a:cubicBezTo>
                <a:cubicBezTo>
                  <a:pt x="43782" y="23335"/>
                  <a:pt x="42798" y="20281"/>
                  <a:pt x="40831" y="18119"/>
                </a:cubicBezTo>
                <a:cubicBezTo>
                  <a:pt x="38864" y="15955"/>
                  <a:pt x="36104" y="14873"/>
                  <a:pt x="32551" y="14873"/>
                </a:cubicBezTo>
                <a:cubicBezTo>
                  <a:pt x="28532" y="14873"/>
                  <a:pt x="25518" y="16072"/>
                  <a:pt x="23509" y="18470"/>
                </a:cubicBezTo>
                <a:cubicBezTo>
                  <a:pt x="21500" y="20867"/>
                  <a:pt x="20305" y="24484"/>
                  <a:pt x="19924" y="29321"/>
                </a:cubicBezTo>
                <a:lnTo>
                  <a:pt x="19924" y="29448"/>
                </a:lnTo>
                <a:lnTo>
                  <a:pt x="1523" y="27667"/>
                </a:lnTo>
                <a:cubicBezTo>
                  <a:pt x="2327" y="18297"/>
                  <a:pt x="5531" y="11344"/>
                  <a:pt x="11136" y="6807"/>
                </a:cubicBezTo>
                <a:cubicBezTo>
                  <a:pt x="16741" y="2269"/>
                  <a:pt x="24048" y="0"/>
                  <a:pt x="33058" y="0"/>
                </a:cubicBezTo>
                <a:cubicBezTo>
                  <a:pt x="39065" y="0"/>
                  <a:pt x="44300" y="1155"/>
                  <a:pt x="48763" y="3466"/>
                </a:cubicBezTo>
                <a:cubicBezTo>
                  <a:pt x="53225" y="5777"/>
                  <a:pt x="56631" y="8914"/>
                  <a:pt x="58978" y="12879"/>
                </a:cubicBezTo>
                <a:cubicBezTo>
                  <a:pt x="61326" y="16844"/>
                  <a:pt x="62500" y="21264"/>
                  <a:pt x="62500" y="26141"/>
                </a:cubicBezTo>
                <a:cubicBezTo>
                  <a:pt x="62500" y="30169"/>
                  <a:pt x="61812" y="34018"/>
                  <a:pt x="60438" y="37686"/>
                </a:cubicBezTo>
                <a:cubicBezTo>
                  <a:pt x="59063" y="41354"/>
                  <a:pt x="56831" y="45159"/>
                  <a:pt x="53744" y="49103"/>
                </a:cubicBezTo>
                <a:cubicBezTo>
                  <a:pt x="50656" y="53046"/>
                  <a:pt x="46510" y="57350"/>
                  <a:pt x="41307" y="62013"/>
                </a:cubicBezTo>
                <a:cubicBezTo>
                  <a:pt x="33524" y="69016"/>
                  <a:pt x="28765" y="74023"/>
                  <a:pt x="27030" y="77036"/>
                </a:cubicBezTo>
                <a:lnTo>
                  <a:pt x="62500" y="77036"/>
                </a:lnTo>
                <a:lnTo>
                  <a:pt x="62500" y="93689"/>
                </a:lnTo>
                <a:lnTo>
                  <a:pt x="0" y="93689"/>
                </a:lnTo>
                <a:close/>
              </a:path>
            </a:pathLst>
          </a:custGeom>
          <a:solidFill xmlns:a="http://schemas.openxmlformats.org/drawingml/2006/main">
            <a:srgbClr val="7F6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S">
            <a:extLst xmlns:a="http://schemas.openxmlformats.org/drawingml/2006/main">
              <a:ext uri="{FF2B5EF4-FFF2-40B4-BE49-F238E27FC236}">
                <a16:creationId xmlns:a16="http://schemas.microsoft.com/office/drawing/2014/main" id="{905C2D3A-A9BF-43E9-8291-30948855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168" y="1823615"/>
            <a:ext cx="111160" cy="145090"/>
          </a:xfrm>
          <a:custGeom xmlns:a="http://schemas.openxmlformats.org/drawingml/2006/main">
            <a:pathLst>
              <a:path w="111160" h="145090">
                <a:moveTo>
                  <a:pt x="53528" y="23322"/>
                </a:moveTo>
                <a:cubicBezTo>
                  <a:pt x="47549" y="23322"/>
                  <a:pt x="42540" y="24535"/>
                  <a:pt x="38500" y="26963"/>
                </a:cubicBezTo>
                <a:cubicBezTo>
                  <a:pt x="34461" y="29390"/>
                  <a:pt x="32441" y="32807"/>
                  <a:pt x="32441" y="37213"/>
                </a:cubicBezTo>
                <a:cubicBezTo>
                  <a:pt x="32441" y="40151"/>
                  <a:pt x="33364" y="42658"/>
                  <a:pt x="35208" y="44734"/>
                </a:cubicBezTo>
                <a:cubicBezTo>
                  <a:pt x="37053" y="46809"/>
                  <a:pt x="40202" y="48709"/>
                  <a:pt x="44655" y="50433"/>
                </a:cubicBezTo>
                <a:cubicBezTo>
                  <a:pt x="49107" y="52158"/>
                  <a:pt x="55437" y="53978"/>
                  <a:pt x="63642" y="55893"/>
                </a:cubicBezTo>
                <a:cubicBezTo>
                  <a:pt x="75983" y="58765"/>
                  <a:pt x="85604" y="62227"/>
                  <a:pt x="92506" y="66279"/>
                </a:cubicBezTo>
                <a:cubicBezTo>
                  <a:pt x="99408" y="70329"/>
                  <a:pt x="104242" y="75178"/>
                  <a:pt x="107009" y="80825"/>
                </a:cubicBezTo>
                <a:cubicBezTo>
                  <a:pt x="109776" y="86472"/>
                  <a:pt x="111160" y="93474"/>
                  <a:pt x="111160" y="101832"/>
                </a:cubicBezTo>
                <a:cubicBezTo>
                  <a:pt x="111160" y="111529"/>
                  <a:pt x="108631" y="119616"/>
                  <a:pt x="103574" y="126094"/>
                </a:cubicBezTo>
                <a:cubicBezTo>
                  <a:pt x="98517" y="132570"/>
                  <a:pt x="91854" y="137354"/>
                  <a:pt x="83584" y="140449"/>
                </a:cubicBezTo>
                <a:cubicBezTo>
                  <a:pt x="75315" y="143543"/>
                  <a:pt x="66250" y="145090"/>
                  <a:pt x="56391" y="145090"/>
                </a:cubicBezTo>
                <a:cubicBezTo>
                  <a:pt x="40552" y="145090"/>
                  <a:pt x="27734" y="141039"/>
                  <a:pt x="17938" y="132937"/>
                </a:cubicBezTo>
                <a:cubicBezTo>
                  <a:pt x="8142" y="124832"/>
                  <a:pt x="2163" y="113188"/>
                  <a:pt x="0" y="98002"/>
                </a:cubicBezTo>
                <a:lnTo>
                  <a:pt x="28148" y="94559"/>
                </a:lnTo>
                <a:cubicBezTo>
                  <a:pt x="29802" y="103756"/>
                  <a:pt x="32934" y="110527"/>
                  <a:pt x="37546" y="114872"/>
                </a:cubicBezTo>
                <a:cubicBezTo>
                  <a:pt x="42158" y="119215"/>
                  <a:pt x="48694" y="121387"/>
                  <a:pt x="57154" y="121387"/>
                </a:cubicBezTo>
                <a:cubicBezTo>
                  <a:pt x="62243" y="121387"/>
                  <a:pt x="66743" y="120669"/>
                  <a:pt x="70656" y="119233"/>
                </a:cubicBezTo>
                <a:cubicBezTo>
                  <a:pt x="74568" y="117795"/>
                  <a:pt x="77605" y="115767"/>
                  <a:pt x="79768" y="113149"/>
                </a:cubicBezTo>
                <a:cubicBezTo>
                  <a:pt x="81930" y="110530"/>
                  <a:pt x="83012" y="107434"/>
                  <a:pt x="83012" y="103860"/>
                </a:cubicBezTo>
                <a:cubicBezTo>
                  <a:pt x="83012" y="99772"/>
                  <a:pt x="82233" y="96579"/>
                  <a:pt x="80674" y="94281"/>
                </a:cubicBezTo>
                <a:cubicBezTo>
                  <a:pt x="79116" y="91981"/>
                  <a:pt x="76062" y="89889"/>
                  <a:pt x="71514" y="88005"/>
                </a:cubicBezTo>
                <a:cubicBezTo>
                  <a:pt x="66966" y="86122"/>
                  <a:pt x="59858" y="84031"/>
                  <a:pt x="50189" y="81733"/>
                </a:cubicBezTo>
                <a:cubicBezTo>
                  <a:pt x="38802" y="78989"/>
                  <a:pt x="29802" y="75608"/>
                  <a:pt x="23186" y="71589"/>
                </a:cubicBezTo>
                <a:cubicBezTo>
                  <a:pt x="16571" y="67569"/>
                  <a:pt x="11879" y="62943"/>
                  <a:pt x="9112" y="57712"/>
                </a:cubicBezTo>
                <a:cubicBezTo>
                  <a:pt x="6345" y="52479"/>
                  <a:pt x="4962" y="46353"/>
                  <a:pt x="4962" y="39334"/>
                </a:cubicBezTo>
                <a:cubicBezTo>
                  <a:pt x="4962" y="31678"/>
                  <a:pt x="6918" y="24883"/>
                  <a:pt x="10830" y="18949"/>
                </a:cubicBezTo>
                <a:cubicBezTo>
                  <a:pt x="14742" y="13015"/>
                  <a:pt x="20451" y="8373"/>
                  <a:pt x="27957" y="5024"/>
                </a:cubicBezTo>
                <a:cubicBezTo>
                  <a:pt x="35463" y="1675"/>
                  <a:pt x="44432" y="0"/>
                  <a:pt x="54864" y="0"/>
                </a:cubicBezTo>
                <a:cubicBezTo>
                  <a:pt x="69876" y="0"/>
                  <a:pt x="81819" y="3462"/>
                  <a:pt x="90693" y="10385"/>
                </a:cubicBezTo>
                <a:cubicBezTo>
                  <a:pt x="99567" y="17307"/>
                  <a:pt x="105085" y="27372"/>
                  <a:pt x="107248" y="40580"/>
                </a:cubicBezTo>
                <a:lnTo>
                  <a:pt x="79100" y="43737"/>
                </a:lnTo>
                <a:cubicBezTo>
                  <a:pt x="78209" y="36453"/>
                  <a:pt x="75697" y="31230"/>
                  <a:pt x="71562" y="28068"/>
                </a:cubicBezTo>
                <a:cubicBezTo>
                  <a:pt x="67427" y="24904"/>
                  <a:pt x="61416" y="23322"/>
                  <a:pt x="53528" y="23322"/>
                </a:cubicBezTo>
                <a:close/>
              </a:path>
            </a:pathLst>
          </a:custGeom>
          <a:solidFill xmlns:a="http://schemas.openxmlformats.org/drawingml/2006/main">
            <a:srgbClr val="3857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3">
            <a:extLst xmlns:a="http://schemas.openxmlformats.org/drawingml/2006/main">
              <a:ext uri="{FF2B5EF4-FFF2-40B4-BE49-F238E27FC236}">
                <a16:creationId xmlns:a16="http://schemas.microsoft.com/office/drawing/2014/main" id="{F879850E-C7CD-4F42-B30E-69DED9C2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89" y="1920998"/>
            <a:ext cx="62881" cy="94833"/>
          </a:xfrm>
          <a:custGeom xmlns:a="http://schemas.openxmlformats.org/drawingml/2006/main">
            <a:pathLst>
              <a:path w="62881" h="94833">
                <a:moveTo>
                  <a:pt x="62881" y="65495"/>
                </a:moveTo>
                <a:cubicBezTo>
                  <a:pt x="62881" y="71604"/>
                  <a:pt x="61601" y="76865"/>
                  <a:pt x="59042" y="81278"/>
                </a:cubicBezTo>
                <a:cubicBezTo>
                  <a:pt x="56483" y="85690"/>
                  <a:pt x="52834" y="89053"/>
                  <a:pt x="48096" y="91365"/>
                </a:cubicBezTo>
                <a:cubicBezTo>
                  <a:pt x="43359" y="93677"/>
                  <a:pt x="37754" y="94833"/>
                  <a:pt x="31282" y="94833"/>
                </a:cubicBezTo>
                <a:cubicBezTo>
                  <a:pt x="25740" y="94833"/>
                  <a:pt x="20749" y="93836"/>
                  <a:pt x="16307" y="91843"/>
                </a:cubicBezTo>
                <a:cubicBezTo>
                  <a:pt x="11865" y="89849"/>
                  <a:pt x="8228" y="86880"/>
                  <a:pt x="5393" y="82935"/>
                </a:cubicBezTo>
                <a:cubicBezTo>
                  <a:pt x="2559" y="78989"/>
                  <a:pt x="761" y="74173"/>
                  <a:pt x="0" y="68489"/>
                </a:cubicBezTo>
                <a:lnTo>
                  <a:pt x="17893" y="66389"/>
                </a:lnTo>
                <a:cubicBezTo>
                  <a:pt x="18443" y="70849"/>
                  <a:pt x="19860" y="74226"/>
                  <a:pt x="22145" y="76519"/>
                </a:cubicBezTo>
                <a:cubicBezTo>
                  <a:pt x="24429" y="78813"/>
                  <a:pt x="27432" y="79959"/>
                  <a:pt x="31155" y="79959"/>
                </a:cubicBezTo>
                <a:cubicBezTo>
                  <a:pt x="33777" y="79959"/>
                  <a:pt x="36072" y="79280"/>
                  <a:pt x="38039" y="77921"/>
                </a:cubicBezTo>
                <a:cubicBezTo>
                  <a:pt x="40006" y="76563"/>
                  <a:pt x="41519" y="74716"/>
                  <a:pt x="42576" y="72380"/>
                </a:cubicBezTo>
                <a:cubicBezTo>
                  <a:pt x="43634" y="70044"/>
                  <a:pt x="44162" y="67474"/>
                  <a:pt x="44162" y="64671"/>
                </a:cubicBezTo>
                <a:cubicBezTo>
                  <a:pt x="44162" y="61996"/>
                  <a:pt x="43591" y="59608"/>
                  <a:pt x="42449" y="57507"/>
                </a:cubicBezTo>
                <a:cubicBezTo>
                  <a:pt x="41307" y="55404"/>
                  <a:pt x="39678" y="53758"/>
                  <a:pt x="37563" y="52569"/>
                </a:cubicBezTo>
                <a:cubicBezTo>
                  <a:pt x="35448" y="51380"/>
                  <a:pt x="32974" y="50785"/>
                  <a:pt x="30140" y="50785"/>
                </a:cubicBezTo>
                <a:lnTo>
                  <a:pt x="21700" y="50785"/>
                </a:lnTo>
                <a:lnTo>
                  <a:pt x="23667" y="37119"/>
                </a:lnTo>
                <a:cubicBezTo>
                  <a:pt x="29886" y="37119"/>
                  <a:pt x="34422" y="36092"/>
                  <a:pt x="37278" y="34037"/>
                </a:cubicBezTo>
                <a:cubicBezTo>
                  <a:pt x="40133" y="31982"/>
                  <a:pt x="41561" y="28984"/>
                  <a:pt x="41561" y="25043"/>
                </a:cubicBezTo>
                <a:cubicBezTo>
                  <a:pt x="41561" y="21950"/>
                  <a:pt x="40588" y="19481"/>
                  <a:pt x="38642" y="17638"/>
                </a:cubicBezTo>
                <a:cubicBezTo>
                  <a:pt x="36696" y="15795"/>
                  <a:pt x="34074" y="14873"/>
                  <a:pt x="30774" y="14873"/>
                </a:cubicBezTo>
                <a:cubicBezTo>
                  <a:pt x="27390" y="14873"/>
                  <a:pt x="24598" y="15986"/>
                  <a:pt x="22398" y="18210"/>
                </a:cubicBezTo>
                <a:cubicBezTo>
                  <a:pt x="20199" y="20435"/>
                  <a:pt x="18866" y="23454"/>
                  <a:pt x="18401" y="27268"/>
                </a:cubicBezTo>
                <a:lnTo>
                  <a:pt x="1269" y="24344"/>
                </a:lnTo>
                <a:cubicBezTo>
                  <a:pt x="2961" y="16208"/>
                  <a:pt x="6366" y="10117"/>
                  <a:pt x="11485" y="6070"/>
                </a:cubicBezTo>
                <a:cubicBezTo>
                  <a:pt x="16603" y="2023"/>
                  <a:pt x="23181" y="0"/>
                  <a:pt x="31218" y="0"/>
                </a:cubicBezTo>
                <a:cubicBezTo>
                  <a:pt x="36929" y="0"/>
                  <a:pt x="41942" y="1028"/>
                  <a:pt x="46256" y="3083"/>
                </a:cubicBezTo>
                <a:cubicBezTo>
                  <a:pt x="50571" y="5138"/>
                  <a:pt x="53892" y="7977"/>
                  <a:pt x="56218" y="11600"/>
                </a:cubicBezTo>
                <a:cubicBezTo>
                  <a:pt x="58545" y="15223"/>
                  <a:pt x="59708" y="19344"/>
                  <a:pt x="59708" y="23962"/>
                </a:cubicBezTo>
                <a:cubicBezTo>
                  <a:pt x="59708" y="28242"/>
                  <a:pt x="58502" y="32109"/>
                  <a:pt x="56091" y="35562"/>
                </a:cubicBezTo>
                <a:cubicBezTo>
                  <a:pt x="53680" y="39016"/>
                  <a:pt x="49958" y="41717"/>
                  <a:pt x="44924" y="43666"/>
                </a:cubicBezTo>
                <a:cubicBezTo>
                  <a:pt x="50592" y="44812"/>
                  <a:pt x="55002" y="47347"/>
                  <a:pt x="58153" y="51272"/>
                </a:cubicBezTo>
                <a:cubicBezTo>
                  <a:pt x="61305" y="55195"/>
                  <a:pt x="62881" y="59936"/>
                  <a:pt x="62881" y="65495"/>
                </a:cubicBezTo>
                <a:close/>
              </a:path>
            </a:pathLst>
          </a:custGeom>
          <a:solidFill xmlns:a="http://schemas.openxmlformats.org/drawingml/2006/main">
            <a:srgbClr val="3857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S">
            <a:extLst xmlns:a="http://schemas.openxmlformats.org/drawingml/2006/main">
              <a:ext uri="{FF2B5EF4-FFF2-40B4-BE49-F238E27FC236}">
                <a16:creationId xmlns:a16="http://schemas.microsoft.com/office/drawing/2014/main" id="{AB4C3F36-C3E6-448E-BB7B-D5D6237D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573" y="2513117"/>
            <a:ext cx="111160" cy="145090"/>
          </a:xfrm>
          <a:custGeom xmlns:a="http://schemas.openxmlformats.org/drawingml/2006/main">
            <a:pathLst>
              <a:path w="111160" h="145090">
                <a:moveTo>
                  <a:pt x="53528" y="23322"/>
                </a:moveTo>
                <a:cubicBezTo>
                  <a:pt x="47549" y="23322"/>
                  <a:pt x="42540" y="24535"/>
                  <a:pt x="38500" y="26963"/>
                </a:cubicBezTo>
                <a:cubicBezTo>
                  <a:pt x="34461" y="29390"/>
                  <a:pt x="32441" y="32807"/>
                  <a:pt x="32441" y="37213"/>
                </a:cubicBezTo>
                <a:cubicBezTo>
                  <a:pt x="32441" y="40151"/>
                  <a:pt x="33364" y="42658"/>
                  <a:pt x="35208" y="44734"/>
                </a:cubicBezTo>
                <a:cubicBezTo>
                  <a:pt x="37053" y="46809"/>
                  <a:pt x="40202" y="48709"/>
                  <a:pt x="44655" y="50433"/>
                </a:cubicBezTo>
                <a:cubicBezTo>
                  <a:pt x="49107" y="52158"/>
                  <a:pt x="55437" y="53978"/>
                  <a:pt x="63642" y="55893"/>
                </a:cubicBezTo>
                <a:cubicBezTo>
                  <a:pt x="75983" y="58765"/>
                  <a:pt x="85604" y="62227"/>
                  <a:pt x="92506" y="66279"/>
                </a:cubicBezTo>
                <a:cubicBezTo>
                  <a:pt x="99408" y="70329"/>
                  <a:pt x="104242" y="75178"/>
                  <a:pt x="107009" y="80825"/>
                </a:cubicBezTo>
                <a:cubicBezTo>
                  <a:pt x="109776" y="86472"/>
                  <a:pt x="111160" y="93474"/>
                  <a:pt x="111160" y="101832"/>
                </a:cubicBezTo>
                <a:cubicBezTo>
                  <a:pt x="111160" y="111529"/>
                  <a:pt x="108631" y="119616"/>
                  <a:pt x="103574" y="126094"/>
                </a:cubicBezTo>
                <a:cubicBezTo>
                  <a:pt x="98517" y="132570"/>
                  <a:pt x="91854" y="137354"/>
                  <a:pt x="83584" y="140449"/>
                </a:cubicBezTo>
                <a:cubicBezTo>
                  <a:pt x="75315" y="143543"/>
                  <a:pt x="66250" y="145090"/>
                  <a:pt x="56391" y="145090"/>
                </a:cubicBezTo>
                <a:cubicBezTo>
                  <a:pt x="40552" y="145090"/>
                  <a:pt x="27734" y="141039"/>
                  <a:pt x="17938" y="132937"/>
                </a:cubicBezTo>
                <a:cubicBezTo>
                  <a:pt x="8142" y="124832"/>
                  <a:pt x="2163" y="113188"/>
                  <a:pt x="0" y="98002"/>
                </a:cubicBezTo>
                <a:lnTo>
                  <a:pt x="28148" y="94559"/>
                </a:lnTo>
                <a:cubicBezTo>
                  <a:pt x="29802" y="103756"/>
                  <a:pt x="32934" y="110527"/>
                  <a:pt x="37546" y="114872"/>
                </a:cubicBezTo>
                <a:cubicBezTo>
                  <a:pt x="42158" y="119215"/>
                  <a:pt x="48694" y="121387"/>
                  <a:pt x="57154" y="121387"/>
                </a:cubicBezTo>
                <a:cubicBezTo>
                  <a:pt x="62243" y="121387"/>
                  <a:pt x="66743" y="120669"/>
                  <a:pt x="70656" y="119233"/>
                </a:cubicBezTo>
                <a:cubicBezTo>
                  <a:pt x="74568" y="117795"/>
                  <a:pt x="77605" y="115767"/>
                  <a:pt x="79768" y="113149"/>
                </a:cubicBezTo>
                <a:cubicBezTo>
                  <a:pt x="81930" y="110530"/>
                  <a:pt x="83012" y="107434"/>
                  <a:pt x="83012" y="103860"/>
                </a:cubicBezTo>
                <a:cubicBezTo>
                  <a:pt x="83012" y="99772"/>
                  <a:pt x="82233" y="96579"/>
                  <a:pt x="80674" y="94281"/>
                </a:cubicBezTo>
                <a:cubicBezTo>
                  <a:pt x="79116" y="91981"/>
                  <a:pt x="76062" y="89889"/>
                  <a:pt x="71514" y="88005"/>
                </a:cubicBezTo>
                <a:cubicBezTo>
                  <a:pt x="66966" y="86122"/>
                  <a:pt x="59858" y="84031"/>
                  <a:pt x="50189" y="81733"/>
                </a:cubicBezTo>
                <a:cubicBezTo>
                  <a:pt x="38802" y="78989"/>
                  <a:pt x="29802" y="75608"/>
                  <a:pt x="23186" y="71589"/>
                </a:cubicBezTo>
                <a:cubicBezTo>
                  <a:pt x="16571" y="67569"/>
                  <a:pt x="11879" y="62943"/>
                  <a:pt x="9112" y="57712"/>
                </a:cubicBezTo>
                <a:cubicBezTo>
                  <a:pt x="6345" y="52479"/>
                  <a:pt x="4962" y="46353"/>
                  <a:pt x="4962" y="39334"/>
                </a:cubicBezTo>
                <a:cubicBezTo>
                  <a:pt x="4962" y="31678"/>
                  <a:pt x="6918" y="24883"/>
                  <a:pt x="10830" y="18949"/>
                </a:cubicBezTo>
                <a:cubicBezTo>
                  <a:pt x="14742" y="13015"/>
                  <a:pt x="20451" y="8373"/>
                  <a:pt x="27957" y="5024"/>
                </a:cubicBezTo>
                <a:cubicBezTo>
                  <a:pt x="35463" y="1675"/>
                  <a:pt x="44432" y="0"/>
                  <a:pt x="54864" y="0"/>
                </a:cubicBezTo>
                <a:cubicBezTo>
                  <a:pt x="69876" y="0"/>
                  <a:pt x="81819" y="3462"/>
                  <a:pt x="90693" y="10385"/>
                </a:cubicBezTo>
                <a:cubicBezTo>
                  <a:pt x="99567" y="17307"/>
                  <a:pt x="105085" y="27372"/>
                  <a:pt x="107248" y="40580"/>
                </a:cubicBezTo>
                <a:lnTo>
                  <a:pt x="79100" y="43737"/>
                </a:lnTo>
                <a:cubicBezTo>
                  <a:pt x="78209" y="36453"/>
                  <a:pt x="75697" y="31230"/>
                  <a:pt x="71562" y="28068"/>
                </a:cubicBezTo>
                <a:cubicBezTo>
                  <a:pt x="67427" y="24904"/>
                  <a:pt x="61416" y="23322"/>
                  <a:pt x="53528" y="23322"/>
                </a:cubicBez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4">
            <a:extLst xmlns:a="http://schemas.openxmlformats.org/drawingml/2006/main">
              <a:ext uri="{FF2B5EF4-FFF2-40B4-BE49-F238E27FC236}">
                <a16:creationId xmlns:a16="http://schemas.microsoft.com/office/drawing/2014/main" id="{9CD55CFC-6D90-4B9D-9416-4B40C962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473" y="2610246"/>
            <a:ext cx="67576" cy="93434"/>
          </a:xfrm>
          <a:custGeom xmlns:a="http://schemas.openxmlformats.org/drawingml/2006/main">
            <a:pathLst>
              <a:path w="67576" h="93434">
                <a:moveTo>
                  <a:pt x="67576" y="58857"/>
                </a:moveTo>
                <a:lnTo>
                  <a:pt x="67576" y="74620"/>
                </a:lnTo>
                <a:lnTo>
                  <a:pt x="56028" y="74620"/>
                </a:lnTo>
                <a:lnTo>
                  <a:pt x="56028" y="93434"/>
                </a:lnTo>
                <a:lnTo>
                  <a:pt x="38198" y="93434"/>
                </a:lnTo>
                <a:lnTo>
                  <a:pt x="38198" y="74620"/>
                </a:lnTo>
                <a:lnTo>
                  <a:pt x="0" y="74620"/>
                </a:lnTo>
                <a:lnTo>
                  <a:pt x="0" y="58998"/>
                </a:lnTo>
                <a:lnTo>
                  <a:pt x="41053" y="0"/>
                </a:lnTo>
                <a:lnTo>
                  <a:pt x="56028" y="0"/>
                </a:lnTo>
                <a:lnTo>
                  <a:pt x="56028" y="58857"/>
                </a:lnTo>
                <a:lnTo>
                  <a:pt x="67576" y="58857"/>
                </a:lnTo>
                <a:moveTo>
                  <a:pt x="38198" y="58857"/>
                </a:moveTo>
                <a:lnTo>
                  <a:pt x="38198" y="27810"/>
                </a:lnTo>
                <a:lnTo>
                  <a:pt x="16751" y="58857"/>
                </a:lnTo>
                <a:lnTo>
                  <a:pt x="38198" y="58857"/>
                </a:ln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S">
            <a:extLst xmlns:a="http://schemas.openxmlformats.org/drawingml/2006/main">
              <a:ext uri="{FF2B5EF4-FFF2-40B4-BE49-F238E27FC236}">
                <a16:creationId xmlns:a16="http://schemas.microsoft.com/office/drawing/2014/main" id="{B2C792ED-FCFC-46BA-8BFE-ADC0B925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0" y="1486320"/>
            <a:ext cx="101711" cy="132758"/>
          </a:xfrm>
          <a:custGeom xmlns:a="http://schemas.openxmlformats.org/drawingml/2006/main">
            <a:pathLst>
              <a:path w="101711" h="132758">
                <a:moveTo>
                  <a:pt x="48978" y="21339"/>
                </a:moveTo>
                <a:cubicBezTo>
                  <a:pt x="43507" y="21339"/>
                  <a:pt x="38924" y="22450"/>
                  <a:pt x="35228" y="24671"/>
                </a:cubicBezTo>
                <a:cubicBezTo>
                  <a:pt x="31532" y="26892"/>
                  <a:pt x="29684" y="30018"/>
                  <a:pt x="29684" y="34050"/>
                </a:cubicBezTo>
                <a:cubicBezTo>
                  <a:pt x="29684" y="36738"/>
                  <a:pt x="30528" y="39032"/>
                  <a:pt x="32216" y="40932"/>
                </a:cubicBezTo>
                <a:cubicBezTo>
                  <a:pt x="33904" y="42831"/>
                  <a:pt x="36785" y="44569"/>
                  <a:pt x="40859" y="46147"/>
                </a:cubicBezTo>
                <a:cubicBezTo>
                  <a:pt x="44933" y="47724"/>
                  <a:pt x="50725" y="49390"/>
                  <a:pt x="58233" y="51142"/>
                </a:cubicBezTo>
                <a:cubicBezTo>
                  <a:pt x="69524" y="53770"/>
                  <a:pt x="78328" y="56937"/>
                  <a:pt x="84643" y="60645"/>
                </a:cubicBezTo>
                <a:cubicBezTo>
                  <a:pt x="90958" y="64351"/>
                  <a:pt x="95381" y="68788"/>
                  <a:pt x="97913" y="73955"/>
                </a:cubicBezTo>
                <a:cubicBezTo>
                  <a:pt x="100445" y="79122"/>
                  <a:pt x="101711" y="85529"/>
                  <a:pt x="101711" y="93176"/>
                </a:cubicBezTo>
                <a:cubicBezTo>
                  <a:pt x="101711" y="102049"/>
                  <a:pt x="99397" y="109449"/>
                  <a:pt x="94770" y="115376"/>
                </a:cubicBezTo>
                <a:cubicBezTo>
                  <a:pt x="90143" y="121301"/>
                  <a:pt x="84046" y="125679"/>
                  <a:pt x="76480" y="128511"/>
                </a:cubicBezTo>
                <a:cubicBezTo>
                  <a:pt x="68913" y="131342"/>
                  <a:pt x="60619" y="132758"/>
                  <a:pt x="51598" y="132758"/>
                </a:cubicBezTo>
                <a:cubicBezTo>
                  <a:pt x="37105" y="132758"/>
                  <a:pt x="25377" y="129051"/>
                  <a:pt x="16413" y="121637"/>
                </a:cubicBezTo>
                <a:cubicBezTo>
                  <a:pt x="7450" y="114222"/>
                  <a:pt x="1979" y="103567"/>
                  <a:pt x="0" y="89672"/>
                </a:cubicBezTo>
                <a:lnTo>
                  <a:pt x="25755" y="86521"/>
                </a:lnTo>
                <a:cubicBezTo>
                  <a:pt x="27268" y="94937"/>
                  <a:pt x="30135" y="101133"/>
                  <a:pt x="34355" y="105108"/>
                </a:cubicBezTo>
                <a:cubicBezTo>
                  <a:pt x="38575" y="109082"/>
                  <a:pt x="44555" y="111069"/>
                  <a:pt x="52296" y="111069"/>
                </a:cubicBezTo>
                <a:cubicBezTo>
                  <a:pt x="56952" y="111069"/>
                  <a:pt x="61070" y="110412"/>
                  <a:pt x="64650" y="109098"/>
                </a:cubicBezTo>
                <a:cubicBezTo>
                  <a:pt x="68229" y="107783"/>
                  <a:pt x="71009" y="105927"/>
                  <a:pt x="72987" y="103531"/>
                </a:cubicBezTo>
                <a:cubicBezTo>
                  <a:pt x="74966" y="101135"/>
                  <a:pt x="75956" y="98302"/>
                  <a:pt x="75956" y="95032"/>
                </a:cubicBezTo>
                <a:cubicBezTo>
                  <a:pt x="75956" y="91291"/>
                  <a:pt x="75243" y="88369"/>
                  <a:pt x="73817" y="86267"/>
                </a:cubicBezTo>
                <a:cubicBezTo>
                  <a:pt x="72391" y="84162"/>
                  <a:pt x="69597" y="82248"/>
                  <a:pt x="65436" y="80525"/>
                </a:cubicBezTo>
                <a:cubicBezTo>
                  <a:pt x="61274" y="78801"/>
                  <a:pt x="54770" y="76888"/>
                  <a:pt x="45923" y="74786"/>
                </a:cubicBezTo>
                <a:cubicBezTo>
                  <a:pt x="35504" y="72275"/>
                  <a:pt x="27268" y="69181"/>
                  <a:pt x="21215" y="65504"/>
                </a:cubicBezTo>
                <a:cubicBezTo>
                  <a:pt x="15162" y="61826"/>
                  <a:pt x="10870" y="57593"/>
                  <a:pt x="8338" y="52807"/>
                </a:cubicBezTo>
                <a:cubicBezTo>
                  <a:pt x="5806" y="48019"/>
                  <a:pt x="4540" y="42413"/>
                  <a:pt x="4540" y="35991"/>
                </a:cubicBezTo>
                <a:cubicBezTo>
                  <a:pt x="4540" y="28985"/>
                  <a:pt x="6330" y="22768"/>
                  <a:pt x="9909" y="17338"/>
                </a:cubicBezTo>
                <a:cubicBezTo>
                  <a:pt x="13489" y="11909"/>
                  <a:pt x="18712" y="7661"/>
                  <a:pt x="25581" y="4597"/>
                </a:cubicBezTo>
                <a:cubicBezTo>
                  <a:pt x="32449" y="1532"/>
                  <a:pt x="40655" y="0"/>
                  <a:pt x="50201" y="0"/>
                </a:cubicBezTo>
                <a:cubicBezTo>
                  <a:pt x="63937" y="0"/>
                  <a:pt x="74865" y="3168"/>
                  <a:pt x="82984" y="9503"/>
                </a:cubicBezTo>
                <a:cubicBezTo>
                  <a:pt x="91103" y="15836"/>
                  <a:pt x="96153" y="25045"/>
                  <a:pt x="98131" y="37130"/>
                </a:cubicBezTo>
                <a:lnTo>
                  <a:pt x="72376" y="40019"/>
                </a:lnTo>
                <a:cubicBezTo>
                  <a:pt x="71561" y="33354"/>
                  <a:pt x="69262" y="28575"/>
                  <a:pt x="65479" y="25682"/>
                </a:cubicBezTo>
                <a:cubicBezTo>
                  <a:pt x="61696" y="22787"/>
                  <a:pt x="56196" y="21339"/>
                  <a:pt x="48978" y="21339"/>
                </a:cubicBez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5">
            <a:extLst xmlns:a="http://schemas.openxmlformats.org/drawingml/2006/main">
              <a:ext uri="{FF2B5EF4-FFF2-40B4-BE49-F238E27FC236}">
                <a16:creationId xmlns:a16="http://schemas.microsoft.com/office/drawing/2014/main" id="{68168B57-22BF-4476-B14F-3112D589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338" y="1576539"/>
            <a:ext cx="57855" cy="85823"/>
          </a:xfrm>
          <a:custGeom xmlns:a="http://schemas.openxmlformats.org/drawingml/2006/main">
            <a:pathLst>
              <a:path w="57855" h="85823">
                <a:moveTo>
                  <a:pt x="23165" y="15276"/>
                </a:moveTo>
                <a:lnTo>
                  <a:pt x="20662" y="29910"/>
                </a:lnTo>
                <a:cubicBezTo>
                  <a:pt x="23922" y="28083"/>
                  <a:pt x="27686" y="27170"/>
                  <a:pt x="31954" y="27170"/>
                </a:cubicBezTo>
                <a:cubicBezTo>
                  <a:pt x="37309" y="27170"/>
                  <a:pt x="41945" y="28404"/>
                  <a:pt x="45865" y="30872"/>
                </a:cubicBezTo>
                <a:cubicBezTo>
                  <a:pt x="49784" y="33340"/>
                  <a:pt x="52762" y="36722"/>
                  <a:pt x="54799" y="41017"/>
                </a:cubicBezTo>
                <a:cubicBezTo>
                  <a:pt x="56836" y="45312"/>
                  <a:pt x="57855" y="50180"/>
                  <a:pt x="57855" y="55622"/>
                </a:cubicBezTo>
                <a:cubicBezTo>
                  <a:pt x="57855" y="61025"/>
                  <a:pt x="56729" y="66029"/>
                  <a:pt x="54479" y="70635"/>
                </a:cubicBezTo>
                <a:cubicBezTo>
                  <a:pt x="52228" y="75241"/>
                  <a:pt x="48901" y="78924"/>
                  <a:pt x="44497" y="81684"/>
                </a:cubicBezTo>
                <a:cubicBezTo>
                  <a:pt x="40093" y="84443"/>
                  <a:pt x="34806" y="85823"/>
                  <a:pt x="28636" y="85823"/>
                </a:cubicBezTo>
                <a:cubicBezTo>
                  <a:pt x="23553" y="85823"/>
                  <a:pt x="18974" y="84881"/>
                  <a:pt x="14900" y="82995"/>
                </a:cubicBezTo>
                <a:cubicBezTo>
                  <a:pt x="10826" y="81110"/>
                  <a:pt x="7499" y="78389"/>
                  <a:pt x="4918" y="74833"/>
                </a:cubicBezTo>
                <a:cubicBezTo>
                  <a:pt x="2338" y="71276"/>
                  <a:pt x="698" y="67049"/>
                  <a:pt x="0" y="62152"/>
                </a:cubicBezTo>
                <a:lnTo>
                  <a:pt x="16763" y="60519"/>
                </a:lnTo>
                <a:cubicBezTo>
                  <a:pt x="17228" y="64134"/>
                  <a:pt x="18538" y="66981"/>
                  <a:pt x="20691" y="69061"/>
                </a:cubicBezTo>
                <a:cubicBezTo>
                  <a:pt x="22845" y="71140"/>
                  <a:pt x="25551" y="72180"/>
                  <a:pt x="28811" y="72180"/>
                </a:cubicBezTo>
                <a:cubicBezTo>
                  <a:pt x="31178" y="72180"/>
                  <a:pt x="33254" y="71519"/>
                  <a:pt x="35039" y="70198"/>
                </a:cubicBezTo>
                <a:cubicBezTo>
                  <a:pt x="36824" y="68876"/>
                  <a:pt x="38211" y="66952"/>
                  <a:pt x="39200" y="64426"/>
                </a:cubicBezTo>
                <a:cubicBezTo>
                  <a:pt x="40190" y="61899"/>
                  <a:pt x="40684" y="58926"/>
                  <a:pt x="40684" y="55505"/>
                </a:cubicBezTo>
                <a:cubicBezTo>
                  <a:pt x="40684" y="50491"/>
                  <a:pt x="39627" y="46692"/>
                  <a:pt x="37512" y="44107"/>
                </a:cubicBezTo>
                <a:cubicBezTo>
                  <a:pt x="35398" y="41522"/>
                  <a:pt x="32342" y="40230"/>
                  <a:pt x="28345" y="40230"/>
                </a:cubicBezTo>
                <a:cubicBezTo>
                  <a:pt x="23184" y="40230"/>
                  <a:pt x="18974" y="42309"/>
                  <a:pt x="15715" y="46468"/>
                </a:cubicBezTo>
                <a:lnTo>
                  <a:pt x="15657" y="46526"/>
                </a:lnTo>
                <a:lnTo>
                  <a:pt x="2095" y="44601"/>
                </a:lnTo>
                <a:lnTo>
                  <a:pt x="10418" y="0"/>
                </a:lnTo>
                <a:lnTo>
                  <a:pt x="54071" y="0"/>
                </a:lnTo>
                <a:lnTo>
                  <a:pt x="54071" y="15276"/>
                </a:lnTo>
                <a:lnTo>
                  <a:pt x="23165" y="15276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S">
            <a:extLst xmlns:a="http://schemas.openxmlformats.org/drawingml/2006/main">
              <a:ext uri="{FF2B5EF4-FFF2-40B4-BE49-F238E27FC236}">
                <a16:creationId xmlns:a16="http://schemas.microsoft.com/office/drawing/2014/main" id="{FBEEEAC8-FDE6-41B3-86E5-7FFF6760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463" y="1579072"/>
            <a:ext cx="111160" cy="145090"/>
          </a:xfrm>
          <a:custGeom xmlns:a="http://schemas.openxmlformats.org/drawingml/2006/main">
            <a:pathLst>
              <a:path w="111160" h="145090">
                <a:moveTo>
                  <a:pt x="53528" y="23322"/>
                </a:moveTo>
                <a:cubicBezTo>
                  <a:pt x="47549" y="23322"/>
                  <a:pt x="42540" y="24535"/>
                  <a:pt x="38500" y="26963"/>
                </a:cubicBezTo>
                <a:cubicBezTo>
                  <a:pt x="34461" y="29390"/>
                  <a:pt x="32441" y="32807"/>
                  <a:pt x="32441" y="37213"/>
                </a:cubicBezTo>
                <a:cubicBezTo>
                  <a:pt x="32441" y="40151"/>
                  <a:pt x="33364" y="42658"/>
                  <a:pt x="35208" y="44734"/>
                </a:cubicBezTo>
                <a:cubicBezTo>
                  <a:pt x="37053" y="46809"/>
                  <a:pt x="40202" y="48709"/>
                  <a:pt x="44655" y="50433"/>
                </a:cubicBezTo>
                <a:cubicBezTo>
                  <a:pt x="49107" y="52158"/>
                  <a:pt x="55437" y="53978"/>
                  <a:pt x="63642" y="55893"/>
                </a:cubicBezTo>
                <a:cubicBezTo>
                  <a:pt x="75983" y="58765"/>
                  <a:pt x="85604" y="62227"/>
                  <a:pt x="92506" y="66279"/>
                </a:cubicBezTo>
                <a:cubicBezTo>
                  <a:pt x="99408" y="70329"/>
                  <a:pt x="104242" y="75178"/>
                  <a:pt x="107009" y="80825"/>
                </a:cubicBezTo>
                <a:cubicBezTo>
                  <a:pt x="109776" y="86472"/>
                  <a:pt x="111160" y="93474"/>
                  <a:pt x="111160" y="101832"/>
                </a:cubicBezTo>
                <a:cubicBezTo>
                  <a:pt x="111160" y="111529"/>
                  <a:pt x="108631" y="119616"/>
                  <a:pt x="103574" y="126094"/>
                </a:cubicBezTo>
                <a:cubicBezTo>
                  <a:pt x="98517" y="132570"/>
                  <a:pt x="91854" y="137354"/>
                  <a:pt x="83584" y="140449"/>
                </a:cubicBezTo>
                <a:cubicBezTo>
                  <a:pt x="75315" y="143543"/>
                  <a:pt x="66250" y="145090"/>
                  <a:pt x="56391" y="145090"/>
                </a:cubicBezTo>
                <a:cubicBezTo>
                  <a:pt x="40552" y="145090"/>
                  <a:pt x="27734" y="141039"/>
                  <a:pt x="17938" y="132937"/>
                </a:cubicBezTo>
                <a:cubicBezTo>
                  <a:pt x="8142" y="124832"/>
                  <a:pt x="2163" y="113188"/>
                  <a:pt x="0" y="98002"/>
                </a:cubicBezTo>
                <a:lnTo>
                  <a:pt x="28148" y="94559"/>
                </a:lnTo>
                <a:cubicBezTo>
                  <a:pt x="29802" y="103756"/>
                  <a:pt x="32934" y="110527"/>
                  <a:pt x="37546" y="114872"/>
                </a:cubicBezTo>
                <a:cubicBezTo>
                  <a:pt x="42158" y="119215"/>
                  <a:pt x="48694" y="121387"/>
                  <a:pt x="57154" y="121387"/>
                </a:cubicBezTo>
                <a:cubicBezTo>
                  <a:pt x="62243" y="121387"/>
                  <a:pt x="66743" y="120669"/>
                  <a:pt x="70656" y="119233"/>
                </a:cubicBezTo>
                <a:cubicBezTo>
                  <a:pt x="74568" y="117795"/>
                  <a:pt x="77605" y="115767"/>
                  <a:pt x="79768" y="113149"/>
                </a:cubicBezTo>
                <a:cubicBezTo>
                  <a:pt x="81930" y="110530"/>
                  <a:pt x="83012" y="107434"/>
                  <a:pt x="83012" y="103860"/>
                </a:cubicBezTo>
                <a:cubicBezTo>
                  <a:pt x="83012" y="99772"/>
                  <a:pt x="82233" y="96579"/>
                  <a:pt x="80674" y="94281"/>
                </a:cubicBezTo>
                <a:cubicBezTo>
                  <a:pt x="79116" y="91981"/>
                  <a:pt x="76062" y="89889"/>
                  <a:pt x="71514" y="88005"/>
                </a:cubicBezTo>
                <a:cubicBezTo>
                  <a:pt x="66966" y="86122"/>
                  <a:pt x="59858" y="84031"/>
                  <a:pt x="50189" y="81733"/>
                </a:cubicBezTo>
                <a:cubicBezTo>
                  <a:pt x="38802" y="78989"/>
                  <a:pt x="29802" y="75608"/>
                  <a:pt x="23186" y="71589"/>
                </a:cubicBezTo>
                <a:cubicBezTo>
                  <a:pt x="16571" y="67569"/>
                  <a:pt x="11879" y="62943"/>
                  <a:pt x="9112" y="57712"/>
                </a:cubicBezTo>
                <a:cubicBezTo>
                  <a:pt x="6345" y="52479"/>
                  <a:pt x="4962" y="46353"/>
                  <a:pt x="4962" y="39334"/>
                </a:cubicBezTo>
                <a:cubicBezTo>
                  <a:pt x="4962" y="31678"/>
                  <a:pt x="6918" y="24883"/>
                  <a:pt x="10830" y="18949"/>
                </a:cubicBezTo>
                <a:cubicBezTo>
                  <a:pt x="14742" y="13015"/>
                  <a:pt x="20451" y="8373"/>
                  <a:pt x="27957" y="5024"/>
                </a:cubicBezTo>
                <a:cubicBezTo>
                  <a:pt x="35463" y="1675"/>
                  <a:pt x="44432" y="0"/>
                  <a:pt x="54864" y="0"/>
                </a:cubicBezTo>
                <a:cubicBezTo>
                  <a:pt x="69876" y="0"/>
                  <a:pt x="81819" y="3462"/>
                  <a:pt x="90693" y="10385"/>
                </a:cubicBezTo>
                <a:cubicBezTo>
                  <a:pt x="99567" y="17307"/>
                  <a:pt x="105085" y="27372"/>
                  <a:pt x="107248" y="40580"/>
                </a:cubicBezTo>
                <a:lnTo>
                  <a:pt x="79100" y="43737"/>
                </a:lnTo>
                <a:cubicBezTo>
                  <a:pt x="78209" y="36453"/>
                  <a:pt x="75697" y="31230"/>
                  <a:pt x="71562" y="28068"/>
                </a:cubicBezTo>
                <a:cubicBezTo>
                  <a:pt x="67427" y="24904"/>
                  <a:pt x="61416" y="23322"/>
                  <a:pt x="53528" y="23322"/>
                </a:cubicBezTo>
                <a:close/>
              </a:path>
            </a:pathLst>
          </a:custGeom>
          <a:solidFill xmlns:a="http://schemas.openxmlformats.org/drawingml/2006/main">
            <a:srgbClr val="843C0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6">
            <a:extLst xmlns:a="http://schemas.openxmlformats.org/drawingml/2006/main">
              <a:ext uri="{FF2B5EF4-FFF2-40B4-BE49-F238E27FC236}">
                <a16:creationId xmlns:a16="http://schemas.microsoft.com/office/drawing/2014/main" id="{E520FFC2-7E0A-4038-92F3-407574A9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042" y="1675947"/>
            <a:ext cx="62373" cy="95341"/>
          </a:xfrm>
          <a:custGeom xmlns:a="http://schemas.openxmlformats.org/drawingml/2006/main">
            <a:pathLst>
              <a:path w="62373" h="95341">
                <a:moveTo>
                  <a:pt x="32741" y="14873"/>
                </a:moveTo>
                <a:cubicBezTo>
                  <a:pt x="23942" y="14873"/>
                  <a:pt x="19268" y="23584"/>
                  <a:pt x="18718" y="41005"/>
                </a:cubicBezTo>
                <a:cubicBezTo>
                  <a:pt x="22737" y="35872"/>
                  <a:pt x="28405" y="33306"/>
                  <a:pt x="35723" y="33306"/>
                </a:cubicBezTo>
                <a:cubicBezTo>
                  <a:pt x="40799" y="33306"/>
                  <a:pt x="45368" y="34621"/>
                  <a:pt x="49429" y="37251"/>
                </a:cubicBezTo>
                <a:cubicBezTo>
                  <a:pt x="53490" y="39880"/>
                  <a:pt x="56662" y="43507"/>
                  <a:pt x="58947" y="48131"/>
                </a:cubicBezTo>
                <a:cubicBezTo>
                  <a:pt x="61231" y="52754"/>
                  <a:pt x="62373" y="57971"/>
                  <a:pt x="62373" y="63783"/>
                </a:cubicBezTo>
                <a:cubicBezTo>
                  <a:pt x="62373" y="69763"/>
                  <a:pt x="61104" y="75139"/>
                  <a:pt x="58566" y="79912"/>
                </a:cubicBezTo>
                <a:cubicBezTo>
                  <a:pt x="56028" y="84684"/>
                  <a:pt x="52432" y="88449"/>
                  <a:pt x="47779" y="91206"/>
                </a:cubicBezTo>
                <a:cubicBezTo>
                  <a:pt x="43126" y="93963"/>
                  <a:pt x="37711" y="95341"/>
                  <a:pt x="31535" y="95341"/>
                </a:cubicBezTo>
                <a:cubicBezTo>
                  <a:pt x="21341" y="95341"/>
                  <a:pt x="13536" y="91416"/>
                  <a:pt x="8122" y="83566"/>
                </a:cubicBezTo>
                <a:cubicBezTo>
                  <a:pt x="2707" y="75717"/>
                  <a:pt x="0" y="63984"/>
                  <a:pt x="0" y="48370"/>
                </a:cubicBezTo>
                <a:cubicBezTo>
                  <a:pt x="0" y="37933"/>
                  <a:pt x="1301" y="29118"/>
                  <a:pt x="3902" y="21926"/>
                </a:cubicBezTo>
                <a:cubicBezTo>
                  <a:pt x="6504" y="14734"/>
                  <a:pt x="10332" y="9281"/>
                  <a:pt x="15387" y="5570"/>
                </a:cubicBezTo>
                <a:cubicBezTo>
                  <a:pt x="20442" y="1857"/>
                  <a:pt x="26607" y="0"/>
                  <a:pt x="33883" y="0"/>
                </a:cubicBezTo>
                <a:cubicBezTo>
                  <a:pt x="38621" y="0"/>
                  <a:pt x="42883" y="955"/>
                  <a:pt x="46669" y="2866"/>
                </a:cubicBezTo>
                <a:cubicBezTo>
                  <a:pt x="50455" y="4776"/>
                  <a:pt x="53553" y="7482"/>
                  <a:pt x="55964" y="10986"/>
                </a:cubicBezTo>
                <a:cubicBezTo>
                  <a:pt x="58375" y="14489"/>
                  <a:pt x="59898" y="18574"/>
                  <a:pt x="60533" y="23243"/>
                </a:cubicBezTo>
                <a:lnTo>
                  <a:pt x="42893" y="25091"/>
                </a:lnTo>
                <a:cubicBezTo>
                  <a:pt x="42259" y="21727"/>
                  <a:pt x="41127" y="19183"/>
                  <a:pt x="39499" y="17459"/>
                </a:cubicBezTo>
                <a:cubicBezTo>
                  <a:pt x="37870" y="15735"/>
                  <a:pt x="35618" y="14873"/>
                  <a:pt x="32741" y="14873"/>
                </a:cubicBezTo>
                <a:moveTo>
                  <a:pt x="31599" y="46971"/>
                </a:moveTo>
                <a:cubicBezTo>
                  <a:pt x="27961" y="46971"/>
                  <a:pt x="25011" y="48235"/>
                  <a:pt x="22747" y="50761"/>
                </a:cubicBezTo>
                <a:cubicBezTo>
                  <a:pt x="20484" y="53286"/>
                  <a:pt x="19353" y="57075"/>
                  <a:pt x="19353" y="62127"/>
                </a:cubicBezTo>
                <a:cubicBezTo>
                  <a:pt x="19353" y="67986"/>
                  <a:pt x="20484" y="72508"/>
                  <a:pt x="22747" y="75693"/>
                </a:cubicBezTo>
                <a:cubicBezTo>
                  <a:pt x="25011" y="78876"/>
                  <a:pt x="28067" y="80468"/>
                  <a:pt x="31916" y="80468"/>
                </a:cubicBezTo>
                <a:cubicBezTo>
                  <a:pt x="35554" y="80468"/>
                  <a:pt x="38494" y="79025"/>
                  <a:pt x="40736" y="76138"/>
                </a:cubicBezTo>
                <a:cubicBezTo>
                  <a:pt x="42978" y="73251"/>
                  <a:pt x="44099" y="69133"/>
                  <a:pt x="44099" y="63783"/>
                </a:cubicBezTo>
                <a:cubicBezTo>
                  <a:pt x="44099" y="52575"/>
                  <a:pt x="39932" y="46971"/>
                  <a:pt x="31599" y="46971"/>
                </a:cubicBezTo>
                <a:close/>
              </a:path>
            </a:pathLst>
          </a:custGeom>
          <a:solidFill xmlns:a="http://schemas.openxmlformats.org/drawingml/2006/main">
            <a:srgbClr val="843C0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S">
            <a:extLst xmlns:a="http://schemas.openxmlformats.org/drawingml/2006/main">
              <a:ext uri="{FF2B5EF4-FFF2-40B4-BE49-F238E27FC236}">
                <a16:creationId xmlns:a16="http://schemas.microsoft.com/office/drawing/2014/main" id="{F8B1CE04-D131-4D1F-BB57-7D4B8CC9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742" y="2005122"/>
            <a:ext cx="111160" cy="145090"/>
          </a:xfrm>
          <a:custGeom xmlns:a="http://schemas.openxmlformats.org/drawingml/2006/main">
            <a:pathLst>
              <a:path w="111160" h="145090">
                <a:moveTo>
                  <a:pt x="53528" y="23322"/>
                </a:moveTo>
                <a:cubicBezTo>
                  <a:pt x="47549" y="23322"/>
                  <a:pt x="42540" y="24535"/>
                  <a:pt x="38500" y="26963"/>
                </a:cubicBezTo>
                <a:cubicBezTo>
                  <a:pt x="34461" y="29390"/>
                  <a:pt x="32441" y="32807"/>
                  <a:pt x="32441" y="37213"/>
                </a:cubicBezTo>
                <a:cubicBezTo>
                  <a:pt x="32441" y="40151"/>
                  <a:pt x="33364" y="42658"/>
                  <a:pt x="35208" y="44734"/>
                </a:cubicBezTo>
                <a:cubicBezTo>
                  <a:pt x="37053" y="46809"/>
                  <a:pt x="40202" y="48709"/>
                  <a:pt x="44655" y="50433"/>
                </a:cubicBezTo>
                <a:cubicBezTo>
                  <a:pt x="49107" y="52158"/>
                  <a:pt x="55437" y="53978"/>
                  <a:pt x="63642" y="55893"/>
                </a:cubicBezTo>
                <a:cubicBezTo>
                  <a:pt x="75983" y="58765"/>
                  <a:pt x="85604" y="62227"/>
                  <a:pt x="92506" y="66279"/>
                </a:cubicBezTo>
                <a:cubicBezTo>
                  <a:pt x="99408" y="70329"/>
                  <a:pt x="104242" y="75178"/>
                  <a:pt x="107009" y="80825"/>
                </a:cubicBezTo>
                <a:cubicBezTo>
                  <a:pt x="109776" y="86472"/>
                  <a:pt x="111160" y="93474"/>
                  <a:pt x="111160" y="101832"/>
                </a:cubicBezTo>
                <a:cubicBezTo>
                  <a:pt x="111160" y="111529"/>
                  <a:pt x="108631" y="119616"/>
                  <a:pt x="103574" y="126094"/>
                </a:cubicBezTo>
                <a:cubicBezTo>
                  <a:pt x="98517" y="132570"/>
                  <a:pt x="91854" y="137354"/>
                  <a:pt x="83584" y="140449"/>
                </a:cubicBezTo>
                <a:cubicBezTo>
                  <a:pt x="75315" y="143543"/>
                  <a:pt x="66250" y="145090"/>
                  <a:pt x="56391" y="145090"/>
                </a:cubicBezTo>
                <a:cubicBezTo>
                  <a:pt x="40552" y="145090"/>
                  <a:pt x="27734" y="141039"/>
                  <a:pt x="17938" y="132937"/>
                </a:cubicBezTo>
                <a:cubicBezTo>
                  <a:pt x="8142" y="124832"/>
                  <a:pt x="2163" y="113188"/>
                  <a:pt x="0" y="98002"/>
                </a:cubicBezTo>
                <a:lnTo>
                  <a:pt x="28148" y="94559"/>
                </a:lnTo>
                <a:cubicBezTo>
                  <a:pt x="29802" y="103756"/>
                  <a:pt x="32934" y="110527"/>
                  <a:pt x="37546" y="114872"/>
                </a:cubicBezTo>
                <a:cubicBezTo>
                  <a:pt x="42158" y="119215"/>
                  <a:pt x="48694" y="121387"/>
                  <a:pt x="57154" y="121387"/>
                </a:cubicBezTo>
                <a:cubicBezTo>
                  <a:pt x="62243" y="121387"/>
                  <a:pt x="66743" y="120669"/>
                  <a:pt x="70656" y="119233"/>
                </a:cubicBezTo>
                <a:cubicBezTo>
                  <a:pt x="74568" y="117795"/>
                  <a:pt x="77605" y="115767"/>
                  <a:pt x="79768" y="113149"/>
                </a:cubicBezTo>
                <a:cubicBezTo>
                  <a:pt x="81930" y="110530"/>
                  <a:pt x="83012" y="107434"/>
                  <a:pt x="83012" y="103860"/>
                </a:cubicBezTo>
                <a:cubicBezTo>
                  <a:pt x="83012" y="99772"/>
                  <a:pt x="82233" y="96579"/>
                  <a:pt x="80674" y="94281"/>
                </a:cubicBezTo>
                <a:cubicBezTo>
                  <a:pt x="79116" y="91981"/>
                  <a:pt x="76062" y="89889"/>
                  <a:pt x="71514" y="88005"/>
                </a:cubicBezTo>
                <a:cubicBezTo>
                  <a:pt x="66966" y="86122"/>
                  <a:pt x="59858" y="84031"/>
                  <a:pt x="50189" y="81733"/>
                </a:cubicBezTo>
                <a:cubicBezTo>
                  <a:pt x="38802" y="78989"/>
                  <a:pt x="29802" y="75608"/>
                  <a:pt x="23186" y="71589"/>
                </a:cubicBezTo>
                <a:cubicBezTo>
                  <a:pt x="16571" y="67569"/>
                  <a:pt x="11879" y="62943"/>
                  <a:pt x="9112" y="57712"/>
                </a:cubicBezTo>
                <a:cubicBezTo>
                  <a:pt x="6345" y="52479"/>
                  <a:pt x="4962" y="46353"/>
                  <a:pt x="4962" y="39334"/>
                </a:cubicBezTo>
                <a:cubicBezTo>
                  <a:pt x="4962" y="31678"/>
                  <a:pt x="6918" y="24883"/>
                  <a:pt x="10830" y="18949"/>
                </a:cubicBezTo>
                <a:cubicBezTo>
                  <a:pt x="14742" y="13015"/>
                  <a:pt x="20451" y="8373"/>
                  <a:pt x="27957" y="5024"/>
                </a:cubicBezTo>
                <a:cubicBezTo>
                  <a:pt x="35463" y="1675"/>
                  <a:pt x="44432" y="0"/>
                  <a:pt x="54864" y="0"/>
                </a:cubicBezTo>
                <a:cubicBezTo>
                  <a:pt x="69876" y="0"/>
                  <a:pt x="81819" y="3462"/>
                  <a:pt x="90693" y="10385"/>
                </a:cubicBezTo>
                <a:cubicBezTo>
                  <a:pt x="99567" y="17307"/>
                  <a:pt x="105085" y="27372"/>
                  <a:pt x="107248" y="40580"/>
                </a:cubicBezTo>
                <a:lnTo>
                  <a:pt x="79100" y="43737"/>
                </a:lnTo>
                <a:cubicBezTo>
                  <a:pt x="78209" y="36453"/>
                  <a:pt x="75697" y="31230"/>
                  <a:pt x="71562" y="28068"/>
                </a:cubicBezTo>
                <a:cubicBezTo>
                  <a:pt x="67427" y="24904"/>
                  <a:pt x="61416" y="23322"/>
                  <a:pt x="53528" y="233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7">
            <a:extLst xmlns:a="http://schemas.openxmlformats.org/drawingml/2006/main">
              <a:ext uri="{FF2B5EF4-FFF2-40B4-BE49-F238E27FC236}">
                <a16:creationId xmlns:a16="http://schemas.microsoft.com/office/drawing/2014/main" id="{236DB7FC-B473-417D-83D1-49DF70DD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322" y="2103777"/>
            <a:ext cx="61738" cy="91909"/>
          </a:xfrm>
          <a:custGeom xmlns:a="http://schemas.openxmlformats.org/drawingml/2006/main">
            <a:pathLst>
              <a:path w="61738" h="91909">
                <a:moveTo>
                  <a:pt x="39657" y="48497"/>
                </a:moveTo>
                <a:cubicBezTo>
                  <a:pt x="33820" y="62904"/>
                  <a:pt x="30837" y="77375"/>
                  <a:pt x="30711" y="91909"/>
                </a:cubicBezTo>
                <a:lnTo>
                  <a:pt x="12500" y="91909"/>
                </a:lnTo>
                <a:cubicBezTo>
                  <a:pt x="12796" y="78773"/>
                  <a:pt x="15419" y="65669"/>
                  <a:pt x="20368" y="52596"/>
                </a:cubicBezTo>
                <a:cubicBezTo>
                  <a:pt x="25317" y="39524"/>
                  <a:pt x="32085" y="27543"/>
                  <a:pt x="40672" y="16653"/>
                </a:cubicBezTo>
                <a:lnTo>
                  <a:pt x="0" y="16653"/>
                </a:lnTo>
                <a:lnTo>
                  <a:pt x="0" y="0"/>
                </a:lnTo>
                <a:lnTo>
                  <a:pt x="61738" y="0"/>
                </a:lnTo>
                <a:lnTo>
                  <a:pt x="61738" y="12903"/>
                </a:lnTo>
                <a:cubicBezTo>
                  <a:pt x="53067" y="21717"/>
                  <a:pt x="45706" y="33581"/>
                  <a:pt x="39657" y="484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943D92-8360-43D1-B324-DAAB23A4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479" y="514407"/>
            <a:ext cx="2001994" cy="834865"/>
          </a:xfrm>
          <a:custGeom xmlns:a="http://schemas.openxmlformats.org/drawingml/2006/main">
            <a:pathLst>
              <a:path w="2001994" h="834865" fill="none">
                <a:moveTo>
                  <a:pt x="0" y="0"/>
                </a:moveTo>
                <a:cubicBezTo>
                  <a:pt x="159456" y="197591"/>
                  <a:pt x="318912" y="395166"/>
                  <a:pt x="652578" y="534310"/>
                </a:cubicBezTo>
                <a:cubicBezTo>
                  <a:pt x="1216129" y="788538"/>
                  <a:pt x="1782628" y="818161"/>
                  <a:pt x="2001994" y="83486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4472C4"/>
            </a:solidFill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B2BDCC-53DB-4BE7-A63B-CEE67F1E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5685" y="629898"/>
            <a:ext cx="1924807" cy="1358490"/>
          </a:xfrm>
          <a:custGeom xmlns:a="http://schemas.openxmlformats.org/drawingml/2006/main">
            <a:pathLst>
              <a:path w="1924807" h="1358490" fill="none">
                <a:moveTo>
                  <a:pt x="0" y="0"/>
                </a:moveTo>
                <a:cubicBezTo>
                  <a:pt x="153317" y="321516"/>
                  <a:pt x="306617" y="643016"/>
                  <a:pt x="627419" y="869431"/>
                </a:cubicBezTo>
                <a:cubicBezTo>
                  <a:pt x="1148289" y="1245919"/>
                  <a:pt x="1671569" y="1338443"/>
                  <a:pt x="1924807" y="135849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70AD47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F588F0-0A5D-4043-84F4-FCC32C8E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9365" y="769858"/>
            <a:ext cx="1787041" cy="1814583"/>
          </a:xfrm>
          <a:custGeom xmlns:a="http://schemas.openxmlformats.org/drawingml/2006/main">
            <a:pathLst>
              <a:path w="1787041" h="1814583" fill="none">
                <a:moveTo>
                  <a:pt x="0" y="0"/>
                </a:moveTo>
                <a:cubicBezTo>
                  <a:pt x="143937" y="448524"/>
                  <a:pt x="237833" y="1104279"/>
                  <a:pt x="619048" y="1408634"/>
                </a:cubicBezTo>
                <a:cubicBezTo>
                  <a:pt x="1020278" y="1759040"/>
                  <a:pt x="1459010" y="1808564"/>
                  <a:pt x="1787041" y="181458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C00000"/>
            </a:solidFill>
            <a:miter/>
          </a:ln>
        </p:spPr>
      </p:sp>
      <p:sp>
        <p:nvSpPr>
          <p:cNvPr id="94" name="Text MC">
            <a:extLst xmlns:a="http://schemas.openxmlformats.org/drawingml/2006/main">
              <a:ext uri="{FF2B5EF4-FFF2-40B4-BE49-F238E27FC236}">
                <a16:creationId xmlns:a16="http://schemas.microsoft.com/office/drawing/2014/main" id="{1BB81C77-050A-4228-BBDC-279ECC20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088" y="1015694"/>
            <a:ext cx="271853" cy="123385"/>
          </a:xfrm>
          <a:custGeom xmlns:a="http://schemas.openxmlformats.org/drawingml/2006/main">
            <a:pathLst>
              <a:path w="271853" h="123385">
                <a:moveTo>
                  <a:pt x="0" y="2873"/>
                </a:moveTo>
                <a:lnTo>
                  <a:pt x="47485" y="2873"/>
                </a:lnTo>
                <a:lnTo>
                  <a:pt x="74175" y="82897"/>
                </a:lnTo>
                <a:lnTo>
                  <a:pt x="100945" y="2873"/>
                </a:lnTo>
                <a:lnTo>
                  <a:pt x="149465" y="2873"/>
                </a:lnTo>
                <a:lnTo>
                  <a:pt x="149465" y="10375"/>
                </a:lnTo>
                <a:lnTo>
                  <a:pt x="138949" y="10375"/>
                </a:lnTo>
                <a:cubicBezTo>
                  <a:pt x="136346" y="10375"/>
                  <a:pt x="134553" y="10854"/>
                  <a:pt x="133571" y="11812"/>
                </a:cubicBezTo>
                <a:cubicBezTo>
                  <a:pt x="132588" y="12768"/>
                  <a:pt x="132097" y="14416"/>
                  <a:pt x="132097" y="16755"/>
                </a:cubicBezTo>
                <a:lnTo>
                  <a:pt x="132097" y="106870"/>
                </a:lnTo>
                <a:cubicBezTo>
                  <a:pt x="132097" y="109156"/>
                  <a:pt x="132628" y="110725"/>
                  <a:pt x="133690" y="111576"/>
                </a:cubicBezTo>
                <a:cubicBezTo>
                  <a:pt x="135284" y="112851"/>
                  <a:pt x="137435" y="113489"/>
                  <a:pt x="140144" y="113489"/>
                </a:cubicBezTo>
                <a:lnTo>
                  <a:pt x="149465" y="113489"/>
                </a:lnTo>
                <a:lnTo>
                  <a:pt x="149465" y="120991"/>
                </a:lnTo>
                <a:lnTo>
                  <a:pt x="89631" y="120991"/>
                </a:lnTo>
                <a:lnTo>
                  <a:pt x="89631" y="113489"/>
                </a:lnTo>
                <a:lnTo>
                  <a:pt x="100945" y="113489"/>
                </a:lnTo>
                <a:cubicBezTo>
                  <a:pt x="103016" y="113489"/>
                  <a:pt x="104596" y="112904"/>
                  <a:pt x="105685" y="111733"/>
                </a:cubicBezTo>
                <a:cubicBezTo>
                  <a:pt x="106774" y="110563"/>
                  <a:pt x="107319" y="108940"/>
                  <a:pt x="107319" y="106865"/>
                </a:cubicBezTo>
                <a:lnTo>
                  <a:pt x="107319" y="10300"/>
                </a:lnTo>
                <a:lnTo>
                  <a:pt x="69713" y="120991"/>
                </a:lnTo>
                <a:lnTo>
                  <a:pt x="62702" y="120991"/>
                </a:lnTo>
                <a:lnTo>
                  <a:pt x="25415" y="9343"/>
                </a:lnTo>
                <a:lnTo>
                  <a:pt x="25415" y="95612"/>
                </a:lnTo>
                <a:cubicBezTo>
                  <a:pt x="25415" y="100560"/>
                  <a:pt x="26982" y="104617"/>
                  <a:pt x="30116" y="107783"/>
                </a:cubicBezTo>
                <a:cubicBezTo>
                  <a:pt x="33250" y="110948"/>
                  <a:pt x="37791" y="112850"/>
                  <a:pt x="43740" y="113489"/>
                </a:cubicBezTo>
                <a:lnTo>
                  <a:pt x="43740" y="120991"/>
                </a:lnTo>
                <a:lnTo>
                  <a:pt x="0" y="120991"/>
                </a:lnTo>
                <a:lnTo>
                  <a:pt x="0" y="113489"/>
                </a:lnTo>
                <a:cubicBezTo>
                  <a:pt x="5524" y="113010"/>
                  <a:pt x="9813" y="111070"/>
                  <a:pt x="12867" y="107668"/>
                </a:cubicBezTo>
                <a:cubicBezTo>
                  <a:pt x="15921" y="104264"/>
                  <a:pt x="17448" y="99931"/>
                  <a:pt x="17448" y="94669"/>
                </a:cubicBezTo>
                <a:lnTo>
                  <a:pt x="17448" y="18431"/>
                </a:lnTo>
                <a:cubicBezTo>
                  <a:pt x="17448" y="15187"/>
                  <a:pt x="16891" y="13034"/>
                  <a:pt x="15775" y="11971"/>
                </a:cubicBezTo>
                <a:cubicBezTo>
                  <a:pt x="14660" y="10907"/>
                  <a:pt x="12509" y="10375"/>
                  <a:pt x="9322" y="10375"/>
                </a:cubicBezTo>
                <a:lnTo>
                  <a:pt x="0" y="10375"/>
                </a:lnTo>
                <a:lnTo>
                  <a:pt x="0" y="2873"/>
                </a:lnTo>
                <a:close/>
                <a:moveTo>
                  <a:pt x="255998" y="11892"/>
                </a:moveTo>
                <a:lnTo>
                  <a:pt x="261496" y="160"/>
                </a:lnTo>
                <a:lnTo>
                  <a:pt x="267391" y="160"/>
                </a:lnTo>
                <a:lnTo>
                  <a:pt x="269383" y="47566"/>
                </a:lnTo>
                <a:lnTo>
                  <a:pt x="262053" y="47566"/>
                </a:lnTo>
                <a:cubicBezTo>
                  <a:pt x="259769" y="33946"/>
                  <a:pt x="255467" y="23836"/>
                  <a:pt x="249146" y="17239"/>
                </a:cubicBezTo>
                <a:cubicBezTo>
                  <a:pt x="242826" y="10641"/>
                  <a:pt x="235602" y="7342"/>
                  <a:pt x="227475" y="7342"/>
                </a:cubicBezTo>
                <a:cubicBezTo>
                  <a:pt x="218552" y="7342"/>
                  <a:pt x="211169" y="11593"/>
                  <a:pt x="205327" y="20094"/>
                </a:cubicBezTo>
                <a:cubicBezTo>
                  <a:pt x="199484" y="28594"/>
                  <a:pt x="196563" y="42008"/>
                  <a:pt x="196563" y="60336"/>
                </a:cubicBezTo>
                <a:cubicBezTo>
                  <a:pt x="196563" y="79728"/>
                  <a:pt x="199776" y="94126"/>
                  <a:pt x="206203" y="103530"/>
                </a:cubicBezTo>
                <a:cubicBezTo>
                  <a:pt x="211355" y="110914"/>
                  <a:pt x="218951" y="114606"/>
                  <a:pt x="228989" y="114606"/>
                </a:cubicBezTo>
                <a:cubicBezTo>
                  <a:pt x="239028" y="114606"/>
                  <a:pt x="247473" y="110900"/>
                  <a:pt x="254325" y="103488"/>
                </a:cubicBezTo>
                <a:cubicBezTo>
                  <a:pt x="259265" y="98101"/>
                  <a:pt x="262717" y="90155"/>
                  <a:pt x="264682" y="79650"/>
                </a:cubicBezTo>
                <a:lnTo>
                  <a:pt x="271853" y="79650"/>
                </a:lnTo>
                <a:cubicBezTo>
                  <a:pt x="270153" y="93136"/>
                  <a:pt x="265028" y="103797"/>
                  <a:pt x="256476" y="111633"/>
                </a:cubicBezTo>
                <a:cubicBezTo>
                  <a:pt x="247925" y="119468"/>
                  <a:pt x="237408" y="123385"/>
                  <a:pt x="224926" y="123385"/>
                </a:cubicBezTo>
                <a:cubicBezTo>
                  <a:pt x="208779" y="123385"/>
                  <a:pt x="195248" y="117683"/>
                  <a:pt x="184333" y="106279"/>
                </a:cubicBezTo>
                <a:cubicBezTo>
                  <a:pt x="173418" y="94873"/>
                  <a:pt x="167960" y="80263"/>
                  <a:pt x="167960" y="62451"/>
                </a:cubicBezTo>
                <a:cubicBezTo>
                  <a:pt x="167960" y="42671"/>
                  <a:pt x="174254" y="26879"/>
                  <a:pt x="186843" y="15074"/>
                </a:cubicBezTo>
                <a:cubicBezTo>
                  <a:pt x="197572" y="5025"/>
                  <a:pt x="210133" y="0"/>
                  <a:pt x="224528" y="0"/>
                </a:cubicBezTo>
                <a:cubicBezTo>
                  <a:pt x="230211" y="0"/>
                  <a:pt x="235483" y="891"/>
                  <a:pt x="240343" y="2674"/>
                </a:cubicBezTo>
                <a:cubicBezTo>
                  <a:pt x="245203" y="4456"/>
                  <a:pt x="250421" y="7529"/>
                  <a:pt x="255998" y="11892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IS-Count">
            <a:extLst xmlns:a="http://schemas.openxmlformats.org/drawingml/2006/main">
              <a:ext uri="{FF2B5EF4-FFF2-40B4-BE49-F238E27FC236}">
                <a16:creationId xmlns:a16="http://schemas.microsoft.com/office/drawing/2014/main" id="{21AC87BE-3C2E-458A-9F1C-E185BA66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671" y="1562433"/>
            <a:ext cx="744691" cy="123385"/>
          </a:xfrm>
          <a:custGeom xmlns:a="http://schemas.openxmlformats.org/drawingml/2006/main">
            <a:pathLst>
              <a:path w="744691" h="123385">
                <a:moveTo>
                  <a:pt x="0" y="2873"/>
                </a:moveTo>
                <a:lnTo>
                  <a:pt x="60392" y="2873"/>
                </a:lnTo>
                <a:lnTo>
                  <a:pt x="60392" y="10375"/>
                </a:lnTo>
                <a:lnTo>
                  <a:pt x="49477" y="10375"/>
                </a:lnTo>
                <a:cubicBezTo>
                  <a:pt x="47139" y="10375"/>
                  <a:pt x="45440" y="10841"/>
                  <a:pt x="44377" y="11772"/>
                </a:cubicBezTo>
                <a:cubicBezTo>
                  <a:pt x="43315" y="12701"/>
                  <a:pt x="42784" y="14070"/>
                  <a:pt x="42784" y="15877"/>
                </a:cubicBezTo>
                <a:lnTo>
                  <a:pt x="42784" y="107189"/>
                </a:lnTo>
                <a:cubicBezTo>
                  <a:pt x="42784" y="109316"/>
                  <a:pt x="43342" y="110831"/>
                  <a:pt x="44457" y="111736"/>
                </a:cubicBezTo>
                <a:cubicBezTo>
                  <a:pt x="45891" y="112904"/>
                  <a:pt x="47963" y="113489"/>
                  <a:pt x="50672" y="113489"/>
                </a:cubicBezTo>
                <a:lnTo>
                  <a:pt x="60392" y="113489"/>
                </a:lnTo>
                <a:lnTo>
                  <a:pt x="60392" y="120991"/>
                </a:lnTo>
                <a:lnTo>
                  <a:pt x="0" y="120991"/>
                </a:lnTo>
                <a:lnTo>
                  <a:pt x="0" y="113489"/>
                </a:lnTo>
                <a:lnTo>
                  <a:pt x="9242" y="113489"/>
                </a:lnTo>
                <a:cubicBezTo>
                  <a:pt x="12429" y="113489"/>
                  <a:pt x="14673" y="112958"/>
                  <a:pt x="15974" y="111895"/>
                </a:cubicBezTo>
                <a:cubicBezTo>
                  <a:pt x="17276" y="110831"/>
                  <a:pt x="17926" y="109262"/>
                  <a:pt x="17926" y="107189"/>
                </a:cubicBezTo>
                <a:lnTo>
                  <a:pt x="17926" y="16915"/>
                </a:lnTo>
                <a:cubicBezTo>
                  <a:pt x="17926" y="14682"/>
                  <a:pt x="17329" y="13034"/>
                  <a:pt x="16134" y="11971"/>
                </a:cubicBezTo>
                <a:cubicBezTo>
                  <a:pt x="14939" y="10907"/>
                  <a:pt x="13066" y="10375"/>
                  <a:pt x="10517" y="10375"/>
                </a:cubicBezTo>
                <a:lnTo>
                  <a:pt x="0" y="10375"/>
                </a:lnTo>
                <a:lnTo>
                  <a:pt x="0" y="2873"/>
                </a:lnTo>
                <a:close/>
                <a:moveTo>
                  <a:pt x="147016" y="12051"/>
                </a:moveTo>
                <a:lnTo>
                  <a:pt x="154425" y="1596"/>
                </a:lnTo>
                <a:lnTo>
                  <a:pt x="160082" y="1596"/>
                </a:lnTo>
                <a:lnTo>
                  <a:pt x="160799" y="42299"/>
                </a:lnTo>
                <a:lnTo>
                  <a:pt x="153629" y="42299"/>
                </a:lnTo>
                <a:cubicBezTo>
                  <a:pt x="149911" y="30620"/>
                  <a:pt x="144626" y="21874"/>
                  <a:pt x="137774" y="16062"/>
                </a:cubicBezTo>
                <a:cubicBezTo>
                  <a:pt x="130922" y="10249"/>
                  <a:pt x="123353" y="7342"/>
                  <a:pt x="115067" y="7342"/>
                </a:cubicBezTo>
                <a:cubicBezTo>
                  <a:pt x="108003" y="7342"/>
                  <a:pt x="102253" y="9262"/>
                  <a:pt x="97818" y="13101"/>
                </a:cubicBezTo>
                <a:cubicBezTo>
                  <a:pt x="93383" y="16940"/>
                  <a:pt x="91166" y="21534"/>
                  <a:pt x="91166" y="26883"/>
                </a:cubicBezTo>
                <a:cubicBezTo>
                  <a:pt x="91166" y="30061"/>
                  <a:pt x="92042" y="32974"/>
                  <a:pt x="93795" y="35622"/>
                </a:cubicBezTo>
                <a:cubicBezTo>
                  <a:pt x="95548" y="38271"/>
                  <a:pt x="98376" y="40536"/>
                  <a:pt x="102280" y="42416"/>
                </a:cubicBezTo>
                <a:cubicBezTo>
                  <a:pt x="106184" y="44295"/>
                  <a:pt x="113022" y="46240"/>
                  <a:pt x="122796" y="48252"/>
                </a:cubicBezTo>
                <a:cubicBezTo>
                  <a:pt x="134215" y="50635"/>
                  <a:pt x="142103" y="52785"/>
                  <a:pt x="146458" y="54702"/>
                </a:cubicBezTo>
                <a:cubicBezTo>
                  <a:pt x="153363" y="57789"/>
                  <a:pt x="158542" y="61876"/>
                  <a:pt x="161994" y="66960"/>
                </a:cubicBezTo>
                <a:cubicBezTo>
                  <a:pt x="165447" y="72045"/>
                  <a:pt x="167173" y="78234"/>
                  <a:pt x="167173" y="85528"/>
                </a:cubicBezTo>
                <a:cubicBezTo>
                  <a:pt x="167173" y="96444"/>
                  <a:pt x="163428" y="105150"/>
                  <a:pt x="155939" y="111646"/>
                </a:cubicBezTo>
                <a:cubicBezTo>
                  <a:pt x="146910" y="119472"/>
                  <a:pt x="135729" y="123385"/>
                  <a:pt x="122397" y="123385"/>
                </a:cubicBezTo>
                <a:cubicBezTo>
                  <a:pt x="110128" y="123385"/>
                  <a:pt x="98920" y="119076"/>
                  <a:pt x="88775" y="110456"/>
                </a:cubicBezTo>
                <a:lnTo>
                  <a:pt x="79454" y="122108"/>
                </a:lnTo>
                <a:lnTo>
                  <a:pt x="73638" y="122108"/>
                </a:lnTo>
                <a:lnTo>
                  <a:pt x="73638" y="78373"/>
                </a:lnTo>
                <a:lnTo>
                  <a:pt x="80569" y="78373"/>
                </a:lnTo>
                <a:cubicBezTo>
                  <a:pt x="87527" y="103273"/>
                  <a:pt x="101656" y="115724"/>
                  <a:pt x="122955" y="115724"/>
                </a:cubicBezTo>
                <a:cubicBezTo>
                  <a:pt x="131666" y="115724"/>
                  <a:pt x="138438" y="113721"/>
                  <a:pt x="143271" y="109715"/>
                </a:cubicBezTo>
                <a:cubicBezTo>
                  <a:pt x="148105" y="105710"/>
                  <a:pt x="150522" y="100710"/>
                  <a:pt x="150522" y="94716"/>
                </a:cubicBezTo>
                <a:cubicBezTo>
                  <a:pt x="150522" y="90525"/>
                  <a:pt x="149459" y="87010"/>
                  <a:pt x="147335" y="84171"/>
                </a:cubicBezTo>
                <a:cubicBezTo>
                  <a:pt x="145210" y="81333"/>
                  <a:pt x="141917" y="79039"/>
                  <a:pt x="137455" y="77288"/>
                </a:cubicBezTo>
                <a:cubicBezTo>
                  <a:pt x="135012" y="76333"/>
                  <a:pt x="128957" y="74822"/>
                  <a:pt x="119290" y="72754"/>
                </a:cubicBezTo>
                <a:cubicBezTo>
                  <a:pt x="106277" y="69889"/>
                  <a:pt x="96995" y="66929"/>
                  <a:pt x="91445" y="63875"/>
                </a:cubicBezTo>
                <a:cubicBezTo>
                  <a:pt x="85894" y="60819"/>
                  <a:pt x="81817" y="57073"/>
                  <a:pt x="79215" y="52637"/>
                </a:cubicBezTo>
                <a:cubicBezTo>
                  <a:pt x="76612" y="48201"/>
                  <a:pt x="75311" y="42795"/>
                  <a:pt x="75311" y="36420"/>
                </a:cubicBezTo>
                <a:cubicBezTo>
                  <a:pt x="75311" y="25688"/>
                  <a:pt x="78909" y="16935"/>
                  <a:pt x="86106" y="10161"/>
                </a:cubicBezTo>
                <a:cubicBezTo>
                  <a:pt x="93304" y="3387"/>
                  <a:pt x="102957" y="0"/>
                  <a:pt x="115067" y="0"/>
                </a:cubicBezTo>
                <a:cubicBezTo>
                  <a:pt x="126700" y="0"/>
                  <a:pt x="137349" y="4017"/>
                  <a:pt x="147016" y="12051"/>
                </a:cubicBezTo>
                <a:close/>
                <a:moveTo>
                  <a:pt x="177286" y="75659"/>
                </a:moveTo>
                <a:lnTo>
                  <a:pt x="227160" y="75659"/>
                </a:lnTo>
                <a:lnTo>
                  <a:pt x="227160" y="90823"/>
                </a:lnTo>
                <a:lnTo>
                  <a:pt x="177286" y="90823"/>
                </a:lnTo>
                <a:lnTo>
                  <a:pt x="177286" y="75659"/>
                </a:lnTo>
                <a:close/>
                <a:moveTo>
                  <a:pt x="330343" y="11892"/>
                </a:moveTo>
                <a:lnTo>
                  <a:pt x="335840" y="160"/>
                </a:lnTo>
                <a:lnTo>
                  <a:pt x="341736" y="160"/>
                </a:lnTo>
                <a:lnTo>
                  <a:pt x="343728" y="47566"/>
                </a:lnTo>
                <a:lnTo>
                  <a:pt x="336398" y="47566"/>
                </a:lnTo>
                <a:cubicBezTo>
                  <a:pt x="334114" y="33946"/>
                  <a:pt x="329812" y="23836"/>
                  <a:pt x="323491" y="17239"/>
                </a:cubicBezTo>
                <a:cubicBezTo>
                  <a:pt x="317170" y="10641"/>
                  <a:pt x="309947" y="7342"/>
                  <a:pt x="301820" y="7342"/>
                </a:cubicBezTo>
                <a:cubicBezTo>
                  <a:pt x="292897" y="7342"/>
                  <a:pt x="285514" y="11593"/>
                  <a:pt x="279671" y="20094"/>
                </a:cubicBezTo>
                <a:cubicBezTo>
                  <a:pt x="273829" y="28594"/>
                  <a:pt x="270907" y="42008"/>
                  <a:pt x="270907" y="60336"/>
                </a:cubicBezTo>
                <a:cubicBezTo>
                  <a:pt x="270907" y="79728"/>
                  <a:pt x="274121" y="94126"/>
                  <a:pt x="280548" y="103530"/>
                </a:cubicBezTo>
                <a:cubicBezTo>
                  <a:pt x="285700" y="110914"/>
                  <a:pt x="293295" y="114606"/>
                  <a:pt x="303334" y="114606"/>
                </a:cubicBezTo>
                <a:cubicBezTo>
                  <a:pt x="313373" y="114606"/>
                  <a:pt x="321818" y="110900"/>
                  <a:pt x="328670" y="103488"/>
                </a:cubicBezTo>
                <a:cubicBezTo>
                  <a:pt x="333609" y="98101"/>
                  <a:pt x="337062" y="90155"/>
                  <a:pt x="339027" y="79650"/>
                </a:cubicBezTo>
                <a:lnTo>
                  <a:pt x="346198" y="79650"/>
                </a:lnTo>
                <a:cubicBezTo>
                  <a:pt x="344498" y="93136"/>
                  <a:pt x="339372" y="103797"/>
                  <a:pt x="330821" y="111633"/>
                </a:cubicBezTo>
                <a:cubicBezTo>
                  <a:pt x="322269" y="119468"/>
                  <a:pt x="311753" y="123385"/>
                  <a:pt x="299271" y="123385"/>
                </a:cubicBezTo>
                <a:cubicBezTo>
                  <a:pt x="283124" y="123385"/>
                  <a:pt x="269593" y="117683"/>
                  <a:pt x="258678" y="106279"/>
                </a:cubicBezTo>
                <a:cubicBezTo>
                  <a:pt x="247763" y="94873"/>
                  <a:pt x="242305" y="80263"/>
                  <a:pt x="242305" y="62451"/>
                </a:cubicBezTo>
                <a:cubicBezTo>
                  <a:pt x="242305" y="42671"/>
                  <a:pt x="248599" y="26879"/>
                  <a:pt x="261187" y="15074"/>
                </a:cubicBezTo>
                <a:cubicBezTo>
                  <a:pt x="271917" y="5025"/>
                  <a:pt x="284478" y="0"/>
                  <a:pt x="298872" y="0"/>
                </a:cubicBezTo>
                <a:cubicBezTo>
                  <a:pt x="304556" y="0"/>
                  <a:pt x="309827" y="891"/>
                  <a:pt x="314687" y="2674"/>
                </a:cubicBezTo>
                <a:cubicBezTo>
                  <a:pt x="319547" y="4456"/>
                  <a:pt x="324766" y="7529"/>
                  <a:pt x="330343" y="11892"/>
                </a:cubicBezTo>
                <a:close/>
                <a:moveTo>
                  <a:pt x="405646" y="42139"/>
                </a:moveTo>
                <a:cubicBezTo>
                  <a:pt x="413985" y="42139"/>
                  <a:pt x="421647" y="43948"/>
                  <a:pt x="428631" y="47566"/>
                </a:cubicBezTo>
                <a:cubicBezTo>
                  <a:pt x="435616" y="51184"/>
                  <a:pt x="440808" y="55906"/>
                  <a:pt x="444207" y="61733"/>
                </a:cubicBezTo>
                <a:cubicBezTo>
                  <a:pt x="447606" y="67559"/>
                  <a:pt x="449306" y="74569"/>
                  <a:pt x="449306" y="82762"/>
                </a:cubicBezTo>
                <a:cubicBezTo>
                  <a:pt x="449306" y="95851"/>
                  <a:pt x="444858" y="105894"/>
                  <a:pt x="435961" y="112890"/>
                </a:cubicBezTo>
                <a:cubicBezTo>
                  <a:pt x="427064" y="119887"/>
                  <a:pt x="416986" y="123385"/>
                  <a:pt x="405725" y="123385"/>
                </a:cubicBezTo>
                <a:cubicBezTo>
                  <a:pt x="397758" y="123385"/>
                  <a:pt x="390468" y="121590"/>
                  <a:pt x="383855" y="117998"/>
                </a:cubicBezTo>
                <a:cubicBezTo>
                  <a:pt x="377243" y="114407"/>
                  <a:pt x="372157" y="109565"/>
                  <a:pt x="368598" y="103473"/>
                </a:cubicBezTo>
                <a:cubicBezTo>
                  <a:pt x="365039" y="97381"/>
                  <a:pt x="363260" y="90504"/>
                  <a:pt x="363260" y="82842"/>
                </a:cubicBezTo>
                <a:cubicBezTo>
                  <a:pt x="363260" y="71296"/>
                  <a:pt x="367283" y="61626"/>
                  <a:pt x="375330" y="53831"/>
                </a:cubicBezTo>
                <a:cubicBezTo>
                  <a:pt x="383377" y="46037"/>
                  <a:pt x="393482" y="42139"/>
                  <a:pt x="405646" y="42139"/>
                </a:cubicBezTo>
                <a:moveTo>
                  <a:pt x="406124" y="49801"/>
                </a:moveTo>
                <a:cubicBezTo>
                  <a:pt x="400600" y="49801"/>
                  <a:pt x="396205" y="52233"/>
                  <a:pt x="392938" y="57096"/>
                </a:cubicBezTo>
                <a:cubicBezTo>
                  <a:pt x="389671" y="61958"/>
                  <a:pt x="388038" y="70500"/>
                  <a:pt x="388038" y="82722"/>
                </a:cubicBezTo>
                <a:cubicBezTo>
                  <a:pt x="388038" y="95424"/>
                  <a:pt x="389658" y="104179"/>
                  <a:pt x="392898" y="108990"/>
                </a:cubicBezTo>
                <a:cubicBezTo>
                  <a:pt x="396138" y="113798"/>
                  <a:pt x="400520" y="116202"/>
                  <a:pt x="406044" y="116202"/>
                </a:cubicBezTo>
                <a:cubicBezTo>
                  <a:pt x="411674" y="116202"/>
                  <a:pt x="416216" y="113732"/>
                  <a:pt x="419668" y="108790"/>
                </a:cubicBezTo>
                <a:cubicBezTo>
                  <a:pt x="423120" y="103847"/>
                  <a:pt x="424847" y="95317"/>
                  <a:pt x="424847" y="83201"/>
                </a:cubicBezTo>
                <a:cubicBezTo>
                  <a:pt x="424847" y="70766"/>
                  <a:pt x="423147" y="62091"/>
                  <a:pt x="419748" y="57176"/>
                </a:cubicBezTo>
                <a:cubicBezTo>
                  <a:pt x="416348" y="52259"/>
                  <a:pt x="411807" y="49801"/>
                  <a:pt x="406124" y="49801"/>
                </a:cubicBezTo>
                <a:close/>
                <a:moveTo>
                  <a:pt x="462685" y="46289"/>
                </a:moveTo>
                <a:lnTo>
                  <a:pt x="495988" y="44374"/>
                </a:lnTo>
                <a:lnTo>
                  <a:pt x="495988" y="94175"/>
                </a:lnTo>
                <a:cubicBezTo>
                  <a:pt x="495988" y="98804"/>
                  <a:pt x="497237" y="102462"/>
                  <a:pt x="499733" y="105149"/>
                </a:cubicBezTo>
                <a:cubicBezTo>
                  <a:pt x="502229" y="107836"/>
                  <a:pt x="505470" y="109179"/>
                  <a:pt x="509453" y="109179"/>
                </a:cubicBezTo>
                <a:cubicBezTo>
                  <a:pt x="515083" y="109179"/>
                  <a:pt x="519585" y="106948"/>
                  <a:pt x="522958" y="102485"/>
                </a:cubicBezTo>
                <a:cubicBezTo>
                  <a:pt x="526330" y="98022"/>
                  <a:pt x="528017" y="92789"/>
                  <a:pt x="528017" y="86785"/>
                </a:cubicBezTo>
                <a:lnTo>
                  <a:pt x="528017" y="62398"/>
                </a:lnTo>
                <a:cubicBezTo>
                  <a:pt x="528017" y="59529"/>
                  <a:pt x="527220" y="57350"/>
                  <a:pt x="525627" y="55864"/>
                </a:cubicBezTo>
                <a:cubicBezTo>
                  <a:pt x="524033" y="54376"/>
                  <a:pt x="521855" y="53632"/>
                  <a:pt x="519093" y="53632"/>
                </a:cubicBezTo>
                <a:lnTo>
                  <a:pt x="515429" y="53632"/>
                </a:lnTo>
                <a:lnTo>
                  <a:pt x="515429" y="46289"/>
                </a:lnTo>
                <a:lnTo>
                  <a:pt x="549050" y="44374"/>
                </a:lnTo>
                <a:lnTo>
                  <a:pt x="549050" y="104939"/>
                </a:lnTo>
                <a:cubicBezTo>
                  <a:pt x="549050" y="107656"/>
                  <a:pt x="549887" y="109787"/>
                  <a:pt x="551560" y="111332"/>
                </a:cubicBezTo>
                <a:cubicBezTo>
                  <a:pt x="553233" y="112876"/>
                  <a:pt x="555451" y="113648"/>
                  <a:pt x="558213" y="113648"/>
                </a:cubicBezTo>
                <a:lnTo>
                  <a:pt x="561638" y="113648"/>
                </a:lnTo>
                <a:lnTo>
                  <a:pt x="561638" y="120991"/>
                </a:lnTo>
                <a:lnTo>
                  <a:pt x="530805" y="121949"/>
                </a:lnTo>
                <a:cubicBezTo>
                  <a:pt x="529531" y="116630"/>
                  <a:pt x="528787" y="110938"/>
                  <a:pt x="528574" y="104874"/>
                </a:cubicBezTo>
                <a:cubicBezTo>
                  <a:pt x="523422" y="111447"/>
                  <a:pt x="518456" y="116069"/>
                  <a:pt x="513676" y="118741"/>
                </a:cubicBezTo>
                <a:cubicBezTo>
                  <a:pt x="508895" y="121412"/>
                  <a:pt x="503929" y="122747"/>
                  <a:pt x="498777" y="122747"/>
                </a:cubicBezTo>
                <a:cubicBezTo>
                  <a:pt x="493678" y="122747"/>
                  <a:pt x="489389" y="121683"/>
                  <a:pt x="485910" y="119554"/>
                </a:cubicBezTo>
                <a:cubicBezTo>
                  <a:pt x="482431" y="117426"/>
                  <a:pt x="479656" y="114048"/>
                  <a:pt x="477584" y="109419"/>
                </a:cubicBezTo>
                <a:cubicBezTo>
                  <a:pt x="475513" y="104790"/>
                  <a:pt x="474477" y="99176"/>
                  <a:pt x="474477" y="92579"/>
                </a:cubicBezTo>
                <a:lnTo>
                  <a:pt x="474477" y="62890"/>
                </a:lnTo>
                <a:cubicBezTo>
                  <a:pt x="474477" y="59644"/>
                  <a:pt x="473654" y="57316"/>
                  <a:pt x="472007" y="55906"/>
                </a:cubicBezTo>
                <a:cubicBezTo>
                  <a:pt x="470361" y="54496"/>
                  <a:pt x="467253" y="53738"/>
                  <a:pt x="462685" y="53632"/>
                </a:cubicBezTo>
                <a:lnTo>
                  <a:pt x="462685" y="46289"/>
                </a:lnTo>
                <a:close/>
                <a:moveTo>
                  <a:pt x="674915" y="113648"/>
                </a:moveTo>
                <a:lnTo>
                  <a:pt x="674915" y="120991"/>
                </a:lnTo>
                <a:lnTo>
                  <a:pt x="630060" y="120991"/>
                </a:lnTo>
                <a:lnTo>
                  <a:pt x="630060" y="113648"/>
                </a:lnTo>
                <a:lnTo>
                  <a:pt x="634760" y="113648"/>
                </a:lnTo>
                <a:cubicBezTo>
                  <a:pt x="637257" y="113648"/>
                  <a:pt x="639116" y="113011"/>
                  <a:pt x="640337" y="111736"/>
                </a:cubicBezTo>
                <a:cubicBezTo>
                  <a:pt x="641559" y="110460"/>
                  <a:pt x="642170" y="108601"/>
                  <a:pt x="642170" y="106156"/>
                </a:cubicBezTo>
                <a:lnTo>
                  <a:pt x="642170" y="73799"/>
                </a:lnTo>
                <a:cubicBezTo>
                  <a:pt x="642170" y="68274"/>
                  <a:pt x="640908" y="64037"/>
                  <a:pt x="638385" y="61089"/>
                </a:cubicBezTo>
                <a:cubicBezTo>
                  <a:pt x="635862" y="58139"/>
                  <a:pt x="632556" y="56665"/>
                  <a:pt x="628466" y="56665"/>
                </a:cubicBezTo>
                <a:cubicBezTo>
                  <a:pt x="622889" y="56665"/>
                  <a:pt x="618348" y="58750"/>
                  <a:pt x="614842" y="62922"/>
                </a:cubicBezTo>
                <a:cubicBezTo>
                  <a:pt x="611337" y="67092"/>
                  <a:pt x="609584" y="73188"/>
                  <a:pt x="609584" y="81211"/>
                </a:cubicBezTo>
                <a:lnTo>
                  <a:pt x="609584" y="106156"/>
                </a:lnTo>
                <a:cubicBezTo>
                  <a:pt x="609584" y="108601"/>
                  <a:pt x="610208" y="110460"/>
                  <a:pt x="611456" y="111736"/>
                </a:cubicBezTo>
                <a:cubicBezTo>
                  <a:pt x="612704" y="113011"/>
                  <a:pt x="614311" y="113648"/>
                  <a:pt x="616276" y="113648"/>
                </a:cubicBezTo>
                <a:lnTo>
                  <a:pt x="621933" y="113648"/>
                </a:lnTo>
                <a:lnTo>
                  <a:pt x="621933" y="120991"/>
                </a:lnTo>
                <a:lnTo>
                  <a:pt x="575404" y="120991"/>
                </a:lnTo>
                <a:lnTo>
                  <a:pt x="575404" y="113648"/>
                </a:lnTo>
                <a:lnTo>
                  <a:pt x="581460" y="113648"/>
                </a:lnTo>
                <a:cubicBezTo>
                  <a:pt x="583797" y="113648"/>
                  <a:pt x="585563" y="113010"/>
                  <a:pt x="586758" y="111733"/>
                </a:cubicBezTo>
                <a:cubicBezTo>
                  <a:pt x="587953" y="110456"/>
                  <a:pt x="588550" y="108594"/>
                  <a:pt x="588550" y="106146"/>
                </a:cubicBezTo>
                <a:lnTo>
                  <a:pt x="588550" y="61693"/>
                </a:lnTo>
                <a:cubicBezTo>
                  <a:pt x="588550" y="59139"/>
                  <a:pt x="587687" y="57104"/>
                  <a:pt x="585961" y="55587"/>
                </a:cubicBezTo>
                <a:cubicBezTo>
                  <a:pt x="584235" y="54071"/>
                  <a:pt x="581964" y="53313"/>
                  <a:pt x="579149" y="53313"/>
                </a:cubicBezTo>
                <a:lnTo>
                  <a:pt x="575962" y="53313"/>
                </a:lnTo>
                <a:lnTo>
                  <a:pt x="575962" y="46289"/>
                </a:lnTo>
                <a:lnTo>
                  <a:pt x="607034" y="44534"/>
                </a:lnTo>
                <a:cubicBezTo>
                  <a:pt x="608150" y="49174"/>
                  <a:pt x="609000" y="54705"/>
                  <a:pt x="609584" y="61126"/>
                </a:cubicBezTo>
                <a:cubicBezTo>
                  <a:pt x="613939" y="55196"/>
                  <a:pt x="618587" y="50761"/>
                  <a:pt x="623527" y="47823"/>
                </a:cubicBezTo>
                <a:cubicBezTo>
                  <a:pt x="628466" y="44885"/>
                  <a:pt x="633671" y="43416"/>
                  <a:pt x="639142" y="43416"/>
                </a:cubicBezTo>
                <a:cubicBezTo>
                  <a:pt x="646578" y="43416"/>
                  <a:pt x="652448" y="45890"/>
                  <a:pt x="656750" y="50839"/>
                </a:cubicBezTo>
                <a:cubicBezTo>
                  <a:pt x="660999" y="55787"/>
                  <a:pt x="663124" y="62677"/>
                  <a:pt x="663124" y="71509"/>
                </a:cubicBezTo>
                <a:lnTo>
                  <a:pt x="663124" y="106146"/>
                </a:lnTo>
                <a:cubicBezTo>
                  <a:pt x="663124" y="108807"/>
                  <a:pt x="663734" y="110722"/>
                  <a:pt x="664956" y="111893"/>
                </a:cubicBezTo>
                <a:cubicBezTo>
                  <a:pt x="666178" y="113063"/>
                  <a:pt x="668116" y="113648"/>
                  <a:pt x="670772" y="113648"/>
                </a:cubicBezTo>
                <a:lnTo>
                  <a:pt x="674915" y="113648"/>
                </a:lnTo>
                <a:close/>
                <a:moveTo>
                  <a:pt x="709875" y="15483"/>
                </a:moveTo>
                <a:lnTo>
                  <a:pt x="717045" y="15483"/>
                </a:lnTo>
                <a:lnTo>
                  <a:pt x="717045" y="46289"/>
                </a:lnTo>
                <a:lnTo>
                  <a:pt x="741664" y="46289"/>
                </a:lnTo>
                <a:lnTo>
                  <a:pt x="741664" y="54909"/>
                </a:lnTo>
                <a:lnTo>
                  <a:pt x="717045" y="54909"/>
                </a:lnTo>
                <a:lnTo>
                  <a:pt x="717045" y="102331"/>
                </a:lnTo>
                <a:cubicBezTo>
                  <a:pt x="717045" y="105465"/>
                  <a:pt x="717842" y="107896"/>
                  <a:pt x="719435" y="109623"/>
                </a:cubicBezTo>
                <a:cubicBezTo>
                  <a:pt x="721029" y="111349"/>
                  <a:pt x="723127" y="112212"/>
                  <a:pt x="725729" y="112212"/>
                </a:cubicBezTo>
                <a:cubicBezTo>
                  <a:pt x="733165" y="112212"/>
                  <a:pt x="737096" y="105242"/>
                  <a:pt x="737521" y="91302"/>
                </a:cubicBezTo>
                <a:lnTo>
                  <a:pt x="744691" y="91302"/>
                </a:lnTo>
                <a:cubicBezTo>
                  <a:pt x="744532" y="98734"/>
                  <a:pt x="743363" y="104710"/>
                  <a:pt x="741186" y="109229"/>
                </a:cubicBezTo>
                <a:cubicBezTo>
                  <a:pt x="739008" y="113747"/>
                  <a:pt x="735888" y="117236"/>
                  <a:pt x="731824" y="119697"/>
                </a:cubicBezTo>
                <a:cubicBezTo>
                  <a:pt x="727761" y="122156"/>
                  <a:pt x="723180" y="123385"/>
                  <a:pt x="718081" y="123385"/>
                </a:cubicBezTo>
                <a:cubicBezTo>
                  <a:pt x="713619" y="123385"/>
                  <a:pt x="709755" y="122481"/>
                  <a:pt x="706488" y="120672"/>
                </a:cubicBezTo>
                <a:cubicBezTo>
                  <a:pt x="703222" y="118863"/>
                  <a:pt x="700619" y="116162"/>
                  <a:pt x="698681" y="112571"/>
                </a:cubicBezTo>
                <a:cubicBezTo>
                  <a:pt x="696742" y="108980"/>
                  <a:pt x="695773" y="105082"/>
                  <a:pt x="695773" y="100879"/>
                </a:cubicBezTo>
                <a:lnTo>
                  <a:pt x="695773" y="54909"/>
                </a:lnTo>
                <a:lnTo>
                  <a:pt x="682547" y="54909"/>
                </a:lnTo>
                <a:lnTo>
                  <a:pt x="682547" y="47566"/>
                </a:lnTo>
                <a:cubicBezTo>
                  <a:pt x="690620" y="46499"/>
                  <a:pt x="696914" y="43379"/>
                  <a:pt x="701429" y="38206"/>
                </a:cubicBezTo>
                <a:cubicBezTo>
                  <a:pt x="705944" y="33032"/>
                  <a:pt x="708759" y="25458"/>
                  <a:pt x="709875" y="15483"/>
                </a:cubicBez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DISCount">
            <a:extLst xmlns:a="http://schemas.openxmlformats.org/drawingml/2006/main">
              <a:ext uri="{FF2B5EF4-FFF2-40B4-BE49-F238E27FC236}">
                <a16:creationId xmlns:a16="http://schemas.microsoft.com/office/drawing/2014/main" id="{71CE108D-1398-4BEB-BAD8-B2829D68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4660" y="2166869"/>
            <a:ext cx="825691" cy="123385"/>
          </a:xfrm>
          <a:custGeom xmlns:a="http://schemas.openxmlformats.org/drawingml/2006/main">
            <a:pathLst>
              <a:path w="825691" h="123385">
                <a:moveTo>
                  <a:pt x="0" y="2873"/>
                </a:moveTo>
                <a:lnTo>
                  <a:pt x="63419" y="2873"/>
                </a:lnTo>
                <a:cubicBezTo>
                  <a:pt x="74945" y="2873"/>
                  <a:pt x="85063" y="5322"/>
                  <a:pt x="93774" y="10221"/>
                </a:cubicBezTo>
                <a:cubicBezTo>
                  <a:pt x="102485" y="15119"/>
                  <a:pt x="109310" y="22094"/>
                  <a:pt x="114250" y="31146"/>
                </a:cubicBezTo>
                <a:cubicBezTo>
                  <a:pt x="119190" y="40196"/>
                  <a:pt x="121660" y="50391"/>
                  <a:pt x="121660" y="61733"/>
                </a:cubicBezTo>
                <a:cubicBezTo>
                  <a:pt x="121660" y="73499"/>
                  <a:pt x="119402" y="83736"/>
                  <a:pt x="114887" y="92442"/>
                </a:cubicBezTo>
                <a:cubicBezTo>
                  <a:pt x="110373" y="101146"/>
                  <a:pt x="103627" y="108080"/>
                  <a:pt x="94651" y="113244"/>
                </a:cubicBezTo>
                <a:cubicBezTo>
                  <a:pt x="85674" y="118409"/>
                  <a:pt x="76034" y="120991"/>
                  <a:pt x="65730" y="120991"/>
                </a:cubicBezTo>
                <a:lnTo>
                  <a:pt x="0" y="120991"/>
                </a:lnTo>
                <a:lnTo>
                  <a:pt x="0" y="113489"/>
                </a:lnTo>
                <a:lnTo>
                  <a:pt x="9800" y="113489"/>
                </a:lnTo>
                <a:cubicBezTo>
                  <a:pt x="12190" y="113489"/>
                  <a:pt x="13996" y="112838"/>
                  <a:pt x="15217" y="111536"/>
                </a:cubicBezTo>
                <a:cubicBezTo>
                  <a:pt x="16439" y="110232"/>
                  <a:pt x="17050" y="108411"/>
                  <a:pt x="17050" y="106072"/>
                </a:cubicBezTo>
                <a:lnTo>
                  <a:pt x="17050" y="17234"/>
                </a:lnTo>
                <a:cubicBezTo>
                  <a:pt x="17050" y="14841"/>
                  <a:pt x="16412" y="13100"/>
                  <a:pt x="15138" y="12011"/>
                </a:cubicBezTo>
                <a:cubicBezTo>
                  <a:pt x="13863" y="10921"/>
                  <a:pt x="11712" y="10375"/>
                  <a:pt x="8684" y="10375"/>
                </a:cubicBezTo>
                <a:lnTo>
                  <a:pt x="0" y="10375"/>
                </a:lnTo>
                <a:lnTo>
                  <a:pt x="0" y="2873"/>
                </a:lnTo>
                <a:moveTo>
                  <a:pt x="57922" y="113489"/>
                </a:moveTo>
                <a:cubicBezTo>
                  <a:pt x="65199" y="113489"/>
                  <a:pt x="71652" y="111653"/>
                  <a:pt x="77282" y="107982"/>
                </a:cubicBezTo>
                <a:cubicBezTo>
                  <a:pt x="82912" y="104311"/>
                  <a:pt x="86976" y="99296"/>
                  <a:pt x="89472" y="92938"/>
                </a:cubicBezTo>
                <a:cubicBezTo>
                  <a:pt x="91968" y="86580"/>
                  <a:pt x="93217" y="76723"/>
                  <a:pt x="93217" y="63369"/>
                </a:cubicBezTo>
                <a:cubicBezTo>
                  <a:pt x="93217" y="49322"/>
                  <a:pt x="91743" y="38561"/>
                  <a:pt x="88795" y="31086"/>
                </a:cubicBezTo>
                <a:cubicBezTo>
                  <a:pt x="85847" y="23610"/>
                  <a:pt x="81850" y="18290"/>
                  <a:pt x="76804" y="15124"/>
                </a:cubicBezTo>
                <a:cubicBezTo>
                  <a:pt x="71758" y="11958"/>
                  <a:pt x="64349" y="10375"/>
                  <a:pt x="54576" y="10375"/>
                </a:cubicBezTo>
                <a:cubicBezTo>
                  <a:pt x="49211" y="10375"/>
                  <a:pt x="45851" y="10827"/>
                  <a:pt x="44497" y="11732"/>
                </a:cubicBezTo>
                <a:cubicBezTo>
                  <a:pt x="43143" y="12636"/>
                  <a:pt x="42465" y="14286"/>
                  <a:pt x="42465" y="16680"/>
                </a:cubicBezTo>
                <a:lnTo>
                  <a:pt x="42465" y="105987"/>
                </a:lnTo>
                <a:cubicBezTo>
                  <a:pt x="42465" y="108647"/>
                  <a:pt x="43010" y="110563"/>
                  <a:pt x="44099" y="111733"/>
                </a:cubicBezTo>
                <a:cubicBezTo>
                  <a:pt x="45187" y="112904"/>
                  <a:pt x="46927" y="113489"/>
                  <a:pt x="49317" y="113489"/>
                </a:cubicBezTo>
                <a:lnTo>
                  <a:pt x="57922" y="113489"/>
                </a:lnTo>
                <a:close/>
                <a:moveTo>
                  <a:pt x="135645" y="2873"/>
                </a:moveTo>
                <a:lnTo>
                  <a:pt x="196037" y="2873"/>
                </a:lnTo>
                <a:lnTo>
                  <a:pt x="196037" y="10375"/>
                </a:lnTo>
                <a:lnTo>
                  <a:pt x="185122" y="10375"/>
                </a:lnTo>
                <a:cubicBezTo>
                  <a:pt x="182785" y="10375"/>
                  <a:pt x="181085" y="10841"/>
                  <a:pt x="180023" y="11772"/>
                </a:cubicBezTo>
                <a:cubicBezTo>
                  <a:pt x="178960" y="12701"/>
                  <a:pt x="178429" y="14070"/>
                  <a:pt x="178429" y="15877"/>
                </a:cubicBezTo>
                <a:lnTo>
                  <a:pt x="178429" y="107189"/>
                </a:lnTo>
                <a:cubicBezTo>
                  <a:pt x="178429" y="109316"/>
                  <a:pt x="178987" y="110831"/>
                  <a:pt x="180102" y="111736"/>
                </a:cubicBezTo>
                <a:cubicBezTo>
                  <a:pt x="181536" y="112904"/>
                  <a:pt x="183608" y="113489"/>
                  <a:pt x="186317" y="113489"/>
                </a:cubicBezTo>
                <a:lnTo>
                  <a:pt x="196037" y="113489"/>
                </a:lnTo>
                <a:lnTo>
                  <a:pt x="196037" y="120991"/>
                </a:lnTo>
                <a:lnTo>
                  <a:pt x="135645" y="120991"/>
                </a:lnTo>
                <a:lnTo>
                  <a:pt x="135645" y="113489"/>
                </a:lnTo>
                <a:lnTo>
                  <a:pt x="144887" y="113489"/>
                </a:lnTo>
                <a:cubicBezTo>
                  <a:pt x="148074" y="113489"/>
                  <a:pt x="150318" y="112958"/>
                  <a:pt x="151619" y="111895"/>
                </a:cubicBezTo>
                <a:cubicBezTo>
                  <a:pt x="152921" y="110831"/>
                  <a:pt x="153571" y="109262"/>
                  <a:pt x="153571" y="107189"/>
                </a:cubicBezTo>
                <a:lnTo>
                  <a:pt x="153571" y="16915"/>
                </a:lnTo>
                <a:cubicBezTo>
                  <a:pt x="153571" y="14682"/>
                  <a:pt x="152974" y="13034"/>
                  <a:pt x="151779" y="11971"/>
                </a:cubicBezTo>
                <a:cubicBezTo>
                  <a:pt x="150584" y="10907"/>
                  <a:pt x="148711" y="10375"/>
                  <a:pt x="146162" y="10375"/>
                </a:cubicBezTo>
                <a:lnTo>
                  <a:pt x="135645" y="10375"/>
                </a:lnTo>
                <a:lnTo>
                  <a:pt x="135645" y="2873"/>
                </a:lnTo>
                <a:close/>
                <a:moveTo>
                  <a:pt x="282678" y="12051"/>
                </a:moveTo>
                <a:lnTo>
                  <a:pt x="290088" y="1596"/>
                </a:lnTo>
                <a:lnTo>
                  <a:pt x="295744" y="1596"/>
                </a:lnTo>
                <a:lnTo>
                  <a:pt x="296461" y="42299"/>
                </a:lnTo>
                <a:lnTo>
                  <a:pt x="289291" y="42299"/>
                </a:lnTo>
                <a:cubicBezTo>
                  <a:pt x="285573" y="30620"/>
                  <a:pt x="280288" y="21874"/>
                  <a:pt x="273436" y="16062"/>
                </a:cubicBezTo>
                <a:cubicBezTo>
                  <a:pt x="266584" y="10249"/>
                  <a:pt x="259015" y="7342"/>
                  <a:pt x="250730" y="7342"/>
                </a:cubicBezTo>
                <a:cubicBezTo>
                  <a:pt x="243665" y="7342"/>
                  <a:pt x="237916" y="9262"/>
                  <a:pt x="233481" y="13101"/>
                </a:cubicBezTo>
                <a:cubicBezTo>
                  <a:pt x="229045" y="16940"/>
                  <a:pt x="226828" y="21534"/>
                  <a:pt x="226828" y="26883"/>
                </a:cubicBezTo>
                <a:cubicBezTo>
                  <a:pt x="226828" y="30061"/>
                  <a:pt x="227704" y="32974"/>
                  <a:pt x="229457" y="35622"/>
                </a:cubicBezTo>
                <a:cubicBezTo>
                  <a:pt x="231210" y="38271"/>
                  <a:pt x="234038" y="40536"/>
                  <a:pt x="237942" y="42416"/>
                </a:cubicBezTo>
                <a:cubicBezTo>
                  <a:pt x="241846" y="44295"/>
                  <a:pt x="248685" y="46240"/>
                  <a:pt x="258458" y="48252"/>
                </a:cubicBezTo>
                <a:cubicBezTo>
                  <a:pt x="269877" y="50635"/>
                  <a:pt x="277765" y="52785"/>
                  <a:pt x="282120" y="54702"/>
                </a:cubicBezTo>
                <a:cubicBezTo>
                  <a:pt x="289025" y="57789"/>
                  <a:pt x="294204" y="61876"/>
                  <a:pt x="297657" y="66960"/>
                </a:cubicBezTo>
                <a:cubicBezTo>
                  <a:pt x="301109" y="72045"/>
                  <a:pt x="302835" y="78234"/>
                  <a:pt x="302835" y="85528"/>
                </a:cubicBezTo>
                <a:cubicBezTo>
                  <a:pt x="302835" y="96444"/>
                  <a:pt x="299091" y="105150"/>
                  <a:pt x="291601" y="111646"/>
                </a:cubicBezTo>
                <a:cubicBezTo>
                  <a:pt x="282572" y="119472"/>
                  <a:pt x="271391" y="123385"/>
                  <a:pt x="258059" y="123385"/>
                </a:cubicBezTo>
                <a:cubicBezTo>
                  <a:pt x="245790" y="123385"/>
                  <a:pt x="234583" y="119076"/>
                  <a:pt x="224438" y="110456"/>
                </a:cubicBezTo>
                <a:lnTo>
                  <a:pt x="215116" y="122108"/>
                </a:lnTo>
                <a:lnTo>
                  <a:pt x="209300" y="122108"/>
                </a:lnTo>
                <a:lnTo>
                  <a:pt x="209300" y="78373"/>
                </a:lnTo>
                <a:lnTo>
                  <a:pt x="216231" y="78373"/>
                </a:lnTo>
                <a:cubicBezTo>
                  <a:pt x="223189" y="103273"/>
                  <a:pt x="237318" y="115724"/>
                  <a:pt x="258617" y="115724"/>
                </a:cubicBezTo>
                <a:cubicBezTo>
                  <a:pt x="267328" y="115724"/>
                  <a:pt x="274100" y="113721"/>
                  <a:pt x="278934" y="109715"/>
                </a:cubicBezTo>
                <a:cubicBezTo>
                  <a:pt x="283767" y="105710"/>
                  <a:pt x="286184" y="100710"/>
                  <a:pt x="286184" y="94716"/>
                </a:cubicBezTo>
                <a:cubicBezTo>
                  <a:pt x="286184" y="90525"/>
                  <a:pt x="285121" y="87010"/>
                  <a:pt x="282997" y="84171"/>
                </a:cubicBezTo>
                <a:cubicBezTo>
                  <a:pt x="280872" y="81333"/>
                  <a:pt x="277579" y="79039"/>
                  <a:pt x="273117" y="77288"/>
                </a:cubicBezTo>
                <a:cubicBezTo>
                  <a:pt x="270674" y="76333"/>
                  <a:pt x="264619" y="74822"/>
                  <a:pt x="254952" y="72754"/>
                </a:cubicBezTo>
                <a:cubicBezTo>
                  <a:pt x="241939" y="69889"/>
                  <a:pt x="232657" y="66929"/>
                  <a:pt x="227107" y="63875"/>
                </a:cubicBezTo>
                <a:cubicBezTo>
                  <a:pt x="221556" y="60819"/>
                  <a:pt x="217480" y="57073"/>
                  <a:pt x="214877" y="52637"/>
                </a:cubicBezTo>
                <a:cubicBezTo>
                  <a:pt x="212274" y="48201"/>
                  <a:pt x="210973" y="42795"/>
                  <a:pt x="210973" y="36420"/>
                </a:cubicBezTo>
                <a:cubicBezTo>
                  <a:pt x="210973" y="25688"/>
                  <a:pt x="214572" y="16935"/>
                  <a:pt x="221769" y="10161"/>
                </a:cubicBezTo>
                <a:cubicBezTo>
                  <a:pt x="228966" y="3387"/>
                  <a:pt x="238619" y="0"/>
                  <a:pt x="250730" y="0"/>
                </a:cubicBezTo>
                <a:cubicBezTo>
                  <a:pt x="262362" y="0"/>
                  <a:pt x="273011" y="4017"/>
                  <a:pt x="282678" y="12051"/>
                </a:cubicBezTo>
                <a:close/>
                <a:moveTo>
                  <a:pt x="411343" y="11892"/>
                </a:moveTo>
                <a:lnTo>
                  <a:pt x="416840" y="160"/>
                </a:lnTo>
                <a:lnTo>
                  <a:pt x="422736" y="160"/>
                </a:lnTo>
                <a:lnTo>
                  <a:pt x="424728" y="47566"/>
                </a:lnTo>
                <a:lnTo>
                  <a:pt x="417398" y="47566"/>
                </a:lnTo>
                <a:cubicBezTo>
                  <a:pt x="415114" y="33946"/>
                  <a:pt x="410812" y="23836"/>
                  <a:pt x="404491" y="17239"/>
                </a:cubicBezTo>
                <a:cubicBezTo>
                  <a:pt x="398171" y="10641"/>
                  <a:pt x="390947" y="7342"/>
                  <a:pt x="382820" y="7342"/>
                </a:cubicBezTo>
                <a:cubicBezTo>
                  <a:pt x="373897" y="7342"/>
                  <a:pt x="366514" y="11593"/>
                  <a:pt x="360672" y="20094"/>
                </a:cubicBezTo>
                <a:cubicBezTo>
                  <a:pt x="354829" y="28594"/>
                  <a:pt x="351908" y="42008"/>
                  <a:pt x="351908" y="60336"/>
                </a:cubicBezTo>
                <a:cubicBezTo>
                  <a:pt x="351908" y="79728"/>
                  <a:pt x="355121" y="94126"/>
                  <a:pt x="361548" y="103530"/>
                </a:cubicBezTo>
                <a:cubicBezTo>
                  <a:pt x="366700" y="110914"/>
                  <a:pt x="374295" y="114606"/>
                  <a:pt x="384334" y="114606"/>
                </a:cubicBezTo>
                <a:cubicBezTo>
                  <a:pt x="394373" y="114606"/>
                  <a:pt x="402818" y="110900"/>
                  <a:pt x="409670" y="103488"/>
                </a:cubicBezTo>
                <a:cubicBezTo>
                  <a:pt x="414610" y="98101"/>
                  <a:pt x="418062" y="90155"/>
                  <a:pt x="420027" y="79650"/>
                </a:cubicBezTo>
                <a:lnTo>
                  <a:pt x="427198" y="79650"/>
                </a:lnTo>
                <a:cubicBezTo>
                  <a:pt x="425498" y="93136"/>
                  <a:pt x="420373" y="103797"/>
                  <a:pt x="411821" y="111633"/>
                </a:cubicBezTo>
                <a:cubicBezTo>
                  <a:pt x="403270" y="119468"/>
                  <a:pt x="392753" y="123385"/>
                  <a:pt x="380271" y="123385"/>
                </a:cubicBezTo>
                <a:cubicBezTo>
                  <a:pt x="364124" y="123385"/>
                  <a:pt x="350593" y="117683"/>
                  <a:pt x="339678" y="106279"/>
                </a:cubicBezTo>
                <a:cubicBezTo>
                  <a:pt x="328763" y="94873"/>
                  <a:pt x="323305" y="80263"/>
                  <a:pt x="323305" y="62451"/>
                </a:cubicBezTo>
                <a:cubicBezTo>
                  <a:pt x="323305" y="42671"/>
                  <a:pt x="329599" y="26879"/>
                  <a:pt x="342188" y="15074"/>
                </a:cubicBezTo>
                <a:cubicBezTo>
                  <a:pt x="352917" y="5025"/>
                  <a:pt x="365478" y="0"/>
                  <a:pt x="379873" y="0"/>
                </a:cubicBezTo>
                <a:cubicBezTo>
                  <a:pt x="385556" y="0"/>
                  <a:pt x="390827" y="891"/>
                  <a:pt x="395687" y="2674"/>
                </a:cubicBezTo>
                <a:cubicBezTo>
                  <a:pt x="400548" y="4456"/>
                  <a:pt x="405766" y="7529"/>
                  <a:pt x="411343" y="11892"/>
                </a:cubicBezTo>
                <a:close/>
                <a:moveTo>
                  <a:pt x="486663" y="42139"/>
                </a:moveTo>
                <a:cubicBezTo>
                  <a:pt x="495002" y="42139"/>
                  <a:pt x="502664" y="43948"/>
                  <a:pt x="509648" y="47566"/>
                </a:cubicBezTo>
                <a:cubicBezTo>
                  <a:pt x="516633" y="51184"/>
                  <a:pt x="521825" y="55906"/>
                  <a:pt x="525224" y="61733"/>
                </a:cubicBezTo>
                <a:cubicBezTo>
                  <a:pt x="528624" y="67559"/>
                  <a:pt x="530323" y="74569"/>
                  <a:pt x="530323" y="82762"/>
                </a:cubicBezTo>
                <a:cubicBezTo>
                  <a:pt x="530323" y="95851"/>
                  <a:pt x="525875" y="105894"/>
                  <a:pt x="516978" y="112890"/>
                </a:cubicBezTo>
                <a:cubicBezTo>
                  <a:pt x="508081" y="119887"/>
                  <a:pt x="498003" y="123385"/>
                  <a:pt x="486742" y="123385"/>
                </a:cubicBezTo>
                <a:cubicBezTo>
                  <a:pt x="478775" y="123385"/>
                  <a:pt x="471485" y="121590"/>
                  <a:pt x="464872" y="117998"/>
                </a:cubicBezTo>
                <a:cubicBezTo>
                  <a:pt x="458260" y="114407"/>
                  <a:pt x="453174" y="109565"/>
                  <a:pt x="449615" y="103473"/>
                </a:cubicBezTo>
                <a:cubicBezTo>
                  <a:pt x="446056" y="97381"/>
                  <a:pt x="444277" y="90504"/>
                  <a:pt x="444277" y="82842"/>
                </a:cubicBezTo>
                <a:cubicBezTo>
                  <a:pt x="444277" y="71296"/>
                  <a:pt x="448301" y="61626"/>
                  <a:pt x="456347" y="53831"/>
                </a:cubicBezTo>
                <a:cubicBezTo>
                  <a:pt x="464394" y="46037"/>
                  <a:pt x="474499" y="42139"/>
                  <a:pt x="486663" y="42139"/>
                </a:cubicBezTo>
                <a:moveTo>
                  <a:pt x="487141" y="49801"/>
                </a:moveTo>
                <a:cubicBezTo>
                  <a:pt x="481617" y="49801"/>
                  <a:pt x="477222" y="52233"/>
                  <a:pt x="473955" y="57096"/>
                </a:cubicBezTo>
                <a:cubicBezTo>
                  <a:pt x="470688" y="61958"/>
                  <a:pt x="469055" y="70500"/>
                  <a:pt x="469055" y="82722"/>
                </a:cubicBezTo>
                <a:cubicBezTo>
                  <a:pt x="469055" y="95424"/>
                  <a:pt x="470675" y="104179"/>
                  <a:pt x="473915" y="108990"/>
                </a:cubicBezTo>
                <a:cubicBezTo>
                  <a:pt x="477155" y="113798"/>
                  <a:pt x="481537" y="116202"/>
                  <a:pt x="487061" y="116202"/>
                </a:cubicBezTo>
                <a:cubicBezTo>
                  <a:pt x="492691" y="116202"/>
                  <a:pt x="497233" y="113732"/>
                  <a:pt x="500685" y="108790"/>
                </a:cubicBezTo>
                <a:cubicBezTo>
                  <a:pt x="504138" y="103847"/>
                  <a:pt x="505864" y="95317"/>
                  <a:pt x="505864" y="83201"/>
                </a:cubicBezTo>
                <a:cubicBezTo>
                  <a:pt x="505864" y="70766"/>
                  <a:pt x="504164" y="62091"/>
                  <a:pt x="500765" y="57176"/>
                </a:cubicBezTo>
                <a:cubicBezTo>
                  <a:pt x="497365" y="52259"/>
                  <a:pt x="492824" y="49801"/>
                  <a:pt x="487141" y="49801"/>
                </a:cubicBezTo>
                <a:close/>
                <a:moveTo>
                  <a:pt x="543685" y="46289"/>
                </a:moveTo>
                <a:lnTo>
                  <a:pt x="576988" y="44374"/>
                </a:lnTo>
                <a:lnTo>
                  <a:pt x="576988" y="94175"/>
                </a:lnTo>
                <a:cubicBezTo>
                  <a:pt x="576988" y="98804"/>
                  <a:pt x="578236" y="102462"/>
                  <a:pt x="580732" y="105149"/>
                </a:cubicBezTo>
                <a:cubicBezTo>
                  <a:pt x="583229" y="107836"/>
                  <a:pt x="586469" y="109179"/>
                  <a:pt x="590452" y="109179"/>
                </a:cubicBezTo>
                <a:cubicBezTo>
                  <a:pt x="596082" y="109179"/>
                  <a:pt x="600584" y="106948"/>
                  <a:pt x="603957" y="102485"/>
                </a:cubicBezTo>
                <a:cubicBezTo>
                  <a:pt x="607329" y="98022"/>
                  <a:pt x="609016" y="92789"/>
                  <a:pt x="609016" y="86785"/>
                </a:cubicBezTo>
                <a:lnTo>
                  <a:pt x="609016" y="62398"/>
                </a:lnTo>
                <a:cubicBezTo>
                  <a:pt x="609016" y="59529"/>
                  <a:pt x="608219" y="57350"/>
                  <a:pt x="606626" y="55864"/>
                </a:cubicBezTo>
                <a:cubicBezTo>
                  <a:pt x="605032" y="54376"/>
                  <a:pt x="602855" y="53632"/>
                  <a:pt x="600093" y="53632"/>
                </a:cubicBezTo>
                <a:lnTo>
                  <a:pt x="596428" y="53632"/>
                </a:lnTo>
                <a:lnTo>
                  <a:pt x="596428" y="46289"/>
                </a:lnTo>
                <a:lnTo>
                  <a:pt x="630049" y="44374"/>
                </a:lnTo>
                <a:lnTo>
                  <a:pt x="630049" y="104939"/>
                </a:lnTo>
                <a:cubicBezTo>
                  <a:pt x="630049" y="107656"/>
                  <a:pt x="630886" y="109787"/>
                  <a:pt x="632559" y="111332"/>
                </a:cubicBezTo>
                <a:cubicBezTo>
                  <a:pt x="634232" y="112876"/>
                  <a:pt x="636450" y="113648"/>
                  <a:pt x="639212" y="113648"/>
                </a:cubicBezTo>
                <a:lnTo>
                  <a:pt x="642638" y="113648"/>
                </a:lnTo>
                <a:lnTo>
                  <a:pt x="642638" y="120991"/>
                </a:lnTo>
                <a:lnTo>
                  <a:pt x="611804" y="121949"/>
                </a:lnTo>
                <a:cubicBezTo>
                  <a:pt x="610530" y="116630"/>
                  <a:pt x="609786" y="110938"/>
                  <a:pt x="609574" y="104874"/>
                </a:cubicBezTo>
                <a:cubicBezTo>
                  <a:pt x="604421" y="111447"/>
                  <a:pt x="599455" y="116069"/>
                  <a:pt x="594675" y="118741"/>
                </a:cubicBezTo>
                <a:cubicBezTo>
                  <a:pt x="589894" y="121412"/>
                  <a:pt x="584928" y="122747"/>
                  <a:pt x="579776" y="122747"/>
                </a:cubicBezTo>
                <a:cubicBezTo>
                  <a:pt x="574677" y="122747"/>
                  <a:pt x="570388" y="121683"/>
                  <a:pt x="566909" y="119554"/>
                </a:cubicBezTo>
                <a:cubicBezTo>
                  <a:pt x="563430" y="117426"/>
                  <a:pt x="560655" y="114048"/>
                  <a:pt x="558583" y="109419"/>
                </a:cubicBezTo>
                <a:cubicBezTo>
                  <a:pt x="556512" y="104790"/>
                  <a:pt x="555476" y="99176"/>
                  <a:pt x="555476" y="92579"/>
                </a:cubicBezTo>
                <a:lnTo>
                  <a:pt x="555476" y="62890"/>
                </a:lnTo>
                <a:cubicBezTo>
                  <a:pt x="555476" y="59644"/>
                  <a:pt x="554653" y="57316"/>
                  <a:pt x="553006" y="55906"/>
                </a:cubicBezTo>
                <a:cubicBezTo>
                  <a:pt x="551360" y="54496"/>
                  <a:pt x="548252" y="53738"/>
                  <a:pt x="543685" y="53632"/>
                </a:cubicBezTo>
                <a:lnTo>
                  <a:pt x="543685" y="46289"/>
                </a:lnTo>
                <a:close/>
                <a:moveTo>
                  <a:pt x="755915" y="113648"/>
                </a:moveTo>
                <a:lnTo>
                  <a:pt x="755915" y="120991"/>
                </a:lnTo>
                <a:lnTo>
                  <a:pt x="711059" y="120991"/>
                </a:lnTo>
                <a:lnTo>
                  <a:pt x="711059" y="113648"/>
                </a:lnTo>
                <a:lnTo>
                  <a:pt x="715760" y="113648"/>
                </a:lnTo>
                <a:cubicBezTo>
                  <a:pt x="718256" y="113648"/>
                  <a:pt x="720115" y="113011"/>
                  <a:pt x="721337" y="111736"/>
                </a:cubicBezTo>
                <a:cubicBezTo>
                  <a:pt x="722559" y="110460"/>
                  <a:pt x="723169" y="108601"/>
                  <a:pt x="723169" y="106156"/>
                </a:cubicBezTo>
                <a:lnTo>
                  <a:pt x="723169" y="73799"/>
                </a:lnTo>
                <a:cubicBezTo>
                  <a:pt x="723169" y="68274"/>
                  <a:pt x="721908" y="64037"/>
                  <a:pt x="719385" y="61089"/>
                </a:cubicBezTo>
                <a:cubicBezTo>
                  <a:pt x="716862" y="58139"/>
                  <a:pt x="713556" y="56665"/>
                  <a:pt x="709466" y="56665"/>
                </a:cubicBezTo>
                <a:cubicBezTo>
                  <a:pt x="703889" y="56665"/>
                  <a:pt x="699347" y="58750"/>
                  <a:pt x="695842" y="62922"/>
                </a:cubicBezTo>
                <a:cubicBezTo>
                  <a:pt x="692336" y="67092"/>
                  <a:pt x="690584" y="73188"/>
                  <a:pt x="690584" y="81211"/>
                </a:cubicBezTo>
                <a:lnTo>
                  <a:pt x="690584" y="106156"/>
                </a:lnTo>
                <a:cubicBezTo>
                  <a:pt x="690584" y="108601"/>
                  <a:pt x="691208" y="110460"/>
                  <a:pt x="692456" y="111736"/>
                </a:cubicBezTo>
                <a:cubicBezTo>
                  <a:pt x="693704" y="113011"/>
                  <a:pt x="695311" y="113648"/>
                  <a:pt x="697276" y="113648"/>
                </a:cubicBezTo>
                <a:lnTo>
                  <a:pt x="702933" y="113648"/>
                </a:lnTo>
                <a:lnTo>
                  <a:pt x="702933" y="120991"/>
                </a:lnTo>
                <a:lnTo>
                  <a:pt x="656404" y="120991"/>
                </a:lnTo>
                <a:lnTo>
                  <a:pt x="656404" y="113648"/>
                </a:lnTo>
                <a:lnTo>
                  <a:pt x="662459" y="113648"/>
                </a:lnTo>
                <a:cubicBezTo>
                  <a:pt x="664796" y="113648"/>
                  <a:pt x="666562" y="113010"/>
                  <a:pt x="667757" y="111733"/>
                </a:cubicBezTo>
                <a:cubicBezTo>
                  <a:pt x="668952" y="110456"/>
                  <a:pt x="669550" y="108594"/>
                  <a:pt x="669550" y="106146"/>
                </a:cubicBezTo>
                <a:lnTo>
                  <a:pt x="669550" y="61693"/>
                </a:lnTo>
                <a:cubicBezTo>
                  <a:pt x="669550" y="59139"/>
                  <a:pt x="668687" y="57104"/>
                  <a:pt x="666961" y="55587"/>
                </a:cubicBezTo>
                <a:cubicBezTo>
                  <a:pt x="665234" y="54071"/>
                  <a:pt x="662964" y="53313"/>
                  <a:pt x="660149" y="53313"/>
                </a:cubicBezTo>
                <a:lnTo>
                  <a:pt x="656962" y="53313"/>
                </a:lnTo>
                <a:lnTo>
                  <a:pt x="656962" y="46289"/>
                </a:lnTo>
                <a:lnTo>
                  <a:pt x="688034" y="44534"/>
                </a:lnTo>
                <a:cubicBezTo>
                  <a:pt x="689149" y="49174"/>
                  <a:pt x="689999" y="54705"/>
                  <a:pt x="690584" y="61126"/>
                </a:cubicBezTo>
                <a:cubicBezTo>
                  <a:pt x="694939" y="55196"/>
                  <a:pt x="699586" y="50761"/>
                  <a:pt x="704526" y="47823"/>
                </a:cubicBezTo>
                <a:cubicBezTo>
                  <a:pt x="709466" y="44885"/>
                  <a:pt x="714671" y="43416"/>
                  <a:pt x="720142" y="43416"/>
                </a:cubicBezTo>
                <a:cubicBezTo>
                  <a:pt x="727578" y="43416"/>
                  <a:pt x="733447" y="45890"/>
                  <a:pt x="737750" y="50839"/>
                </a:cubicBezTo>
                <a:cubicBezTo>
                  <a:pt x="741999" y="55787"/>
                  <a:pt x="744123" y="62677"/>
                  <a:pt x="744123" y="71509"/>
                </a:cubicBezTo>
                <a:lnTo>
                  <a:pt x="744123" y="106146"/>
                </a:lnTo>
                <a:cubicBezTo>
                  <a:pt x="744123" y="108807"/>
                  <a:pt x="744734" y="110722"/>
                  <a:pt x="745956" y="111893"/>
                </a:cubicBezTo>
                <a:cubicBezTo>
                  <a:pt x="747177" y="113063"/>
                  <a:pt x="749116" y="113648"/>
                  <a:pt x="751772" y="113648"/>
                </a:cubicBezTo>
                <a:lnTo>
                  <a:pt x="755915" y="113648"/>
                </a:lnTo>
                <a:close/>
                <a:moveTo>
                  <a:pt x="790874" y="15483"/>
                </a:moveTo>
                <a:lnTo>
                  <a:pt x="798045" y="15483"/>
                </a:lnTo>
                <a:lnTo>
                  <a:pt x="798045" y="46289"/>
                </a:lnTo>
                <a:lnTo>
                  <a:pt x="822664" y="46289"/>
                </a:lnTo>
                <a:lnTo>
                  <a:pt x="822664" y="54909"/>
                </a:lnTo>
                <a:lnTo>
                  <a:pt x="798045" y="54909"/>
                </a:lnTo>
                <a:lnTo>
                  <a:pt x="798045" y="102331"/>
                </a:lnTo>
                <a:cubicBezTo>
                  <a:pt x="798045" y="105465"/>
                  <a:pt x="798842" y="107896"/>
                  <a:pt x="800435" y="109623"/>
                </a:cubicBezTo>
                <a:cubicBezTo>
                  <a:pt x="802029" y="111349"/>
                  <a:pt x="804127" y="112212"/>
                  <a:pt x="806729" y="112212"/>
                </a:cubicBezTo>
                <a:cubicBezTo>
                  <a:pt x="814165" y="112212"/>
                  <a:pt x="818096" y="105242"/>
                  <a:pt x="818521" y="91302"/>
                </a:cubicBezTo>
                <a:lnTo>
                  <a:pt x="825691" y="91302"/>
                </a:lnTo>
                <a:cubicBezTo>
                  <a:pt x="825532" y="98734"/>
                  <a:pt x="824363" y="104710"/>
                  <a:pt x="822186" y="109229"/>
                </a:cubicBezTo>
                <a:cubicBezTo>
                  <a:pt x="820008" y="113747"/>
                  <a:pt x="816887" y="117236"/>
                  <a:pt x="812824" y="119697"/>
                </a:cubicBezTo>
                <a:cubicBezTo>
                  <a:pt x="808761" y="122156"/>
                  <a:pt x="804180" y="123385"/>
                  <a:pt x="799081" y="123385"/>
                </a:cubicBezTo>
                <a:cubicBezTo>
                  <a:pt x="794619" y="123385"/>
                  <a:pt x="790755" y="122481"/>
                  <a:pt x="787488" y="120672"/>
                </a:cubicBezTo>
                <a:cubicBezTo>
                  <a:pt x="784222" y="118863"/>
                  <a:pt x="781619" y="116162"/>
                  <a:pt x="779681" y="112571"/>
                </a:cubicBezTo>
                <a:cubicBezTo>
                  <a:pt x="777742" y="108980"/>
                  <a:pt x="776772" y="105082"/>
                  <a:pt x="776772" y="100879"/>
                </a:cubicBezTo>
                <a:lnTo>
                  <a:pt x="776772" y="54909"/>
                </a:lnTo>
                <a:lnTo>
                  <a:pt x="763547" y="54909"/>
                </a:lnTo>
                <a:lnTo>
                  <a:pt x="763547" y="47566"/>
                </a:lnTo>
                <a:cubicBezTo>
                  <a:pt x="771620" y="46499"/>
                  <a:pt x="777914" y="43379"/>
                  <a:pt x="782429" y="38206"/>
                </a:cubicBezTo>
                <a:cubicBezTo>
                  <a:pt x="786944" y="33032"/>
                  <a:pt x="789759" y="25458"/>
                  <a:pt x="790874" y="15483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Labelingef">
            <a:extLst xmlns:a="http://schemas.openxmlformats.org/drawingml/2006/main">
              <a:ext uri="{FF2B5EF4-FFF2-40B4-BE49-F238E27FC236}">
                <a16:creationId xmlns:a16="http://schemas.microsoft.com/office/drawing/2014/main" id="{B750B9F8-F03B-4A7A-BD19-5B467D01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298" y="2697626"/>
            <a:ext cx="1183066" cy="213348"/>
          </a:xfrm>
          <a:custGeom xmlns:a="http://schemas.openxmlformats.org/drawingml/2006/main">
            <a:pathLst>
              <a:path w="1183066" h="213348">
                <a:moveTo>
                  <a:pt x="0" y="4009"/>
                </a:moveTo>
                <a:lnTo>
                  <a:pt x="76144" y="4009"/>
                </a:lnTo>
                <a:lnTo>
                  <a:pt x="76144" y="12471"/>
                </a:lnTo>
                <a:lnTo>
                  <a:pt x="57914" y="12471"/>
                </a:lnTo>
                <a:cubicBezTo>
                  <a:pt x="55024" y="12471"/>
                  <a:pt x="52893" y="13232"/>
                  <a:pt x="51522" y="14754"/>
                </a:cubicBezTo>
                <a:cubicBezTo>
                  <a:pt x="50151" y="16273"/>
                  <a:pt x="49466" y="18665"/>
                  <a:pt x="49466" y="21929"/>
                </a:cubicBezTo>
                <a:lnTo>
                  <a:pt x="49466" y="151778"/>
                </a:lnTo>
                <a:cubicBezTo>
                  <a:pt x="49466" y="154894"/>
                  <a:pt x="50337" y="157101"/>
                  <a:pt x="52078" y="158400"/>
                </a:cubicBezTo>
                <a:cubicBezTo>
                  <a:pt x="53820" y="159697"/>
                  <a:pt x="57321" y="160345"/>
                  <a:pt x="62583" y="160345"/>
                </a:cubicBezTo>
                <a:lnTo>
                  <a:pt x="85704" y="160345"/>
                </a:lnTo>
                <a:cubicBezTo>
                  <a:pt x="98006" y="160345"/>
                  <a:pt x="108066" y="156244"/>
                  <a:pt x="115884" y="148041"/>
                </a:cubicBezTo>
                <a:cubicBezTo>
                  <a:pt x="123702" y="139838"/>
                  <a:pt x="129390" y="125604"/>
                  <a:pt x="132947" y="105338"/>
                </a:cubicBezTo>
                <a:lnTo>
                  <a:pt x="140728" y="105338"/>
                </a:lnTo>
                <a:lnTo>
                  <a:pt x="136949" y="168808"/>
                </a:lnTo>
                <a:lnTo>
                  <a:pt x="0" y="168808"/>
                </a:lnTo>
                <a:lnTo>
                  <a:pt x="0" y="160345"/>
                </a:lnTo>
                <a:lnTo>
                  <a:pt x="13450" y="160345"/>
                </a:lnTo>
                <a:cubicBezTo>
                  <a:pt x="18045" y="160345"/>
                  <a:pt x="21269" y="159474"/>
                  <a:pt x="23121" y="157732"/>
                </a:cubicBezTo>
                <a:cubicBezTo>
                  <a:pt x="24974" y="155987"/>
                  <a:pt x="25900" y="153186"/>
                  <a:pt x="25900" y="149328"/>
                </a:cubicBezTo>
                <a:lnTo>
                  <a:pt x="25900" y="20816"/>
                </a:lnTo>
                <a:cubicBezTo>
                  <a:pt x="25900" y="18071"/>
                  <a:pt x="25122" y="15995"/>
                  <a:pt x="23566" y="14587"/>
                </a:cubicBezTo>
                <a:cubicBezTo>
                  <a:pt x="22010" y="13177"/>
                  <a:pt x="19712" y="12471"/>
                  <a:pt x="16674" y="12471"/>
                </a:cubicBezTo>
                <a:lnTo>
                  <a:pt x="0" y="12471"/>
                </a:lnTo>
                <a:lnTo>
                  <a:pt x="0" y="4009"/>
                </a:lnTo>
                <a:close/>
                <a:moveTo>
                  <a:pt x="261817" y="157227"/>
                </a:moveTo>
                <a:lnTo>
                  <a:pt x="265819" y="163512"/>
                </a:lnTo>
                <a:cubicBezTo>
                  <a:pt x="260409" y="169121"/>
                  <a:pt x="254407" y="171926"/>
                  <a:pt x="247811" y="171926"/>
                </a:cubicBezTo>
                <a:cubicBezTo>
                  <a:pt x="242772" y="171926"/>
                  <a:pt x="238529" y="170552"/>
                  <a:pt x="235083" y="167806"/>
                </a:cubicBezTo>
                <a:cubicBezTo>
                  <a:pt x="231637" y="165059"/>
                  <a:pt x="228618" y="160234"/>
                  <a:pt x="226024" y="153330"/>
                </a:cubicBezTo>
                <a:cubicBezTo>
                  <a:pt x="218984" y="160753"/>
                  <a:pt x="212796" y="165708"/>
                  <a:pt x="207460" y="168195"/>
                </a:cubicBezTo>
                <a:cubicBezTo>
                  <a:pt x="202125" y="170682"/>
                  <a:pt x="195714" y="171926"/>
                  <a:pt x="188230" y="171926"/>
                </a:cubicBezTo>
                <a:cubicBezTo>
                  <a:pt x="177558" y="171926"/>
                  <a:pt x="169444" y="169624"/>
                  <a:pt x="163886" y="165022"/>
                </a:cubicBezTo>
                <a:cubicBezTo>
                  <a:pt x="158328" y="160419"/>
                  <a:pt x="155549" y="154518"/>
                  <a:pt x="155549" y="147317"/>
                </a:cubicBezTo>
                <a:cubicBezTo>
                  <a:pt x="155549" y="136479"/>
                  <a:pt x="161903" y="127478"/>
                  <a:pt x="174613" y="120314"/>
                </a:cubicBezTo>
                <a:cubicBezTo>
                  <a:pt x="187322" y="113151"/>
                  <a:pt x="204237" y="108381"/>
                  <a:pt x="225357" y="106006"/>
                </a:cubicBezTo>
                <a:lnTo>
                  <a:pt x="225357" y="90194"/>
                </a:lnTo>
                <a:cubicBezTo>
                  <a:pt x="225357" y="84552"/>
                  <a:pt x="223097" y="79727"/>
                  <a:pt x="218576" y="75719"/>
                </a:cubicBezTo>
                <a:cubicBezTo>
                  <a:pt x="214056" y="71710"/>
                  <a:pt x="208312" y="69706"/>
                  <a:pt x="201346" y="69706"/>
                </a:cubicBezTo>
                <a:cubicBezTo>
                  <a:pt x="194899" y="69706"/>
                  <a:pt x="189341" y="71037"/>
                  <a:pt x="184672" y="73700"/>
                </a:cubicBezTo>
                <a:cubicBezTo>
                  <a:pt x="181338" y="75698"/>
                  <a:pt x="179670" y="77659"/>
                  <a:pt x="179670" y="79584"/>
                </a:cubicBezTo>
                <a:cubicBezTo>
                  <a:pt x="179670" y="80693"/>
                  <a:pt x="180560" y="82432"/>
                  <a:pt x="182338" y="84801"/>
                </a:cubicBezTo>
                <a:cubicBezTo>
                  <a:pt x="184487" y="87761"/>
                  <a:pt x="185562" y="90388"/>
                  <a:pt x="185562" y="92682"/>
                </a:cubicBezTo>
                <a:cubicBezTo>
                  <a:pt x="185562" y="96011"/>
                  <a:pt x="184487" y="98730"/>
                  <a:pt x="182338" y="100839"/>
                </a:cubicBezTo>
                <a:cubicBezTo>
                  <a:pt x="180189" y="102947"/>
                  <a:pt x="177373" y="104002"/>
                  <a:pt x="173890" y="104002"/>
                </a:cubicBezTo>
                <a:cubicBezTo>
                  <a:pt x="170185" y="104002"/>
                  <a:pt x="167091" y="102740"/>
                  <a:pt x="164608" y="100216"/>
                </a:cubicBezTo>
                <a:cubicBezTo>
                  <a:pt x="162126" y="97692"/>
                  <a:pt x="160884" y="94463"/>
                  <a:pt x="160884" y="90528"/>
                </a:cubicBezTo>
                <a:cubicBezTo>
                  <a:pt x="160884" y="83179"/>
                  <a:pt x="165016" y="76461"/>
                  <a:pt x="173279" y="70374"/>
                </a:cubicBezTo>
                <a:cubicBezTo>
                  <a:pt x="181542" y="64286"/>
                  <a:pt x="192380" y="61243"/>
                  <a:pt x="205793" y="61243"/>
                </a:cubicBezTo>
                <a:cubicBezTo>
                  <a:pt x="218169" y="61243"/>
                  <a:pt x="227617" y="63915"/>
                  <a:pt x="234139" y="69260"/>
                </a:cubicBezTo>
                <a:cubicBezTo>
                  <a:pt x="240660" y="74679"/>
                  <a:pt x="243921" y="81249"/>
                  <a:pt x="243921" y="88969"/>
                </a:cubicBezTo>
                <a:lnTo>
                  <a:pt x="243921" y="145981"/>
                </a:lnTo>
                <a:cubicBezTo>
                  <a:pt x="243921" y="151029"/>
                  <a:pt x="244736" y="154740"/>
                  <a:pt x="246366" y="157116"/>
                </a:cubicBezTo>
                <a:cubicBezTo>
                  <a:pt x="247996" y="159566"/>
                  <a:pt x="250108" y="160790"/>
                  <a:pt x="252702" y="160790"/>
                </a:cubicBezTo>
                <a:cubicBezTo>
                  <a:pt x="255592" y="160790"/>
                  <a:pt x="258631" y="159603"/>
                  <a:pt x="261817" y="157227"/>
                </a:cubicBezTo>
                <a:moveTo>
                  <a:pt x="225357" y="113355"/>
                </a:moveTo>
                <a:cubicBezTo>
                  <a:pt x="206534" y="115953"/>
                  <a:pt x="193195" y="120185"/>
                  <a:pt x="185339" y="126049"/>
                </a:cubicBezTo>
                <a:cubicBezTo>
                  <a:pt x="179485" y="130503"/>
                  <a:pt x="176558" y="136813"/>
                  <a:pt x="176558" y="144979"/>
                </a:cubicBezTo>
                <a:cubicBezTo>
                  <a:pt x="176558" y="150695"/>
                  <a:pt x="178077" y="155167"/>
                  <a:pt x="181115" y="158396"/>
                </a:cubicBezTo>
                <a:cubicBezTo>
                  <a:pt x="184154" y="161626"/>
                  <a:pt x="188118" y="163240"/>
                  <a:pt x="193009" y="163240"/>
                </a:cubicBezTo>
                <a:cubicBezTo>
                  <a:pt x="201754" y="163240"/>
                  <a:pt x="209331" y="159918"/>
                  <a:pt x="215742" y="153274"/>
                </a:cubicBezTo>
                <a:cubicBezTo>
                  <a:pt x="222152" y="146630"/>
                  <a:pt x="225357" y="138298"/>
                  <a:pt x="225357" y="128276"/>
                </a:cubicBezTo>
                <a:lnTo>
                  <a:pt x="225357" y="113355"/>
                </a:lnTo>
                <a:close/>
                <a:moveTo>
                  <a:pt x="311037" y="2227"/>
                </a:moveTo>
                <a:lnTo>
                  <a:pt x="311037" y="79818"/>
                </a:lnTo>
                <a:cubicBezTo>
                  <a:pt x="315410" y="73589"/>
                  <a:pt x="320264" y="68937"/>
                  <a:pt x="325599" y="65860"/>
                </a:cubicBezTo>
                <a:cubicBezTo>
                  <a:pt x="330935" y="62782"/>
                  <a:pt x="336752" y="61243"/>
                  <a:pt x="343051" y="61243"/>
                </a:cubicBezTo>
                <a:cubicBezTo>
                  <a:pt x="355279" y="61243"/>
                  <a:pt x="365617" y="66036"/>
                  <a:pt x="374065" y="75621"/>
                </a:cubicBezTo>
                <a:cubicBezTo>
                  <a:pt x="382513" y="85207"/>
                  <a:pt x="386737" y="97839"/>
                  <a:pt x="386737" y="113519"/>
                </a:cubicBezTo>
                <a:cubicBezTo>
                  <a:pt x="386737" y="130537"/>
                  <a:pt x="382198" y="144266"/>
                  <a:pt x="373120" y="154708"/>
                </a:cubicBezTo>
                <a:cubicBezTo>
                  <a:pt x="364042" y="165147"/>
                  <a:pt x="352796" y="170367"/>
                  <a:pt x="339383" y="170367"/>
                </a:cubicBezTo>
                <a:cubicBezTo>
                  <a:pt x="333010" y="170367"/>
                  <a:pt x="327230" y="169099"/>
                  <a:pt x="322042" y="166563"/>
                </a:cubicBezTo>
                <a:cubicBezTo>
                  <a:pt x="316855" y="164025"/>
                  <a:pt x="311519" y="159734"/>
                  <a:pt x="306035" y="153688"/>
                </a:cubicBezTo>
                <a:cubicBezTo>
                  <a:pt x="301811" y="160478"/>
                  <a:pt x="297735" y="166038"/>
                  <a:pt x="293808" y="170367"/>
                </a:cubicBezTo>
                <a:lnTo>
                  <a:pt x="289361" y="168808"/>
                </a:lnTo>
                <a:cubicBezTo>
                  <a:pt x="291436" y="160282"/>
                  <a:pt x="292474" y="151387"/>
                  <a:pt x="292474" y="142122"/>
                </a:cubicBezTo>
                <a:lnTo>
                  <a:pt x="292474" y="24368"/>
                </a:lnTo>
                <a:cubicBezTo>
                  <a:pt x="292474" y="20736"/>
                  <a:pt x="291195" y="17882"/>
                  <a:pt x="288639" y="15808"/>
                </a:cubicBezTo>
                <a:cubicBezTo>
                  <a:pt x="286082" y="13732"/>
                  <a:pt x="282469" y="12694"/>
                  <a:pt x="277801" y="12694"/>
                </a:cubicBezTo>
                <a:lnTo>
                  <a:pt x="273132" y="12694"/>
                </a:lnTo>
                <a:lnTo>
                  <a:pt x="273132" y="4231"/>
                </a:lnTo>
                <a:lnTo>
                  <a:pt x="311037" y="2227"/>
                </a:lnTo>
                <a:moveTo>
                  <a:pt x="339050" y="71264"/>
                </a:moveTo>
                <a:cubicBezTo>
                  <a:pt x="330676" y="71264"/>
                  <a:pt x="323858" y="74912"/>
                  <a:pt x="318596" y="82208"/>
                </a:cubicBezTo>
                <a:cubicBezTo>
                  <a:pt x="313335" y="89502"/>
                  <a:pt x="310704" y="101553"/>
                  <a:pt x="310704" y="118362"/>
                </a:cubicBezTo>
                <a:cubicBezTo>
                  <a:pt x="310704" y="134357"/>
                  <a:pt x="313298" y="145799"/>
                  <a:pt x="318485" y="152686"/>
                </a:cubicBezTo>
                <a:cubicBezTo>
                  <a:pt x="323673" y="159574"/>
                  <a:pt x="330453" y="163017"/>
                  <a:pt x="338827" y="163017"/>
                </a:cubicBezTo>
                <a:cubicBezTo>
                  <a:pt x="346386" y="163017"/>
                  <a:pt x="352463" y="159611"/>
                  <a:pt x="357057" y="152798"/>
                </a:cubicBezTo>
                <a:cubicBezTo>
                  <a:pt x="362838" y="144207"/>
                  <a:pt x="365728" y="131952"/>
                  <a:pt x="365728" y="116031"/>
                </a:cubicBezTo>
                <a:cubicBezTo>
                  <a:pt x="365728" y="100330"/>
                  <a:pt x="363190" y="88945"/>
                  <a:pt x="358114" y="81874"/>
                </a:cubicBezTo>
                <a:cubicBezTo>
                  <a:pt x="353037" y="74801"/>
                  <a:pt x="346683" y="71264"/>
                  <a:pt x="339050" y="71264"/>
                </a:cubicBezTo>
                <a:close/>
                <a:moveTo>
                  <a:pt x="503541" y="117141"/>
                </a:moveTo>
                <a:lnTo>
                  <a:pt x="428953" y="117141"/>
                </a:lnTo>
                <a:cubicBezTo>
                  <a:pt x="429324" y="133066"/>
                  <a:pt x="432288" y="144304"/>
                  <a:pt x="437846" y="150852"/>
                </a:cubicBezTo>
                <a:cubicBezTo>
                  <a:pt x="444219" y="158220"/>
                  <a:pt x="452334" y="161904"/>
                  <a:pt x="462190" y="161904"/>
                </a:cubicBezTo>
                <a:cubicBezTo>
                  <a:pt x="476715" y="161904"/>
                  <a:pt x="488386" y="153664"/>
                  <a:pt x="497205" y="137184"/>
                </a:cubicBezTo>
                <a:lnTo>
                  <a:pt x="504430" y="140288"/>
                </a:lnTo>
                <a:cubicBezTo>
                  <a:pt x="493611" y="161380"/>
                  <a:pt x="477974" y="171926"/>
                  <a:pt x="457521" y="171926"/>
                </a:cubicBezTo>
                <a:cubicBezTo>
                  <a:pt x="443589" y="171926"/>
                  <a:pt x="431862" y="166873"/>
                  <a:pt x="422339" y="156768"/>
                </a:cubicBezTo>
                <a:cubicBezTo>
                  <a:pt x="412816" y="146661"/>
                  <a:pt x="408055" y="133730"/>
                  <a:pt x="408055" y="117976"/>
                </a:cubicBezTo>
                <a:cubicBezTo>
                  <a:pt x="408055" y="101035"/>
                  <a:pt x="412742" y="87344"/>
                  <a:pt x="422117" y="76905"/>
                </a:cubicBezTo>
                <a:cubicBezTo>
                  <a:pt x="431491" y="66464"/>
                  <a:pt x="443033" y="61243"/>
                  <a:pt x="456743" y="61243"/>
                </a:cubicBezTo>
                <a:cubicBezTo>
                  <a:pt x="466821" y="61243"/>
                  <a:pt x="475529" y="63836"/>
                  <a:pt x="482865" y="69024"/>
                </a:cubicBezTo>
                <a:cubicBezTo>
                  <a:pt x="490202" y="74208"/>
                  <a:pt x="495723" y="81654"/>
                  <a:pt x="499428" y="91360"/>
                </a:cubicBezTo>
                <a:cubicBezTo>
                  <a:pt x="502022" y="98175"/>
                  <a:pt x="503393" y="106769"/>
                  <a:pt x="503541" y="117141"/>
                </a:cubicBezTo>
                <a:moveTo>
                  <a:pt x="428953" y="109124"/>
                </a:moveTo>
                <a:lnTo>
                  <a:pt x="474084" y="109124"/>
                </a:lnTo>
                <a:cubicBezTo>
                  <a:pt x="476752" y="109124"/>
                  <a:pt x="478827" y="108219"/>
                  <a:pt x="480309" y="106410"/>
                </a:cubicBezTo>
                <a:cubicBezTo>
                  <a:pt x="481791" y="104600"/>
                  <a:pt x="482532" y="101518"/>
                  <a:pt x="482532" y="97164"/>
                </a:cubicBezTo>
                <a:cubicBezTo>
                  <a:pt x="482532" y="89042"/>
                  <a:pt x="479994" y="82139"/>
                  <a:pt x="474918" y="76453"/>
                </a:cubicBezTo>
                <a:cubicBezTo>
                  <a:pt x="469841" y="70767"/>
                  <a:pt x="463857" y="67924"/>
                  <a:pt x="456965" y="67924"/>
                </a:cubicBezTo>
                <a:cubicBezTo>
                  <a:pt x="449258" y="67924"/>
                  <a:pt x="442718" y="71357"/>
                  <a:pt x="437346" y="78224"/>
                </a:cubicBezTo>
                <a:cubicBezTo>
                  <a:pt x="431973" y="85091"/>
                  <a:pt x="429175" y="95390"/>
                  <a:pt x="428953" y="109124"/>
                </a:cubicBezTo>
                <a:close/>
                <a:moveTo>
                  <a:pt x="559354" y="2227"/>
                </a:moveTo>
                <a:lnTo>
                  <a:pt x="559354" y="153333"/>
                </a:lnTo>
                <a:cubicBezTo>
                  <a:pt x="559354" y="155412"/>
                  <a:pt x="559984" y="157007"/>
                  <a:pt x="561243" y="158118"/>
                </a:cubicBezTo>
                <a:cubicBezTo>
                  <a:pt x="563096" y="159603"/>
                  <a:pt x="565356" y="160345"/>
                  <a:pt x="568024" y="160345"/>
                </a:cubicBezTo>
                <a:lnTo>
                  <a:pt x="579029" y="160345"/>
                </a:lnTo>
                <a:lnTo>
                  <a:pt x="579029" y="168808"/>
                </a:lnTo>
                <a:lnTo>
                  <a:pt x="520114" y="168808"/>
                </a:lnTo>
                <a:lnTo>
                  <a:pt x="520114" y="160345"/>
                </a:lnTo>
                <a:lnTo>
                  <a:pt x="530563" y="160345"/>
                </a:lnTo>
                <a:cubicBezTo>
                  <a:pt x="533972" y="160345"/>
                  <a:pt x="536510" y="159531"/>
                  <a:pt x="538178" y="157902"/>
                </a:cubicBezTo>
                <a:cubicBezTo>
                  <a:pt x="539845" y="156271"/>
                  <a:pt x="540679" y="153975"/>
                  <a:pt x="540679" y="151012"/>
                </a:cubicBezTo>
                <a:lnTo>
                  <a:pt x="540679" y="24358"/>
                </a:lnTo>
                <a:cubicBezTo>
                  <a:pt x="540679" y="20656"/>
                  <a:pt x="539679" y="17953"/>
                  <a:pt x="537678" y="16250"/>
                </a:cubicBezTo>
                <a:cubicBezTo>
                  <a:pt x="534936" y="13879"/>
                  <a:pt x="531564" y="12694"/>
                  <a:pt x="527562" y="12694"/>
                </a:cubicBezTo>
                <a:lnTo>
                  <a:pt x="518225" y="12694"/>
                </a:lnTo>
                <a:lnTo>
                  <a:pt x="518225" y="4231"/>
                </a:lnTo>
                <a:lnTo>
                  <a:pt x="559354" y="2227"/>
                </a:lnTo>
                <a:close/>
                <a:moveTo>
                  <a:pt x="618229" y="2004"/>
                </a:moveTo>
                <a:cubicBezTo>
                  <a:pt x="621564" y="2004"/>
                  <a:pt x="624491" y="3272"/>
                  <a:pt x="627011" y="5808"/>
                </a:cubicBezTo>
                <a:cubicBezTo>
                  <a:pt x="629530" y="8343"/>
                  <a:pt x="630790" y="11325"/>
                  <a:pt x="630790" y="14754"/>
                </a:cubicBezTo>
                <a:cubicBezTo>
                  <a:pt x="630790" y="18111"/>
                  <a:pt x="629567" y="21020"/>
                  <a:pt x="627122" y="23481"/>
                </a:cubicBezTo>
                <a:cubicBezTo>
                  <a:pt x="624676" y="25940"/>
                  <a:pt x="621749" y="27170"/>
                  <a:pt x="618340" y="27170"/>
                </a:cubicBezTo>
                <a:cubicBezTo>
                  <a:pt x="614931" y="27170"/>
                  <a:pt x="611986" y="25920"/>
                  <a:pt x="609503" y="23422"/>
                </a:cubicBezTo>
                <a:cubicBezTo>
                  <a:pt x="607021" y="20923"/>
                  <a:pt x="605779" y="17997"/>
                  <a:pt x="605779" y="14643"/>
                </a:cubicBezTo>
                <a:cubicBezTo>
                  <a:pt x="605779" y="11288"/>
                  <a:pt x="607039" y="8343"/>
                  <a:pt x="609559" y="5808"/>
                </a:cubicBezTo>
                <a:cubicBezTo>
                  <a:pt x="612078" y="3272"/>
                  <a:pt x="614968" y="2004"/>
                  <a:pt x="618229" y="2004"/>
                </a:cubicBezTo>
                <a:moveTo>
                  <a:pt x="589439" y="64583"/>
                </a:moveTo>
                <a:lnTo>
                  <a:pt x="630790" y="63247"/>
                </a:lnTo>
                <a:lnTo>
                  <a:pt x="630790" y="152892"/>
                </a:lnTo>
                <a:cubicBezTo>
                  <a:pt x="630790" y="155339"/>
                  <a:pt x="631383" y="157082"/>
                  <a:pt x="632569" y="158122"/>
                </a:cubicBezTo>
                <a:cubicBezTo>
                  <a:pt x="634273" y="159604"/>
                  <a:pt x="636422" y="160345"/>
                  <a:pt x="639016" y="160345"/>
                </a:cubicBezTo>
                <a:lnTo>
                  <a:pt x="650799" y="160345"/>
                </a:lnTo>
                <a:lnTo>
                  <a:pt x="650799" y="168808"/>
                </a:lnTo>
                <a:lnTo>
                  <a:pt x="591662" y="168808"/>
                </a:lnTo>
                <a:lnTo>
                  <a:pt x="591662" y="160345"/>
                </a:lnTo>
                <a:lnTo>
                  <a:pt x="602667" y="160345"/>
                </a:lnTo>
                <a:cubicBezTo>
                  <a:pt x="605927" y="160345"/>
                  <a:pt x="608317" y="159551"/>
                  <a:pt x="609837" y="157961"/>
                </a:cubicBezTo>
                <a:cubicBezTo>
                  <a:pt x="611356" y="156370"/>
                  <a:pt x="612115" y="154058"/>
                  <a:pt x="612115" y="151026"/>
                </a:cubicBezTo>
                <a:lnTo>
                  <a:pt x="612115" y="85580"/>
                </a:lnTo>
                <a:cubicBezTo>
                  <a:pt x="612115" y="81439"/>
                  <a:pt x="610930" y="78316"/>
                  <a:pt x="608558" y="76209"/>
                </a:cubicBezTo>
                <a:cubicBezTo>
                  <a:pt x="606187" y="74100"/>
                  <a:pt x="602667" y="73046"/>
                  <a:pt x="597998" y="73046"/>
                </a:cubicBezTo>
                <a:lnTo>
                  <a:pt x="589439" y="73046"/>
                </a:lnTo>
                <a:lnTo>
                  <a:pt x="589439" y="64583"/>
                </a:lnTo>
                <a:close/>
                <a:moveTo>
                  <a:pt x="662764" y="64361"/>
                </a:moveTo>
                <a:lnTo>
                  <a:pt x="697334" y="62356"/>
                </a:lnTo>
                <a:cubicBezTo>
                  <a:pt x="698742" y="68884"/>
                  <a:pt x="699780" y="76526"/>
                  <a:pt x="700447" y="85281"/>
                </a:cubicBezTo>
                <a:cubicBezTo>
                  <a:pt x="705115" y="77714"/>
                  <a:pt x="710618" y="72038"/>
                  <a:pt x="716954" y="68255"/>
                </a:cubicBezTo>
                <a:cubicBezTo>
                  <a:pt x="723290" y="64471"/>
                  <a:pt x="730460" y="62579"/>
                  <a:pt x="738463" y="62579"/>
                </a:cubicBezTo>
                <a:cubicBezTo>
                  <a:pt x="745355" y="62579"/>
                  <a:pt x="751136" y="63933"/>
                  <a:pt x="755804" y="66640"/>
                </a:cubicBezTo>
                <a:cubicBezTo>
                  <a:pt x="760473" y="69345"/>
                  <a:pt x="764215" y="73627"/>
                  <a:pt x="767031" y="79487"/>
                </a:cubicBezTo>
                <a:cubicBezTo>
                  <a:pt x="769847" y="85345"/>
                  <a:pt x="771255" y="91906"/>
                  <a:pt x="771255" y="99172"/>
                </a:cubicBezTo>
                <a:lnTo>
                  <a:pt x="771255" y="149889"/>
                </a:lnTo>
                <a:cubicBezTo>
                  <a:pt x="771255" y="153672"/>
                  <a:pt x="772108" y="156361"/>
                  <a:pt x="773812" y="157955"/>
                </a:cubicBezTo>
                <a:cubicBezTo>
                  <a:pt x="775517" y="159548"/>
                  <a:pt x="778370" y="160345"/>
                  <a:pt x="782371" y="160345"/>
                </a:cubicBezTo>
                <a:lnTo>
                  <a:pt x="789708" y="160345"/>
                </a:lnTo>
                <a:lnTo>
                  <a:pt x="789708" y="168808"/>
                </a:lnTo>
                <a:lnTo>
                  <a:pt x="734795" y="168808"/>
                </a:lnTo>
                <a:lnTo>
                  <a:pt x="734795" y="160345"/>
                </a:lnTo>
                <a:lnTo>
                  <a:pt x="740020" y="160345"/>
                </a:lnTo>
                <a:cubicBezTo>
                  <a:pt x="744911" y="160345"/>
                  <a:pt x="748320" y="159567"/>
                  <a:pt x="750246" y="158010"/>
                </a:cubicBezTo>
                <a:cubicBezTo>
                  <a:pt x="752173" y="156454"/>
                  <a:pt x="753136" y="154118"/>
                  <a:pt x="753136" y="151002"/>
                </a:cubicBezTo>
                <a:lnTo>
                  <a:pt x="753136" y="106410"/>
                </a:lnTo>
                <a:cubicBezTo>
                  <a:pt x="753136" y="96699"/>
                  <a:pt x="751654" y="89507"/>
                  <a:pt x="748690" y="84835"/>
                </a:cubicBezTo>
                <a:cubicBezTo>
                  <a:pt x="744540" y="78164"/>
                  <a:pt x="738241" y="74828"/>
                  <a:pt x="729793" y="74828"/>
                </a:cubicBezTo>
                <a:cubicBezTo>
                  <a:pt x="721419" y="74828"/>
                  <a:pt x="714434" y="78201"/>
                  <a:pt x="708839" y="84947"/>
                </a:cubicBezTo>
                <a:cubicBezTo>
                  <a:pt x="703244" y="91693"/>
                  <a:pt x="700447" y="100478"/>
                  <a:pt x="700447" y="111302"/>
                </a:cubicBezTo>
                <a:lnTo>
                  <a:pt x="700447" y="149892"/>
                </a:lnTo>
                <a:cubicBezTo>
                  <a:pt x="700447" y="153673"/>
                  <a:pt x="701318" y="156361"/>
                  <a:pt x="703059" y="157955"/>
                </a:cubicBezTo>
                <a:cubicBezTo>
                  <a:pt x="704801" y="159548"/>
                  <a:pt x="707672" y="160345"/>
                  <a:pt x="711674" y="160345"/>
                </a:cubicBezTo>
                <a:lnTo>
                  <a:pt x="718899" y="160345"/>
                </a:lnTo>
                <a:lnTo>
                  <a:pt x="718899" y="168808"/>
                </a:lnTo>
                <a:lnTo>
                  <a:pt x="663764" y="168808"/>
                </a:lnTo>
                <a:lnTo>
                  <a:pt x="663764" y="160345"/>
                </a:lnTo>
                <a:lnTo>
                  <a:pt x="670990" y="160345"/>
                </a:lnTo>
                <a:cubicBezTo>
                  <a:pt x="674621" y="160345"/>
                  <a:pt x="677381" y="159604"/>
                  <a:pt x="679271" y="158122"/>
                </a:cubicBezTo>
                <a:cubicBezTo>
                  <a:pt x="681161" y="156639"/>
                  <a:pt x="682105" y="154786"/>
                  <a:pt x="682105" y="152561"/>
                </a:cubicBezTo>
                <a:lnTo>
                  <a:pt x="682105" y="85277"/>
                </a:lnTo>
                <a:cubicBezTo>
                  <a:pt x="682105" y="80830"/>
                  <a:pt x="680901" y="77457"/>
                  <a:pt x="678493" y="75158"/>
                </a:cubicBezTo>
                <a:cubicBezTo>
                  <a:pt x="676084" y="72859"/>
                  <a:pt x="672620" y="71710"/>
                  <a:pt x="668099" y="71710"/>
                </a:cubicBezTo>
                <a:lnTo>
                  <a:pt x="662764" y="71710"/>
                </a:lnTo>
                <a:lnTo>
                  <a:pt x="662764" y="64361"/>
                </a:lnTo>
                <a:close/>
                <a:moveTo>
                  <a:pt x="881309" y="70262"/>
                </a:moveTo>
                <a:cubicBezTo>
                  <a:pt x="888720" y="62765"/>
                  <a:pt x="895537" y="59016"/>
                  <a:pt x="901762" y="59016"/>
                </a:cubicBezTo>
                <a:cubicBezTo>
                  <a:pt x="905468" y="59016"/>
                  <a:pt x="908543" y="60204"/>
                  <a:pt x="910989" y="62579"/>
                </a:cubicBezTo>
                <a:cubicBezTo>
                  <a:pt x="913434" y="64955"/>
                  <a:pt x="914657" y="67850"/>
                  <a:pt x="914657" y="71264"/>
                </a:cubicBezTo>
                <a:cubicBezTo>
                  <a:pt x="914657" y="74011"/>
                  <a:pt x="913823" y="76294"/>
                  <a:pt x="912156" y="78113"/>
                </a:cubicBezTo>
                <a:cubicBezTo>
                  <a:pt x="910488" y="79931"/>
                  <a:pt x="908543" y="80841"/>
                  <a:pt x="906320" y="80841"/>
                </a:cubicBezTo>
                <a:cubicBezTo>
                  <a:pt x="902096" y="80841"/>
                  <a:pt x="899243" y="78242"/>
                  <a:pt x="897761" y="73046"/>
                </a:cubicBezTo>
                <a:cubicBezTo>
                  <a:pt x="897168" y="70819"/>
                  <a:pt x="896167" y="69706"/>
                  <a:pt x="894759" y="69706"/>
                </a:cubicBezTo>
                <a:cubicBezTo>
                  <a:pt x="892240" y="69706"/>
                  <a:pt x="889498" y="71376"/>
                  <a:pt x="886534" y="74716"/>
                </a:cubicBezTo>
                <a:cubicBezTo>
                  <a:pt x="889720" y="79105"/>
                  <a:pt x="891906" y="82918"/>
                  <a:pt x="893092" y="86154"/>
                </a:cubicBezTo>
                <a:cubicBezTo>
                  <a:pt x="894278" y="89388"/>
                  <a:pt x="894871" y="92864"/>
                  <a:pt x="894871" y="96583"/>
                </a:cubicBezTo>
                <a:cubicBezTo>
                  <a:pt x="894871" y="103053"/>
                  <a:pt x="893314" y="108762"/>
                  <a:pt x="890202" y="113710"/>
                </a:cubicBezTo>
                <a:cubicBezTo>
                  <a:pt x="887089" y="118656"/>
                  <a:pt x="881920" y="123025"/>
                  <a:pt x="874695" y="126818"/>
                </a:cubicBezTo>
                <a:cubicBezTo>
                  <a:pt x="867470" y="130611"/>
                  <a:pt x="860559" y="132507"/>
                  <a:pt x="853964" y="132507"/>
                </a:cubicBezTo>
                <a:lnTo>
                  <a:pt x="841847" y="132507"/>
                </a:lnTo>
                <a:cubicBezTo>
                  <a:pt x="833251" y="132507"/>
                  <a:pt x="827545" y="133418"/>
                  <a:pt x="824729" y="135239"/>
                </a:cubicBezTo>
                <a:cubicBezTo>
                  <a:pt x="821913" y="137137"/>
                  <a:pt x="820505" y="139908"/>
                  <a:pt x="820505" y="143552"/>
                </a:cubicBezTo>
                <a:cubicBezTo>
                  <a:pt x="820505" y="146512"/>
                  <a:pt x="821653" y="148789"/>
                  <a:pt x="823951" y="150383"/>
                </a:cubicBezTo>
                <a:cubicBezTo>
                  <a:pt x="826248" y="151976"/>
                  <a:pt x="830583" y="152773"/>
                  <a:pt x="836956" y="152773"/>
                </a:cubicBezTo>
                <a:lnTo>
                  <a:pt x="864413" y="151882"/>
                </a:lnTo>
                <a:cubicBezTo>
                  <a:pt x="878271" y="151882"/>
                  <a:pt x="888257" y="154202"/>
                  <a:pt x="894370" y="158842"/>
                </a:cubicBezTo>
                <a:cubicBezTo>
                  <a:pt x="900484" y="163481"/>
                  <a:pt x="903541" y="169847"/>
                  <a:pt x="903541" y="177938"/>
                </a:cubicBezTo>
                <a:cubicBezTo>
                  <a:pt x="903541" y="186847"/>
                  <a:pt x="900058" y="194344"/>
                  <a:pt x="893092" y="200431"/>
                </a:cubicBezTo>
                <a:cubicBezTo>
                  <a:pt x="883384" y="209042"/>
                  <a:pt x="868896" y="213348"/>
                  <a:pt x="849629" y="213348"/>
                </a:cubicBezTo>
                <a:cubicBezTo>
                  <a:pt x="833696" y="213348"/>
                  <a:pt x="821876" y="210438"/>
                  <a:pt x="814169" y="204617"/>
                </a:cubicBezTo>
                <a:cubicBezTo>
                  <a:pt x="808092" y="200050"/>
                  <a:pt x="805054" y="194929"/>
                  <a:pt x="805054" y="189254"/>
                </a:cubicBezTo>
                <a:cubicBezTo>
                  <a:pt x="805054" y="184909"/>
                  <a:pt x="806999" y="180931"/>
                  <a:pt x="810889" y="177319"/>
                </a:cubicBezTo>
                <a:cubicBezTo>
                  <a:pt x="814780" y="173709"/>
                  <a:pt x="821320" y="171021"/>
                  <a:pt x="830509" y="169253"/>
                </a:cubicBezTo>
                <a:cubicBezTo>
                  <a:pt x="823173" y="167448"/>
                  <a:pt x="817652" y="164798"/>
                  <a:pt x="813946" y="161302"/>
                </a:cubicBezTo>
                <a:cubicBezTo>
                  <a:pt x="810241" y="157806"/>
                  <a:pt x="808388" y="153463"/>
                  <a:pt x="808388" y="148274"/>
                </a:cubicBezTo>
                <a:cubicBezTo>
                  <a:pt x="808388" y="143463"/>
                  <a:pt x="809889" y="139272"/>
                  <a:pt x="812890" y="135702"/>
                </a:cubicBezTo>
                <a:cubicBezTo>
                  <a:pt x="815892" y="132129"/>
                  <a:pt x="821098" y="129065"/>
                  <a:pt x="828508" y="126508"/>
                </a:cubicBezTo>
                <a:cubicBezTo>
                  <a:pt x="822209" y="123019"/>
                  <a:pt x="817466" y="118807"/>
                  <a:pt x="814280" y="113870"/>
                </a:cubicBezTo>
                <a:cubicBezTo>
                  <a:pt x="811093" y="108931"/>
                  <a:pt x="809500" y="103269"/>
                  <a:pt x="809500" y="96882"/>
                </a:cubicBezTo>
                <a:cubicBezTo>
                  <a:pt x="809500" y="86784"/>
                  <a:pt x="813465" y="78320"/>
                  <a:pt x="821394" y="71491"/>
                </a:cubicBezTo>
                <a:cubicBezTo>
                  <a:pt x="829323" y="64659"/>
                  <a:pt x="839624" y="61243"/>
                  <a:pt x="852296" y="61243"/>
                </a:cubicBezTo>
                <a:cubicBezTo>
                  <a:pt x="857484" y="61243"/>
                  <a:pt x="862486" y="61985"/>
                  <a:pt x="867303" y="63470"/>
                </a:cubicBezTo>
                <a:cubicBezTo>
                  <a:pt x="872120" y="64955"/>
                  <a:pt x="876789" y="67219"/>
                  <a:pt x="881309" y="70262"/>
                </a:cubicBezTo>
                <a:moveTo>
                  <a:pt x="852074" y="68369"/>
                </a:moveTo>
                <a:cubicBezTo>
                  <a:pt x="845479" y="68369"/>
                  <a:pt x="840032" y="70801"/>
                  <a:pt x="835734" y="75663"/>
                </a:cubicBezTo>
                <a:cubicBezTo>
                  <a:pt x="831435" y="80525"/>
                  <a:pt x="829286" y="87336"/>
                  <a:pt x="829286" y="96096"/>
                </a:cubicBezTo>
                <a:cubicBezTo>
                  <a:pt x="829286" y="105449"/>
                  <a:pt x="831435" y="112706"/>
                  <a:pt x="835734" y="117865"/>
                </a:cubicBezTo>
                <a:cubicBezTo>
                  <a:pt x="840032" y="123024"/>
                  <a:pt x="845516" y="125604"/>
                  <a:pt x="852185" y="125604"/>
                </a:cubicBezTo>
                <a:cubicBezTo>
                  <a:pt x="858855" y="125604"/>
                  <a:pt x="864320" y="123098"/>
                  <a:pt x="868581" y="118087"/>
                </a:cubicBezTo>
                <a:cubicBezTo>
                  <a:pt x="872842" y="113077"/>
                  <a:pt x="874973" y="105895"/>
                  <a:pt x="874973" y="96541"/>
                </a:cubicBezTo>
                <a:cubicBezTo>
                  <a:pt x="874973" y="87856"/>
                  <a:pt x="872805" y="80989"/>
                  <a:pt x="868470" y="75941"/>
                </a:cubicBezTo>
                <a:cubicBezTo>
                  <a:pt x="864135" y="70893"/>
                  <a:pt x="858670" y="68369"/>
                  <a:pt x="852074" y="68369"/>
                </a:cubicBezTo>
                <a:moveTo>
                  <a:pt x="858632" y="169030"/>
                </a:moveTo>
                <a:cubicBezTo>
                  <a:pt x="844997" y="169030"/>
                  <a:pt x="835270" y="170918"/>
                  <a:pt x="829453" y="174692"/>
                </a:cubicBezTo>
                <a:cubicBezTo>
                  <a:pt x="823636" y="178466"/>
                  <a:pt x="820727" y="183018"/>
                  <a:pt x="820727" y="188346"/>
                </a:cubicBezTo>
                <a:cubicBezTo>
                  <a:pt x="820727" y="193380"/>
                  <a:pt x="822913" y="197340"/>
                  <a:pt x="827285" y="200226"/>
                </a:cubicBezTo>
                <a:cubicBezTo>
                  <a:pt x="833066" y="204075"/>
                  <a:pt x="841292" y="205999"/>
                  <a:pt x="851963" y="205999"/>
                </a:cubicBezTo>
                <a:cubicBezTo>
                  <a:pt x="864709" y="205999"/>
                  <a:pt x="874306" y="203889"/>
                  <a:pt x="880753" y="199669"/>
                </a:cubicBezTo>
                <a:cubicBezTo>
                  <a:pt x="887201" y="195452"/>
                  <a:pt x="890424" y="190753"/>
                  <a:pt x="890424" y="185573"/>
                </a:cubicBezTo>
                <a:cubicBezTo>
                  <a:pt x="890424" y="182539"/>
                  <a:pt x="889424" y="179707"/>
                  <a:pt x="887423" y="177079"/>
                </a:cubicBezTo>
                <a:cubicBezTo>
                  <a:pt x="885422" y="174451"/>
                  <a:pt x="882235" y="172452"/>
                  <a:pt x="877863" y="171083"/>
                </a:cubicBezTo>
                <a:cubicBezTo>
                  <a:pt x="873491" y="169715"/>
                  <a:pt x="867081" y="169030"/>
                  <a:pt x="858632" y="169030"/>
                </a:cubicBezTo>
                <a:close/>
                <a:moveTo>
                  <a:pt x="1082901" y="117141"/>
                </a:moveTo>
                <a:lnTo>
                  <a:pt x="1008313" y="117141"/>
                </a:lnTo>
                <a:cubicBezTo>
                  <a:pt x="1008683" y="133066"/>
                  <a:pt x="1011648" y="144304"/>
                  <a:pt x="1017206" y="150852"/>
                </a:cubicBezTo>
                <a:cubicBezTo>
                  <a:pt x="1023579" y="158220"/>
                  <a:pt x="1031693" y="161904"/>
                  <a:pt x="1041550" y="161904"/>
                </a:cubicBezTo>
                <a:cubicBezTo>
                  <a:pt x="1056074" y="161904"/>
                  <a:pt x="1067746" y="153664"/>
                  <a:pt x="1076565" y="137184"/>
                </a:cubicBezTo>
                <a:lnTo>
                  <a:pt x="1083790" y="140288"/>
                </a:lnTo>
                <a:cubicBezTo>
                  <a:pt x="1072971" y="161380"/>
                  <a:pt x="1057334" y="171926"/>
                  <a:pt x="1036881" y="171926"/>
                </a:cubicBezTo>
                <a:cubicBezTo>
                  <a:pt x="1022949" y="171926"/>
                  <a:pt x="1011222" y="166873"/>
                  <a:pt x="1001699" y="156768"/>
                </a:cubicBezTo>
                <a:cubicBezTo>
                  <a:pt x="992176" y="146661"/>
                  <a:pt x="987415" y="133730"/>
                  <a:pt x="987415" y="117976"/>
                </a:cubicBezTo>
                <a:cubicBezTo>
                  <a:pt x="987415" y="101035"/>
                  <a:pt x="992102" y="87344"/>
                  <a:pt x="1001477" y="76905"/>
                </a:cubicBezTo>
                <a:cubicBezTo>
                  <a:pt x="1010851" y="66464"/>
                  <a:pt x="1022393" y="61243"/>
                  <a:pt x="1036103" y="61243"/>
                </a:cubicBezTo>
                <a:cubicBezTo>
                  <a:pt x="1046181" y="61243"/>
                  <a:pt x="1054889" y="63836"/>
                  <a:pt x="1062225" y="69024"/>
                </a:cubicBezTo>
                <a:cubicBezTo>
                  <a:pt x="1069562" y="74208"/>
                  <a:pt x="1075083" y="81654"/>
                  <a:pt x="1078788" y="91360"/>
                </a:cubicBezTo>
                <a:cubicBezTo>
                  <a:pt x="1081382" y="98175"/>
                  <a:pt x="1082753" y="106769"/>
                  <a:pt x="1082901" y="117141"/>
                </a:cubicBezTo>
                <a:moveTo>
                  <a:pt x="1008313" y="109124"/>
                </a:moveTo>
                <a:lnTo>
                  <a:pt x="1053444" y="109124"/>
                </a:lnTo>
                <a:cubicBezTo>
                  <a:pt x="1056112" y="109124"/>
                  <a:pt x="1058187" y="108219"/>
                  <a:pt x="1059669" y="106410"/>
                </a:cubicBezTo>
                <a:cubicBezTo>
                  <a:pt x="1061151" y="104600"/>
                  <a:pt x="1061892" y="101518"/>
                  <a:pt x="1061892" y="97164"/>
                </a:cubicBezTo>
                <a:cubicBezTo>
                  <a:pt x="1061892" y="89042"/>
                  <a:pt x="1059354" y="82139"/>
                  <a:pt x="1054277" y="76453"/>
                </a:cubicBezTo>
                <a:cubicBezTo>
                  <a:pt x="1049201" y="70767"/>
                  <a:pt x="1043217" y="67924"/>
                  <a:pt x="1036325" y="67924"/>
                </a:cubicBezTo>
                <a:cubicBezTo>
                  <a:pt x="1028618" y="67924"/>
                  <a:pt x="1022078" y="71357"/>
                  <a:pt x="1016705" y="78224"/>
                </a:cubicBezTo>
                <a:cubicBezTo>
                  <a:pt x="1011333" y="85091"/>
                  <a:pt x="1008535" y="95390"/>
                  <a:pt x="1008313" y="109124"/>
                </a:cubicBezTo>
                <a:close/>
                <a:moveTo>
                  <a:pt x="1135045" y="64361"/>
                </a:moveTo>
                <a:lnTo>
                  <a:pt x="1161056" y="64361"/>
                </a:lnTo>
                <a:lnTo>
                  <a:pt x="1161056" y="74382"/>
                </a:lnTo>
                <a:lnTo>
                  <a:pt x="1135045" y="74382"/>
                </a:lnTo>
                <a:lnTo>
                  <a:pt x="1135045" y="150250"/>
                </a:lnTo>
                <a:cubicBezTo>
                  <a:pt x="1135045" y="153725"/>
                  <a:pt x="1135860" y="156166"/>
                  <a:pt x="1137490" y="157572"/>
                </a:cubicBezTo>
                <a:cubicBezTo>
                  <a:pt x="1139713" y="159421"/>
                  <a:pt x="1142826" y="160345"/>
                  <a:pt x="1146828" y="160345"/>
                </a:cubicBezTo>
                <a:lnTo>
                  <a:pt x="1161056" y="160345"/>
                </a:lnTo>
                <a:lnTo>
                  <a:pt x="1161056" y="168808"/>
                </a:lnTo>
                <a:lnTo>
                  <a:pt x="1097251" y="168808"/>
                </a:lnTo>
                <a:lnTo>
                  <a:pt x="1097251" y="160345"/>
                </a:lnTo>
                <a:lnTo>
                  <a:pt x="1106032" y="160345"/>
                </a:lnTo>
                <a:cubicBezTo>
                  <a:pt x="1109960" y="160345"/>
                  <a:pt x="1112702" y="159679"/>
                  <a:pt x="1114258" y="158348"/>
                </a:cubicBezTo>
                <a:cubicBezTo>
                  <a:pt x="1115814" y="157016"/>
                  <a:pt x="1116592" y="154946"/>
                  <a:pt x="1116592" y="152136"/>
                </a:cubicBezTo>
                <a:lnTo>
                  <a:pt x="1116592" y="74382"/>
                </a:lnTo>
                <a:lnTo>
                  <a:pt x="1098584" y="74382"/>
                </a:lnTo>
                <a:lnTo>
                  <a:pt x="1098584" y="64361"/>
                </a:lnTo>
                <a:lnTo>
                  <a:pt x="1116592" y="64361"/>
                </a:lnTo>
                <a:lnTo>
                  <a:pt x="1116592" y="56343"/>
                </a:lnTo>
                <a:cubicBezTo>
                  <a:pt x="1116592" y="38043"/>
                  <a:pt x="1120409" y="24077"/>
                  <a:pt x="1128042" y="14448"/>
                </a:cubicBezTo>
                <a:cubicBezTo>
                  <a:pt x="1135675" y="4816"/>
                  <a:pt x="1145123" y="0"/>
                  <a:pt x="1156387" y="0"/>
                </a:cubicBezTo>
                <a:cubicBezTo>
                  <a:pt x="1164761" y="0"/>
                  <a:pt x="1171301" y="2041"/>
                  <a:pt x="1176007" y="6124"/>
                </a:cubicBezTo>
                <a:cubicBezTo>
                  <a:pt x="1180713" y="10207"/>
                  <a:pt x="1183066" y="15552"/>
                  <a:pt x="1183066" y="22159"/>
                </a:cubicBezTo>
                <a:cubicBezTo>
                  <a:pt x="1183066" y="26464"/>
                  <a:pt x="1181936" y="29861"/>
                  <a:pt x="1179675" y="32347"/>
                </a:cubicBezTo>
                <a:cubicBezTo>
                  <a:pt x="1177415" y="34834"/>
                  <a:pt x="1174543" y="36078"/>
                  <a:pt x="1171060" y="36078"/>
                </a:cubicBezTo>
                <a:cubicBezTo>
                  <a:pt x="1167948" y="36078"/>
                  <a:pt x="1165373" y="35080"/>
                  <a:pt x="1163335" y="33085"/>
                </a:cubicBezTo>
                <a:cubicBezTo>
                  <a:pt x="1161297" y="31088"/>
                  <a:pt x="1160278" y="28573"/>
                  <a:pt x="1160278" y="25541"/>
                </a:cubicBezTo>
                <a:cubicBezTo>
                  <a:pt x="1160278" y="22066"/>
                  <a:pt x="1161612" y="19220"/>
                  <a:pt x="1164280" y="17002"/>
                </a:cubicBezTo>
                <a:cubicBezTo>
                  <a:pt x="1166429" y="15227"/>
                  <a:pt x="1167503" y="13896"/>
                  <a:pt x="1167503" y="13007"/>
                </a:cubicBezTo>
                <a:cubicBezTo>
                  <a:pt x="1167503" y="11750"/>
                  <a:pt x="1166670" y="10604"/>
                  <a:pt x="1165002" y="9569"/>
                </a:cubicBezTo>
                <a:cubicBezTo>
                  <a:pt x="1163335" y="8535"/>
                  <a:pt x="1160834" y="8017"/>
                  <a:pt x="1157499" y="8017"/>
                </a:cubicBezTo>
                <a:cubicBezTo>
                  <a:pt x="1151200" y="8017"/>
                  <a:pt x="1145883" y="10809"/>
                  <a:pt x="1141548" y="16393"/>
                </a:cubicBezTo>
                <a:cubicBezTo>
                  <a:pt x="1137212" y="21974"/>
                  <a:pt x="1135045" y="30273"/>
                  <a:pt x="1135045" y="41290"/>
                </a:cubicBezTo>
                <a:lnTo>
                  <a:pt x="1135045" y="643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f">
            <a:extLst xmlns:a="http://schemas.openxmlformats.org/drawingml/2006/main">
              <a:ext uri="{FF2B5EF4-FFF2-40B4-BE49-F238E27FC236}">
                <a16:creationId xmlns:a16="http://schemas.microsoft.com/office/drawing/2014/main" id="{A5E624FB-5DB2-4D96-BC4C-F09382D3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8813" y="2697626"/>
            <a:ext cx="85815" cy="168808"/>
          </a:xfrm>
          <a:custGeom xmlns:a="http://schemas.openxmlformats.org/drawingml/2006/main">
            <a:pathLst>
              <a:path w="85815" h="168808">
                <a:moveTo>
                  <a:pt x="37794" y="64361"/>
                </a:moveTo>
                <a:lnTo>
                  <a:pt x="63806" y="64361"/>
                </a:lnTo>
                <a:lnTo>
                  <a:pt x="63806" y="74382"/>
                </a:lnTo>
                <a:lnTo>
                  <a:pt x="37794" y="74382"/>
                </a:lnTo>
                <a:lnTo>
                  <a:pt x="37794" y="150250"/>
                </a:lnTo>
                <a:cubicBezTo>
                  <a:pt x="37794" y="153725"/>
                  <a:pt x="38609" y="156166"/>
                  <a:pt x="40240" y="157572"/>
                </a:cubicBezTo>
                <a:cubicBezTo>
                  <a:pt x="42463" y="159421"/>
                  <a:pt x="45575" y="160345"/>
                  <a:pt x="49577" y="160345"/>
                </a:cubicBezTo>
                <a:lnTo>
                  <a:pt x="63806" y="160345"/>
                </a:lnTo>
                <a:lnTo>
                  <a:pt x="63806" y="168808"/>
                </a:lnTo>
                <a:lnTo>
                  <a:pt x="0" y="168808"/>
                </a:lnTo>
                <a:lnTo>
                  <a:pt x="0" y="160345"/>
                </a:lnTo>
                <a:lnTo>
                  <a:pt x="8782" y="160345"/>
                </a:lnTo>
                <a:cubicBezTo>
                  <a:pt x="12709" y="160345"/>
                  <a:pt x="15451" y="159679"/>
                  <a:pt x="17007" y="158348"/>
                </a:cubicBezTo>
                <a:cubicBezTo>
                  <a:pt x="18564" y="157016"/>
                  <a:pt x="19342" y="154946"/>
                  <a:pt x="19342" y="152136"/>
                </a:cubicBezTo>
                <a:lnTo>
                  <a:pt x="19342" y="74382"/>
                </a:lnTo>
                <a:lnTo>
                  <a:pt x="1334" y="74382"/>
                </a:lnTo>
                <a:lnTo>
                  <a:pt x="1334" y="64361"/>
                </a:lnTo>
                <a:lnTo>
                  <a:pt x="19342" y="64361"/>
                </a:lnTo>
                <a:lnTo>
                  <a:pt x="19342" y="56343"/>
                </a:lnTo>
                <a:cubicBezTo>
                  <a:pt x="19342" y="38043"/>
                  <a:pt x="23158" y="24077"/>
                  <a:pt x="30791" y="14448"/>
                </a:cubicBezTo>
                <a:cubicBezTo>
                  <a:pt x="38424" y="4816"/>
                  <a:pt x="47873" y="0"/>
                  <a:pt x="59137" y="0"/>
                </a:cubicBezTo>
                <a:cubicBezTo>
                  <a:pt x="67511" y="0"/>
                  <a:pt x="74051" y="2041"/>
                  <a:pt x="78757" y="6124"/>
                </a:cubicBezTo>
                <a:cubicBezTo>
                  <a:pt x="83462" y="10207"/>
                  <a:pt x="85815" y="15552"/>
                  <a:pt x="85815" y="22159"/>
                </a:cubicBezTo>
                <a:cubicBezTo>
                  <a:pt x="85815" y="26464"/>
                  <a:pt x="84685" y="29861"/>
                  <a:pt x="82425" y="32347"/>
                </a:cubicBezTo>
                <a:cubicBezTo>
                  <a:pt x="80165" y="34834"/>
                  <a:pt x="77293" y="36078"/>
                  <a:pt x="73810" y="36078"/>
                </a:cubicBezTo>
                <a:cubicBezTo>
                  <a:pt x="70697" y="36078"/>
                  <a:pt x="68122" y="35080"/>
                  <a:pt x="66084" y="33085"/>
                </a:cubicBezTo>
                <a:cubicBezTo>
                  <a:pt x="64046" y="31088"/>
                  <a:pt x="63027" y="28573"/>
                  <a:pt x="63027" y="25541"/>
                </a:cubicBezTo>
                <a:cubicBezTo>
                  <a:pt x="63027" y="22066"/>
                  <a:pt x="64361" y="19220"/>
                  <a:pt x="67029" y="17002"/>
                </a:cubicBezTo>
                <a:cubicBezTo>
                  <a:pt x="69178" y="15227"/>
                  <a:pt x="70253" y="13896"/>
                  <a:pt x="70253" y="13007"/>
                </a:cubicBezTo>
                <a:cubicBezTo>
                  <a:pt x="70253" y="11750"/>
                  <a:pt x="69419" y="10604"/>
                  <a:pt x="67752" y="9569"/>
                </a:cubicBezTo>
                <a:cubicBezTo>
                  <a:pt x="66084" y="8535"/>
                  <a:pt x="63583" y="8017"/>
                  <a:pt x="60248" y="8017"/>
                </a:cubicBezTo>
                <a:cubicBezTo>
                  <a:pt x="53949" y="8017"/>
                  <a:pt x="48632" y="10809"/>
                  <a:pt x="44297" y="16393"/>
                </a:cubicBezTo>
                <a:cubicBezTo>
                  <a:pt x="39962" y="21974"/>
                  <a:pt x="37794" y="30273"/>
                  <a:pt x="37794" y="41290"/>
                </a:cubicBezTo>
                <a:lnTo>
                  <a:pt x="37794" y="643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ort">
            <a:extLst xmlns:a="http://schemas.openxmlformats.org/drawingml/2006/main">
              <a:ext uri="{FF2B5EF4-FFF2-40B4-BE49-F238E27FC236}">
                <a16:creationId xmlns:a16="http://schemas.microsoft.com/office/drawing/2014/main" id="{74297411-84CC-4B83-B06B-0299603D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7523" y="2719451"/>
            <a:ext cx="290741" cy="150101"/>
          </a:xfrm>
          <a:custGeom xmlns:a="http://schemas.openxmlformats.org/drawingml/2006/main">
            <a:pathLst>
              <a:path w="290741" h="150101">
                <a:moveTo>
                  <a:pt x="48910" y="39418"/>
                </a:moveTo>
                <a:cubicBezTo>
                  <a:pt x="62916" y="39418"/>
                  <a:pt x="74681" y="44490"/>
                  <a:pt x="84203" y="54635"/>
                </a:cubicBezTo>
                <a:cubicBezTo>
                  <a:pt x="93726" y="64777"/>
                  <a:pt x="98487" y="78133"/>
                  <a:pt x="98487" y="94704"/>
                </a:cubicBezTo>
                <a:cubicBezTo>
                  <a:pt x="98487" y="106147"/>
                  <a:pt x="96357" y="115901"/>
                  <a:pt x="92096" y="123965"/>
                </a:cubicBezTo>
                <a:cubicBezTo>
                  <a:pt x="87835" y="132026"/>
                  <a:pt x="81758" y="138397"/>
                  <a:pt x="73866" y="143079"/>
                </a:cubicBezTo>
                <a:cubicBezTo>
                  <a:pt x="65973" y="147760"/>
                  <a:pt x="57469" y="150101"/>
                  <a:pt x="48354" y="150101"/>
                </a:cubicBezTo>
                <a:cubicBezTo>
                  <a:pt x="34867" y="150101"/>
                  <a:pt x="23436" y="144974"/>
                  <a:pt x="14062" y="134720"/>
                </a:cubicBezTo>
                <a:cubicBezTo>
                  <a:pt x="4687" y="124465"/>
                  <a:pt x="0" y="111163"/>
                  <a:pt x="0" y="94815"/>
                </a:cubicBezTo>
                <a:cubicBezTo>
                  <a:pt x="0" y="78393"/>
                  <a:pt x="4706" y="65056"/>
                  <a:pt x="14117" y="54802"/>
                </a:cubicBezTo>
                <a:cubicBezTo>
                  <a:pt x="23529" y="44546"/>
                  <a:pt x="35126" y="39418"/>
                  <a:pt x="48910" y="39418"/>
                </a:cubicBezTo>
                <a:moveTo>
                  <a:pt x="48910" y="47435"/>
                </a:moveTo>
                <a:cubicBezTo>
                  <a:pt x="40610" y="47435"/>
                  <a:pt x="33793" y="51198"/>
                  <a:pt x="28457" y="58724"/>
                </a:cubicBezTo>
                <a:cubicBezTo>
                  <a:pt x="23121" y="66249"/>
                  <a:pt x="20453" y="78131"/>
                  <a:pt x="20453" y="94370"/>
                </a:cubicBezTo>
                <a:cubicBezTo>
                  <a:pt x="20453" y="110905"/>
                  <a:pt x="23103" y="122992"/>
                  <a:pt x="28401" y="130628"/>
                </a:cubicBezTo>
                <a:cubicBezTo>
                  <a:pt x="33700" y="138265"/>
                  <a:pt x="40536" y="142084"/>
                  <a:pt x="48910" y="142084"/>
                </a:cubicBezTo>
                <a:cubicBezTo>
                  <a:pt x="57581" y="142084"/>
                  <a:pt x="64602" y="138265"/>
                  <a:pt x="69975" y="130628"/>
                </a:cubicBezTo>
                <a:cubicBezTo>
                  <a:pt x="75348" y="122992"/>
                  <a:pt x="78034" y="110498"/>
                  <a:pt x="78034" y="93148"/>
                </a:cubicBezTo>
                <a:cubicBezTo>
                  <a:pt x="78034" y="77058"/>
                  <a:pt x="75385" y="65417"/>
                  <a:pt x="70086" y="58226"/>
                </a:cubicBezTo>
                <a:cubicBezTo>
                  <a:pt x="64788" y="51032"/>
                  <a:pt x="57729" y="47435"/>
                  <a:pt x="48910" y="47435"/>
                </a:cubicBezTo>
                <a:close/>
                <a:moveTo>
                  <a:pt x="112393" y="42759"/>
                </a:moveTo>
                <a:lnTo>
                  <a:pt x="149854" y="40754"/>
                </a:lnTo>
                <a:lnTo>
                  <a:pt x="149854" y="82942"/>
                </a:lnTo>
                <a:cubicBezTo>
                  <a:pt x="153855" y="69065"/>
                  <a:pt x="158672" y="58565"/>
                  <a:pt x="164304" y="51441"/>
                </a:cubicBezTo>
                <a:cubicBezTo>
                  <a:pt x="169936" y="44316"/>
                  <a:pt x="176902" y="40754"/>
                  <a:pt x="185202" y="40754"/>
                </a:cubicBezTo>
                <a:cubicBezTo>
                  <a:pt x="190834" y="40754"/>
                  <a:pt x="195336" y="42480"/>
                  <a:pt x="198708" y="45932"/>
                </a:cubicBezTo>
                <a:cubicBezTo>
                  <a:pt x="202080" y="49384"/>
                  <a:pt x="203766" y="54005"/>
                  <a:pt x="203766" y="59795"/>
                </a:cubicBezTo>
                <a:cubicBezTo>
                  <a:pt x="203766" y="64472"/>
                  <a:pt x="202636" y="68110"/>
                  <a:pt x="200376" y="70708"/>
                </a:cubicBezTo>
                <a:cubicBezTo>
                  <a:pt x="198115" y="73306"/>
                  <a:pt x="195281" y="74605"/>
                  <a:pt x="191872" y="74605"/>
                </a:cubicBezTo>
                <a:cubicBezTo>
                  <a:pt x="188537" y="74605"/>
                  <a:pt x="185851" y="73497"/>
                  <a:pt x="183813" y="71282"/>
                </a:cubicBezTo>
                <a:cubicBezTo>
                  <a:pt x="181775" y="69066"/>
                  <a:pt x="180756" y="66075"/>
                  <a:pt x="180756" y="62308"/>
                </a:cubicBezTo>
                <a:cubicBezTo>
                  <a:pt x="180756" y="59870"/>
                  <a:pt x="181349" y="57580"/>
                  <a:pt x="182535" y="55439"/>
                </a:cubicBezTo>
                <a:cubicBezTo>
                  <a:pt x="183646" y="53518"/>
                  <a:pt x="184202" y="52372"/>
                  <a:pt x="184202" y="52001"/>
                </a:cubicBezTo>
                <a:cubicBezTo>
                  <a:pt x="184202" y="50887"/>
                  <a:pt x="183498" y="50331"/>
                  <a:pt x="182090" y="50331"/>
                </a:cubicBezTo>
                <a:cubicBezTo>
                  <a:pt x="179052" y="50331"/>
                  <a:pt x="175606" y="52110"/>
                  <a:pt x="171752" y="55668"/>
                </a:cubicBezTo>
                <a:cubicBezTo>
                  <a:pt x="166416" y="60628"/>
                  <a:pt x="162304" y="67439"/>
                  <a:pt x="159413" y="76101"/>
                </a:cubicBezTo>
                <a:cubicBezTo>
                  <a:pt x="154967" y="89577"/>
                  <a:pt x="152744" y="100350"/>
                  <a:pt x="152744" y="108421"/>
                </a:cubicBezTo>
                <a:lnTo>
                  <a:pt x="152744" y="130747"/>
                </a:lnTo>
                <a:cubicBezTo>
                  <a:pt x="152744" y="133264"/>
                  <a:pt x="153633" y="135189"/>
                  <a:pt x="155412" y="136523"/>
                </a:cubicBezTo>
                <a:cubicBezTo>
                  <a:pt x="157190" y="137855"/>
                  <a:pt x="160229" y="138520"/>
                  <a:pt x="164527" y="138520"/>
                </a:cubicBezTo>
                <a:lnTo>
                  <a:pt x="177755" y="138520"/>
                </a:lnTo>
                <a:lnTo>
                  <a:pt x="177755" y="146983"/>
                </a:lnTo>
                <a:lnTo>
                  <a:pt x="113060" y="146983"/>
                </a:lnTo>
                <a:lnTo>
                  <a:pt x="113060" y="138520"/>
                </a:lnTo>
                <a:lnTo>
                  <a:pt x="123398" y="138520"/>
                </a:lnTo>
                <a:cubicBezTo>
                  <a:pt x="126881" y="138520"/>
                  <a:pt x="129511" y="137836"/>
                  <a:pt x="131290" y="136467"/>
                </a:cubicBezTo>
                <a:cubicBezTo>
                  <a:pt x="133069" y="135099"/>
                  <a:pt x="133958" y="133454"/>
                  <a:pt x="133958" y="131533"/>
                </a:cubicBezTo>
                <a:lnTo>
                  <a:pt x="133958" y="65307"/>
                </a:lnTo>
                <a:cubicBezTo>
                  <a:pt x="133958" y="60278"/>
                  <a:pt x="132883" y="56599"/>
                  <a:pt x="130734" y="54270"/>
                </a:cubicBezTo>
                <a:cubicBezTo>
                  <a:pt x="128585" y="51940"/>
                  <a:pt x="125510" y="50776"/>
                  <a:pt x="121508" y="50776"/>
                </a:cubicBezTo>
                <a:lnTo>
                  <a:pt x="112393" y="50776"/>
                </a:lnTo>
                <a:lnTo>
                  <a:pt x="112393" y="42759"/>
                </a:lnTo>
                <a:close/>
                <a:moveTo>
                  <a:pt x="242053" y="0"/>
                </a:moveTo>
                <a:lnTo>
                  <a:pt x="249612" y="0"/>
                </a:lnTo>
                <a:lnTo>
                  <a:pt x="249612" y="42536"/>
                </a:lnTo>
                <a:lnTo>
                  <a:pt x="283293" y="42536"/>
                </a:lnTo>
                <a:lnTo>
                  <a:pt x="283293" y="52780"/>
                </a:lnTo>
                <a:lnTo>
                  <a:pt x="249612" y="52780"/>
                </a:lnTo>
                <a:lnTo>
                  <a:pt x="249612" y="119702"/>
                </a:lnTo>
                <a:cubicBezTo>
                  <a:pt x="249612" y="125492"/>
                  <a:pt x="250982" y="129928"/>
                  <a:pt x="253724" y="133008"/>
                </a:cubicBezTo>
                <a:cubicBezTo>
                  <a:pt x="256466" y="136089"/>
                  <a:pt x="259949" y="137630"/>
                  <a:pt x="264173" y="137630"/>
                </a:cubicBezTo>
                <a:cubicBezTo>
                  <a:pt x="269213" y="137630"/>
                  <a:pt x="273511" y="135300"/>
                  <a:pt x="277068" y="130642"/>
                </a:cubicBezTo>
                <a:cubicBezTo>
                  <a:pt x="280625" y="125982"/>
                  <a:pt x="282700" y="118289"/>
                  <a:pt x="283293" y="107565"/>
                </a:cubicBezTo>
                <a:lnTo>
                  <a:pt x="290741" y="107565"/>
                </a:lnTo>
                <a:cubicBezTo>
                  <a:pt x="290296" y="121447"/>
                  <a:pt x="287146" y="131746"/>
                  <a:pt x="281292" y="138465"/>
                </a:cubicBezTo>
                <a:cubicBezTo>
                  <a:pt x="275438" y="145183"/>
                  <a:pt x="267842" y="148542"/>
                  <a:pt x="258504" y="148542"/>
                </a:cubicBezTo>
                <a:cubicBezTo>
                  <a:pt x="249908" y="148542"/>
                  <a:pt x="243183" y="146183"/>
                  <a:pt x="238329" y="141464"/>
                </a:cubicBezTo>
                <a:cubicBezTo>
                  <a:pt x="233475" y="136743"/>
                  <a:pt x="231048" y="130555"/>
                  <a:pt x="231048" y="122900"/>
                </a:cubicBezTo>
                <a:lnTo>
                  <a:pt x="231048" y="52780"/>
                </a:lnTo>
                <a:lnTo>
                  <a:pt x="212929" y="52780"/>
                </a:lnTo>
                <a:lnTo>
                  <a:pt x="212929" y="44986"/>
                </a:lnTo>
                <a:cubicBezTo>
                  <a:pt x="221155" y="43575"/>
                  <a:pt x="227417" y="40123"/>
                  <a:pt x="231715" y="34630"/>
                </a:cubicBezTo>
                <a:cubicBezTo>
                  <a:pt x="238088" y="26390"/>
                  <a:pt x="241534" y="14847"/>
                  <a:pt x="24205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E">
            <a:extLst xmlns:a="http://schemas.openxmlformats.org/drawingml/2006/main">
              <a:ext uri="{FF2B5EF4-FFF2-40B4-BE49-F238E27FC236}">
                <a16:creationId xmlns:a16="http://schemas.microsoft.com/office/drawing/2014/main" id="{D0233D9B-C702-4C8F-9EBA-A45B9D38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8318" y="1667865"/>
            <a:ext cx="164516" cy="138520"/>
          </a:xfrm>
          <a:custGeom xmlns:a="http://schemas.openxmlformats.org/drawingml/2006/main">
            <a:pathLst>
              <a:path w="164516" h="138520">
                <a:moveTo>
                  <a:pt x="0" y="138520"/>
                </a:moveTo>
                <a:lnTo>
                  <a:pt x="0" y="8017"/>
                </a:lnTo>
                <a:lnTo>
                  <a:pt x="55580" y="4899"/>
                </a:lnTo>
                <a:lnTo>
                  <a:pt x="55580" y="12360"/>
                </a:lnTo>
                <a:cubicBezTo>
                  <a:pt x="38091" y="15329"/>
                  <a:pt x="25863" y="20025"/>
                  <a:pt x="18897" y="26446"/>
                </a:cubicBezTo>
                <a:cubicBezTo>
                  <a:pt x="11931" y="32867"/>
                  <a:pt x="8448" y="41237"/>
                  <a:pt x="8448" y="51555"/>
                </a:cubicBezTo>
                <a:lnTo>
                  <a:pt x="8448" y="83847"/>
                </a:lnTo>
                <a:cubicBezTo>
                  <a:pt x="8448" y="86445"/>
                  <a:pt x="9150" y="88412"/>
                  <a:pt x="10553" y="89749"/>
                </a:cubicBezTo>
                <a:cubicBezTo>
                  <a:pt x="11957" y="91085"/>
                  <a:pt x="14099" y="91753"/>
                  <a:pt x="16980" y="91753"/>
                </a:cubicBezTo>
                <a:lnTo>
                  <a:pt x="75366" y="91753"/>
                </a:lnTo>
                <a:lnTo>
                  <a:pt x="75366" y="77611"/>
                </a:lnTo>
                <a:cubicBezTo>
                  <a:pt x="75366" y="70040"/>
                  <a:pt x="72652" y="63897"/>
                  <a:pt x="67224" y="59183"/>
                </a:cubicBezTo>
                <a:cubicBezTo>
                  <a:pt x="61795" y="54469"/>
                  <a:pt x="53468" y="51927"/>
                  <a:pt x="42241" y="51555"/>
                </a:cubicBezTo>
                <a:lnTo>
                  <a:pt x="42241" y="43872"/>
                </a:lnTo>
                <a:lnTo>
                  <a:pt x="118718" y="43872"/>
                </a:lnTo>
                <a:lnTo>
                  <a:pt x="118718" y="51555"/>
                </a:lnTo>
                <a:cubicBezTo>
                  <a:pt x="106081" y="51927"/>
                  <a:pt x="97031" y="54506"/>
                  <a:pt x="91568" y="59294"/>
                </a:cubicBezTo>
                <a:cubicBezTo>
                  <a:pt x="86102" y="64082"/>
                  <a:pt x="83370" y="70596"/>
                  <a:pt x="83370" y="78836"/>
                </a:cubicBezTo>
                <a:lnTo>
                  <a:pt x="83370" y="91753"/>
                </a:lnTo>
                <a:lnTo>
                  <a:pt x="148732" y="91753"/>
                </a:lnTo>
                <a:cubicBezTo>
                  <a:pt x="151103" y="91753"/>
                  <a:pt x="152919" y="90955"/>
                  <a:pt x="154178" y="89359"/>
                </a:cubicBezTo>
                <a:cubicBezTo>
                  <a:pt x="155438" y="87763"/>
                  <a:pt x="156068" y="85109"/>
                  <a:pt x="156068" y="81397"/>
                </a:cubicBezTo>
                <a:lnTo>
                  <a:pt x="156068" y="55898"/>
                </a:lnTo>
                <a:cubicBezTo>
                  <a:pt x="156068" y="28209"/>
                  <a:pt x="138431" y="12249"/>
                  <a:pt x="103156" y="8017"/>
                </a:cubicBezTo>
                <a:lnTo>
                  <a:pt x="103156" y="0"/>
                </a:lnTo>
                <a:lnTo>
                  <a:pt x="164516" y="2784"/>
                </a:lnTo>
                <a:lnTo>
                  <a:pt x="164516" y="138520"/>
                </a:lnTo>
                <a:lnTo>
                  <a:pt x="156068" y="138520"/>
                </a:lnTo>
                <a:lnTo>
                  <a:pt x="156068" y="127274"/>
                </a:lnTo>
                <a:cubicBezTo>
                  <a:pt x="156068" y="122894"/>
                  <a:pt x="155310" y="119813"/>
                  <a:pt x="153793" y="118032"/>
                </a:cubicBezTo>
                <a:cubicBezTo>
                  <a:pt x="152274" y="116250"/>
                  <a:pt x="150070" y="115359"/>
                  <a:pt x="147182" y="115359"/>
                </a:cubicBezTo>
                <a:lnTo>
                  <a:pt x="17000" y="115359"/>
                </a:lnTo>
                <a:cubicBezTo>
                  <a:pt x="14113" y="115359"/>
                  <a:pt x="11966" y="116139"/>
                  <a:pt x="10560" y="117698"/>
                </a:cubicBezTo>
                <a:cubicBezTo>
                  <a:pt x="9152" y="119257"/>
                  <a:pt x="8448" y="121706"/>
                  <a:pt x="8448" y="125047"/>
                </a:cubicBezTo>
                <a:lnTo>
                  <a:pt x="8448" y="138520"/>
                </a:lnTo>
                <a:lnTo>
                  <a:pt x="0" y="1385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r">
            <a:extLst xmlns:a="http://schemas.openxmlformats.org/drawingml/2006/main">
              <a:ext uri="{FF2B5EF4-FFF2-40B4-BE49-F238E27FC236}">
                <a16:creationId xmlns:a16="http://schemas.microsoft.com/office/drawing/2014/main" id="{24652DF7-B17C-41C1-AE5D-0E0607BA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6788" y="1559564"/>
            <a:ext cx="106046" cy="91530"/>
          </a:xfrm>
          <a:custGeom xmlns:a="http://schemas.openxmlformats.org/drawingml/2006/main">
            <a:pathLst>
              <a:path w="106046" h="91530">
                <a:moveTo>
                  <a:pt x="2001" y="91530"/>
                </a:moveTo>
                <a:lnTo>
                  <a:pt x="0" y="54005"/>
                </a:lnTo>
                <a:lnTo>
                  <a:pt x="42116" y="54005"/>
                </a:lnTo>
                <a:cubicBezTo>
                  <a:pt x="28262" y="49996"/>
                  <a:pt x="17780" y="45171"/>
                  <a:pt x="10668" y="39530"/>
                </a:cubicBezTo>
                <a:cubicBezTo>
                  <a:pt x="3556" y="33888"/>
                  <a:pt x="0" y="26910"/>
                  <a:pt x="0" y="18596"/>
                </a:cubicBezTo>
                <a:cubicBezTo>
                  <a:pt x="0" y="12954"/>
                  <a:pt x="1723" y="8444"/>
                  <a:pt x="5169" y="5066"/>
                </a:cubicBezTo>
                <a:cubicBezTo>
                  <a:pt x="8615" y="1689"/>
                  <a:pt x="13228" y="0"/>
                  <a:pt x="19008" y="0"/>
                </a:cubicBezTo>
                <a:cubicBezTo>
                  <a:pt x="23677" y="0"/>
                  <a:pt x="27308" y="1132"/>
                  <a:pt x="29902" y="3396"/>
                </a:cubicBezTo>
                <a:cubicBezTo>
                  <a:pt x="32496" y="5660"/>
                  <a:pt x="33793" y="8500"/>
                  <a:pt x="33793" y="11915"/>
                </a:cubicBezTo>
                <a:cubicBezTo>
                  <a:pt x="33793" y="15255"/>
                  <a:pt x="32687" y="17946"/>
                  <a:pt x="30475" y="19987"/>
                </a:cubicBezTo>
                <a:cubicBezTo>
                  <a:pt x="28263" y="22029"/>
                  <a:pt x="25277" y="23050"/>
                  <a:pt x="21516" y="23050"/>
                </a:cubicBezTo>
                <a:cubicBezTo>
                  <a:pt x="19082" y="23050"/>
                  <a:pt x="16797" y="22456"/>
                  <a:pt x="14659" y="21268"/>
                </a:cubicBezTo>
                <a:cubicBezTo>
                  <a:pt x="12742" y="20154"/>
                  <a:pt x="11598" y="19598"/>
                  <a:pt x="11227" y="19598"/>
                </a:cubicBezTo>
                <a:cubicBezTo>
                  <a:pt x="10116" y="19598"/>
                  <a:pt x="9560" y="20303"/>
                  <a:pt x="9560" y="21713"/>
                </a:cubicBezTo>
                <a:cubicBezTo>
                  <a:pt x="9560" y="24757"/>
                  <a:pt x="11336" y="28209"/>
                  <a:pt x="14888" y="32069"/>
                </a:cubicBezTo>
                <a:cubicBezTo>
                  <a:pt x="19840" y="37414"/>
                  <a:pt x="26639" y="41534"/>
                  <a:pt x="35286" y="44429"/>
                </a:cubicBezTo>
                <a:cubicBezTo>
                  <a:pt x="48739" y="48883"/>
                  <a:pt x="59494" y="51110"/>
                  <a:pt x="67550" y="51110"/>
                </a:cubicBezTo>
                <a:lnTo>
                  <a:pt x="89838" y="51110"/>
                </a:lnTo>
                <a:cubicBezTo>
                  <a:pt x="92350" y="51110"/>
                  <a:pt x="94273" y="50219"/>
                  <a:pt x="95604" y="48438"/>
                </a:cubicBezTo>
                <a:cubicBezTo>
                  <a:pt x="96933" y="46656"/>
                  <a:pt x="97598" y="43612"/>
                  <a:pt x="97598" y="39307"/>
                </a:cubicBezTo>
                <a:lnTo>
                  <a:pt x="97598" y="26056"/>
                </a:lnTo>
                <a:lnTo>
                  <a:pt x="106046" y="26056"/>
                </a:lnTo>
                <a:lnTo>
                  <a:pt x="106046" y="90862"/>
                </a:lnTo>
                <a:lnTo>
                  <a:pt x="97598" y="90862"/>
                </a:lnTo>
                <a:lnTo>
                  <a:pt x="97598" y="80507"/>
                </a:lnTo>
                <a:cubicBezTo>
                  <a:pt x="97598" y="77018"/>
                  <a:pt x="96915" y="74382"/>
                  <a:pt x="95549" y="72601"/>
                </a:cubicBezTo>
                <a:cubicBezTo>
                  <a:pt x="94182" y="70819"/>
                  <a:pt x="92540" y="69928"/>
                  <a:pt x="90623" y="69928"/>
                </a:cubicBezTo>
                <a:lnTo>
                  <a:pt x="24511" y="69928"/>
                </a:lnTo>
                <a:cubicBezTo>
                  <a:pt x="19490" y="69928"/>
                  <a:pt x="15817" y="71005"/>
                  <a:pt x="13492" y="73157"/>
                </a:cubicBezTo>
                <a:cubicBezTo>
                  <a:pt x="11167" y="75310"/>
                  <a:pt x="10004" y="78391"/>
                  <a:pt x="10004" y="82400"/>
                </a:cubicBezTo>
                <a:lnTo>
                  <a:pt x="10004" y="91530"/>
                </a:lnTo>
                <a:lnTo>
                  <a:pt x="2001" y="915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r">
            <a:extLst xmlns:a="http://schemas.openxmlformats.org/drawingml/2006/main">
              <a:ext uri="{FF2B5EF4-FFF2-40B4-BE49-F238E27FC236}">
                <a16:creationId xmlns:a16="http://schemas.microsoft.com/office/drawing/2014/main" id="{FF0AB358-2677-4AD6-B13C-2781999F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6788" y="1458767"/>
            <a:ext cx="106046" cy="91530"/>
          </a:xfrm>
          <a:custGeom xmlns:a="http://schemas.openxmlformats.org/drawingml/2006/main">
            <a:pathLst>
              <a:path w="106046" h="91530">
                <a:moveTo>
                  <a:pt x="2001" y="91530"/>
                </a:moveTo>
                <a:lnTo>
                  <a:pt x="0" y="54005"/>
                </a:lnTo>
                <a:lnTo>
                  <a:pt x="42116" y="54005"/>
                </a:lnTo>
                <a:cubicBezTo>
                  <a:pt x="28262" y="49996"/>
                  <a:pt x="17780" y="45171"/>
                  <a:pt x="10668" y="39530"/>
                </a:cubicBezTo>
                <a:cubicBezTo>
                  <a:pt x="3556" y="33888"/>
                  <a:pt x="0" y="26910"/>
                  <a:pt x="0" y="18596"/>
                </a:cubicBezTo>
                <a:cubicBezTo>
                  <a:pt x="0" y="12954"/>
                  <a:pt x="1723" y="8444"/>
                  <a:pt x="5169" y="5066"/>
                </a:cubicBezTo>
                <a:cubicBezTo>
                  <a:pt x="8615" y="1689"/>
                  <a:pt x="13228" y="0"/>
                  <a:pt x="19008" y="0"/>
                </a:cubicBezTo>
                <a:cubicBezTo>
                  <a:pt x="23677" y="0"/>
                  <a:pt x="27308" y="1132"/>
                  <a:pt x="29902" y="3396"/>
                </a:cubicBezTo>
                <a:cubicBezTo>
                  <a:pt x="32496" y="5660"/>
                  <a:pt x="33793" y="8500"/>
                  <a:pt x="33793" y="11915"/>
                </a:cubicBezTo>
                <a:cubicBezTo>
                  <a:pt x="33793" y="15255"/>
                  <a:pt x="32687" y="17946"/>
                  <a:pt x="30475" y="19987"/>
                </a:cubicBezTo>
                <a:cubicBezTo>
                  <a:pt x="28263" y="22029"/>
                  <a:pt x="25277" y="23050"/>
                  <a:pt x="21516" y="23050"/>
                </a:cubicBezTo>
                <a:cubicBezTo>
                  <a:pt x="19082" y="23050"/>
                  <a:pt x="16797" y="22456"/>
                  <a:pt x="14659" y="21268"/>
                </a:cubicBezTo>
                <a:cubicBezTo>
                  <a:pt x="12742" y="20154"/>
                  <a:pt x="11598" y="19598"/>
                  <a:pt x="11227" y="19598"/>
                </a:cubicBezTo>
                <a:cubicBezTo>
                  <a:pt x="10116" y="19598"/>
                  <a:pt x="9560" y="20303"/>
                  <a:pt x="9560" y="21713"/>
                </a:cubicBezTo>
                <a:cubicBezTo>
                  <a:pt x="9560" y="24757"/>
                  <a:pt x="11336" y="28209"/>
                  <a:pt x="14888" y="32069"/>
                </a:cubicBezTo>
                <a:cubicBezTo>
                  <a:pt x="19840" y="37414"/>
                  <a:pt x="26639" y="41534"/>
                  <a:pt x="35286" y="44429"/>
                </a:cubicBezTo>
                <a:cubicBezTo>
                  <a:pt x="48739" y="48883"/>
                  <a:pt x="59494" y="51110"/>
                  <a:pt x="67550" y="51110"/>
                </a:cubicBezTo>
                <a:lnTo>
                  <a:pt x="89838" y="51110"/>
                </a:lnTo>
                <a:cubicBezTo>
                  <a:pt x="92350" y="51110"/>
                  <a:pt x="94273" y="50219"/>
                  <a:pt x="95604" y="48438"/>
                </a:cubicBezTo>
                <a:cubicBezTo>
                  <a:pt x="96933" y="46656"/>
                  <a:pt x="97598" y="43612"/>
                  <a:pt x="97598" y="39307"/>
                </a:cubicBezTo>
                <a:lnTo>
                  <a:pt x="97598" y="26056"/>
                </a:lnTo>
                <a:lnTo>
                  <a:pt x="106046" y="26056"/>
                </a:lnTo>
                <a:lnTo>
                  <a:pt x="106046" y="90862"/>
                </a:lnTo>
                <a:lnTo>
                  <a:pt x="97598" y="90862"/>
                </a:lnTo>
                <a:lnTo>
                  <a:pt x="97598" y="80507"/>
                </a:lnTo>
                <a:cubicBezTo>
                  <a:pt x="97598" y="77018"/>
                  <a:pt x="96915" y="74382"/>
                  <a:pt x="95549" y="72601"/>
                </a:cubicBezTo>
                <a:cubicBezTo>
                  <a:pt x="94182" y="70819"/>
                  <a:pt x="92540" y="69928"/>
                  <a:pt x="90623" y="69928"/>
                </a:cubicBezTo>
                <a:lnTo>
                  <a:pt x="24511" y="69928"/>
                </a:lnTo>
                <a:cubicBezTo>
                  <a:pt x="19490" y="69928"/>
                  <a:pt x="15817" y="71005"/>
                  <a:pt x="13492" y="73157"/>
                </a:cubicBezTo>
                <a:cubicBezTo>
                  <a:pt x="11167" y="75310"/>
                  <a:pt x="10004" y="78391"/>
                  <a:pt x="10004" y="82400"/>
                </a:cubicBezTo>
                <a:lnTo>
                  <a:pt x="10004" y="91530"/>
                </a:lnTo>
                <a:lnTo>
                  <a:pt x="2001" y="915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o">
            <a:extLst xmlns:a="http://schemas.openxmlformats.org/drawingml/2006/main">
              <a:ext uri="{FF2B5EF4-FFF2-40B4-BE49-F238E27FC236}">
                <a16:creationId xmlns:a16="http://schemas.microsoft.com/office/drawing/2014/main" id="{EECD3848-BABF-4D67-8B8F-670DE515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454" y="1348951"/>
            <a:ext cx="110493" cy="98657"/>
          </a:xfrm>
          <a:custGeom xmlns:a="http://schemas.openxmlformats.org/drawingml/2006/main">
            <a:pathLst>
              <a:path w="110493" h="98657">
                <a:moveTo>
                  <a:pt x="0" y="49662"/>
                </a:moveTo>
                <a:cubicBezTo>
                  <a:pt x="0" y="35632"/>
                  <a:pt x="5064" y="23848"/>
                  <a:pt x="15191" y="14309"/>
                </a:cubicBezTo>
                <a:cubicBezTo>
                  <a:pt x="25315" y="4770"/>
                  <a:pt x="38649" y="0"/>
                  <a:pt x="55191" y="0"/>
                </a:cubicBezTo>
                <a:cubicBezTo>
                  <a:pt x="66615" y="0"/>
                  <a:pt x="76352" y="2134"/>
                  <a:pt x="84401" y="6403"/>
                </a:cubicBezTo>
                <a:cubicBezTo>
                  <a:pt x="92449" y="10671"/>
                  <a:pt x="98809" y="16758"/>
                  <a:pt x="103483" y="24664"/>
                </a:cubicBezTo>
                <a:cubicBezTo>
                  <a:pt x="108156" y="32570"/>
                  <a:pt x="110493" y="41088"/>
                  <a:pt x="110493" y="50219"/>
                </a:cubicBezTo>
                <a:cubicBezTo>
                  <a:pt x="110493" y="63730"/>
                  <a:pt x="105375" y="75180"/>
                  <a:pt x="95139" y="84571"/>
                </a:cubicBezTo>
                <a:cubicBezTo>
                  <a:pt x="84900" y="93961"/>
                  <a:pt x="71622" y="98657"/>
                  <a:pt x="55302" y="98657"/>
                </a:cubicBezTo>
                <a:cubicBezTo>
                  <a:pt x="38908" y="98657"/>
                  <a:pt x="25593" y="93943"/>
                  <a:pt x="15357" y="84515"/>
                </a:cubicBezTo>
                <a:cubicBezTo>
                  <a:pt x="5119" y="75088"/>
                  <a:pt x="0" y="63470"/>
                  <a:pt x="0" y="49662"/>
                </a:cubicBezTo>
                <a:moveTo>
                  <a:pt x="8003" y="49662"/>
                </a:moveTo>
                <a:cubicBezTo>
                  <a:pt x="8003" y="57977"/>
                  <a:pt x="11760" y="64806"/>
                  <a:pt x="19272" y="70151"/>
                </a:cubicBezTo>
                <a:cubicBezTo>
                  <a:pt x="26785" y="75496"/>
                  <a:pt x="38646" y="78168"/>
                  <a:pt x="54857" y="78168"/>
                </a:cubicBezTo>
                <a:cubicBezTo>
                  <a:pt x="71364" y="78168"/>
                  <a:pt x="83430" y="75514"/>
                  <a:pt x="91054" y="70207"/>
                </a:cubicBezTo>
                <a:cubicBezTo>
                  <a:pt x="98677" y="64899"/>
                  <a:pt x="102489" y="58051"/>
                  <a:pt x="102489" y="49662"/>
                </a:cubicBezTo>
                <a:cubicBezTo>
                  <a:pt x="102489" y="40977"/>
                  <a:pt x="98677" y="33943"/>
                  <a:pt x="91054" y="28561"/>
                </a:cubicBezTo>
                <a:cubicBezTo>
                  <a:pt x="83430" y="23180"/>
                  <a:pt x="70958" y="20489"/>
                  <a:pt x="53638" y="20489"/>
                </a:cubicBezTo>
                <a:cubicBezTo>
                  <a:pt x="37575" y="20489"/>
                  <a:pt x="25955" y="23142"/>
                  <a:pt x="18776" y="28450"/>
                </a:cubicBezTo>
                <a:cubicBezTo>
                  <a:pt x="11594" y="33758"/>
                  <a:pt x="8003" y="40829"/>
                  <a:pt x="8003" y="496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r">
            <a:extLst xmlns:a="http://schemas.openxmlformats.org/drawingml/2006/main">
              <a:ext uri="{FF2B5EF4-FFF2-40B4-BE49-F238E27FC236}">
                <a16:creationId xmlns:a16="http://schemas.microsoft.com/office/drawing/2014/main" id="{20563BB6-9E79-428A-B146-C367963E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6788" y="1243469"/>
            <a:ext cx="106046" cy="91530"/>
          </a:xfrm>
          <a:custGeom xmlns:a="http://schemas.openxmlformats.org/drawingml/2006/main">
            <a:pathLst>
              <a:path w="106046" h="91530">
                <a:moveTo>
                  <a:pt x="2001" y="91530"/>
                </a:moveTo>
                <a:lnTo>
                  <a:pt x="0" y="54005"/>
                </a:lnTo>
                <a:lnTo>
                  <a:pt x="42116" y="54005"/>
                </a:lnTo>
                <a:cubicBezTo>
                  <a:pt x="28262" y="49996"/>
                  <a:pt x="17780" y="45171"/>
                  <a:pt x="10668" y="39530"/>
                </a:cubicBezTo>
                <a:cubicBezTo>
                  <a:pt x="3556" y="33888"/>
                  <a:pt x="0" y="26910"/>
                  <a:pt x="0" y="18596"/>
                </a:cubicBezTo>
                <a:cubicBezTo>
                  <a:pt x="0" y="12954"/>
                  <a:pt x="1723" y="8444"/>
                  <a:pt x="5169" y="5066"/>
                </a:cubicBezTo>
                <a:cubicBezTo>
                  <a:pt x="8615" y="1689"/>
                  <a:pt x="13228" y="0"/>
                  <a:pt x="19008" y="0"/>
                </a:cubicBezTo>
                <a:cubicBezTo>
                  <a:pt x="23677" y="0"/>
                  <a:pt x="27308" y="1132"/>
                  <a:pt x="29902" y="3396"/>
                </a:cubicBezTo>
                <a:cubicBezTo>
                  <a:pt x="32496" y="5660"/>
                  <a:pt x="33793" y="8500"/>
                  <a:pt x="33793" y="11915"/>
                </a:cubicBezTo>
                <a:cubicBezTo>
                  <a:pt x="33793" y="15255"/>
                  <a:pt x="32687" y="17946"/>
                  <a:pt x="30475" y="19987"/>
                </a:cubicBezTo>
                <a:cubicBezTo>
                  <a:pt x="28263" y="22029"/>
                  <a:pt x="25277" y="23050"/>
                  <a:pt x="21516" y="23050"/>
                </a:cubicBezTo>
                <a:cubicBezTo>
                  <a:pt x="19082" y="23050"/>
                  <a:pt x="16797" y="22456"/>
                  <a:pt x="14659" y="21268"/>
                </a:cubicBezTo>
                <a:cubicBezTo>
                  <a:pt x="12742" y="20154"/>
                  <a:pt x="11598" y="19598"/>
                  <a:pt x="11227" y="19598"/>
                </a:cubicBezTo>
                <a:cubicBezTo>
                  <a:pt x="10116" y="19598"/>
                  <a:pt x="9560" y="20303"/>
                  <a:pt x="9560" y="21713"/>
                </a:cubicBezTo>
                <a:cubicBezTo>
                  <a:pt x="9560" y="24757"/>
                  <a:pt x="11336" y="28209"/>
                  <a:pt x="14888" y="32069"/>
                </a:cubicBezTo>
                <a:cubicBezTo>
                  <a:pt x="19840" y="37414"/>
                  <a:pt x="26639" y="41534"/>
                  <a:pt x="35286" y="44429"/>
                </a:cubicBezTo>
                <a:cubicBezTo>
                  <a:pt x="48739" y="48883"/>
                  <a:pt x="59494" y="51110"/>
                  <a:pt x="67550" y="51110"/>
                </a:cubicBezTo>
                <a:lnTo>
                  <a:pt x="89838" y="51110"/>
                </a:lnTo>
                <a:cubicBezTo>
                  <a:pt x="92350" y="51110"/>
                  <a:pt x="94273" y="50219"/>
                  <a:pt x="95604" y="48438"/>
                </a:cubicBezTo>
                <a:cubicBezTo>
                  <a:pt x="96933" y="46656"/>
                  <a:pt x="97598" y="43612"/>
                  <a:pt x="97598" y="39307"/>
                </a:cubicBezTo>
                <a:lnTo>
                  <a:pt x="97598" y="26056"/>
                </a:lnTo>
                <a:lnTo>
                  <a:pt x="106046" y="26056"/>
                </a:lnTo>
                <a:lnTo>
                  <a:pt x="106046" y="90862"/>
                </a:lnTo>
                <a:lnTo>
                  <a:pt x="97598" y="90862"/>
                </a:lnTo>
                <a:lnTo>
                  <a:pt x="97598" y="80507"/>
                </a:lnTo>
                <a:cubicBezTo>
                  <a:pt x="97598" y="77018"/>
                  <a:pt x="96915" y="74382"/>
                  <a:pt x="95549" y="72601"/>
                </a:cubicBezTo>
                <a:cubicBezTo>
                  <a:pt x="94182" y="70819"/>
                  <a:pt x="92540" y="69928"/>
                  <a:pt x="90623" y="69928"/>
                </a:cubicBezTo>
                <a:lnTo>
                  <a:pt x="24511" y="69928"/>
                </a:lnTo>
                <a:cubicBezTo>
                  <a:pt x="19490" y="69928"/>
                  <a:pt x="15817" y="71005"/>
                  <a:pt x="13492" y="73157"/>
                </a:cubicBezTo>
                <a:cubicBezTo>
                  <a:pt x="11167" y="75310"/>
                  <a:pt x="10004" y="78391"/>
                  <a:pt x="10004" y="82400"/>
                </a:cubicBezTo>
                <a:lnTo>
                  <a:pt x="10004" y="91530"/>
                </a:lnTo>
                <a:lnTo>
                  <a:pt x="2001" y="915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57A573-C03D-4368-BA7C-38CD8553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703" y="1564594"/>
            <a:ext cx="450424" cy="341580"/>
          </a:xfrm>
          <a:custGeom xmlns:a="http://schemas.openxmlformats.org/drawingml/2006/main">
            <a:pathLst>
              <a:path w="450424" h="341580">
                <a:moveTo>
                  <a:pt x="0" y="85395"/>
                </a:moveTo>
                <a:lnTo>
                  <a:pt x="279927" y="85395"/>
                </a:lnTo>
                <a:lnTo>
                  <a:pt x="279927" y="0"/>
                </a:lnTo>
                <a:lnTo>
                  <a:pt x="450424" y="170790"/>
                </a:lnTo>
                <a:lnTo>
                  <a:pt x="279927" y="341580"/>
                </a:lnTo>
                <a:lnTo>
                  <a:pt x="279927" y="256185"/>
                </a:lnTo>
                <a:lnTo>
                  <a:pt x="0" y="256185"/>
                </a:lnTo>
                <a:lnTo>
                  <a:pt x="0" y="853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C35E40-A6E0-4A40-95EE-B0387032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703" y="1564596"/>
            <a:ext cx="450424" cy="341580"/>
          </a:xfrm>
          <a:custGeom xmlns:a="http://schemas.openxmlformats.org/drawingml/2006/main">
            <a:pathLst>
              <a:path w="450424" h="341580" fill="none">
                <a:moveTo>
                  <a:pt x="0" y="85395"/>
                </a:moveTo>
                <a:lnTo>
                  <a:pt x="279927" y="85395"/>
                </a:lnTo>
                <a:lnTo>
                  <a:pt x="279927" y="0"/>
                </a:lnTo>
                <a:lnTo>
                  <a:pt x="450424" y="170790"/>
                </a:lnTo>
                <a:lnTo>
                  <a:pt x="279927" y="341580"/>
                </a:lnTo>
                <a:lnTo>
                  <a:pt x="279927" y="256185"/>
                </a:lnTo>
                <a:lnTo>
                  <a:pt x="0" y="256185"/>
                </a:lnTo>
                <a:lnTo>
                  <a:pt x="0" y="853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4447" cap="flat">
            <a:solidFill>
              <a:srgbClr val="000000"/>
            </a:solidFill>
            <a:miter/>
          </a:ln>
        </p:spPr>
      </p:sp>
      <p:sp>
        <p:nvSpPr>
          <p:cNvPr id="107" name="Text Imagesandregions">
            <a:extLst xmlns:a="http://schemas.openxmlformats.org/drawingml/2006/main">
              <a:ext uri="{FF2B5EF4-FFF2-40B4-BE49-F238E27FC236}">
                <a16:creationId xmlns:a16="http://schemas.microsoft.com/office/drawing/2014/main" id="{2F50F6BB-501C-4DA3-88AC-C63FCB38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12" y="67308"/>
            <a:ext cx="2332870" cy="242184"/>
          </a:xfrm>
          <a:custGeom xmlns:a="http://schemas.openxmlformats.org/drawingml/2006/main">
            <a:pathLst>
              <a:path w="2332870" h="242184">
                <a:moveTo>
                  <a:pt x="0" y="2297"/>
                </a:moveTo>
                <a:lnTo>
                  <a:pt x="86873" y="2297"/>
                </a:lnTo>
                <a:lnTo>
                  <a:pt x="86873" y="11994"/>
                </a:lnTo>
                <a:lnTo>
                  <a:pt x="71970" y="11994"/>
                </a:lnTo>
                <a:cubicBezTo>
                  <a:pt x="65346" y="11994"/>
                  <a:pt x="61164" y="12824"/>
                  <a:pt x="59423" y="14483"/>
                </a:cubicBezTo>
                <a:cubicBezTo>
                  <a:pt x="57682" y="16139"/>
                  <a:pt x="56812" y="19645"/>
                  <a:pt x="56812" y="25001"/>
                </a:cubicBezTo>
                <a:lnTo>
                  <a:pt x="56812" y="167805"/>
                </a:lnTo>
                <a:cubicBezTo>
                  <a:pt x="56812" y="173499"/>
                  <a:pt x="57576" y="177069"/>
                  <a:pt x="59104" y="178515"/>
                </a:cubicBezTo>
                <a:cubicBezTo>
                  <a:pt x="61143" y="180469"/>
                  <a:pt x="64837" y="181446"/>
                  <a:pt x="70187" y="181446"/>
                </a:cubicBezTo>
                <a:lnTo>
                  <a:pt x="86873" y="181446"/>
                </a:lnTo>
                <a:lnTo>
                  <a:pt x="86873" y="191144"/>
                </a:lnTo>
                <a:lnTo>
                  <a:pt x="0" y="191144"/>
                </a:lnTo>
                <a:lnTo>
                  <a:pt x="0" y="181446"/>
                </a:lnTo>
                <a:lnTo>
                  <a:pt x="16432" y="181446"/>
                </a:lnTo>
                <a:cubicBezTo>
                  <a:pt x="22207" y="181446"/>
                  <a:pt x="25943" y="180597"/>
                  <a:pt x="27642" y="178898"/>
                </a:cubicBezTo>
                <a:cubicBezTo>
                  <a:pt x="29340" y="177197"/>
                  <a:pt x="30189" y="173499"/>
                  <a:pt x="30189" y="167805"/>
                </a:cubicBezTo>
                <a:lnTo>
                  <a:pt x="30189" y="25001"/>
                </a:lnTo>
                <a:cubicBezTo>
                  <a:pt x="30189" y="19560"/>
                  <a:pt x="29425" y="16201"/>
                  <a:pt x="27896" y="14925"/>
                </a:cubicBezTo>
                <a:cubicBezTo>
                  <a:pt x="25519" y="12971"/>
                  <a:pt x="21145" y="11994"/>
                  <a:pt x="14776" y="11994"/>
                </a:cubicBezTo>
                <a:lnTo>
                  <a:pt x="0" y="11994"/>
                </a:lnTo>
                <a:lnTo>
                  <a:pt x="0" y="2297"/>
                </a:lnTo>
                <a:close/>
                <a:moveTo>
                  <a:pt x="112731" y="71711"/>
                </a:moveTo>
                <a:lnTo>
                  <a:pt x="146869" y="69414"/>
                </a:lnTo>
                <a:cubicBezTo>
                  <a:pt x="148737" y="78346"/>
                  <a:pt x="149968" y="86853"/>
                  <a:pt x="150563" y="94934"/>
                </a:cubicBezTo>
                <a:cubicBezTo>
                  <a:pt x="157017" y="85577"/>
                  <a:pt x="163471" y="78984"/>
                  <a:pt x="169924" y="75156"/>
                </a:cubicBezTo>
                <a:cubicBezTo>
                  <a:pt x="176378" y="71328"/>
                  <a:pt x="183469" y="69414"/>
                  <a:pt x="191197" y="69414"/>
                </a:cubicBezTo>
                <a:cubicBezTo>
                  <a:pt x="199434" y="69414"/>
                  <a:pt x="206228" y="71583"/>
                  <a:pt x="211578" y="75922"/>
                </a:cubicBezTo>
                <a:cubicBezTo>
                  <a:pt x="216928" y="80260"/>
                  <a:pt x="221046" y="87320"/>
                  <a:pt x="223934" y="97103"/>
                </a:cubicBezTo>
                <a:cubicBezTo>
                  <a:pt x="229623" y="87831"/>
                  <a:pt x="235950" y="80898"/>
                  <a:pt x="242913" y="76304"/>
                </a:cubicBezTo>
                <a:cubicBezTo>
                  <a:pt x="249877" y="71711"/>
                  <a:pt x="257477" y="69414"/>
                  <a:pt x="265714" y="69414"/>
                </a:cubicBezTo>
                <a:cubicBezTo>
                  <a:pt x="276584" y="69414"/>
                  <a:pt x="284737" y="72643"/>
                  <a:pt x="290171" y="79100"/>
                </a:cubicBezTo>
                <a:cubicBezTo>
                  <a:pt x="297135" y="87598"/>
                  <a:pt x="300617" y="98560"/>
                  <a:pt x="300617" y="111984"/>
                </a:cubicBezTo>
                <a:lnTo>
                  <a:pt x="300617" y="171250"/>
                </a:lnTo>
                <a:cubicBezTo>
                  <a:pt x="300617" y="174818"/>
                  <a:pt x="301508" y="177239"/>
                  <a:pt x="303292" y="178515"/>
                </a:cubicBezTo>
                <a:cubicBezTo>
                  <a:pt x="305669" y="180469"/>
                  <a:pt x="309194" y="181446"/>
                  <a:pt x="313864" y="181446"/>
                </a:cubicBezTo>
                <a:lnTo>
                  <a:pt x="319851" y="181446"/>
                </a:lnTo>
                <a:lnTo>
                  <a:pt x="319851" y="191144"/>
                </a:lnTo>
                <a:lnTo>
                  <a:pt x="259855" y="191144"/>
                </a:lnTo>
                <a:lnTo>
                  <a:pt x="259855" y="181446"/>
                </a:lnTo>
                <a:lnTo>
                  <a:pt x="265842" y="181446"/>
                </a:lnTo>
                <a:cubicBezTo>
                  <a:pt x="270937" y="181446"/>
                  <a:pt x="274504" y="180597"/>
                  <a:pt x="276542" y="178898"/>
                </a:cubicBezTo>
                <a:cubicBezTo>
                  <a:pt x="278580" y="177200"/>
                  <a:pt x="279599" y="174650"/>
                  <a:pt x="279599" y="171250"/>
                </a:cubicBezTo>
                <a:lnTo>
                  <a:pt x="279599" y="111996"/>
                </a:lnTo>
                <a:cubicBezTo>
                  <a:pt x="279599" y="103160"/>
                  <a:pt x="277433" y="96322"/>
                  <a:pt x="273103" y="91481"/>
                </a:cubicBezTo>
                <a:cubicBezTo>
                  <a:pt x="268772" y="86637"/>
                  <a:pt x="263082" y="84216"/>
                  <a:pt x="256034" y="84216"/>
                </a:cubicBezTo>
                <a:cubicBezTo>
                  <a:pt x="250684" y="84216"/>
                  <a:pt x="245843" y="85640"/>
                  <a:pt x="241512" y="88490"/>
                </a:cubicBezTo>
                <a:cubicBezTo>
                  <a:pt x="237181" y="91340"/>
                  <a:pt x="233784" y="95402"/>
                  <a:pt x="231322" y="100676"/>
                </a:cubicBezTo>
                <a:cubicBezTo>
                  <a:pt x="227670" y="108236"/>
                  <a:pt x="225844" y="114648"/>
                  <a:pt x="225844" y="119911"/>
                </a:cubicBezTo>
                <a:lnTo>
                  <a:pt x="225844" y="171254"/>
                </a:lnTo>
                <a:cubicBezTo>
                  <a:pt x="225844" y="174737"/>
                  <a:pt x="226779" y="177306"/>
                  <a:pt x="228647" y="178962"/>
                </a:cubicBezTo>
                <a:cubicBezTo>
                  <a:pt x="230515" y="180618"/>
                  <a:pt x="233402" y="181446"/>
                  <a:pt x="237309" y="181446"/>
                </a:cubicBezTo>
                <a:lnTo>
                  <a:pt x="245461" y="181446"/>
                </a:lnTo>
                <a:lnTo>
                  <a:pt x="245461" y="191144"/>
                </a:lnTo>
                <a:lnTo>
                  <a:pt x="184701" y="191144"/>
                </a:lnTo>
                <a:lnTo>
                  <a:pt x="184701" y="181446"/>
                </a:lnTo>
                <a:lnTo>
                  <a:pt x="191579" y="181446"/>
                </a:lnTo>
                <a:cubicBezTo>
                  <a:pt x="195910" y="181446"/>
                  <a:pt x="199137" y="180598"/>
                  <a:pt x="201260" y="178902"/>
                </a:cubicBezTo>
                <a:cubicBezTo>
                  <a:pt x="203383" y="177204"/>
                  <a:pt x="204445" y="175040"/>
                  <a:pt x="204445" y="172411"/>
                </a:cubicBezTo>
                <a:lnTo>
                  <a:pt x="204445" y="117431"/>
                </a:lnTo>
                <a:cubicBezTo>
                  <a:pt x="204445" y="105809"/>
                  <a:pt x="202385" y="97368"/>
                  <a:pt x="198267" y="92107"/>
                </a:cubicBezTo>
                <a:cubicBezTo>
                  <a:pt x="194148" y="86846"/>
                  <a:pt x="188607" y="84216"/>
                  <a:pt x="181643" y="84216"/>
                </a:cubicBezTo>
                <a:cubicBezTo>
                  <a:pt x="172642" y="84216"/>
                  <a:pt x="165721" y="87270"/>
                  <a:pt x="160880" y="93379"/>
                </a:cubicBezTo>
                <a:cubicBezTo>
                  <a:pt x="154002" y="102032"/>
                  <a:pt x="150563" y="112128"/>
                  <a:pt x="150563" y="123668"/>
                </a:cubicBezTo>
                <a:lnTo>
                  <a:pt x="150563" y="171266"/>
                </a:lnTo>
                <a:cubicBezTo>
                  <a:pt x="150563" y="174913"/>
                  <a:pt x="151369" y="177416"/>
                  <a:pt x="152983" y="178775"/>
                </a:cubicBezTo>
                <a:cubicBezTo>
                  <a:pt x="155276" y="180556"/>
                  <a:pt x="158842" y="181446"/>
                  <a:pt x="163683" y="181446"/>
                </a:cubicBezTo>
                <a:lnTo>
                  <a:pt x="169797" y="181446"/>
                </a:lnTo>
                <a:lnTo>
                  <a:pt x="169797" y="191144"/>
                </a:lnTo>
                <a:lnTo>
                  <a:pt x="109674" y="191144"/>
                </a:lnTo>
                <a:lnTo>
                  <a:pt x="109674" y="181446"/>
                </a:lnTo>
                <a:lnTo>
                  <a:pt x="118718" y="181446"/>
                </a:lnTo>
                <a:cubicBezTo>
                  <a:pt x="122114" y="181446"/>
                  <a:pt x="124726" y="180600"/>
                  <a:pt x="126551" y="178906"/>
                </a:cubicBezTo>
                <a:cubicBezTo>
                  <a:pt x="128377" y="177210"/>
                  <a:pt x="129290" y="175049"/>
                  <a:pt x="129290" y="172423"/>
                </a:cubicBezTo>
                <a:lnTo>
                  <a:pt x="129290" y="94372"/>
                </a:lnTo>
                <a:cubicBezTo>
                  <a:pt x="129290" y="90049"/>
                  <a:pt x="128186" y="86829"/>
                  <a:pt x="125978" y="84710"/>
                </a:cubicBezTo>
                <a:cubicBezTo>
                  <a:pt x="123770" y="82591"/>
                  <a:pt x="119354" y="81236"/>
                  <a:pt x="112731" y="80643"/>
                </a:cubicBezTo>
                <a:lnTo>
                  <a:pt x="112731" y="71711"/>
                </a:lnTo>
                <a:close/>
                <a:moveTo>
                  <a:pt x="463028" y="177873"/>
                </a:moveTo>
                <a:lnTo>
                  <a:pt x="467613" y="185075"/>
                </a:lnTo>
                <a:cubicBezTo>
                  <a:pt x="461414" y="191503"/>
                  <a:pt x="454536" y="194717"/>
                  <a:pt x="446978" y="194717"/>
                </a:cubicBezTo>
                <a:cubicBezTo>
                  <a:pt x="441203" y="194717"/>
                  <a:pt x="436342" y="193143"/>
                  <a:pt x="432393" y="189995"/>
                </a:cubicBezTo>
                <a:cubicBezTo>
                  <a:pt x="428444" y="186848"/>
                  <a:pt x="424984" y="181319"/>
                  <a:pt x="422011" y="173408"/>
                </a:cubicBezTo>
                <a:cubicBezTo>
                  <a:pt x="413944" y="181914"/>
                  <a:pt x="406853" y="187592"/>
                  <a:pt x="400739" y="190442"/>
                </a:cubicBezTo>
                <a:cubicBezTo>
                  <a:pt x="394625" y="193292"/>
                  <a:pt x="387279" y="194717"/>
                  <a:pt x="378702" y="194717"/>
                </a:cubicBezTo>
                <a:cubicBezTo>
                  <a:pt x="366474" y="194717"/>
                  <a:pt x="357175" y="192080"/>
                  <a:pt x="350806" y="186805"/>
                </a:cubicBezTo>
                <a:cubicBezTo>
                  <a:pt x="344437" y="181531"/>
                  <a:pt x="341252" y="174769"/>
                  <a:pt x="341252" y="166517"/>
                </a:cubicBezTo>
                <a:cubicBezTo>
                  <a:pt x="341252" y="154097"/>
                  <a:pt x="348534" y="143783"/>
                  <a:pt x="363098" y="135574"/>
                </a:cubicBezTo>
                <a:cubicBezTo>
                  <a:pt x="377662" y="127365"/>
                  <a:pt x="397045" y="121900"/>
                  <a:pt x="421247" y="119178"/>
                </a:cubicBezTo>
                <a:lnTo>
                  <a:pt x="421247" y="101059"/>
                </a:lnTo>
                <a:cubicBezTo>
                  <a:pt x="421247" y="94594"/>
                  <a:pt x="418657" y="89064"/>
                  <a:pt x="413477" y="84471"/>
                </a:cubicBezTo>
                <a:cubicBezTo>
                  <a:pt x="408297" y="79877"/>
                  <a:pt x="401715" y="77580"/>
                  <a:pt x="393733" y="77580"/>
                </a:cubicBezTo>
                <a:cubicBezTo>
                  <a:pt x="386345" y="77580"/>
                  <a:pt x="379976" y="79106"/>
                  <a:pt x="374626" y="82158"/>
                </a:cubicBezTo>
                <a:cubicBezTo>
                  <a:pt x="370804" y="84447"/>
                  <a:pt x="368894" y="86694"/>
                  <a:pt x="368894" y="88901"/>
                </a:cubicBezTo>
                <a:cubicBezTo>
                  <a:pt x="368894" y="90172"/>
                  <a:pt x="369913" y="92164"/>
                  <a:pt x="371951" y="94878"/>
                </a:cubicBezTo>
                <a:cubicBezTo>
                  <a:pt x="374414" y="98270"/>
                  <a:pt x="375645" y="101281"/>
                  <a:pt x="375645" y="103910"/>
                </a:cubicBezTo>
                <a:cubicBezTo>
                  <a:pt x="375645" y="107724"/>
                  <a:pt x="374414" y="110840"/>
                  <a:pt x="371951" y="113256"/>
                </a:cubicBezTo>
                <a:cubicBezTo>
                  <a:pt x="369488" y="115673"/>
                  <a:pt x="366261" y="116881"/>
                  <a:pt x="362270" y="116881"/>
                </a:cubicBezTo>
                <a:cubicBezTo>
                  <a:pt x="358024" y="116881"/>
                  <a:pt x="354479" y="115435"/>
                  <a:pt x="351634" y="112543"/>
                </a:cubicBezTo>
                <a:cubicBezTo>
                  <a:pt x="348789" y="109650"/>
                  <a:pt x="347367" y="105950"/>
                  <a:pt x="347367" y="101441"/>
                </a:cubicBezTo>
                <a:cubicBezTo>
                  <a:pt x="347367" y="93020"/>
                  <a:pt x="352101" y="85321"/>
                  <a:pt x="361569" y="78346"/>
                </a:cubicBezTo>
                <a:cubicBezTo>
                  <a:pt x="371038" y="71371"/>
                  <a:pt x="383458" y="67883"/>
                  <a:pt x="398828" y="67883"/>
                </a:cubicBezTo>
                <a:cubicBezTo>
                  <a:pt x="413010" y="67883"/>
                  <a:pt x="423837" y="70945"/>
                  <a:pt x="431310" y="77070"/>
                </a:cubicBezTo>
                <a:cubicBezTo>
                  <a:pt x="438783" y="83280"/>
                  <a:pt x="442520" y="90808"/>
                  <a:pt x="442520" y="99655"/>
                </a:cubicBezTo>
                <a:lnTo>
                  <a:pt x="442520" y="164986"/>
                </a:lnTo>
                <a:cubicBezTo>
                  <a:pt x="442520" y="170770"/>
                  <a:pt x="443454" y="175024"/>
                  <a:pt x="445322" y="177746"/>
                </a:cubicBezTo>
                <a:cubicBezTo>
                  <a:pt x="447190" y="180553"/>
                  <a:pt x="449610" y="181957"/>
                  <a:pt x="452583" y="181957"/>
                </a:cubicBezTo>
                <a:cubicBezTo>
                  <a:pt x="455895" y="181957"/>
                  <a:pt x="459376" y="180596"/>
                  <a:pt x="463028" y="177873"/>
                </a:cubicBezTo>
                <a:moveTo>
                  <a:pt x="421247" y="127599"/>
                </a:moveTo>
                <a:cubicBezTo>
                  <a:pt x="399677" y="130577"/>
                  <a:pt x="384392" y="135425"/>
                  <a:pt x="375390" y="142146"/>
                </a:cubicBezTo>
                <a:cubicBezTo>
                  <a:pt x="368681" y="147250"/>
                  <a:pt x="365327" y="154480"/>
                  <a:pt x="365327" y="163838"/>
                </a:cubicBezTo>
                <a:cubicBezTo>
                  <a:pt x="365327" y="170388"/>
                  <a:pt x="367068" y="175513"/>
                  <a:pt x="370550" y="179213"/>
                </a:cubicBezTo>
                <a:cubicBezTo>
                  <a:pt x="374031" y="182914"/>
                  <a:pt x="378575" y="184764"/>
                  <a:pt x="384179" y="184764"/>
                </a:cubicBezTo>
                <a:cubicBezTo>
                  <a:pt x="394200" y="184764"/>
                  <a:pt x="402883" y="180957"/>
                  <a:pt x="410229" y="173344"/>
                </a:cubicBezTo>
                <a:cubicBezTo>
                  <a:pt x="417574" y="165730"/>
                  <a:pt x="421247" y="156182"/>
                  <a:pt x="421247" y="144698"/>
                </a:cubicBezTo>
                <a:lnTo>
                  <a:pt x="421247" y="127599"/>
                </a:lnTo>
                <a:close/>
                <a:moveTo>
                  <a:pt x="572983" y="78218"/>
                </a:moveTo>
                <a:cubicBezTo>
                  <a:pt x="581475" y="69627"/>
                  <a:pt x="589288" y="65331"/>
                  <a:pt x="596421" y="65331"/>
                </a:cubicBezTo>
                <a:cubicBezTo>
                  <a:pt x="600667" y="65331"/>
                  <a:pt x="604191" y="66692"/>
                  <a:pt x="606994" y="69414"/>
                </a:cubicBezTo>
                <a:cubicBezTo>
                  <a:pt x="609796" y="72136"/>
                  <a:pt x="611197" y="75454"/>
                  <a:pt x="611197" y="79367"/>
                </a:cubicBezTo>
                <a:cubicBezTo>
                  <a:pt x="611197" y="82514"/>
                  <a:pt x="610242" y="85130"/>
                  <a:pt x="608331" y="87214"/>
                </a:cubicBezTo>
                <a:cubicBezTo>
                  <a:pt x="606421" y="89298"/>
                  <a:pt x="604191" y="90340"/>
                  <a:pt x="601644" y="90340"/>
                </a:cubicBezTo>
                <a:cubicBezTo>
                  <a:pt x="596803" y="90340"/>
                  <a:pt x="593534" y="87363"/>
                  <a:pt x="591836" y="81408"/>
                </a:cubicBezTo>
                <a:cubicBezTo>
                  <a:pt x="591156" y="78856"/>
                  <a:pt x="590010" y="77580"/>
                  <a:pt x="588396" y="77580"/>
                </a:cubicBezTo>
                <a:cubicBezTo>
                  <a:pt x="585509" y="77580"/>
                  <a:pt x="582367" y="79494"/>
                  <a:pt x="578970" y="83322"/>
                </a:cubicBezTo>
                <a:cubicBezTo>
                  <a:pt x="582622" y="88352"/>
                  <a:pt x="585127" y="92721"/>
                  <a:pt x="586486" y="96429"/>
                </a:cubicBezTo>
                <a:cubicBezTo>
                  <a:pt x="587844" y="100135"/>
                  <a:pt x="588524" y="104118"/>
                  <a:pt x="588524" y="108380"/>
                </a:cubicBezTo>
                <a:cubicBezTo>
                  <a:pt x="588524" y="115794"/>
                  <a:pt x="586740" y="122336"/>
                  <a:pt x="583174" y="128006"/>
                </a:cubicBezTo>
                <a:cubicBezTo>
                  <a:pt x="579607" y="133674"/>
                  <a:pt x="573684" y="138681"/>
                  <a:pt x="565404" y="143027"/>
                </a:cubicBezTo>
                <a:cubicBezTo>
                  <a:pt x="557124" y="147373"/>
                  <a:pt x="549206" y="149546"/>
                  <a:pt x="541648" y="149546"/>
                </a:cubicBezTo>
                <a:lnTo>
                  <a:pt x="527763" y="149546"/>
                </a:lnTo>
                <a:cubicBezTo>
                  <a:pt x="517913" y="149546"/>
                  <a:pt x="511374" y="150590"/>
                  <a:pt x="508147" y="152677"/>
                </a:cubicBezTo>
                <a:cubicBezTo>
                  <a:pt x="504920" y="154851"/>
                  <a:pt x="503306" y="158026"/>
                  <a:pt x="503306" y="162203"/>
                </a:cubicBezTo>
                <a:cubicBezTo>
                  <a:pt x="503306" y="165595"/>
                  <a:pt x="504623" y="168204"/>
                  <a:pt x="507255" y="170030"/>
                </a:cubicBezTo>
                <a:cubicBezTo>
                  <a:pt x="509888" y="171856"/>
                  <a:pt x="514855" y="172770"/>
                  <a:pt x="522159" y="172770"/>
                </a:cubicBezTo>
                <a:lnTo>
                  <a:pt x="553621" y="171749"/>
                </a:lnTo>
                <a:cubicBezTo>
                  <a:pt x="569502" y="171749"/>
                  <a:pt x="580945" y="174407"/>
                  <a:pt x="587950" y="179724"/>
                </a:cubicBezTo>
                <a:cubicBezTo>
                  <a:pt x="594956" y="185040"/>
                  <a:pt x="598459" y="192335"/>
                  <a:pt x="598459" y="201607"/>
                </a:cubicBezTo>
                <a:cubicBezTo>
                  <a:pt x="598459" y="211815"/>
                  <a:pt x="594468" y="220407"/>
                  <a:pt x="586486" y="227382"/>
                </a:cubicBezTo>
                <a:cubicBezTo>
                  <a:pt x="575361" y="237250"/>
                  <a:pt x="558759" y="242184"/>
                  <a:pt x="536680" y="242184"/>
                </a:cubicBezTo>
                <a:cubicBezTo>
                  <a:pt x="518422" y="242184"/>
                  <a:pt x="504877" y="238849"/>
                  <a:pt x="496046" y="232179"/>
                </a:cubicBezTo>
                <a:cubicBezTo>
                  <a:pt x="489082" y="226945"/>
                  <a:pt x="485600" y="221076"/>
                  <a:pt x="485600" y="214574"/>
                </a:cubicBezTo>
                <a:cubicBezTo>
                  <a:pt x="485600" y="209595"/>
                  <a:pt x="487830" y="205036"/>
                  <a:pt x="492288" y="200897"/>
                </a:cubicBezTo>
                <a:cubicBezTo>
                  <a:pt x="496746" y="196761"/>
                  <a:pt x="504240" y="193680"/>
                  <a:pt x="514771" y="191654"/>
                </a:cubicBezTo>
                <a:cubicBezTo>
                  <a:pt x="506363" y="189586"/>
                  <a:pt x="500037" y="186549"/>
                  <a:pt x="495791" y="182543"/>
                </a:cubicBezTo>
                <a:cubicBezTo>
                  <a:pt x="491545" y="178537"/>
                  <a:pt x="489422" y="173560"/>
                  <a:pt x="489422" y="167614"/>
                </a:cubicBezTo>
                <a:cubicBezTo>
                  <a:pt x="489422" y="162100"/>
                  <a:pt x="491141" y="157298"/>
                  <a:pt x="494581" y="153207"/>
                </a:cubicBezTo>
                <a:cubicBezTo>
                  <a:pt x="498020" y="149113"/>
                  <a:pt x="503986" y="145601"/>
                  <a:pt x="512478" y="142672"/>
                </a:cubicBezTo>
                <a:cubicBezTo>
                  <a:pt x="505259" y="138674"/>
                  <a:pt x="499825" y="133846"/>
                  <a:pt x="496173" y="128189"/>
                </a:cubicBezTo>
                <a:cubicBezTo>
                  <a:pt x="492521" y="122530"/>
                  <a:pt x="490696" y="116041"/>
                  <a:pt x="490696" y="108723"/>
                </a:cubicBezTo>
                <a:cubicBezTo>
                  <a:pt x="490696" y="97151"/>
                  <a:pt x="495239" y="87452"/>
                  <a:pt x="504325" y="79626"/>
                </a:cubicBezTo>
                <a:cubicBezTo>
                  <a:pt x="513412" y="71797"/>
                  <a:pt x="525216" y="67883"/>
                  <a:pt x="539737" y="67883"/>
                </a:cubicBezTo>
                <a:cubicBezTo>
                  <a:pt x="545681" y="67883"/>
                  <a:pt x="551414" y="68734"/>
                  <a:pt x="556933" y="70435"/>
                </a:cubicBezTo>
                <a:cubicBezTo>
                  <a:pt x="562453" y="72136"/>
                  <a:pt x="567803" y="74731"/>
                  <a:pt x="572983" y="78218"/>
                </a:cubicBezTo>
                <a:moveTo>
                  <a:pt x="539482" y="76049"/>
                </a:moveTo>
                <a:cubicBezTo>
                  <a:pt x="531924" y="76049"/>
                  <a:pt x="525683" y="78835"/>
                  <a:pt x="520757" y="84407"/>
                </a:cubicBezTo>
                <a:cubicBezTo>
                  <a:pt x="515832" y="89979"/>
                  <a:pt x="513369" y="97784"/>
                  <a:pt x="513369" y="107821"/>
                </a:cubicBezTo>
                <a:cubicBezTo>
                  <a:pt x="513369" y="118540"/>
                  <a:pt x="515832" y="126855"/>
                  <a:pt x="520757" y="132767"/>
                </a:cubicBezTo>
                <a:cubicBezTo>
                  <a:pt x="525683" y="138679"/>
                  <a:pt x="531967" y="141635"/>
                  <a:pt x="539610" y="141635"/>
                </a:cubicBezTo>
                <a:cubicBezTo>
                  <a:pt x="547252" y="141635"/>
                  <a:pt x="553515" y="138764"/>
                  <a:pt x="558398" y="133022"/>
                </a:cubicBezTo>
                <a:cubicBezTo>
                  <a:pt x="563281" y="127280"/>
                  <a:pt x="565723" y="119050"/>
                  <a:pt x="565723" y="108332"/>
                </a:cubicBezTo>
                <a:cubicBezTo>
                  <a:pt x="565723" y="98379"/>
                  <a:pt x="563239" y="90510"/>
                  <a:pt x="558271" y="84726"/>
                </a:cubicBezTo>
                <a:cubicBezTo>
                  <a:pt x="553303" y="78941"/>
                  <a:pt x="547040" y="76049"/>
                  <a:pt x="539482" y="76049"/>
                </a:cubicBezTo>
                <a:moveTo>
                  <a:pt x="546998" y="191399"/>
                </a:moveTo>
                <a:cubicBezTo>
                  <a:pt x="531372" y="191399"/>
                  <a:pt x="520227" y="193562"/>
                  <a:pt x="513560" y="197887"/>
                </a:cubicBezTo>
                <a:cubicBezTo>
                  <a:pt x="506894" y="202212"/>
                  <a:pt x="503561" y="207427"/>
                  <a:pt x="503561" y="213534"/>
                </a:cubicBezTo>
                <a:cubicBezTo>
                  <a:pt x="503561" y="219302"/>
                  <a:pt x="506066" y="223840"/>
                  <a:pt x="511076" y="227147"/>
                </a:cubicBezTo>
                <a:cubicBezTo>
                  <a:pt x="517700" y="231557"/>
                  <a:pt x="527126" y="233762"/>
                  <a:pt x="539355" y="233762"/>
                </a:cubicBezTo>
                <a:cubicBezTo>
                  <a:pt x="553961" y="233762"/>
                  <a:pt x="564958" y="231344"/>
                  <a:pt x="572346" y="226509"/>
                </a:cubicBezTo>
                <a:cubicBezTo>
                  <a:pt x="579734" y="221676"/>
                  <a:pt x="583428" y="216292"/>
                  <a:pt x="583428" y="210355"/>
                </a:cubicBezTo>
                <a:cubicBezTo>
                  <a:pt x="583428" y="206878"/>
                  <a:pt x="582282" y="203634"/>
                  <a:pt x="579989" y="200622"/>
                </a:cubicBezTo>
                <a:cubicBezTo>
                  <a:pt x="577696" y="197610"/>
                  <a:pt x="574045" y="195320"/>
                  <a:pt x="569035" y="193752"/>
                </a:cubicBezTo>
                <a:cubicBezTo>
                  <a:pt x="564024" y="192183"/>
                  <a:pt x="556679" y="191399"/>
                  <a:pt x="546998" y="191399"/>
                </a:cubicBezTo>
                <a:close/>
                <a:moveTo>
                  <a:pt x="733216" y="131938"/>
                </a:moveTo>
                <a:lnTo>
                  <a:pt x="647744" y="131938"/>
                </a:lnTo>
                <a:cubicBezTo>
                  <a:pt x="648168" y="150187"/>
                  <a:pt x="651565" y="163064"/>
                  <a:pt x="657934" y="170568"/>
                </a:cubicBezTo>
                <a:cubicBezTo>
                  <a:pt x="665237" y="179011"/>
                  <a:pt x="674536" y="183233"/>
                  <a:pt x="685831" y="183233"/>
                </a:cubicBezTo>
                <a:cubicBezTo>
                  <a:pt x="702475" y="183233"/>
                  <a:pt x="715850" y="173790"/>
                  <a:pt x="725955" y="154906"/>
                </a:cubicBezTo>
                <a:lnTo>
                  <a:pt x="734235" y="158462"/>
                </a:lnTo>
                <a:cubicBezTo>
                  <a:pt x="721837" y="182632"/>
                  <a:pt x="703919" y="194717"/>
                  <a:pt x="680481" y="194717"/>
                </a:cubicBezTo>
                <a:cubicBezTo>
                  <a:pt x="664516" y="194717"/>
                  <a:pt x="651077" y="188927"/>
                  <a:pt x="640165" y="177347"/>
                </a:cubicBezTo>
                <a:cubicBezTo>
                  <a:pt x="629253" y="165765"/>
                  <a:pt x="623796" y="150947"/>
                  <a:pt x="623796" y="132895"/>
                </a:cubicBezTo>
                <a:cubicBezTo>
                  <a:pt x="623796" y="113481"/>
                  <a:pt x="629168" y="97793"/>
                  <a:pt x="639910" y="85830"/>
                </a:cubicBezTo>
                <a:cubicBezTo>
                  <a:pt x="650652" y="73865"/>
                  <a:pt x="663879" y="67883"/>
                  <a:pt x="679589" y="67883"/>
                </a:cubicBezTo>
                <a:cubicBezTo>
                  <a:pt x="691138" y="67883"/>
                  <a:pt x="701116" y="70855"/>
                  <a:pt x="709523" y="76799"/>
                </a:cubicBezTo>
                <a:cubicBezTo>
                  <a:pt x="717930" y="82740"/>
                  <a:pt x="724257" y="91272"/>
                  <a:pt x="728503" y="102394"/>
                </a:cubicBezTo>
                <a:cubicBezTo>
                  <a:pt x="731475" y="110205"/>
                  <a:pt x="733046" y="120052"/>
                  <a:pt x="733216" y="131938"/>
                </a:cubicBezTo>
                <a:moveTo>
                  <a:pt x="647744" y="122751"/>
                </a:moveTo>
                <a:lnTo>
                  <a:pt x="699460" y="122751"/>
                </a:lnTo>
                <a:cubicBezTo>
                  <a:pt x="702517" y="122751"/>
                  <a:pt x="704895" y="121714"/>
                  <a:pt x="706594" y="119640"/>
                </a:cubicBezTo>
                <a:cubicBezTo>
                  <a:pt x="708292" y="117567"/>
                  <a:pt x="709141" y="114035"/>
                  <a:pt x="709141" y="109046"/>
                </a:cubicBezTo>
                <a:cubicBezTo>
                  <a:pt x="709141" y="99739"/>
                  <a:pt x="706233" y="91828"/>
                  <a:pt x="700416" y="85312"/>
                </a:cubicBezTo>
                <a:cubicBezTo>
                  <a:pt x="694599" y="78797"/>
                  <a:pt x="687741" y="75539"/>
                  <a:pt x="679844" y="75539"/>
                </a:cubicBezTo>
                <a:cubicBezTo>
                  <a:pt x="671012" y="75539"/>
                  <a:pt x="663518" y="79473"/>
                  <a:pt x="657361" y="87342"/>
                </a:cubicBezTo>
                <a:cubicBezTo>
                  <a:pt x="651204" y="95210"/>
                  <a:pt x="647999" y="107013"/>
                  <a:pt x="647744" y="122751"/>
                </a:cubicBezTo>
                <a:close/>
                <a:moveTo>
                  <a:pt x="766474" y="145974"/>
                </a:moveTo>
                <a:cubicBezTo>
                  <a:pt x="771740" y="160690"/>
                  <a:pt x="777790" y="170877"/>
                  <a:pt x="784626" y="176534"/>
                </a:cubicBezTo>
                <a:cubicBezTo>
                  <a:pt x="791462" y="182191"/>
                  <a:pt x="799891" y="185019"/>
                  <a:pt x="809911" y="185019"/>
                </a:cubicBezTo>
                <a:cubicBezTo>
                  <a:pt x="819167" y="185019"/>
                  <a:pt x="826280" y="182999"/>
                  <a:pt x="831247" y="178958"/>
                </a:cubicBezTo>
                <a:cubicBezTo>
                  <a:pt x="836215" y="174917"/>
                  <a:pt x="838699" y="169792"/>
                  <a:pt x="838699" y="163582"/>
                </a:cubicBezTo>
                <a:cubicBezTo>
                  <a:pt x="838699" y="160010"/>
                  <a:pt x="837786" y="156883"/>
                  <a:pt x="835960" y="154204"/>
                </a:cubicBezTo>
                <a:cubicBezTo>
                  <a:pt x="834135" y="151524"/>
                  <a:pt x="831608" y="149525"/>
                  <a:pt x="828381" y="148207"/>
                </a:cubicBezTo>
                <a:cubicBezTo>
                  <a:pt x="825154" y="146888"/>
                  <a:pt x="816790" y="144953"/>
                  <a:pt x="803287" y="142401"/>
                </a:cubicBezTo>
                <a:cubicBezTo>
                  <a:pt x="790380" y="139849"/>
                  <a:pt x="781378" y="137169"/>
                  <a:pt x="776283" y="134362"/>
                </a:cubicBezTo>
                <a:cubicBezTo>
                  <a:pt x="771188" y="131555"/>
                  <a:pt x="767218" y="127684"/>
                  <a:pt x="764373" y="122751"/>
                </a:cubicBezTo>
                <a:cubicBezTo>
                  <a:pt x="761528" y="117817"/>
                  <a:pt x="760105" y="112458"/>
                  <a:pt x="760105" y="106673"/>
                </a:cubicBezTo>
                <a:cubicBezTo>
                  <a:pt x="760105" y="97911"/>
                  <a:pt x="763035" y="89958"/>
                  <a:pt x="768895" y="82812"/>
                </a:cubicBezTo>
                <a:cubicBezTo>
                  <a:pt x="776453" y="73710"/>
                  <a:pt x="787025" y="69159"/>
                  <a:pt x="800612" y="69159"/>
                </a:cubicBezTo>
                <a:cubicBezTo>
                  <a:pt x="810973" y="69159"/>
                  <a:pt x="820569" y="72476"/>
                  <a:pt x="829400" y="79112"/>
                </a:cubicBezTo>
                <a:lnTo>
                  <a:pt x="837807" y="70180"/>
                </a:lnTo>
                <a:lnTo>
                  <a:pt x="843030" y="70180"/>
                </a:lnTo>
                <a:lnTo>
                  <a:pt x="846342" y="112798"/>
                </a:lnTo>
                <a:lnTo>
                  <a:pt x="837807" y="112798"/>
                </a:lnTo>
                <a:cubicBezTo>
                  <a:pt x="834071" y="100673"/>
                  <a:pt x="829018" y="91943"/>
                  <a:pt x="822649" y="86608"/>
                </a:cubicBezTo>
                <a:cubicBezTo>
                  <a:pt x="816280" y="81270"/>
                  <a:pt x="808425" y="78601"/>
                  <a:pt x="799084" y="78601"/>
                </a:cubicBezTo>
                <a:cubicBezTo>
                  <a:pt x="791016" y="78601"/>
                  <a:pt x="784690" y="80579"/>
                  <a:pt x="780104" y="84535"/>
                </a:cubicBezTo>
                <a:cubicBezTo>
                  <a:pt x="775518" y="88490"/>
                  <a:pt x="773226" y="93318"/>
                  <a:pt x="773226" y="99017"/>
                </a:cubicBezTo>
                <a:cubicBezTo>
                  <a:pt x="773226" y="104036"/>
                  <a:pt x="775349" y="108204"/>
                  <a:pt x="779595" y="111522"/>
                </a:cubicBezTo>
                <a:cubicBezTo>
                  <a:pt x="783756" y="114924"/>
                  <a:pt x="791908" y="117593"/>
                  <a:pt x="804052" y="119529"/>
                </a:cubicBezTo>
                <a:cubicBezTo>
                  <a:pt x="818148" y="121887"/>
                  <a:pt x="827320" y="123864"/>
                  <a:pt x="831566" y="125462"/>
                </a:cubicBezTo>
                <a:cubicBezTo>
                  <a:pt x="838529" y="128022"/>
                  <a:pt x="843922" y="131970"/>
                  <a:pt x="847743" y="137305"/>
                </a:cubicBezTo>
                <a:cubicBezTo>
                  <a:pt x="851565" y="142637"/>
                  <a:pt x="853475" y="149144"/>
                  <a:pt x="853475" y="156824"/>
                </a:cubicBezTo>
                <a:cubicBezTo>
                  <a:pt x="853475" y="167406"/>
                  <a:pt x="849335" y="176368"/>
                  <a:pt x="841056" y="183707"/>
                </a:cubicBezTo>
                <a:cubicBezTo>
                  <a:pt x="832776" y="191047"/>
                  <a:pt x="822267" y="194717"/>
                  <a:pt x="809529" y="194717"/>
                </a:cubicBezTo>
                <a:cubicBezTo>
                  <a:pt x="797725" y="194717"/>
                  <a:pt x="786770" y="190794"/>
                  <a:pt x="776665" y="182950"/>
                </a:cubicBezTo>
                <a:lnTo>
                  <a:pt x="767366" y="193696"/>
                </a:lnTo>
                <a:lnTo>
                  <a:pt x="760615" y="193696"/>
                </a:lnTo>
                <a:lnTo>
                  <a:pt x="758067" y="145974"/>
                </a:lnTo>
                <a:lnTo>
                  <a:pt x="766474" y="145974"/>
                </a:lnTo>
                <a:close/>
                <a:moveTo>
                  <a:pt x="1071727" y="177873"/>
                </a:moveTo>
                <a:lnTo>
                  <a:pt x="1076313" y="185075"/>
                </a:lnTo>
                <a:cubicBezTo>
                  <a:pt x="1070114" y="191503"/>
                  <a:pt x="1063235" y="194717"/>
                  <a:pt x="1055677" y="194717"/>
                </a:cubicBezTo>
                <a:cubicBezTo>
                  <a:pt x="1049903" y="194717"/>
                  <a:pt x="1045041" y="193143"/>
                  <a:pt x="1041092" y="189995"/>
                </a:cubicBezTo>
                <a:cubicBezTo>
                  <a:pt x="1037143" y="186848"/>
                  <a:pt x="1033683" y="181319"/>
                  <a:pt x="1030711" y="173408"/>
                </a:cubicBezTo>
                <a:cubicBezTo>
                  <a:pt x="1022643" y="181914"/>
                  <a:pt x="1015552" y="187592"/>
                  <a:pt x="1009438" y="190442"/>
                </a:cubicBezTo>
                <a:cubicBezTo>
                  <a:pt x="1003324" y="193292"/>
                  <a:pt x="995978" y="194717"/>
                  <a:pt x="987401" y="194717"/>
                </a:cubicBezTo>
                <a:cubicBezTo>
                  <a:pt x="975173" y="194717"/>
                  <a:pt x="965874" y="192080"/>
                  <a:pt x="959505" y="186805"/>
                </a:cubicBezTo>
                <a:cubicBezTo>
                  <a:pt x="953136" y="181531"/>
                  <a:pt x="949952" y="174769"/>
                  <a:pt x="949952" y="166517"/>
                </a:cubicBezTo>
                <a:cubicBezTo>
                  <a:pt x="949952" y="154097"/>
                  <a:pt x="957233" y="143783"/>
                  <a:pt x="971797" y="135574"/>
                </a:cubicBezTo>
                <a:cubicBezTo>
                  <a:pt x="986361" y="127365"/>
                  <a:pt x="1005744" y="121900"/>
                  <a:pt x="1029946" y="119178"/>
                </a:cubicBezTo>
                <a:lnTo>
                  <a:pt x="1029946" y="101059"/>
                </a:lnTo>
                <a:cubicBezTo>
                  <a:pt x="1029946" y="94594"/>
                  <a:pt x="1027356" y="89064"/>
                  <a:pt x="1022176" y="84471"/>
                </a:cubicBezTo>
                <a:cubicBezTo>
                  <a:pt x="1016996" y="79877"/>
                  <a:pt x="1010415" y="77580"/>
                  <a:pt x="1002432" y="77580"/>
                </a:cubicBezTo>
                <a:cubicBezTo>
                  <a:pt x="995044" y="77580"/>
                  <a:pt x="988675" y="79106"/>
                  <a:pt x="983325" y="82158"/>
                </a:cubicBezTo>
                <a:cubicBezTo>
                  <a:pt x="979504" y="84447"/>
                  <a:pt x="977593" y="86694"/>
                  <a:pt x="977593" y="88901"/>
                </a:cubicBezTo>
                <a:cubicBezTo>
                  <a:pt x="977593" y="90172"/>
                  <a:pt x="978612" y="92164"/>
                  <a:pt x="980650" y="94878"/>
                </a:cubicBezTo>
                <a:cubicBezTo>
                  <a:pt x="983113" y="98270"/>
                  <a:pt x="984344" y="101281"/>
                  <a:pt x="984344" y="103910"/>
                </a:cubicBezTo>
                <a:cubicBezTo>
                  <a:pt x="984344" y="107724"/>
                  <a:pt x="983113" y="110840"/>
                  <a:pt x="980650" y="113256"/>
                </a:cubicBezTo>
                <a:cubicBezTo>
                  <a:pt x="978188" y="115673"/>
                  <a:pt x="974961" y="116881"/>
                  <a:pt x="970969" y="116881"/>
                </a:cubicBezTo>
                <a:cubicBezTo>
                  <a:pt x="966723" y="116881"/>
                  <a:pt x="963178" y="115435"/>
                  <a:pt x="960333" y="112543"/>
                </a:cubicBezTo>
                <a:cubicBezTo>
                  <a:pt x="957488" y="109650"/>
                  <a:pt x="956066" y="105950"/>
                  <a:pt x="956066" y="101441"/>
                </a:cubicBezTo>
                <a:cubicBezTo>
                  <a:pt x="956066" y="93020"/>
                  <a:pt x="960800" y="85321"/>
                  <a:pt x="970269" y="78346"/>
                </a:cubicBezTo>
                <a:cubicBezTo>
                  <a:pt x="979737" y="71371"/>
                  <a:pt x="992157" y="67883"/>
                  <a:pt x="1007527" y="67883"/>
                </a:cubicBezTo>
                <a:cubicBezTo>
                  <a:pt x="1021709" y="67883"/>
                  <a:pt x="1032536" y="70945"/>
                  <a:pt x="1040009" y="77070"/>
                </a:cubicBezTo>
                <a:cubicBezTo>
                  <a:pt x="1047482" y="83280"/>
                  <a:pt x="1051219" y="90808"/>
                  <a:pt x="1051219" y="99655"/>
                </a:cubicBezTo>
                <a:lnTo>
                  <a:pt x="1051219" y="164986"/>
                </a:lnTo>
                <a:cubicBezTo>
                  <a:pt x="1051219" y="170770"/>
                  <a:pt x="1052153" y="175024"/>
                  <a:pt x="1054021" y="177746"/>
                </a:cubicBezTo>
                <a:cubicBezTo>
                  <a:pt x="1055889" y="180553"/>
                  <a:pt x="1058310" y="181957"/>
                  <a:pt x="1061282" y="181957"/>
                </a:cubicBezTo>
                <a:cubicBezTo>
                  <a:pt x="1064594" y="181957"/>
                  <a:pt x="1068076" y="180596"/>
                  <a:pt x="1071727" y="177873"/>
                </a:cubicBezTo>
                <a:moveTo>
                  <a:pt x="1029946" y="127599"/>
                </a:moveTo>
                <a:cubicBezTo>
                  <a:pt x="1008377" y="130577"/>
                  <a:pt x="993091" y="135425"/>
                  <a:pt x="984089" y="142146"/>
                </a:cubicBezTo>
                <a:cubicBezTo>
                  <a:pt x="977381" y="147250"/>
                  <a:pt x="974026" y="154480"/>
                  <a:pt x="974026" y="163838"/>
                </a:cubicBezTo>
                <a:cubicBezTo>
                  <a:pt x="974026" y="170388"/>
                  <a:pt x="975767" y="175513"/>
                  <a:pt x="979249" y="179213"/>
                </a:cubicBezTo>
                <a:cubicBezTo>
                  <a:pt x="982731" y="182914"/>
                  <a:pt x="987274" y="184764"/>
                  <a:pt x="992879" y="184764"/>
                </a:cubicBezTo>
                <a:cubicBezTo>
                  <a:pt x="1002899" y="184764"/>
                  <a:pt x="1011582" y="180957"/>
                  <a:pt x="1018928" y="173344"/>
                </a:cubicBezTo>
                <a:cubicBezTo>
                  <a:pt x="1026274" y="165730"/>
                  <a:pt x="1029946" y="156182"/>
                  <a:pt x="1029946" y="144698"/>
                </a:cubicBezTo>
                <a:lnTo>
                  <a:pt x="1029946" y="127599"/>
                </a:lnTo>
                <a:close/>
                <a:moveTo>
                  <a:pt x="1090224" y="71456"/>
                </a:moveTo>
                <a:lnTo>
                  <a:pt x="1129839" y="69159"/>
                </a:lnTo>
                <a:cubicBezTo>
                  <a:pt x="1131452" y="76639"/>
                  <a:pt x="1132641" y="85396"/>
                  <a:pt x="1133406" y="95428"/>
                </a:cubicBezTo>
                <a:cubicBezTo>
                  <a:pt x="1138756" y="86757"/>
                  <a:pt x="1145061" y="80253"/>
                  <a:pt x="1152322" y="75918"/>
                </a:cubicBezTo>
                <a:cubicBezTo>
                  <a:pt x="1159582" y="71582"/>
                  <a:pt x="1167798" y="69414"/>
                  <a:pt x="1176970" y="69414"/>
                </a:cubicBezTo>
                <a:cubicBezTo>
                  <a:pt x="1184867" y="69414"/>
                  <a:pt x="1191491" y="70965"/>
                  <a:pt x="1196841" y="74067"/>
                </a:cubicBezTo>
                <a:cubicBezTo>
                  <a:pt x="1202191" y="77167"/>
                  <a:pt x="1206479" y="82074"/>
                  <a:pt x="1209706" y="88789"/>
                </a:cubicBezTo>
                <a:cubicBezTo>
                  <a:pt x="1212933" y="95501"/>
                  <a:pt x="1214547" y="103021"/>
                  <a:pt x="1214547" y="111346"/>
                </a:cubicBezTo>
                <a:lnTo>
                  <a:pt x="1214547" y="169464"/>
                </a:lnTo>
                <a:cubicBezTo>
                  <a:pt x="1214547" y="173800"/>
                  <a:pt x="1215523" y="176881"/>
                  <a:pt x="1217477" y="178707"/>
                </a:cubicBezTo>
                <a:cubicBezTo>
                  <a:pt x="1219430" y="180533"/>
                  <a:pt x="1222699" y="181446"/>
                  <a:pt x="1227285" y="181446"/>
                </a:cubicBezTo>
                <a:lnTo>
                  <a:pt x="1235692" y="181446"/>
                </a:lnTo>
                <a:lnTo>
                  <a:pt x="1235692" y="191144"/>
                </a:lnTo>
                <a:lnTo>
                  <a:pt x="1172766" y="191144"/>
                </a:lnTo>
                <a:lnTo>
                  <a:pt x="1172766" y="181446"/>
                </a:lnTo>
                <a:lnTo>
                  <a:pt x="1178753" y="181446"/>
                </a:lnTo>
                <a:cubicBezTo>
                  <a:pt x="1184358" y="181446"/>
                  <a:pt x="1188264" y="180554"/>
                  <a:pt x="1190472" y="178771"/>
                </a:cubicBezTo>
                <a:cubicBezTo>
                  <a:pt x="1192680" y="176987"/>
                  <a:pt x="1193784" y="174310"/>
                  <a:pt x="1193784" y="170740"/>
                </a:cubicBezTo>
                <a:lnTo>
                  <a:pt x="1193784" y="119640"/>
                </a:lnTo>
                <a:cubicBezTo>
                  <a:pt x="1193784" y="108513"/>
                  <a:pt x="1192085" y="100272"/>
                  <a:pt x="1188689" y="94918"/>
                </a:cubicBezTo>
                <a:cubicBezTo>
                  <a:pt x="1183933" y="87273"/>
                  <a:pt x="1176715" y="83450"/>
                  <a:pt x="1167034" y="83450"/>
                </a:cubicBezTo>
                <a:cubicBezTo>
                  <a:pt x="1157438" y="83450"/>
                  <a:pt x="1149434" y="87315"/>
                  <a:pt x="1143023" y="95046"/>
                </a:cubicBezTo>
                <a:cubicBezTo>
                  <a:pt x="1136611" y="102776"/>
                  <a:pt x="1133406" y="112843"/>
                  <a:pt x="1133406" y="125247"/>
                </a:cubicBezTo>
                <a:lnTo>
                  <a:pt x="1133406" y="169468"/>
                </a:lnTo>
                <a:cubicBezTo>
                  <a:pt x="1133406" y="173801"/>
                  <a:pt x="1134403" y="176881"/>
                  <a:pt x="1136399" y="178707"/>
                </a:cubicBezTo>
                <a:cubicBezTo>
                  <a:pt x="1138395" y="180533"/>
                  <a:pt x="1141685" y="181446"/>
                  <a:pt x="1146271" y="181446"/>
                </a:cubicBezTo>
                <a:lnTo>
                  <a:pt x="1154551" y="181446"/>
                </a:lnTo>
                <a:lnTo>
                  <a:pt x="1154551" y="191144"/>
                </a:lnTo>
                <a:lnTo>
                  <a:pt x="1091370" y="191144"/>
                </a:lnTo>
                <a:lnTo>
                  <a:pt x="1091370" y="181446"/>
                </a:lnTo>
                <a:lnTo>
                  <a:pt x="1099650" y="181446"/>
                </a:lnTo>
                <a:cubicBezTo>
                  <a:pt x="1103811" y="181446"/>
                  <a:pt x="1106974" y="180597"/>
                  <a:pt x="1109140" y="178898"/>
                </a:cubicBezTo>
                <a:cubicBezTo>
                  <a:pt x="1111305" y="177200"/>
                  <a:pt x="1112388" y="175076"/>
                  <a:pt x="1112388" y="172526"/>
                </a:cubicBezTo>
                <a:lnTo>
                  <a:pt x="1112388" y="95424"/>
                </a:lnTo>
                <a:cubicBezTo>
                  <a:pt x="1112388" y="90328"/>
                  <a:pt x="1111008" y="86463"/>
                  <a:pt x="1108248" y="83829"/>
                </a:cubicBezTo>
                <a:cubicBezTo>
                  <a:pt x="1105488" y="81194"/>
                  <a:pt x="1101518" y="79877"/>
                  <a:pt x="1096338" y="79877"/>
                </a:cubicBezTo>
                <a:lnTo>
                  <a:pt x="1090224" y="79877"/>
                </a:lnTo>
                <a:lnTo>
                  <a:pt x="1090224" y="71456"/>
                </a:lnTo>
                <a:close/>
                <a:moveTo>
                  <a:pt x="1317127" y="2552"/>
                </a:moveTo>
                <a:lnTo>
                  <a:pt x="1363748" y="255"/>
                </a:lnTo>
                <a:lnTo>
                  <a:pt x="1363748" y="163722"/>
                </a:lnTo>
                <a:cubicBezTo>
                  <a:pt x="1363748" y="170097"/>
                  <a:pt x="1364958" y="174645"/>
                  <a:pt x="1367378" y="177367"/>
                </a:cubicBezTo>
                <a:cubicBezTo>
                  <a:pt x="1369798" y="180087"/>
                  <a:pt x="1373429" y="181446"/>
                  <a:pt x="1378269" y="181446"/>
                </a:cubicBezTo>
                <a:lnTo>
                  <a:pt x="1386549" y="181446"/>
                </a:lnTo>
                <a:lnTo>
                  <a:pt x="1386549" y="191144"/>
                </a:lnTo>
                <a:lnTo>
                  <a:pt x="1345787" y="191144"/>
                </a:lnTo>
                <a:lnTo>
                  <a:pt x="1342730" y="166880"/>
                </a:lnTo>
                <a:cubicBezTo>
                  <a:pt x="1337890" y="175522"/>
                  <a:pt x="1332221" y="182024"/>
                  <a:pt x="1325725" y="186387"/>
                </a:cubicBezTo>
                <a:cubicBezTo>
                  <a:pt x="1319228" y="190749"/>
                  <a:pt x="1311947" y="192930"/>
                  <a:pt x="1303879" y="192930"/>
                </a:cubicBezTo>
                <a:cubicBezTo>
                  <a:pt x="1290292" y="192930"/>
                  <a:pt x="1278722" y="187225"/>
                  <a:pt x="1269168" y="175816"/>
                </a:cubicBezTo>
                <a:cubicBezTo>
                  <a:pt x="1259614" y="164404"/>
                  <a:pt x="1254838" y="149331"/>
                  <a:pt x="1254838" y="130598"/>
                </a:cubicBezTo>
                <a:cubicBezTo>
                  <a:pt x="1254838" y="110331"/>
                  <a:pt x="1260952" y="94152"/>
                  <a:pt x="1273180" y="82062"/>
                </a:cubicBezTo>
                <a:cubicBezTo>
                  <a:pt x="1282776" y="72609"/>
                  <a:pt x="1293816" y="67883"/>
                  <a:pt x="1306299" y="67883"/>
                </a:cubicBezTo>
                <a:cubicBezTo>
                  <a:pt x="1313942" y="67883"/>
                  <a:pt x="1320799" y="69809"/>
                  <a:pt x="1326871" y="73661"/>
                </a:cubicBezTo>
                <a:cubicBezTo>
                  <a:pt x="1332943" y="77513"/>
                  <a:pt x="1338229" y="83333"/>
                  <a:pt x="1342730" y="91122"/>
                </a:cubicBezTo>
                <a:lnTo>
                  <a:pt x="1342730" y="23825"/>
                </a:lnTo>
                <a:cubicBezTo>
                  <a:pt x="1342730" y="20263"/>
                  <a:pt x="1341350" y="17444"/>
                  <a:pt x="1338590" y="15368"/>
                </a:cubicBezTo>
                <a:cubicBezTo>
                  <a:pt x="1335830" y="13289"/>
                  <a:pt x="1331521" y="12250"/>
                  <a:pt x="1325661" y="12250"/>
                </a:cubicBezTo>
                <a:lnTo>
                  <a:pt x="1317127" y="12250"/>
                </a:lnTo>
                <a:lnTo>
                  <a:pt x="1317127" y="2552"/>
                </a:lnTo>
                <a:moveTo>
                  <a:pt x="1309739" y="78601"/>
                </a:moveTo>
                <a:cubicBezTo>
                  <a:pt x="1300567" y="78601"/>
                  <a:pt x="1293285" y="82392"/>
                  <a:pt x="1287893" y="89973"/>
                </a:cubicBezTo>
                <a:cubicBezTo>
                  <a:pt x="1282500" y="97552"/>
                  <a:pt x="1279804" y="110327"/>
                  <a:pt x="1279804" y="128297"/>
                </a:cubicBezTo>
                <a:cubicBezTo>
                  <a:pt x="1279804" y="147804"/>
                  <a:pt x="1282564" y="161539"/>
                  <a:pt x="1288084" y="169504"/>
                </a:cubicBezTo>
                <a:cubicBezTo>
                  <a:pt x="1293604" y="177465"/>
                  <a:pt x="1300695" y="181446"/>
                  <a:pt x="1309356" y="181446"/>
                </a:cubicBezTo>
                <a:cubicBezTo>
                  <a:pt x="1318613" y="181446"/>
                  <a:pt x="1326532" y="176996"/>
                  <a:pt x="1333113" y="168096"/>
                </a:cubicBezTo>
                <a:cubicBezTo>
                  <a:pt x="1339694" y="159196"/>
                  <a:pt x="1342985" y="146186"/>
                  <a:pt x="1342985" y="129067"/>
                </a:cubicBezTo>
                <a:cubicBezTo>
                  <a:pt x="1342985" y="112883"/>
                  <a:pt x="1339461" y="100150"/>
                  <a:pt x="1332412" y="90867"/>
                </a:cubicBezTo>
                <a:cubicBezTo>
                  <a:pt x="1326298" y="82690"/>
                  <a:pt x="1318740" y="78601"/>
                  <a:pt x="1309739" y="78601"/>
                </a:cubicBezTo>
                <a:close/>
                <a:moveTo>
                  <a:pt x="1470364" y="71711"/>
                </a:moveTo>
                <a:lnTo>
                  <a:pt x="1513291" y="69414"/>
                </a:lnTo>
                <a:lnTo>
                  <a:pt x="1513291" y="117758"/>
                </a:lnTo>
                <a:cubicBezTo>
                  <a:pt x="1517877" y="101856"/>
                  <a:pt x="1523397" y="89823"/>
                  <a:pt x="1529851" y="81660"/>
                </a:cubicBezTo>
                <a:cubicBezTo>
                  <a:pt x="1536305" y="73496"/>
                  <a:pt x="1544287" y="69414"/>
                  <a:pt x="1553798" y="69414"/>
                </a:cubicBezTo>
                <a:cubicBezTo>
                  <a:pt x="1560252" y="69414"/>
                  <a:pt x="1565411" y="71392"/>
                  <a:pt x="1569275" y="75347"/>
                </a:cubicBezTo>
                <a:cubicBezTo>
                  <a:pt x="1573139" y="79303"/>
                  <a:pt x="1575071" y="84598"/>
                  <a:pt x="1575071" y="91234"/>
                </a:cubicBezTo>
                <a:cubicBezTo>
                  <a:pt x="1575071" y="96593"/>
                  <a:pt x="1573776" y="100761"/>
                  <a:pt x="1571186" y="103738"/>
                </a:cubicBezTo>
                <a:cubicBezTo>
                  <a:pt x="1568596" y="106716"/>
                  <a:pt x="1565347" y="108204"/>
                  <a:pt x="1561441" y="108204"/>
                </a:cubicBezTo>
                <a:cubicBezTo>
                  <a:pt x="1557620" y="108204"/>
                  <a:pt x="1554541" y="106935"/>
                  <a:pt x="1552206" y="104396"/>
                </a:cubicBezTo>
                <a:cubicBezTo>
                  <a:pt x="1549871" y="101858"/>
                  <a:pt x="1548703" y="98430"/>
                  <a:pt x="1548703" y="94112"/>
                </a:cubicBezTo>
                <a:cubicBezTo>
                  <a:pt x="1548703" y="91319"/>
                  <a:pt x="1549382" y="88695"/>
                  <a:pt x="1550741" y="86241"/>
                </a:cubicBezTo>
                <a:cubicBezTo>
                  <a:pt x="1552015" y="84040"/>
                  <a:pt x="1552652" y="82727"/>
                  <a:pt x="1552652" y="82302"/>
                </a:cubicBezTo>
                <a:cubicBezTo>
                  <a:pt x="1552652" y="81026"/>
                  <a:pt x="1551845" y="80388"/>
                  <a:pt x="1550232" y="80388"/>
                </a:cubicBezTo>
                <a:cubicBezTo>
                  <a:pt x="1546750" y="80388"/>
                  <a:pt x="1542801" y="82427"/>
                  <a:pt x="1538385" y="86504"/>
                </a:cubicBezTo>
                <a:cubicBezTo>
                  <a:pt x="1532271" y="92188"/>
                  <a:pt x="1527558" y="99993"/>
                  <a:pt x="1524246" y="109919"/>
                </a:cubicBezTo>
                <a:cubicBezTo>
                  <a:pt x="1519151" y="125361"/>
                  <a:pt x="1516603" y="137706"/>
                  <a:pt x="1516603" y="146955"/>
                </a:cubicBezTo>
                <a:lnTo>
                  <a:pt x="1516603" y="172538"/>
                </a:lnTo>
                <a:cubicBezTo>
                  <a:pt x="1516603" y="175423"/>
                  <a:pt x="1517622" y="177629"/>
                  <a:pt x="1519660" y="179157"/>
                </a:cubicBezTo>
                <a:cubicBezTo>
                  <a:pt x="1521698" y="180683"/>
                  <a:pt x="1525180" y="181446"/>
                  <a:pt x="1530105" y="181446"/>
                </a:cubicBezTo>
                <a:lnTo>
                  <a:pt x="1545264" y="181446"/>
                </a:lnTo>
                <a:lnTo>
                  <a:pt x="1545264" y="191144"/>
                </a:lnTo>
                <a:lnTo>
                  <a:pt x="1471128" y="191144"/>
                </a:lnTo>
                <a:lnTo>
                  <a:pt x="1471128" y="181446"/>
                </a:lnTo>
                <a:lnTo>
                  <a:pt x="1482975" y="181446"/>
                </a:lnTo>
                <a:cubicBezTo>
                  <a:pt x="1486966" y="181446"/>
                  <a:pt x="1489981" y="180662"/>
                  <a:pt x="1492019" y="179094"/>
                </a:cubicBezTo>
                <a:cubicBezTo>
                  <a:pt x="1494057" y="177525"/>
                  <a:pt x="1495076" y="175640"/>
                  <a:pt x="1495076" y="173439"/>
                </a:cubicBezTo>
                <a:lnTo>
                  <a:pt x="1495076" y="97550"/>
                </a:lnTo>
                <a:cubicBezTo>
                  <a:pt x="1495076" y="91786"/>
                  <a:pt x="1493845" y="87570"/>
                  <a:pt x="1491382" y="84901"/>
                </a:cubicBezTo>
                <a:cubicBezTo>
                  <a:pt x="1488919" y="82232"/>
                  <a:pt x="1485395" y="80898"/>
                  <a:pt x="1480809" y="80898"/>
                </a:cubicBezTo>
                <a:lnTo>
                  <a:pt x="1470364" y="80898"/>
                </a:lnTo>
                <a:lnTo>
                  <a:pt x="1470364" y="71711"/>
                </a:lnTo>
                <a:close/>
                <a:moveTo>
                  <a:pt x="1700593" y="131938"/>
                </a:moveTo>
                <a:lnTo>
                  <a:pt x="1615120" y="131938"/>
                </a:lnTo>
                <a:cubicBezTo>
                  <a:pt x="1615545" y="150187"/>
                  <a:pt x="1618942" y="163064"/>
                  <a:pt x="1625311" y="170568"/>
                </a:cubicBezTo>
                <a:cubicBezTo>
                  <a:pt x="1632614" y="179011"/>
                  <a:pt x="1641913" y="183233"/>
                  <a:pt x="1653207" y="183233"/>
                </a:cubicBezTo>
                <a:cubicBezTo>
                  <a:pt x="1669851" y="183233"/>
                  <a:pt x="1683226" y="173790"/>
                  <a:pt x="1693332" y="154906"/>
                </a:cubicBezTo>
                <a:lnTo>
                  <a:pt x="1701612" y="158462"/>
                </a:lnTo>
                <a:cubicBezTo>
                  <a:pt x="1689213" y="182632"/>
                  <a:pt x="1671295" y="194717"/>
                  <a:pt x="1647857" y="194717"/>
                </a:cubicBezTo>
                <a:cubicBezTo>
                  <a:pt x="1631892" y="194717"/>
                  <a:pt x="1618453" y="188927"/>
                  <a:pt x="1607541" y="177347"/>
                </a:cubicBezTo>
                <a:cubicBezTo>
                  <a:pt x="1596629" y="165765"/>
                  <a:pt x="1591173" y="150947"/>
                  <a:pt x="1591173" y="132895"/>
                </a:cubicBezTo>
                <a:cubicBezTo>
                  <a:pt x="1591173" y="113481"/>
                  <a:pt x="1596544" y="97793"/>
                  <a:pt x="1607286" y="85830"/>
                </a:cubicBezTo>
                <a:cubicBezTo>
                  <a:pt x="1618029" y="73865"/>
                  <a:pt x="1631255" y="67883"/>
                  <a:pt x="1646965" y="67883"/>
                </a:cubicBezTo>
                <a:cubicBezTo>
                  <a:pt x="1658515" y="67883"/>
                  <a:pt x="1668493" y="70855"/>
                  <a:pt x="1676900" y="76799"/>
                </a:cubicBezTo>
                <a:cubicBezTo>
                  <a:pt x="1685307" y="82740"/>
                  <a:pt x="1691633" y="91272"/>
                  <a:pt x="1695879" y="102394"/>
                </a:cubicBezTo>
                <a:cubicBezTo>
                  <a:pt x="1698852" y="110205"/>
                  <a:pt x="1700423" y="120052"/>
                  <a:pt x="1700593" y="131938"/>
                </a:cubicBezTo>
                <a:moveTo>
                  <a:pt x="1615120" y="122751"/>
                </a:moveTo>
                <a:lnTo>
                  <a:pt x="1666837" y="122751"/>
                </a:lnTo>
                <a:cubicBezTo>
                  <a:pt x="1669894" y="122751"/>
                  <a:pt x="1672272" y="121714"/>
                  <a:pt x="1673970" y="119640"/>
                </a:cubicBezTo>
                <a:cubicBezTo>
                  <a:pt x="1675668" y="117567"/>
                  <a:pt x="1676518" y="114035"/>
                  <a:pt x="1676518" y="109046"/>
                </a:cubicBezTo>
                <a:cubicBezTo>
                  <a:pt x="1676518" y="99739"/>
                  <a:pt x="1673609" y="91828"/>
                  <a:pt x="1667792" y="85312"/>
                </a:cubicBezTo>
                <a:cubicBezTo>
                  <a:pt x="1661975" y="78797"/>
                  <a:pt x="1655118" y="75539"/>
                  <a:pt x="1647220" y="75539"/>
                </a:cubicBezTo>
                <a:cubicBezTo>
                  <a:pt x="1638388" y="75539"/>
                  <a:pt x="1630894" y="79473"/>
                  <a:pt x="1624738" y="87342"/>
                </a:cubicBezTo>
                <a:cubicBezTo>
                  <a:pt x="1618581" y="95210"/>
                  <a:pt x="1615375" y="107013"/>
                  <a:pt x="1615120" y="122751"/>
                </a:cubicBezTo>
                <a:close/>
                <a:moveTo>
                  <a:pt x="1811043" y="78218"/>
                </a:moveTo>
                <a:cubicBezTo>
                  <a:pt x="1819535" y="69627"/>
                  <a:pt x="1827348" y="65331"/>
                  <a:pt x="1834481" y="65331"/>
                </a:cubicBezTo>
                <a:cubicBezTo>
                  <a:pt x="1838727" y="65331"/>
                  <a:pt x="1842252" y="66692"/>
                  <a:pt x="1845054" y="69414"/>
                </a:cubicBezTo>
                <a:cubicBezTo>
                  <a:pt x="1847856" y="72136"/>
                  <a:pt x="1849258" y="75454"/>
                  <a:pt x="1849258" y="79367"/>
                </a:cubicBezTo>
                <a:cubicBezTo>
                  <a:pt x="1849258" y="82514"/>
                  <a:pt x="1848302" y="85130"/>
                  <a:pt x="1846391" y="87214"/>
                </a:cubicBezTo>
                <a:cubicBezTo>
                  <a:pt x="1844481" y="89298"/>
                  <a:pt x="1842252" y="90340"/>
                  <a:pt x="1839704" y="90340"/>
                </a:cubicBezTo>
                <a:cubicBezTo>
                  <a:pt x="1834864" y="90340"/>
                  <a:pt x="1831594" y="87363"/>
                  <a:pt x="1829896" y="81408"/>
                </a:cubicBezTo>
                <a:cubicBezTo>
                  <a:pt x="1829216" y="78856"/>
                  <a:pt x="1828070" y="77580"/>
                  <a:pt x="1826456" y="77580"/>
                </a:cubicBezTo>
                <a:cubicBezTo>
                  <a:pt x="1823569" y="77580"/>
                  <a:pt x="1820427" y="79494"/>
                  <a:pt x="1817030" y="83322"/>
                </a:cubicBezTo>
                <a:cubicBezTo>
                  <a:pt x="1820682" y="88352"/>
                  <a:pt x="1823187" y="92721"/>
                  <a:pt x="1824546" y="96429"/>
                </a:cubicBezTo>
                <a:cubicBezTo>
                  <a:pt x="1825905" y="100135"/>
                  <a:pt x="1826584" y="104118"/>
                  <a:pt x="1826584" y="108380"/>
                </a:cubicBezTo>
                <a:cubicBezTo>
                  <a:pt x="1826584" y="115794"/>
                  <a:pt x="1824801" y="122336"/>
                  <a:pt x="1821234" y="128006"/>
                </a:cubicBezTo>
                <a:cubicBezTo>
                  <a:pt x="1817667" y="133674"/>
                  <a:pt x="1811744" y="138681"/>
                  <a:pt x="1803464" y="143027"/>
                </a:cubicBezTo>
                <a:cubicBezTo>
                  <a:pt x="1795185" y="147373"/>
                  <a:pt x="1787266" y="149546"/>
                  <a:pt x="1779708" y="149546"/>
                </a:cubicBezTo>
                <a:lnTo>
                  <a:pt x="1765823" y="149546"/>
                </a:lnTo>
                <a:cubicBezTo>
                  <a:pt x="1755973" y="149546"/>
                  <a:pt x="1749434" y="150590"/>
                  <a:pt x="1746207" y="152677"/>
                </a:cubicBezTo>
                <a:cubicBezTo>
                  <a:pt x="1742980" y="154851"/>
                  <a:pt x="1741366" y="158026"/>
                  <a:pt x="1741366" y="162203"/>
                </a:cubicBezTo>
                <a:cubicBezTo>
                  <a:pt x="1741366" y="165595"/>
                  <a:pt x="1742683" y="168204"/>
                  <a:pt x="1745315" y="170030"/>
                </a:cubicBezTo>
                <a:cubicBezTo>
                  <a:pt x="1747948" y="171856"/>
                  <a:pt x="1752916" y="172770"/>
                  <a:pt x="1760219" y="172770"/>
                </a:cubicBezTo>
                <a:lnTo>
                  <a:pt x="1791682" y="171749"/>
                </a:lnTo>
                <a:cubicBezTo>
                  <a:pt x="1807562" y="171749"/>
                  <a:pt x="1819005" y="174407"/>
                  <a:pt x="1826011" y="179724"/>
                </a:cubicBezTo>
                <a:cubicBezTo>
                  <a:pt x="1833017" y="185040"/>
                  <a:pt x="1836520" y="192335"/>
                  <a:pt x="1836520" y="201607"/>
                </a:cubicBezTo>
                <a:cubicBezTo>
                  <a:pt x="1836520" y="211815"/>
                  <a:pt x="1832528" y="220407"/>
                  <a:pt x="1824546" y="227382"/>
                </a:cubicBezTo>
                <a:cubicBezTo>
                  <a:pt x="1813421" y="237250"/>
                  <a:pt x="1796819" y="242184"/>
                  <a:pt x="1774740" y="242184"/>
                </a:cubicBezTo>
                <a:cubicBezTo>
                  <a:pt x="1756482" y="242184"/>
                  <a:pt x="1742937" y="238849"/>
                  <a:pt x="1734106" y="232179"/>
                </a:cubicBezTo>
                <a:cubicBezTo>
                  <a:pt x="1727142" y="226945"/>
                  <a:pt x="1723661" y="221076"/>
                  <a:pt x="1723661" y="214574"/>
                </a:cubicBezTo>
                <a:cubicBezTo>
                  <a:pt x="1723661" y="209595"/>
                  <a:pt x="1725890" y="205036"/>
                  <a:pt x="1730348" y="200897"/>
                </a:cubicBezTo>
                <a:cubicBezTo>
                  <a:pt x="1734806" y="196761"/>
                  <a:pt x="1742301" y="193680"/>
                  <a:pt x="1752831" y="191654"/>
                </a:cubicBezTo>
                <a:cubicBezTo>
                  <a:pt x="1744424" y="189586"/>
                  <a:pt x="1738097" y="186549"/>
                  <a:pt x="1733851" y="182543"/>
                </a:cubicBezTo>
                <a:cubicBezTo>
                  <a:pt x="1729605" y="178537"/>
                  <a:pt x="1727482" y="173560"/>
                  <a:pt x="1727482" y="167614"/>
                </a:cubicBezTo>
                <a:cubicBezTo>
                  <a:pt x="1727482" y="162100"/>
                  <a:pt x="1729202" y="157298"/>
                  <a:pt x="1732641" y="153207"/>
                </a:cubicBezTo>
                <a:cubicBezTo>
                  <a:pt x="1736080" y="149113"/>
                  <a:pt x="1742046" y="145601"/>
                  <a:pt x="1750538" y="142672"/>
                </a:cubicBezTo>
                <a:cubicBezTo>
                  <a:pt x="1743320" y="138674"/>
                  <a:pt x="1737885" y="133846"/>
                  <a:pt x="1734233" y="128189"/>
                </a:cubicBezTo>
                <a:cubicBezTo>
                  <a:pt x="1730582" y="122530"/>
                  <a:pt x="1728756" y="116041"/>
                  <a:pt x="1728756" y="108723"/>
                </a:cubicBezTo>
                <a:cubicBezTo>
                  <a:pt x="1728756" y="97151"/>
                  <a:pt x="1733299" y="87452"/>
                  <a:pt x="1742385" y="79626"/>
                </a:cubicBezTo>
                <a:cubicBezTo>
                  <a:pt x="1751472" y="71797"/>
                  <a:pt x="1763276" y="67883"/>
                  <a:pt x="1777797" y="67883"/>
                </a:cubicBezTo>
                <a:cubicBezTo>
                  <a:pt x="1783742" y="67883"/>
                  <a:pt x="1789474" y="68734"/>
                  <a:pt x="1794994" y="70435"/>
                </a:cubicBezTo>
                <a:cubicBezTo>
                  <a:pt x="1800513" y="72136"/>
                  <a:pt x="1805863" y="74731"/>
                  <a:pt x="1811043" y="78218"/>
                </a:cubicBezTo>
                <a:moveTo>
                  <a:pt x="1777542" y="76049"/>
                </a:moveTo>
                <a:cubicBezTo>
                  <a:pt x="1769985" y="76049"/>
                  <a:pt x="1763743" y="78835"/>
                  <a:pt x="1758818" y="84407"/>
                </a:cubicBezTo>
                <a:cubicBezTo>
                  <a:pt x="1753892" y="89979"/>
                  <a:pt x="1751429" y="97784"/>
                  <a:pt x="1751429" y="107821"/>
                </a:cubicBezTo>
                <a:cubicBezTo>
                  <a:pt x="1751429" y="118540"/>
                  <a:pt x="1753892" y="126855"/>
                  <a:pt x="1758818" y="132767"/>
                </a:cubicBezTo>
                <a:cubicBezTo>
                  <a:pt x="1763743" y="138679"/>
                  <a:pt x="1770027" y="141635"/>
                  <a:pt x="1777670" y="141635"/>
                </a:cubicBezTo>
                <a:cubicBezTo>
                  <a:pt x="1785313" y="141635"/>
                  <a:pt x="1791576" y="138764"/>
                  <a:pt x="1796458" y="133022"/>
                </a:cubicBezTo>
                <a:cubicBezTo>
                  <a:pt x="1801341" y="127280"/>
                  <a:pt x="1803783" y="119050"/>
                  <a:pt x="1803783" y="108332"/>
                </a:cubicBezTo>
                <a:cubicBezTo>
                  <a:pt x="1803783" y="98379"/>
                  <a:pt x="1801299" y="90510"/>
                  <a:pt x="1796331" y="84726"/>
                </a:cubicBezTo>
                <a:cubicBezTo>
                  <a:pt x="1791363" y="78941"/>
                  <a:pt x="1785100" y="76049"/>
                  <a:pt x="1777542" y="76049"/>
                </a:cubicBezTo>
                <a:moveTo>
                  <a:pt x="1785058" y="191399"/>
                </a:moveTo>
                <a:cubicBezTo>
                  <a:pt x="1769433" y="191399"/>
                  <a:pt x="1758287" y="193562"/>
                  <a:pt x="1751621" y="197887"/>
                </a:cubicBezTo>
                <a:cubicBezTo>
                  <a:pt x="1744954" y="202212"/>
                  <a:pt x="1741621" y="207427"/>
                  <a:pt x="1741621" y="213534"/>
                </a:cubicBezTo>
                <a:cubicBezTo>
                  <a:pt x="1741621" y="219302"/>
                  <a:pt x="1744126" y="223840"/>
                  <a:pt x="1749137" y="227147"/>
                </a:cubicBezTo>
                <a:cubicBezTo>
                  <a:pt x="1755760" y="231557"/>
                  <a:pt x="1765187" y="233762"/>
                  <a:pt x="1777415" y="233762"/>
                </a:cubicBezTo>
                <a:cubicBezTo>
                  <a:pt x="1792021" y="233762"/>
                  <a:pt x="1803019" y="231344"/>
                  <a:pt x="1810407" y="226509"/>
                </a:cubicBezTo>
                <a:cubicBezTo>
                  <a:pt x="1817795" y="221676"/>
                  <a:pt x="1821489" y="216292"/>
                  <a:pt x="1821489" y="210355"/>
                </a:cubicBezTo>
                <a:cubicBezTo>
                  <a:pt x="1821489" y="206878"/>
                  <a:pt x="1820342" y="203634"/>
                  <a:pt x="1818049" y="200622"/>
                </a:cubicBezTo>
                <a:cubicBezTo>
                  <a:pt x="1815757" y="197610"/>
                  <a:pt x="1812105" y="195320"/>
                  <a:pt x="1807095" y="193752"/>
                </a:cubicBezTo>
                <a:cubicBezTo>
                  <a:pt x="1802084" y="192183"/>
                  <a:pt x="1794739" y="191399"/>
                  <a:pt x="1785058" y="191399"/>
                </a:cubicBezTo>
                <a:close/>
                <a:moveTo>
                  <a:pt x="1890007" y="0"/>
                </a:moveTo>
                <a:cubicBezTo>
                  <a:pt x="1893829" y="0"/>
                  <a:pt x="1897183" y="1453"/>
                  <a:pt x="1900070" y="4358"/>
                </a:cubicBezTo>
                <a:cubicBezTo>
                  <a:pt x="1902958" y="7264"/>
                  <a:pt x="1904401" y="10681"/>
                  <a:pt x="1904401" y="14610"/>
                </a:cubicBezTo>
                <a:cubicBezTo>
                  <a:pt x="1904401" y="18457"/>
                  <a:pt x="1903000" y="21790"/>
                  <a:pt x="1900198" y="24611"/>
                </a:cubicBezTo>
                <a:cubicBezTo>
                  <a:pt x="1897395" y="27429"/>
                  <a:pt x="1894041" y="28837"/>
                  <a:pt x="1890135" y="28837"/>
                </a:cubicBezTo>
                <a:cubicBezTo>
                  <a:pt x="1886228" y="28837"/>
                  <a:pt x="1882853" y="27406"/>
                  <a:pt x="1880008" y="24543"/>
                </a:cubicBezTo>
                <a:cubicBezTo>
                  <a:pt x="1877163" y="21680"/>
                  <a:pt x="1875741" y="18326"/>
                  <a:pt x="1875741" y="14483"/>
                </a:cubicBezTo>
                <a:cubicBezTo>
                  <a:pt x="1875741" y="10639"/>
                  <a:pt x="1877184" y="7264"/>
                  <a:pt x="1880072" y="4358"/>
                </a:cubicBezTo>
                <a:cubicBezTo>
                  <a:pt x="1882959" y="1453"/>
                  <a:pt x="1886271" y="0"/>
                  <a:pt x="1890007" y="0"/>
                </a:cubicBezTo>
                <a:moveTo>
                  <a:pt x="1857016" y="71711"/>
                </a:moveTo>
                <a:lnTo>
                  <a:pt x="1904401" y="70180"/>
                </a:lnTo>
                <a:lnTo>
                  <a:pt x="1904401" y="172905"/>
                </a:lnTo>
                <a:cubicBezTo>
                  <a:pt x="1904401" y="175710"/>
                  <a:pt x="1905081" y="177707"/>
                  <a:pt x="1906439" y="178898"/>
                </a:cubicBezTo>
                <a:cubicBezTo>
                  <a:pt x="1908393" y="180597"/>
                  <a:pt x="1910855" y="181446"/>
                  <a:pt x="1913827" y="181446"/>
                </a:cubicBezTo>
                <a:lnTo>
                  <a:pt x="1927330" y="181446"/>
                </a:lnTo>
                <a:lnTo>
                  <a:pt x="1927330" y="191144"/>
                </a:lnTo>
                <a:lnTo>
                  <a:pt x="1859563" y="191144"/>
                </a:lnTo>
                <a:lnTo>
                  <a:pt x="1859563" y="181446"/>
                </a:lnTo>
                <a:lnTo>
                  <a:pt x="1872174" y="181446"/>
                </a:lnTo>
                <a:cubicBezTo>
                  <a:pt x="1875911" y="181446"/>
                  <a:pt x="1878649" y="180536"/>
                  <a:pt x="1880390" y="178715"/>
                </a:cubicBezTo>
                <a:cubicBezTo>
                  <a:pt x="1882131" y="176891"/>
                  <a:pt x="1883001" y="174242"/>
                  <a:pt x="1883001" y="170768"/>
                </a:cubicBezTo>
                <a:lnTo>
                  <a:pt x="1883001" y="95771"/>
                </a:lnTo>
                <a:cubicBezTo>
                  <a:pt x="1883001" y="91026"/>
                  <a:pt x="1881643" y="87447"/>
                  <a:pt x="1878925" y="85033"/>
                </a:cubicBezTo>
                <a:cubicBezTo>
                  <a:pt x="1876208" y="82617"/>
                  <a:pt x="1872174" y="81408"/>
                  <a:pt x="1866824" y="81408"/>
                </a:cubicBezTo>
                <a:lnTo>
                  <a:pt x="1857016" y="81408"/>
                </a:lnTo>
                <a:lnTo>
                  <a:pt x="1857016" y="71711"/>
                </a:lnTo>
                <a:close/>
                <a:moveTo>
                  <a:pt x="1997682" y="67883"/>
                </a:moveTo>
                <a:cubicBezTo>
                  <a:pt x="2013732" y="67883"/>
                  <a:pt x="2027213" y="73695"/>
                  <a:pt x="2038125" y="85320"/>
                </a:cubicBezTo>
                <a:cubicBezTo>
                  <a:pt x="2049037" y="96942"/>
                  <a:pt x="2054494" y="112248"/>
                  <a:pt x="2054494" y="131236"/>
                </a:cubicBezTo>
                <a:cubicBezTo>
                  <a:pt x="2054494" y="144349"/>
                  <a:pt x="2052052" y="155526"/>
                  <a:pt x="2047169" y="164767"/>
                </a:cubicBezTo>
                <a:cubicBezTo>
                  <a:pt x="2042286" y="174004"/>
                  <a:pt x="2035323" y="181305"/>
                  <a:pt x="2026279" y="186670"/>
                </a:cubicBezTo>
                <a:cubicBezTo>
                  <a:pt x="2017235" y="192034"/>
                  <a:pt x="2007490" y="194717"/>
                  <a:pt x="1997045" y="194717"/>
                </a:cubicBezTo>
                <a:cubicBezTo>
                  <a:pt x="1981590" y="194717"/>
                  <a:pt x="1968491" y="188842"/>
                  <a:pt x="1957748" y="177092"/>
                </a:cubicBezTo>
                <a:cubicBezTo>
                  <a:pt x="1947006" y="165340"/>
                  <a:pt x="1941635" y="150097"/>
                  <a:pt x="1941635" y="131364"/>
                </a:cubicBezTo>
                <a:cubicBezTo>
                  <a:pt x="1941635" y="112545"/>
                  <a:pt x="1947027" y="97261"/>
                  <a:pt x="1957812" y="85511"/>
                </a:cubicBezTo>
                <a:cubicBezTo>
                  <a:pt x="1968597" y="73759"/>
                  <a:pt x="1981887" y="67883"/>
                  <a:pt x="1997682" y="67883"/>
                </a:cubicBezTo>
                <a:moveTo>
                  <a:pt x="1997682" y="77070"/>
                </a:moveTo>
                <a:cubicBezTo>
                  <a:pt x="1988171" y="77070"/>
                  <a:pt x="1980358" y="81382"/>
                  <a:pt x="1974244" y="90005"/>
                </a:cubicBezTo>
                <a:cubicBezTo>
                  <a:pt x="1968130" y="98629"/>
                  <a:pt x="1965073" y="112245"/>
                  <a:pt x="1965073" y="130853"/>
                </a:cubicBezTo>
                <a:cubicBezTo>
                  <a:pt x="1965073" y="149802"/>
                  <a:pt x="1968109" y="163651"/>
                  <a:pt x="1974180" y="172403"/>
                </a:cubicBezTo>
                <a:cubicBezTo>
                  <a:pt x="1980252" y="181154"/>
                  <a:pt x="1988086" y="185529"/>
                  <a:pt x="1997682" y="185529"/>
                </a:cubicBezTo>
                <a:cubicBezTo>
                  <a:pt x="2007618" y="185529"/>
                  <a:pt x="2015664" y="181154"/>
                  <a:pt x="2021821" y="172403"/>
                </a:cubicBezTo>
                <a:cubicBezTo>
                  <a:pt x="2027977" y="163651"/>
                  <a:pt x="2031056" y="149335"/>
                  <a:pt x="2031056" y="129454"/>
                </a:cubicBezTo>
                <a:cubicBezTo>
                  <a:pt x="2031056" y="111015"/>
                  <a:pt x="2028020" y="97676"/>
                  <a:pt x="2021948" y="89435"/>
                </a:cubicBezTo>
                <a:cubicBezTo>
                  <a:pt x="2015876" y="81192"/>
                  <a:pt x="2007787" y="77070"/>
                  <a:pt x="1997682" y="77070"/>
                </a:cubicBezTo>
                <a:close/>
                <a:moveTo>
                  <a:pt x="2072339" y="71456"/>
                </a:moveTo>
                <a:lnTo>
                  <a:pt x="2111954" y="69159"/>
                </a:lnTo>
                <a:cubicBezTo>
                  <a:pt x="2113568" y="76639"/>
                  <a:pt x="2114757" y="85396"/>
                  <a:pt x="2115521" y="95428"/>
                </a:cubicBezTo>
                <a:cubicBezTo>
                  <a:pt x="2120871" y="86757"/>
                  <a:pt x="2127176" y="80253"/>
                  <a:pt x="2134437" y="75918"/>
                </a:cubicBezTo>
                <a:cubicBezTo>
                  <a:pt x="2141698" y="71582"/>
                  <a:pt x="2149914" y="69414"/>
                  <a:pt x="2159085" y="69414"/>
                </a:cubicBezTo>
                <a:cubicBezTo>
                  <a:pt x="2166983" y="69414"/>
                  <a:pt x="2173606" y="70965"/>
                  <a:pt x="2178956" y="74067"/>
                </a:cubicBezTo>
                <a:cubicBezTo>
                  <a:pt x="2184306" y="77167"/>
                  <a:pt x="2188595" y="82074"/>
                  <a:pt x="2191822" y="88789"/>
                </a:cubicBezTo>
                <a:cubicBezTo>
                  <a:pt x="2195049" y="95501"/>
                  <a:pt x="2196662" y="103021"/>
                  <a:pt x="2196662" y="111346"/>
                </a:cubicBezTo>
                <a:lnTo>
                  <a:pt x="2196662" y="169464"/>
                </a:lnTo>
                <a:cubicBezTo>
                  <a:pt x="2196662" y="173800"/>
                  <a:pt x="2197639" y="176881"/>
                  <a:pt x="2199592" y="178707"/>
                </a:cubicBezTo>
                <a:cubicBezTo>
                  <a:pt x="2201545" y="180533"/>
                  <a:pt x="2204815" y="181446"/>
                  <a:pt x="2209400" y="181446"/>
                </a:cubicBezTo>
                <a:lnTo>
                  <a:pt x="2217807" y="181446"/>
                </a:lnTo>
                <a:lnTo>
                  <a:pt x="2217807" y="191144"/>
                </a:lnTo>
                <a:lnTo>
                  <a:pt x="2154882" y="191144"/>
                </a:lnTo>
                <a:lnTo>
                  <a:pt x="2154882" y="181446"/>
                </a:lnTo>
                <a:lnTo>
                  <a:pt x="2160868" y="181446"/>
                </a:lnTo>
                <a:cubicBezTo>
                  <a:pt x="2166473" y="181446"/>
                  <a:pt x="2170379" y="180554"/>
                  <a:pt x="2172587" y="178771"/>
                </a:cubicBezTo>
                <a:cubicBezTo>
                  <a:pt x="2174795" y="176987"/>
                  <a:pt x="2175899" y="174310"/>
                  <a:pt x="2175899" y="170740"/>
                </a:cubicBezTo>
                <a:lnTo>
                  <a:pt x="2175899" y="119640"/>
                </a:lnTo>
                <a:cubicBezTo>
                  <a:pt x="2175899" y="108513"/>
                  <a:pt x="2174201" y="100272"/>
                  <a:pt x="2170804" y="94918"/>
                </a:cubicBezTo>
                <a:cubicBezTo>
                  <a:pt x="2166049" y="87273"/>
                  <a:pt x="2158830" y="83450"/>
                  <a:pt x="2149149" y="83450"/>
                </a:cubicBezTo>
                <a:cubicBezTo>
                  <a:pt x="2139553" y="83450"/>
                  <a:pt x="2131550" y="87315"/>
                  <a:pt x="2125138" y="95046"/>
                </a:cubicBezTo>
                <a:cubicBezTo>
                  <a:pt x="2118727" y="102776"/>
                  <a:pt x="2115521" y="112843"/>
                  <a:pt x="2115521" y="125247"/>
                </a:cubicBezTo>
                <a:lnTo>
                  <a:pt x="2115521" y="169468"/>
                </a:lnTo>
                <a:cubicBezTo>
                  <a:pt x="2115521" y="173801"/>
                  <a:pt x="2116519" y="176881"/>
                  <a:pt x="2118514" y="178707"/>
                </a:cubicBezTo>
                <a:cubicBezTo>
                  <a:pt x="2120510" y="180533"/>
                  <a:pt x="2123801" y="181446"/>
                  <a:pt x="2128386" y="181446"/>
                </a:cubicBezTo>
                <a:lnTo>
                  <a:pt x="2136666" y="181446"/>
                </a:lnTo>
                <a:lnTo>
                  <a:pt x="2136666" y="191144"/>
                </a:lnTo>
                <a:lnTo>
                  <a:pt x="2073486" y="191144"/>
                </a:lnTo>
                <a:lnTo>
                  <a:pt x="2073486" y="181446"/>
                </a:lnTo>
                <a:lnTo>
                  <a:pt x="2081765" y="181446"/>
                </a:lnTo>
                <a:cubicBezTo>
                  <a:pt x="2085926" y="181446"/>
                  <a:pt x="2089090" y="180597"/>
                  <a:pt x="2091255" y="178898"/>
                </a:cubicBezTo>
                <a:cubicBezTo>
                  <a:pt x="2093421" y="177200"/>
                  <a:pt x="2094503" y="175076"/>
                  <a:pt x="2094503" y="172526"/>
                </a:cubicBezTo>
                <a:lnTo>
                  <a:pt x="2094503" y="95424"/>
                </a:lnTo>
                <a:cubicBezTo>
                  <a:pt x="2094503" y="90328"/>
                  <a:pt x="2093123" y="86463"/>
                  <a:pt x="2090363" y="83829"/>
                </a:cubicBezTo>
                <a:cubicBezTo>
                  <a:pt x="2087604" y="81194"/>
                  <a:pt x="2083634" y="79877"/>
                  <a:pt x="2078453" y="79877"/>
                </a:cubicBezTo>
                <a:lnTo>
                  <a:pt x="2072339" y="79877"/>
                </a:lnTo>
                <a:lnTo>
                  <a:pt x="2072339" y="71456"/>
                </a:lnTo>
                <a:close/>
                <a:moveTo>
                  <a:pt x="2245870" y="145974"/>
                </a:moveTo>
                <a:cubicBezTo>
                  <a:pt x="2251135" y="160690"/>
                  <a:pt x="2257185" y="170877"/>
                  <a:pt x="2264021" y="176534"/>
                </a:cubicBezTo>
                <a:cubicBezTo>
                  <a:pt x="2270857" y="182191"/>
                  <a:pt x="2279286" y="185019"/>
                  <a:pt x="2289306" y="185019"/>
                </a:cubicBezTo>
                <a:cubicBezTo>
                  <a:pt x="2298563" y="185019"/>
                  <a:pt x="2305675" y="182999"/>
                  <a:pt x="2310643" y="178958"/>
                </a:cubicBezTo>
                <a:cubicBezTo>
                  <a:pt x="2315610" y="174917"/>
                  <a:pt x="2318094" y="169792"/>
                  <a:pt x="2318094" y="163582"/>
                </a:cubicBezTo>
                <a:cubicBezTo>
                  <a:pt x="2318094" y="160010"/>
                  <a:pt x="2317181" y="156883"/>
                  <a:pt x="2315356" y="154204"/>
                </a:cubicBezTo>
                <a:cubicBezTo>
                  <a:pt x="2313530" y="151524"/>
                  <a:pt x="2311003" y="149525"/>
                  <a:pt x="2307776" y="148207"/>
                </a:cubicBezTo>
                <a:cubicBezTo>
                  <a:pt x="2304550" y="146888"/>
                  <a:pt x="2296185" y="144953"/>
                  <a:pt x="2282683" y="142401"/>
                </a:cubicBezTo>
                <a:cubicBezTo>
                  <a:pt x="2269775" y="139849"/>
                  <a:pt x="2260773" y="137169"/>
                  <a:pt x="2255678" y="134362"/>
                </a:cubicBezTo>
                <a:cubicBezTo>
                  <a:pt x="2250583" y="131555"/>
                  <a:pt x="2246613" y="127684"/>
                  <a:pt x="2243768" y="122751"/>
                </a:cubicBezTo>
                <a:cubicBezTo>
                  <a:pt x="2240923" y="117817"/>
                  <a:pt x="2239501" y="112458"/>
                  <a:pt x="2239501" y="106673"/>
                </a:cubicBezTo>
                <a:cubicBezTo>
                  <a:pt x="2239501" y="97911"/>
                  <a:pt x="2242430" y="89958"/>
                  <a:pt x="2248290" y="82812"/>
                </a:cubicBezTo>
                <a:cubicBezTo>
                  <a:pt x="2255848" y="73710"/>
                  <a:pt x="2266420" y="69159"/>
                  <a:pt x="2280008" y="69159"/>
                </a:cubicBezTo>
                <a:cubicBezTo>
                  <a:pt x="2290368" y="69159"/>
                  <a:pt x="2299964" y="72476"/>
                  <a:pt x="2308796" y="79112"/>
                </a:cubicBezTo>
                <a:lnTo>
                  <a:pt x="2317203" y="70180"/>
                </a:lnTo>
                <a:lnTo>
                  <a:pt x="2322425" y="70180"/>
                </a:lnTo>
                <a:lnTo>
                  <a:pt x="2325737" y="112798"/>
                </a:lnTo>
                <a:lnTo>
                  <a:pt x="2317203" y="112798"/>
                </a:lnTo>
                <a:cubicBezTo>
                  <a:pt x="2313466" y="100673"/>
                  <a:pt x="2308413" y="91943"/>
                  <a:pt x="2302044" y="86608"/>
                </a:cubicBezTo>
                <a:cubicBezTo>
                  <a:pt x="2295675" y="81270"/>
                  <a:pt x="2287820" y="78601"/>
                  <a:pt x="2278479" y="78601"/>
                </a:cubicBezTo>
                <a:cubicBezTo>
                  <a:pt x="2270412" y="78601"/>
                  <a:pt x="2264085" y="80579"/>
                  <a:pt x="2259499" y="84535"/>
                </a:cubicBezTo>
                <a:cubicBezTo>
                  <a:pt x="2254914" y="88490"/>
                  <a:pt x="2252621" y="93318"/>
                  <a:pt x="2252621" y="99017"/>
                </a:cubicBezTo>
                <a:cubicBezTo>
                  <a:pt x="2252621" y="104036"/>
                  <a:pt x="2254744" y="108204"/>
                  <a:pt x="2258990" y="111522"/>
                </a:cubicBezTo>
                <a:cubicBezTo>
                  <a:pt x="2263151" y="114924"/>
                  <a:pt x="2271303" y="117593"/>
                  <a:pt x="2283447" y="119529"/>
                </a:cubicBezTo>
                <a:cubicBezTo>
                  <a:pt x="2297544" y="121887"/>
                  <a:pt x="2306715" y="123864"/>
                  <a:pt x="2310961" y="125462"/>
                </a:cubicBezTo>
                <a:cubicBezTo>
                  <a:pt x="2317924" y="128022"/>
                  <a:pt x="2323317" y="131970"/>
                  <a:pt x="2327138" y="137305"/>
                </a:cubicBezTo>
                <a:cubicBezTo>
                  <a:pt x="2330960" y="142637"/>
                  <a:pt x="2332870" y="149144"/>
                  <a:pt x="2332870" y="156824"/>
                </a:cubicBezTo>
                <a:cubicBezTo>
                  <a:pt x="2332870" y="167406"/>
                  <a:pt x="2328731" y="176368"/>
                  <a:pt x="2320451" y="183707"/>
                </a:cubicBezTo>
                <a:cubicBezTo>
                  <a:pt x="2312171" y="191047"/>
                  <a:pt x="2301662" y="194717"/>
                  <a:pt x="2288924" y="194717"/>
                </a:cubicBezTo>
                <a:cubicBezTo>
                  <a:pt x="2277120" y="194717"/>
                  <a:pt x="2266166" y="190794"/>
                  <a:pt x="2256060" y="182950"/>
                </a:cubicBezTo>
                <a:lnTo>
                  <a:pt x="2246761" y="193696"/>
                </a:lnTo>
                <a:lnTo>
                  <a:pt x="2240010" y="193696"/>
                </a:lnTo>
                <a:lnTo>
                  <a:pt x="2237463" y="145974"/>
                </a:lnTo>
                <a:lnTo>
                  <a:pt x="2245870" y="1459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3CF215-F4EE-4D03-8482-DB34AF1C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409" y="909329"/>
            <a:ext cx="1431392" cy="383666"/>
          </a:xfrm>
          <a:custGeom xmlns:a="http://schemas.openxmlformats.org/drawingml/2006/main">
            <a:pathLst>
              <a:path w="1431392" h="383666" fill="none">
                <a:moveTo>
                  <a:pt x="0" y="0"/>
                </a:moveTo>
                <a:lnTo>
                  <a:pt x="1431392" y="0"/>
                </a:lnTo>
                <a:lnTo>
                  <a:pt x="1431392" y="383666"/>
                </a:lnTo>
                <a:lnTo>
                  <a:pt x="0" y="38366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09" name="Text 𝐶">
            <a:extLst xmlns:a="http://schemas.openxmlformats.org/drawingml/2006/main">
              <a:ext uri="{FF2B5EF4-FFF2-40B4-BE49-F238E27FC236}">
                <a16:creationId xmlns:a16="http://schemas.microsoft.com/office/drawing/2014/main" id="{58D05F2E-7A5E-4A35-BC35-7EC0DD33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3444" y="1026425"/>
            <a:ext cx="100855" cy="133525"/>
          </a:xfrm>
          <a:custGeom xmlns:a="http://schemas.openxmlformats.org/drawingml/2006/main">
            <a:pathLst>
              <a:path w="100855" h="133525">
                <a:moveTo>
                  <a:pt x="100855" y="4875"/>
                </a:moveTo>
                <a:lnTo>
                  <a:pt x="95130" y="30777"/>
                </a:lnTo>
                <a:lnTo>
                  <a:pt x="85970" y="30777"/>
                </a:lnTo>
                <a:cubicBezTo>
                  <a:pt x="85461" y="22939"/>
                  <a:pt x="83759" y="17284"/>
                  <a:pt x="80865" y="13811"/>
                </a:cubicBezTo>
                <a:cubicBezTo>
                  <a:pt x="77971" y="10339"/>
                  <a:pt x="73311" y="8602"/>
                  <a:pt x="66887" y="8602"/>
                </a:cubicBezTo>
                <a:cubicBezTo>
                  <a:pt x="58108" y="8602"/>
                  <a:pt x="49950" y="12999"/>
                  <a:pt x="42412" y="21792"/>
                </a:cubicBezTo>
                <a:cubicBezTo>
                  <a:pt x="34875" y="30586"/>
                  <a:pt x="28911" y="42199"/>
                  <a:pt x="24522" y="56631"/>
                </a:cubicBezTo>
                <a:cubicBezTo>
                  <a:pt x="20133" y="71064"/>
                  <a:pt x="17938" y="84461"/>
                  <a:pt x="17938" y="96823"/>
                </a:cubicBezTo>
                <a:cubicBezTo>
                  <a:pt x="17938" y="106508"/>
                  <a:pt x="19656" y="113645"/>
                  <a:pt x="23091" y="118233"/>
                </a:cubicBezTo>
                <a:cubicBezTo>
                  <a:pt x="26526" y="122820"/>
                  <a:pt x="31805" y="125114"/>
                  <a:pt x="38930" y="125114"/>
                </a:cubicBezTo>
                <a:cubicBezTo>
                  <a:pt x="43701" y="125114"/>
                  <a:pt x="47867" y="124397"/>
                  <a:pt x="51429" y="122964"/>
                </a:cubicBezTo>
                <a:cubicBezTo>
                  <a:pt x="54991" y="121530"/>
                  <a:pt x="58331" y="119109"/>
                  <a:pt x="61448" y="115700"/>
                </a:cubicBezTo>
                <a:cubicBezTo>
                  <a:pt x="64565" y="112291"/>
                  <a:pt x="67650" y="107528"/>
                  <a:pt x="70703" y="101410"/>
                </a:cubicBezTo>
                <a:lnTo>
                  <a:pt x="79863" y="101410"/>
                </a:lnTo>
                <a:lnTo>
                  <a:pt x="74043" y="128555"/>
                </a:lnTo>
                <a:cubicBezTo>
                  <a:pt x="62148" y="131869"/>
                  <a:pt x="49680" y="133525"/>
                  <a:pt x="36640" y="133525"/>
                </a:cubicBezTo>
                <a:cubicBezTo>
                  <a:pt x="24681" y="133525"/>
                  <a:pt x="15585" y="130084"/>
                  <a:pt x="9351" y="123203"/>
                </a:cubicBezTo>
                <a:cubicBezTo>
                  <a:pt x="3117" y="116321"/>
                  <a:pt x="0" y="106253"/>
                  <a:pt x="0" y="92999"/>
                </a:cubicBezTo>
                <a:cubicBezTo>
                  <a:pt x="0" y="83633"/>
                  <a:pt x="1670" y="72832"/>
                  <a:pt x="5009" y="60598"/>
                </a:cubicBezTo>
                <a:cubicBezTo>
                  <a:pt x="8349" y="48363"/>
                  <a:pt x="13072" y="37627"/>
                  <a:pt x="19179" y="28387"/>
                </a:cubicBezTo>
                <a:cubicBezTo>
                  <a:pt x="25285" y="19148"/>
                  <a:pt x="32505" y="12107"/>
                  <a:pt x="40838" y="7264"/>
                </a:cubicBezTo>
                <a:cubicBezTo>
                  <a:pt x="49171" y="2421"/>
                  <a:pt x="58331" y="0"/>
                  <a:pt x="68318" y="0"/>
                </a:cubicBezTo>
                <a:cubicBezTo>
                  <a:pt x="74106" y="0"/>
                  <a:pt x="79466" y="350"/>
                  <a:pt x="84395" y="1051"/>
                </a:cubicBezTo>
                <a:cubicBezTo>
                  <a:pt x="89325" y="1752"/>
                  <a:pt x="94812" y="3027"/>
                  <a:pt x="100855" y="48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72298F-C6F2-46D6-A924-CC417425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1826" y="1012477"/>
            <a:ext cx="310558" cy="181311"/>
          </a:xfrm>
          <a:custGeom xmlns:a="http://schemas.openxmlformats.org/drawingml/2006/main">
            <a:pathLst>
              <a:path w="310558" h="181311">
                <a:moveTo>
                  <a:pt x="252830" y="0"/>
                </a:moveTo>
                <a:cubicBezTo>
                  <a:pt x="271411" y="4910"/>
                  <a:pt x="285676" y="15497"/>
                  <a:pt x="295626" y="31776"/>
                </a:cubicBezTo>
                <a:cubicBezTo>
                  <a:pt x="305575" y="48056"/>
                  <a:pt x="310558" y="67696"/>
                  <a:pt x="310558" y="90713"/>
                </a:cubicBezTo>
                <a:cubicBezTo>
                  <a:pt x="310558" y="113778"/>
                  <a:pt x="305592" y="133419"/>
                  <a:pt x="295674" y="149633"/>
                </a:cubicBezTo>
                <a:cubicBezTo>
                  <a:pt x="285741" y="165847"/>
                  <a:pt x="271476" y="176401"/>
                  <a:pt x="252830" y="181311"/>
                </a:cubicBezTo>
                <a:lnTo>
                  <a:pt x="250534" y="173955"/>
                </a:lnTo>
                <a:cubicBezTo>
                  <a:pt x="265239" y="169045"/>
                  <a:pt x="276166" y="159371"/>
                  <a:pt x="283315" y="144902"/>
                </a:cubicBezTo>
                <a:cubicBezTo>
                  <a:pt x="290480" y="130433"/>
                  <a:pt x="294046" y="112049"/>
                  <a:pt x="294046" y="89750"/>
                </a:cubicBezTo>
                <a:cubicBezTo>
                  <a:pt x="294046" y="68218"/>
                  <a:pt x="290496" y="50324"/>
                  <a:pt x="283363" y="36083"/>
                </a:cubicBezTo>
                <a:cubicBezTo>
                  <a:pt x="276231" y="21842"/>
                  <a:pt x="265206" y="12267"/>
                  <a:pt x="250257" y="7357"/>
                </a:cubicBezTo>
                <a:lnTo>
                  <a:pt x="252830" y="0"/>
                </a:lnTo>
                <a:close/>
                <a:moveTo>
                  <a:pt x="57728" y="0"/>
                </a:moveTo>
                <a:lnTo>
                  <a:pt x="60301" y="7357"/>
                </a:lnTo>
                <a:cubicBezTo>
                  <a:pt x="45417" y="12267"/>
                  <a:pt x="34392" y="21842"/>
                  <a:pt x="27244" y="36083"/>
                </a:cubicBezTo>
                <a:cubicBezTo>
                  <a:pt x="20079" y="50324"/>
                  <a:pt x="16512" y="68218"/>
                  <a:pt x="16512" y="89750"/>
                </a:cubicBezTo>
                <a:cubicBezTo>
                  <a:pt x="16512" y="112049"/>
                  <a:pt x="20079" y="130433"/>
                  <a:pt x="27244" y="144902"/>
                </a:cubicBezTo>
                <a:cubicBezTo>
                  <a:pt x="34392" y="159371"/>
                  <a:pt x="45319" y="169045"/>
                  <a:pt x="60008" y="173955"/>
                </a:cubicBezTo>
                <a:lnTo>
                  <a:pt x="57728" y="181311"/>
                </a:lnTo>
                <a:cubicBezTo>
                  <a:pt x="39082" y="176401"/>
                  <a:pt x="24801" y="165847"/>
                  <a:pt x="14884" y="149633"/>
                </a:cubicBezTo>
                <a:cubicBezTo>
                  <a:pt x="4967" y="133419"/>
                  <a:pt x="0" y="113778"/>
                  <a:pt x="0" y="90713"/>
                </a:cubicBezTo>
                <a:cubicBezTo>
                  <a:pt x="0" y="67696"/>
                  <a:pt x="4983" y="48056"/>
                  <a:pt x="14933" y="31776"/>
                </a:cubicBezTo>
                <a:cubicBezTo>
                  <a:pt x="24882" y="15497"/>
                  <a:pt x="39148" y="4910"/>
                  <a:pt x="57728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𝑆">
            <a:extLst xmlns:a="http://schemas.openxmlformats.org/drawingml/2006/main">
              <a:ext uri="{FF2B5EF4-FFF2-40B4-BE49-F238E27FC236}">
                <a16:creationId xmlns:a16="http://schemas.microsoft.com/office/drawing/2014/main" id="{72C8F81A-64CF-4E4E-AFA8-35798A73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7177" y="1026425"/>
            <a:ext cx="99137" cy="133621"/>
          </a:xfrm>
          <a:custGeom xmlns:a="http://schemas.openxmlformats.org/drawingml/2006/main">
            <a:pathLst>
              <a:path w="99137" h="133621">
                <a:moveTo>
                  <a:pt x="14885" y="102271"/>
                </a:moveTo>
                <a:cubicBezTo>
                  <a:pt x="14885" y="110044"/>
                  <a:pt x="16682" y="115827"/>
                  <a:pt x="20276" y="119618"/>
                </a:cubicBezTo>
                <a:cubicBezTo>
                  <a:pt x="23870" y="123410"/>
                  <a:pt x="29420" y="125305"/>
                  <a:pt x="36926" y="125305"/>
                </a:cubicBezTo>
                <a:cubicBezTo>
                  <a:pt x="45577" y="125305"/>
                  <a:pt x="52383" y="122948"/>
                  <a:pt x="57345" y="118233"/>
                </a:cubicBezTo>
                <a:cubicBezTo>
                  <a:pt x="62307" y="113517"/>
                  <a:pt x="64787" y="106954"/>
                  <a:pt x="64787" y="98543"/>
                </a:cubicBezTo>
                <a:cubicBezTo>
                  <a:pt x="64787" y="94656"/>
                  <a:pt x="64104" y="91231"/>
                  <a:pt x="62736" y="88268"/>
                </a:cubicBezTo>
                <a:cubicBezTo>
                  <a:pt x="61368" y="85305"/>
                  <a:pt x="59301" y="82470"/>
                  <a:pt x="56534" y="79762"/>
                </a:cubicBezTo>
                <a:cubicBezTo>
                  <a:pt x="53767" y="77053"/>
                  <a:pt x="49775" y="73947"/>
                  <a:pt x="44559" y="70442"/>
                </a:cubicBezTo>
                <a:cubicBezTo>
                  <a:pt x="39852" y="67256"/>
                  <a:pt x="35940" y="64118"/>
                  <a:pt x="32823" y="61028"/>
                </a:cubicBezTo>
                <a:cubicBezTo>
                  <a:pt x="29706" y="57937"/>
                  <a:pt x="27225" y="54481"/>
                  <a:pt x="25381" y="50657"/>
                </a:cubicBezTo>
                <a:cubicBezTo>
                  <a:pt x="23536" y="46834"/>
                  <a:pt x="22614" y="42565"/>
                  <a:pt x="22614" y="37850"/>
                </a:cubicBezTo>
                <a:cubicBezTo>
                  <a:pt x="22614" y="30331"/>
                  <a:pt x="24426" y="23704"/>
                  <a:pt x="28052" y="17969"/>
                </a:cubicBezTo>
                <a:cubicBezTo>
                  <a:pt x="31678" y="12234"/>
                  <a:pt x="36799" y="7806"/>
                  <a:pt x="43414" y="4683"/>
                </a:cubicBezTo>
                <a:cubicBezTo>
                  <a:pt x="50030" y="1561"/>
                  <a:pt x="57663" y="0"/>
                  <a:pt x="66314" y="0"/>
                </a:cubicBezTo>
                <a:cubicBezTo>
                  <a:pt x="72166" y="0"/>
                  <a:pt x="77589" y="398"/>
                  <a:pt x="82583" y="1195"/>
                </a:cubicBezTo>
                <a:cubicBezTo>
                  <a:pt x="87576" y="1991"/>
                  <a:pt x="93094" y="3345"/>
                  <a:pt x="99137" y="5257"/>
                </a:cubicBezTo>
                <a:lnTo>
                  <a:pt x="93794" y="29821"/>
                </a:lnTo>
                <a:lnTo>
                  <a:pt x="84634" y="29821"/>
                </a:lnTo>
                <a:cubicBezTo>
                  <a:pt x="84379" y="24405"/>
                  <a:pt x="83553" y="20151"/>
                  <a:pt x="82153" y="17061"/>
                </a:cubicBezTo>
                <a:cubicBezTo>
                  <a:pt x="80754" y="13971"/>
                  <a:pt x="78750" y="11756"/>
                  <a:pt x="76142" y="10418"/>
                </a:cubicBezTo>
                <a:cubicBezTo>
                  <a:pt x="73534" y="9080"/>
                  <a:pt x="70067" y="8411"/>
                  <a:pt x="65742" y="8411"/>
                </a:cubicBezTo>
                <a:cubicBezTo>
                  <a:pt x="60462" y="8411"/>
                  <a:pt x="55818" y="9494"/>
                  <a:pt x="51811" y="11661"/>
                </a:cubicBezTo>
                <a:cubicBezTo>
                  <a:pt x="47803" y="13827"/>
                  <a:pt x="44750" y="16774"/>
                  <a:pt x="42651" y="20502"/>
                </a:cubicBezTo>
                <a:cubicBezTo>
                  <a:pt x="40552" y="24230"/>
                  <a:pt x="39502" y="28387"/>
                  <a:pt x="39502" y="32975"/>
                </a:cubicBezTo>
                <a:cubicBezTo>
                  <a:pt x="39502" y="37754"/>
                  <a:pt x="40759" y="41944"/>
                  <a:pt x="43271" y="45544"/>
                </a:cubicBezTo>
                <a:cubicBezTo>
                  <a:pt x="45784" y="49144"/>
                  <a:pt x="50602" y="53397"/>
                  <a:pt x="57727" y="58304"/>
                </a:cubicBezTo>
                <a:cubicBezTo>
                  <a:pt x="63960" y="62637"/>
                  <a:pt x="68715" y="66508"/>
                  <a:pt x="71991" y="69917"/>
                </a:cubicBezTo>
                <a:cubicBezTo>
                  <a:pt x="75267" y="73326"/>
                  <a:pt x="77684" y="76942"/>
                  <a:pt x="79243" y="80765"/>
                </a:cubicBezTo>
                <a:cubicBezTo>
                  <a:pt x="80801" y="84588"/>
                  <a:pt x="81581" y="89017"/>
                  <a:pt x="81581" y="94051"/>
                </a:cubicBezTo>
                <a:cubicBezTo>
                  <a:pt x="81581" y="101825"/>
                  <a:pt x="79720" y="108722"/>
                  <a:pt x="75999" y="114744"/>
                </a:cubicBezTo>
                <a:cubicBezTo>
                  <a:pt x="72278" y="120765"/>
                  <a:pt x="67030" y="125417"/>
                  <a:pt x="60255" y="128699"/>
                </a:cubicBezTo>
                <a:cubicBezTo>
                  <a:pt x="53481" y="131980"/>
                  <a:pt x="45768" y="133621"/>
                  <a:pt x="37117" y="133621"/>
                </a:cubicBezTo>
                <a:cubicBezTo>
                  <a:pt x="31265" y="133621"/>
                  <a:pt x="24951" y="133143"/>
                  <a:pt x="18177" y="132187"/>
                </a:cubicBezTo>
                <a:cubicBezTo>
                  <a:pt x="11402" y="131231"/>
                  <a:pt x="5343" y="130021"/>
                  <a:pt x="0" y="128555"/>
                </a:cubicBezTo>
                <a:lnTo>
                  <a:pt x="5725" y="102271"/>
                </a:lnTo>
                <a:lnTo>
                  <a:pt x="14885" y="1022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1">
            <a:extLst xmlns:a="http://schemas.openxmlformats.org/drawingml/2006/main">
              <a:ext uri="{FF2B5EF4-FFF2-40B4-BE49-F238E27FC236}">
                <a16:creationId xmlns:a16="http://schemas.microsoft.com/office/drawing/2014/main" id="{661D21DE-BD91-4107-8B9C-D873F3DD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8381" y="1108681"/>
            <a:ext cx="59066" cy="89868"/>
          </a:xfrm>
          <a:custGeom xmlns:a="http://schemas.openxmlformats.org/drawingml/2006/main">
            <a:pathLst>
              <a:path w="59066" h="89868">
                <a:moveTo>
                  <a:pt x="38170" y="71448"/>
                </a:moveTo>
                <a:cubicBezTo>
                  <a:pt x="38170" y="72890"/>
                  <a:pt x="38217" y="74134"/>
                  <a:pt x="38310" y="75181"/>
                </a:cubicBezTo>
                <a:cubicBezTo>
                  <a:pt x="38402" y="76227"/>
                  <a:pt x="38553" y="77111"/>
                  <a:pt x="38762" y="77832"/>
                </a:cubicBezTo>
                <a:cubicBezTo>
                  <a:pt x="38971" y="78553"/>
                  <a:pt x="39250" y="79170"/>
                  <a:pt x="39598" y="79681"/>
                </a:cubicBezTo>
                <a:cubicBezTo>
                  <a:pt x="39946" y="80193"/>
                  <a:pt x="40353" y="80635"/>
                  <a:pt x="40817" y="81007"/>
                </a:cubicBezTo>
                <a:cubicBezTo>
                  <a:pt x="41374" y="81565"/>
                  <a:pt x="42117" y="81995"/>
                  <a:pt x="43046" y="82298"/>
                </a:cubicBezTo>
                <a:cubicBezTo>
                  <a:pt x="43975" y="82600"/>
                  <a:pt x="45159" y="82856"/>
                  <a:pt x="46598" y="83065"/>
                </a:cubicBezTo>
                <a:cubicBezTo>
                  <a:pt x="48038" y="83275"/>
                  <a:pt x="49768" y="83437"/>
                  <a:pt x="51787" y="83554"/>
                </a:cubicBezTo>
                <a:cubicBezTo>
                  <a:pt x="53807" y="83670"/>
                  <a:pt x="56234" y="83751"/>
                  <a:pt x="59066" y="83798"/>
                </a:cubicBezTo>
                <a:lnTo>
                  <a:pt x="59066" y="89868"/>
                </a:lnTo>
                <a:lnTo>
                  <a:pt x="3831" y="89868"/>
                </a:lnTo>
                <a:lnTo>
                  <a:pt x="3831" y="83798"/>
                </a:lnTo>
                <a:cubicBezTo>
                  <a:pt x="6571" y="83705"/>
                  <a:pt x="8892" y="83600"/>
                  <a:pt x="10796" y="83484"/>
                </a:cubicBezTo>
                <a:cubicBezTo>
                  <a:pt x="12700" y="83368"/>
                  <a:pt x="14325" y="83205"/>
                  <a:pt x="15672" y="82995"/>
                </a:cubicBezTo>
                <a:cubicBezTo>
                  <a:pt x="17019" y="82786"/>
                  <a:pt x="18098" y="82554"/>
                  <a:pt x="18911" y="82298"/>
                </a:cubicBezTo>
                <a:cubicBezTo>
                  <a:pt x="19724" y="82042"/>
                  <a:pt x="20432" y="81728"/>
                  <a:pt x="21035" y="81356"/>
                </a:cubicBezTo>
                <a:cubicBezTo>
                  <a:pt x="21686" y="80937"/>
                  <a:pt x="22243" y="80484"/>
                  <a:pt x="22707" y="79995"/>
                </a:cubicBezTo>
                <a:cubicBezTo>
                  <a:pt x="23171" y="79507"/>
                  <a:pt x="23543" y="78890"/>
                  <a:pt x="23822" y="78146"/>
                </a:cubicBezTo>
                <a:cubicBezTo>
                  <a:pt x="24100" y="77402"/>
                  <a:pt x="24321" y="76495"/>
                  <a:pt x="24483" y="75425"/>
                </a:cubicBezTo>
                <a:cubicBezTo>
                  <a:pt x="24646" y="74355"/>
                  <a:pt x="24727" y="73030"/>
                  <a:pt x="24727" y="71448"/>
                </a:cubicBezTo>
                <a:lnTo>
                  <a:pt x="24727" y="21420"/>
                </a:lnTo>
                <a:cubicBezTo>
                  <a:pt x="24727" y="19606"/>
                  <a:pt x="24379" y="18327"/>
                  <a:pt x="23682" y="17583"/>
                </a:cubicBezTo>
                <a:cubicBezTo>
                  <a:pt x="22986" y="16839"/>
                  <a:pt x="21987" y="16467"/>
                  <a:pt x="20687" y="16467"/>
                </a:cubicBezTo>
                <a:cubicBezTo>
                  <a:pt x="19248" y="16467"/>
                  <a:pt x="17112" y="17211"/>
                  <a:pt x="14279" y="18699"/>
                </a:cubicBezTo>
                <a:cubicBezTo>
                  <a:pt x="11446" y="20188"/>
                  <a:pt x="7778" y="22397"/>
                  <a:pt x="3274" y="25328"/>
                </a:cubicBezTo>
                <a:cubicBezTo>
                  <a:pt x="2670" y="24258"/>
                  <a:pt x="2113" y="23188"/>
                  <a:pt x="1602" y="22118"/>
                </a:cubicBezTo>
                <a:cubicBezTo>
                  <a:pt x="1091" y="21048"/>
                  <a:pt x="557" y="19955"/>
                  <a:pt x="0" y="18839"/>
                </a:cubicBezTo>
                <a:cubicBezTo>
                  <a:pt x="5758" y="15676"/>
                  <a:pt x="11458" y="12524"/>
                  <a:pt x="17100" y="9385"/>
                </a:cubicBezTo>
                <a:cubicBezTo>
                  <a:pt x="22742" y="6245"/>
                  <a:pt x="28465" y="3117"/>
                  <a:pt x="34270" y="0"/>
                </a:cubicBezTo>
                <a:lnTo>
                  <a:pt x="38518" y="0"/>
                </a:lnTo>
                <a:cubicBezTo>
                  <a:pt x="38426" y="2558"/>
                  <a:pt x="38356" y="4849"/>
                  <a:pt x="38310" y="6873"/>
                </a:cubicBezTo>
                <a:cubicBezTo>
                  <a:pt x="38263" y="8896"/>
                  <a:pt x="38228" y="10861"/>
                  <a:pt x="38205" y="12769"/>
                </a:cubicBezTo>
                <a:cubicBezTo>
                  <a:pt x="38182" y="14676"/>
                  <a:pt x="38170" y="16560"/>
                  <a:pt x="38170" y="18420"/>
                </a:cubicBezTo>
                <a:lnTo>
                  <a:pt x="38170" y="714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±𝜎(𝑆">
            <a:extLst xmlns:a="http://schemas.openxmlformats.org/drawingml/2006/main">
              <a:ext uri="{FF2B5EF4-FFF2-40B4-BE49-F238E27FC236}">
                <a16:creationId xmlns:a16="http://schemas.microsoft.com/office/drawing/2014/main" id="{7AAD07A1-9F08-48F3-B555-60893BAF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758" y="1020308"/>
            <a:ext cx="476198" cy="181315"/>
          </a:xfrm>
          <a:custGeom xmlns:a="http://schemas.openxmlformats.org/drawingml/2006/main">
            <a:pathLst>
              <a:path w="476198" h="181315">
                <a:moveTo>
                  <a:pt x="0" y="157611"/>
                </a:moveTo>
                <a:lnTo>
                  <a:pt x="0" y="144899"/>
                </a:lnTo>
                <a:lnTo>
                  <a:pt x="117552" y="144899"/>
                </a:lnTo>
                <a:lnTo>
                  <a:pt x="117552" y="157611"/>
                </a:lnTo>
                <a:lnTo>
                  <a:pt x="0" y="157611"/>
                </a:lnTo>
                <a:moveTo>
                  <a:pt x="65265" y="77133"/>
                </a:moveTo>
                <a:lnTo>
                  <a:pt x="65265" y="132187"/>
                </a:lnTo>
                <a:lnTo>
                  <a:pt x="52002" y="132187"/>
                </a:lnTo>
                <a:lnTo>
                  <a:pt x="52002" y="77133"/>
                </a:lnTo>
                <a:lnTo>
                  <a:pt x="0" y="77133"/>
                </a:lnTo>
                <a:lnTo>
                  <a:pt x="0" y="64421"/>
                </a:lnTo>
                <a:lnTo>
                  <a:pt x="52002" y="64421"/>
                </a:lnTo>
                <a:lnTo>
                  <a:pt x="52002" y="9367"/>
                </a:lnTo>
                <a:lnTo>
                  <a:pt x="65265" y="9367"/>
                </a:lnTo>
                <a:lnTo>
                  <a:pt x="65265" y="64421"/>
                </a:lnTo>
                <a:lnTo>
                  <a:pt x="117457" y="64421"/>
                </a:lnTo>
                <a:lnTo>
                  <a:pt x="117457" y="77133"/>
                </a:lnTo>
                <a:lnTo>
                  <a:pt x="65265" y="77133"/>
                </a:lnTo>
                <a:close/>
                <a:moveTo>
                  <a:pt x="286325" y="59355"/>
                </a:moveTo>
                <a:lnTo>
                  <a:pt x="255124" y="59355"/>
                </a:lnTo>
                <a:lnTo>
                  <a:pt x="254933" y="60120"/>
                </a:lnTo>
                <a:cubicBezTo>
                  <a:pt x="258559" y="64453"/>
                  <a:pt x="261167" y="68818"/>
                  <a:pt x="262757" y="73214"/>
                </a:cubicBezTo>
                <a:cubicBezTo>
                  <a:pt x="264348" y="77611"/>
                  <a:pt x="265143" y="82422"/>
                  <a:pt x="265143" y="87647"/>
                </a:cubicBezTo>
                <a:cubicBezTo>
                  <a:pt x="265143" y="97141"/>
                  <a:pt x="263107" y="105950"/>
                  <a:pt x="259036" y="114075"/>
                </a:cubicBezTo>
                <a:cubicBezTo>
                  <a:pt x="254965" y="122199"/>
                  <a:pt x="249272" y="128491"/>
                  <a:pt x="241957" y="132952"/>
                </a:cubicBezTo>
                <a:cubicBezTo>
                  <a:pt x="234641" y="137412"/>
                  <a:pt x="226372" y="139642"/>
                  <a:pt x="217149" y="139642"/>
                </a:cubicBezTo>
                <a:cubicBezTo>
                  <a:pt x="206653" y="139642"/>
                  <a:pt x="198654" y="136823"/>
                  <a:pt x="193151" y="131184"/>
                </a:cubicBezTo>
                <a:cubicBezTo>
                  <a:pt x="187649" y="125544"/>
                  <a:pt x="184898" y="117563"/>
                  <a:pt x="184898" y="107241"/>
                </a:cubicBezTo>
                <a:cubicBezTo>
                  <a:pt x="184898" y="100168"/>
                  <a:pt x="185963" y="93461"/>
                  <a:pt x="188094" y="87121"/>
                </a:cubicBezTo>
                <a:cubicBezTo>
                  <a:pt x="190225" y="80781"/>
                  <a:pt x="193374" y="74951"/>
                  <a:pt x="197541" y="69630"/>
                </a:cubicBezTo>
                <a:cubicBezTo>
                  <a:pt x="201707" y="64309"/>
                  <a:pt x="206430" y="59992"/>
                  <a:pt x="211710" y="56679"/>
                </a:cubicBezTo>
                <a:cubicBezTo>
                  <a:pt x="216990" y="53366"/>
                  <a:pt x="223287" y="50880"/>
                  <a:pt x="230602" y="49224"/>
                </a:cubicBezTo>
                <a:cubicBezTo>
                  <a:pt x="237917" y="47567"/>
                  <a:pt x="247332" y="46739"/>
                  <a:pt x="258845" y="46739"/>
                </a:cubicBezTo>
                <a:lnTo>
                  <a:pt x="289188" y="46739"/>
                </a:lnTo>
                <a:lnTo>
                  <a:pt x="286325" y="59355"/>
                </a:lnTo>
                <a:moveTo>
                  <a:pt x="244151" y="59642"/>
                </a:moveTo>
                <a:cubicBezTo>
                  <a:pt x="235627" y="59897"/>
                  <a:pt x="227994" y="62366"/>
                  <a:pt x="221251" y="67049"/>
                </a:cubicBezTo>
                <a:cubicBezTo>
                  <a:pt x="214509" y="71733"/>
                  <a:pt x="209277" y="78025"/>
                  <a:pt x="205556" y="85926"/>
                </a:cubicBezTo>
                <a:cubicBezTo>
                  <a:pt x="201834" y="93828"/>
                  <a:pt x="199974" y="102589"/>
                  <a:pt x="199974" y="112211"/>
                </a:cubicBezTo>
                <a:cubicBezTo>
                  <a:pt x="199974" y="117181"/>
                  <a:pt x="200785" y="121180"/>
                  <a:pt x="202407" y="124206"/>
                </a:cubicBezTo>
                <a:cubicBezTo>
                  <a:pt x="204029" y="127233"/>
                  <a:pt x="206049" y="129320"/>
                  <a:pt x="208466" y="130467"/>
                </a:cubicBezTo>
                <a:cubicBezTo>
                  <a:pt x="210883" y="131614"/>
                  <a:pt x="213491" y="132187"/>
                  <a:pt x="216290" y="132187"/>
                </a:cubicBezTo>
                <a:cubicBezTo>
                  <a:pt x="222715" y="132187"/>
                  <a:pt x="228280" y="130084"/>
                  <a:pt x="232988" y="125879"/>
                </a:cubicBezTo>
                <a:cubicBezTo>
                  <a:pt x="237695" y="121673"/>
                  <a:pt x="241496" y="115270"/>
                  <a:pt x="244390" y="106667"/>
                </a:cubicBezTo>
                <a:cubicBezTo>
                  <a:pt x="247284" y="98065"/>
                  <a:pt x="248731" y="89718"/>
                  <a:pt x="248731" y="81625"/>
                </a:cubicBezTo>
                <a:cubicBezTo>
                  <a:pt x="248731" y="72896"/>
                  <a:pt x="247205" y="65568"/>
                  <a:pt x="244151" y="59642"/>
                </a:cubicBezTo>
                <a:close/>
                <a:moveTo>
                  <a:pt x="328217" y="89750"/>
                </a:moveTo>
                <a:cubicBezTo>
                  <a:pt x="328217" y="112052"/>
                  <a:pt x="331795" y="130435"/>
                  <a:pt x="338951" y="144899"/>
                </a:cubicBezTo>
                <a:cubicBezTo>
                  <a:pt x="346107" y="159364"/>
                  <a:pt x="357032" y="169049"/>
                  <a:pt x="371726" y="173956"/>
                </a:cubicBezTo>
                <a:lnTo>
                  <a:pt x="369436" y="181315"/>
                </a:lnTo>
                <a:cubicBezTo>
                  <a:pt x="350798" y="176409"/>
                  <a:pt x="336518" y="165847"/>
                  <a:pt x="326595" y="149631"/>
                </a:cubicBezTo>
                <a:cubicBezTo>
                  <a:pt x="316671" y="133414"/>
                  <a:pt x="311710" y="113772"/>
                  <a:pt x="311710" y="90705"/>
                </a:cubicBezTo>
                <a:cubicBezTo>
                  <a:pt x="311710" y="67703"/>
                  <a:pt x="316687" y="48061"/>
                  <a:pt x="326642" y="31780"/>
                </a:cubicBezTo>
                <a:cubicBezTo>
                  <a:pt x="336597" y="15500"/>
                  <a:pt x="350862" y="4906"/>
                  <a:pt x="369436" y="0"/>
                </a:cubicBezTo>
                <a:lnTo>
                  <a:pt x="372013" y="7360"/>
                </a:lnTo>
                <a:cubicBezTo>
                  <a:pt x="357128" y="12266"/>
                  <a:pt x="346107" y="21840"/>
                  <a:pt x="338951" y="36081"/>
                </a:cubicBezTo>
                <a:cubicBezTo>
                  <a:pt x="331795" y="50323"/>
                  <a:pt x="328217" y="68212"/>
                  <a:pt x="328217" y="89750"/>
                </a:cubicBezTo>
                <a:close/>
                <a:moveTo>
                  <a:pt x="391946" y="108388"/>
                </a:moveTo>
                <a:cubicBezTo>
                  <a:pt x="391946" y="116162"/>
                  <a:pt x="393743" y="121944"/>
                  <a:pt x="397337" y="125736"/>
                </a:cubicBezTo>
                <a:cubicBezTo>
                  <a:pt x="400931" y="129527"/>
                  <a:pt x="406481" y="131423"/>
                  <a:pt x="413987" y="131423"/>
                </a:cubicBezTo>
                <a:cubicBezTo>
                  <a:pt x="422638" y="131423"/>
                  <a:pt x="429445" y="129065"/>
                  <a:pt x="434406" y="124350"/>
                </a:cubicBezTo>
                <a:cubicBezTo>
                  <a:pt x="439368" y="119634"/>
                  <a:pt x="441849" y="113071"/>
                  <a:pt x="441849" y="104660"/>
                </a:cubicBezTo>
                <a:cubicBezTo>
                  <a:pt x="441849" y="100773"/>
                  <a:pt x="441165" y="97348"/>
                  <a:pt x="439797" y="94385"/>
                </a:cubicBezTo>
                <a:cubicBezTo>
                  <a:pt x="438430" y="91422"/>
                  <a:pt x="436362" y="88587"/>
                  <a:pt x="433595" y="85879"/>
                </a:cubicBezTo>
                <a:cubicBezTo>
                  <a:pt x="430828" y="83171"/>
                  <a:pt x="426837" y="80064"/>
                  <a:pt x="421621" y="76560"/>
                </a:cubicBezTo>
                <a:cubicBezTo>
                  <a:pt x="416913" y="73374"/>
                  <a:pt x="413001" y="70235"/>
                  <a:pt x="409884" y="67145"/>
                </a:cubicBezTo>
                <a:cubicBezTo>
                  <a:pt x="406767" y="64055"/>
                  <a:pt x="404287" y="60598"/>
                  <a:pt x="402442" y="56775"/>
                </a:cubicBezTo>
                <a:cubicBezTo>
                  <a:pt x="400597" y="52951"/>
                  <a:pt x="399675" y="48682"/>
                  <a:pt x="399675" y="43967"/>
                </a:cubicBezTo>
                <a:cubicBezTo>
                  <a:pt x="399675" y="36448"/>
                  <a:pt x="401488" y="29821"/>
                  <a:pt x="405114" y="24086"/>
                </a:cubicBezTo>
                <a:cubicBezTo>
                  <a:pt x="408739" y="18351"/>
                  <a:pt x="413860" y="13923"/>
                  <a:pt x="420476" y="10801"/>
                </a:cubicBezTo>
                <a:cubicBezTo>
                  <a:pt x="427091" y="7678"/>
                  <a:pt x="434724" y="6117"/>
                  <a:pt x="443375" y="6117"/>
                </a:cubicBezTo>
                <a:cubicBezTo>
                  <a:pt x="449228" y="6117"/>
                  <a:pt x="454650" y="6515"/>
                  <a:pt x="459644" y="7312"/>
                </a:cubicBezTo>
                <a:cubicBezTo>
                  <a:pt x="464637" y="8108"/>
                  <a:pt x="470155" y="9462"/>
                  <a:pt x="476198" y="11374"/>
                </a:cubicBezTo>
                <a:lnTo>
                  <a:pt x="470855" y="35938"/>
                </a:lnTo>
                <a:lnTo>
                  <a:pt x="461695" y="35938"/>
                </a:lnTo>
                <a:cubicBezTo>
                  <a:pt x="461441" y="30522"/>
                  <a:pt x="460614" y="26269"/>
                  <a:pt x="459214" y="23178"/>
                </a:cubicBezTo>
                <a:cubicBezTo>
                  <a:pt x="457815" y="20088"/>
                  <a:pt x="455811" y="17873"/>
                  <a:pt x="453203" y="16535"/>
                </a:cubicBezTo>
                <a:cubicBezTo>
                  <a:pt x="450595" y="15197"/>
                  <a:pt x="447128" y="14528"/>
                  <a:pt x="442803" y="14528"/>
                </a:cubicBezTo>
                <a:cubicBezTo>
                  <a:pt x="437523" y="14528"/>
                  <a:pt x="432880" y="15611"/>
                  <a:pt x="428872" y="17778"/>
                </a:cubicBezTo>
                <a:cubicBezTo>
                  <a:pt x="424865" y="19944"/>
                  <a:pt x="421811" y="22891"/>
                  <a:pt x="419712" y="26619"/>
                </a:cubicBezTo>
                <a:cubicBezTo>
                  <a:pt x="417613" y="30347"/>
                  <a:pt x="416563" y="34504"/>
                  <a:pt x="416563" y="39092"/>
                </a:cubicBezTo>
                <a:cubicBezTo>
                  <a:pt x="416563" y="43871"/>
                  <a:pt x="417820" y="48061"/>
                  <a:pt x="420332" y="51661"/>
                </a:cubicBezTo>
                <a:cubicBezTo>
                  <a:pt x="422845" y="55261"/>
                  <a:pt x="427664" y="59514"/>
                  <a:pt x="434788" y="64421"/>
                </a:cubicBezTo>
                <a:cubicBezTo>
                  <a:pt x="441022" y="68754"/>
                  <a:pt x="445777" y="72625"/>
                  <a:pt x="449053" y="76034"/>
                </a:cubicBezTo>
                <a:cubicBezTo>
                  <a:pt x="452329" y="79443"/>
                  <a:pt x="454746" y="83059"/>
                  <a:pt x="456304" y="86882"/>
                </a:cubicBezTo>
                <a:cubicBezTo>
                  <a:pt x="457863" y="90705"/>
                  <a:pt x="458642" y="95134"/>
                  <a:pt x="458642" y="100168"/>
                </a:cubicBezTo>
                <a:cubicBezTo>
                  <a:pt x="458642" y="107942"/>
                  <a:pt x="456781" y="114839"/>
                  <a:pt x="453060" y="120861"/>
                </a:cubicBezTo>
                <a:cubicBezTo>
                  <a:pt x="449339" y="126882"/>
                  <a:pt x="444091" y="131534"/>
                  <a:pt x="437316" y="134816"/>
                </a:cubicBezTo>
                <a:cubicBezTo>
                  <a:pt x="430542" y="138097"/>
                  <a:pt x="422829" y="139738"/>
                  <a:pt x="414178" y="139738"/>
                </a:cubicBezTo>
                <a:cubicBezTo>
                  <a:pt x="408326" y="139738"/>
                  <a:pt x="402013" y="139260"/>
                  <a:pt x="395238" y="138304"/>
                </a:cubicBezTo>
                <a:cubicBezTo>
                  <a:pt x="388463" y="137349"/>
                  <a:pt x="382405" y="136138"/>
                  <a:pt x="377061" y="134672"/>
                </a:cubicBezTo>
                <a:lnTo>
                  <a:pt x="382786" y="108388"/>
                </a:lnTo>
                <a:lnTo>
                  <a:pt x="391946" y="1083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1">
            <a:extLst xmlns:a="http://schemas.openxmlformats.org/drawingml/2006/main">
              <a:ext uri="{FF2B5EF4-FFF2-40B4-BE49-F238E27FC236}">
                <a16:creationId xmlns:a16="http://schemas.microsoft.com/office/drawing/2014/main" id="{2C7DCBCC-BCE7-4E1A-9A68-9327B774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5027" y="1108681"/>
            <a:ext cx="59066" cy="89868"/>
          </a:xfrm>
          <a:custGeom xmlns:a="http://schemas.openxmlformats.org/drawingml/2006/main">
            <a:pathLst>
              <a:path w="59066" h="89868">
                <a:moveTo>
                  <a:pt x="38170" y="71448"/>
                </a:moveTo>
                <a:cubicBezTo>
                  <a:pt x="38170" y="72890"/>
                  <a:pt x="38217" y="74134"/>
                  <a:pt x="38310" y="75181"/>
                </a:cubicBezTo>
                <a:cubicBezTo>
                  <a:pt x="38402" y="76227"/>
                  <a:pt x="38553" y="77111"/>
                  <a:pt x="38762" y="77832"/>
                </a:cubicBezTo>
                <a:cubicBezTo>
                  <a:pt x="38971" y="78553"/>
                  <a:pt x="39250" y="79170"/>
                  <a:pt x="39598" y="79681"/>
                </a:cubicBezTo>
                <a:cubicBezTo>
                  <a:pt x="39946" y="80193"/>
                  <a:pt x="40353" y="80635"/>
                  <a:pt x="40817" y="81007"/>
                </a:cubicBezTo>
                <a:cubicBezTo>
                  <a:pt x="41374" y="81565"/>
                  <a:pt x="42117" y="81995"/>
                  <a:pt x="43046" y="82298"/>
                </a:cubicBezTo>
                <a:cubicBezTo>
                  <a:pt x="43975" y="82600"/>
                  <a:pt x="45159" y="82856"/>
                  <a:pt x="46598" y="83065"/>
                </a:cubicBezTo>
                <a:cubicBezTo>
                  <a:pt x="48038" y="83275"/>
                  <a:pt x="49768" y="83437"/>
                  <a:pt x="51787" y="83554"/>
                </a:cubicBezTo>
                <a:cubicBezTo>
                  <a:pt x="53807" y="83670"/>
                  <a:pt x="56234" y="83751"/>
                  <a:pt x="59066" y="83798"/>
                </a:cubicBezTo>
                <a:lnTo>
                  <a:pt x="59066" y="89868"/>
                </a:lnTo>
                <a:lnTo>
                  <a:pt x="3831" y="89868"/>
                </a:lnTo>
                <a:lnTo>
                  <a:pt x="3831" y="83798"/>
                </a:lnTo>
                <a:cubicBezTo>
                  <a:pt x="6571" y="83705"/>
                  <a:pt x="8892" y="83600"/>
                  <a:pt x="10796" y="83484"/>
                </a:cubicBezTo>
                <a:cubicBezTo>
                  <a:pt x="12700" y="83368"/>
                  <a:pt x="14325" y="83205"/>
                  <a:pt x="15672" y="82995"/>
                </a:cubicBezTo>
                <a:cubicBezTo>
                  <a:pt x="17019" y="82786"/>
                  <a:pt x="18098" y="82554"/>
                  <a:pt x="18911" y="82298"/>
                </a:cubicBezTo>
                <a:cubicBezTo>
                  <a:pt x="19724" y="82042"/>
                  <a:pt x="20432" y="81728"/>
                  <a:pt x="21035" y="81356"/>
                </a:cubicBezTo>
                <a:cubicBezTo>
                  <a:pt x="21686" y="80937"/>
                  <a:pt x="22243" y="80484"/>
                  <a:pt x="22707" y="79995"/>
                </a:cubicBezTo>
                <a:cubicBezTo>
                  <a:pt x="23171" y="79507"/>
                  <a:pt x="23543" y="78890"/>
                  <a:pt x="23822" y="78146"/>
                </a:cubicBezTo>
                <a:cubicBezTo>
                  <a:pt x="24100" y="77402"/>
                  <a:pt x="24321" y="76495"/>
                  <a:pt x="24483" y="75425"/>
                </a:cubicBezTo>
                <a:cubicBezTo>
                  <a:pt x="24646" y="74355"/>
                  <a:pt x="24727" y="73030"/>
                  <a:pt x="24727" y="71448"/>
                </a:cubicBezTo>
                <a:lnTo>
                  <a:pt x="24727" y="21420"/>
                </a:lnTo>
                <a:cubicBezTo>
                  <a:pt x="24727" y="19606"/>
                  <a:pt x="24379" y="18327"/>
                  <a:pt x="23682" y="17583"/>
                </a:cubicBezTo>
                <a:cubicBezTo>
                  <a:pt x="22986" y="16839"/>
                  <a:pt x="21987" y="16467"/>
                  <a:pt x="20687" y="16467"/>
                </a:cubicBezTo>
                <a:cubicBezTo>
                  <a:pt x="19248" y="16467"/>
                  <a:pt x="17112" y="17211"/>
                  <a:pt x="14279" y="18699"/>
                </a:cubicBezTo>
                <a:cubicBezTo>
                  <a:pt x="11446" y="20188"/>
                  <a:pt x="7778" y="22397"/>
                  <a:pt x="3274" y="25328"/>
                </a:cubicBezTo>
                <a:cubicBezTo>
                  <a:pt x="2670" y="24258"/>
                  <a:pt x="2113" y="23188"/>
                  <a:pt x="1602" y="22118"/>
                </a:cubicBezTo>
                <a:cubicBezTo>
                  <a:pt x="1091" y="21048"/>
                  <a:pt x="557" y="19955"/>
                  <a:pt x="0" y="18839"/>
                </a:cubicBezTo>
                <a:cubicBezTo>
                  <a:pt x="5758" y="15676"/>
                  <a:pt x="11458" y="12524"/>
                  <a:pt x="17100" y="9385"/>
                </a:cubicBezTo>
                <a:cubicBezTo>
                  <a:pt x="22742" y="6245"/>
                  <a:pt x="28465" y="3117"/>
                  <a:pt x="34270" y="0"/>
                </a:cubicBezTo>
                <a:lnTo>
                  <a:pt x="38518" y="0"/>
                </a:lnTo>
                <a:cubicBezTo>
                  <a:pt x="38426" y="2558"/>
                  <a:pt x="38356" y="4849"/>
                  <a:pt x="38310" y="6873"/>
                </a:cubicBezTo>
                <a:cubicBezTo>
                  <a:pt x="38263" y="8896"/>
                  <a:pt x="38228" y="10861"/>
                  <a:pt x="38205" y="12769"/>
                </a:cubicBezTo>
                <a:cubicBezTo>
                  <a:pt x="38182" y="14676"/>
                  <a:pt x="38170" y="16560"/>
                  <a:pt x="38170" y="18420"/>
                </a:cubicBezTo>
                <a:lnTo>
                  <a:pt x="38170" y="714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)">
            <a:extLst xmlns:a="http://schemas.openxmlformats.org/drawingml/2006/main">
              <a:ext uri="{FF2B5EF4-FFF2-40B4-BE49-F238E27FC236}">
                <a16:creationId xmlns:a16="http://schemas.microsoft.com/office/drawing/2014/main" id="{5F3919A3-0DF9-4437-9053-67230C1A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724" y="1020308"/>
            <a:ext cx="60303" cy="181315"/>
          </a:xfrm>
          <a:custGeom xmlns:a="http://schemas.openxmlformats.org/drawingml/2006/main">
            <a:pathLst>
              <a:path w="60303" h="181315">
                <a:moveTo>
                  <a:pt x="43796" y="89750"/>
                </a:moveTo>
                <a:cubicBezTo>
                  <a:pt x="43796" y="68212"/>
                  <a:pt x="40234" y="50323"/>
                  <a:pt x="33109" y="36081"/>
                </a:cubicBezTo>
                <a:cubicBezTo>
                  <a:pt x="25985" y="21840"/>
                  <a:pt x="14948" y="12266"/>
                  <a:pt x="0" y="7360"/>
                </a:cubicBezTo>
                <a:lnTo>
                  <a:pt x="2576" y="0"/>
                </a:lnTo>
                <a:cubicBezTo>
                  <a:pt x="21151" y="4906"/>
                  <a:pt x="35415" y="15500"/>
                  <a:pt x="45370" y="31780"/>
                </a:cubicBezTo>
                <a:cubicBezTo>
                  <a:pt x="55325" y="48061"/>
                  <a:pt x="60303" y="67703"/>
                  <a:pt x="60303" y="90705"/>
                </a:cubicBezTo>
                <a:cubicBezTo>
                  <a:pt x="60303" y="113772"/>
                  <a:pt x="55341" y="133414"/>
                  <a:pt x="45418" y="149631"/>
                </a:cubicBezTo>
                <a:cubicBezTo>
                  <a:pt x="35495" y="165847"/>
                  <a:pt x="21214" y="176409"/>
                  <a:pt x="2576" y="181315"/>
                </a:cubicBezTo>
                <a:lnTo>
                  <a:pt x="286" y="173956"/>
                </a:lnTo>
                <a:cubicBezTo>
                  <a:pt x="14980" y="169049"/>
                  <a:pt x="25905" y="159364"/>
                  <a:pt x="33062" y="144899"/>
                </a:cubicBezTo>
                <a:cubicBezTo>
                  <a:pt x="40218" y="130435"/>
                  <a:pt x="43796" y="112052"/>
                  <a:pt x="43796" y="89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7493F-2541-4DE4-A1B7-7704838A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3661" y="2086752"/>
            <a:ext cx="1451910" cy="383665"/>
          </a:xfrm>
          <a:custGeom xmlns:a="http://schemas.openxmlformats.org/drawingml/2006/main">
            <a:pathLst>
              <a:path w="1451910" h="383665" fill="none">
                <a:moveTo>
                  <a:pt x="0" y="0"/>
                </a:moveTo>
                <a:lnTo>
                  <a:pt x="1451910" y="0"/>
                </a:lnTo>
                <a:lnTo>
                  <a:pt x="1451910" y="383665"/>
                </a:lnTo>
                <a:lnTo>
                  <a:pt x="0" y="38366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17" name="Text 𝐶">
            <a:extLst xmlns:a="http://schemas.openxmlformats.org/drawingml/2006/main">
              <a:ext uri="{FF2B5EF4-FFF2-40B4-BE49-F238E27FC236}">
                <a16:creationId xmlns:a16="http://schemas.microsoft.com/office/drawing/2014/main" id="{67313A3F-DCB9-413B-97D7-C01EEE6F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89" y="2204387"/>
            <a:ext cx="100855" cy="133525"/>
          </a:xfrm>
          <a:custGeom xmlns:a="http://schemas.openxmlformats.org/drawingml/2006/main">
            <a:pathLst>
              <a:path w="100855" h="133525">
                <a:moveTo>
                  <a:pt x="100855" y="4875"/>
                </a:moveTo>
                <a:lnTo>
                  <a:pt x="95130" y="30777"/>
                </a:lnTo>
                <a:lnTo>
                  <a:pt x="85970" y="30777"/>
                </a:lnTo>
                <a:cubicBezTo>
                  <a:pt x="85461" y="22939"/>
                  <a:pt x="83759" y="17284"/>
                  <a:pt x="80865" y="13811"/>
                </a:cubicBezTo>
                <a:cubicBezTo>
                  <a:pt x="77971" y="10339"/>
                  <a:pt x="73311" y="8602"/>
                  <a:pt x="66887" y="8602"/>
                </a:cubicBezTo>
                <a:cubicBezTo>
                  <a:pt x="58108" y="8602"/>
                  <a:pt x="49950" y="12999"/>
                  <a:pt x="42412" y="21792"/>
                </a:cubicBezTo>
                <a:cubicBezTo>
                  <a:pt x="34875" y="30586"/>
                  <a:pt x="28911" y="42199"/>
                  <a:pt x="24522" y="56631"/>
                </a:cubicBezTo>
                <a:cubicBezTo>
                  <a:pt x="20133" y="71064"/>
                  <a:pt x="17938" y="84461"/>
                  <a:pt x="17938" y="96823"/>
                </a:cubicBezTo>
                <a:cubicBezTo>
                  <a:pt x="17938" y="106508"/>
                  <a:pt x="19656" y="113645"/>
                  <a:pt x="23091" y="118233"/>
                </a:cubicBezTo>
                <a:cubicBezTo>
                  <a:pt x="26526" y="122820"/>
                  <a:pt x="31805" y="125114"/>
                  <a:pt x="38930" y="125114"/>
                </a:cubicBezTo>
                <a:cubicBezTo>
                  <a:pt x="43701" y="125114"/>
                  <a:pt x="47867" y="124397"/>
                  <a:pt x="51429" y="122964"/>
                </a:cubicBezTo>
                <a:cubicBezTo>
                  <a:pt x="54991" y="121530"/>
                  <a:pt x="58331" y="119109"/>
                  <a:pt x="61448" y="115700"/>
                </a:cubicBezTo>
                <a:cubicBezTo>
                  <a:pt x="64565" y="112291"/>
                  <a:pt x="67650" y="107528"/>
                  <a:pt x="70703" y="101410"/>
                </a:cubicBezTo>
                <a:lnTo>
                  <a:pt x="79863" y="101410"/>
                </a:lnTo>
                <a:lnTo>
                  <a:pt x="74043" y="128555"/>
                </a:lnTo>
                <a:cubicBezTo>
                  <a:pt x="62148" y="131869"/>
                  <a:pt x="49680" y="133525"/>
                  <a:pt x="36640" y="133525"/>
                </a:cubicBezTo>
                <a:cubicBezTo>
                  <a:pt x="24681" y="133525"/>
                  <a:pt x="15585" y="130084"/>
                  <a:pt x="9351" y="123203"/>
                </a:cubicBezTo>
                <a:cubicBezTo>
                  <a:pt x="3117" y="116321"/>
                  <a:pt x="0" y="106253"/>
                  <a:pt x="0" y="92999"/>
                </a:cubicBezTo>
                <a:cubicBezTo>
                  <a:pt x="0" y="83633"/>
                  <a:pt x="1670" y="72832"/>
                  <a:pt x="5009" y="60598"/>
                </a:cubicBezTo>
                <a:cubicBezTo>
                  <a:pt x="8349" y="48363"/>
                  <a:pt x="13072" y="37627"/>
                  <a:pt x="19179" y="28387"/>
                </a:cubicBezTo>
                <a:cubicBezTo>
                  <a:pt x="25285" y="19148"/>
                  <a:pt x="32505" y="12107"/>
                  <a:pt x="40838" y="7264"/>
                </a:cubicBezTo>
                <a:cubicBezTo>
                  <a:pt x="49171" y="2421"/>
                  <a:pt x="58331" y="0"/>
                  <a:pt x="68318" y="0"/>
                </a:cubicBezTo>
                <a:cubicBezTo>
                  <a:pt x="74106" y="0"/>
                  <a:pt x="79466" y="350"/>
                  <a:pt x="84395" y="1051"/>
                </a:cubicBezTo>
                <a:cubicBezTo>
                  <a:pt x="89325" y="1752"/>
                  <a:pt x="94812" y="3027"/>
                  <a:pt x="100855" y="48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C2F063-5B5F-4835-862C-F72005AD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650" y="2190440"/>
            <a:ext cx="320329" cy="181311"/>
          </a:xfrm>
          <a:custGeom xmlns:a="http://schemas.openxmlformats.org/drawingml/2006/main">
            <a:pathLst>
              <a:path w="320329" h="181311">
                <a:moveTo>
                  <a:pt x="262601" y="0"/>
                </a:moveTo>
                <a:cubicBezTo>
                  <a:pt x="281181" y="4910"/>
                  <a:pt x="295446" y="15497"/>
                  <a:pt x="305396" y="31776"/>
                </a:cubicBezTo>
                <a:cubicBezTo>
                  <a:pt x="315346" y="48056"/>
                  <a:pt x="320329" y="67696"/>
                  <a:pt x="320329" y="90713"/>
                </a:cubicBezTo>
                <a:cubicBezTo>
                  <a:pt x="320329" y="113778"/>
                  <a:pt x="315362" y="133419"/>
                  <a:pt x="305445" y="149633"/>
                </a:cubicBezTo>
                <a:cubicBezTo>
                  <a:pt x="295512" y="165847"/>
                  <a:pt x="281247" y="176401"/>
                  <a:pt x="262601" y="181311"/>
                </a:cubicBezTo>
                <a:lnTo>
                  <a:pt x="260305" y="173955"/>
                </a:lnTo>
                <a:cubicBezTo>
                  <a:pt x="275010" y="169045"/>
                  <a:pt x="285936" y="159371"/>
                  <a:pt x="293085" y="144902"/>
                </a:cubicBezTo>
                <a:cubicBezTo>
                  <a:pt x="300250" y="130433"/>
                  <a:pt x="303817" y="112049"/>
                  <a:pt x="303817" y="89750"/>
                </a:cubicBezTo>
                <a:cubicBezTo>
                  <a:pt x="303817" y="68218"/>
                  <a:pt x="300267" y="50324"/>
                  <a:pt x="293134" y="36083"/>
                </a:cubicBezTo>
                <a:cubicBezTo>
                  <a:pt x="286002" y="21842"/>
                  <a:pt x="274977" y="12267"/>
                  <a:pt x="260028" y="7357"/>
                </a:cubicBezTo>
                <a:lnTo>
                  <a:pt x="262601" y="0"/>
                </a:lnTo>
                <a:close/>
                <a:moveTo>
                  <a:pt x="57728" y="0"/>
                </a:moveTo>
                <a:lnTo>
                  <a:pt x="60301" y="7357"/>
                </a:lnTo>
                <a:cubicBezTo>
                  <a:pt x="45417" y="12267"/>
                  <a:pt x="34392" y="21842"/>
                  <a:pt x="27244" y="36083"/>
                </a:cubicBezTo>
                <a:cubicBezTo>
                  <a:pt x="20079" y="50324"/>
                  <a:pt x="16512" y="68218"/>
                  <a:pt x="16512" y="89750"/>
                </a:cubicBezTo>
                <a:cubicBezTo>
                  <a:pt x="16512" y="112049"/>
                  <a:pt x="20079" y="130433"/>
                  <a:pt x="27244" y="144902"/>
                </a:cubicBezTo>
                <a:cubicBezTo>
                  <a:pt x="34392" y="159371"/>
                  <a:pt x="45319" y="169045"/>
                  <a:pt x="60008" y="173955"/>
                </a:cubicBezTo>
                <a:lnTo>
                  <a:pt x="57728" y="181311"/>
                </a:lnTo>
                <a:cubicBezTo>
                  <a:pt x="39082" y="176401"/>
                  <a:pt x="24801" y="165847"/>
                  <a:pt x="14884" y="149633"/>
                </a:cubicBezTo>
                <a:cubicBezTo>
                  <a:pt x="4967" y="133419"/>
                  <a:pt x="0" y="113778"/>
                  <a:pt x="0" y="90713"/>
                </a:cubicBezTo>
                <a:cubicBezTo>
                  <a:pt x="0" y="67696"/>
                  <a:pt x="4983" y="48056"/>
                  <a:pt x="14933" y="31776"/>
                </a:cubicBezTo>
                <a:cubicBezTo>
                  <a:pt x="24882" y="15497"/>
                  <a:pt x="39148" y="4910"/>
                  <a:pt x="57728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𝑆">
            <a:extLst xmlns:a="http://schemas.openxmlformats.org/drawingml/2006/main">
              <a:ext uri="{FF2B5EF4-FFF2-40B4-BE49-F238E27FC236}">
                <a16:creationId xmlns:a16="http://schemas.microsoft.com/office/drawing/2014/main" id="{3FC3AF98-0A2C-4070-BA2C-35542884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6999" y="2204387"/>
            <a:ext cx="99137" cy="133621"/>
          </a:xfrm>
          <a:custGeom xmlns:a="http://schemas.openxmlformats.org/drawingml/2006/main">
            <a:pathLst>
              <a:path w="99137" h="133621">
                <a:moveTo>
                  <a:pt x="14885" y="102271"/>
                </a:moveTo>
                <a:cubicBezTo>
                  <a:pt x="14885" y="110044"/>
                  <a:pt x="16682" y="115827"/>
                  <a:pt x="20276" y="119618"/>
                </a:cubicBezTo>
                <a:cubicBezTo>
                  <a:pt x="23870" y="123410"/>
                  <a:pt x="29420" y="125305"/>
                  <a:pt x="36926" y="125305"/>
                </a:cubicBezTo>
                <a:cubicBezTo>
                  <a:pt x="45577" y="125305"/>
                  <a:pt x="52383" y="122948"/>
                  <a:pt x="57345" y="118233"/>
                </a:cubicBezTo>
                <a:cubicBezTo>
                  <a:pt x="62307" y="113517"/>
                  <a:pt x="64787" y="106954"/>
                  <a:pt x="64787" y="98543"/>
                </a:cubicBezTo>
                <a:cubicBezTo>
                  <a:pt x="64787" y="94656"/>
                  <a:pt x="64104" y="91231"/>
                  <a:pt x="62736" y="88268"/>
                </a:cubicBezTo>
                <a:cubicBezTo>
                  <a:pt x="61368" y="85305"/>
                  <a:pt x="59301" y="82470"/>
                  <a:pt x="56534" y="79762"/>
                </a:cubicBezTo>
                <a:cubicBezTo>
                  <a:pt x="53767" y="77053"/>
                  <a:pt x="49775" y="73947"/>
                  <a:pt x="44559" y="70442"/>
                </a:cubicBezTo>
                <a:cubicBezTo>
                  <a:pt x="39852" y="67256"/>
                  <a:pt x="35940" y="64118"/>
                  <a:pt x="32823" y="61028"/>
                </a:cubicBezTo>
                <a:cubicBezTo>
                  <a:pt x="29706" y="57937"/>
                  <a:pt x="27225" y="54481"/>
                  <a:pt x="25381" y="50657"/>
                </a:cubicBezTo>
                <a:cubicBezTo>
                  <a:pt x="23536" y="46834"/>
                  <a:pt x="22614" y="42565"/>
                  <a:pt x="22614" y="37850"/>
                </a:cubicBezTo>
                <a:cubicBezTo>
                  <a:pt x="22614" y="30331"/>
                  <a:pt x="24426" y="23704"/>
                  <a:pt x="28052" y="17969"/>
                </a:cubicBezTo>
                <a:cubicBezTo>
                  <a:pt x="31678" y="12234"/>
                  <a:pt x="36799" y="7806"/>
                  <a:pt x="43414" y="4683"/>
                </a:cubicBezTo>
                <a:cubicBezTo>
                  <a:pt x="50030" y="1561"/>
                  <a:pt x="57663" y="0"/>
                  <a:pt x="66314" y="0"/>
                </a:cubicBezTo>
                <a:cubicBezTo>
                  <a:pt x="72166" y="0"/>
                  <a:pt x="77589" y="398"/>
                  <a:pt x="82583" y="1195"/>
                </a:cubicBezTo>
                <a:cubicBezTo>
                  <a:pt x="87576" y="1991"/>
                  <a:pt x="93094" y="3345"/>
                  <a:pt x="99137" y="5257"/>
                </a:cubicBezTo>
                <a:lnTo>
                  <a:pt x="93794" y="29821"/>
                </a:lnTo>
                <a:lnTo>
                  <a:pt x="84634" y="29821"/>
                </a:lnTo>
                <a:cubicBezTo>
                  <a:pt x="84379" y="24405"/>
                  <a:pt x="83553" y="20151"/>
                  <a:pt x="82153" y="17061"/>
                </a:cubicBezTo>
                <a:cubicBezTo>
                  <a:pt x="80754" y="13971"/>
                  <a:pt x="78750" y="11756"/>
                  <a:pt x="76142" y="10418"/>
                </a:cubicBezTo>
                <a:cubicBezTo>
                  <a:pt x="73534" y="9080"/>
                  <a:pt x="70067" y="8411"/>
                  <a:pt x="65742" y="8411"/>
                </a:cubicBezTo>
                <a:cubicBezTo>
                  <a:pt x="60462" y="8411"/>
                  <a:pt x="55818" y="9494"/>
                  <a:pt x="51811" y="11661"/>
                </a:cubicBezTo>
                <a:cubicBezTo>
                  <a:pt x="47803" y="13827"/>
                  <a:pt x="44750" y="16774"/>
                  <a:pt x="42651" y="20502"/>
                </a:cubicBezTo>
                <a:cubicBezTo>
                  <a:pt x="40552" y="24230"/>
                  <a:pt x="39502" y="28387"/>
                  <a:pt x="39502" y="32975"/>
                </a:cubicBezTo>
                <a:cubicBezTo>
                  <a:pt x="39502" y="37754"/>
                  <a:pt x="40759" y="41944"/>
                  <a:pt x="43271" y="45544"/>
                </a:cubicBezTo>
                <a:cubicBezTo>
                  <a:pt x="45784" y="49144"/>
                  <a:pt x="50602" y="53397"/>
                  <a:pt x="57727" y="58304"/>
                </a:cubicBezTo>
                <a:cubicBezTo>
                  <a:pt x="63960" y="62637"/>
                  <a:pt x="68715" y="66508"/>
                  <a:pt x="71991" y="69917"/>
                </a:cubicBezTo>
                <a:cubicBezTo>
                  <a:pt x="75267" y="73326"/>
                  <a:pt x="77684" y="76942"/>
                  <a:pt x="79243" y="80765"/>
                </a:cubicBezTo>
                <a:cubicBezTo>
                  <a:pt x="80801" y="84588"/>
                  <a:pt x="81581" y="89017"/>
                  <a:pt x="81581" y="94051"/>
                </a:cubicBezTo>
                <a:cubicBezTo>
                  <a:pt x="81581" y="101825"/>
                  <a:pt x="79720" y="108722"/>
                  <a:pt x="75999" y="114744"/>
                </a:cubicBezTo>
                <a:cubicBezTo>
                  <a:pt x="72278" y="120765"/>
                  <a:pt x="67030" y="125417"/>
                  <a:pt x="60255" y="128699"/>
                </a:cubicBezTo>
                <a:cubicBezTo>
                  <a:pt x="53481" y="131980"/>
                  <a:pt x="45768" y="133621"/>
                  <a:pt x="37117" y="133621"/>
                </a:cubicBezTo>
                <a:cubicBezTo>
                  <a:pt x="31265" y="133621"/>
                  <a:pt x="24951" y="133143"/>
                  <a:pt x="18177" y="132187"/>
                </a:cubicBezTo>
                <a:cubicBezTo>
                  <a:pt x="11402" y="131231"/>
                  <a:pt x="5343" y="130021"/>
                  <a:pt x="0" y="128555"/>
                </a:cubicBezTo>
                <a:lnTo>
                  <a:pt x="5725" y="102271"/>
                </a:lnTo>
                <a:lnTo>
                  <a:pt x="14885" y="1022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𝑘">
            <a:extLst xmlns:a="http://schemas.openxmlformats.org/drawingml/2006/main">
              <a:ext uri="{FF2B5EF4-FFF2-40B4-BE49-F238E27FC236}">
                <a16:creationId xmlns:a16="http://schemas.microsoft.com/office/drawing/2014/main" id="{9DE072EB-EFE8-400B-BF35-D1459920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8422" y="2281271"/>
            <a:ext cx="73903" cy="96497"/>
          </a:xfrm>
          <a:custGeom xmlns:a="http://schemas.openxmlformats.org/drawingml/2006/main">
            <a:pathLst>
              <a:path w="73903" h="96497">
                <a:moveTo>
                  <a:pt x="21035" y="60214"/>
                </a:moveTo>
                <a:lnTo>
                  <a:pt x="13373" y="95241"/>
                </a:lnTo>
                <a:lnTo>
                  <a:pt x="0" y="95241"/>
                </a:lnTo>
                <a:lnTo>
                  <a:pt x="16856" y="20304"/>
                </a:lnTo>
                <a:cubicBezTo>
                  <a:pt x="17413" y="17839"/>
                  <a:pt x="17808" y="15897"/>
                  <a:pt x="18040" y="14478"/>
                </a:cubicBezTo>
                <a:cubicBezTo>
                  <a:pt x="18272" y="13059"/>
                  <a:pt x="18389" y="11792"/>
                  <a:pt x="18389" y="10675"/>
                </a:cubicBezTo>
                <a:cubicBezTo>
                  <a:pt x="18389" y="9792"/>
                  <a:pt x="18238" y="9024"/>
                  <a:pt x="17936" y="8373"/>
                </a:cubicBezTo>
                <a:cubicBezTo>
                  <a:pt x="17634" y="7722"/>
                  <a:pt x="17135" y="7198"/>
                  <a:pt x="16438" y="6803"/>
                </a:cubicBezTo>
                <a:cubicBezTo>
                  <a:pt x="15742" y="6408"/>
                  <a:pt x="14813" y="6117"/>
                  <a:pt x="13652" y="5931"/>
                </a:cubicBezTo>
                <a:cubicBezTo>
                  <a:pt x="12491" y="5745"/>
                  <a:pt x="11052" y="5628"/>
                  <a:pt x="9334" y="5582"/>
                </a:cubicBezTo>
                <a:lnTo>
                  <a:pt x="10378" y="837"/>
                </a:lnTo>
                <a:lnTo>
                  <a:pt x="29533" y="0"/>
                </a:lnTo>
                <a:lnTo>
                  <a:pt x="34548" y="0"/>
                </a:lnTo>
                <a:lnTo>
                  <a:pt x="22289" y="54284"/>
                </a:lnTo>
                <a:lnTo>
                  <a:pt x="24239" y="54284"/>
                </a:lnTo>
                <a:cubicBezTo>
                  <a:pt x="26004" y="54284"/>
                  <a:pt x="27908" y="53912"/>
                  <a:pt x="29951" y="53167"/>
                </a:cubicBezTo>
                <a:cubicBezTo>
                  <a:pt x="31994" y="52423"/>
                  <a:pt x="34026" y="51458"/>
                  <a:pt x="36046" y="50272"/>
                </a:cubicBezTo>
                <a:cubicBezTo>
                  <a:pt x="38066" y="49086"/>
                  <a:pt x="40004" y="47748"/>
                  <a:pt x="41862" y="46260"/>
                </a:cubicBezTo>
                <a:cubicBezTo>
                  <a:pt x="43719" y="44771"/>
                  <a:pt x="45356" y="43271"/>
                  <a:pt x="46772" y="41759"/>
                </a:cubicBezTo>
                <a:cubicBezTo>
                  <a:pt x="48189" y="40248"/>
                  <a:pt x="49315" y="38817"/>
                  <a:pt x="50151" y="37468"/>
                </a:cubicBezTo>
                <a:cubicBezTo>
                  <a:pt x="50986" y="36119"/>
                  <a:pt x="51404" y="34980"/>
                  <a:pt x="51404" y="34049"/>
                </a:cubicBezTo>
                <a:cubicBezTo>
                  <a:pt x="51404" y="32933"/>
                  <a:pt x="51033" y="32026"/>
                  <a:pt x="50290" y="31328"/>
                </a:cubicBezTo>
                <a:cubicBezTo>
                  <a:pt x="49547" y="30631"/>
                  <a:pt x="48200" y="30165"/>
                  <a:pt x="46250" y="29933"/>
                </a:cubicBezTo>
                <a:lnTo>
                  <a:pt x="47086" y="25467"/>
                </a:lnTo>
                <a:lnTo>
                  <a:pt x="72161" y="25467"/>
                </a:lnTo>
                <a:lnTo>
                  <a:pt x="73903" y="29793"/>
                </a:lnTo>
                <a:cubicBezTo>
                  <a:pt x="70977" y="32305"/>
                  <a:pt x="68168" y="34631"/>
                  <a:pt x="65474" y="36771"/>
                </a:cubicBezTo>
                <a:cubicBezTo>
                  <a:pt x="62781" y="38910"/>
                  <a:pt x="60146" y="40969"/>
                  <a:pt x="57569" y="42946"/>
                </a:cubicBezTo>
                <a:cubicBezTo>
                  <a:pt x="54992" y="44922"/>
                  <a:pt x="52414" y="46864"/>
                  <a:pt x="49837" y="48772"/>
                </a:cubicBezTo>
                <a:cubicBezTo>
                  <a:pt x="47260" y="50679"/>
                  <a:pt x="44625" y="52656"/>
                  <a:pt x="41931" y="54702"/>
                </a:cubicBezTo>
                <a:cubicBezTo>
                  <a:pt x="43046" y="58238"/>
                  <a:pt x="44184" y="61831"/>
                  <a:pt x="45345" y="65482"/>
                </a:cubicBezTo>
                <a:cubicBezTo>
                  <a:pt x="46505" y="69134"/>
                  <a:pt x="47666" y="72750"/>
                  <a:pt x="48827" y="76332"/>
                </a:cubicBezTo>
                <a:cubicBezTo>
                  <a:pt x="49384" y="78239"/>
                  <a:pt x="49907" y="79879"/>
                  <a:pt x="50394" y="81251"/>
                </a:cubicBezTo>
                <a:cubicBezTo>
                  <a:pt x="50882" y="82623"/>
                  <a:pt x="51404" y="83740"/>
                  <a:pt x="51962" y="84600"/>
                </a:cubicBezTo>
                <a:cubicBezTo>
                  <a:pt x="52519" y="85461"/>
                  <a:pt x="53123" y="86100"/>
                  <a:pt x="53773" y="86519"/>
                </a:cubicBezTo>
                <a:cubicBezTo>
                  <a:pt x="54423" y="86938"/>
                  <a:pt x="55212" y="87147"/>
                  <a:pt x="56141" y="87147"/>
                </a:cubicBezTo>
                <a:cubicBezTo>
                  <a:pt x="56791" y="87147"/>
                  <a:pt x="57464" y="87031"/>
                  <a:pt x="58161" y="86798"/>
                </a:cubicBezTo>
                <a:cubicBezTo>
                  <a:pt x="58857" y="86566"/>
                  <a:pt x="59635" y="86147"/>
                  <a:pt x="60494" y="85542"/>
                </a:cubicBezTo>
                <a:cubicBezTo>
                  <a:pt x="61353" y="84938"/>
                  <a:pt x="62328" y="84112"/>
                  <a:pt x="63420" y="83065"/>
                </a:cubicBezTo>
                <a:cubicBezTo>
                  <a:pt x="64511" y="82019"/>
                  <a:pt x="65753" y="80705"/>
                  <a:pt x="67146" y="79123"/>
                </a:cubicBezTo>
                <a:lnTo>
                  <a:pt x="71883" y="83658"/>
                </a:lnTo>
                <a:cubicBezTo>
                  <a:pt x="69700" y="85891"/>
                  <a:pt x="67669" y="87821"/>
                  <a:pt x="65788" y="89450"/>
                </a:cubicBezTo>
                <a:cubicBezTo>
                  <a:pt x="63907" y="91078"/>
                  <a:pt x="62119" y="92415"/>
                  <a:pt x="60425" y="93462"/>
                </a:cubicBezTo>
                <a:cubicBezTo>
                  <a:pt x="58730" y="94508"/>
                  <a:pt x="57093" y="95276"/>
                  <a:pt x="55514" y="95764"/>
                </a:cubicBezTo>
                <a:cubicBezTo>
                  <a:pt x="53935" y="96252"/>
                  <a:pt x="52333" y="96497"/>
                  <a:pt x="50708" y="96497"/>
                </a:cubicBezTo>
                <a:cubicBezTo>
                  <a:pt x="47782" y="96497"/>
                  <a:pt x="45426" y="95764"/>
                  <a:pt x="43638" y="94299"/>
                </a:cubicBezTo>
                <a:cubicBezTo>
                  <a:pt x="41850" y="92834"/>
                  <a:pt x="40329" y="90740"/>
                  <a:pt x="39076" y="88019"/>
                </a:cubicBezTo>
                <a:cubicBezTo>
                  <a:pt x="37822" y="85298"/>
                  <a:pt x="36673" y="82007"/>
                  <a:pt x="35628" y="78146"/>
                </a:cubicBezTo>
                <a:cubicBezTo>
                  <a:pt x="34583" y="74285"/>
                  <a:pt x="33364" y="69983"/>
                  <a:pt x="31971" y="65238"/>
                </a:cubicBezTo>
                <a:cubicBezTo>
                  <a:pt x="31646" y="64122"/>
                  <a:pt x="31333" y="63226"/>
                  <a:pt x="31031" y="62552"/>
                </a:cubicBezTo>
                <a:cubicBezTo>
                  <a:pt x="30729" y="61877"/>
                  <a:pt x="30346" y="61366"/>
                  <a:pt x="29881" y="61017"/>
                </a:cubicBezTo>
                <a:cubicBezTo>
                  <a:pt x="29417" y="60668"/>
                  <a:pt x="28837" y="60447"/>
                  <a:pt x="28140" y="60354"/>
                </a:cubicBezTo>
                <a:cubicBezTo>
                  <a:pt x="27444" y="60261"/>
                  <a:pt x="26561" y="60214"/>
                  <a:pt x="25493" y="60214"/>
                </a:cubicBezTo>
                <a:lnTo>
                  <a:pt x="21035" y="602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±𝜎(𝑆">
            <a:extLst xmlns:a="http://schemas.openxmlformats.org/drawingml/2006/main">
              <a:ext uri="{FF2B5EF4-FFF2-40B4-BE49-F238E27FC236}">
                <a16:creationId xmlns:a16="http://schemas.microsoft.com/office/drawing/2014/main" id="{9DDF7943-6B1D-41BD-92B1-BB3D91BC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329" y="2198270"/>
            <a:ext cx="476199" cy="181315"/>
          </a:xfrm>
          <a:custGeom xmlns:a="http://schemas.openxmlformats.org/drawingml/2006/main">
            <a:pathLst>
              <a:path w="476199" h="181315">
                <a:moveTo>
                  <a:pt x="0" y="157611"/>
                </a:moveTo>
                <a:lnTo>
                  <a:pt x="0" y="144899"/>
                </a:lnTo>
                <a:lnTo>
                  <a:pt x="117552" y="144899"/>
                </a:lnTo>
                <a:lnTo>
                  <a:pt x="117552" y="157611"/>
                </a:lnTo>
                <a:lnTo>
                  <a:pt x="0" y="157611"/>
                </a:lnTo>
                <a:moveTo>
                  <a:pt x="65265" y="77133"/>
                </a:moveTo>
                <a:lnTo>
                  <a:pt x="65265" y="132187"/>
                </a:lnTo>
                <a:lnTo>
                  <a:pt x="52002" y="132187"/>
                </a:lnTo>
                <a:lnTo>
                  <a:pt x="52002" y="77133"/>
                </a:lnTo>
                <a:lnTo>
                  <a:pt x="0" y="77133"/>
                </a:lnTo>
                <a:lnTo>
                  <a:pt x="0" y="64421"/>
                </a:lnTo>
                <a:lnTo>
                  <a:pt x="52002" y="64421"/>
                </a:lnTo>
                <a:lnTo>
                  <a:pt x="52002" y="9367"/>
                </a:lnTo>
                <a:lnTo>
                  <a:pt x="65265" y="9367"/>
                </a:lnTo>
                <a:lnTo>
                  <a:pt x="65265" y="64421"/>
                </a:lnTo>
                <a:lnTo>
                  <a:pt x="117457" y="64421"/>
                </a:lnTo>
                <a:lnTo>
                  <a:pt x="117457" y="77133"/>
                </a:lnTo>
                <a:lnTo>
                  <a:pt x="65265" y="77133"/>
                </a:lnTo>
                <a:close/>
                <a:moveTo>
                  <a:pt x="285348" y="59355"/>
                </a:moveTo>
                <a:lnTo>
                  <a:pt x="254147" y="59355"/>
                </a:lnTo>
                <a:lnTo>
                  <a:pt x="253956" y="60120"/>
                </a:lnTo>
                <a:cubicBezTo>
                  <a:pt x="257582" y="64453"/>
                  <a:pt x="260190" y="68818"/>
                  <a:pt x="261780" y="73214"/>
                </a:cubicBezTo>
                <a:cubicBezTo>
                  <a:pt x="263370" y="77611"/>
                  <a:pt x="264165" y="82422"/>
                  <a:pt x="264165" y="87647"/>
                </a:cubicBezTo>
                <a:cubicBezTo>
                  <a:pt x="264165" y="97141"/>
                  <a:pt x="262130" y="105950"/>
                  <a:pt x="258059" y="114075"/>
                </a:cubicBezTo>
                <a:cubicBezTo>
                  <a:pt x="253988" y="122199"/>
                  <a:pt x="248294" y="128491"/>
                  <a:pt x="240979" y="132952"/>
                </a:cubicBezTo>
                <a:cubicBezTo>
                  <a:pt x="233664" y="137412"/>
                  <a:pt x="225395" y="139642"/>
                  <a:pt x="216171" y="139642"/>
                </a:cubicBezTo>
                <a:cubicBezTo>
                  <a:pt x="205675" y="139642"/>
                  <a:pt x="197676" y="136823"/>
                  <a:pt x="192174" y="131184"/>
                </a:cubicBezTo>
                <a:cubicBezTo>
                  <a:pt x="186672" y="125544"/>
                  <a:pt x="183920" y="117563"/>
                  <a:pt x="183920" y="107241"/>
                </a:cubicBezTo>
                <a:cubicBezTo>
                  <a:pt x="183920" y="100168"/>
                  <a:pt x="184986" y="93461"/>
                  <a:pt x="187117" y="87121"/>
                </a:cubicBezTo>
                <a:cubicBezTo>
                  <a:pt x="189248" y="80781"/>
                  <a:pt x="192397" y="74951"/>
                  <a:pt x="196563" y="69630"/>
                </a:cubicBezTo>
                <a:cubicBezTo>
                  <a:pt x="200730" y="64309"/>
                  <a:pt x="205453" y="59992"/>
                  <a:pt x="210732" y="56679"/>
                </a:cubicBezTo>
                <a:cubicBezTo>
                  <a:pt x="216012" y="53366"/>
                  <a:pt x="222309" y="50880"/>
                  <a:pt x="229625" y="49224"/>
                </a:cubicBezTo>
                <a:cubicBezTo>
                  <a:pt x="236940" y="47567"/>
                  <a:pt x="246354" y="46739"/>
                  <a:pt x="257868" y="46739"/>
                </a:cubicBezTo>
                <a:lnTo>
                  <a:pt x="288210" y="46739"/>
                </a:lnTo>
                <a:lnTo>
                  <a:pt x="285348" y="59355"/>
                </a:lnTo>
                <a:moveTo>
                  <a:pt x="243174" y="59642"/>
                </a:moveTo>
                <a:cubicBezTo>
                  <a:pt x="234650" y="59897"/>
                  <a:pt x="227017" y="62366"/>
                  <a:pt x="220274" y="67049"/>
                </a:cubicBezTo>
                <a:cubicBezTo>
                  <a:pt x="213531" y="71733"/>
                  <a:pt x="208299" y="78025"/>
                  <a:pt x="204578" y="85926"/>
                </a:cubicBezTo>
                <a:cubicBezTo>
                  <a:pt x="200857" y="93828"/>
                  <a:pt x="198996" y="102589"/>
                  <a:pt x="198996" y="112211"/>
                </a:cubicBezTo>
                <a:cubicBezTo>
                  <a:pt x="198996" y="117181"/>
                  <a:pt x="199807" y="121180"/>
                  <a:pt x="201429" y="124206"/>
                </a:cubicBezTo>
                <a:cubicBezTo>
                  <a:pt x="203051" y="127233"/>
                  <a:pt x="205071" y="129320"/>
                  <a:pt x="207488" y="130467"/>
                </a:cubicBezTo>
                <a:cubicBezTo>
                  <a:pt x="209905" y="131614"/>
                  <a:pt x="212513" y="132187"/>
                  <a:pt x="215312" y="132187"/>
                </a:cubicBezTo>
                <a:cubicBezTo>
                  <a:pt x="221737" y="132187"/>
                  <a:pt x="227303" y="130084"/>
                  <a:pt x="232010" y="125879"/>
                </a:cubicBezTo>
                <a:cubicBezTo>
                  <a:pt x="236717" y="121673"/>
                  <a:pt x="240518" y="115270"/>
                  <a:pt x="243412" y="106667"/>
                </a:cubicBezTo>
                <a:cubicBezTo>
                  <a:pt x="246307" y="98065"/>
                  <a:pt x="247754" y="89718"/>
                  <a:pt x="247754" y="81625"/>
                </a:cubicBezTo>
                <a:cubicBezTo>
                  <a:pt x="247754" y="72896"/>
                  <a:pt x="246227" y="65568"/>
                  <a:pt x="243174" y="59642"/>
                </a:cubicBezTo>
                <a:close/>
                <a:moveTo>
                  <a:pt x="328215" y="89750"/>
                </a:moveTo>
                <a:cubicBezTo>
                  <a:pt x="328215" y="112052"/>
                  <a:pt x="331794" y="130435"/>
                  <a:pt x="338950" y="144899"/>
                </a:cubicBezTo>
                <a:cubicBezTo>
                  <a:pt x="346106" y="159364"/>
                  <a:pt x="357031" y="169049"/>
                  <a:pt x="371725" y="173956"/>
                </a:cubicBezTo>
                <a:lnTo>
                  <a:pt x="369435" y="181315"/>
                </a:lnTo>
                <a:cubicBezTo>
                  <a:pt x="350797" y="176409"/>
                  <a:pt x="336517" y="165847"/>
                  <a:pt x="326593" y="149631"/>
                </a:cubicBezTo>
                <a:cubicBezTo>
                  <a:pt x="316670" y="133414"/>
                  <a:pt x="311708" y="113772"/>
                  <a:pt x="311708" y="90705"/>
                </a:cubicBezTo>
                <a:cubicBezTo>
                  <a:pt x="311708" y="67703"/>
                  <a:pt x="316686" y="48061"/>
                  <a:pt x="326641" y="31780"/>
                </a:cubicBezTo>
                <a:cubicBezTo>
                  <a:pt x="336596" y="15500"/>
                  <a:pt x="350861" y="4906"/>
                  <a:pt x="369435" y="0"/>
                </a:cubicBezTo>
                <a:lnTo>
                  <a:pt x="372011" y="7360"/>
                </a:lnTo>
                <a:cubicBezTo>
                  <a:pt x="357126" y="12266"/>
                  <a:pt x="346106" y="21840"/>
                  <a:pt x="338950" y="36081"/>
                </a:cubicBezTo>
                <a:cubicBezTo>
                  <a:pt x="331794" y="50323"/>
                  <a:pt x="328215" y="68212"/>
                  <a:pt x="328215" y="89750"/>
                </a:cubicBezTo>
                <a:close/>
                <a:moveTo>
                  <a:pt x="391946" y="108388"/>
                </a:moveTo>
                <a:cubicBezTo>
                  <a:pt x="391946" y="116162"/>
                  <a:pt x="393743" y="121944"/>
                  <a:pt x="397337" y="125736"/>
                </a:cubicBezTo>
                <a:cubicBezTo>
                  <a:pt x="400931" y="129527"/>
                  <a:pt x="406481" y="131423"/>
                  <a:pt x="413988" y="131423"/>
                </a:cubicBezTo>
                <a:cubicBezTo>
                  <a:pt x="422639" y="131423"/>
                  <a:pt x="429445" y="129065"/>
                  <a:pt x="434407" y="124350"/>
                </a:cubicBezTo>
                <a:cubicBezTo>
                  <a:pt x="439368" y="119634"/>
                  <a:pt x="441849" y="113071"/>
                  <a:pt x="441849" y="104660"/>
                </a:cubicBezTo>
                <a:cubicBezTo>
                  <a:pt x="441849" y="100773"/>
                  <a:pt x="441165" y="97348"/>
                  <a:pt x="439798" y="94385"/>
                </a:cubicBezTo>
                <a:cubicBezTo>
                  <a:pt x="438430" y="91422"/>
                  <a:pt x="436363" y="88587"/>
                  <a:pt x="433596" y="85879"/>
                </a:cubicBezTo>
                <a:cubicBezTo>
                  <a:pt x="430828" y="83171"/>
                  <a:pt x="426837" y="80064"/>
                  <a:pt x="421621" y="76560"/>
                </a:cubicBezTo>
                <a:cubicBezTo>
                  <a:pt x="416914" y="73374"/>
                  <a:pt x="413002" y="70235"/>
                  <a:pt x="409885" y="67145"/>
                </a:cubicBezTo>
                <a:cubicBezTo>
                  <a:pt x="406768" y="64055"/>
                  <a:pt x="404287" y="60598"/>
                  <a:pt x="402442" y="56775"/>
                </a:cubicBezTo>
                <a:cubicBezTo>
                  <a:pt x="400597" y="52951"/>
                  <a:pt x="399675" y="48682"/>
                  <a:pt x="399675" y="43967"/>
                </a:cubicBezTo>
                <a:cubicBezTo>
                  <a:pt x="399675" y="36448"/>
                  <a:pt x="401488" y="29821"/>
                  <a:pt x="405114" y="24086"/>
                </a:cubicBezTo>
                <a:cubicBezTo>
                  <a:pt x="408740" y="18351"/>
                  <a:pt x="413860" y="13923"/>
                  <a:pt x="420476" y="10801"/>
                </a:cubicBezTo>
                <a:cubicBezTo>
                  <a:pt x="427091" y="7678"/>
                  <a:pt x="434725" y="6117"/>
                  <a:pt x="443376" y="6117"/>
                </a:cubicBezTo>
                <a:cubicBezTo>
                  <a:pt x="449228" y="6117"/>
                  <a:pt x="454651" y="6515"/>
                  <a:pt x="459644" y="7312"/>
                </a:cubicBezTo>
                <a:cubicBezTo>
                  <a:pt x="464637" y="8108"/>
                  <a:pt x="470156" y="9462"/>
                  <a:pt x="476199" y="11374"/>
                </a:cubicBezTo>
                <a:lnTo>
                  <a:pt x="470855" y="35938"/>
                </a:lnTo>
                <a:lnTo>
                  <a:pt x="461696" y="35938"/>
                </a:lnTo>
                <a:cubicBezTo>
                  <a:pt x="461441" y="30522"/>
                  <a:pt x="460614" y="26269"/>
                  <a:pt x="459215" y="23178"/>
                </a:cubicBezTo>
                <a:cubicBezTo>
                  <a:pt x="457815" y="20088"/>
                  <a:pt x="455812" y="17873"/>
                  <a:pt x="453203" y="16535"/>
                </a:cubicBezTo>
                <a:cubicBezTo>
                  <a:pt x="450595" y="15197"/>
                  <a:pt x="447129" y="14528"/>
                  <a:pt x="442803" y="14528"/>
                </a:cubicBezTo>
                <a:cubicBezTo>
                  <a:pt x="437523" y="14528"/>
                  <a:pt x="432880" y="15611"/>
                  <a:pt x="428872" y="17778"/>
                </a:cubicBezTo>
                <a:cubicBezTo>
                  <a:pt x="424865" y="19944"/>
                  <a:pt x="421812" y="22891"/>
                  <a:pt x="419712" y="26619"/>
                </a:cubicBezTo>
                <a:cubicBezTo>
                  <a:pt x="417613" y="30347"/>
                  <a:pt x="416564" y="34504"/>
                  <a:pt x="416564" y="39092"/>
                </a:cubicBezTo>
                <a:cubicBezTo>
                  <a:pt x="416564" y="43871"/>
                  <a:pt x="417820" y="48061"/>
                  <a:pt x="420333" y="51661"/>
                </a:cubicBezTo>
                <a:cubicBezTo>
                  <a:pt x="422845" y="55261"/>
                  <a:pt x="427664" y="59514"/>
                  <a:pt x="434788" y="64421"/>
                </a:cubicBezTo>
                <a:cubicBezTo>
                  <a:pt x="441022" y="68754"/>
                  <a:pt x="445777" y="72625"/>
                  <a:pt x="449053" y="76034"/>
                </a:cubicBezTo>
                <a:cubicBezTo>
                  <a:pt x="452329" y="79443"/>
                  <a:pt x="454746" y="83059"/>
                  <a:pt x="456305" y="86882"/>
                </a:cubicBezTo>
                <a:cubicBezTo>
                  <a:pt x="457863" y="90705"/>
                  <a:pt x="458642" y="95134"/>
                  <a:pt x="458642" y="100168"/>
                </a:cubicBezTo>
                <a:cubicBezTo>
                  <a:pt x="458642" y="107942"/>
                  <a:pt x="456782" y="114839"/>
                  <a:pt x="453060" y="120861"/>
                </a:cubicBezTo>
                <a:cubicBezTo>
                  <a:pt x="449339" y="126882"/>
                  <a:pt x="444091" y="131534"/>
                  <a:pt x="437317" y="134816"/>
                </a:cubicBezTo>
                <a:cubicBezTo>
                  <a:pt x="430542" y="138097"/>
                  <a:pt x="422829" y="139738"/>
                  <a:pt x="414178" y="139738"/>
                </a:cubicBezTo>
                <a:cubicBezTo>
                  <a:pt x="408326" y="139738"/>
                  <a:pt x="402013" y="139260"/>
                  <a:pt x="395238" y="138304"/>
                </a:cubicBezTo>
                <a:cubicBezTo>
                  <a:pt x="388464" y="137349"/>
                  <a:pt x="382405" y="136138"/>
                  <a:pt x="377062" y="134672"/>
                </a:cubicBezTo>
                <a:lnTo>
                  <a:pt x="382787" y="108388"/>
                </a:lnTo>
                <a:lnTo>
                  <a:pt x="391946" y="1083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𝑘">
            <a:extLst xmlns:a="http://schemas.openxmlformats.org/drawingml/2006/main">
              <a:ext uri="{FF2B5EF4-FFF2-40B4-BE49-F238E27FC236}">
                <a16:creationId xmlns:a16="http://schemas.microsoft.com/office/drawing/2014/main" id="{E05E4857-6279-48EF-A604-EC68D9E7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5813" y="2281271"/>
            <a:ext cx="73903" cy="96497"/>
          </a:xfrm>
          <a:custGeom xmlns:a="http://schemas.openxmlformats.org/drawingml/2006/main">
            <a:pathLst>
              <a:path w="73903" h="96497">
                <a:moveTo>
                  <a:pt x="21035" y="60214"/>
                </a:moveTo>
                <a:lnTo>
                  <a:pt x="13373" y="95241"/>
                </a:lnTo>
                <a:lnTo>
                  <a:pt x="0" y="95241"/>
                </a:lnTo>
                <a:lnTo>
                  <a:pt x="16856" y="20304"/>
                </a:lnTo>
                <a:cubicBezTo>
                  <a:pt x="17413" y="17839"/>
                  <a:pt x="17808" y="15897"/>
                  <a:pt x="18040" y="14478"/>
                </a:cubicBezTo>
                <a:cubicBezTo>
                  <a:pt x="18272" y="13059"/>
                  <a:pt x="18389" y="11792"/>
                  <a:pt x="18389" y="10675"/>
                </a:cubicBezTo>
                <a:cubicBezTo>
                  <a:pt x="18389" y="9792"/>
                  <a:pt x="18238" y="9024"/>
                  <a:pt x="17936" y="8373"/>
                </a:cubicBezTo>
                <a:cubicBezTo>
                  <a:pt x="17634" y="7722"/>
                  <a:pt x="17135" y="7198"/>
                  <a:pt x="16438" y="6803"/>
                </a:cubicBezTo>
                <a:cubicBezTo>
                  <a:pt x="15742" y="6408"/>
                  <a:pt x="14813" y="6117"/>
                  <a:pt x="13652" y="5931"/>
                </a:cubicBezTo>
                <a:cubicBezTo>
                  <a:pt x="12491" y="5745"/>
                  <a:pt x="11052" y="5628"/>
                  <a:pt x="9334" y="5582"/>
                </a:cubicBezTo>
                <a:lnTo>
                  <a:pt x="10378" y="837"/>
                </a:lnTo>
                <a:lnTo>
                  <a:pt x="29533" y="0"/>
                </a:lnTo>
                <a:lnTo>
                  <a:pt x="34548" y="0"/>
                </a:lnTo>
                <a:lnTo>
                  <a:pt x="22289" y="54284"/>
                </a:lnTo>
                <a:lnTo>
                  <a:pt x="24239" y="54284"/>
                </a:lnTo>
                <a:cubicBezTo>
                  <a:pt x="26004" y="54284"/>
                  <a:pt x="27908" y="53912"/>
                  <a:pt x="29951" y="53167"/>
                </a:cubicBezTo>
                <a:cubicBezTo>
                  <a:pt x="31994" y="52423"/>
                  <a:pt x="34026" y="51458"/>
                  <a:pt x="36046" y="50272"/>
                </a:cubicBezTo>
                <a:cubicBezTo>
                  <a:pt x="38066" y="49086"/>
                  <a:pt x="40004" y="47748"/>
                  <a:pt x="41862" y="46260"/>
                </a:cubicBezTo>
                <a:cubicBezTo>
                  <a:pt x="43719" y="44771"/>
                  <a:pt x="45356" y="43271"/>
                  <a:pt x="46772" y="41759"/>
                </a:cubicBezTo>
                <a:cubicBezTo>
                  <a:pt x="48189" y="40248"/>
                  <a:pt x="49315" y="38817"/>
                  <a:pt x="50151" y="37468"/>
                </a:cubicBezTo>
                <a:cubicBezTo>
                  <a:pt x="50986" y="36119"/>
                  <a:pt x="51404" y="34980"/>
                  <a:pt x="51404" y="34049"/>
                </a:cubicBezTo>
                <a:cubicBezTo>
                  <a:pt x="51404" y="32933"/>
                  <a:pt x="51033" y="32026"/>
                  <a:pt x="50290" y="31328"/>
                </a:cubicBezTo>
                <a:cubicBezTo>
                  <a:pt x="49547" y="30631"/>
                  <a:pt x="48200" y="30165"/>
                  <a:pt x="46250" y="29933"/>
                </a:cubicBezTo>
                <a:lnTo>
                  <a:pt x="47086" y="25467"/>
                </a:lnTo>
                <a:lnTo>
                  <a:pt x="72161" y="25467"/>
                </a:lnTo>
                <a:lnTo>
                  <a:pt x="73903" y="29793"/>
                </a:lnTo>
                <a:cubicBezTo>
                  <a:pt x="70977" y="32305"/>
                  <a:pt x="68168" y="34631"/>
                  <a:pt x="65474" y="36771"/>
                </a:cubicBezTo>
                <a:cubicBezTo>
                  <a:pt x="62781" y="38910"/>
                  <a:pt x="60146" y="40969"/>
                  <a:pt x="57569" y="42946"/>
                </a:cubicBezTo>
                <a:cubicBezTo>
                  <a:pt x="54992" y="44922"/>
                  <a:pt x="52414" y="46864"/>
                  <a:pt x="49837" y="48772"/>
                </a:cubicBezTo>
                <a:cubicBezTo>
                  <a:pt x="47260" y="50679"/>
                  <a:pt x="44625" y="52656"/>
                  <a:pt x="41931" y="54702"/>
                </a:cubicBezTo>
                <a:cubicBezTo>
                  <a:pt x="43046" y="58238"/>
                  <a:pt x="44184" y="61831"/>
                  <a:pt x="45345" y="65482"/>
                </a:cubicBezTo>
                <a:cubicBezTo>
                  <a:pt x="46505" y="69134"/>
                  <a:pt x="47666" y="72750"/>
                  <a:pt x="48827" y="76332"/>
                </a:cubicBezTo>
                <a:cubicBezTo>
                  <a:pt x="49384" y="78239"/>
                  <a:pt x="49907" y="79879"/>
                  <a:pt x="50394" y="81251"/>
                </a:cubicBezTo>
                <a:cubicBezTo>
                  <a:pt x="50882" y="82623"/>
                  <a:pt x="51404" y="83740"/>
                  <a:pt x="51962" y="84600"/>
                </a:cubicBezTo>
                <a:cubicBezTo>
                  <a:pt x="52519" y="85461"/>
                  <a:pt x="53123" y="86100"/>
                  <a:pt x="53773" y="86519"/>
                </a:cubicBezTo>
                <a:cubicBezTo>
                  <a:pt x="54423" y="86938"/>
                  <a:pt x="55212" y="87147"/>
                  <a:pt x="56141" y="87147"/>
                </a:cubicBezTo>
                <a:cubicBezTo>
                  <a:pt x="56791" y="87147"/>
                  <a:pt x="57464" y="87031"/>
                  <a:pt x="58161" y="86798"/>
                </a:cubicBezTo>
                <a:cubicBezTo>
                  <a:pt x="58857" y="86566"/>
                  <a:pt x="59635" y="86147"/>
                  <a:pt x="60494" y="85542"/>
                </a:cubicBezTo>
                <a:cubicBezTo>
                  <a:pt x="61353" y="84938"/>
                  <a:pt x="62328" y="84112"/>
                  <a:pt x="63420" y="83065"/>
                </a:cubicBezTo>
                <a:cubicBezTo>
                  <a:pt x="64511" y="82019"/>
                  <a:pt x="65753" y="80705"/>
                  <a:pt x="67146" y="79123"/>
                </a:cubicBezTo>
                <a:lnTo>
                  <a:pt x="71883" y="83658"/>
                </a:lnTo>
                <a:cubicBezTo>
                  <a:pt x="69700" y="85891"/>
                  <a:pt x="67669" y="87821"/>
                  <a:pt x="65788" y="89450"/>
                </a:cubicBezTo>
                <a:cubicBezTo>
                  <a:pt x="63907" y="91078"/>
                  <a:pt x="62119" y="92415"/>
                  <a:pt x="60425" y="93462"/>
                </a:cubicBezTo>
                <a:cubicBezTo>
                  <a:pt x="58730" y="94508"/>
                  <a:pt x="57093" y="95276"/>
                  <a:pt x="55514" y="95764"/>
                </a:cubicBezTo>
                <a:cubicBezTo>
                  <a:pt x="53935" y="96252"/>
                  <a:pt x="52333" y="96497"/>
                  <a:pt x="50708" y="96497"/>
                </a:cubicBezTo>
                <a:cubicBezTo>
                  <a:pt x="47782" y="96497"/>
                  <a:pt x="45426" y="95764"/>
                  <a:pt x="43638" y="94299"/>
                </a:cubicBezTo>
                <a:cubicBezTo>
                  <a:pt x="41850" y="92834"/>
                  <a:pt x="40329" y="90740"/>
                  <a:pt x="39076" y="88019"/>
                </a:cubicBezTo>
                <a:cubicBezTo>
                  <a:pt x="37822" y="85298"/>
                  <a:pt x="36673" y="82007"/>
                  <a:pt x="35628" y="78146"/>
                </a:cubicBezTo>
                <a:cubicBezTo>
                  <a:pt x="34583" y="74285"/>
                  <a:pt x="33364" y="69983"/>
                  <a:pt x="31971" y="65238"/>
                </a:cubicBezTo>
                <a:cubicBezTo>
                  <a:pt x="31646" y="64122"/>
                  <a:pt x="31333" y="63226"/>
                  <a:pt x="31031" y="62552"/>
                </a:cubicBezTo>
                <a:cubicBezTo>
                  <a:pt x="30729" y="61877"/>
                  <a:pt x="30346" y="61366"/>
                  <a:pt x="29881" y="61017"/>
                </a:cubicBezTo>
                <a:cubicBezTo>
                  <a:pt x="29417" y="60668"/>
                  <a:pt x="28837" y="60447"/>
                  <a:pt x="28140" y="60354"/>
                </a:cubicBezTo>
                <a:cubicBezTo>
                  <a:pt x="27444" y="60261"/>
                  <a:pt x="26561" y="60214"/>
                  <a:pt x="25493" y="60214"/>
                </a:cubicBezTo>
                <a:lnTo>
                  <a:pt x="21035" y="602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)">
            <a:extLst xmlns:a="http://schemas.openxmlformats.org/drawingml/2006/main">
              <a:ext uri="{FF2B5EF4-FFF2-40B4-BE49-F238E27FC236}">
                <a16:creationId xmlns:a16="http://schemas.microsoft.com/office/drawing/2014/main" id="{4D7ADC03-1B48-4B97-9958-E6953B80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065" y="2198270"/>
            <a:ext cx="60303" cy="181315"/>
          </a:xfrm>
          <a:custGeom xmlns:a="http://schemas.openxmlformats.org/drawingml/2006/main">
            <a:pathLst>
              <a:path w="60303" h="181315">
                <a:moveTo>
                  <a:pt x="43796" y="89750"/>
                </a:moveTo>
                <a:cubicBezTo>
                  <a:pt x="43796" y="68212"/>
                  <a:pt x="40234" y="50323"/>
                  <a:pt x="33109" y="36081"/>
                </a:cubicBezTo>
                <a:cubicBezTo>
                  <a:pt x="25985" y="21840"/>
                  <a:pt x="14948" y="12266"/>
                  <a:pt x="0" y="7360"/>
                </a:cubicBezTo>
                <a:lnTo>
                  <a:pt x="2576" y="0"/>
                </a:lnTo>
                <a:cubicBezTo>
                  <a:pt x="21151" y="4906"/>
                  <a:pt x="35415" y="15500"/>
                  <a:pt x="45370" y="31780"/>
                </a:cubicBezTo>
                <a:cubicBezTo>
                  <a:pt x="55325" y="48061"/>
                  <a:pt x="60303" y="67703"/>
                  <a:pt x="60303" y="90705"/>
                </a:cubicBezTo>
                <a:cubicBezTo>
                  <a:pt x="60303" y="113772"/>
                  <a:pt x="55341" y="133414"/>
                  <a:pt x="45418" y="149631"/>
                </a:cubicBezTo>
                <a:cubicBezTo>
                  <a:pt x="35495" y="165847"/>
                  <a:pt x="21214" y="176409"/>
                  <a:pt x="2576" y="181315"/>
                </a:cubicBezTo>
                <a:lnTo>
                  <a:pt x="286" y="173956"/>
                </a:lnTo>
                <a:cubicBezTo>
                  <a:pt x="14980" y="169049"/>
                  <a:pt x="25905" y="159364"/>
                  <a:pt x="33062" y="144899"/>
                </a:cubicBezTo>
                <a:cubicBezTo>
                  <a:pt x="40218" y="130435"/>
                  <a:pt x="43796" y="112052"/>
                  <a:pt x="43796" y="89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…">
            <a:extLst xmlns:a="http://schemas.openxmlformats.org/drawingml/2006/main">
              <a:ext uri="{FF2B5EF4-FFF2-40B4-BE49-F238E27FC236}">
                <a16:creationId xmlns:a16="http://schemas.microsoft.com/office/drawing/2014/main" id="{0E29BE91-C118-468A-816D-2D6828C5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394" y="1814504"/>
            <a:ext cx="35666" cy="209391"/>
          </a:xfrm>
          <a:custGeom xmlns:a="http://schemas.openxmlformats.org/drawingml/2006/main">
            <a:pathLst>
              <a:path w="35666" h="209391">
                <a:moveTo>
                  <a:pt x="35666" y="17736"/>
                </a:moveTo>
                <a:cubicBezTo>
                  <a:pt x="35666" y="22585"/>
                  <a:pt x="33926" y="26732"/>
                  <a:pt x="30444" y="30177"/>
                </a:cubicBezTo>
                <a:cubicBezTo>
                  <a:pt x="26962" y="33622"/>
                  <a:pt x="22759" y="35345"/>
                  <a:pt x="17833" y="35345"/>
                </a:cubicBezTo>
                <a:cubicBezTo>
                  <a:pt x="12993" y="35345"/>
                  <a:pt x="8810" y="33559"/>
                  <a:pt x="5286" y="29986"/>
                </a:cubicBezTo>
                <a:cubicBezTo>
                  <a:pt x="1762" y="26413"/>
                  <a:pt x="0" y="22202"/>
                  <a:pt x="0" y="17354"/>
                </a:cubicBezTo>
                <a:cubicBezTo>
                  <a:pt x="0" y="12760"/>
                  <a:pt x="1762" y="8719"/>
                  <a:pt x="5286" y="5232"/>
                </a:cubicBezTo>
                <a:cubicBezTo>
                  <a:pt x="8810" y="1744"/>
                  <a:pt x="12993" y="0"/>
                  <a:pt x="17833" y="0"/>
                </a:cubicBezTo>
                <a:cubicBezTo>
                  <a:pt x="22759" y="0"/>
                  <a:pt x="26962" y="1723"/>
                  <a:pt x="30444" y="5168"/>
                </a:cubicBezTo>
                <a:cubicBezTo>
                  <a:pt x="33926" y="8613"/>
                  <a:pt x="35666" y="12802"/>
                  <a:pt x="35666" y="17736"/>
                </a:cubicBezTo>
                <a:moveTo>
                  <a:pt x="35666" y="104887"/>
                </a:moveTo>
                <a:cubicBezTo>
                  <a:pt x="35666" y="109821"/>
                  <a:pt x="33926" y="114010"/>
                  <a:pt x="30444" y="117455"/>
                </a:cubicBezTo>
                <a:cubicBezTo>
                  <a:pt x="26962" y="120900"/>
                  <a:pt x="22759" y="122623"/>
                  <a:pt x="17833" y="122623"/>
                </a:cubicBezTo>
                <a:cubicBezTo>
                  <a:pt x="12993" y="122623"/>
                  <a:pt x="8810" y="120837"/>
                  <a:pt x="5286" y="117264"/>
                </a:cubicBezTo>
                <a:cubicBezTo>
                  <a:pt x="1762" y="113691"/>
                  <a:pt x="0" y="109480"/>
                  <a:pt x="0" y="104631"/>
                </a:cubicBezTo>
                <a:cubicBezTo>
                  <a:pt x="0" y="99953"/>
                  <a:pt x="1762" y="95891"/>
                  <a:pt x="5286" y="92446"/>
                </a:cubicBezTo>
                <a:cubicBezTo>
                  <a:pt x="8810" y="89001"/>
                  <a:pt x="12993" y="87278"/>
                  <a:pt x="17833" y="87278"/>
                </a:cubicBezTo>
                <a:cubicBezTo>
                  <a:pt x="22759" y="87278"/>
                  <a:pt x="26962" y="89001"/>
                  <a:pt x="30444" y="92446"/>
                </a:cubicBezTo>
                <a:cubicBezTo>
                  <a:pt x="33926" y="95891"/>
                  <a:pt x="35666" y="100038"/>
                  <a:pt x="35666" y="104887"/>
                </a:cubicBezTo>
                <a:moveTo>
                  <a:pt x="35157" y="191782"/>
                </a:moveTo>
                <a:cubicBezTo>
                  <a:pt x="35157" y="196716"/>
                  <a:pt x="33480" y="200884"/>
                  <a:pt x="30125" y="204287"/>
                </a:cubicBezTo>
                <a:cubicBezTo>
                  <a:pt x="26771" y="207689"/>
                  <a:pt x="22589" y="209391"/>
                  <a:pt x="17578" y="209391"/>
                </a:cubicBezTo>
                <a:cubicBezTo>
                  <a:pt x="12653" y="209391"/>
                  <a:pt x="8492" y="207689"/>
                  <a:pt x="5095" y="204287"/>
                </a:cubicBezTo>
                <a:cubicBezTo>
                  <a:pt x="1698" y="200884"/>
                  <a:pt x="0" y="196758"/>
                  <a:pt x="0" y="191909"/>
                </a:cubicBezTo>
                <a:cubicBezTo>
                  <a:pt x="0" y="187061"/>
                  <a:pt x="1698" y="182935"/>
                  <a:pt x="5095" y="179532"/>
                </a:cubicBezTo>
                <a:cubicBezTo>
                  <a:pt x="8492" y="176130"/>
                  <a:pt x="12653" y="174428"/>
                  <a:pt x="17578" y="174428"/>
                </a:cubicBezTo>
                <a:cubicBezTo>
                  <a:pt x="22504" y="174428"/>
                  <a:pt x="26665" y="176108"/>
                  <a:pt x="30062" y="179468"/>
                </a:cubicBezTo>
                <a:cubicBezTo>
                  <a:pt x="33459" y="182829"/>
                  <a:pt x="35157" y="186933"/>
                  <a:pt x="35157" y="1917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Region">
            <a:extLst xmlns:a="http://schemas.openxmlformats.org/drawingml/2006/main">
              <a:ext uri="{FF2B5EF4-FFF2-40B4-BE49-F238E27FC236}">
                <a16:creationId xmlns:a16="http://schemas.microsoft.com/office/drawing/2014/main" id="{B7B71397-A8C7-4AF2-8F70-EDC0CABD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2888" y="80338"/>
            <a:ext cx="819707" cy="242184"/>
          </a:xfrm>
          <a:custGeom xmlns:a="http://schemas.openxmlformats.org/drawingml/2006/main">
            <a:pathLst>
              <a:path w="819707" h="242184">
                <a:moveTo>
                  <a:pt x="0" y="2297"/>
                </a:moveTo>
                <a:lnTo>
                  <a:pt x="97319" y="2297"/>
                </a:lnTo>
                <a:cubicBezTo>
                  <a:pt x="116171" y="2297"/>
                  <a:pt x="130798" y="6593"/>
                  <a:pt x="141201" y="15184"/>
                </a:cubicBezTo>
                <a:cubicBezTo>
                  <a:pt x="151604" y="23776"/>
                  <a:pt x="156805" y="35047"/>
                  <a:pt x="156805" y="48998"/>
                </a:cubicBezTo>
                <a:cubicBezTo>
                  <a:pt x="156805" y="57335"/>
                  <a:pt x="154746" y="64757"/>
                  <a:pt x="150627" y="71264"/>
                </a:cubicBezTo>
                <a:cubicBezTo>
                  <a:pt x="146509" y="77772"/>
                  <a:pt x="140564" y="82961"/>
                  <a:pt x="132794" y="86831"/>
                </a:cubicBezTo>
                <a:cubicBezTo>
                  <a:pt x="125024" y="90702"/>
                  <a:pt x="112816" y="93488"/>
                  <a:pt x="96172" y="95189"/>
                </a:cubicBezTo>
                <a:cubicBezTo>
                  <a:pt x="108316" y="98515"/>
                  <a:pt x="116680" y="101776"/>
                  <a:pt x="121266" y="104974"/>
                </a:cubicBezTo>
                <a:cubicBezTo>
                  <a:pt x="125852" y="108172"/>
                  <a:pt x="129525" y="112309"/>
                  <a:pt x="132284" y="117383"/>
                </a:cubicBezTo>
                <a:cubicBezTo>
                  <a:pt x="135044" y="122455"/>
                  <a:pt x="138208" y="132796"/>
                  <a:pt x="141774" y="148406"/>
                </a:cubicBezTo>
                <a:cubicBezTo>
                  <a:pt x="144322" y="159579"/>
                  <a:pt x="147039" y="167222"/>
                  <a:pt x="149927" y="171334"/>
                </a:cubicBezTo>
                <a:cubicBezTo>
                  <a:pt x="152135" y="174503"/>
                  <a:pt x="154512" y="176087"/>
                  <a:pt x="157060" y="176087"/>
                </a:cubicBezTo>
                <a:cubicBezTo>
                  <a:pt x="159692" y="176087"/>
                  <a:pt x="162134" y="174152"/>
                  <a:pt x="164384" y="170281"/>
                </a:cubicBezTo>
                <a:cubicBezTo>
                  <a:pt x="166635" y="166411"/>
                  <a:pt x="168015" y="159584"/>
                  <a:pt x="168524" y="149802"/>
                </a:cubicBezTo>
                <a:lnTo>
                  <a:pt x="177186" y="149802"/>
                </a:lnTo>
                <a:cubicBezTo>
                  <a:pt x="175573" y="178724"/>
                  <a:pt x="164915" y="193185"/>
                  <a:pt x="145214" y="193185"/>
                </a:cubicBezTo>
                <a:cubicBezTo>
                  <a:pt x="139014" y="193185"/>
                  <a:pt x="133643" y="191608"/>
                  <a:pt x="129100" y="188452"/>
                </a:cubicBezTo>
                <a:cubicBezTo>
                  <a:pt x="124557" y="185297"/>
                  <a:pt x="121139" y="180649"/>
                  <a:pt x="118846" y="174508"/>
                </a:cubicBezTo>
                <a:cubicBezTo>
                  <a:pt x="117062" y="169901"/>
                  <a:pt x="115067" y="157831"/>
                  <a:pt x="112859" y="138298"/>
                </a:cubicBezTo>
                <a:cubicBezTo>
                  <a:pt x="111585" y="126955"/>
                  <a:pt x="109568" y="118895"/>
                  <a:pt x="106808" y="114118"/>
                </a:cubicBezTo>
                <a:cubicBezTo>
                  <a:pt x="104048" y="109341"/>
                  <a:pt x="99739" y="105502"/>
                  <a:pt x="93879" y="102602"/>
                </a:cubicBezTo>
                <a:cubicBezTo>
                  <a:pt x="88020" y="99702"/>
                  <a:pt x="81014" y="98251"/>
                  <a:pt x="72862" y="98251"/>
                </a:cubicBezTo>
                <a:lnTo>
                  <a:pt x="57449" y="98251"/>
                </a:lnTo>
                <a:lnTo>
                  <a:pt x="57449" y="172387"/>
                </a:lnTo>
                <a:cubicBezTo>
                  <a:pt x="57449" y="175534"/>
                  <a:pt x="58255" y="177746"/>
                  <a:pt x="59869" y="179022"/>
                </a:cubicBezTo>
                <a:cubicBezTo>
                  <a:pt x="61907" y="180638"/>
                  <a:pt x="65091" y="181446"/>
                  <a:pt x="69422" y="181446"/>
                </a:cubicBezTo>
                <a:lnTo>
                  <a:pt x="87510" y="181446"/>
                </a:lnTo>
                <a:lnTo>
                  <a:pt x="87510" y="191144"/>
                </a:lnTo>
                <a:lnTo>
                  <a:pt x="0" y="191144"/>
                </a:lnTo>
                <a:lnTo>
                  <a:pt x="0" y="181446"/>
                </a:lnTo>
                <a:lnTo>
                  <a:pt x="18470" y="181446"/>
                </a:lnTo>
                <a:cubicBezTo>
                  <a:pt x="22546" y="181446"/>
                  <a:pt x="25540" y="180639"/>
                  <a:pt x="27450" y="179026"/>
                </a:cubicBezTo>
                <a:cubicBezTo>
                  <a:pt x="29361" y="177410"/>
                  <a:pt x="30317" y="175199"/>
                  <a:pt x="30317" y="172395"/>
                </a:cubicBezTo>
                <a:lnTo>
                  <a:pt x="30317" y="21684"/>
                </a:lnTo>
                <a:cubicBezTo>
                  <a:pt x="30317" y="18454"/>
                  <a:pt x="29340" y="16032"/>
                  <a:pt x="27387" y="14419"/>
                </a:cubicBezTo>
                <a:cubicBezTo>
                  <a:pt x="25434" y="12802"/>
                  <a:pt x="22461" y="11994"/>
                  <a:pt x="18470" y="11994"/>
                </a:cubicBezTo>
                <a:lnTo>
                  <a:pt x="0" y="11994"/>
                </a:lnTo>
                <a:lnTo>
                  <a:pt x="0" y="2297"/>
                </a:lnTo>
                <a:moveTo>
                  <a:pt x="57449" y="89064"/>
                </a:moveTo>
                <a:lnTo>
                  <a:pt x="79740" y="89064"/>
                </a:lnTo>
                <a:cubicBezTo>
                  <a:pt x="94686" y="89064"/>
                  <a:pt x="106384" y="86245"/>
                  <a:pt x="114833" y="80607"/>
                </a:cubicBezTo>
                <a:cubicBezTo>
                  <a:pt x="123283" y="74969"/>
                  <a:pt x="127508" y="64943"/>
                  <a:pt x="127508" y="50529"/>
                </a:cubicBezTo>
                <a:cubicBezTo>
                  <a:pt x="127508" y="40608"/>
                  <a:pt x="125915" y="32766"/>
                  <a:pt x="122731" y="27003"/>
                </a:cubicBezTo>
                <a:cubicBezTo>
                  <a:pt x="119546" y="21237"/>
                  <a:pt x="115364" y="17295"/>
                  <a:pt x="110184" y="15176"/>
                </a:cubicBezTo>
                <a:cubicBezTo>
                  <a:pt x="105004" y="13055"/>
                  <a:pt x="94813" y="11994"/>
                  <a:pt x="79613" y="11994"/>
                </a:cubicBezTo>
                <a:cubicBezTo>
                  <a:pt x="69592" y="11994"/>
                  <a:pt x="63393" y="12695"/>
                  <a:pt x="61015" y="14096"/>
                </a:cubicBezTo>
                <a:cubicBezTo>
                  <a:pt x="58637" y="15494"/>
                  <a:pt x="57449" y="17888"/>
                  <a:pt x="57449" y="21277"/>
                </a:cubicBezTo>
                <a:lnTo>
                  <a:pt x="57449" y="89064"/>
                </a:lnTo>
                <a:close/>
                <a:moveTo>
                  <a:pt x="302466" y="131938"/>
                </a:moveTo>
                <a:lnTo>
                  <a:pt x="216994" y="131938"/>
                </a:lnTo>
                <a:cubicBezTo>
                  <a:pt x="217418" y="150187"/>
                  <a:pt x="220815" y="163064"/>
                  <a:pt x="227184" y="170568"/>
                </a:cubicBezTo>
                <a:cubicBezTo>
                  <a:pt x="234487" y="179011"/>
                  <a:pt x="243786" y="183233"/>
                  <a:pt x="255080" y="183233"/>
                </a:cubicBezTo>
                <a:cubicBezTo>
                  <a:pt x="271725" y="183233"/>
                  <a:pt x="285100" y="173790"/>
                  <a:pt x="295205" y="154906"/>
                </a:cubicBezTo>
                <a:lnTo>
                  <a:pt x="303485" y="158462"/>
                </a:lnTo>
                <a:cubicBezTo>
                  <a:pt x="291087" y="182632"/>
                  <a:pt x="273168" y="194717"/>
                  <a:pt x="249730" y="194717"/>
                </a:cubicBezTo>
                <a:cubicBezTo>
                  <a:pt x="233765" y="194717"/>
                  <a:pt x="220327" y="188927"/>
                  <a:pt x="209415" y="177347"/>
                </a:cubicBezTo>
                <a:cubicBezTo>
                  <a:pt x="198502" y="165765"/>
                  <a:pt x="193046" y="150947"/>
                  <a:pt x="193046" y="132895"/>
                </a:cubicBezTo>
                <a:cubicBezTo>
                  <a:pt x="193046" y="113481"/>
                  <a:pt x="198417" y="97793"/>
                  <a:pt x="209160" y="85830"/>
                </a:cubicBezTo>
                <a:cubicBezTo>
                  <a:pt x="219902" y="73865"/>
                  <a:pt x="233128" y="67883"/>
                  <a:pt x="248839" y="67883"/>
                </a:cubicBezTo>
                <a:cubicBezTo>
                  <a:pt x="260388" y="67883"/>
                  <a:pt x="270366" y="70855"/>
                  <a:pt x="278773" y="76799"/>
                </a:cubicBezTo>
                <a:cubicBezTo>
                  <a:pt x="287180" y="82740"/>
                  <a:pt x="293507" y="91272"/>
                  <a:pt x="297753" y="102394"/>
                </a:cubicBezTo>
                <a:cubicBezTo>
                  <a:pt x="300725" y="110205"/>
                  <a:pt x="302296" y="120052"/>
                  <a:pt x="302466" y="131938"/>
                </a:cubicBezTo>
                <a:moveTo>
                  <a:pt x="216994" y="122751"/>
                </a:moveTo>
                <a:lnTo>
                  <a:pt x="268710" y="122751"/>
                </a:lnTo>
                <a:cubicBezTo>
                  <a:pt x="271767" y="122751"/>
                  <a:pt x="274145" y="121714"/>
                  <a:pt x="275843" y="119640"/>
                </a:cubicBezTo>
                <a:cubicBezTo>
                  <a:pt x="277542" y="117567"/>
                  <a:pt x="278391" y="114035"/>
                  <a:pt x="278391" y="109046"/>
                </a:cubicBezTo>
                <a:cubicBezTo>
                  <a:pt x="278391" y="99739"/>
                  <a:pt x="275482" y="91828"/>
                  <a:pt x="269665" y="85312"/>
                </a:cubicBezTo>
                <a:cubicBezTo>
                  <a:pt x="263848" y="78797"/>
                  <a:pt x="256991" y="75539"/>
                  <a:pt x="249093" y="75539"/>
                </a:cubicBezTo>
                <a:cubicBezTo>
                  <a:pt x="240262" y="75539"/>
                  <a:pt x="232768" y="79473"/>
                  <a:pt x="226611" y="87342"/>
                </a:cubicBezTo>
                <a:cubicBezTo>
                  <a:pt x="220454" y="95210"/>
                  <a:pt x="217248" y="107013"/>
                  <a:pt x="216994" y="122751"/>
                </a:cubicBezTo>
                <a:close/>
                <a:moveTo>
                  <a:pt x="412864" y="78218"/>
                </a:moveTo>
                <a:cubicBezTo>
                  <a:pt x="421356" y="69627"/>
                  <a:pt x="429169" y="65331"/>
                  <a:pt x="436302" y="65331"/>
                </a:cubicBezTo>
                <a:cubicBezTo>
                  <a:pt x="440548" y="65331"/>
                  <a:pt x="444072" y="66692"/>
                  <a:pt x="446875" y="69414"/>
                </a:cubicBezTo>
                <a:cubicBezTo>
                  <a:pt x="449677" y="72136"/>
                  <a:pt x="451078" y="75454"/>
                  <a:pt x="451078" y="79367"/>
                </a:cubicBezTo>
                <a:cubicBezTo>
                  <a:pt x="451078" y="82514"/>
                  <a:pt x="450123" y="85130"/>
                  <a:pt x="448212" y="87214"/>
                </a:cubicBezTo>
                <a:cubicBezTo>
                  <a:pt x="446301" y="89298"/>
                  <a:pt x="444072" y="90340"/>
                  <a:pt x="441525" y="90340"/>
                </a:cubicBezTo>
                <a:cubicBezTo>
                  <a:pt x="436684" y="90340"/>
                  <a:pt x="433415" y="87363"/>
                  <a:pt x="431716" y="81408"/>
                </a:cubicBezTo>
                <a:cubicBezTo>
                  <a:pt x="431037" y="78856"/>
                  <a:pt x="429890" y="77580"/>
                  <a:pt x="428277" y="77580"/>
                </a:cubicBezTo>
                <a:cubicBezTo>
                  <a:pt x="425390" y="77580"/>
                  <a:pt x="422248" y="79494"/>
                  <a:pt x="418851" y="83322"/>
                </a:cubicBezTo>
                <a:cubicBezTo>
                  <a:pt x="422502" y="88352"/>
                  <a:pt x="425008" y="92721"/>
                  <a:pt x="426366" y="96429"/>
                </a:cubicBezTo>
                <a:cubicBezTo>
                  <a:pt x="427725" y="100135"/>
                  <a:pt x="428404" y="104118"/>
                  <a:pt x="428404" y="108380"/>
                </a:cubicBezTo>
                <a:cubicBezTo>
                  <a:pt x="428404" y="115794"/>
                  <a:pt x="426621" y="122336"/>
                  <a:pt x="423054" y="128006"/>
                </a:cubicBezTo>
                <a:cubicBezTo>
                  <a:pt x="419488" y="133674"/>
                  <a:pt x="413565" y="138681"/>
                  <a:pt x="405285" y="143027"/>
                </a:cubicBezTo>
                <a:cubicBezTo>
                  <a:pt x="397005" y="147373"/>
                  <a:pt x="389086" y="149546"/>
                  <a:pt x="381528" y="149546"/>
                </a:cubicBezTo>
                <a:lnTo>
                  <a:pt x="367644" y="149546"/>
                </a:lnTo>
                <a:cubicBezTo>
                  <a:pt x="357793" y="149546"/>
                  <a:pt x="351254" y="150590"/>
                  <a:pt x="348027" y="152677"/>
                </a:cubicBezTo>
                <a:cubicBezTo>
                  <a:pt x="344800" y="154851"/>
                  <a:pt x="343187" y="158026"/>
                  <a:pt x="343187" y="162203"/>
                </a:cubicBezTo>
                <a:cubicBezTo>
                  <a:pt x="343187" y="165595"/>
                  <a:pt x="344503" y="168204"/>
                  <a:pt x="347136" y="170030"/>
                </a:cubicBezTo>
                <a:cubicBezTo>
                  <a:pt x="349768" y="171856"/>
                  <a:pt x="354736" y="172770"/>
                  <a:pt x="362039" y="172770"/>
                </a:cubicBezTo>
                <a:lnTo>
                  <a:pt x="393502" y="171749"/>
                </a:lnTo>
                <a:cubicBezTo>
                  <a:pt x="409382" y="171749"/>
                  <a:pt x="420825" y="174407"/>
                  <a:pt x="427831" y="179724"/>
                </a:cubicBezTo>
                <a:cubicBezTo>
                  <a:pt x="434837" y="185040"/>
                  <a:pt x="438340" y="192335"/>
                  <a:pt x="438340" y="201607"/>
                </a:cubicBezTo>
                <a:cubicBezTo>
                  <a:pt x="438340" y="211815"/>
                  <a:pt x="434349" y="220407"/>
                  <a:pt x="426366" y="227382"/>
                </a:cubicBezTo>
                <a:cubicBezTo>
                  <a:pt x="415242" y="237250"/>
                  <a:pt x="398640" y="242184"/>
                  <a:pt x="376561" y="242184"/>
                </a:cubicBezTo>
                <a:cubicBezTo>
                  <a:pt x="358303" y="242184"/>
                  <a:pt x="344758" y="238849"/>
                  <a:pt x="335926" y="232179"/>
                </a:cubicBezTo>
                <a:cubicBezTo>
                  <a:pt x="328963" y="226945"/>
                  <a:pt x="325481" y="221076"/>
                  <a:pt x="325481" y="214574"/>
                </a:cubicBezTo>
                <a:cubicBezTo>
                  <a:pt x="325481" y="209595"/>
                  <a:pt x="327710" y="205036"/>
                  <a:pt x="332169" y="200897"/>
                </a:cubicBezTo>
                <a:cubicBezTo>
                  <a:pt x="336627" y="196761"/>
                  <a:pt x="344121" y="193680"/>
                  <a:pt x="354651" y="191654"/>
                </a:cubicBezTo>
                <a:cubicBezTo>
                  <a:pt x="346244" y="189586"/>
                  <a:pt x="339918" y="186549"/>
                  <a:pt x="335672" y="182543"/>
                </a:cubicBezTo>
                <a:cubicBezTo>
                  <a:pt x="331426" y="178537"/>
                  <a:pt x="329302" y="173560"/>
                  <a:pt x="329302" y="167614"/>
                </a:cubicBezTo>
                <a:cubicBezTo>
                  <a:pt x="329302" y="162100"/>
                  <a:pt x="331022" y="157298"/>
                  <a:pt x="334461" y="153207"/>
                </a:cubicBezTo>
                <a:cubicBezTo>
                  <a:pt x="337901" y="149113"/>
                  <a:pt x="343866" y="145601"/>
                  <a:pt x="352358" y="142672"/>
                </a:cubicBezTo>
                <a:cubicBezTo>
                  <a:pt x="345140" y="138674"/>
                  <a:pt x="339705" y="133846"/>
                  <a:pt x="336054" y="128189"/>
                </a:cubicBezTo>
                <a:cubicBezTo>
                  <a:pt x="332402" y="122530"/>
                  <a:pt x="330576" y="116041"/>
                  <a:pt x="330576" y="108723"/>
                </a:cubicBezTo>
                <a:cubicBezTo>
                  <a:pt x="330576" y="97151"/>
                  <a:pt x="335120" y="87452"/>
                  <a:pt x="344206" y="79626"/>
                </a:cubicBezTo>
                <a:cubicBezTo>
                  <a:pt x="353292" y="71797"/>
                  <a:pt x="365096" y="67883"/>
                  <a:pt x="379618" y="67883"/>
                </a:cubicBezTo>
                <a:cubicBezTo>
                  <a:pt x="385562" y="67883"/>
                  <a:pt x="391294" y="68734"/>
                  <a:pt x="396814" y="70435"/>
                </a:cubicBezTo>
                <a:cubicBezTo>
                  <a:pt x="402334" y="72136"/>
                  <a:pt x="407684" y="74731"/>
                  <a:pt x="412864" y="78218"/>
                </a:cubicBezTo>
                <a:moveTo>
                  <a:pt x="379363" y="76049"/>
                </a:moveTo>
                <a:cubicBezTo>
                  <a:pt x="371805" y="76049"/>
                  <a:pt x="365563" y="78835"/>
                  <a:pt x="360638" y="84407"/>
                </a:cubicBezTo>
                <a:cubicBezTo>
                  <a:pt x="355713" y="89979"/>
                  <a:pt x="353250" y="97784"/>
                  <a:pt x="353250" y="107821"/>
                </a:cubicBezTo>
                <a:cubicBezTo>
                  <a:pt x="353250" y="118540"/>
                  <a:pt x="355713" y="126855"/>
                  <a:pt x="360638" y="132767"/>
                </a:cubicBezTo>
                <a:cubicBezTo>
                  <a:pt x="365563" y="138679"/>
                  <a:pt x="371848" y="141635"/>
                  <a:pt x="379490" y="141635"/>
                </a:cubicBezTo>
                <a:cubicBezTo>
                  <a:pt x="387133" y="141635"/>
                  <a:pt x="393396" y="138764"/>
                  <a:pt x="398279" y="133022"/>
                </a:cubicBezTo>
                <a:cubicBezTo>
                  <a:pt x="403162" y="127280"/>
                  <a:pt x="405603" y="119050"/>
                  <a:pt x="405603" y="108332"/>
                </a:cubicBezTo>
                <a:cubicBezTo>
                  <a:pt x="405603" y="98379"/>
                  <a:pt x="403119" y="90510"/>
                  <a:pt x="398152" y="84726"/>
                </a:cubicBezTo>
                <a:cubicBezTo>
                  <a:pt x="393184" y="78941"/>
                  <a:pt x="386921" y="76049"/>
                  <a:pt x="379363" y="76049"/>
                </a:cubicBezTo>
                <a:moveTo>
                  <a:pt x="386878" y="191399"/>
                </a:moveTo>
                <a:cubicBezTo>
                  <a:pt x="371253" y="191399"/>
                  <a:pt x="360107" y="193562"/>
                  <a:pt x="353441" y="197887"/>
                </a:cubicBezTo>
                <a:cubicBezTo>
                  <a:pt x="346775" y="202212"/>
                  <a:pt x="343442" y="207427"/>
                  <a:pt x="343442" y="213534"/>
                </a:cubicBezTo>
                <a:cubicBezTo>
                  <a:pt x="343442" y="219302"/>
                  <a:pt x="345947" y="223840"/>
                  <a:pt x="350957" y="227147"/>
                </a:cubicBezTo>
                <a:cubicBezTo>
                  <a:pt x="357581" y="231557"/>
                  <a:pt x="367007" y="233762"/>
                  <a:pt x="379236" y="233762"/>
                </a:cubicBezTo>
                <a:cubicBezTo>
                  <a:pt x="393842" y="233762"/>
                  <a:pt x="404839" y="231344"/>
                  <a:pt x="412227" y="226509"/>
                </a:cubicBezTo>
                <a:cubicBezTo>
                  <a:pt x="419615" y="221676"/>
                  <a:pt x="423309" y="216292"/>
                  <a:pt x="423309" y="210355"/>
                </a:cubicBezTo>
                <a:cubicBezTo>
                  <a:pt x="423309" y="206878"/>
                  <a:pt x="422163" y="203634"/>
                  <a:pt x="419870" y="200622"/>
                </a:cubicBezTo>
                <a:cubicBezTo>
                  <a:pt x="417577" y="197610"/>
                  <a:pt x="413925" y="195320"/>
                  <a:pt x="408915" y="193752"/>
                </a:cubicBezTo>
                <a:cubicBezTo>
                  <a:pt x="403905" y="192183"/>
                  <a:pt x="396559" y="191399"/>
                  <a:pt x="386878" y="191399"/>
                </a:cubicBezTo>
                <a:close/>
                <a:moveTo>
                  <a:pt x="491829" y="0"/>
                </a:moveTo>
                <a:cubicBezTo>
                  <a:pt x="495650" y="0"/>
                  <a:pt x="499005" y="1453"/>
                  <a:pt x="501892" y="4358"/>
                </a:cubicBezTo>
                <a:cubicBezTo>
                  <a:pt x="504779" y="7264"/>
                  <a:pt x="506223" y="10681"/>
                  <a:pt x="506223" y="14610"/>
                </a:cubicBezTo>
                <a:cubicBezTo>
                  <a:pt x="506223" y="18457"/>
                  <a:pt x="504822" y="21790"/>
                  <a:pt x="502019" y="24611"/>
                </a:cubicBezTo>
                <a:cubicBezTo>
                  <a:pt x="499217" y="27429"/>
                  <a:pt x="495862" y="28837"/>
                  <a:pt x="491956" y="28837"/>
                </a:cubicBezTo>
                <a:cubicBezTo>
                  <a:pt x="488050" y="28837"/>
                  <a:pt x="484674" y="27406"/>
                  <a:pt x="481829" y="24543"/>
                </a:cubicBezTo>
                <a:cubicBezTo>
                  <a:pt x="478985" y="21680"/>
                  <a:pt x="477562" y="18326"/>
                  <a:pt x="477562" y="14483"/>
                </a:cubicBezTo>
                <a:cubicBezTo>
                  <a:pt x="477562" y="10639"/>
                  <a:pt x="479006" y="7264"/>
                  <a:pt x="481893" y="4358"/>
                </a:cubicBezTo>
                <a:cubicBezTo>
                  <a:pt x="484780" y="1453"/>
                  <a:pt x="488092" y="0"/>
                  <a:pt x="491829" y="0"/>
                </a:cubicBezTo>
                <a:moveTo>
                  <a:pt x="458837" y="71711"/>
                </a:moveTo>
                <a:lnTo>
                  <a:pt x="506223" y="70180"/>
                </a:lnTo>
                <a:lnTo>
                  <a:pt x="506223" y="172905"/>
                </a:lnTo>
                <a:cubicBezTo>
                  <a:pt x="506223" y="175710"/>
                  <a:pt x="506902" y="177707"/>
                  <a:pt x="508261" y="178898"/>
                </a:cubicBezTo>
                <a:cubicBezTo>
                  <a:pt x="510214" y="180597"/>
                  <a:pt x="512677" y="181446"/>
                  <a:pt x="515649" y="181446"/>
                </a:cubicBezTo>
                <a:lnTo>
                  <a:pt x="529151" y="181446"/>
                </a:lnTo>
                <a:lnTo>
                  <a:pt x="529151" y="191144"/>
                </a:lnTo>
                <a:lnTo>
                  <a:pt x="461385" y="191144"/>
                </a:lnTo>
                <a:lnTo>
                  <a:pt x="461385" y="181446"/>
                </a:lnTo>
                <a:lnTo>
                  <a:pt x="473996" y="181446"/>
                </a:lnTo>
                <a:cubicBezTo>
                  <a:pt x="477732" y="181446"/>
                  <a:pt x="480471" y="180536"/>
                  <a:pt x="482212" y="178715"/>
                </a:cubicBezTo>
                <a:cubicBezTo>
                  <a:pt x="483952" y="176891"/>
                  <a:pt x="484823" y="174242"/>
                  <a:pt x="484823" y="170768"/>
                </a:cubicBezTo>
                <a:lnTo>
                  <a:pt x="484823" y="95771"/>
                </a:lnTo>
                <a:cubicBezTo>
                  <a:pt x="484823" y="91026"/>
                  <a:pt x="483464" y="87447"/>
                  <a:pt x="480747" y="85033"/>
                </a:cubicBezTo>
                <a:cubicBezTo>
                  <a:pt x="478029" y="82617"/>
                  <a:pt x="473996" y="81408"/>
                  <a:pt x="468646" y="81408"/>
                </a:cubicBezTo>
                <a:lnTo>
                  <a:pt x="458837" y="81408"/>
                </a:lnTo>
                <a:lnTo>
                  <a:pt x="458837" y="71711"/>
                </a:lnTo>
                <a:close/>
                <a:moveTo>
                  <a:pt x="599608" y="67883"/>
                </a:moveTo>
                <a:cubicBezTo>
                  <a:pt x="615658" y="67883"/>
                  <a:pt x="629139" y="73695"/>
                  <a:pt x="640051" y="85320"/>
                </a:cubicBezTo>
                <a:cubicBezTo>
                  <a:pt x="650963" y="96942"/>
                  <a:pt x="656419" y="112248"/>
                  <a:pt x="656419" y="131236"/>
                </a:cubicBezTo>
                <a:cubicBezTo>
                  <a:pt x="656419" y="144349"/>
                  <a:pt x="653978" y="155526"/>
                  <a:pt x="649095" y="164767"/>
                </a:cubicBezTo>
                <a:cubicBezTo>
                  <a:pt x="644212" y="174004"/>
                  <a:pt x="637249" y="181305"/>
                  <a:pt x="628205" y="186670"/>
                </a:cubicBezTo>
                <a:cubicBezTo>
                  <a:pt x="619161" y="192034"/>
                  <a:pt x="609416" y="194717"/>
                  <a:pt x="598971" y="194717"/>
                </a:cubicBezTo>
                <a:cubicBezTo>
                  <a:pt x="583516" y="194717"/>
                  <a:pt x="570417" y="188842"/>
                  <a:pt x="559674" y="177092"/>
                </a:cubicBezTo>
                <a:cubicBezTo>
                  <a:pt x="548932" y="165340"/>
                  <a:pt x="543561" y="150097"/>
                  <a:pt x="543561" y="131364"/>
                </a:cubicBezTo>
                <a:cubicBezTo>
                  <a:pt x="543561" y="112545"/>
                  <a:pt x="548953" y="97261"/>
                  <a:pt x="559738" y="85511"/>
                </a:cubicBezTo>
                <a:cubicBezTo>
                  <a:pt x="570523" y="73759"/>
                  <a:pt x="583813" y="67883"/>
                  <a:pt x="599608" y="67883"/>
                </a:cubicBezTo>
                <a:moveTo>
                  <a:pt x="599608" y="77070"/>
                </a:moveTo>
                <a:cubicBezTo>
                  <a:pt x="590097" y="77070"/>
                  <a:pt x="582284" y="81382"/>
                  <a:pt x="576170" y="90005"/>
                </a:cubicBezTo>
                <a:cubicBezTo>
                  <a:pt x="570056" y="98629"/>
                  <a:pt x="566999" y="112245"/>
                  <a:pt x="566999" y="130853"/>
                </a:cubicBezTo>
                <a:cubicBezTo>
                  <a:pt x="566999" y="149802"/>
                  <a:pt x="570034" y="163651"/>
                  <a:pt x="576106" y="172403"/>
                </a:cubicBezTo>
                <a:cubicBezTo>
                  <a:pt x="582178" y="181154"/>
                  <a:pt x="590012" y="185529"/>
                  <a:pt x="599608" y="185529"/>
                </a:cubicBezTo>
                <a:cubicBezTo>
                  <a:pt x="609544" y="185529"/>
                  <a:pt x="617590" y="181154"/>
                  <a:pt x="623746" y="172403"/>
                </a:cubicBezTo>
                <a:cubicBezTo>
                  <a:pt x="629903" y="163651"/>
                  <a:pt x="632982" y="149335"/>
                  <a:pt x="632982" y="129454"/>
                </a:cubicBezTo>
                <a:cubicBezTo>
                  <a:pt x="632982" y="111015"/>
                  <a:pt x="629946" y="97676"/>
                  <a:pt x="623874" y="89435"/>
                </a:cubicBezTo>
                <a:cubicBezTo>
                  <a:pt x="617802" y="81192"/>
                  <a:pt x="609713" y="77070"/>
                  <a:pt x="599608" y="77070"/>
                </a:cubicBezTo>
                <a:close/>
                <a:moveTo>
                  <a:pt x="674239" y="71456"/>
                </a:moveTo>
                <a:lnTo>
                  <a:pt x="713854" y="69159"/>
                </a:lnTo>
                <a:cubicBezTo>
                  <a:pt x="715468" y="76639"/>
                  <a:pt x="716657" y="85396"/>
                  <a:pt x="717421" y="95428"/>
                </a:cubicBezTo>
                <a:cubicBezTo>
                  <a:pt x="722771" y="86757"/>
                  <a:pt x="729076" y="80253"/>
                  <a:pt x="736337" y="75918"/>
                </a:cubicBezTo>
                <a:cubicBezTo>
                  <a:pt x="743598" y="71582"/>
                  <a:pt x="751814" y="69414"/>
                  <a:pt x="760985" y="69414"/>
                </a:cubicBezTo>
                <a:cubicBezTo>
                  <a:pt x="768883" y="69414"/>
                  <a:pt x="775506" y="70965"/>
                  <a:pt x="780856" y="74067"/>
                </a:cubicBezTo>
                <a:cubicBezTo>
                  <a:pt x="786206" y="77167"/>
                  <a:pt x="790495" y="82074"/>
                  <a:pt x="793722" y="88789"/>
                </a:cubicBezTo>
                <a:cubicBezTo>
                  <a:pt x="796949" y="95501"/>
                  <a:pt x="798562" y="103021"/>
                  <a:pt x="798562" y="111346"/>
                </a:cubicBezTo>
                <a:lnTo>
                  <a:pt x="798562" y="169464"/>
                </a:lnTo>
                <a:cubicBezTo>
                  <a:pt x="798562" y="173800"/>
                  <a:pt x="799539" y="176881"/>
                  <a:pt x="801492" y="178707"/>
                </a:cubicBezTo>
                <a:cubicBezTo>
                  <a:pt x="803445" y="180533"/>
                  <a:pt x="806715" y="181446"/>
                  <a:pt x="811300" y="181446"/>
                </a:cubicBezTo>
                <a:lnTo>
                  <a:pt x="819707" y="181446"/>
                </a:lnTo>
                <a:lnTo>
                  <a:pt x="819707" y="191144"/>
                </a:lnTo>
                <a:lnTo>
                  <a:pt x="756781" y="191144"/>
                </a:lnTo>
                <a:lnTo>
                  <a:pt x="756781" y="181446"/>
                </a:lnTo>
                <a:lnTo>
                  <a:pt x="762768" y="181446"/>
                </a:lnTo>
                <a:cubicBezTo>
                  <a:pt x="768373" y="181446"/>
                  <a:pt x="772279" y="180554"/>
                  <a:pt x="774487" y="178771"/>
                </a:cubicBezTo>
                <a:cubicBezTo>
                  <a:pt x="776695" y="176987"/>
                  <a:pt x="777799" y="174310"/>
                  <a:pt x="777799" y="170740"/>
                </a:cubicBezTo>
                <a:lnTo>
                  <a:pt x="777799" y="119640"/>
                </a:lnTo>
                <a:cubicBezTo>
                  <a:pt x="777799" y="108513"/>
                  <a:pt x="776101" y="100272"/>
                  <a:pt x="772704" y="94918"/>
                </a:cubicBezTo>
                <a:cubicBezTo>
                  <a:pt x="767948" y="87273"/>
                  <a:pt x="760730" y="83450"/>
                  <a:pt x="751049" y="83450"/>
                </a:cubicBezTo>
                <a:cubicBezTo>
                  <a:pt x="741453" y="83450"/>
                  <a:pt x="733450" y="87315"/>
                  <a:pt x="727038" y="95046"/>
                </a:cubicBezTo>
                <a:cubicBezTo>
                  <a:pt x="720627" y="102776"/>
                  <a:pt x="717421" y="112843"/>
                  <a:pt x="717421" y="125247"/>
                </a:cubicBezTo>
                <a:lnTo>
                  <a:pt x="717421" y="169468"/>
                </a:lnTo>
                <a:cubicBezTo>
                  <a:pt x="717421" y="173801"/>
                  <a:pt x="718419" y="176881"/>
                  <a:pt x="720414" y="178707"/>
                </a:cubicBezTo>
                <a:cubicBezTo>
                  <a:pt x="722410" y="180533"/>
                  <a:pt x="725701" y="181446"/>
                  <a:pt x="730286" y="181446"/>
                </a:cubicBezTo>
                <a:lnTo>
                  <a:pt x="738566" y="181446"/>
                </a:lnTo>
                <a:lnTo>
                  <a:pt x="738566" y="191144"/>
                </a:lnTo>
                <a:lnTo>
                  <a:pt x="675385" y="191144"/>
                </a:lnTo>
                <a:lnTo>
                  <a:pt x="675385" y="181446"/>
                </a:lnTo>
                <a:lnTo>
                  <a:pt x="683665" y="181446"/>
                </a:lnTo>
                <a:cubicBezTo>
                  <a:pt x="687826" y="181446"/>
                  <a:pt x="690990" y="180597"/>
                  <a:pt x="693155" y="178898"/>
                </a:cubicBezTo>
                <a:cubicBezTo>
                  <a:pt x="695320" y="177200"/>
                  <a:pt x="696403" y="175076"/>
                  <a:pt x="696403" y="172526"/>
                </a:cubicBezTo>
                <a:lnTo>
                  <a:pt x="696403" y="95424"/>
                </a:lnTo>
                <a:cubicBezTo>
                  <a:pt x="696403" y="90328"/>
                  <a:pt x="695023" y="86463"/>
                  <a:pt x="692263" y="83829"/>
                </a:cubicBezTo>
                <a:cubicBezTo>
                  <a:pt x="689503" y="81194"/>
                  <a:pt x="685533" y="79877"/>
                  <a:pt x="680353" y="79877"/>
                </a:cubicBezTo>
                <a:lnTo>
                  <a:pt x="674239" y="79877"/>
                </a:lnTo>
                <a:lnTo>
                  <a:pt x="674239" y="714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counts">
            <a:extLst xmlns:a="http://schemas.openxmlformats.org/drawingml/2006/main">
              <a:ext uri="{FF2B5EF4-FFF2-40B4-BE49-F238E27FC236}">
                <a16:creationId xmlns:a16="http://schemas.microsoft.com/office/drawing/2014/main" id="{112DD8E9-F6AA-4164-B72F-515C0B02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5427" y="416116"/>
            <a:ext cx="769375" cy="172004"/>
          </a:xfrm>
          <a:custGeom xmlns:a="http://schemas.openxmlformats.org/drawingml/2006/main">
            <a:pathLst>
              <a:path w="769375" h="172004">
                <a:moveTo>
                  <a:pt x="91969" y="132959"/>
                </a:moveTo>
                <a:lnTo>
                  <a:pt x="100248" y="135383"/>
                </a:lnTo>
                <a:cubicBezTo>
                  <a:pt x="93625" y="159797"/>
                  <a:pt x="79018" y="172004"/>
                  <a:pt x="56429" y="172004"/>
                </a:cubicBezTo>
                <a:cubicBezTo>
                  <a:pt x="39870" y="172004"/>
                  <a:pt x="26325" y="166512"/>
                  <a:pt x="15795" y="155528"/>
                </a:cubicBezTo>
                <a:cubicBezTo>
                  <a:pt x="5265" y="144543"/>
                  <a:pt x="0" y="129940"/>
                  <a:pt x="0" y="111717"/>
                </a:cubicBezTo>
                <a:cubicBezTo>
                  <a:pt x="0" y="90600"/>
                  <a:pt x="5775" y="74230"/>
                  <a:pt x="17324" y="62607"/>
                </a:cubicBezTo>
                <a:cubicBezTo>
                  <a:pt x="28873" y="50983"/>
                  <a:pt x="42460" y="45170"/>
                  <a:pt x="58085" y="45170"/>
                </a:cubicBezTo>
                <a:cubicBezTo>
                  <a:pt x="69804" y="45170"/>
                  <a:pt x="79485" y="48403"/>
                  <a:pt x="87128" y="54868"/>
                </a:cubicBezTo>
                <a:cubicBezTo>
                  <a:pt x="94771" y="61333"/>
                  <a:pt x="98592" y="68521"/>
                  <a:pt x="98592" y="76432"/>
                </a:cubicBezTo>
                <a:cubicBezTo>
                  <a:pt x="98592" y="81196"/>
                  <a:pt x="97170" y="85130"/>
                  <a:pt x="94325" y="88235"/>
                </a:cubicBezTo>
                <a:cubicBezTo>
                  <a:pt x="91480" y="91340"/>
                  <a:pt x="88105" y="92892"/>
                  <a:pt x="84198" y="92892"/>
                </a:cubicBezTo>
                <a:cubicBezTo>
                  <a:pt x="80377" y="92892"/>
                  <a:pt x="77150" y="91583"/>
                  <a:pt x="74517" y="88965"/>
                </a:cubicBezTo>
                <a:cubicBezTo>
                  <a:pt x="71885" y="86344"/>
                  <a:pt x="70569" y="83174"/>
                  <a:pt x="70569" y="79455"/>
                </a:cubicBezTo>
                <a:cubicBezTo>
                  <a:pt x="70569" y="75738"/>
                  <a:pt x="72012" y="72189"/>
                  <a:pt x="74900" y="68808"/>
                </a:cubicBezTo>
                <a:cubicBezTo>
                  <a:pt x="76258" y="67202"/>
                  <a:pt x="76938" y="65934"/>
                  <a:pt x="76938" y="65004"/>
                </a:cubicBezTo>
                <a:cubicBezTo>
                  <a:pt x="76938" y="62553"/>
                  <a:pt x="75282" y="60166"/>
                  <a:pt x="71970" y="57842"/>
                </a:cubicBezTo>
                <a:cubicBezTo>
                  <a:pt x="68658" y="55519"/>
                  <a:pt x="64157" y="54357"/>
                  <a:pt x="58468" y="54357"/>
                </a:cubicBezTo>
                <a:cubicBezTo>
                  <a:pt x="48107" y="54357"/>
                  <a:pt x="40252" y="58139"/>
                  <a:pt x="34902" y="65702"/>
                </a:cubicBezTo>
                <a:cubicBezTo>
                  <a:pt x="27259" y="76662"/>
                  <a:pt x="23438" y="91106"/>
                  <a:pt x="23438" y="109034"/>
                </a:cubicBezTo>
                <a:cubicBezTo>
                  <a:pt x="23438" y="126111"/>
                  <a:pt x="26835" y="139046"/>
                  <a:pt x="33628" y="147840"/>
                </a:cubicBezTo>
                <a:cubicBezTo>
                  <a:pt x="40422" y="156634"/>
                  <a:pt x="49084" y="161030"/>
                  <a:pt x="59614" y="161030"/>
                </a:cubicBezTo>
                <a:cubicBezTo>
                  <a:pt x="74135" y="161030"/>
                  <a:pt x="84920" y="151673"/>
                  <a:pt x="91969" y="132959"/>
                </a:cubicBezTo>
                <a:close/>
                <a:moveTo>
                  <a:pt x="173338" y="45170"/>
                </a:moveTo>
                <a:cubicBezTo>
                  <a:pt x="189388" y="45170"/>
                  <a:pt x="202869" y="50983"/>
                  <a:pt x="213781" y="62607"/>
                </a:cubicBezTo>
                <a:cubicBezTo>
                  <a:pt x="224694" y="74230"/>
                  <a:pt x="230150" y="89535"/>
                  <a:pt x="230150" y="108523"/>
                </a:cubicBezTo>
                <a:cubicBezTo>
                  <a:pt x="230150" y="121637"/>
                  <a:pt x="227708" y="132814"/>
                  <a:pt x="222825" y="142054"/>
                </a:cubicBezTo>
                <a:cubicBezTo>
                  <a:pt x="217942" y="151292"/>
                  <a:pt x="210979" y="158593"/>
                  <a:pt x="201935" y="163957"/>
                </a:cubicBezTo>
                <a:cubicBezTo>
                  <a:pt x="192891" y="169322"/>
                  <a:pt x="183146" y="172004"/>
                  <a:pt x="172701" y="172004"/>
                </a:cubicBezTo>
                <a:cubicBezTo>
                  <a:pt x="157246" y="172004"/>
                  <a:pt x="144147" y="166129"/>
                  <a:pt x="133404" y="154379"/>
                </a:cubicBezTo>
                <a:cubicBezTo>
                  <a:pt x="122662" y="142627"/>
                  <a:pt x="117291" y="127384"/>
                  <a:pt x="117291" y="108651"/>
                </a:cubicBezTo>
                <a:cubicBezTo>
                  <a:pt x="117291" y="89833"/>
                  <a:pt x="122683" y="74549"/>
                  <a:pt x="133468" y="62799"/>
                </a:cubicBezTo>
                <a:cubicBezTo>
                  <a:pt x="144253" y="51046"/>
                  <a:pt x="157543" y="45170"/>
                  <a:pt x="173338" y="45170"/>
                </a:cubicBezTo>
                <a:moveTo>
                  <a:pt x="173338" y="54357"/>
                </a:moveTo>
                <a:cubicBezTo>
                  <a:pt x="163827" y="54357"/>
                  <a:pt x="156014" y="58669"/>
                  <a:pt x="149900" y="67293"/>
                </a:cubicBezTo>
                <a:cubicBezTo>
                  <a:pt x="143786" y="75916"/>
                  <a:pt x="140729" y="89532"/>
                  <a:pt x="140729" y="108140"/>
                </a:cubicBezTo>
                <a:cubicBezTo>
                  <a:pt x="140729" y="127089"/>
                  <a:pt x="143765" y="140939"/>
                  <a:pt x="149836" y="149690"/>
                </a:cubicBezTo>
                <a:cubicBezTo>
                  <a:pt x="155908" y="158441"/>
                  <a:pt x="163742" y="162817"/>
                  <a:pt x="173338" y="162817"/>
                </a:cubicBezTo>
                <a:cubicBezTo>
                  <a:pt x="183274" y="162817"/>
                  <a:pt x="191320" y="158441"/>
                  <a:pt x="197477" y="149690"/>
                </a:cubicBezTo>
                <a:cubicBezTo>
                  <a:pt x="203633" y="140939"/>
                  <a:pt x="206712" y="126622"/>
                  <a:pt x="206712" y="106741"/>
                </a:cubicBezTo>
                <a:cubicBezTo>
                  <a:pt x="206712" y="88303"/>
                  <a:pt x="203676" y="74963"/>
                  <a:pt x="197604" y="66722"/>
                </a:cubicBezTo>
                <a:cubicBezTo>
                  <a:pt x="191532" y="58479"/>
                  <a:pt x="183444" y="54357"/>
                  <a:pt x="173338" y="54357"/>
                </a:cubicBezTo>
                <a:close/>
                <a:moveTo>
                  <a:pt x="288858" y="46701"/>
                </a:moveTo>
                <a:lnTo>
                  <a:pt x="288858" y="125849"/>
                </a:lnTo>
                <a:cubicBezTo>
                  <a:pt x="288858" y="135536"/>
                  <a:pt x="291300" y="143014"/>
                  <a:pt x="296183" y="148282"/>
                </a:cubicBezTo>
                <a:cubicBezTo>
                  <a:pt x="301066" y="153549"/>
                  <a:pt x="307371" y="156182"/>
                  <a:pt x="315099" y="156182"/>
                </a:cubicBezTo>
                <a:cubicBezTo>
                  <a:pt x="324610" y="156182"/>
                  <a:pt x="332698" y="152343"/>
                  <a:pt x="339365" y="144666"/>
                </a:cubicBezTo>
                <a:cubicBezTo>
                  <a:pt x="346031" y="136986"/>
                  <a:pt x="349364" y="127376"/>
                  <a:pt x="349364" y="115836"/>
                </a:cubicBezTo>
                <a:lnTo>
                  <a:pt x="349364" y="71165"/>
                </a:lnTo>
                <a:cubicBezTo>
                  <a:pt x="349364" y="67092"/>
                  <a:pt x="347899" y="63933"/>
                  <a:pt x="344969" y="61686"/>
                </a:cubicBezTo>
                <a:cubicBezTo>
                  <a:pt x="342040" y="59437"/>
                  <a:pt x="336414" y="58185"/>
                  <a:pt x="328091" y="57930"/>
                </a:cubicBezTo>
                <a:lnTo>
                  <a:pt x="328091" y="48998"/>
                </a:lnTo>
                <a:lnTo>
                  <a:pt x="370000" y="46701"/>
                </a:lnTo>
                <a:lnTo>
                  <a:pt x="370000" y="144714"/>
                </a:lnTo>
                <a:cubicBezTo>
                  <a:pt x="370000" y="149217"/>
                  <a:pt x="371273" y="152679"/>
                  <a:pt x="373821" y="155101"/>
                </a:cubicBezTo>
                <a:cubicBezTo>
                  <a:pt x="376369" y="157523"/>
                  <a:pt x="379935" y="158734"/>
                  <a:pt x="384521" y="158734"/>
                </a:cubicBezTo>
                <a:lnTo>
                  <a:pt x="392036" y="158734"/>
                </a:lnTo>
                <a:lnTo>
                  <a:pt x="392036" y="167410"/>
                </a:lnTo>
                <a:lnTo>
                  <a:pt x="351911" y="168431"/>
                </a:lnTo>
                <a:lnTo>
                  <a:pt x="349364" y="144726"/>
                </a:lnTo>
                <a:cubicBezTo>
                  <a:pt x="342231" y="153179"/>
                  <a:pt x="335055" y="159542"/>
                  <a:pt x="327837" y="163814"/>
                </a:cubicBezTo>
                <a:cubicBezTo>
                  <a:pt x="320618" y="168083"/>
                  <a:pt x="313315" y="170218"/>
                  <a:pt x="305927" y="170218"/>
                </a:cubicBezTo>
                <a:cubicBezTo>
                  <a:pt x="295142" y="170218"/>
                  <a:pt x="286098" y="166606"/>
                  <a:pt x="278795" y="159384"/>
                </a:cubicBezTo>
                <a:cubicBezTo>
                  <a:pt x="271407" y="152246"/>
                  <a:pt x="267713" y="140137"/>
                  <a:pt x="267713" y="123058"/>
                </a:cubicBezTo>
                <a:lnTo>
                  <a:pt x="267713" y="71184"/>
                </a:lnTo>
                <a:cubicBezTo>
                  <a:pt x="267713" y="66596"/>
                  <a:pt x="265887" y="63112"/>
                  <a:pt x="262236" y="60733"/>
                </a:cubicBezTo>
                <a:cubicBezTo>
                  <a:pt x="259688" y="59035"/>
                  <a:pt x="254466" y="58100"/>
                  <a:pt x="246568" y="57930"/>
                </a:cubicBezTo>
                <a:lnTo>
                  <a:pt x="246568" y="48998"/>
                </a:lnTo>
                <a:lnTo>
                  <a:pt x="288858" y="46701"/>
                </a:lnTo>
                <a:close/>
                <a:moveTo>
                  <a:pt x="407208" y="48743"/>
                </a:moveTo>
                <a:lnTo>
                  <a:pt x="446823" y="46446"/>
                </a:lnTo>
                <a:cubicBezTo>
                  <a:pt x="448437" y="53927"/>
                  <a:pt x="449626" y="62683"/>
                  <a:pt x="450390" y="72716"/>
                </a:cubicBezTo>
                <a:cubicBezTo>
                  <a:pt x="455740" y="64044"/>
                  <a:pt x="462045" y="57541"/>
                  <a:pt x="469306" y="53205"/>
                </a:cubicBezTo>
                <a:cubicBezTo>
                  <a:pt x="476567" y="48869"/>
                  <a:pt x="484783" y="46701"/>
                  <a:pt x="493954" y="46701"/>
                </a:cubicBezTo>
                <a:cubicBezTo>
                  <a:pt x="501851" y="46701"/>
                  <a:pt x="508475" y="48252"/>
                  <a:pt x="513825" y="51355"/>
                </a:cubicBezTo>
                <a:cubicBezTo>
                  <a:pt x="519175" y="54454"/>
                  <a:pt x="523464" y="59362"/>
                  <a:pt x="526691" y="66077"/>
                </a:cubicBezTo>
                <a:cubicBezTo>
                  <a:pt x="529918" y="72789"/>
                  <a:pt x="531531" y="80308"/>
                  <a:pt x="531531" y="88634"/>
                </a:cubicBezTo>
                <a:lnTo>
                  <a:pt x="531531" y="146751"/>
                </a:lnTo>
                <a:cubicBezTo>
                  <a:pt x="531531" y="151087"/>
                  <a:pt x="532508" y="154168"/>
                  <a:pt x="534461" y="155994"/>
                </a:cubicBezTo>
                <a:cubicBezTo>
                  <a:pt x="536414" y="157820"/>
                  <a:pt x="539683" y="158734"/>
                  <a:pt x="544269" y="158734"/>
                </a:cubicBezTo>
                <a:lnTo>
                  <a:pt x="552676" y="158734"/>
                </a:lnTo>
                <a:lnTo>
                  <a:pt x="552676" y="168431"/>
                </a:lnTo>
                <a:lnTo>
                  <a:pt x="489750" y="168431"/>
                </a:lnTo>
                <a:lnTo>
                  <a:pt x="489750" y="158734"/>
                </a:lnTo>
                <a:lnTo>
                  <a:pt x="495737" y="158734"/>
                </a:lnTo>
                <a:cubicBezTo>
                  <a:pt x="501342" y="158734"/>
                  <a:pt x="505248" y="157842"/>
                  <a:pt x="507456" y="156058"/>
                </a:cubicBezTo>
                <a:cubicBezTo>
                  <a:pt x="509664" y="154274"/>
                  <a:pt x="510768" y="151597"/>
                  <a:pt x="510768" y="148027"/>
                </a:cubicBezTo>
                <a:lnTo>
                  <a:pt x="510768" y="96928"/>
                </a:lnTo>
                <a:cubicBezTo>
                  <a:pt x="510768" y="85800"/>
                  <a:pt x="509070" y="77559"/>
                  <a:pt x="505673" y="72205"/>
                </a:cubicBezTo>
                <a:cubicBezTo>
                  <a:pt x="500917" y="64560"/>
                  <a:pt x="493699" y="60737"/>
                  <a:pt x="484018" y="60737"/>
                </a:cubicBezTo>
                <a:cubicBezTo>
                  <a:pt x="474422" y="60737"/>
                  <a:pt x="466419" y="64602"/>
                  <a:pt x="460007" y="72333"/>
                </a:cubicBezTo>
                <a:cubicBezTo>
                  <a:pt x="453596" y="80063"/>
                  <a:pt x="450390" y="90130"/>
                  <a:pt x="450390" y="102534"/>
                </a:cubicBezTo>
                <a:lnTo>
                  <a:pt x="450390" y="146755"/>
                </a:lnTo>
                <a:cubicBezTo>
                  <a:pt x="450390" y="151088"/>
                  <a:pt x="451388" y="154168"/>
                  <a:pt x="453383" y="155994"/>
                </a:cubicBezTo>
                <a:cubicBezTo>
                  <a:pt x="455379" y="157820"/>
                  <a:pt x="458670" y="158734"/>
                  <a:pt x="463255" y="158734"/>
                </a:cubicBezTo>
                <a:lnTo>
                  <a:pt x="471535" y="158734"/>
                </a:lnTo>
                <a:lnTo>
                  <a:pt x="471535" y="168431"/>
                </a:lnTo>
                <a:lnTo>
                  <a:pt x="408354" y="168431"/>
                </a:lnTo>
                <a:lnTo>
                  <a:pt x="408354" y="158734"/>
                </a:lnTo>
                <a:lnTo>
                  <a:pt x="416634" y="158734"/>
                </a:lnTo>
                <a:cubicBezTo>
                  <a:pt x="420795" y="158734"/>
                  <a:pt x="423958" y="157884"/>
                  <a:pt x="426124" y="156186"/>
                </a:cubicBezTo>
                <a:cubicBezTo>
                  <a:pt x="428289" y="154487"/>
                  <a:pt x="429372" y="152363"/>
                  <a:pt x="429372" y="149814"/>
                </a:cubicBezTo>
                <a:lnTo>
                  <a:pt x="429372" y="72712"/>
                </a:lnTo>
                <a:cubicBezTo>
                  <a:pt x="429372" y="67616"/>
                  <a:pt x="427992" y="63750"/>
                  <a:pt x="425232" y="61116"/>
                </a:cubicBezTo>
                <a:cubicBezTo>
                  <a:pt x="422472" y="58482"/>
                  <a:pt x="418502" y="57165"/>
                  <a:pt x="413322" y="57165"/>
                </a:cubicBezTo>
                <a:lnTo>
                  <a:pt x="407208" y="57165"/>
                </a:lnTo>
                <a:lnTo>
                  <a:pt x="407208" y="48743"/>
                </a:lnTo>
                <a:close/>
                <a:moveTo>
                  <a:pt x="597808" y="0"/>
                </a:moveTo>
                <a:lnTo>
                  <a:pt x="606470" y="0"/>
                </a:lnTo>
                <a:lnTo>
                  <a:pt x="606470" y="48743"/>
                </a:lnTo>
                <a:lnTo>
                  <a:pt x="645066" y="48743"/>
                </a:lnTo>
                <a:lnTo>
                  <a:pt x="645066" y="60482"/>
                </a:lnTo>
                <a:lnTo>
                  <a:pt x="606470" y="60482"/>
                </a:lnTo>
                <a:lnTo>
                  <a:pt x="606470" y="137169"/>
                </a:lnTo>
                <a:cubicBezTo>
                  <a:pt x="606470" y="143804"/>
                  <a:pt x="608041" y="148887"/>
                  <a:pt x="611183" y="152417"/>
                </a:cubicBezTo>
                <a:cubicBezTo>
                  <a:pt x="614325" y="155948"/>
                  <a:pt x="618316" y="157713"/>
                  <a:pt x="623156" y="157713"/>
                </a:cubicBezTo>
                <a:cubicBezTo>
                  <a:pt x="628931" y="157713"/>
                  <a:pt x="633856" y="155044"/>
                  <a:pt x="637932" y="149706"/>
                </a:cubicBezTo>
                <a:cubicBezTo>
                  <a:pt x="642009" y="144365"/>
                  <a:pt x="644386" y="135550"/>
                  <a:pt x="645066" y="123261"/>
                </a:cubicBezTo>
                <a:lnTo>
                  <a:pt x="653600" y="123261"/>
                </a:lnTo>
                <a:cubicBezTo>
                  <a:pt x="653091" y="139168"/>
                  <a:pt x="649482" y="150971"/>
                  <a:pt x="642773" y="158670"/>
                </a:cubicBezTo>
                <a:cubicBezTo>
                  <a:pt x="636064" y="166368"/>
                  <a:pt x="627360" y="170218"/>
                  <a:pt x="616660" y="170218"/>
                </a:cubicBezTo>
                <a:cubicBezTo>
                  <a:pt x="606809" y="170218"/>
                  <a:pt x="599103" y="167514"/>
                  <a:pt x="593540" y="162107"/>
                </a:cubicBezTo>
                <a:cubicBezTo>
                  <a:pt x="587978" y="156697"/>
                  <a:pt x="585197" y="149606"/>
                  <a:pt x="585197" y="140834"/>
                </a:cubicBezTo>
                <a:lnTo>
                  <a:pt x="585197" y="60482"/>
                </a:lnTo>
                <a:lnTo>
                  <a:pt x="564434" y="60482"/>
                </a:lnTo>
                <a:lnTo>
                  <a:pt x="564434" y="51550"/>
                </a:lnTo>
                <a:cubicBezTo>
                  <a:pt x="573860" y="49934"/>
                  <a:pt x="581036" y="45978"/>
                  <a:pt x="585961" y="39683"/>
                </a:cubicBezTo>
                <a:cubicBezTo>
                  <a:pt x="593264" y="30241"/>
                  <a:pt x="597213" y="17013"/>
                  <a:pt x="597808" y="0"/>
                </a:cubicBezTo>
                <a:close/>
                <a:moveTo>
                  <a:pt x="682374" y="123261"/>
                </a:moveTo>
                <a:cubicBezTo>
                  <a:pt x="687639" y="137977"/>
                  <a:pt x="693690" y="148164"/>
                  <a:pt x="700526" y="153821"/>
                </a:cubicBezTo>
                <a:cubicBezTo>
                  <a:pt x="707362" y="159478"/>
                  <a:pt x="715790" y="162306"/>
                  <a:pt x="725811" y="162306"/>
                </a:cubicBezTo>
                <a:cubicBezTo>
                  <a:pt x="735067" y="162306"/>
                  <a:pt x="742179" y="160286"/>
                  <a:pt x="747147" y="156245"/>
                </a:cubicBezTo>
                <a:cubicBezTo>
                  <a:pt x="752115" y="152205"/>
                  <a:pt x="754599" y="147080"/>
                  <a:pt x="754599" y="140870"/>
                </a:cubicBezTo>
                <a:cubicBezTo>
                  <a:pt x="754599" y="137297"/>
                  <a:pt x="753686" y="134171"/>
                  <a:pt x="751860" y="131491"/>
                </a:cubicBezTo>
                <a:cubicBezTo>
                  <a:pt x="750034" y="128812"/>
                  <a:pt x="747508" y="126812"/>
                  <a:pt x="744281" y="125494"/>
                </a:cubicBezTo>
                <a:cubicBezTo>
                  <a:pt x="741054" y="124175"/>
                  <a:pt x="732689" y="122240"/>
                  <a:pt x="719187" y="119688"/>
                </a:cubicBezTo>
                <a:cubicBezTo>
                  <a:pt x="706279" y="117136"/>
                  <a:pt x="697277" y="114457"/>
                  <a:pt x="692182" y="111649"/>
                </a:cubicBezTo>
                <a:cubicBezTo>
                  <a:pt x="687087" y="108842"/>
                  <a:pt x="683117" y="104972"/>
                  <a:pt x="680272" y="100038"/>
                </a:cubicBezTo>
                <a:cubicBezTo>
                  <a:pt x="677427" y="95104"/>
                  <a:pt x="676005" y="89745"/>
                  <a:pt x="676005" y="83960"/>
                </a:cubicBezTo>
                <a:cubicBezTo>
                  <a:pt x="676005" y="75199"/>
                  <a:pt x="678935" y="67245"/>
                  <a:pt x="684794" y="60099"/>
                </a:cubicBezTo>
                <a:cubicBezTo>
                  <a:pt x="692352" y="50997"/>
                  <a:pt x="702925" y="46446"/>
                  <a:pt x="716512" y="46446"/>
                </a:cubicBezTo>
                <a:cubicBezTo>
                  <a:pt x="726872" y="46446"/>
                  <a:pt x="736468" y="49764"/>
                  <a:pt x="745300" y="56399"/>
                </a:cubicBezTo>
                <a:lnTo>
                  <a:pt x="753707" y="47467"/>
                </a:lnTo>
                <a:lnTo>
                  <a:pt x="758930" y="47467"/>
                </a:lnTo>
                <a:lnTo>
                  <a:pt x="762241" y="90085"/>
                </a:lnTo>
                <a:lnTo>
                  <a:pt x="753707" y="90085"/>
                </a:lnTo>
                <a:cubicBezTo>
                  <a:pt x="749970" y="77961"/>
                  <a:pt x="744918" y="69231"/>
                  <a:pt x="738549" y="63895"/>
                </a:cubicBezTo>
                <a:cubicBezTo>
                  <a:pt x="732180" y="58557"/>
                  <a:pt x="724325" y="55889"/>
                  <a:pt x="714983" y="55889"/>
                </a:cubicBezTo>
                <a:cubicBezTo>
                  <a:pt x="706916" y="55889"/>
                  <a:pt x="700589" y="57866"/>
                  <a:pt x="696004" y="61822"/>
                </a:cubicBezTo>
                <a:cubicBezTo>
                  <a:pt x="691418" y="65777"/>
                  <a:pt x="689125" y="70605"/>
                  <a:pt x="689125" y="76304"/>
                </a:cubicBezTo>
                <a:cubicBezTo>
                  <a:pt x="689125" y="81323"/>
                  <a:pt x="691248" y="85492"/>
                  <a:pt x="695494" y="88809"/>
                </a:cubicBezTo>
                <a:cubicBezTo>
                  <a:pt x="699655" y="92212"/>
                  <a:pt x="707808" y="94881"/>
                  <a:pt x="719951" y="96816"/>
                </a:cubicBezTo>
                <a:cubicBezTo>
                  <a:pt x="734048" y="99174"/>
                  <a:pt x="743219" y="101152"/>
                  <a:pt x="747465" y="102749"/>
                </a:cubicBezTo>
                <a:cubicBezTo>
                  <a:pt x="754429" y="105309"/>
                  <a:pt x="759821" y="109257"/>
                  <a:pt x="763643" y="114592"/>
                </a:cubicBezTo>
                <a:cubicBezTo>
                  <a:pt x="767464" y="119925"/>
                  <a:pt x="769375" y="126431"/>
                  <a:pt x="769375" y="134111"/>
                </a:cubicBezTo>
                <a:cubicBezTo>
                  <a:pt x="769375" y="144694"/>
                  <a:pt x="765235" y="153655"/>
                  <a:pt x="756955" y="160994"/>
                </a:cubicBezTo>
                <a:cubicBezTo>
                  <a:pt x="748675" y="168334"/>
                  <a:pt x="738167" y="172004"/>
                  <a:pt x="725429" y="172004"/>
                </a:cubicBezTo>
                <a:cubicBezTo>
                  <a:pt x="713625" y="172004"/>
                  <a:pt x="702670" y="168082"/>
                  <a:pt x="692564" y="160237"/>
                </a:cubicBezTo>
                <a:lnTo>
                  <a:pt x="683266" y="170983"/>
                </a:lnTo>
                <a:lnTo>
                  <a:pt x="676515" y="170983"/>
                </a:lnTo>
                <a:lnTo>
                  <a:pt x="673967" y="123261"/>
                </a:lnTo>
                <a:lnTo>
                  <a:pt x="682374" y="1232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D9F8BC-8212-4411-BA38-8AA8251A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4512" y="102357"/>
            <a:ext cx="10" cy="2769197"/>
          </a:xfrm>
          <a:custGeom xmlns:a="http://schemas.openxmlformats.org/drawingml/2006/main">
            <a:pathLst>
              <a:path w="1" h="2769197" fill="none">
                <a:moveTo>
                  <a:pt x="0" y="0"/>
                </a:moveTo>
                <a:lnTo>
                  <a:pt x="0" y="2769197"/>
                </a:lnTo>
              </a:path>
            </a:pathLst>
          </a:custGeom>
          <a:noFill xmlns:a="http://schemas.openxmlformats.org/drawingml/2006/main"/>
          <a:ln xmlns:a="http://schemas.openxmlformats.org/drawingml/2006/main" w="24447" cap="flat">
            <a:solidFill>
              <a:srgbClr val="000000"/>
            </a:solidFill>
            <a:custDash>
              <a:ds d="300000" sp="100000"/>
            </a:custDash>
            <a:miter/>
          </a:ln>
        </p:spPr>
      </p:sp>
      <p:sp>
        <p:nvSpPr>
          <p:cNvPr id="128" name="Text Countingef">
            <a:extLst xmlns:a="http://schemas.openxmlformats.org/drawingml/2006/main">
              <a:ext uri="{FF2B5EF4-FFF2-40B4-BE49-F238E27FC236}">
                <a16:creationId xmlns:a16="http://schemas.microsoft.com/office/drawing/2014/main" id="{CAC3C7C6-DE51-4AB1-BB12-538196AB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0971" y="65011"/>
            <a:ext cx="1408168" cy="244480"/>
          </a:xfrm>
          <a:custGeom xmlns:a="http://schemas.openxmlformats.org/drawingml/2006/main">
            <a:pathLst>
              <a:path w="1408168" h="244480">
                <a:moveTo>
                  <a:pt x="132858" y="19523"/>
                </a:moveTo>
                <a:lnTo>
                  <a:pt x="141647" y="1276"/>
                </a:lnTo>
                <a:lnTo>
                  <a:pt x="149672" y="1276"/>
                </a:lnTo>
                <a:lnTo>
                  <a:pt x="152984" y="77325"/>
                </a:lnTo>
                <a:lnTo>
                  <a:pt x="144449" y="77325"/>
                </a:lnTo>
                <a:cubicBezTo>
                  <a:pt x="138845" y="55851"/>
                  <a:pt x="131796" y="40024"/>
                  <a:pt x="123304" y="29842"/>
                </a:cubicBezTo>
                <a:cubicBezTo>
                  <a:pt x="112774" y="17093"/>
                  <a:pt x="100206" y="10718"/>
                  <a:pt x="85600" y="10718"/>
                </a:cubicBezTo>
                <a:cubicBezTo>
                  <a:pt x="69804" y="10718"/>
                  <a:pt x="56939" y="17789"/>
                  <a:pt x="47003" y="31932"/>
                </a:cubicBezTo>
                <a:cubicBezTo>
                  <a:pt x="37068" y="46071"/>
                  <a:pt x="32100" y="70010"/>
                  <a:pt x="32100" y="103746"/>
                </a:cubicBezTo>
                <a:cubicBezTo>
                  <a:pt x="32100" y="132113"/>
                  <a:pt x="37789" y="153751"/>
                  <a:pt x="49169" y="168658"/>
                </a:cubicBezTo>
                <a:cubicBezTo>
                  <a:pt x="58850" y="181267"/>
                  <a:pt x="72437" y="187571"/>
                  <a:pt x="89930" y="187571"/>
                </a:cubicBezTo>
                <a:cubicBezTo>
                  <a:pt x="105216" y="187571"/>
                  <a:pt x="118039" y="182658"/>
                  <a:pt x="128399" y="172833"/>
                </a:cubicBezTo>
                <a:cubicBezTo>
                  <a:pt x="138760" y="163008"/>
                  <a:pt x="145511" y="148185"/>
                  <a:pt x="148653" y="128365"/>
                </a:cubicBezTo>
                <a:lnTo>
                  <a:pt x="157697" y="128365"/>
                </a:lnTo>
                <a:cubicBezTo>
                  <a:pt x="155064" y="150822"/>
                  <a:pt x="147379" y="168091"/>
                  <a:pt x="134641" y="180170"/>
                </a:cubicBezTo>
                <a:cubicBezTo>
                  <a:pt x="121903" y="192250"/>
                  <a:pt x="105853" y="198289"/>
                  <a:pt x="86491" y="198289"/>
                </a:cubicBezTo>
                <a:cubicBezTo>
                  <a:pt x="70781" y="198289"/>
                  <a:pt x="56366" y="194331"/>
                  <a:pt x="43246" y="186415"/>
                </a:cubicBezTo>
                <a:cubicBezTo>
                  <a:pt x="30125" y="178498"/>
                  <a:pt x="19638" y="167114"/>
                  <a:pt x="11783" y="152262"/>
                </a:cubicBezTo>
                <a:cubicBezTo>
                  <a:pt x="3928" y="137407"/>
                  <a:pt x="0" y="121128"/>
                  <a:pt x="0" y="103423"/>
                </a:cubicBezTo>
                <a:cubicBezTo>
                  <a:pt x="0" y="84610"/>
                  <a:pt x="4055" y="66947"/>
                  <a:pt x="12165" y="50434"/>
                </a:cubicBezTo>
                <a:cubicBezTo>
                  <a:pt x="20275" y="33920"/>
                  <a:pt x="30656" y="21514"/>
                  <a:pt x="43309" y="13215"/>
                </a:cubicBezTo>
                <a:cubicBezTo>
                  <a:pt x="55962" y="4915"/>
                  <a:pt x="69592" y="766"/>
                  <a:pt x="84198" y="766"/>
                </a:cubicBezTo>
                <a:cubicBezTo>
                  <a:pt x="92351" y="766"/>
                  <a:pt x="100248" y="2190"/>
                  <a:pt x="107891" y="5040"/>
                </a:cubicBezTo>
                <a:cubicBezTo>
                  <a:pt x="115534" y="7890"/>
                  <a:pt x="123856" y="12717"/>
                  <a:pt x="132858" y="19523"/>
                </a:cubicBezTo>
                <a:close/>
                <a:moveTo>
                  <a:pt x="235335" y="70180"/>
                </a:moveTo>
                <a:cubicBezTo>
                  <a:pt x="251385" y="70180"/>
                  <a:pt x="264866" y="75992"/>
                  <a:pt x="275778" y="87617"/>
                </a:cubicBezTo>
                <a:cubicBezTo>
                  <a:pt x="286690" y="99239"/>
                  <a:pt x="292147" y="114544"/>
                  <a:pt x="292147" y="133533"/>
                </a:cubicBezTo>
                <a:cubicBezTo>
                  <a:pt x="292147" y="146646"/>
                  <a:pt x="289705" y="157823"/>
                  <a:pt x="284822" y="167063"/>
                </a:cubicBezTo>
                <a:cubicBezTo>
                  <a:pt x="279939" y="176301"/>
                  <a:pt x="272976" y="183602"/>
                  <a:pt x="263932" y="188967"/>
                </a:cubicBezTo>
                <a:cubicBezTo>
                  <a:pt x="254888" y="194331"/>
                  <a:pt x="245143" y="197013"/>
                  <a:pt x="234698" y="197013"/>
                </a:cubicBezTo>
                <a:cubicBezTo>
                  <a:pt x="219243" y="197013"/>
                  <a:pt x="206144" y="191139"/>
                  <a:pt x="195401" y="179389"/>
                </a:cubicBezTo>
                <a:cubicBezTo>
                  <a:pt x="184659" y="167636"/>
                  <a:pt x="179288" y="152393"/>
                  <a:pt x="179288" y="133660"/>
                </a:cubicBezTo>
                <a:cubicBezTo>
                  <a:pt x="179288" y="114842"/>
                  <a:pt x="184680" y="99558"/>
                  <a:pt x="195465" y="87808"/>
                </a:cubicBezTo>
                <a:cubicBezTo>
                  <a:pt x="206250" y="76056"/>
                  <a:pt x="219540" y="70180"/>
                  <a:pt x="235335" y="70180"/>
                </a:cubicBezTo>
                <a:moveTo>
                  <a:pt x="235335" y="79367"/>
                </a:moveTo>
                <a:cubicBezTo>
                  <a:pt x="225824" y="79367"/>
                  <a:pt x="218011" y="83679"/>
                  <a:pt x="211897" y="92302"/>
                </a:cubicBezTo>
                <a:cubicBezTo>
                  <a:pt x="205783" y="100926"/>
                  <a:pt x="202726" y="114542"/>
                  <a:pt x="202726" y="133150"/>
                </a:cubicBezTo>
                <a:cubicBezTo>
                  <a:pt x="202726" y="152098"/>
                  <a:pt x="205762" y="165948"/>
                  <a:pt x="211833" y="174699"/>
                </a:cubicBezTo>
                <a:cubicBezTo>
                  <a:pt x="217905" y="183451"/>
                  <a:pt x="225739" y="187826"/>
                  <a:pt x="235335" y="187826"/>
                </a:cubicBezTo>
                <a:cubicBezTo>
                  <a:pt x="245271" y="187826"/>
                  <a:pt x="253317" y="183451"/>
                  <a:pt x="259474" y="174699"/>
                </a:cubicBezTo>
                <a:cubicBezTo>
                  <a:pt x="265630" y="165948"/>
                  <a:pt x="268709" y="151632"/>
                  <a:pt x="268709" y="131750"/>
                </a:cubicBezTo>
                <a:cubicBezTo>
                  <a:pt x="268709" y="113312"/>
                  <a:pt x="265673" y="99973"/>
                  <a:pt x="259601" y="91732"/>
                </a:cubicBezTo>
                <a:cubicBezTo>
                  <a:pt x="253529" y="83489"/>
                  <a:pt x="245440" y="79367"/>
                  <a:pt x="235335" y="79367"/>
                </a:cubicBezTo>
                <a:close/>
                <a:moveTo>
                  <a:pt x="350829" y="71711"/>
                </a:moveTo>
                <a:lnTo>
                  <a:pt x="350829" y="150858"/>
                </a:lnTo>
                <a:cubicBezTo>
                  <a:pt x="350829" y="160545"/>
                  <a:pt x="353271" y="168023"/>
                  <a:pt x="358154" y="173292"/>
                </a:cubicBezTo>
                <a:cubicBezTo>
                  <a:pt x="363036" y="178558"/>
                  <a:pt x="369342" y="181191"/>
                  <a:pt x="377070" y="181191"/>
                </a:cubicBezTo>
                <a:cubicBezTo>
                  <a:pt x="386581" y="181191"/>
                  <a:pt x="394669" y="177352"/>
                  <a:pt x="401335" y="169675"/>
                </a:cubicBezTo>
                <a:cubicBezTo>
                  <a:pt x="408002" y="161995"/>
                  <a:pt x="411335" y="152386"/>
                  <a:pt x="411335" y="140846"/>
                </a:cubicBezTo>
                <a:lnTo>
                  <a:pt x="411335" y="96174"/>
                </a:lnTo>
                <a:cubicBezTo>
                  <a:pt x="411335" y="92101"/>
                  <a:pt x="409870" y="88942"/>
                  <a:pt x="406940" y="86696"/>
                </a:cubicBezTo>
                <a:cubicBezTo>
                  <a:pt x="404010" y="84447"/>
                  <a:pt x="398385" y="83195"/>
                  <a:pt x="390062" y="82940"/>
                </a:cubicBezTo>
                <a:lnTo>
                  <a:pt x="390062" y="74008"/>
                </a:lnTo>
                <a:lnTo>
                  <a:pt x="431970" y="71711"/>
                </a:lnTo>
                <a:lnTo>
                  <a:pt x="431970" y="169723"/>
                </a:lnTo>
                <a:cubicBezTo>
                  <a:pt x="431970" y="174226"/>
                  <a:pt x="433244" y="177689"/>
                  <a:pt x="435792" y="180110"/>
                </a:cubicBezTo>
                <a:cubicBezTo>
                  <a:pt x="438339" y="182532"/>
                  <a:pt x="441906" y="183743"/>
                  <a:pt x="446492" y="183743"/>
                </a:cubicBezTo>
                <a:lnTo>
                  <a:pt x="454007" y="183743"/>
                </a:lnTo>
                <a:lnTo>
                  <a:pt x="454007" y="192420"/>
                </a:lnTo>
                <a:lnTo>
                  <a:pt x="413882" y="193441"/>
                </a:lnTo>
                <a:lnTo>
                  <a:pt x="411335" y="169735"/>
                </a:lnTo>
                <a:cubicBezTo>
                  <a:pt x="404202" y="178189"/>
                  <a:pt x="397026" y="184551"/>
                  <a:pt x="389808" y="188823"/>
                </a:cubicBezTo>
                <a:cubicBezTo>
                  <a:pt x="382589" y="193092"/>
                  <a:pt x="375286" y="195227"/>
                  <a:pt x="367898" y="195227"/>
                </a:cubicBezTo>
                <a:cubicBezTo>
                  <a:pt x="357113" y="195227"/>
                  <a:pt x="348069" y="191616"/>
                  <a:pt x="340766" y="184393"/>
                </a:cubicBezTo>
                <a:cubicBezTo>
                  <a:pt x="333378" y="177255"/>
                  <a:pt x="329684" y="165147"/>
                  <a:pt x="329684" y="148067"/>
                </a:cubicBezTo>
                <a:lnTo>
                  <a:pt x="329684" y="96194"/>
                </a:lnTo>
                <a:cubicBezTo>
                  <a:pt x="329684" y="91606"/>
                  <a:pt x="327858" y="88122"/>
                  <a:pt x="324207" y="85743"/>
                </a:cubicBezTo>
                <a:cubicBezTo>
                  <a:pt x="321659" y="84044"/>
                  <a:pt x="316437" y="83110"/>
                  <a:pt x="308539" y="82940"/>
                </a:cubicBezTo>
                <a:lnTo>
                  <a:pt x="308539" y="74008"/>
                </a:lnTo>
                <a:lnTo>
                  <a:pt x="350829" y="71711"/>
                </a:lnTo>
                <a:close/>
                <a:moveTo>
                  <a:pt x="469204" y="73752"/>
                </a:moveTo>
                <a:lnTo>
                  <a:pt x="508820" y="71456"/>
                </a:lnTo>
                <a:cubicBezTo>
                  <a:pt x="510433" y="78936"/>
                  <a:pt x="511622" y="87693"/>
                  <a:pt x="512386" y="97725"/>
                </a:cubicBezTo>
                <a:cubicBezTo>
                  <a:pt x="517736" y="89054"/>
                  <a:pt x="524042" y="82550"/>
                  <a:pt x="531302" y="78214"/>
                </a:cubicBezTo>
                <a:cubicBezTo>
                  <a:pt x="538563" y="73879"/>
                  <a:pt x="546779" y="71711"/>
                  <a:pt x="555950" y="71711"/>
                </a:cubicBezTo>
                <a:cubicBezTo>
                  <a:pt x="563848" y="71711"/>
                  <a:pt x="570472" y="73262"/>
                  <a:pt x="575822" y="76364"/>
                </a:cubicBezTo>
                <a:cubicBezTo>
                  <a:pt x="581172" y="79464"/>
                  <a:pt x="585460" y="84371"/>
                  <a:pt x="588687" y="91086"/>
                </a:cubicBezTo>
                <a:cubicBezTo>
                  <a:pt x="591914" y="97798"/>
                  <a:pt x="593527" y="105317"/>
                  <a:pt x="593527" y="113643"/>
                </a:cubicBezTo>
                <a:lnTo>
                  <a:pt x="593527" y="171761"/>
                </a:lnTo>
                <a:cubicBezTo>
                  <a:pt x="593527" y="176096"/>
                  <a:pt x="594504" y="179177"/>
                  <a:pt x="596457" y="181004"/>
                </a:cubicBezTo>
                <a:cubicBezTo>
                  <a:pt x="598410" y="182830"/>
                  <a:pt x="601680" y="183743"/>
                  <a:pt x="606266" y="183743"/>
                </a:cubicBezTo>
                <a:lnTo>
                  <a:pt x="614673" y="183743"/>
                </a:lnTo>
                <a:lnTo>
                  <a:pt x="614673" y="193441"/>
                </a:lnTo>
                <a:lnTo>
                  <a:pt x="551747" y="193441"/>
                </a:lnTo>
                <a:lnTo>
                  <a:pt x="551747" y="183743"/>
                </a:lnTo>
                <a:lnTo>
                  <a:pt x="557734" y="183743"/>
                </a:lnTo>
                <a:cubicBezTo>
                  <a:pt x="563338" y="183743"/>
                  <a:pt x="567245" y="182851"/>
                  <a:pt x="569453" y="181067"/>
                </a:cubicBezTo>
                <a:cubicBezTo>
                  <a:pt x="571661" y="179284"/>
                  <a:pt x="572764" y="176607"/>
                  <a:pt x="572764" y="173037"/>
                </a:cubicBezTo>
                <a:lnTo>
                  <a:pt x="572764" y="121937"/>
                </a:lnTo>
                <a:cubicBezTo>
                  <a:pt x="572764" y="110809"/>
                  <a:pt x="571066" y="102569"/>
                  <a:pt x="567669" y="97215"/>
                </a:cubicBezTo>
                <a:cubicBezTo>
                  <a:pt x="562914" y="89569"/>
                  <a:pt x="555696" y="85747"/>
                  <a:pt x="546015" y="85747"/>
                </a:cubicBezTo>
                <a:cubicBezTo>
                  <a:pt x="536419" y="85747"/>
                  <a:pt x="528415" y="89612"/>
                  <a:pt x="522003" y="97342"/>
                </a:cubicBezTo>
                <a:cubicBezTo>
                  <a:pt x="515592" y="105073"/>
                  <a:pt x="512386" y="115140"/>
                  <a:pt x="512386" y="127544"/>
                </a:cubicBezTo>
                <a:lnTo>
                  <a:pt x="512386" y="171765"/>
                </a:lnTo>
                <a:cubicBezTo>
                  <a:pt x="512386" y="176098"/>
                  <a:pt x="513384" y="179177"/>
                  <a:pt x="515380" y="181004"/>
                </a:cubicBezTo>
                <a:cubicBezTo>
                  <a:pt x="517375" y="182830"/>
                  <a:pt x="520666" y="183743"/>
                  <a:pt x="525252" y="183743"/>
                </a:cubicBezTo>
                <a:lnTo>
                  <a:pt x="533531" y="183743"/>
                </a:lnTo>
                <a:lnTo>
                  <a:pt x="533531" y="193441"/>
                </a:lnTo>
                <a:lnTo>
                  <a:pt x="470351" y="193441"/>
                </a:lnTo>
                <a:lnTo>
                  <a:pt x="470351" y="183743"/>
                </a:lnTo>
                <a:lnTo>
                  <a:pt x="478630" y="183743"/>
                </a:lnTo>
                <a:cubicBezTo>
                  <a:pt x="482792" y="183743"/>
                  <a:pt x="485955" y="182894"/>
                  <a:pt x="488120" y="181195"/>
                </a:cubicBezTo>
                <a:cubicBezTo>
                  <a:pt x="490286" y="179496"/>
                  <a:pt x="491368" y="177372"/>
                  <a:pt x="491368" y="174823"/>
                </a:cubicBezTo>
                <a:lnTo>
                  <a:pt x="491368" y="97721"/>
                </a:lnTo>
                <a:cubicBezTo>
                  <a:pt x="491368" y="92625"/>
                  <a:pt x="489989" y="88760"/>
                  <a:pt x="487229" y="86126"/>
                </a:cubicBezTo>
                <a:cubicBezTo>
                  <a:pt x="484469" y="83491"/>
                  <a:pt x="480499" y="82174"/>
                  <a:pt x="475319" y="82174"/>
                </a:cubicBezTo>
                <a:lnTo>
                  <a:pt x="469204" y="82174"/>
                </a:lnTo>
                <a:lnTo>
                  <a:pt x="469204" y="73752"/>
                </a:lnTo>
                <a:close/>
                <a:moveTo>
                  <a:pt x="659804" y="25009"/>
                </a:moveTo>
                <a:lnTo>
                  <a:pt x="668466" y="25009"/>
                </a:lnTo>
                <a:lnTo>
                  <a:pt x="668466" y="73752"/>
                </a:lnTo>
                <a:lnTo>
                  <a:pt x="707062" y="73752"/>
                </a:lnTo>
                <a:lnTo>
                  <a:pt x="707062" y="85492"/>
                </a:lnTo>
                <a:lnTo>
                  <a:pt x="668466" y="85492"/>
                </a:lnTo>
                <a:lnTo>
                  <a:pt x="668466" y="162179"/>
                </a:lnTo>
                <a:cubicBezTo>
                  <a:pt x="668466" y="168814"/>
                  <a:pt x="670037" y="173897"/>
                  <a:pt x="673179" y="177427"/>
                </a:cubicBezTo>
                <a:cubicBezTo>
                  <a:pt x="676321" y="180957"/>
                  <a:pt x="680312" y="182722"/>
                  <a:pt x="685153" y="182722"/>
                </a:cubicBezTo>
                <a:cubicBezTo>
                  <a:pt x="690927" y="182722"/>
                  <a:pt x="695853" y="180053"/>
                  <a:pt x="699929" y="174715"/>
                </a:cubicBezTo>
                <a:cubicBezTo>
                  <a:pt x="704005" y="169375"/>
                  <a:pt x="706383" y="160560"/>
                  <a:pt x="707062" y="148270"/>
                </a:cubicBezTo>
                <a:lnTo>
                  <a:pt x="715597" y="148270"/>
                </a:lnTo>
                <a:cubicBezTo>
                  <a:pt x="715087" y="164178"/>
                  <a:pt x="711478" y="175981"/>
                  <a:pt x="704769" y="183679"/>
                </a:cubicBezTo>
                <a:cubicBezTo>
                  <a:pt x="698061" y="191378"/>
                  <a:pt x="689356" y="195227"/>
                  <a:pt x="678656" y="195227"/>
                </a:cubicBezTo>
                <a:cubicBezTo>
                  <a:pt x="668806" y="195227"/>
                  <a:pt x="661099" y="192523"/>
                  <a:pt x="655537" y="187116"/>
                </a:cubicBezTo>
                <a:cubicBezTo>
                  <a:pt x="649975" y="181707"/>
                  <a:pt x="647193" y="174616"/>
                  <a:pt x="647193" y="165843"/>
                </a:cubicBezTo>
                <a:lnTo>
                  <a:pt x="647193" y="85492"/>
                </a:lnTo>
                <a:lnTo>
                  <a:pt x="626430" y="85492"/>
                </a:lnTo>
                <a:lnTo>
                  <a:pt x="626430" y="76560"/>
                </a:lnTo>
                <a:cubicBezTo>
                  <a:pt x="635857" y="74943"/>
                  <a:pt x="643032" y="70988"/>
                  <a:pt x="647958" y="64693"/>
                </a:cubicBezTo>
                <a:cubicBezTo>
                  <a:pt x="655261" y="55251"/>
                  <a:pt x="659210" y="42023"/>
                  <a:pt x="659804" y="25009"/>
                </a:cubicBezTo>
                <a:close/>
                <a:moveTo>
                  <a:pt x="760646" y="2297"/>
                </a:moveTo>
                <a:cubicBezTo>
                  <a:pt x="764468" y="2297"/>
                  <a:pt x="767822" y="3750"/>
                  <a:pt x="770709" y="6655"/>
                </a:cubicBezTo>
                <a:cubicBezTo>
                  <a:pt x="773597" y="9561"/>
                  <a:pt x="775040" y="12978"/>
                  <a:pt x="775040" y="16907"/>
                </a:cubicBezTo>
                <a:cubicBezTo>
                  <a:pt x="775040" y="20754"/>
                  <a:pt x="773639" y="24087"/>
                  <a:pt x="770837" y="26908"/>
                </a:cubicBezTo>
                <a:cubicBezTo>
                  <a:pt x="768034" y="29725"/>
                  <a:pt x="764680" y="31134"/>
                  <a:pt x="760774" y="31134"/>
                </a:cubicBezTo>
                <a:cubicBezTo>
                  <a:pt x="756867" y="31134"/>
                  <a:pt x="753492" y="29703"/>
                  <a:pt x="750647" y="26840"/>
                </a:cubicBezTo>
                <a:cubicBezTo>
                  <a:pt x="747802" y="23977"/>
                  <a:pt x="746380" y="20623"/>
                  <a:pt x="746380" y="16779"/>
                </a:cubicBezTo>
                <a:cubicBezTo>
                  <a:pt x="746380" y="12935"/>
                  <a:pt x="747823" y="9561"/>
                  <a:pt x="750711" y="6655"/>
                </a:cubicBezTo>
                <a:cubicBezTo>
                  <a:pt x="753598" y="3750"/>
                  <a:pt x="756910" y="2297"/>
                  <a:pt x="760646" y="2297"/>
                </a:cubicBezTo>
                <a:moveTo>
                  <a:pt x="727655" y="74008"/>
                </a:moveTo>
                <a:lnTo>
                  <a:pt x="775040" y="72476"/>
                </a:lnTo>
                <a:lnTo>
                  <a:pt x="775040" y="175202"/>
                </a:lnTo>
                <a:cubicBezTo>
                  <a:pt x="775040" y="178006"/>
                  <a:pt x="775720" y="180004"/>
                  <a:pt x="777078" y="181195"/>
                </a:cubicBezTo>
                <a:cubicBezTo>
                  <a:pt x="779032" y="182894"/>
                  <a:pt x="781494" y="183743"/>
                  <a:pt x="784467" y="183743"/>
                </a:cubicBezTo>
                <a:lnTo>
                  <a:pt x="797969" y="183743"/>
                </a:lnTo>
                <a:lnTo>
                  <a:pt x="797969" y="193441"/>
                </a:lnTo>
                <a:lnTo>
                  <a:pt x="730203" y="193441"/>
                </a:lnTo>
                <a:lnTo>
                  <a:pt x="730203" y="183743"/>
                </a:lnTo>
                <a:lnTo>
                  <a:pt x="742813" y="183743"/>
                </a:lnTo>
                <a:cubicBezTo>
                  <a:pt x="746550" y="183743"/>
                  <a:pt x="749288" y="182833"/>
                  <a:pt x="751029" y="181012"/>
                </a:cubicBezTo>
                <a:cubicBezTo>
                  <a:pt x="752770" y="179188"/>
                  <a:pt x="753640" y="176539"/>
                  <a:pt x="753640" y="173065"/>
                </a:cubicBezTo>
                <a:lnTo>
                  <a:pt x="753640" y="98068"/>
                </a:lnTo>
                <a:cubicBezTo>
                  <a:pt x="753640" y="93323"/>
                  <a:pt x="752282" y="89744"/>
                  <a:pt x="749564" y="87330"/>
                </a:cubicBezTo>
                <a:cubicBezTo>
                  <a:pt x="746847" y="84913"/>
                  <a:pt x="742813" y="83705"/>
                  <a:pt x="737463" y="83705"/>
                </a:cubicBezTo>
                <a:lnTo>
                  <a:pt x="727655" y="83705"/>
                </a:lnTo>
                <a:lnTo>
                  <a:pt x="727655" y="74008"/>
                </a:lnTo>
                <a:close/>
                <a:moveTo>
                  <a:pt x="812123" y="73752"/>
                </a:moveTo>
                <a:lnTo>
                  <a:pt x="851739" y="71456"/>
                </a:lnTo>
                <a:cubicBezTo>
                  <a:pt x="853352" y="78936"/>
                  <a:pt x="854541" y="87693"/>
                  <a:pt x="855305" y="97725"/>
                </a:cubicBezTo>
                <a:cubicBezTo>
                  <a:pt x="860655" y="89054"/>
                  <a:pt x="866961" y="82550"/>
                  <a:pt x="874221" y="78214"/>
                </a:cubicBezTo>
                <a:cubicBezTo>
                  <a:pt x="881482" y="73879"/>
                  <a:pt x="889698" y="71711"/>
                  <a:pt x="898869" y="71711"/>
                </a:cubicBezTo>
                <a:cubicBezTo>
                  <a:pt x="906767" y="71711"/>
                  <a:pt x="913391" y="73262"/>
                  <a:pt x="918741" y="76364"/>
                </a:cubicBezTo>
                <a:cubicBezTo>
                  <a:pt x="924091" y="79464"/>
                  <a:pt x="928379" y="84371"/>
                  <a:pt x="931606" y="91086"/>
                </a:cubicBezTo>
                <a:cubicBezTo>
                  <a:pt x="934833" y="97798"/>
                  <a:pt x="936447" y="105317"/>
                  <a:pt x="936447" y="113643"/>
                </a:cubicBezTo>
                <a:lnTo>
                  <a:pt x="936447" y="171761"/>
                </a:lnTo>
                <a:cubicBezTo>
                  <a:pt x="936447" y="176096"/>
                  <a:pt x="937423" y="179177"/>
                  <a:pt x="939376" y="181004"/>
                </a:cubicBezTo>
                <a:cubicBezTo>
                  <a:pt x="941330" y="182830"/>
                  <a:pt x="944599" y="183743"/>
                  <a:pt x="949185" y="183743"/>
                </a:cubicBezTo>
                <a:lnTo>
                  <a:pt x="957592" y="183743"/>
                </a:lnTo>
                <a:lnTo>
                  <a:pt x="957592" y="193441"/>
                </a:lnTo>
                <a:lnTo>
                  <a:pt x="894666" y="193441"/>
                </a:lnTo>
                <a:lnTo>
                  <a:pt x="894666" y="183743"/>
                </a:lnTo>
                <a:lnTo>
                  <a:pt x="900653" y="183743"/>
                </a:lnTo>
                <a:cubicBezTo>
                  <a:pt x="906257" y="183743"/>
                  <a:pt x="910164" y="182851"/>
                  <a:pt x="912372" y="181067"/>
                </a:cubicBezTo>
                <a:cubicBezTo>
                  <a:pt x="914580" y="179284"/>
                  <a:pt x="915684" y="176607"/>
                  <a:pt x="915684" y="173037"/>
                </a:cubicBezTo>
                <a:lnTo>
                  <a:pt x="915684" y="121937"/>
                </a:lnTo>
                <a:cubicBezTo>
                  <a:pt x="915684" y="110809"/>
                  <a:pt x="913985" y="102569"/>
                  <a:pt x="910588" y="97215"/>
                </a:cubicBezTo>
                <a:cubicBezTo>
                  <a:pt x="905833" y="89569"/>
                  <a:pt x="898615" y="85747"/>
                  <a:pt x="888934" y="85747"/>
                </a:cubicBezTo>
                <a:cubicBezTo>
                  <a:pt x="879338" y="85747"/>
                  <a:pt x="871334" y="89612"/>
                  <a:pt x="864923" y="97342"/>
                </a:cubicBezTo>
                <a:cubicBezTo>
                  <a:pt x="858511" y="105073"/>
                  <a:pt x="855305" y="115140"/>
                  <a:pt x="855305" y="127544"/>
                </a:cubicBezTo>
                <a:lnTo>
                  <a:pt x="855305" y="171765"/>
                </a:lnTo>
                <a:cubicBezTo>
                  <a:pt x="855305" y="176098"/>
                  <a:pt x="856303" y="179177"/>
                  <a:pt x="858299" y="181004"/>
                </a:cubicBezTo>
                <a:cubicBezTo>
                  <a:pt x="860294" y="182830"/>
                  <a:pt x="863585" y="183743"/>
                  <a:pt x="868171" y="183743"/>
                </a:cubicBezTo>
                <a:lnTo>
                  <a:pt x="876451" y="183743"/>
                </a:lnTo>
                <a:lnTo>
                  <a:pt x="876451" y="193441"/>
                </a:lnTo>
                <a:lnTo>
                  <a:pt x="813270" y="193441"/>
                </a:lnTo>
                <a:lnTo>
                  <a:pt x="813270" y="183743"/>
                </a:lnTo>
                <a:lnTo>
                  <a:pt x="821550" y="183743"/>
                </a:lnTo>
                <a:cubicBezTo>
                  <a:pt x="825711" y="183743"/>
                  <a:pt x="828874" y="182894"/>
                  <a:pt x="831039" y="181195"/>
                </a:cubicBezTo>
                <a:cubicBezTo>
                  <a:pt x="833205" y="179496"/>
                  <a:pt x="834288" y="177372"/>
                  <a:pt x="834288" y="174823"/>
                </a:cubicBezTo>
                <a:lnTo>
                  <a:pt x="834288" y="97721"/>
                </a:lnTo>
                <a:cubicBezTo>
                  <a:pt x="834288" y="92625"/>
                  <a:pt x="832908" y="88760"/>
                  <a:pt x="830148" y="86126"/>
                </a:cubicBezTo>
                <a:cubicBezTo>
                  <a:pt x="827388" y="83491"/>
                  <a:pt x="823418" y="82174"/>
                  <a:pt x="818238" y="82174"/>
                </a:cubicBezTo>
                <a:lnTo>
                  <a:pt x="812123" y="82174"/>
                </a:lnTo>
                <a:lnTo>
                  <a:pt x="812123" y="73752"/>
                </a:lnTo>
                <a:close/>
                <a:moveTo>
                  <a:pt x="1061855" y="80515"/>
                </a:moveTo>
                <a:cubicBezTo>
                  <a:pt x="1070347" y="71924"/>
                  <a:pt x="1078159" y="67628"/>
                  <a:pt x="1085293" y="67628"/>
                </a:cubicBezTo>
                <a:cubicBezTo>
                  <a:pt x="1089539" y="67628"/>
                  <a:pt x="1093063" y="68989"/>
                  <a:pt x="1095865" y="71711"/>
                </a:cubicBezTo>
                <a:cubicBezTo>
                  <a:pt x="1098667" y="74433"/>
                  <a:pt x="1100069" y="77751"/>
                  <a:pt x="1100069" y="81664"/>
                </a:cubicBezTo>
                <a:cubicBezTo>
                  <a:pt x="1100069" y="84811"/>
                  <a:pt x="1099113" y="87427"/>
                  <a:pt x="1097203" y="89511"/>
                </a:cubicBezTo>
                <a:cubicBezTo>
                  <a:pt x="1095292" y="91595"/>
                  <a:pt x="1093063" y="92637"/>
                  <a:pt x="1090515" y="92637"/>
                </a:cubicBezTo>
                <a:cubicBezTo>
                  <a:pt x="1085675" y="92637"/>
                  <a:pt x="1082405" y="89660"/>
                  <a:pt x="1080707" y="83705"/>
                </a:cubicBezTo>
                <a:cubicBezTo>
                  <a:pt x="1080028" y="81153"/>
                  <a:pt x="1078881" y="79877"/>
                  <a:pt x="1077268" y="79877"/>
                </a:cubicBezTo>
                <a:cubicBezTo>
                  <a:pt x="1074380" y="79877"/>
                  <a:pt x="1071238" y="81791"/>
                  <a:pt x="1067841" y="85619"/>
                </a:cubicBezTo>
                <a:cubicBezTo>
                  <a:pt x="1071493" y="90649"/>
                  <a:pt x="1073998" y="95018"/>
                  <a:pt x="1075357" y="98726"/>
                </a:cubicBezTo>
                <a:cubicBezTo>
                  <a:pt x="1076716" y="102432"/>
                  <a:pt x="1077395" y="106415"/>
                  <a:pt x="1077395" y="110676"/>
                </a:cubicBezTo>
                <a:cubicBezTo>
                  <a:pt x="1077395" y="118091"/>
                  <a:pt x="1075612" y="124633"/>
                  <a:pt x="1072045" y="130303"/>
                </a:cubicBezTo>
                <a:cubicBezTo>
                  <a:pt x="1068478" y="135970"/>
                  <a:pt x="1062555" y="140977"/>
                  <a:pt x="1054275" y="145324"/>
                </a:cubicBezTo>
                <a:cubicBezTo>
                  <a:pt x="1045996" y="149670"/>
                  <a:pt x="1038077" y="151843"/>
                  <a:pt x="1030519" y="151843"/>
                </a:cubicBezTo>
                <a:lnTo>
                  <a:pt x="1016635" y="151843"/>
                </a:lnTo>
                <a:cubicBezTo>
                  <a:pt x="1006784" y="151843"/>
                  <a:pt x="1000245" y="152887"/>
                  <a:pt x="997018" y="154973"/>
                </a:cubicBezTo>
                <a:cubicBezTo>
                  <a:pt x="993791" y="157148"/>
                  <a:pt x="992178" y="160323"/>
                  <a:pt x="992178" y="164499"/>
                </a:cubicBezTo>
                <a:cubicBezTo>
                  <a:pt x="992178" y="167892"/>
                  <a:pt x="993494" y="170501"/>
                  <a:pt x="996126" y="172327"/>
                </a:cubicBezTo>
                <a:cubicBezTo>
                  <a:pt x="998759" y="174153"/>
                  <a:pt x="1003727" y="175066"/>
                  <a:pt x="1011030" y="175066"/>
                </a:cubicBezTo>
                <a:lnTo>
                  <a:pt x="1042493" y="174046"/>
                </a:lnTo>
                <a:cubicBezTo>
                  <a:pt x="1058373" y="174046"/>
                  <a:pt x="1069816" y="176704"/>
                  <a:pt x="1076822" y="182020"/>
                </a:cubicBezTo>
                <a:cubicBezTo>
                  <a:pt x="1083828" y="187337"/>
                  <a:pt x="1087331" y="194632"/>
                  <a:pt x="1087331" y="203904"/>
                </a:cubicBezTo>
                <a:cubicBezTo>
                  <a:pt x="1087331" y="214112"/>
                  <a:pt x="1083339" y="222703"/>
                  <a:pt x="1075357" y="229679"/>
                </a:cubicBezTo>
                <a:cubicBezTo>
                  <a:pt x="1064232" y="239547"/>
                  <a:pt x="1047630" y="244480"/>
                  <a:pt x="1025551" y="244480"/>
                </a:cubicBezTo>
                <a:cubicBezTo>
                  <a:pt x="1007293" y="244480"/>
                  <a:pt x="993749" y="241145"/>
                  <a:pt x="984917" y="234476"/>
                </a:cubicBezTo>
                <a:cubicBezTo>
                  <a:pt x="977953" y="229242"/>
                  <a:pt x="974472" y="223373"/>
                  <a:pt x="974472" y="216871"/>
                </a:cubicBezTo>
                <a:cubicBezTo>
                  <a:pt x="974472" y="211892"/>
                  <a:pt x="976701" y="207333"/>
                  <a:pt x="981159" y="203194"/>
                </a:cubicBezTo>
                <a:cubicBezTo>
                  <a:pt x="985617" y="199058"/>
                  <a:pt x="993112" y="195977"/>
                  <a:pt x="1003642" y="193951"/>
                </a:cubicBezTo>
                <a:cubicBezTo>
                  <a:pt x="995235" y="191883"/>
                  <a:pt x="988908" y="188846"/>
                  <a:pt x="984662" y="184840"/>
                </a:cubicBezTo>
                <a:cubicBezTo>
                  <a:pt x="980416" y="180834"/>
                  <a:pt x="978293" y="175857"/>
                  <a:pt x="978293" y="169910"/>
                </a:cubicBezTo>
                <a:cubicBezTo>
                  <a:pt x="978293" y="164397"/>
                  <a:pt x="980013" y="159595"/>
                  <a:pt x="983452" y="155504"/>
                </a:cubicBezTo>
                <a:cubicBezTo>
                  <a:pt x="986891" y="151410"/>
                  <a:pt x="992857" y="147898"/>
                  <a:pt x="1001349" y="144969"/>
                </a:cubicBezTo>
                <a:cubicBezTo>
                  <a:pt x="994131" y="140971"/>
                  <a:pt x="988696" y="136143"/>
                  <a:pt x="985044" y="130486"/>
                </a:cubicBezTo>
                <a:cubicBezTo>
                  <a:pt x="981393" y="124827"/>
                  <a:pt x="979567" y="118338"/>
                  <a:pt x="979567" y="111019"/>
                </a:cubicBezTo>
                <a:cubicBezTo>
                  <a:pt x="979567" y="99448"/>
                  <a:pt x="984110" y="89749"/>
                  <a:pt x="993197" y="81923"/>
                </a:cubicBezTo>
                <a:cubicBezTo>
                  <a:pt x="1002283" y="74094"/>
                  <a:pt x="1014087" y="70180"/>
                  <a:pt x="1028608" y="70180"/>
                </a:cubicBezTo>
                <a:cubicBezTo>
                  <a:pt x="1034553" y="70180"/>
                  <a:pt x="1040285" y="71030"/>
                  <a:pt x="1045805" y="72732"/>
                </a:cubicBezTo>
                <a:cubicBezTo>
                  <a:pt x="1051324" y="74433"/>
                  <a:pt x="1056674" y="77027"/>
                  <a:pt x="1061855" y="80515"/>
                </a:cubicBezTo>
                <a:moveTo>
                  <a:pt x="1028354" y="78346"/>
                </a:moveTo>
                <a:cubicBezTo>
                  <a:pt x="1020796" y="78346"/>
                  <a:pt x="1014554" y="81132"/>
                  <a:pt x="1009629" y="86704"/>
                </a:cubicBezTo>
                <a:cubicBezTo>
                  <a:pt x="1004703" y="92276"/>
                  <a:pt x="1002241" y="100080"/>
                  <a:pt x="1002241" y="110118"/>
                </a:cubicBezTo>
                <a:cubicBezTo>
                  <a:pt x="1002241" y="120837"/>
                  <a:pt x="1004703" y="129152"/>
                  <a:pt x="1009629" y="135064"/>
                </a:cubicBezTo>
                <a:cubicBezTo>
                  <a:pt x="1014554" y="140976"/>
                  <a:pt x="1020838" y="143932"/>
                  <a:pt x="1028481" y="143932"/>
                </a:cubicBezTo>
                <a:cubicBezTo>
                  <a:pt x="1036124" y="143932"/>
                  <a:pt x="1042387" y="141061"/>
                  <a:pt x="1047270" y="135319"/>
                </a:cubicBezTo>
                <a:cubicBezTo>
                  <a:pt x="1052152" y="129577"/>
                  <a:pt x="1054594" y="121347"/>
                  <a:pt x="1054594" y="110629"/>
                </a:cubicBezTo>
                <a:cubicBezTo>
                  <a:pt x="1054594" y="100676"/>
                  <a:pt x="1052110" y="92807"/>
                  <a:pt x="1047142" y="87023"/>
                </a:cubicBezTo>
                <a:cubicBezTo>
                  <a:pt x="1042174" y="81238"/>
                  <a:pt x="1035911" y="78346"/>
                  <a:pt x="1028354" y="78346"/>
                </a:cubicBezTo>
                <a:moveTo>
                  <a:pt x="1035869" y="193696"/>
                </a:moveTo>
                <a:cubicBezTo>
                  <a:pt x="1020244" y="193696"/>
                  <a:pt x="1009098" y="195858"/>
                  <a:pt x="1002432" y="200183"/>
                </a:cubicBezTo>
                <a:cubicBezTo>
                  <a:pt x="995765" y="204509"/>
                  <a:pt x="992432" y="209724"/>
                  <a:pt x="992432" y="215830"/>
                </a:cubicBezTo>
                <a:cubicBezTo>
                  <a:pt x="992432" y="221599"/>
                  <a:pt x="994937" y="226137"/>
                  <a:pt x="999948" y="229444"/>
                </a:cubicBezTo>
                <a:cubicBezTo>
                  <a:pt x="1006572" y="233854"/>
                  <a:pt x="1015998" y="236059"/>
                  <a:pt x="1028226" y="236059"/>
                </a:cubicBezTo>
                <a:cubicBezTo>
                  <a:pt x="1042832" y="236059"/>
                  <a:pt x="1053830" y="233641"/>
                  <a:pt x="1061218" y="228806"/>
                </a:cubicBezTo>
                <a:cubicBezTo>
                  <a:pt x="1068606" y="223973"/>
                  <a:pt x="1072300" y="218588"/>
                  <a:pt x="1072300" y="212652"/>
                </a:cubicBezTo>
                <a:cubicBezTo>
                  <a:pt x="1072300" y="209175"/>
                  <a:pt x="1071153" y="205931"/>
                  <a:pt x="1068860" y="202919"/>
                </a:cubicBezTo>
                <a:cubicBezTo>
                  <a:pt x="1066568" y="199907"/>
                  <a:pt x="1062916" y="197617"/>
                  <a:pt x="1057906" y="196048"/>
                </a:cubicBezTo>
                <a:cubicBezTo>
                  <a:pt x="1052895" y="194480"/>
                  <a:pt x="1045550" y="193696"/>
                  <a:pt x="1035869" y="193696"/>
                </a:cubicBezTo>
                <a:close/>
                <a:moveTo>
                  <a:pt x="1293412" y="134235"/>
                </a:moveTo>
                <a:lnTo>
                  <a:pt x="1207940" y="134235"/>
                </a:lnTo>
                <a:cubicBezTo>
                  <a:pt x="1208364" y="152484"/>
                  <a:pt x="1211761" y="165361"/>
                  <a:pt x="1218130" y="172865"/>
                </a:cubicBezTo>
                <a:cubicBezTo>
                  <a:pt x="1225433" y="181308"/>
                  <a:pt x="1234732" y="185529"/>
                  <a:pt x="1246026" y="185529"/>
                </a:cubicBezTo>
                <a:cubicBezTo>
                  <a:pt x="1262671" y="185529"/>
                  <a:pt x="1276046" y="176087"/>
                  <a:pt x="1286151" y="157202"/>
                </a:cubicBezTo>
                <a:lnTo>
                  <a:pt x="1294431" y="160759"/>
                </a:lnTo>
                <a:cubicBezTo>
                  <a:pt x="1282032" y="184929"/>
                  <a:pt x="1264114" y="197013"/>
                  <a:pt x="1240676" y="197013"/>
                </a:cubicBezTo>
                <a:cubicBezTo>
                  <a:pt x="1224711" y="197013"/>
                  <a:pt x="1211273" y="191224"/>
                  <a:pt x="1200360" y="179644"/>
                </a:cubicBezTo>
                <a:cubicBezTo>
                  <a:pt x="1189448" y="168062"/>
                  <a:pt x="1183992" y="153244"/>
                  <a:pt x="1183992" y="135192"/>
                </a:cubicBezTo>
                <a:cubicBezTo>
                  <a:pt x="1183992" y="115778"/>
                  <a:pt x="1189363" y="100090"/>
                  <a:pt x="1200106" y="88127"/>
                </a:cubicBezTo>
                <a:cubicBezTo>
                  <a:pt x="1210848" y="76162"/>
                  <a:pt x="1224074" y="70180"/>
                  <a:pt x="1239785" y="70180"/>
                </a:cubicBezTo>
                <a:cubicBezTo>
                  <a:pt x="1251334" y="70180"/>
                  <a:pt x="1261312" y="73152"/>
                  <a:pt x="1269719" y="79096"/>
                </a:cubicBezTo>
                <a:cubicBezTo>
                  <a:pt x="1278126" y="85037"/>
                  <a:pt x="1284453" y="93569"/>
                  <a:pt x="1288699" y="104691"/>
                </a:cubicBezTo>
                <a:cubicBezTo>
                  <a:pt x="1291671" y="112501"/>
                  <a:pt x="1293242" y="122349"/>
                  <a:pt x="1293412" y="134235"/>
                </a:cubicBezTo>
                <a:moveTo>
                  <a:pt x="1207940" y="125047"/>
                </a:moveTo>
                <a:lnTo>
                  <a:pt x="1259656" y="125047"/>
                </a:lnTo>
                <a:cubicBezTo>
                  <a:pt x="1262713" y="125047"/>
                  <a:pt x="1265091" y="124011"/>
                  <a:pt x="1266789" y="121937"/>
                </a:cubicBezTo>
                <a:cubicBezTo>
                  <a:pt x="1268488" y="119864"/>
                  <a:pt x="1269337" y="116332"/>
                  <a:pt x="1269337" y="111342"/>
                </a:cubicBezTo>
                <a:cubicBezTo>
                  <a:pt x="1269337" y="102036"/>
                  <a:pt x="1266428" y="94124"/>
                  <a:pt x="1260611" y="87609"/>
                </a:cubicBezTo>
                <a:cubicBezTo>
                  <a:pt x="1254794" y="81093"/>
                  <a:pt x="1247937" y="77836"/>
                  <a:pt x="1240039" y="77836"/>
                </a:cubicBezTo>
                <a:cubicBezTo>
                  <a:pt x="1231208" y="77836"/>
                  <a:pt x="1223714" y="81770"/>
                  <a:pt x="1217557" y="89639"/>
                </a:cubicBezTo>
                <a:cubicBezTo>
                  <a:pt x="1211400" y="97507"/>
                  <a:pt x="1208194" y="109310"/>
                  <a:pt x="1207940" y="125047"/>
                </a:cubicBezTo>
                <a:close/>
                <a:moveTo>
                  <a:pt x="1353139" y="73752"/>
                </a:moveTo>
                <a:lnTo>
                  <a:pt x="1382946" y="73752"/>
                </a:lnTo>
                <a:lnTo>
                  <a:pt x="1382946" y="85236"/>
                </a:lnTo>
                <a:lnTo>
                  <a:pt x="1353139" y="85236"/>
                </a:lnTo>
                <a:lnTo>
                  <a:pt x="1353139" y="172175"/>
                </a:lnTo>
                <a:cubicBezTo>
                  <a:pt x="1353139" y="176158"/>
                  <a:pt x="1354074" y="178954"/>
                  <a:pt x="1355942" y="180565"/>
                </a:cubicBezTo>
                <a:cubicBezTo>
                  <a:pt x="1358489" y="182684"/>
                  <a:pt x="1362056" y="183743"/>
                  <a:pt x="1366642" y="183743"/>
                </a:cubicBezTo>
                <a:lnTo>
                  <a:pt x="1382946" y="183743"/>
                </a:lnTo>
                <a:lnTo>
                  <a:pt x="1382946" y="193441"/>
                </a:lnTo>
                <a:lnTo>
                  <a:pt x="1309830" y="193441"/>
                </a:lnTo>
                <a:lnTo>
                  <a:pt x="1309830" y="183743"/>
                </a:lnTo>
                <a:lnTo>
                  <a:pt x="1319893" y="183743"/>
                </a:lnTo>
                <a:cubicBezTo>
                  <a:pt x="1324394" y="183743"/>
                  <a:pt x="1327536" y="182980"/>
                  <a:pt x="1329319" y="181454"/>
                </a:cubicBezTo>
                <a:cubicBezTo>
                  <a:pt x="1331103" y="179928"/>
                  <a:pt x="1331994" y="177556"/>
                  <a:pt x="1331994" y="174337"/>
                </a:cubicBezTo>
                <a:lnTo>
                  <a:pt x="1331994" y="85236"/>
                </a:lnTo>
                <a:lnTo>
                  <a:pt x="1311359" y="85236"/>
                </a:lnTo>
                <a:lnTo>
                  <a:pt x="1311359" y="73752"/>
                </a:lnTo>
                <a:lnTo>
                  <a:pt x="1331994" y="73752"/>
                </a:lnTo>
                <a:lnTo>
                  <a:pt x="1331994" y="64565"/>
                </a:lnTo>
                <a:cubicBezTo>
                  <a:pt x="1331994" y="43594"/>
                  <a:pt x="1336368" y="27591"/>
                  <a:pt x="1345114" y="16556"/>
                </a:cubicBezTo>
                <a:cubicBezTo>
                  <a:pt x="1353861" y="5519"/>
                  <a:pt x="1364689" y="0"/>
                  <a:pt x="1377596" y="0"/>
                </a:cubicBezTo>
                <a:cubicBezTo>
                  <a:pt x="1387192" y="0"/>
                  <a:pt x="1394687" y="2339"/>
                  <a:pt x="1400079" y="7018"/>
                </a:cubicBezTo>
                <a:cubicBezTo>
                  <a:pt x="1405471" y="11697"/>
                  <a:pt x="1408168" y="17821"/>
                  <a:pt x="1408168" y="25392"/>
                </a:cubicBezTo>
                <a:cubicBezTo>
                  <a:pt x="1408168" y="30326"/>
                  <a:pt x="1406873" y="34218"/>
                  <a:pt x="1404283" y="37068"/>
                </a:cubicBezTo>
                <a:cubicBezTo>
                  <a:pt x="1401693" y="39917"/>
                  <a:pt x="1398402" y="41342"/>
                  <a:pt x="1394411" y="41342"/>
                </a:cubicBezTo>
                <a:cubicBezTo>
                  <a:pt x="1390844" y="41342"/>
                  <a:pt x="1387893" y="40199"/>
                  <a:pt x="1385558" y="37913"/>
                </a:cubicBezTo>
                <a:cubicBezTo>
                  <a:pt x="1383222" y="35624"/>
                  <a:pt x="1382055" y="32743"/>
                  <a:pt x="1382055" y="29268"/>
                </a:cubicBezTo>
                <a:cubicBezTo>
                  <a:pt x="1382055" y="25286"/>
                  <a:pt x="1383583" y="22024"/>
                  <a:pt x="1386640" y="19483"/>
                </a:cubicBezTo>
                <a:cubicBezTo>
                  <a:pt x="1389103" y="17449"/>
                  <a:pt x="1390334" y="15923"/>
                  <a:pt x="1390334" y="14905"/>
                </a:cubicBezTo>
                <a:cubicBezTo>
                  <a:pt x="1390334" y="13464"/>
                  <a:pt x="1389379" y="12151"/>
                  <a:pt x="1387468" y="10966"/>
                </a:cubicBezTo>
                <a:cubicBezTo>
                  <a:pt x="1385558" y="9780"/>
                  <a:pt x="1382692" y="9187"/>
                  <a:pt x="1378870" y="9187"/>
                </a:cubicBezTo>
                <a:cubicBezTo>
                  <a:pt x="1371652" y="9187"/>
                  <a:pt x="1365559" y="12386"/>
                  <a:pt x="1360591" y="18785"/>
                </a:cubicBezTo>
                <a:cubicBezTo>
                  <a:pt x="1355623" y="25181"/>
                  <a:pt x="1353139" y="34691"/>
                  <a:pt x="1353139" y="47315"/>
                </a:cubicBezTo>
                <a:lnTo>
                  <a:pt x="1353139" y="737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f">
            <a:extLst xmlns:a="http://schemas.openxmlformats.org/drawingml/2006/main">
              <a:ext uri="{FF2B5EF4-FFF2-40B4-BE49-F238E27FC236}">
                <a16:creationId xmlns:a16="http://schemas.microsoft.com/office/drawing/2014/main" id="{B3DAC6B5-19E7-417E-ADAE-63D1BE56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7672" y="65011"/>
            <a:ext cx="98338" cy="193441"/>
          </a:xfrm>
          <a:custGeom xmlns:a="http://schemas.openxmlformats.org/drawingml/2006/main">
            <a:pathLst>
              <a:path w="98338" h="193441">
                <a:moveTo>
                  <a:pt x="43309" y="73752"/>
                </a:moveTo>
                <a:lnTo>
                  <a:pt x="73116" y="73752"/>
                </a:lnTo>
                <a:lnTo>
                  <a:pt x="73116" y="85236"/>
                </a:lnTo>
                <a:lnTo>
                  <a:pt x="43309" y="85236"/>
                </a:lnTo>
                <a:lnTo>
                  <a:pt x="43309" y="172175"/>
                </a:lnTo>
                <a:cubicBezTo>
                  <a:pt x="43309" y="176158"/>
                  <a:pt x="44243" y="178954"/>
                  <a:pt x="46112" y="180565"/>
                </a:cubicBezTo>
                <a:cubicBezTo>
                  <a:pt x="48659" y="182684"/>
                  <a:pt x="52226" y="183743"/>
                  <a:pt x="56812" y="183743"/>
                </a:cubicBezTo>
                <a:lnTo>
                  <a:pt x="73116" y="183743"/>
                </a:lnTo>
                <a:lnTo>
                  <a:pt x="73116" y="193441"/>
                </a:lnTo>
                <a:lnTo>
                  <a:pt x="0" y="193441"/>
                </a:lnTo>
                <a:lnTo>
                  <a:pt x="0" y="183743"/>
                </a:lnTo>
                <a:lnTo>
                  <a:pt x="10063" y="183743"/>
                </a:lnTo>
                <a:cubicBezTo>
                  <a:pt x="14564" y="183743"/>
                  <a:pt x="17706" y="182980"/>
                  <a:pt x="19489" y="181454"/>
                </a:cubicBezTo>
                <a:cubicBezTo>
                  <a:pt x="21273" y="179928"/>
                  <a:pt x="22164" y="177556"/>
                  <a:pt x="22164" y="174337"/>
                </a:cubicBezTo>
                <a:lnTo>
                  <a:pt x="22164" y="85236"/>
                </a:lnTo>
                <a:lnTo>
                  <a:pt x="1529" y="85236"/>
                </a:lnTo>
                <a:lnTo>
                  <a:pt x="1529" y="73752"/>
                </a:lnTo>
                <a:lnTo>
                  <a:pt x="22164" y="73752"/>
                </a:lnTo>
                <a:lnTo>
                  <a:pt x="22164" y="64565"/>
                </a:lnTo>
                <a:cubicBezTo>
                  <a:pt x="22164" y="43594"/>
                  <a:pt x="26538" y="27591"/>
                  <a:pt x="35284" y="16556"/>
                </a:cubicBezTo>
                <a:cubicBezTo>
                  <a:pt x="44031" y="5519"/>
                  <a:pt x="54858" y="0"/>
                  <a:pt x="67766" y="0"/>
                </a:cubicBezTo>
                <a:cubicBezTo>
                  <a:pt x="77362" y="0"/>
                  <a:pt x="84857" y="2339"/>
                  <a:pt x="90249" y="7018"/>
                </a:cubicBezTo>
                <a:cubicBezTo>
                  <a:pt x="95641" y="11697"/>
                  <a:pt x="98338" y="17821"/>
                  <a:pt x="98338" y="25392"/>
                </a:cubicBezTo>
                <a:cubicBezTo>
                  <a:pt x="98338" y="30326"/>
                  <a:pt x="97043" y="34218"/>
                  <a:pt x="94452" y="37068"/>
                </a:cubicBezTo>
                <a:cubicBezTo>
                  <a:pt x="91862" y="39917"/>
                  <a:pt x="88572" y="41342"/>
                  <a:pt x="84581" y="41342"/>
                </a:cubicBezTo>
                <a:cubicBezTo>
                  <a:pt x="81014" y="41342"/>
                  <a:pt x="78063" y="40199"/>
                  <a:pt x="75728" y="37913"/>
                </a:cubicBezTo>
                <a:cubicBezTo>
                  <a:pt x="73392" y="35624"/>
                  <a:pt x="72225" y="32743"/>
                  <a:pt x="72225" y="29268"/>
                </a:cubicBezTo>
                <a:cubicBezTo>
                  <a:pt x="72225" y="25286"/>
                  <a:pt x="73753" y="22024"/>
                  <a:pt x="76810" y="19483"/>
                </a:cubicBezTo>
                <a:cubicBezTo>
                  <a:pt x="79273" y="17449"/>
                  <a:pt x="80504" y="15923"/>
                  <a:pt x="80504" y="14905"/>
                </a:cubicBezTo>
                <a:cubicBezTo>
                  <a:pt x="80504" y="13464"/>
                  <a:pt x="79549" y="12151"/>
                  <a:pt x="77638" y="10966"/>
                </a:cubicBezTo>
                <a:cubicBezTo>
                  <a:pt x="75728" y="9780"/>
                  <a:pt x="72862" y="9187"/>
                  <a:pt x="69040" y="9187"/>
                </a:cubicBezTo>
                <a:cubicBezTo>
                  <a:pt x="61822" y="9187"/>
                  <a:pt x="55729" y="12386"/>
                  <a:pt x="50761" y="18785"/>
                </a:cubicBezTo>
                <a:cubicBezTo>
                  <a:pt x="45793" y="25181"/>
                  <a:pt x="43309" y="34691"/>
                  <a:pt x="43309" y="47315"/>
                </a:cubicBezTo>
                <a:lnTo>
                  <a:pt x="43309" y="737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iciency">
            <a:extLst xmlns:a="http://schemas.openxmlformats.org/drawingml/2006/main">
              <a:ext uri="{FF2B5EF4-FFF2-40B4-BE49-F238E27FC236}">
                <a16:creationId xmlns:a16="http://schemas.microsoft.com/office/drawing/2014/main" id="{61EE121F-5F4F-4D6E-A9A0-66C42159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798" y="67308"/>
            <a:ext cx="805577" cy="242184"/>
          </a:xfrm>
          <a:custGeom xmlns:a="http://schemas.openxmlformats.org/drawingml/2006/main">
            <a:pathLst>
              <a:path w="805577" h="242184">
                <a:moveTo>
                  <a:pt x="32991" y="0"/>
                </a:moveTo>
                <a:cubicBezTo>
                  <a:pt x="36813" y="0"/>
                  <a:pt x="40167" y="1453"/>
                  <a:pt x="43055" y="4358"/>
                </a:cubicBezTo>
                <a:cubicBezTo>
                  <a:pt x="45942" y="7264"/>
                  <a:pt x="47385" y="10681"/>
                  <a:pt x="47385" y="14610"/>
                </a:cubicBezTo>
                <a:cubicBezTo>
                  <a:pt x="47385" y="18457"/>
                  <a:pt x="45984" y="21790"/>
                  <a:pt x="43182" y="24611"/>
                </a:cubicBezTo>
                <a:cubicBezTo>
                  <a:pt x="40380" y="27429"/>
                  <a:pt x="37025" y="28837"/>
                  <a:pt x="33119" y="28837"/>
                </a:cubicBezTo>
                <a:cubicBezTo>
                  <a:pt x="29213" y="28837"/>
                  <a:pt x="25837" y="27406"/>
                  <a:pt x="22992" y="24543"/>
                </a:cubicBezTo>
                <a:cubicBezTo>
                  <a:pt x="20147" y="21680"/>
                  <a:pt x="18725" y="18326"/>
                  <a:pt x="18725" y="14483"/>
                </a:cubicBezTo>
                <a:cubicBezTo>
                  <a:pt x="18725" y="10639"/>
                  <a:pt x="20169" y="7264"/>
                  <a:pt x="23056" y="4358"/>
                </a:cubicBezTo>
                <a:cubicBezTo>
                  <a:pt x="25943" y="1453"/>
                  <a:pt x="29255" y="0"/>
                  <a:pt x="32991" y="0"/>
                </a:cubicBezTo>
                <a:moveTo>
                  <a:pt x="0" y="71711"/>
                </a:moveTo>
                <a:lnTo>
                  <a:pt x="47385" y="70180"/>
                </a:lnTo>
                <a:lnTo>
                  <a:pt x="47385" y="172905"/>
                </a:lnTo>
                <a:cubicBezTo>
                  <a:pt x="47385" y="175710"/>
                  <a:pt x="48065" y="177707"/>
                  <a:pt x="49424" y="178898"/>
                </a:cubicBezTo>
                <a:cubicBezTo>
                  <a:pt x="51377" y="180597"/>
                  <a:pt x="53839" y="181446"/>
                  <a:pt x="56812" y="181446"/>
                </a:cubicBezTo>
                <a:lnTo>
                  <a:pt x="70314" y="181446"/>
                </a:lnTo>
                <a:lnTo>
                  <a:pt x="70314" y="191144"/>
                </a:lnTo>
                <a:lnTo>
                  <a:pt x="2548" y="191144"/>
                </a:lnTo>
                <a:lnTo>
                  <a:pt x="2548" y="181446"/>
                </a:lnTo>
                <a:lnTo>
                  <a:pt x="15158" y="181446"/>
                </a:lnTo>
                <a:cubicBezTo>
                  <a:pt x="18895" y="181446"/>
                  <a:pt x="21633" y="180536"/>
                  <a:pt x="23374" y="178715"/>
                </a:cubicBezTo>
                <a:cubicBezTo>
                  <a:pt x="25115" y="176891"/>
                  <a:pt x="25986" y="174242"/>
                  <a:pt x="25986" y="170768"/>
                </a:cubicBezTo>
                <a:lnTo>
                  <a:pt x="25986" y="95771"/>
                </a:lnTo>
                <a:cubicBezTo>
                  <a:pt x="25986" y="91026"/>
                  <a:pt x="24627" y="87447"/>
                  <a:pt x="21909" y="85033"/>
                </a:cubicBezTo>
                <a:cubicBezTo>
                  <a:pt x="19192" y="82617"/>
                  <a:pt x="15158" y="81408"/>
                  <a:pt x="9808" y="81408"/>
                </a:cubicBezTo>
                <a:lnTo>
                  <a:pt x="0" y="81408"/>
                </a:lnTo>
                <a:lnTo>
                  <a:pt x="0" y="71711"/>
                </a:lnTo>
                <a:close/>
                <a:moveTo>
                  <a:pt x="175673" y="155671"/>
                </a:moveTo>
                <a:lnTo>
                  <a:pt x="183953" y="158096"/>
                </a:lnTo>
                <a:cubicBezTo>
                  <a:pt x="177329" y="182510"/>
                  <a:pt x="162723" y="194717"/>
                  <a:pt x="140134" y="194717"/>
                </a:cubicBezTo>
                <a:cubicBezTo>
                  <a:pt x="123575" y="194717"/>
                  <a:pt x="110030" y="189225"/>
                  <a:pt x="99500" y="178240"/>
                </a:cubicBezTo>
                <a:cubicBezTo>
                  <a:pt x="88970" y="167256"/>
                  <a:pt x="83705" y="152653"/>
                  <a:pt x="83705" y="134430"/>
                </a:cubicBezTo>
                <a:cubicBezTo>
                  <a:pt x="83705" y="113312"/>
                  <a:pt x="89479" y="96942"/>
                  <a:pt x="101028" y="85320"/>
                </a:cubicBezTo>
                <a:cubicBezTo>
                  <a:pt x="112577" y="73695"/>
                  <a:pt x="126165" y="67883"/>
                  <a:pt x="141790" y="67883"/>
                </a:cubicBezTo>
                <a:cubicBezTo>
                  <a:pt x="153509" y="67883"/>
                  <a:pt x="163190" y="71115"/>
                  <a:pt x="170833" y="77580"/>
                </a:cubicBezTo>
                <a:cubicBezTo>
                  <a:pt x="178475" y="84045"/>
                  <a:pt x="182297" y="91234"/>
                  <a:pt x="182297" y="99145"/>
                </a:cubicBezTo>
                <a:cubicBezTo>
                  <a:pt x="182297" y="103908"/>
                  <a:pt x="180874" y="107843"/>
                  <a:pt x="178030" y="110948"/>
                </a:cubicBezTo>
                <a:cubicBezTo>
                  <a:pt x="175185" y="114053"/>
                  <a:pt x="171809" y="115605"/>
                  <a:pt x="167903" y="115605"/>
                </a:cubicBezTo>
                <a:cubicBezTo>
                  <a:pt x="164082" y="115605"/>
                  <a:pt x="160855" y="114296"/>
                  <a:pt x="158222" y="111677"/>
                </a:cubicBezTo>
                <a:cubicBezTo>
                  <a:pt x="155589" y="109056"/>
                  <a:pt x="154273" y="105886"/>
                  <a:pt x="154273" y="102167"/>
                </a:cubicBezTo>
                <a:cubicBezTo>
                  <a:pt x="154273" y="98451"/>
                  <a:pt x="155717" y="94902"/>
                  <a:pt x="158604" y="91521"/>
                </a:cubicBezTo>
                <a:cubicBezTo>
                  <a:pt x="159963" y="89915"/>
                  <a:pt x="160642" y="88647"/>
                  <a:pt x="160642" y="87717"/>
                </a:cubicBezTo>
                <a:cubicBezTo>
                  <a:pt x="160642" y="85266"/>
                  <a:pt x="158986" y="82878"/>
                  <a:pt x="155674" y="80555"/>
                </a:cubicBezTo>
                <a:cubicBezTo>
                  <a:pt x="152363" y="78232"/>
                  <a:pt x="147862" y="77070"/>
                  <a:pt x="142172" y="77070"/>
                </a:cubicBezTo>
                <a:cubicBezTo>
                  <a:pt x="131812" y="77070"/>
                  <a:pt x="123957" y="80851"/>
                  <a:pt x="118607" y="88414"/>
                </a:cubicBezTo>
                <a:cubicBezTo>
                  <a:pt x="110964" y="99375"/>
                  <a:pt x="107143" y="113819"/>
                  <a:pt x="107143" y="131746"/>
                </a:cubicBezTo>
                <a:cubicBezTo>
                  <a:pt x="107143" y="148823"/>
                  <a:pt x="110539" y="161759"/>
                  <a:pt x="117333" y="170552"/>
                </a:cubicBezTo>
                <a:cubicBezTo>
                  <a:pt x="124127" y="179346"/>
                  <a:pt x="132788" y="183743"/>
                  <a:pt x="143319" y="183743"/>
                </a:cubicBezTo>
                <a:cubicBezTo>
                  <a:pt x="157840" y="183743"/>
                  <a:pt x="168625" y="174386"/>
                  <a:pt x="175673" y="155671"/>
                </a:cubicBezTo>
                <a:close/>
                <a:moveTo>
                  <a:pt x="231439" y="0"/>
                </a:moveTo>
                <a:cubicBezTo>
                  <a:pt x="235261" y="0"/>
                  <a:pt x="238615" y="1453"/>
                  <a:pt x="241502" y="4358"/>
                </a:cubicBezTo>
                <a:cubicBezTo>
                  <a:pt x="244389" y="7264"/>
                  <a:pt x="245833" y="10681"/>
                  <a:pt x="245833" y="14610"/>
                </a:cubicBezTo>
                <a:cubicBezTo>
                  <a:pt x="245833" y="18457"/>
                  <a:pt x="244432" y="21790"/>
                  <a:pt x="241630" y="24611"/>
                </a:cubicBezTo>
                <a:cubicBezTo>
                  <a:pt x="238827" y="27429"/>
                  <a:pt x="235473" y="28837"/>
                  <a:pt x="231567" y="28837"/>
                </a:cubicBezTo>
                <a:cubicBezTo>
                  <a:pt x="227660" y="28837"/>
                  <a:pt x="224285" y="27406"/>
                  <a:pt x="221440" y="24543"/>
                </a:cubicBezTo>
                <a:cubicBezTo>
                  <a:pt x="218595" y="21680"/>
                  <a:pt x="217173" y="18326"/>
                  <a:pt x="217173" y="14483"/>
                </a:cubicBezTo>
                <a:cubicBezTo>
                  <a:pt x="217173" y="10639"/>
                  <a:pt x="218616" y="7264"/>
                  <a:pt x="221503" y="4358"/>
                </a:cubicBezTo>
                <a:cubicBezTo>
                  <a:pt x="224391" y="1453"/>
                  <a:pt x="227703" y="0"/>
                  <a:pt x="231439" y="0"/>
                </a:cubicBezTo>
                <a:moveTo>
                  <a:pt x="198448" y="71711"/>
                </a:moveTo>
                <a:lnTo>
                  <a:pt x="245833" y="70180"/>
                </a:lnTo>
                <a:lnTo>
                  <a:pt x="245833" y="172905"/>
                </a:lnTo>
                <a:cubicBezTo>
                  <a:pt x="245833" y="175710"/>
                  <a:pt x="246512" y="177707"/>
                  <a:pt x="247871" y="178898"/>
                </a:cubicBezTo>
                <a:cubicBezTo>
                  <a:pt x="249824" y="180597"/>
                  <a:pt x="252287" y="181446"/>
                  <a:pt x="255259" y="181446"/>
                </a:cubicBezTo>
                <a:lnTo>
                  <a:pt x="268762" y="181446"/>
                </a:lnTo>
                <a:lnTo>
                  <a:pt x="268762" y="191144"/>
                </a:lnTo>
                <a:lnTo>
                  <a:pt x="200995" y="191144"/>
                </a:lnTo>
                <a:lnTo>
                  <a:pt x="200995" y="181446"/>
                </a:lnTo>
                <a:lnTo>
                  <a:pt x="213606" y="181446"/>
                </a:lnTo>
                <a:cubicBezTo>
                  <a:pt x="217342" y="181446"/>
                  <a:pt x="220081" y="180536"/>
                  <a:pt x="221822" y="178715"/>
                </a:cubicBezTo>
                <a:cubicBezTo>
                  <a:pt x="223563" y="176891"/>
                  <a:pt x="224433" y="174242"/>
                  <a:pt x="224433" y="170768"/>
                </a:cubicBezTo>
                <a:lnTo>
                  <a:pt x="224433" y="95771"/>
                </a:lnTo>
                <a:cubicBezTo>
                  <a:pt x="224433" y="91026"/>
                  <a:pt x="223075" y="87447"/>
                  <a:pt x="220357" y="85033"/>
                </a:cubicBezTo>
                <a:cubicBezTo>
                  <a:pt x="217640" y="82617"/>
                  <a:pt x="213606" y="81408"/>
                  <a:pt x="208256" y="81408"/>
                </a:cubicBezTo>
                <a:lnTo>
                  <a:pt x="198448" y="81408"/>
                </a:lnTo>
                <a:lnTo>
                  <a:pt x="198448" y="71711"/>
                </a:lnTo>
                <a:close/>
                <a:moveTo>
                  <a:pt x="394884" y="131938"/>
                </a:moveTo>
                <a:lnTo>
                  <a:pt x="309412" y="131938"/>
                </a:lnTo>
                <a:cubicBezTo>
                  <a:pt x="309836" y="150187"/>
                  <a:pt x="313233" y="163064"/>
                  <a:pt x="319602" y="170568"/>
                </a:cubicBezTo>
                <a:cubicBezTo>
                  <a:pt x="326905" y="179011"/>
                  <a:pt x="336204" y="183233"/>
                  <a:pt x="347498" y="183233"/>
                </a:cubicBezTo>
                <a:cubicBezTo>
                  <a:pt x="364143" y="183233"/>
                  <a:pt x="377518" y="173790"/>
                  <a:pt x="387623" y="154906"/>
                </a:cubicBezTo>
                <a:lnTo>
                  <a:pt x="395903" y="158462"/>
                </a:lnTo>
                <a:cubicBezTo>
                  <a:pt x="383504" y="182632"/>
                  <a:pt x="365586" y="194717"/>
                  <a:pt x="342148" y="194717"/>
                </a:cubicBezTo>
                <a:cubicBezTo>
                  <a:pt x="326183" y="194717"/>
                  <a:pt x="312745" y="188927"/>
                  <a:pt x="301832" y="177347"/>
                </a:cubicBezTo>
                <a:cubicBezTo>
                  <a:pt x="290920" y="165765"/>
                  <a:pt x="285464" y="150947"/>
                  <a:pt x="285464" y="132895"/>
                </a:cubicBezTo>
                <a:cubicBezTo>
                  <a:pt x="285464" y="113481"/>
                  <a:pt x="290835" y="97793"/>
                  <a:pt x="301578" y="85830"/>
                </a:cubicBezTo>
                <a:cubicBezTo>
                  <a:pt x="312320" y="73865"/>
                  <a:pt x="325546" y="67883"/>
                  <a:pt x="341257" y="67883"/>
                </a:cubicBezTo>
                <a:cubicBezTo>
                  <a:pt x="352806" y="67883"/>
                  <a:pt x="362784" y="70855"/>
                  <a:pt x="371191" y="76799"/>
                </a:cubicBezTo>
                <a:cubicBezTo>
                  <a:pt x="379598" y="82740"/>
                  <a:pt x="385925" y="91272"/>
                  <a:pt x="390171" y="102394"/>
                </a:cubicBezTo>
                <a:cubicBezTo>
                  <a:pt x="393143" y="110205"/>
                  <a:pt x="394714" y="120052"/>
                  <a:pt x="394884" y="131938"/>
                </a:cubicBezTo>
                <a:moveTo>
                  <a:pt x="309412" y="122751"/>
                </a:moveTo>
                <a:lnTo>
                  <a:pt x="361128" y="122751"/>
                </a:lnTo>
                <a:cubicBezTo>
                  <a:pt x="364185" y="122751"/>
                  <a:pt x="366563" y="121714"/>
                  <a:pt x="368261" y="119640"/>
                </a:cubicBezTo>
                <a:cubicBezTo>
                  <a:pt x="369960" y="117567"/>
                  <a:pt x="370809" y="114035"/>
                  <a:pt x="370809" y="109046"/>
                </a:cubicBezTo>
                <a:cubicBezTo>
                  <a:pt x="370809" y="99739"/>
                  <a:pt x="367900" y="91828"/>
                  <a:pt x="362083" y="85312"/>
                </a:cubicBezTo>
                <a:cubicBezTo>
                  <a:pt x="356266" y="78797"/>
                  <a:pt x="349409" y="75539"/>
                  <a:pt x="341511" y="75539"/>
                </a:cubicBezTo>
                <a:cubicBezTo>
                  <a:pt x="332680" y="75539"/>
                  <a:pt x="325186" y="79473"/>
                  <a:pt x="319029" y="87342"/>
                </a:cubicBezTo>
                <a:cubicBezTo>
                  <a:pt x="312872" y="95210"/>
                  <a:pt x="309666" y="107013"/>
                  <a:pt x="309412" y="122751"/>
                </a:cubicBezTo>
                <a:close/>
                <a:moveTo>
                  <a:pt x="413850" y="71456"/>
                </a:moveTo>
                <a:lnTo>
                  <a:pt x="453465" y="69159"/>
                </a:lnTo>
                <a:cubicBezTo>
                  <a:pt x="455078" y="76639"/>
                  <a:pt x="456267" y="85396"/>
                  <a:pt x="457032" y="95428"/>
                </a:cubicBezTo>
                <a:cubicBezTo>
                  <a:pt x="462382" y="86757"/>
                  <a:pt x="468687" y="80253"/>
                  <a:pt x="475948" y="75918"/>
                </a:cubicBezTo>
                <a:cubicBezTo>
                  <a:pt x="483208" y="71582"/>
                  <a:pt x="491424" y="69414"/>
                  <a:pt x="500596" y="69414"/>
                </a:cubicBezTo>
                <a:cubicBezTo>
                  <a:pt x="508493" y="69414"/>
                  <a:pt x="515117" y="70965"/>
                  <a:pt x="520467" y="74067"/>
                </a:cubicBezTo>
                <a:cubicBezTo>
                  <a:pt x="525817" y="77167"/>
                  <a:pt x="530105" y="82074"/>
                  <a:pt x="533332" y="88789"/>
                </a:cubicBezTo>
                <a:cubicBezTo>
                  <a:pt x="536559" y="95501"/>
                  <a:pt x="538173" y="103021"/>
                  <a:pt x="538173" y="111346"/>
                </a:cubicBezTo>
                <a:lnTo>
                  <a:pt x="538173" y="169464"/>
                </a:lnTo>
                <a:cubicBezTo>
                  <a:pt x="538173" y="173800"/>
                  <a:pt x="539149" y="176881"/>
                  <a:pt x="541103" y="178707"/>
                </a:cubicBezTo>
                <a:cubicBezTo>
                  <a:pt x="543056" y="180533"/>
                  <a:pt x="546325" y="181446"/>
                  <a:pt x="550911" y="181446"/>
                </a:cubicBezTo>
                <a:lnTo>
                  <a:pt x="559318" y="181446"/>
                </a:lnTo>
                <a:lnTo>
                  <a:pt x="559318" y="191144"/>
                </a:lnTo>
                <a:lnTo>
                  <a:pt x="496392" y="191144"/>
                </a:lnTo>
                <a:lnTo>
                  <a:pt x="496392" y="181446"/>
                </a:lnTo>
                <a:lnTo>
                  <a:pt x="502379" y="181446"/>
                </a:lnTo>
                <a:cubicBezTo>
                  <a:pt x="507984" y="181446"/>
                  <a:pt x="511890" y="180554"/>
                  <a:pt x="514098" y="178771"/>
                </a:cubicBezTo>
                <a:cubicBezTo>
                  <a:pt x="516306" y="176987"/>
                  <a:pt x="517410" y="174310"/>
                  <a:pt x="517410" y="170740"/>
                </a:cubicBezTo>
                <a:lnTo>
                  <a:pt x="517410" y="119640"/>
                </a:lnTo>
                <a:cubicBezTo>
                  <a:pt x="517410" y="108513"/>
                  <a:pt x="515711" y="100272"/>
                  <a:pt x="512315" y="94918"/>
                </a:cubicBezTo>
                <a:cubicBezTo>
                  <a:pt x="507559" y="87273"/>
                  <a:pt x="500341" y="83450"/>
                  <a:pt x="490660" y="83450"/>
                </a:cubicBezTo>
                <a:cubicBezTo>
                  <a:pt x="481064" y="83450"/>
                  <a:pt x="473060" y="87315"/>
                  <a:pt x="466649" y="95046"/>
                </a:cubicBezTo>
                <a:cubicBezTo>
                  <a:pt x="460237" y="102776"/>
                  <a:pt x="457032" y="112843"/>
                  <a:pt x="457032" y="125247"/>
                </a:cubicBezTo>
                <a:lnTo>
                  <a:pt x="457032" y="169468"/>
                </a:lnTo>
                <a:cubicBezTo>
                  <a:pt x="457032" y="173801"/>
                  <a:pt x="458029" y="176881"/>
                  <a:pt x="460025" y="178707"/>
                </a:cubicBezTo>
                <a:cubicBezTo>
                  <a:pt x="462021" y="180533"/>
                  <a:pt x="465311" y="181446"/>
                  <a:pt x="469897" y="181446"/>
                </a:cubicBezTo>
                <a:lnTo>
                  <a:pt x="478177" y="181446"/>
                </a:lnTo>
                <a:lnTo>
                  <a:pt x="478177" y="191144"/>
                </a:lnTo>
                <a:lnTo>
                  <a:pt x="414996" y="191144"/>
                </a:lnTo>
                <a:lnTo>
                  <a:pt x="414996" y="181446"/>
                </a:lnTo>
                <a:lnTo>
                  <a:pt x="423276" y="181446"/>
                </a:lnTo>
                <a:cubicBezTo>
                  <a:pt x="427437" y="181446"/>
                  <a:pt x="430600" y="180597"/>
                  <a:pt x="432766" y="178898"/>
                </a:cubicBezTo>
                <a:cubicBezTo>
                  <a:pt x="434931" y="177200"/>
                  <a:pt x="436014" y="175076"/>
                  <a:pt x="436014" y="172526"/>
                </a:cubicBezTo>
                <a:lnTo>
                  <a:pt x="436014" y="95424"/>
                </a:lnTo>
                <a:cubicBezTo>
                  <a:pt x="436014" y="90328"/>
                  <a:pt x="434634" y="86463"/>
                  <a:pt x="431874" y="83829"/>
                </a:cubicBezTo>
                <a:cubicBezTo>
                  <a:pt x="429114" y="81194"/>
                  <a:pt x="425144" y="79877"/>
                  <a:pt x="419964" y="79877"/>
                </a:cubicBezTo>
                <a:lnTo>
                  <a:pt x="413850" y="79877"/>
                </a:lnTo>
                <a:lnTo>
                  <a:pt x="413850" y="71456"/>
                </a:lnTo>
                <a:close/>
                <a:moveTo>
                  <a:pt x="664318" y="155671"/>
                </a:moveTo>
                <a:lnTo>
                  <a:pt x="672598" y="158096"/>
                </a:lnTo>
                <a:cubicBezTo>
                  <a:pt x="665974" y="182510"/>
                  <a:pt x="651368" y="194717"/>
                  <a:pt x="628779" y="194717"/>
                </a:cubicBezTo>
                <a:cubicBezTo>
                  <a:pt x="612220" y="194717"/>
                  <a:pt x="598675" y="189225"/>
                  <a:pt x="588145" y="178240"/>
                </a:cubicBezTo>
                <a:cubicBezTo>
                  <a:pt x="577615" y="167256"/>
                  <a:pt x="572350" y="152653"/>
                  <a:pt x="572350" y="134430"/>
                </a:cubicBezTo>
                <a:cubicBezTo>
                  <a:pt x="572350" y="113312"/>
                  <a:pt x="578124" y="96942"/>
                  <a:pt x="589673" y="85320"/>
                </a:cubicBezTo>
                <a:cubicBezTo>
                  <a:pt x="601222" y="73695"/>
                  <a:pt x="614810" y="67883"/>
                  <a:pt x="630435" y="67883"/>
                </a:cubicBezTo>
                <a:cubicBezTo>
                  <a:pt x="642154" y="67883"/>
                  <a:pt x="651835" y="71115"/>
                  <a:pt x="659478" y="77580"/>
                </a:cubicBezTo>
                <a:cubicBezTo>
                  <a:pt x="667121" y="84045"/>
                  <a:pt x="670942" y="91234"/>
                  <a:pt x="670942" y="99145"/>
                </a:cubicBezTo>
                <a:cubicBezTo>
                  <a:pt x="670942" y="103908"/>
                  <a:pt x="669520" y="107843"/>
                  <a:pt x="666675" y="110948"/>
                </a:cubicBezTo>
                <a:cubicBezTo>
                  <a:pt x="663830" y="114053"/>
                  <a:pt x="660454" y="115605"/>
                  <a:pt x="656548" y="115605"/>
                </a:cubicBezTo>
                <a:cubicBezTo>
                  <a:pt x="652727" y="115605"/>
                  <a:pt x="649500" y="114296"/>
                  <a:pt x="646867" y="111677"/>
                </a:cubicBezTo>
                <a:cubicBezTo>
                  <a:pt x="644235" y="109056"/>
                  <a:pt x="642918" y="105886"/>
                  <a:pt x="642918" y="102167"/>
                </a:cubicBezTo>
                <a:cubicBezTo>
                  <a:pt x="642918" y="98451"/>
                  <a:pt x="644362" y="94902"/>
                  <a:pt x="647249" y="91521"/>
                </a:cubicBezTo>
                <a:cubicBezTo>
                  <a:pt x="648608" y="89915"/>
                  <a:pt x="649287" y="88647"/>
                  <a:pt x="649287" y="87717"/>
                </a:cubicBezTo>
                <a:cubicBezTo>
                  <a:pt x="649287" y="85266"/>
                  <a:pt x="647631" y="82878"/>
                  <a:pt x="644319" y="80555"/>
                </a:cubicBezTo>
                <a:cubicBezTo>
                  <a:pt x="641008" y="78232"/>
                  <a:pt x="636507" y="77070"/>
                  <a:pt x="630817" y="77070"/>
                </a:cubicBezTo>
                <a:cubicBezTo>
                  <a:pt x="620457" y="77070"/>
                  <a:pt x="612602" y="80851"/>
                  <a:pt x="607252" y="88414"/>
                </a:cubicBezTo>
                <a:cubicBezTo>
                  <a:pt x="599609" y="99375"/>
                  <a:pt x="595788" y="113819"/>
                  <a:pt x="595788" y="131746"/>
                </a:cubicBezTo>
                <a:cubicBezTo>
                  <a:pt x="595788" y="148823"/>
                  <a:pt x="599184" y="161759"/>
                  <a:pt x="605978" y="170552"/>
                </a:cubicBezTo>
                <a:cubicBezTo>
                  <a:pt x="612772" y="179346"/>
                  <a:pt x="621433" y="183743"/>
                  <a:pt x="631964" y="183743"/>
                </a:cubicBezTo>
                <a:cubicBezTo>
                  <a:pt x="646485" y="183743"/>
                  <a:pt x="657270" y="174386"/>
                  <a:pt x="664318" y="155671"/>
                </a:cubicBezTo>
                <a:close/>
                <a:moveTo>
                  <a:pt x="687263" y="80210"/>
                </a:moveTo>
                <a:lnTo>
                  <a:pt x="687829" y="80293"/>
                </a:lnTo>
                <a:lnTo>
                  <a:pt x="688383" y="80382"/>
                </a:lnTo>
                <a:lnTo>
                  <a:pt x="688926" y="80476"/>
                </a:lnTo>
                <a:lnTo>
                  <a:pt x="689457" y="80576"/>
                </a:lnTo>
                <a:lnTo>
                  <a:pt x="689977" y="80681"/>
                </a:lnTo>
                <a:lnTo>
                  <a:pt x="690484" y="80792"/>
                </a:lnTo>
                <a:lnTo>
                  <a:pt x="690980" y="80909"/>
                </a:lnTo>
                <a:lnTo>
                  <a:pt x="691464" y="81031"/>
                </a:lnTo>
                <a:lnTo>
                  <a:pt x="691937" y="81158"/>
                </a:lnTo>
                <a:lnTo>
                  <a:pt x="692398" y="81292"/>
                </a:lnTo>
                <a:lnTo>
                  <a:pt x="692847" y="81430"/>
                </a:lnTo>
                <a:lnTo>
                  <a:pt x="693284" y="81575"/>
                </a:lnTo>
                <a:lnTo>
                  <a:pt x="693710" y="81725"/>
                </a:lnTo>
                <a:lnTo>
                  <a:pt x="694123" y="81880"/>
                </a:lnTo>
                <a:lnTo>
                  <a:pt x="694526" y="82041"/>
                </a:lnTo>
                <a:lnTo>
                  <a:pt x="694916" y="82208"/>
                </a:lnTo>
                <a:lnTo>
                  <a:pt x="695295" y="82380"/>
                </a:lnTo>
                <a:lnTo>
                  <a:pt x="695662" y="82558"/>
                </a:lnTo>
                <a:lnTo>
                  <a:pt x="696017" y="82741"/>
                </a:lnTo>
                <a:lnTo>
                  <a:pt x="696361" y="82930"/>
                </a:lnTo>
                <a:lnTo>
                  <a:pt x="696692" y="83124"/>
                </a:lnTo>
                <a:lnTo>
                  <a:pt x="697012" y="83324"/>
                </a:lnTo>
                <a:lnTo>
                  <a:pt x="697321" y="83530"/>
                </a:lnTo>
                <a:lnTo>
                  <a:pt x="697621" y="83743"/>
                </a:lnTo>
                <a:lnTo>
                  <a:pt x="697917" y="83965"/>
                </a:lnTo>
                <a:lnTo>
                  <a:pt x="698210" y="84196"/>
                </a:lnTo>
                <a:lnTo>
                  <a:pt x="698497" y="84436"/>
                </a:lnTo>
                <a:lnTo>
                  <a:pt x="698781" y="84686"/>
                </a:lnTo>
                <a:lnTo>
                  <a:pt x="699060" y="84944"/>
                </a:lnTo>
                <a:lnTo>
                  <a:pt x="699336" y="85212"/>
                </a:lnTo>
                <a:lnTo>
                  <a:pt x="699607" y="85489"/>
                </a:lnTo>
                <a:lnTo>
                  <a:pt x="699873" y="85775"/>
                </a:lnTo>
                <a:lnTo>
                  <a:pt x="700136" y="86070"/>
                </a:lnTo>
                <a:lnTo>
                  <a:pt x="700394" y="86374"/>
                </a:lnTo>
                <a:lnTo>
                  <a:pt x="700649" y="86688"/>
                </a:lnTo>
                <a:lnTo>
                  <a:pt x="700899" y="87010"/>
                </a:lnTo>
                <a:lnTo>
                  <a:pt x="701144" y="87342"/>
                </a:lnTo>
                <a:lnTo>
                  <a:pt x="701386" y="87683"/>
                </a:lnTo>
                <a:lnTo>
                  <a:pt x="701623" y="88033"/>
                </a:lnTo>
                <a:lnTo>
                  <a:pt x="701857" y="88392"/>
                </a:lnTo>
                <a:lnTo>
                  <a:pt x="702086" y="88760"/>
                </a:lnTo>
                <a:lnTo>
                  <a:pt x="702310" y="89138"/>
                </a:lnTo>
                <a:lnTo>
                  <a:pt x="702531" y="89524"/>
                </a:lnTo>
                <a:lnTo>
                  <a:pt x="702747" y="89920"/>
                </a:lnTo>
                <a:lnTo>
                  <a:pt x="702960" y="90325"/>
                </a:lnTo>
                <a:lnTo>
                  <a:pt x="703168" y="90739"/>
                </a:lnTo>
                <a:lnTo>
                  <a:pt x="703371" y="91162"/>
                </a:lnTo>
                <a:lnTo>
                  <a:pt x="748591" y="188620"/>
                </a:lnTo>
                <a:lnTo>
                  <a:pt x="747648" y="190524"/>
                </a:lnTo>
                <a:lnTo>
                  <a:pt x="746728" y="192371"/>
                </a:lnTo>
                <a:lnTo>
                  <a:pt x="745833" y="194162"/>
                </a:lnTo>
                <a:lnTo>
                  <a:pt x="744961" y="195895"/>
                </a:lnTo>
                <a:lnTo>
                  <a:pt x="744113" y="197571"/>
                </a:lnTo>
                <a:lnTo>
                  <a:pt x="743289" y="199190"/>
                </a:lnTo>
                <a:lnTo>
                  <a:pt x="742489" y="200752"/>
                </a:lnTo>
                <a:lnTo>
                  <a:pt x="741713" y="202257"/>
                </a:lnTo>
                <a:lnTo>
                  <a:pt x="740961" y="203705"/>
                </a:lnTo>
                <a:lnTo>
                  <a:pt x="740232" y="205096"/>
                </a:lnTo>
                <a:lnTo>
                  <a:pt x="739528" y="206430"/>
                </a:lnTo>
                <a:lnTo>
                  <a:pt x="738847" y="207707"/>
                </a:lnTo>
                <a:lnTo>
                  <a:pt x="738190" y="208927"/>
                </a:lnTo>
                <a:lnTo>
                  <a:pt x="737557" y="210089"/>
                </a:lnTo>
                <a:lnTo>
                  <a:pt x="736948" y="211195"/>
                </a:lnTo>
                <a:lnTo>
                  <a:pt x="736363" y="212243"/>
                </a:lnTo>
                <a:lnTo>
                  <a:pt x="735802" y="213235"/>
                </a:lnTo>
                <a:lnTo>
                  <a:pt x="735264" y="214169"/>
                </a:lnTo>
                <a:lnTo>
                  <a:pt x="734751" y="215047"/>
                </a:lnTo>
                <a:lnTo>
                  <a:pt x="734261" y="215867"/>
                </a:lnTo>
                <a:lnTo>
                  <a:pt x="733795" y="216630"/>
                </a:lnTo>
                <a:lnTo>
                  <a:pt x="733354" y="217336"/>
                </a:lnTo>
                <a:lnTo>
                  <a:pt x="732936" y="217986"/>
                </a:lnTo>
                <a:lnTo>
                  <a:pt x="732541" y="218578"/>
                </a:lnTo>
                <a:lnTo>
                  <a:pt x="732158" y="219135"/>
                </a:lnTo>
                <a:lnTo>
                  <a:pt x="731772" y="219679"/>
                </a:lnTo>
                <a:lnTo>
                  <a:pt x="731384" y="220211"/>
                </a:lnTo>
                <a:lnTo>
                  <a:pt x="730993" y="220729"/>
                </a:lnTo>
                <a:lnTo>
                  <a:pt x="730600" y="221235"/>
                </a:lnTo>
                <a:lnTo>
                  <a:pt x="730205" y="221728"/>
                </a:lnTo>
                <a:lnTo>
                  <a:pt x="729807" y="222208"/>
                </a:lnTo>
                <a:lnTo>
                  <a:pt x="729407" y="222675"/>
                </a:lnTo>
                <a:lnTo>
                  <a:pt x="729004" y="223129"/>
                </a:lnTo>
                <a:lnTo>
                  <a:pt x="728598" y="223571"/>
                </a:lnTo>
                <a:lnTo>
                  <a:pt x="728191" y="224000"/>
                </a:lnTo>
                <a:lnTo>
                  <a:pt x="727781" y="224415"/>
                </a:lnTo>
                <a:lnTo>
                  <a:pt x="727368" y="224818"/>
                </a:lnTo>
                <a:lnTo>
                  <a:pt x="726953" y="225208"/>
                </a:lnTo>
                <a:lnTo>
                  <a:pt x="726536" y="225586"/>
                </a:lnTo>
                <a:lnTo>
                  <a:pt x="726116" y="225950"/>
                </a:lnTo>
                <a:lnTo>
                  <a:pt x="725694" y="226302"/>
                </a:lnTo>
                <a:lnTo>
                  <a:pt x="725269" y="226640"/>
                </a:lnTo>
                <a:lnTo>
                  <a:pt x="724842" y="226966"/>
                </a:lnTo>
                <a:lnTo>
                  <a:pt x="724412" y="227279"/>
                </a:lnTo>
                <a:lnTo>
                  <a:pt x="723980" y="227579"/>
                </a:lnTo>
                <a:lnTo>
                  <a:pt x="723546" y="227867"/>
                </a:lnTo>
                <a:lnTo>
                  <a:pt x="723109" y="228141"/>
                </a:lnTo>
                <a:lnTo>
                  <a:pt x="722670" y="228403"/>
                </a:lnTo>
                <a:lnTo>
                  <a:pt x="722231" y="228653"/>
                </a:lnTo>
                <a:lnTo>
                  <a:pt x="721796" y="228892"/>
                </a:lnTo>
                <a:lnTo>
                  <a:pt x="721365" y="229121"/>
                </a:lnTo>
                <a:lnTo>
                  <a:pt x="720938" y="229339"/>
                </a:lnTo>
                <a:lnTo>
                  <a:pt x="720514" y="229546"/>
                </a:lnTo>
                <a:lnTo>
                  <a:pt x="720094" y="229743"/>
                </a:lnTo>
                <a:lnTo>
                  <a:pt x="719678" y="229929"/>
                </a:lnTo>
                <a:lnTo>
                  <a:pt x="719266" y="230104"/>
                </a:lnTo>
                <a:lnTo>
                  <a:pt x="718857" y="230269"/>
                </a:lnTo>
                <a:lnTo>
                  <a:pt x="718452" y="230423"/>
                </a:lnTo>
                <a:lnTo>
                  <a:pt x="718051" y="230567"/>
                </a:lnTo>
                <a:lnTo>
                  <a:pt x="717654" y="230700"/>
                </a:lnTo>
                <a:lnTo>
                  <a:pt x="717260" y="230822"/>
                </a:lnTo>
                <a:lnTo>
                  <a:pt x="716871" y="230934"/>
                </a:lnTo>
                <a:lnTo>
                  <a:pt x="716485" y="231035"/>
                </a:lnTo>
                <a:lnTo>
                  <a:pt x="716102" y="231125"/>
                </a:lnTo>
                <a:lnTo>
                  <a:pt x="715724" y="231205"/>
                </a:lnTo>
                <a:lnTo>
                  <a:pt x="715349" y="231274"/>
                </a:lnTo>
                <a:lnTo>
                  <a:pt x="714978" y="231332"/>
                </a:lnTo>
                <a:lnTo>
                  <a:pt x="714611" y="231380"/>
                </a:lnTo>
                <a:lnTo>
                  <a:pt x="714247" y="231417"/>
                </a:lnTo>
                <a:lnTo>
                  <a:pt x="713888" y="231444"/>
                </a:lnTo>
                <a:lnTo>
                  <a:pt x="713532" y="231460"/>
                </a:lnTo>
                <a:lnTo>
                  <a:pt x="713180" y="231465"/>
                </a:lnTo>
                <a:lnTo>
                  <a:pt x="712857" y="231460"/>
                </a:lnTo>
                <a:lnTo>
                  <a:pt x="712549" y="231444"/>
                </a:lnTo>
                <a:lnTo>
                  <a:pt x="712254" y="231417"/>
                </a:lnTo>
                <a:lnTo>
                  <a:pt x="711973" y="231380"/>
                </a:lnTo>
                <a:lnTo>
                  <a:pt x="711706" y="231331"/>
                </a:lnTo>
                <a:lnTo>
                  <a:pt x="711452" y="231273"/>
                </a:lnTo>
                <a:lnTo>
                  <a:pt x="711212" y="231203"/>
                </a:lnTo>
                <a:lnTo>
                  <a:pt x="710986" y="231123"/>
                </a:lnTo>
                <a:lnTo>
                  <a:pt x="710773" y="231032"/>
                </a:lnTo>
                <a:lnTo>
                  <a:pt x="710575" y="230930"/>
                </a:lnTo>
                <a:lnTo>
                  <a:pt x="710389" y="230818"/>
                </a:lnTo>
                <a:lnTo>
                  <a:pt x="710218" y="230695"/>
                </a:lnTo>
                <a:lnTo>
                  <a:pt x="710060" y="230561"/>
                </a:lnTo>
                <a:lnTo>
                  <a:pt x="709916" y="230416"/>
                </a:lnTo>
                <a:lnTo>
                  <a:pt x="709786" y="230261"/>
                </a:lnTo>
                <a:lnTo>
                  <a:pt x="709670" y="230095"/>
                </a:lnTo>
                <a:lnTo>
                  <a:pt x="709567" y="229919"/>
                </a:lnTo>
                <a:lnTo>
                  <a:pt x="709478" y="229731"/>
                </a:lnTo>
                <a:lnTo>
                  <a:pt x="709402" y="229533"/>
                </a:lnTo>
                <a:lnTo>
                  <a:pt x="709341" y="229325"/>
                </a:lnTo>
                <a:lnTo>
                  <a:pt x="709293" y="229105"/>
                </a:lnTo>
                <a:lnTo>
                  <a:pt x="709258" y="228875"/>
                </a:lnTo>
                <a:lnTo>
                  <a:pt x="709238" y="228634"/>
                </a:lnTo>
                <a:lnTo>
                  <a:pt x="709231" y="228383"/>
                </a:lnTo>
                <a:lnTo>
                  <a:pt x="709232" y="228306"/>
                </a:lnTo>
                <a:lnTo>
                  <a:pt x="709234" y="228226"/>
                </a:lnTo>
                <a:lnTo>
                  <a:pt x="709239" y="228143"/>
                </a:lnTo>
                <a:lnTo>
                  <a:pt x="709245" y="228055"/>
                </a:lnTo>
                <a:lnTo>
                  <a:pt x="709253" y="227964"/>
                </a:lnTo>
                <a:lnTo>
                  <a:pt x="709263" y="227870"/>
                </a:lnTo>
                <a:lnTo>
                  <a:pt x="709274" y="227772"/>
                </a:lnTo>
                <a:lnTo>
                  <a:pt x="709288" y="227670"/>
                </a:lnTo>
                <a:lnTo>
                  <a:pt x="709303" y="227565"/>
                </a:lnTo>
                <a:lnTo>
                  <a:pt x="709319" y="227457"/>
                </a:lnTo>
                <a:lnTo>
                  <a:pt x="709338" y="227344"/>
                </a:lnTo>
                <a:lnTo>
                  <a:pt x="709358" y="227229"/>
                </a:lnTo>
                <a:lnTo>
                  <a:pt x="709380" y="227109"/>
                </a:lnTo>
                <a:lnTo>
                  <a:pt x="709404" y="226986"/>
                </a:lnTo>
                <a:lnTo>
                  <a:pt x="709430" y="226860"/>
                </a:lnTo>
                <a:lnTo>
                  <a:pt x="709457" y="226729"/>
                </a:lnTo>
                <a:lnTo>
                  <a:pt x="709487" y="226596"/>
                </a:lnTo>
                <a:lnTo>
                  <a:pt x="709518" y="226458"/>
                </a:lnTo>
                <a:lnTo>
                  <a:pt x="709550" y="226318"/>
                </a:lnTo>
                <a:lnTo>
                  <a:pt x="709585" y="226173"/>
                </a:lnTo>
                <a:lnTo>
                  <a:pt x="709621" y="226025"/>
                </a:lnTo>
                <a:lnTo>
                  <a:pt x="709659" y="225874"/>
                </a:lnTo>
                <a:lnTo>
                  <a:pt x="709699" y="225718"/>
                </a:lnTo>
                <a:lnTo>
                  <a:pt x="709740" y="225560"/>
                </a:lnTo>
                <a:lnTo>
                  <a:pt x="709782" y="225358"/>
                </a:lnTo>
                <a:lnTo>
                  <a:pt x="709822" y="225160"/>
                </a:lnTo>
                <a:lnTo>
                  <a:pt x="709860" y="224966"/>
                </a:lnTo>
                <a:lnTo>
                  <a:pt x="709896" y="224775"/>
                </a:lnTo>
                <a:lnTo>
                  <a:pt x="709931" y="224588"/>
                </a:lnTo>
                <a:lnTo>
                  <a:pt x="709963" y="224404"/>
                </a:lnTo>
                <a:lnTo>
                  <a:pt x="709994" y="224224"/>
                </a:lnTo>
                <a:lnTo>
                  <a:pt x="710023" y="224047"/>
                </a:lnTo>
                <a:lnTo>
                  <a:pt x="710051" y="223874"/>
                </a:lnTo>
                <a:lnTo>
                  <a:pt x="710077" y="223705"/>
                </a:lnTo>
                <a:lnTo>
                  <a:pt x="710100" y="223539"/>
                </a:lnTo>
                <a:lnTo>
                  <a:pt x="710123" y="223377"/>
                </a:lnTo>
                <a:lnTo>
                  <a:pt x="710143" y="223218"/>
                </a:lnTo>
                <a:lnTo>
                  <a:pt x="710161" y="223063"/>
                </a:lnTo>
                <a:lnTo>
                  <a:pt x="710178" y="222911"/>
                </a:lnTo>
                <a:lnTo>
                  <a:pt x="710193" y="222763"/>
                </a:lnTo>
                <a:lnTo>
                  <a:pt x="710207" y="222619"/>
                </a:lnTo>
                <a:lnTo>
                  <a:pt x="710218" y="222478"/>
                </a:lnTo>
                <a:lnTo>
                  <a:pt x="710228" y="222341"/>
                </a:lnTo>
                <a:lnTo>
                  <a:pt x="710236" y="222207"/>
                </a:lnTo>
                <a:lnTo>
                  <a:pt x="710242" y="222077"/>
                </a:lnTo>
                <a:lnTo>
                  <a:pt x="710246" y="221950"/>
                </a:lnTo>
                <a:lnTo>
                  <a:pt x="710249" y="221827"/>
                </a:lnTo>
                <a:lnTo>
                  <a:pt x="710250" y="221708"/>
                </a:lnTo>
                <a:lnTo>
                  <a:pt x="710244" y="221336"/>
                </a:lnTo>
                <a:lnTo>
                  <a:pt x="710227" y="220968"/>
                </a:lnTo>
                <a:lnTo>
                  <a:pt x="710198" y="220604"/>
                </a:lnTo>
                <a:lnTo>
                  <a:pt x="710158" y="220246"/>
                </a:lnTo>
                <a:lnTo>
                  <a:pt x="710106" y="219891"/>
                </a:lnTo>
                <a:lnTo>
                  <a:pt x="710043" y="219541"/>
                </a:lnTo>
                <a:lnTo>
                  <a:pt x="709968" y="219196"/>
                </a:lnTo>
                <a:lnTo>
                  <a:pt x="709882" y="218855"/>
                </a:lnTo>
                <a:lnTo>
                  <a:pt x="709784" y="218518"/>
                </a:lnTo>
                <a:lnTo>
                  <a:pt x="709675" y="218186"/>
                </a:lnTo>
                <a:lnTo>
                  <a:pt x="709554" y="217858"/>
                </a:lnTo>
                <a:lnTo>
                  <a:pt x="709422" y="217535"/>
                </a:lnTo>
                <a:lnTo>
                  <a:pt x="709278" y="217216"/>
                </a:lnTo>
                <a:lnTo>
                  <a:pt x="709123" y="216902"/>
                </a:lnTo>
                <a:lnTo>
                  <a:pt x="708956" y="216592"/>
                </a:lnTo>
                <a:lnTo>
                  <a:pt x="708778" y="216287"/>
                </a:lnTo>
                <a:lnTo>
                  <a:pt x="708588" y="215986"/>
                </a:lnTo>
                <a:lnTo>
                  <a:pt x="708387" y="215689"/>
                </a:lnTo>
                <a:lnTo>
                  <a:pt x="708174" y="215397"/>
                </a:lnTo>
                <a:lnTo>
                  <a:pt x="707950" y="215110"/>
                </a:lnTo>
                <a:lnTo>
                  <a:pt x="707714" y="214827"/>
                </a:lnTo>
                <a:lnTo>
                  <a:pt x="707467" y="214548"/>
                </a:lnTo>
                <a:lnTo>
                  <a:pt x="707208" y="214274"/>
                </a:lnTo>
                <a:lnTo>
                  <a:pt x="706938" y="214004"/>
                </a:lnTo>
                <a:lnTo>
                  <a:pt x="706659" y="213742"/>
                </a:lnTo>
                <a:lnTo>
                  <a:pt x="706375" y="213491"/>
                </a:lnTo>
                <a:lnTo>
                  <a:pt x="706086" y="213252"/>
                </a:lnTo>
                <a:lnTo>
                  <a:pt x="705792" y="213023"/>
                </a:lnTo>
                <a:lnTo>
                  <a:pt x="705492" y="212806"/>
                </a:lnTo>
                <a:lnTo>
                  <a:pt x="705187" y="212600"/>
                </a:lnTo>
                <a:lnTo>
                  <a:pt x="704876" y="212405"/>
                </a:lnTo>
                <a:lnTo>
                  <a:pt x="704560" y="212221"/>
                </a:lnTo>
                <a:lnTo>
                  <a:pt x="704239" y="212048"/>
                </a:lnTo>
                <a:lnTo>
                  <a:pt x="703913" y="211886"/>
                </a:lnTo>
                <a:lnTo>
                  <a:pt x="703581" y="211736"/>
                </a:lnTo>
                <a:lnTo>
                  <a:pt x="703244" y="211597"/>
                </a:lnTo>
                <a:lnTo>
                  <a:pt x="702902" y="211468"/>
                </a:lnTo>
                <a:lnTo>
                  <a:pt x="702554" y="211351"/>
                </a:lnTo>
                <a:lnTo>
                  <a:pt x="702201" y="211246"/>
                </a:lnTo>
                <a:lnTo>
                  <a:pt x="701843" y="211151"/>
                </a:lnTo>
                <a:lnTo>
                  <a:pt x="701479" y="211067"/>
                </a:lnTo>
                <a:lnTo>
                  <a:pt x="701110" y="210995"/>
                </a:lnTo>
                <a:lnTo>
                  <a:pt x="700736" y="210933"/>
                </a:lnTo>
                <a:lnTo>
                  <a:pt x="700357" y="210883"/>
                </a:lnTo>
                <a:lnTo>
                  <a:pt x="699972" y="210844"/>
                </a:lnTo>
                <a:lnTo>
                  <a:pt x="699582" y="210816"/>
                </a:lnTo>
                <a:lnTo>
                  <a:pt x="699186" y="210800"/>
                </a:lnTo>
                <a:lnTo>
                  <a:pt x="698786" y="210794"/>
                </a:lnTo>
                <a:lnTo>
                  <a:pt x="698343" y="210801"/>
                </a:lnTo>
                <a:lnTo>
                  <a:pt x="697906" y="210820"/>
                </a:lnTo>
                <a:lnTo>
                  <a:pt x="697476" y="210852"/>
                </a:lnTo>
                <a:lnTo>
                  <a:pt x="697052" y="210897"/>
                </a:lnTo>
                <a:lnTo>
                  <a:pt x="696634" y="210955"/>
                </a:lnTo>
                <a:lnTo>
                  <a:pt x="696222" y="211026"/>
                </a:lnTo>
                <a:lnTo>
                  <a:pt x="695817" y="211110"/>
                </a:lnTo>
                <a:lnTo>
                  <a:pt x="695417" y="211207"/>
                </a:lnTo>
                <a:lnTo>
                  <a:pt x="695024" y="211317"/>
                </a:lnTo>
                <a:lnTo>
                  <a:pt x="694637" y="211439"/>
                </a:lnTo>
                <a:lnTo>
                  <a:pt x="694256" y="211575"/>
                </a:lnTo>
                <a:lnTo>
                  <a:pt x="693882" y="211723"/>
                </a:lnTo>
                <a:lnTo>
                  <a:pt x="693513" y="211884"/>
                </a:lnTo>
                <a:lnTo>
                  <a:pt x="693151" y="212059"/>
                </a:lnTo>
                <a:lnTo>
                  <a:pt x="692795" y="212246"/>
                </a:lnTo>
                <a:lnTo>
                  <a:pt x="692445" y="212446"/>
                </a:lnTo>
                <a:lnTo>
                  <a:pt x="692101" y="212659"/>
                </a:lnTo>
                <a:lnTo>
                  <a:pt x="691764" y="212885"/>
                </a:lnTo>
                <a:lnTo>
                  <a:pt x="691433" y="213123"/>
                </a:lnTo>
                <a:lnTo>
                  <a:pt x="691108" y="213375"/>
                </a:lnTo>
                <a:lnTo>
                  <a:pt x="690789" y="213639"/>
                </a:lnTo>
                <a:lnTo>
                  <a:pt x="690476" y="213917"/>
                </a:lnTo>
                <a:lnTo>
                  <a:pt x="690169" y="214207"/>
                </a:lnTo>
                <a:lnTo>
                  <a:pt x="689869" y="214510"/>
                </a:lnTo>
                <a:lnTo>
                  <a:pt x="689578" y="214824"/>
                </a:lnTo>
                <a:lnTo>
                  <a:pt x="689299" y="215144"/>
                </a:lnTo>
                <a:lnTo>
                  <a:pt x="689033" y="215471"/>
                </a:lnTo>
                <a:lnTo>
                  <a:pt x="688779" y="215806"/>
                </a:lnTo>
                <a:lnTo>
                  <a:pt x="688538" y="216148"/>
                </a:lnTo>
                <a:lnTo>
                  <a:pt x="688309" y="216496"/>
                </a:lnTo>
                <a:lnTo>
                  <a:pt x="688092" y="216852"/>
                </a:lnTo>
                <a:lnTo>
                  <a:pt x="687888" y="217215"/>
                </a:lnTo>
                <a:lnTo>
                  <a:pt x="687696" y="217585"/>
                </a:lnTo>
                <a:lnTo>
                  <a:pt x="687516" y="217963"/>
                </a:lnTo>
                <a:lnTo>
                  <a:pt x="687349" y="218347"/>
                </a:lnTo>
                <a:lnTo>
                  <a:pt x="687194" y="218738"/>
                </a:lnTo>
                <a:lnTo>
                  <a:pt x="687052" y="219137"/>
                </a:lnTo>
                <a:lnTo>
                  <a:pt x="686922" y="219542"/>
                </a:lnTo>
                <a:lnTo>
                  <a:pt x="686804" y="219955"/>
                </a:lnTo>
                <a:lnTo>
                  <a:pt x="686699" y="220375"/>
                </a:lnTo>
                <a:lnTo>
                  <a:pt x="686606" y="220802"/>
                </a:lnTo>
                <a:lnTo>
                  <a:pt x="686525" y="221236"/>
                </a:lnTo>
                <a:lnTo>
                  <a:pt x="686457" y="221677"/>
                </a:lnTo>
                <a:lnTo>
                  <a:pt x="686402" y="222125"/>
                </a:lnTo>
                <a:lnTo>
                  <a:pt x="686358" y="222580"/>
                </a:lnTo>
                <a:lnTo>
                  <a:pt x="686327" y="223043"/>
                </a:lnTo>
                <a:lnTo>
                  <a:pt x="686309" y="223512"/>
                </a:lnTo>
                <a:lnTo>
                  <a:pt x="686302" y="223989"/>
                </a:lnTo>
                <a:lnTo>
                  <a:pt x="686313" y="224625"/>
                </a:lnTo>
                <a:lnTo>
                  <a:pt x="686343" y="225253"/>
                </a:lnTo>
                <a:lnTo>
                  <a:pt x="686393" y="225873"/>
                </a:lnTo>
                <a:lnTo>
                  <a:pt x="686463" y="226484"/>
                </a:lnTo>
                <a:lnTo>
                  <a:pt x="686554" y="227086"/>
                </a:lnTo>
                <a:lnTo>
                  <a:pt x="686665" y="227680"/>
                </a:lnTo>
                <a:lnTo>
                  <a:pt x="686795" y="228266"/>
                </a:lnTo>
                <a:lnTo>
                  <a:pt x="686946" y="228843"/>
                </a:lnTo>
                <a:lnTo>
                  <a:pt x="687117" y="229412"/>
                </a:lnTo>
                <a:lnTo>
                  <a:pt x="687309" y="229972"/>
                </a:lnTo>
                <a:lnTo>
                  <a:pt x="687520" y="230524"/>
                </a:lnTo>
                <a:lnTo>
                  <a:pt x="687751" y="231067"/>
                </a:lnTo>
                <a:lnTo>
                  <a:pt x="688003" y="231602"/>
                </a:lnTo>
                <a:lnTo>
                  <a:pt x="688275" y="232129"/>
                </a:lnTo>
                <a:lnTo>
                  <a:pt x="688566" y="232647"/>
                </a:lnTo>
                <a:lnTo>
                  <a:pt x="688878" y="233156"/>
                </a:lnTo>
                <a:lnTo>
                  <a:pt x="689210" y="233657"/>
                </a:lnTo>
                <a:lnTo>
                  <a:pt x="689563" y="234150"/>
                </a:lnTo>
                <a:lnTo>
                  <a:pt x="689935" y="234634"/>
                </a:lnTo>
                <a:lnTo>
                  <a:pt x="690327" y="235110"/>
                </a:lnTo>
                <a:lnTo>
                  <a:pt x="690740" y="235577"/>
                </a:lnTo>
                <a:lnTo>
                  <a:pt x="691173" y="236036"/>
                </a:lnTo>
                <a:lnTo>
                  <a:pt x="691625" y="236486"/>
                </a:lnTo>
                <a:lnTo>
                  <a:pt x="692098" y="236928"/>
                </a:lnTo>
                <a:lnTo>
                  <a:pt x="692588" y="237357"/>
                </a:lnTo>
                <a:lnTo>
                  <a:pt x="693090" y="237767"/>
                </a:lnTo>
                <a:lnTo>
                  <a:pt x="693606" y="238160"/>
                </a:lnTo>
                <a:lnTo>
                  <a:pt x="694135" y="238534"/>
                </a:lnTo>
                <a:lnTo>
                  <a:pt x="694676" y="238890"/>
                </a:lnTo>
                <a:lnTo>
                  <a:pt x="695231" y="239227"/>
                </a:lnTo>
                <a:lnTo>
                  <a:pt x="695799" y="239547"/>
                </a:lnTo>
                <a:lnTo>
                  <a:pt x="696380" y="239848"/>
                </a:lnTo>
                <a:lnTo>
                  <a:pt x="696974" y="240131"/>
                </a:lnTo>
                <a:lnTo>
                  <a:pt x="697580" y="240395"/>
                </a:lnTo>
                <a:lnTo>
                  <a:pt x="698200" y="240642"/>
                </a:lnTo>
                <a:lnTo>
                  <a:pt x="698833" y="240870"/>
                </a:lnTo>
                <a:lnTo>
                  <a:pt x="699480" y="241080"/>
                </a:lnTo>
                <a:lnTo>
                  <a:pt x="700139" y="241271"/>
                </a:lnTo>
                <a:lnTo>
                  <a:pt x="700811" y="241445"/>
                </a:lnTo>
                <a:lnTo>
                  <a:pt x="701496" y="241600"/>
                </a:lnTo>
                <a:lnTo>
                  <a:pt x="702194" y="241736"/>
                </a:lnTo>
                <a:lnTo>
                  <a:pt x="702906" y="241855"/>
                </a:lnTo>
                <a:lnTo>
                  <a:pt x="703630" y="241955"/>
                </a:lnTo>
                <a:lnTo>
                  <a:pt x="704367" y="242038"/>
                </a:lnTo>
                <a:lnTo>
                  <a:pt x="705118" y="242101"/>
                </a:lnTo>
                <a:lnTo>
                  <a:pt x="705881" y="242147"/>
                </a:lnTo>
                <a:lnTo>
                  <a:pt x="706658" y="242174"/>
                </a:lnTo>
                <a:lnTo>
                  <a:pt x="707448" y="242184"/>
                </a:lnTo>
                <a:lnTo>
                  <a:pt x="708538" y="242166"/>
                </a:lnTo>
                <a:lnTo>
                  <a:pt x="709623" y="242114"/>
                </a:lnTo>
                <a:lnTo>
                  <a:pt x="710702" y="242027"/>
                </a:lnTo>
                <a:lnTo>
                  <a:pt x="711775" y="241905"/>
                </a:lnTo>
                <a:lnTo>
                  <a:pt x="712842" y="241749"/>
                </a:lnTo>
                <a:lnTo>
                  <a:pt x="713904" y="241558"/>
                </a:lnTo>
                <a:lnTo>
                  <a:pt x="714960" y="241331"/>
                </a:lnTo>
                <a:lnTo>
                  <a:pt x="716010" y="241071"/>
                </a:lnTo>
                <a:lnTo>
                  <a:pt x="717055" y="240775"/>
                </a:lnTo>
                <a:lnTo>
                  <a:pt x="718094" y="240445"/>
                </a:lnTo>
                <a:lnTo>
                  <a:pt x="719127" y="240079"/>
                </a:lnTo>
                <a:lnTo>
                  <a:pt x="720154" y="239679"/>
                </a:lnTo>
                <a:lnTo>
                  <a:pt x="721175" y="239245"/>
                </a:lnTo>
                <a:lnTo>
                  <a:pt x="722191" y="238775"/>
                </a:lnTo>
                <a:lnTo>
                  <a:pt x="723201" y="238271"/>
                </a:lnTo>
                <a:lnTo>
                  <a:pt x="724205" y="237732"/>
                </a:lnTo>
                <a:lnTo>
                  <a:pt x="725204" y="237158"/>
                </a:lnTo>
                <a:lnTo>
                  <a:pt x="726196" y="236549"/>
                </a:lnTo>
                <a:lnTo>
                  <a:pt x="727183" y="235906"/>
                </a:lnTo>
                <a:lnTo>
                  <a:pt x="728165" y="235228"/>
                </a:lnTo>
                <a:lnTo>
                  <a:pt x="729140" y="234515"/>
                </a:lnTo>
                <a:lnTo>
                  <a:pt x="730110" y="233767"/>
                </a:lnTo>
                <a:lnTo>
                  <a:pt x="731074" y="232984"/>
                </a:lnTo>
                <a:lnTo>
                  <a:pt x="732032" y="232167"/>
                </a:lnTo>
                <a:lnTo>
                  <a:pt x="732977" y="231315"/>
                </a:lnTo>
                <a:lnTo>
                  <a:pt x="733921" y="230406"/>
                </a:lnTo>
                <a:lnTo>
                  <a:pt x="734866" y="229440"/>
                </a:lnTo>
                <a:lnTo>
                  <a:pt x="735811" y="228418"/>
                </a:lnTo>
                <a:lnTo>
                  <a:pt x="736756" y="227339"/>
                </a:lnTo>
                <a:lnTo>
                  <a:pt x="737700" y="226203"/>
                </a:lnTo>
                <a:lnTo>
                  <a:pt x="738645" y="225011"/>
                </a:lnTo>
                <a:lnTo>
                  <a:pt x="739590" y="223762"/>
                </a:lnTo>
                <a:lnTo>
                  <a:pt x="740535" y="222456"/>
                </a:lnTo>
                <a:lnTo>
                  <a:pt x="741479" y="221094"/>
                </a:lnTo>
                <a:lnTo>
                  <a:pt x="742424" y="219675"/>
                </a:lnTo>
                <a:lnTo>
                  <a:pt x="743369" y="218200"/>
                </a:lnTo>
                <a:lnTo>
                  <a:pt x="744314" y="216668"/>
                </a:lnTo>
                <a:lnTo>
                  <a:pt x="745258" y="215079"/>
                </a:lnTo>
                <a:lnTo>
                  <a:pt x="746203" y="213434"/>
                </a:lnTo>
                <a:lnTo>
                  <a:pt x="747148" y="211732"/>
                </a:lnTo>
                <a:lnTo>
                  <a:pt x="748093" y="209973"/>
                </a:lnTo>
                <a:lnTo>
                  <a:pt x="749037" y="208158"/>
                </a:lnTo>
                <a:lnTo>
                  <a:pt x="749982" y="206286"/>
                </a:lnTo>
                <a:lnTo>
                  <a:pt x="750927" y="204357"/>
                </a:lnTo>
                <a:lnTo>
                  <a:pt x="751871" y="202372"/>
                </a:lnTo>
                <a:lnTo>
                  <a:pt x="752816" y="200330"/>
                </a:lnTo>
                <a:lnTo>
                  <a:pt x="753761" y="198231"/>
                </a:lnTo>
                <a:lnTo>
                  <a:pt x="754706" y="196076"/>
                </a:lnTo>
                <a:lnTo>
                  <a:pt x="798779" y="93080"/>
                </a:lnTo>
                <a:lnTo>
                  <a:pt x="799210" y="92136"/>
                </a:lnTo>
                <a:lnTo>
                  <a:pt x="799673" y="91227"/>
                </a:lnTo>
                <a:lnTo>
                  <a:pt x="800168" y="90354"/>
                </a:lnTo>
                <a:lnTo>
                  <a:pt x="800697" y="89516"/>
                </a:lnTo>
                <a:lnTo>
                  <a:pt x="801258" y="88713"/>
                </a:lnTo>
                <a:lnTo>
                  <a:pt x="801852" y="87945"/>
                </a:lnTo>
                <a:lnTo>
                  <a:pt x="802479" y="87212"/>
                </a:lnTo>
                <a:lnTo>
                  <a:pt x="803138" y="86514"/>
                </a:lnTo>
                <a:lnTo>
                  <a:pt x="803831" y="85852"/>
                </a:lnTo>
                <a:lnTo>
                  <a:pt x="804556" y="85224"/>
                </a:lnTo>
                <a:lnTo>
                  <a:pt x="805313" y="84632"/>
                </a:lnTo>
                <a:lnTo>
                  <a:pt x="805577" y="84446"/>
                </a:lnTo>
                <a:lnTo>
                  <a:pt x="805577" y="71456"/>
                </a:lnTo>
                <a:lnTo>
                  <a:pt x="768463" y="71456"/>
                </a:lnTo>
                <a:lnTo>
                  <a:pt x="768463" y="80132"/>
                </a:lnTo>
                <a:lnTo>
                  <a:pt x="769373" y="80200"/>
                </a:lnTo>
                <a:lnTo>
                  <a:pt x="770258" y="80274"/>
                </a:lnTo>
                <a:lnTo>
                  <a:pt x="771118" y="80354"/>
                </a:lnTo>
                <a:lnTo>
                  <a:pt x="771952" y="80441"/>
                </a:lnTo>
                <a:lnTo>
                  <a:pt x="772760" y="80534"/>
                </a:lnTo>
                <a:lnTo>
                  <a:pt x="773542" y="80633"/>
                </a:lnTo>
                <a:lnTo>
                  <a:pt x="774299" y="80739"/>
                </a:lnTo>
                <a:lnTo>
                  <a:pt x="775030" y="80852"/>
                </a:lnTo>
                <a:lnTo>
                  <a:pt x="775735" y="80971"/>
                </a:lnTo>
                <a:lnTo>
                  <a:pt x="776415" y="81096"/>
                </a:lnTo>
                <a:lnTo>
                  <a:pt x="777069" y="81228"/>
                </a:lnTo>
                <a:lnTo>
                  <a:pt x="777698" y="81367"/>
                </a:lnTo>
                <a:lnTo>
                  <a:pt x="778301" y="81511"/>
                </a:lnTo>
                <a:lnTo>
                  <a:pt x="778878" y="81663"/>
                </a:lnTo>
                <a:lnTo>
                  <a:pt x="779429" y="81820"/>
                </a:lnTo>
                <a:lnTo>
                  <a:pt x="779955" y="81984"/>
                </a:lnTo>
                <a:lnTo>
                  <a:pt x="780456" y="82155"/>
                </a:lnTo>
                <a:lnTo>
                  <a:pt x="780930" y="82332"/>
                </a:lnTo>
                <a:lnTo>
                  <a:pt x="781379" y="82515"/>
                </a:lnTo>
                <a:lnTo>
                  <a:pt x="781802" y="82705"/>
                </a:lnTo>
                <a:lnTo>
                  <a:pt x="782200" y="82902"/>
                </a:lnTo>
                <a:lnTo>
                  <a:pt x="782572" y="83105"/>
                </a:lnTo>
                <a:lnTo>
                  <a:pt x="782918" y="83314"/>
                </a:lnTo>
                <a:lnTo>
                  <a:pt x="783239" y="83530"/>
                </a:lnTo>
                <a:lnTo>
                  <a:pt x="783540" y="83752"/>
                </a:lnTo>
                <a:lnTo>
                  <a:pt x="783829" y="83982"/>
                </a:lnTo>
                <a:lnTo>
                  <a:pt x="784105" y="84219"/>
                </a:lnTo>
                <a:lnTo>
                  <a:pt x="784368" y="84463"/>
                </a:lnTo>
                <a:lnTo>
                  <a:pt x="784618" y="84715"/>
                </a:lnTo>
                <a:lnTo>
                  <a:pt x="784855" y="84974"/>
                </a:lnTo>
                <a:lnTo>
                  <a:pt x="785079" y="85240"/>
                </a:lnTo>
                <a:lnTo>
                  <a:pt x="785291" y="85514"/>
                </a:lnTo>
                <a:lnTo>
                  <a:pt x="785490" y="85795"/>
                </a:lnTo>
                <a:lnTo>
                  <a:pt x="785676" y="86083"/>
                </a:lnTo>
                <a:lnTo>
                  <a:pt x="785849" y="86379"/>
                </a:lnTo>
                <a:lnTo>
                  <a:pt x="786009" y="86682"/>
                </a:lnTo>
                <a:lnTo>
                  <a:pt x="786157" y="86992"/>
                </a:lnTo>
                <a:lnTo>
                  <a:pt x="786292" y="87310"/>
                </a:lnTo>
                <a:lnTo>
                  <a:pt x="786413" y="87635"/>
                </a:lnTo>
                <a:lnTo>
                  <a:pt x="786522" y="87967"/>
                </a:lnTo>
                <a:lnTo>
                  <a:pt x="786619" y="88307"/>
                </a:lnTo>
                <a:lnTo>
                  <a:pt x="786702" y="88654"/>
                </a:lnTo>
                <a:lnTo>
                  <a:pt x="786773" y="89009"/>
                </a:lnTo>
                <a:lnTo>
                  <a:pt x="786830" y="89370"/>
                </a:lnTo>
                <a:lnTo>
                  <a:pt x="786875" y="89739"/>
                </a:lnTo>
                <a:lnTo>
                  <a:pt x="786907" y="90116"/>
                </a:lnTo>
                <a:lnTo>
                  <a:pt x="786926" y="90500"/>
                </a:lnTo>
                <a:lnTo>
                  <a:pt x="786933" y="90891"/>
                </a:lnTo>
                <a:lnTo>
                  <a:pt x="786928" y="91403"/>
                </a:lnTo>
                <a:lnTo>
                  <a:pt x="786914" y="91917"/>
                </a:lnTo>
                <a:lnTo>
                  <a:pt x="786891" y="92432"/>
                </a:lnTo>
                <a:lnTo>
                  <a:pt x="786859" y="92947"/>
                </a:lnTo>
                <a:lnTo>
                  <a:pt x="786817" y="93464"/>
                </a:lnTo>
                <a:lnTo>
                  <a:pt x="786766" y="93981"/>
                </a:lnTo>
                <a:lnTo>
                  <a:pt x="786705" y="94499"/>
                </a:lnTo>
                <a:lnTo>
                  <a:pt x="786636" y="95018"/>
                </a:lnTo>
                <a:lnTo>
                  <a:pt x="786557" y="95538"/>
                </a:lnTo>
                <a:lnTo>
                  <a:pt x="786468" y="96059"/>
                </a:lnTo>
                <a:lnTo>
                  <a:pt x="786371" y="96581"/>
                </a:lnTo>
                <a:lnTo>
                  <a:pt x="786264" y="97103"/>
                </a:lnTo>
                <a:lnTo>
                  <a:pt x="786148" y="97627"/>
                </a:lnTo>
                <a:lnTo>
                  <a:pt x="786023" y="98151"/>
                </a:lnTo>
                <a:lnTo>
                  <a:pt x="785888" y="98676"/>
                </a:lnTo>
                <a:lnTo>
                  <a:pt x="785744" y="99202"/>
                </a:lnTo>
                <a:lnTo>
                  <a:pt x="785591" y="99729"/>
                </a:lnTo>
                <a:lnTo>
                  <a:pt x="785428" y="100257"/>
                </a:lnTo>
                <a:lnTo>
                  <a:pt x="785256" y="100786"/>
                </a:lnTo>
                <a:lnTo>
                  <a:pt x="785075" y="101316"/>
                </a:lnTo>
                <a:lnTo>
                  <a:pt x="784885" y="101846"/>
                </a:lnTo>
                <a:lnTo>
                  <a:pt x="784685" y="102378"/>
                </a:lnTo>
                <a:lnTo>
                  <a:pt x="784476" y="102910"/>
                </a:lnTo>
                <a:lnTo>
                  <a:pt x="784258" y="103443"/>
                </a:lnTo>
                <a:lnTo>
                  <a:pt x="759546" y="163080"/>
                </a:lnTo>
                <a:lnTo>
                  <a:pt x="726300" y="91162"/>
                </a:lnTo>
                <a:lnTo>
                  <a:pt x="726237" y="91023"/>
                </a:lnTo>
                <a:lnTo>
                  <a:pt x="726178" y="90884"/>
                </a:lnTo>
                <a:lnTo>
                  <a:pt x="726121" y="90745"/>
                </a:lnTo>
                <a:lnTo>
                  <a:pt x="726066" y="90606"/>
                </a:lnTo>
                <a:lnTo>
                  <a:pt x="726015" y="90467"/>
                </a:lnTo>
                <a:lnTo>
                  <a:pt x="725965" y="90328"/>
                </a:lnTo>
                <a:lnTo>
                  <a:pt x="725919" y="90189"/>
                </a:lnTo>
                <a:lnTo>
                  <a:pt x="725875" y="90051"/>
                </a:lnTo>
                <a:lnTo>
                  <a:pt x="725834" y="89912"/>
                </a:lnTo>
                <a:lnTo>
                  <a:pt x="725796" y="89773"/>
                </a:lnTo>
                <a:lnTo>
                  <a:pt x="725760" y="89634"/>
                </a:lnTo>
                <a:lnTo>
                  <a:pt x="725727" y="89495"/>
                </a:lnTo>
                <a:lnTo>
                  <a:pt x="725696" y="89356"/>
                </a:lnTo>
                <a:lnTo>
                  <a:pt x="725668" y="89217"/>
                </a:lnTo>
                <a:lnTo>
                  <a:pt x="725643" y="89078"/>
                </a:lnTo>
                <a:lnTo>
                  <a:pt x="725620" y="88939"/>
                </a:lnTo>
                <a:lnTo>
                  <a:pt x="725601" y="88800"/>
                </a:lnTo>
                <a:lnTo>
                  <a:pt x="725583" y="88662"/>
                </a:lnTo>
                <a:lnTo>
                  <a:pt x="725569" y="88523"/>
                </a:lnTo>
                <a:lnTo>
                  <a:pt x="725557" y="88384"/>
                </a:lnTo>
                <a:lnTo>
                  <a:pt x="725548" y="88245"/>
                </a:lnTo>
                <a:lnTo>
                  <a:pt x="725541" y="88106"/>
                </a:lnTo>
                <a:lnTo>
                  <a:pt x="725537" y="87967"/>
                </a:lnTo>
                <a:lnTo>
                  <a:pt x="725536" y="87828"/>
                </a:lnTo>
                <a:lnTo>
                  <a:pt x="725540" y="87521"/>
                </a:lnTo>
                <a:lnTo>
                  <a:pt x="725555" y="87220"/>
                </a:lnTo>
                <a:lnTo>
                  <a:pt x="725578" y="86925"/>
                </a:lnTo>
                <a:lnTo>
                  <a:pt x="725612" y="86636"/>
                </a:lnTo>
                <a:lnTo>
                  <a:pt x="725654" y="86353"/>
                </a:lnTo>
                <a:lnTo>
                  <a:pt x="725707" y="86076"/>
                </a:lnTo>
                <a:lnTo>
                  <a:pt x="725769" y="85806"/>
                </a:lnTo>
                <a:lnTo>
                  <a:pt x="725840" y="85541"/>
                </a:lnTo>
                <a:lnTo>
                  <a:pt x="725921" y="85282"/>
                </a:lnTo>
                <a:lnTo>
                  <a:pt x="726011" y="85029"/>
                </a:lnTo>
                <a:lnTo>
                  <a:pt x="726111" y="84782"/>
                </a:lnTo>
                <a:lnTo>
                  <a:pt x="726220" y="84542"/>
                </a:lnTo>
                <a:lnTo>
                  <a:pt x="726339" y="84307"/>
                </a:lnTo>
                <a:lnTo>
                  <a:pt x="726467" y="84078"/>
                </a:lnTo>
                <a:lnTo>
                  <a:pt x="726605" y="83855"/>
                </a:lnTo>
                <a:lnTo>
                  <a:pt x="726753" y="83639"/>
                </a:lnTo>
                <a:lnTo>
                  <a:pt x="726910" y="83428"/>
                </a:lnTo>
                <a:lnTo>
                  <a:pt x="727076" y="83223"/>
                </a:lnTo>
                <a:lnTo>
                  <a:pt x="727252" y="83025"/>
                </a:lnTo>
                <a:lnTo>
                  <a:pt x="727437" y="82832"/>
                </a:lnTo>
                <a:lnTo>
                  <a:pt x="727632" y="82646"/>
                </a:lnTo>
                <a:lnTo>
                  <a:pt x="727837" y="82465"/>
                </a:lnTo>
                <a:lnTo>
                  <a:pt x="728051" y="82291"/>
                </a:lnTo>
                <a:lnTo>
                  <a:pt x="728274" y="82122"/>
                </a:lnTo>
                <a:lnTo>
                  <a:pt x="728511" y="81960"/>
                </a:lnTo>
                <a:lnTo>
                  <a:pt x="728764" y="81804"/>
                </a:lnTo>
                <a:lnTo>
                  <a:pt x="729034" y="81656"/>
                </a:lnTo>
                <a:lnTo>
                  <a:pt x="729320" y="81514"/>
                </a:lnTo>
                <a:lnTo>
                  <a:pt x="729623" y="81379"/>
                </a:lnTo>
                <a:lnTo>
                  <a:pt x="729942" y="81252"/>
                </a:lnTo>
                <a:lnTo>
                  <a:pt x="730278" y="81131"/>
                </a:lnTo>
                <a:lnTo>
                  <a:pt x="730631" y="81017"/>
                </a:lnTo>
                <a:lnTo>
                  <a:pt x="731000" y="80910"/>
                </a:lnTo>
                <a:lnTo>
                  <a:pt x="731386" y="80809"/>
                </a:lnTo>
                <a:lnTo>
                  <a:pt x="731788" y="80716"/>
                </a:lnTo>
                <a:lnTo>
                  <a:pt x="732207" y="80630"/>
                </a:lnTo>
                <a:lnTo>
                  <a:pt x="732643" y="80550"/>
                </a:lnTo>
                <a:lnTo>
                  <a:pt x="733095" y="80478"/>
                </a:lnTo>
                <a:lnTo>
                  <a:pt x="733564" y="80412"/>
                </a:lnTo>
                <a:lnTo>
                  <a:pt x="734049" y="80353"/>
                </a:lnTo>
                <a:lnTo>
                  <a:pt x="734551" y="80302"/>
                </a:lnTo>
                <a:lnTo>
                  <a:pt x="735069" y="80257"/>
                </a:lnTo>
                <a:lnTo>
                  <a:pt x="735604" y="80219"/>
                </a:lnTo>
                <a:lnTo>
                  <a:pt x="736156" y="80188"/>
                </a:lnTo>
                <a:lnTo>
                  <a:pt x="736724" y="80163"/>
                </a:lnTo>
                <a:lnTo>
                  <a:pt x="737309" y="80146"/>
                </a:lnTo>
                <a:lnTo>
                  <a:pt x="737910" y="80136"/>
                </a:lnTo>
                <a:lnTo>
                  <a:pt x="738528" y="80132"/>
                </a:lnTo>
                <a:lnTo>
                  <a:pt x="743878" y="80132"/>
                </a:lnTo>
                <a:lnTo>
                  <a:pt x="743878" y="71456"/>
                </a:lnTo>
                <a:lnTo>
                  <a:pt x="686685" y="71456"/>
                </a:lnTo>
                <a:lnTo>
                  <a:pt x="686685" y="80132"/>
                </a:lnTo>
                <a:lnTo>
                  <a:pt x="687263" y="802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7ec0fa3254b95"/>
          <a:stretch xmlns:a="http://schemas.openxmlformats.org/drawingml/2006/main"/>
        </p:blipFill>
        <p:spPr>
          <a:xfrm xmlns:a="http://schemas.openxmlformats.org/drawingml/2006/main">
            <a:off x="2874162" y="932763"/>
            <a:ext cx="505140" cy="505140"/>
          </a:xfrm>
          <a:prstGeom xmlns:a="http://schemas.openxmlformats.org/drawingml/2006/main" prst="rect">
            <a:avLst/>
          </a:prstGeom>
        </p:spPr>
      </p:pic>
      <p:pic>
        <p:nvPicPr>
          <p:cNvPr id="3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1388c56f745c7"/>
          <a:stretch xmlns:a="http://schemas.openxmlformats.org/drawingml/2006/main"/>
        </p:blipFill>
        <p:spPr>
          <a:xfrm xmlns:a="http://schemas.openxmlformats.org/drawingml/2006/main">
            <a:off x="6341381" y="803624"/>
            <a:ext cx="522478" cy="721331"/>
          </a:xfrm>
          <a:prstGeom xmlns:a="http://schemas.openxmlformats.org/drawingml/2006/main" prst="rect">
            <a:avLst/>
          </a:prstGeom>
        </p:spPr>
      </p:pic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8042D8-88D5-4175-B536-48A72D7D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728" y="1564594"/>
            <a:ext cx="620433" cy="341580"/>
          </a:xfrm>
          <a:custGeom xmlns:a="http://schemas.openxmlformats.org/drawingml/2006/main">
            <a:pathLst>
              <a:path w="620433" h="341580">
                <a:moveTo>
                  <a:pt x="0" y="85395"/>
                </a:moveTo>
                <a:lnTo>
                  <a:pt x="449936" y="85395"/>
                </a:lnTo>
                <a:lnTo>
                  <a:pt x="449936" y="0"/>
                </a:lnTo>
                <a:lnTo>
                  <a:pt x="620433" y="170790"/>
                </a:lnTo>
                <a:lnTo>
                  <a:pt x="449936" y="341580"/>
                </a:lnTo>
                <a:lnTo>
                  <a:pt x="449936" y="256185"/>
                </a:lnTo>
                <a:lnTo>
                  <a:pt x="0" y="256185"/>
                </a:lnTo>
                <a:lnTo>
                  <a:pt x="0" y="853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7B61DF-F328-4986-A176-731B4D8B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728" y="1564594"/>
            <a:ext cx="620433" cy="341580"/>
          </a:xfrm>
          <a:custGeom xmlns:a="http://schemas.openxmlformats.org/drawingml/2006/main">
            <a:pathLst>
              <a:path w="620433" h="341580" fill="none">
                <a:moveTo>
                  <a:pt x="0" y="85395"/>
                </a:moveTo>
                <a:lnTo>
                  <a:pt x="449936" y="85395"/>
                </a:lnTo>
                <a:lnTo>
                  <a:pt x="449936" y="0"/>
                </a:lnTo>
                <a:lnTo>
                  <a:pt x="620433" y="170790"/>
                </a:lnTo>
                <a:lnTo>
                  <a:pt x="449936" y="341580"/>
                </a:lnTo>
                <a:lnTo>
                  <a:pt x="449936" y="256185"/>
                </a:lnTo>
                <a:lnTo>
                  <a:pt x="0" y="256185"/>
                </a:lnTo>
                <a:lnTo>
                  <a:pt x="0" y="853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4447" cap="flat">
            <a:solidFill>
              <a:srgbClr val="000000"/>
            </a:solidFill>
            <a:miter/>
          </a:ln>
        </p:spPr>
      </p:sp>
      <p:sp>
        <p:nvSpPr>
          <p:cNvPr id="135" name="Text detector">
            <a:extLst xmlns:a="http://schemas.openxmlformats.org/drawingml/2006/main">
              <a:ext uri="{FF2B5EF4-FFF2-40B4-BE49-F238E27FC236}">
                <a16:creationId xmlns:a16="http://schemas.microsoft.com/office/drawing/2014/main" id="{64C9E72B-3DA4-42F0-9E49-35AC1CAC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429" y="2029373"/>
            <a:ext cx="717832" cy="145664"/>
          </a:xfrm>
          <a:custGeom xmlns:a="http://schemas.openxmlformats.org/drawingml/2006/main">
            <a:pathLst>
              <a:path w="717832" h="145664">
                <a:moveTo>
                  <a:pt x="46658" y="1720"/>
                </a:moveTo>
                <a:lnTo>
                  <a:pt x="81581" y="0"/>
                </a:lnTo>
                <a:lnTo>
                  <a:pt x="81581" y="122447"/>
                </a:lnTo>
                <a:cubicBezTo>
                  <a:pt x="81581" y="127222"/>
                  <a:pt x="82487" y="130629"/>
                  <a:pt x="84300" y="132668"/>
                </a:cubicBezTo>
                <a:cubicBezTo>
                  <a:pt x="86113" y="134705"/>
                  <a:pt x="88832" y="135724"/>
                  <a:pt x="92458" y="135724"/>
                </a:cubicBezTo>
                <a:lnTo>
                  <a:pt x="98660" y="135724"/>
                </a:lnTo>
                <a:lnTo>
                  <a:pt x="98660" y="142988"/>
                </a:lnTo>
                <a:lnTo>
                  <a:pt x="68127" y="142988"/>
                </a:lnTo>
                <a:lnTo>
                  <a:pt x="65837" y="124813"/>
                </a:lnTo>
                <a:cubicBezTo>
                  <a:pt x="62211" y="131286"/>
                  <a:pt x="57965" y="136157"/>
                  <a:pt x="53099" y="139424"/>
                </a:cubicBezTo>
                <a:cubicBezTo>
                  <a:pt x="48233" y="142692"/>
                  <a:pt x="42778" y="144326"/>
                  <a:pt x="36735" y="144326"/>
                </a:cubicBezTo>
                <a:cubicBezTo>
                  <a:pt x="26557" y="144326"/>
                  <a:pt x="17890" y="140053"/>
                  <a:pt x="10734" y="131506"/>
                </a:cubicBezTo>
                <a:cubicBezTo>
                  <a:pt x="3578" y="122958"/>
                  <a:pt x="0" y="111667"/>
                  <a:pt x="0" y="97635"/>
                </a:cubicBezTo>
                <a:cubicBezTo>
                  <a:pt x="0" y="82454"/>
                  <a:pt x="4580" y="70335"/>
                  <a:pt x="13740" y="61279"/>
                </a:cubicBezTo>
                <a:cubicBezTo>
                  <a:pt x="20928" y="54198"/>
                  <a:pt x="29197" y="50657"/>
                  <a:pt x="38548" y="50657"/>
                </a:cubicBezTo>
                <a:cubicBezTo>
                  <a:pt x="44273" y="50657"/>
                  <a:pt x="49410" y="52100"/>
                  <a:pt x="53958" y="54985"/>
                </a:cubicBezTo>
                <a:cubicBezTo>
                  <a:pt x="58506" y="57871"/>
                  <a:pt x="62466" y="62231"/>
                  <a:pt x="65837" y="68065"/>
                </a:cubicBezTo>
                <a:lnTo>
                  <a:pt x="65837" y="17655"/>
                </a:lnTo>
                <a:cubicBezTo>
                  <a:pt x="65837" y="14987"/>
                  <a:pt x="64803" y="12875"/>
                  <a:pt x="62736" y="11320"/>
                </a:cubicBezTo>
                <a:cubicBezTo>
                  <a:pt x="60669" y="9763"/>
                  <a:pt x="57440" y="8985"/>
                  <a:pt x="53051" y="8985"/>
                </a:cubicBezTo>
                <a:lnTo>
                  <a:pt x="46658" y="8985"/>
                </a:lnTo>
                <a:lnTo>
                  <a:pt x="46658" y="1720"/>
                </a:lnTo>
                <a:moveTo>
                  <a:pt x="41124" y="58686"/>
                </a:moveTo>
                <a:cubicBezTo>
                  <a:pt x="34254" y="58686"/>
                  <a:pt x="28800" y="61526"/>
                  <a:pt x="24760" y="67205"/>
                </a:cubicBezTo>
                <a:cubicBezTo>
                  <a:pt x="20721" y="72882"/>
                  <a:pt x="18702" y="82451"/>
                  <a:pt x="18702" y="95912"/>
                </a:cubicBezTo>
                <a:cubicBezTo>
                  <a:pt x="18702" y="110523"/>
                  <a:pt x="20769" y="120812"/>
                  <a:pt x="24904" y="126778"/>
                </a:cubicBezTo>
                <a:cubicBezTo>
                  <a:pt x="29038" y="132742"/>
                  <a:pt x="34350" y="135724"/>
                  <a:pt x="40838" y="135724"/>
                </a:cubicBezTo>
                <a:cubicBezTo>
                  <a:pt x="47772" y="135724"/>
                  <a:pt x="53703" y="132390"/>
                  <a:pt x="58633" y="125724"/>
                </a:cubicBezTo>
                <a:cubicBezTo>
                  <a:pt x="63563" y="119057"/>
                  <a:pt x="66028" y="109312"/>
                  <a:pt x="66028" y="96488"/>
                </a:cubicBezTo>
                <a:cubicBezTo>
                  <a:pt x="66028" y="84365"/>
                  <a:pt x="63388" y="74827"/>
                  <a:pt x="58108" y="67874"/>
                </a:cubicBezTo>
                <a:cubicBezTo>
                  <a:pt x="53528" y="61749"/>
                  <a:pt x="47867" y="58686"/>
                  <a:pt x="41124" y="58686"/>
                </a:cubicBezTo>
                <a:close/>
                <a:moveTo>
                  <a:pt x="192225" y="98639"/>
                </a:moveTo>
                <a:lnTo>
                  <a:pt x="128201" y="98639"/>
                </a:lnTo>
                <a:cubicBezTo>
                  <a:pt x="128519" y="112309"/>
                  <a:pt x="131063" y="121954"/>
                  <a:pt x="135834" y="127575"/>
                </a:cubicBezTo>
                <a:cubicBezTo>
                  <a:pt x="141304" y="133900"/>
                  <a:pt x="148270" y="137062"/>
                  <a:pt x="156730" y="137062"/>
                </a:cubicBezTo>
                <a:cubicBezTo>
                  <a:pt x="169198" y="137062"/>
                  <a:pt x="179216" y="129989"/>
                  <a:pt x="186786" y="115843"/>
                </a:cubicBezTo>
                <a:lnTo>
                  <a:pt x="192988" y="118507"/>
                </a:lnTo>
                <a:cubicBezTo>
                  <a:pt x="183701" y="136612"/>
                  <a:pt x="170279" y="145664"/>
                  <a:pt x="152722" y="145664"/>
                </a:cubicBezTo>
                <a:cubicBezTo>
                  <a:pt x="140764" y="145664"/>
                  <a:pt x="130697" y="141327"/>
                  <a:pt x="122523" y="132653"/>
                </a:cubicBezTo>
                <a:cubicBezTo>
                  <a:pt x="114349" y="123977"/>
                  <a:pt x="110262" y="112878"/>
                  <a:pt x="110262" y="99355"/>
                </a:cubicBezTo>
                <a:cubicBezTo>
                  <a:pt x="110262" y="84813"/>
                  <a:pt x="114286" y="73062"/>
                  <a:pt x="122332" y="64101"/>
                </a:cubicBezTo>
                <a:cubicBezTo>
                  <a:pt x="130379" y="55139"/>
                  <a:pt x="140287" y="50657"/>
                  <a:pt x="152055" y="50657"/>
                </a:cubicBezTo>
                <a:cubicBezTo>
                  <a:pt x="160706" y="50657"/>
                  <a:pt x="168180" y="52884"/>
                  <a:pt x="174477" y="57336"/>
                </a:cubicBezTo>
                <a:cubicBezTo>
                  <a:pt x="180775" y="61787"/>
                  <a:pt x="185514" y="68177"/>
                  <a:pt x="188694" y="76509"/>
                </a:cubicBezTo>
                <a:cubicBezTo>
                  <a:pt x="190921" y="82359"/>
                  <a:pt x="192097" y="89736"/>
                  <a:pt x="192225" y="98639"/>
                </a:cubicBezTo>
                <a:moveTo>
                  <a:pt x="128201" y="91757"/>
                </a:moveTo>
                <a:lnTo>
                  <a:pt x="166939" y="91757"/>
                </a:lnTo>
                <a:cubicBezTo>
                  <a:pt x="169229" y="91757"/>
                  <a:pt x="171011" y="90980"/>
                  <a:pt x="172283" y="89427"/>
                </a:cubicBezTo>
                <a:cubicBezTo>
                  <a:pt x="173555" y="87874"/>
                  <a:pt x="174191" y="85229"/>
                  <a:pt x="174191" y="81491"/>
                </a:cubicBezTo>
                <a:cubicBezTo>
                  <a:pt x="174191" y="74520"/>
                  <a:pt x="172012" y="68594"/>
                  <a:pt x="167655" y="63713"/>
                </a:cubicBezTo>
                <a:cubicBezTo>
                  <a:pt x="163298" y="58832"/>
                  <a:pt x="158161" y="56392"/>
                  <a:pt x="152245" y="56392"/>
                </a:cubicBezTo>
                <a:cubicBezTo>
                  <a:pt x="145630" y="56392"/>
                  <a:pt x="140016" y="59339"/>
                  <a:pt x="135404" y="65233"/>
                </a:cubicBezTo>
                <a:cubicBezTo>
                  <a:pt x="130793" y="71127"/>
                  <a:pt x="128391" y="79969"/>
                  <a:pt x="128201" y="91757"/>
                </a:cubicBezTo>
                <a:close/>
                <a:moveTo>
                  <a:pt x="229532" y="16822"/>
                </a:moveTo>
                <a:lnTo>
                  <a:pt x="236021" y="16822"/>
                </a:lnTo>
                <a:lnTo>
                  <a:pt x="236021" y="53334"/>
                </a:lnTo>
                <a:lnTo>
                  <a:pt x="264932" y="53334"/>
                </a:lnTo>
                <a:lnTo>
                  <a:pt x="264932" y="62127"/>
                </a:lnTo>
                <a:lnTo>
                  <a:pt x="236021" y="62127"/>
                </a:lnTo>
                <a:lnTo>
                  <a:pt x="236021" y="119571"/>
                </a:lnTo>
                <a:cubicBezTo>
                  <a:pt x="236021" y="124541"/>
                  <a:pt x="237197" y="128348"/>
                  <a:pt x="239551" y="130992"/>
                </a:cubicBezTo>
                <a:cubicBezTo>
                  <a:pt x="241905" y="133637"/>
                  <a:pt x="244894" y="134959"/>
                  <a:pt x="248520" y="134959"/>
                </a:cubicBezTo>
                <a:cubicBezTo>
                  <a:pt x="252846" y="134959"/>
                  <a:pt x="256535" y="132960"/>
                  <a:pt x="259588" y="128961"/>
                </a:cubicBezTo>
                <a:cubicBezTo>
                  <a:pt x="262642" y="124961"/>
                  <a:pt x="264423" y="118358"/>
                  <a:pt x="264932" y="109152"/>
                </a:cubicBezTo>
                <a:lnTo>
                  <a:pt x="271324" y="109152"/>
                </a:lnTo>
                <a:cubicBezTo>
                  <a:pt x="270943" y="121068"/>
                  <a:pt x="268239" y="129909"/>
                  <a:pt x="263214" y="135676"/>
                </a:cubicBezTo>
                <a:cubicBezTo>
                  <a:pt x="258189" y="141443"/>
                  <a:pt x="251669" y="144326"/>
                  <a:pt x="243654" y="144326"/>
                </a:cubicBezTo>
                <a:cubicBezTo>
                  <a:pt x="236275" y="144326"/>
                  <a:pt x="230502" y="142301"/>
                  <a:pt x="226336" y="138251"/>
                </a:cubicBezTo>
                <a:cubicBezTo>
                  <a:pt x="222169" y="134198"/>
                  <a:pt x="220086" y="128887"/>
                  <a:pt x="220086" y="122316"/>
                </a:cubicBezTo>
                <a:lnTo>
                  <a:pt x="220086" y="62127"/>
                </a:lnTo>
                <a:lnTo>
                  <a:pt x="204533" y="62127"/>
                </a:lnTo>
                <a:lnTo>
                  <a:pt x="204533" y="55436"/>
                </a:lnTo>
                <a:cubicBezTo>
                  <a:pt x="211594" y="54226"/>
                  <a:pt x="216969" y="51263"/>
                  <a:pt x="220659" y="46547"/>
                </a:cubicBezTo>
                <a:cubicBezTo>
                  <a:pt x="226129" y="39475"/>
                  <a:pt x="229087" y="29566"/>
                  <a:pt x="229532" y="16822"/>
                </a:cubicBezTo>
                <a:close/>
                <a:moveTo>
                  <a:pt x="366141" y="98639"/>
                </a:moveTo>
                <a:lnTo>
                  <a:pt x="302117" y="98639"/>
                </a:lnTo>
                <a:cubicBezTo>
                  <a:pt x="302435" y="112309"/>
                  <a:pt x="304979" y="121954"/>
                  <a:pt x="309750" y="127575"/>
                </a:cubicBezTo>
                <a:cubicBezTo>
                  <a:pt x="315221" y="133900"/>
                  <a:pt x="322186" y="137062"/>
                  <a:pt x="330646" y="137062"/>
                </a:cubicBezTo>
                <a:cubicBezTo>
                  <a:pt x="343114" y="137062"/>
                  <a:pt x="353133" y="129989"/>
                  <a:pt x="360702" y="115843"/>
                </a:cubicBezTo>
                <a:lnTo>
                  <a:pt x="366904" y="118507"/>
                </a:lnTo>
                <a:cubicBezTo>
                  <a:pt x="357617" y="136612"/>
                  <a:pt x="344195" y="145664"/>
                  <a:pt x="326639" y="145664"/>
                </a:cubicBezTo>
                <a:cubicBezTo>
                  <a:pt x="314680" y="145664"/>
                  <a:pt x="304614" y="141327"/>
                  <a:pt x="296440" y="132653"/>
                </a:cubicBezTo>
                <a:cubicBezTo>
                  <a:pt x="288266" y="123977"/>
                  <a:pt x="284179" y="112878"/>
                  <a:pt x="284179" y="99355"/>
                </a:cubicBezTo>
                <a:cubicBezTo>
                  <a:pt x="284179" y="84813"/>
                  <a:pt x="288202" y="73062"/>
                  <a:pt x="296249" y="64101"/>
                </a:cubicBezTo>
                <a:cubicBezTo>
                  <a:pt x="304296" y="55139"/>
                  <a:pt x="314203" y="50657"/>
                  <a:pt x="325971" y="50657"/>
                </a:cubicBezTo>
                <a:cubicBezTo>
                  <a:pt x="334622" y="50657"/>
                  <a:pt x="342096" y="52884"/>
                  <a:pt x="348394" y="57336"/>
                </a:cubicBezTo>
                <a:cubicBezTo>
                  <a:pt x="354691" y="61787"/>
                  <a:pt x="359430" y="68177"/>
                  <a:pt x="362611" y="76509"/>
                </a:cubicBezTo>
                <a:cubicBezTo>
                  <a:pt x="364837" y="82359"/>
                  <a:pt x="366014" y="89736"/>
                  <a:pt x="366141" y="98639"/>
                </a:cubicBezTo>
                <a:moveTo>
                  <a:pt x="302117" y="91757"/>
                </a:moveTo>
                <a:lnTo>
                  <a:pt x="340856" y="91757"/>
                </a:lnTo>
                <a:cubicBezTo>
                  <a:pt x="343146" y="91757"/>
                  <a:pt x="344927" y="90980"/>
                  <a:pt x="346199" y="89427"/>
                </a:cubicBezTo>
                <a:cubicBezTo>
                  <a:pt x="347471" y="87874"/>
                  <a:pt x="348107" y="85229"/>
                  <a:pt x="348107" y="81491"/>
                </a:cubicBezTo>
                <a:cubicBezTo>
                  <a:pt x="348107" y="74520"/>
                  <a:pt x="345929" y="68594"/>
                  <a:pt x="341571" y="63713"/>
                </a:cubicBezTo>
                <a:cubicBezTo>
                  <a:pt x="337214" y="58832"/>
                  <a:pt x="332077" y="56392"/>
                  <a:pt x="326162" y="56392"/>
                </a:cubicBezTo>
                <a:cubicBezTo>
                  <a:pt x="319546" y="56392"/>
                  <a:pt x="313933" y="59339"/>
                  <a:pt x="309321" y="65233"/>
                </a:cubicBezTo>
                <a:cubicBezTo>
                  <a:pt x="304709" y="71127"/>
                  <a:pt x="302308" y="79969"/>
                  <a:pt x="302117" y="91757"/>
                </a:cubicBezTo>
                <a:close/>
                <a:moveTo>
                  <a:pt x="448294" y="116416"/>
                </a:moveTo>
                <a:lnTo>
                  <a:pt x="454496" y="118233"/>
                </a:lnTo>
                <a:cubicBezTo>
                  <a:pt x="449535" y="136520"/>
                  <a:pt x="438594" y="145664"/>
                  <a:pt x="421673" y="145664"/>
                </a:cubicBezTo>
                <a:cubicBezTo>
                  <a:pt x="409269" y="145664"/>
                  <a:pt x="399123" y="141550"/>
                  <a:pt x="391236" y="133322"/>
                </a:cubicBezTo>
                <a:cubicBezTo>
                  <a:pt x="383348" y="125094"/>
                  <a:pt x="379404" y="114155"/>
                  <a:pt x="379404" y="100505"/>
                </a:cubicBezTo>
                <a:cubicBezTo>
                  <a:pt x="379404" y="84687"/>
                  <a:pt x="383730" y="72425"/>
                  <a:pt x="392381" y="63719"/>
                </a:cubicBezTo>
                <a:cubicBezTo>
                  <a:pt x="401032" y="55011"/>
                  <a:pt x="411209" y="50657"/>
                  <a:pt x="422914" y="50657"/>
                </a:cubicBezTo>
                <a:cubicBezTo>
                  <a:pt x="431692" y="50657"/>
                  <a:pt x="438944" y="53079"/>
                  <a:pt x="444669" y="57922"/>
                </a:cubicBezTo>
                <a:cubicBezTo>
                  <a:pt x="450393" y="62764"/>
                  <a:pt x="453256" y="68149"/>
                  <a:pt x="453256" y="74075"/>
                </a:cubicBezTo>
                <a:cubicBezTo>
                  <a:pt x="453256" y="77643"/>
                  <a:pt x="452190" y="80590"/>
                  <a:pt x="450060" y="82916"/>
                </a:cubicBezTo>
                <a:cubicBezTo>
                  <a:pt x="447929" y="85241"/>
                  <a:pt x="445400" y="86404"/>
                  <a:pt x="442474" y="86404"/>
                </a:cubicBezTo>
                <a:cubicBezTo>
                  <a:pt x="439611" y="86404"/>
                  <a:pt x="437194" y="85424"/>
                  <a:pt x="435222" y="83462"/>
                </a:cubicBezTo>
                <a:cubicBezTo>
                  <a:pt x="433250" y="81499"/>
                  <a:pt x="432264" y="79124"/>
                  <a:pt x="432264" y="76339"/>
                </a:cubicBezTo>
                <a:cubicBezTo>
                  <a:pt x="432264" y="73555"/>
                  <a:pt x="433346" y="70896"/>
                  <a:pt x="435509" y="68364"/>
                </a:cubicBezTo>
                <a:cubicBezTo>
                  <a:pt x="436526" y="67161"/>
                  <a:pt x="437035" y="66211"/>
                  <a:pt x="437035" y="65514"/>
                </a:cubicBezTo>
                <a:cubicBezTo>
                  <a:pt x="437035" y="63678"/>
                  <a:pt x="435795" y="61890"/>
                  <a:pt x="433314" y="60150"/>
                </a:cubicBezTo>
                <a:cubicBezTo>
                  <a:pt x="430833" y="58409"/>
                  <a:pt x="427462" y="57539"/>
                  <a:pt x="423200" y="57539"/>
                </a:cubicBezTo>
                <a:cubicBezTo>
                  <a:pt x="415439" y="57539"/>
                  <a:pt x="409555" y="60372"/>
                  <a:pt x="405548" y="66037"/>
                </a:cubicBezTo>
                <a:cubicBezTo>
                  <a:pt x="399823" y="74247"/>
                  <a:pt x="396961" y="85066"/>
                  <a:pt x="396961" y="98495"/>
                </a:cubicBezTo>
                <a:cubicBezTo>
                  <a:pt x="396961" y="111287"/>
                  <a:pt x="399505" y="120976"/>
                  <a:pt x="404594" y="127564"/>
                </a:cubicBezTo>
                <a:cubicBezTo>
                  <a:pt x="409683" y="134151"/>
                  <a:pt x="416171" y="137444"/>
                  <a:pt x="424059" y="137444"/>
                </a:cubicBezTo>
                <a:cubicBezTo>
                  <a:pt x="434936" y="137444"/>
                  <a:pt x="443015" y="130435"/>
                  <a:pt x="448294" y="116416"/>
                </a:cubicBezTo>
                <a:close/>
                <a:moveTo>
                  <a:pt x="490407" y="16822"/>
                </a:moveTo>
                <a:lnTo>
                  <a:pt x="496895" y="16822"/>
                </a:lnTo>
                <a:lnTo>
                  <a:pt x="496895" y="53334"/>
                </a:lnTo>
                <a:lnTo>
                  <a:pt x="525806" y="53334"/>
                </a:lnTo>
                <a:lnTo>
                  <a:pt x="525806" y="62127"/>
                </a:lnTo>
                <a:lnTo>
                  <a:pt x="496895" y="62127"/>
                </a:lnTo>
                <a:lnTo>
                  <a:pt x="496895" y="119571"/>
                </a:lnTo>
                <a:cubicBezTo>
                  <a:pt x="496895" y="124541"/>
                  <a:pt x="498072" y="128348"/>
                  <a:pt x="500426" y="130992"/>
                </a:cubicBezTo>
                <a:cubicBezTo>
                  <a:pt x="502779" y="133637"/>
                  <a:pt x="505769" y="134959"/>
                  <a:pt x="509395" y="134959"/>
                </a:cubicBezTo>
                <a:cubicBezTo>
                  <a:pt x="513720" y="134959"/>
                  <a:pt x="517410" y="132960"/>
                  <a:pt x="520463" y="128961"/>
                </a:cubicBezTo>
                <a:cubicBezTo>
                  <a:pt x="523516" y="124961"/>
                  <a:pt x="525298" y="118358"/>
                  <a:pt x="525806" y="109152"/>
                </a:cubicBezTo>
                <a:lnTo>
                  <a:pt x="532199" y="109152"/>
                </a:lnTo>
                <a:cubicBezTo>
                  <a:pt x="531818" y="121068"/>
                  <a:pt x="529114" y="129909"/>
                  <a:pt x="524089" y="135676"/>
                </a:cubicBezTo>
                <a:cubicBezTo>
                  <a:pt x="519064" y="141443"/>
                  <a:pt x="512544" y="144326"/>
                  <a:pt x="504529" y="144326"/>
                </a:cubicBezTo>
                <a:cubicBezTo>
                  <a:pt x="497150" y="144326"/>
                  <a:pt x="491377" y="142301"/>
                  <a:pt x="487211" y="138251"/>
                </a:cubicBezTo>
                <a:cubicBezTo>
                  <a:pt x="483044" y="134198"/>
                  <a:pt x="480961" y="128887"/>
                  <a:pt x="480961" y="122316"/>
                </a:cubicBezTo>
                <a:lnTo>
                  <a:pt x="480961" y="62127"/>
                </a:lnTo>
                <a:lnTo>
                  <a:pt x="465408" y="62127"/>
                </a:lnTo>
                <a:lnTo>
                  <a:pt x="465408" y="55436"/>
                </a:lnTo>
                <a:cubicBezTo>
                  <a:pt x="472469" y="54226"/>
                  <a:pt x="477844" y="51263"/>
                  <a:pt x="481533" y="46547"/>
                </a:cubicBezTo>
                <a:cubicBezTo>
                  <a:pt x="487004" y="39475"/>
                  <a:pt x="489962" y="29566"/>
                  <a:pt x="490407" y="16822"/>
                </a:cubicBezTo>
                <a:close/>
                <a:moveTo>
                  <a:pt x="585319" y="50657"/>
                </a:moveTo>
                <a:cubicBezTo>
                  <a:pt x="597342" y="50657"/>
                  <a:pt x="607440" y="55011"/>
                  <a:pt x="615614" y="63719"/>
                </a:cubicBezTo>
                <a:cubicBezTo>
                  <a:pt x="623788" y="72425"/>
                  <a:pt x="627875" y="83889"/>
                  <a:pt x="627875" y="98113"/>
                </a:cubicBezTo>
                <a:cubicBezTo>
                  <a:pt x="627875" y="107936"/>
                  <a:pt x="626046" y="116308"/>
                  <a:pt x="622388" y="123230"/>
                </a:cubicBezTo>
                <a:cubicBezTo>
                  <a:pt x="618731" y="130149"/>
                  <a:pt x="613515" y="135618"/>
                  <a:pt x="606740" y="139636"/>
                </a:cubicBezTo>
                <a:cubicBezTo>
                  <a:pt x="599965" y="143655"/>
                  <a:pt x="592666" y="145664"/>
                  <a:pt x="584842" y="145664"/>
                </a:cubicBezTo>
                <a:cubicBezTo>
                  <a:pt x="573265" y="145664"/>
                  <a:pt x="563453" y="141263"/>
                  <a:pt x="555406" y="132462"/>
                </a:cubicBezTo>
                <a:cubicBezTo>
                  <a:pt x="547359" y="123659"/>
                  <a:pt x="543336" y="112241"/>
                  <a:pt x="543336" y="98208"/>
                </a:cubicBezTo>
                <a:cubicBezTo>
                  <a:pt x="543336" y="84112"/>
                  <a:pt x="547375" y="72664"/>
                  <a:pt x="555454" y="63862"/>
                </a:cubicBezTo>
                <a:cubicBezTo>
                  <a:pt x="563532" y="55059"/>
                  <a:pt x="573488" y="50657"/>
                  <a:pt x="585319" y="50657"/>
                </a:cubicBezTo>
                <a:moveTo>
                  <a:pt x="585319" y="57539"/>
                </a:moveTo>
                <a:cubicBezTo>
                  <a:pt x="578195" y="57539"/>
                  <a:pt x="572343" y="60769"/>
                  <a:pt x="567763" y="67229"/>
                </a:cubicBezTo>
                <a:cubicBezTo>
                  <a:pt x="563183" y="73688"/>
                  <a:pt x="560893" y="83887"/>
                  <a:pt x="560893" y="97826"/>
                </a:cubicBezTo>
                <a:cubicBezTo>
                  <a:pt x="560893" y="112020"/>
                  <a:pt x="563167" y="122394"/>
                  <a:pt x="567715" y="128949"/>
                </a:cubicBezTo>
                <a:cubicBezTo>
                  <a:pt x="572263" y="135505"/>
                  <a:pt x="578131" y="138782"/>
                  <a:pt x="585319" y="138782"/>
                </a:cubicBezTo>
                <a:cubicBezTo>
                  <a:pt x="592762" y="138782"/>
                  <a:pt x="598789" y="135505"/>
                  <a:pt x="603400" y="128949"/>
                </a:cubicBezTo>
                <a:cubicBezTo>
                  <a:pt x="608012" y="122394"/>
                  <a:pt x="610318" y="111670"/>
                  <a:pt x="610318" y="96778"/>
                </a:cubicBezTo>
                <a:cubicBezTo>
                  <a:pt x="610318" y="82966"/>
                  <a:pt x="608044" y="72974"/>
                  <a:pt x="603496" y="66801"/>
                </a:cubicBezTo>
                <a:cubicBezTo>
                  <a:pt x="598948" y="60627"/>
                  <a:pt x="592889" y="57539"/>
                  <a:pt x="585319" y="57539"/>
                </a:cubicBezTo>
                <a:close/>
                <a:moveTo>
                  <a:pt x="639400" y="53525"/>
                </a:moveTo>
                <a:lnTo>
                  <a:pt x="671555" y="51804"/>
                </a:lnTo>
                <a:lnTo>
                  <a:pt x="671555" y="88017"/>
                </a:lnTo>
                <a:cubicBezTo>
                  <a:pt x="674990" y="76106"/>
                  <a:pt x="679125" y="67092"/>
                  <a:pt x="683959" y="60977"/>
                </a:cubicBezTo>
                <a:cubicBezTo>
                  <a:pt x="688794" y="54862"/>
                  <a:pt x="694773" y="51804"/>
                  <a:pt x="701898" y="51804"/>
                </a:cubicBezTo>
                <a:cubicBezTo>
                  <a:pt x="706732" y="51804"/>
                  <a:pt x="710596" y="53286"/>
                  <a:pt x="713491" y="56249"/>
                </a:cubicBezTo>
                <a:cubicBezTo>
                  <a:pt x="716385" y="59212"/>
                  <a:pt x="717832" y="63178"/>
                  <a:pt x="717832" y="68149"/>
                </a:cubicBezTo>
                <a:cubicBezTo>
                  <a:pt x="717832" y="72163"/>
                  <a:pt x="716862" y="75285"/>
                  <a:pt x="714922" y="77515"/>
                </a:cubicBezTo>
                <a:cubicBezTo>
                  <a:pt x="712982" y="79746"/>
                  <a:pt x="710549" y="80861"/>
                  <a:pt x="707623" y="80861"/>
                </a:cubicBezTo>
                <a:cubicBezTo>
                  <a:pt x="704760" y="80861"/>
                  <a:pt x="702454" y="79910"/>
                  <a:pt x="700705" y="78008"/>
                </a:cubicBezTo>
                <a:cubicBezTo>
                  <a:pt x="698956" y="76107"/>
                  <a:pt x="698081" y="73539"/>
                  <a:pt x="698081" y="70305"/>
                </a:cubicBezTo>
                <a:cubicBezTo>
                  <a:pt x="698081" y="68212"/>
                  <a:pt x="698590" y="66247"/>
                  <a:pt x="699608" y="64409"/>
                </a:cubicBezTo>
                <a:cubicBezTo>
                  <a:pt x="700562" y="62760"/>
                  <a:pt x="701039" y="61777"/>
                  <a:pt x="701039" y="61458"/>
                </a:cubicBezTo>
                <a:cubicBezTo>
                  <a:pt x="701039" y="60502"/>
                  <a:pt x="700435" y="60024"/>
                  <a:pt x="699226" y="60024"/>
                </a:cubicBezTo>
                <a:cubicBezTo>
                  <a:pt x="696618" y="60024"/>
                  <a:pt x="693660" y="61552"/>
                  <a:pt x="690352" y="64606"/>
                </a:cubicBezTo>
                <a:cubicBezTo>
                  <a:pt x="685772" y="68863"/>
                  <a:pt x="682242" y="74710"/>
                  <a:pt x="679761" y="82145"/>
                </a:cubicBezTo>
                <a:cubicBezTo>
                  <a:pt x="675945" y="93712"/>
                  <a:pt x="674036" y="102960"/>
                  <a:pt x="674036" y="109887"/>
                </a:cubicBezTo>
                <a:lnTo>
                  <a:pt x="674036" y="129051"/>
                </a:lnTo>
                <a:cubicBezTo>
                  <a:pt x="674036" y="131211"/>
                  <a:pt x="674800" y="132864"/>
                  <a:pt x="676326" y="134009"/>
                </a:cubicBezTo>
                <a:cubicBezTo>
                  <a:pt x="677853" y="135152"/>
                  <a:pt x="680461" y="135724"/>
                  <a:pt x="684150" y="135724"/>
                </a:cubicBezTo>
                <a:lnTo>
                  <a:pt x="695505" y="135724"/>
                </a:lnTo>
                <a:lnTo>
                  <a:pt x="695505" y="142988"/>
                </a:lnTo>
                <a:lnTo>
                  <a:pt x="639973" y="142988"/>
                </a:lnTo>
                <a:lnTo>
                  <a:pt x="639973" y="135724"/>
                </a:lnTo>
                <a:lnTo>
                  <a:pt x="648846" y="135724"/>
                </a:lnTo>
                <a:cubicBezTo>
                  <a:pt x="651836" y="135724"/>
                  <a:pt x="654094" y="135136"/>
                  <a:pt x="655621" y="133961"/>
                </a:cubicBezTo>
                <a:cubicBezTo>
                  <a:pt x="657148" y="132787"/>
                  <a:pt x="657911" y="131375"/>
                  <a:pt x="657911" y="129726"/>
                </a:cubicBezTo>
                <a:lnTo>
                  <a:pt x="657911" y="72880"/>
                </a:lnTo>
                <a:cubicBezTo>
                  <a:pt x="657911" y="68563"/>
                  <a:pt x="656989" y="65405"/>
                  <a:pt x="655144" y="63405"/>
                </a:cubicBezTo>
                <a:cubicBezTo>
                  <a:pt x="653299" y="61406"/>
                  <a:pt x="650659" y="60407"/>
                  <a:pt x="647224" y="60407"/>
                </a:cubicBezTo>
                <a:lnTo>
                  <a:pt x="639400" y="60407"/>
                </a:lnTo>
                <a:lnTo>
                  <a:pt x="639400" y="53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human">
            <a:extLst xmlns:a="http://schemas.openxmlformats.org/drawingml/2006/main">
              <a:ext uri="{FF2B5EF4-FFF2-40B4-BE49-F238E27FC236}">
                <a16:creationId xmlns:a16="http://schemas.microsoft.com/office/drawing/2014/main" id="{4752ACCA-A936-4245-9B60-33F1543D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203" y="2010190"/>
            <a:ext cx="632028" cy="145664"/>
          </a:xfrm>
          <a:custGeom xmlns:a="http://schemas.openxmlformats.org/drawingml/2006/main">
            <a:pathLst>
              <a:path w="632028" h="145664">
                <a:moveTo>
                  <a:pt x="0" y="1720"/>
                </a:moveTo>
                <a:lnTo>
                  <a:pt x="33873" y="0"/>
                </a:lnTo>
                <a:lnTo>
                  <a:pt x="33873" y="68913"/>
                </a:lnTo>
                <a:cubicBezTo>
                  <a:pt x="38580" y="62796"/>
                  <a:pt x="43637" y="58224"/>
                  <a:pt x="49044" y="55197"/>
                </a:cubicBezTo>
                <a:cubicBezTo>
                  <a:pt x="54451" y="52171"/>
                  <a:pt x="60176" y="50657"/>
                  <a:pt x="66219" y="50657"/>
                </a:cubicBezTo>
                <a:cubicBezTo>
                  <a:pt x="71944" y="50657"/>
                  <a:pt x="77096" y="52027"/>
                  <a:pt x="81676" y="54767"/>
                </a:cubicBezTo>
                <a:cubicBezTo>
                  <a:pt x="85238" y="56934"/>
                  <a:pt x="88276" y="60725"/>
                  <a:pt x="90788" y="66141"/>
                </a:cubicBezTo>
                <a:cubicBezTo>
                  <a:pt x="93301" y="71558"/>
                  <a:pt x="94557" y="77961"/>
                  <a:pt x="94557" y="85353"/>
                </a:cubicBezTo>
                <a:lnTo>
                  <a:pt x="94557" y="127886"/>
                </a:lnTo>
                <a:cubicBezTo>
                  <a:pt x="94557" y="130626"/>
                  <a:pt x="95257" y="132617"/>
                  <a:pt x="96656" y="133860"/>
                </a:cubicBezTo>
                <a:cubicBezTo>
                  <a:pt x="98056" y="135102"/>
                  <a:pt x="100250" y="135724"/>
                  <a:pt x="103240" y="135724"/>
                </a:cubicBezTo>
                <a:lnTo>
                  <a:pt x="110873" y="135724"/>
                </a:lnTo>
                <a:lnTo>
                  <a:pt x="110873" y="142988"/>
                </a:lnTo>
                <a:lnTo>
                  <a:pt x="62593" y="142988"/>
                </a:lnTo>
                <a:lnTo>
                  <a:pt x="62593" y="135724"/>
                </a:lnTo>
                <a:lnTo>
                  <a:pt x="67936" y="135724"/>
                </a:lnTo>
                <a:cubicBezTo>
                  <a:pt x="72007" y="135724"/>
                  <a:pt x="74822" y="135072"/>
                  <a:pt x="76380" y="133767"/>
                </a:cubicBezTo>
                <a:cubicBezTo>
                  <a:pt x="77939" y="132463"/>
                  <a:pt x="78718" y="130506"/>
                  <a:pt x="78718" y="127895"/>
                </a:cubicBezTo>
                <a:lnTo>
                  <a:pt x="78718" y="85419"/>
                </a:lnTo>
                <a:cubicBezTo>
                  <a:pt x="78718" y="77973"/>
                  <a:pt x="76921" y="72167"/>
                  <a:pt x="73327" y="67999"/>
                </a:cubicBezTo>
                <a:cubicBezTo>
                  <a:pt x="69733" y="63830"/>
                  <a:pt x="65137" y="61745"/>
                  <a:pt x="59540" y="61745"/>
                </a:cubicBezTo>
                <a:cubicBezTo>
                  <a:pt x="55150" y="61745"/>
                  <a:pt x="51079" y="62923"/>
                  <a:pt x="47326" y="65278"/>
                </a:cubicBezTo>
                <a:cubicBezTo>
                  <a:pt x="43573" y="67632"/>
                  <a:pt x="40393" y="71211"/>
                  <a:pt x="37785" y="76016"/>
                </a:cubicBezTo>
                <a:cubicBezTo>
                  <a:pt x="35177" y="80821"/>
                  <a:pt x="33873" y="85896"/>
                  <a:pt x="33873" y="91240"/>
                </a:cubicBezTo>
                <a:lnTo>
                  <a:pt x="33873" y="126942"/>
                </a:lnTo>
                <a:cubicBezTo>
                  <a:pt x="33873" y="130124"/>
                  <a:pt x="34541" y="132383"/>
                  <a:pt x="35876" y="133719"/>
                </a:cubicBezTo>
                <a:cubicBezTo>
                  <a:pt x="37212" y="135056"/>
                  <a:pt x="39407" y="135724"/>
                  <a:pt x="42460" y="135724"/>
                </a:cubicBezTo>
                <a:lnTo>
                  <a:pt x="50093" y="135724"/>
                </a:lnTo>
                <a:lnTo>
                  <a:pt x="50093" y="142988"/>
                </a:lnTo>
                <a:lnTo>
                  <a:pt x="2862" y="142988"/>
                </a:lnTo>
                <a:lnTo>
                  <a:pt x="2862" y="135724"/>
                </a:lnTo>
                <a:lnTo>
                  <a:pt x="8206" y="135724"/>
                </a:lnTo>
                <a:cubicBezTo>
                  <a:pt x="11832" y="135724"/>
                  <a:pt x="14408" y="135009"/>
                  <a:pt x="15934" y="133579"/>
                </a:cubicBezTo>
                <a:cubicBezTo>
                  <a:pt x="17461" y="132147"/>
                  <a:pt x="18224" y="129938"/>
                  <a:pt x="18224" y="126951"/>
                </a:cubicBezTo>
                <a:lnTo>
                  <a:pt x="18224" y="20332"/>
                </a:lnTo>
                <a:cubicBezTo>
                  <a:pt x="18224" y="16518"/>
                  <a:pt x="17223" y="13674"/>
                  <a:pt x="15219" y="11798"/>
                </a:cubicBezTo>
                <a:cubicBezTo>
                  <a:pt x="13215" y="9922"/>
                  <a:pt x="10305" y="8985"/>
                  <a:pt x="6488" y="8985"/>
                </a:cubicBezTo>
                <a:lnTo>
                  <a:pt x="0" y="8985"/>
                </a:lnTo>
                <a:lnTo>
                  <a:pt x="0" y="1720"/>
                </a:lnTo>
                <a:close/>
                <a:moveTo>
                  <a:pt x="152120" y="51804"/>
                </a:moveTo>
                <a:lnTo>
                  <a:pt x="152120" y="111091"/>
                </a:lnTo>
                <a:cubicBezTo>
                  <a:pt x="152120" y="118347"/>
                  <a:pt x="153948" y="123948"/>
                  <a:pt x="157606" y="127895"/>
                </a:cubicBezTo>
                <a:cubicBezTo>
                  <a:pt x="161264" y="131840"/>
                  <a:pt x="165987" y="133812"/>
                  <a:pt x="171775" y="133812"/>
                </a:cubicBezTo>
                <a:cubicBezTo>
                  <a:pt x="178900" y="133812"/>
                  <a:pt x="184959" y="130937"/>
                  <a:pt x="189952" y="125186"/>
                </a:cubicBezTo>
                <a:cubicBezTo>
                  <a:pt x="194946" y="119433"/>
                  <a:pt x="197442" y="112235"/>
                  <a:pt x="197442" y="103591"/>
                </a:cubicBezTo>
                <a:lnTo>
                  <a:pt x="197442" y="70129"/>
                </a:lnTo>
                <a:cubicBezTo>
                  <a:pt x="197442" y="67078"/>
                  <a:pt x="196345" y="64712"/>
                  <a:pt x="194150" y="63029"/>
                </a:cubicBezTo>
                <a:cubicBezTo>
                  <a:pt x="191956" y="61344"/>
                  <a:pt x="187742" y="60407"/>
                  <a:pt x="181508" y="60215"/>
                </a:cubicBezTo>
                <a:lnTo>
                  <a:pt x="181508" y="53525"/>
                </a:lnTo>
                <a:lnTo>
                  <a:pt x="212900" y="51804"/>
                </a:lnTo>
                <a:lnTo>
                  <a:pt x="212900" y="125222"/>
                </a:lnTo>
                <a:cubicBezTo>
                  <a:pt x="212900" y="128595"/>
                  <a:pt x="213854" y="131189"/>
                  <a:pt x="215762" y="133003"/>
                </a:cubicBezTo>
                <a:cubicBezTo>
                  <a:pt x="217670" y="134817"/>
                  <a:pt x="220342" y="135724"/>
                  <a:pt x="223777" y="135724"/>
                </a:cubicBezTo>
                <a:lnTo>
                  <a:pt x="229407" y="135724"/>
                </a:lnTo>
                <a:lnTo>
                  <a:pt x="229407" y="142223"/>
                </a:lnTo>
                <a:lnTo>
                  <a:pt x="199351" y="142988"/>
                </a:lnTo>
                <a:lnTo>
                  <a:pt x="197442" y="125231"/>
                </a:lnTo>
                <a:cubicBezTo>
                  <a:pt x="192099" y="131563"/>
                  <a:pt x="186724" y="136329"/>
                  <a:pt x="181317" y="139529"/>
                </a:cubicBezTo>
                <a:cubicBezTo>
                  <a:pt x="175910" y="142727"/>
                  <a:pt x="170440" y="144326"/>
                  <a:pt x="164905" y="144326"/>
                </a:cubicBezTo>
                <a:cubicBezTo>
                  <a:pt x="156827" y="144326"/>
                  <a:pt x="150052" y="141621"/>
                  <a:pt x="144582" y="136211"/>
                </a:cubicBezTo>
                <a:cubicBezTo>
                  <a:pt x="139048" y="130864"/>
                  <a:pt x="136281" y="121794"/>
                  <a:pt x="136281" y="109000"/>
                </a:cubicBezTo>
                <a:lnTo>
                  <a:pt x="136281" y="70144"/>
                </a:lnTo>
                <a:cubicBezTo>
                  <a:pt x="136281" y="66707"/>
                  <a:pt x="134913" y="64097"/>
                  <a:pt x="132178" y="62315"/>
                </a:cubicBezTo>
                <a:cubicBezTo>
                  <a:pt x="130269" y="61043"/>
                  <a:pt x="126357" y="60343"/>
                  <a:pt x="120442" y="60215"/>
                </a:cubicBezTo>
                <a:lnTo>
                  <a:pt x="120442" y="53525"/>
                </a:lnTo>
                <a:lnTo>
                  <a:pt x="152120" y="51804"/>
                </a:lnTo>
                <a:close/>
                <a:moveTo>
                  <a:pt x="246227" y="53525"/>
                </a:moveTo>
                <a:lnTo>
                  <a:pt x="271798" y="51804"/>
                </a:lnTo>
                <a:cubicBezTo>
                  <a:pt x="273198" y="58495"/>
                  <a:pt x="274120" y="64867"/>
                  <a:pt x="274565" y="70920"/>
                </a:cubicBezTo>
                <a:cubicBezTo>
                  <a:pt x="279400" y="63911"/>
                  <a:pt x="284234" y="58973"/>
                  <a:pt x="289069" y="56105"/>
                </a:cubicBezTo>
                <a:cubicBezTo>
                  <a:pt x="293903" y="53238"/>
                  <a:pt x="299214" y="51804"/>
                  <a:pt x="305003" y="51804"/>
                </a:cubicBezTo>
                <a:cubicBezTo>
                  <a:pt x="311173" y="51804"/>
                  <a:pt x="316262" y="53429"/>
                  <a:pt x="320270" y="56679"/>
                </a:cubicBezTo>
                <a:cubicBezTo>
                  <a:pt x="324277" y="59929"/>
                  <a:pt x="327362" y="65217"/>
                  <a:pt x="329525" y="72545"/>
                </a:cubicBezTo>
                <a:cubicBezTo>
                  <a:pt x="333787" y="65600"/>
                  <a:pt x="338526" y="60407"/>
                  <a:pt x="343742" y="56966"/>
                </a:cubicBezTo>
                <a:cubicBezTo>
                  <a:pt x="348958" y="53525"/>
                  <a:pt x="354651" y="51804"/>
                  <a:pt x="360821" y="51804"/>
                </a:cubicBezTo>
                <a:cubicBezTo>
                  <a:pt x="368963" y="51804"/>
                  <a:pt x="375070" y="54223"/>
                  <a:pt x="379141" y="59060"/>
                </a:cubicBezTo>
                <a:cubicBezTo>
                  <a:pt x="384357" y="65426"/>
                  <a:pt x="386965" y="73636"/>
                  <a:pt x="386965" y="83692"/>
                </a:cubicBezTo>
                <a:lnTo>
                  <a:pt x="386965" y="128086"/>
                </a:lnTo>
                <a:cubicBezTo>
                  <a:pt x="386965" y="130758"/>
                  <a:pt x="387633" y="132572"/>
                  <a:pt x="388969" y="133528"/>
                </a:cubicBezTo>
                <a:cubicBezTo>
                  <a:pt x="390750" y="134992"/>
                  <a:pt x="393390" y="135724"/>
                  <a:pt x="396889" y="135724"/>
                </a:cubicBezTo>
                <a:lnTo>
                  <a:pt x="401373" y="135724"/>
                </a:lnTo>
                <a:lnTo>
                  <a:pt x="401373" y="142988"/>
                </a:lnTo>
                <a:lnTo>
                  <a:pt x="356432" y="142988"/>
                </a:lnTo>
                <a:lnTo>
                  <a:pt x="356432" y="135724"/>
                </a:lnTo>
                <a:lnTo>
                  <a:pt x="360917" y="135724"/>
                </a:lnTo>
                <a:cubicBezTo>
                  <a:pt x="364733" y="135724"/>
                  <a:pt x="367405" y="135087"/>
                  <a:pt x="368932" y="133815"/>
                </a:cubicBezTo>
                <a:cubicBezTo>
                  <a:pt x="370458" y="132543"/>
                  <a:pt x="371222" y="130633"/>
                  <a:pt x="371222" y="128086"/>
                </a:cubicBezTo>
                <a:lnTo>
                  <a:pt x="371222" y="83701"/>
                </a:lnTo>
                <a:cubicBezTo>
                  <a:pt x="371222" y="77082"/>
                  <a:pt x="369600" y="71960"/>
                  <a:pt x="366355" y="68334"/>
                </a:cubicBezTo>
                <a:cubicBezTo>
                  <a:pt x="363111" y="64706"/>
                  <a:pt x="358849" y="62892"/>
                  <a:pt x="353570" y="62892"/>
                </a:cubicBezTo>
                <a:cubicBezTo>
                  <a:pt x="349562" y="62892"/>
                  <a:pt x="345936" y="63959"/>
                  <a:pt x="342692" y="66094"/>
                </a:cubicBezTo>
                <a:cubicBezTo>
                  <a:pt x="339448" y="68228"/>
                  <a:pt x="336904" y="71271"/>
                  <a:pt x="335059" y="75221"/>
                </a:cubicBezTo>
                <a:cubicBezTo>
                  <a:pt x="332324" y="80885"/>
                  <a:pt x="330956" y="85688"/>
                  <a:pt x="330956" y="89630"/>
                </a:cubicBezTo>
                <a:lnTo>
                  <a:pt x="330956" y="128089"/>
                </a:lnTo>
                <a:cubicBezTo>
                  <a:pt x="330956" y="130698"/>
                  <a:pt x="331656" y="132622"/>
                  <a:pt x="333055" y="133863"/>
                </a:cubicBezTo>
                <a:cubicBezTo>
                  <a:pt x="334455" y="135103"/>
                  <a:pt x="336617" y="135724"/>
                  <a:pt x="339544" y="135724"/>
                </a:cubicBezTo>
                <a:lnTo>
                  <a:pt x="345650" y="135724"/>
                </a:lnTo>
                <a:lnTo>
                  <a:pt x="345650" y="142988"/>
                </a:lnTo>
                <a:lnTo>
                  <a:pt x="300137" y="142988"/>
                </a:lnTo>
                <a:lnTo>
                  <a:pt x="300137" y="135724"/>
                </a:lnTo>
                <a:lnTo>
                  <a:pt x="305289" y="135724"/>
                </a:lnTo>
                <a:cubicBezTo>
                  <a:pt x="308533" y="135724"/>
                  <a:pt x="310951" y="135088"/>
                  <a:pt x="312541" y="133818"/>
                </a:cubicBezTo>
                <a:cubicBezTo>
                  <a:pt x="314131" y="132546"/>
                  <a:pt x="314926" y="130925"/>
                  <a:pt x="314926" y="128955"/>
                </a:cubicBezTo>
                <a:lnTo>
                  <a:pt x="314926" y="87772"/>
                </a:lnTo>
                <a:cubicBezTo>
                  <a:pt x="314926" y="79067"/>
                  <a:pt x="313384" y="72743"/>
                  <a:pt x="310299" y="68803"/>
                </a:cubicBezTo>
                <a:cubicBezTo>
                  <a:pt x="307213" y="64862"/>
                  <a:pt x="303063" y="62892"/>
                  <a:pt x="297847" y="62892"/>
                </a:cubicBezTo>
                <a:cubicBezTo>
                  <a:pt x="291104" y="62892"/>
                  <a:pt x="285920" y="65180"/>
                  <a:pt x="282294" y="69756"/>
                </a:cubicBezTo>
                <a:cubicBezTo>
                  <a:pt x="277142" y="76237"/>
                  <a:pt x="274565" y="83800"/>
                  <a:pt x="274565" y="92444"/>
                </a:cubicBezTo>
                <a:lnTo>
                  <a:pt x="274565" y="128098"/>
                </a:lnTo>
                <a:cubicBezTo>
                  <a:pt x="274565" y="130830"/>
                  <a:pt x="275170" y="132705"/>
                  <a:pt x="276378" y="133722"/>
                </a:cubicBezTo>
                <a:cubicBezTo>
                  <a:pt x="278096" y="135057"/>
                  <a:pt x="280767" y="135724"/>
                  <a:pt x="284393" y="135724"/>
                </a:cubicBezTo>
                <a:lnTo>
                  <a:pt x="288973" y="135724"/>
                </a:lnTo>
                <a:lnTo>
                  <a:pt x="288973" y="142988"/>
                </a:lnTo>
                <a:lnTo>
                  <a:pt x="243937" y="142988"/>
                </a:lnTo>
                <a:lnTo>
                  <a:pt x="243937" y="135724"/>
                </a:lnTo>
                <a:lnTo>
                  <a:pt x="250711" y="135724"/>
                </a:lnTo>
                <a:cubicBezTo>
                  <a:pt x="253256" y="135724"/>
                  <a:pt x="255212" y="135089"/>
                  <a:pt x="256579" y="133821"/>
                </a:cubicBezTo>
                <a:cubicBezTo>
                  <a:pt x="257947" y="132551"/>
                  <a:pt x="258631" y="130932"/>
                  <a:pt x="258631" y="128964"/>
                </a:cubicBezTo>
                <a:lnTo>
                  <a:pt x="258631" y="70499"/>
                </a:lnTo>
                <a:cubicBezTo>
                  <a:pt x="258631" y="67261"/>
                  <a:pt x="257804" y="64849"/>
                  <a:pt x="256150" y="63262"/>
                </a:cubicBezTo>
                <a:cubicBezTo>
                  <a:pt x="254496" y="61675"/>
                  <a:pt x="251188" y="60659"/>
                  <a:pt x="246227" y="60215"/>
                </a:cubicBezTo>
                <a:lnTo>
                  <a:pt x="246227" y="53525"/>
                </a:lnTo>
                <a:close/>
                <a:moveTo>
                  <a:pt x="509071" y="133047"/>
                </a:moveTo>
                <a:lnTo>
                  <a:pt x="512506" y="138442"/>
                </a:lnTo>
                <a:cubicBezTo>
                  <a:pt x="507862" y="143257"/>
                  <a:pt x="502710" y="145664"/>
                  <a:pt x="497048" y="145664"/>
                </a:cubicBezTo>
                <a:cubicBezTo>
                  <a:pt x="492723" y="145664"/>
                  <a:pt x="489081" y="144485"/>
                  <a:pt x="486123" y="142128"/>
                </a:cubicBezTo>
                <a:cubicBezTo>
                  <a:pt x="483165" y="139770"/>
                  <a:pt x="480573" y="135628"/>
                  <a:pt x="478347" y="129702"/>
                </a:cubicBezTo>
                <a:cubicBezTo>
                  <a:pt x="472304" y="136074"/>
                  <a:pt x="466992" y="140327"/>
                  <a:pt x="462412" y="142462"/>
                </a:cubicBezTo>
                <a:cubicBezTo>
                  <a:pt x="457832" y="144597"/>
                  <a:pt x="452330" y="145664"/>
                  <a:pt x="445905" y="145664"/>
                </a:cubicBezTo>
                <a:cubicBezTo>
                  <a:pt x="436745" y="145664"/>
                  <a:pt x="429780" y="143689"/>
                  <a:pt x="425009" y="139738"/>
                </a:cubicBezTo>
                <a:cubicBezTo>
                  <a:pt x="420238" y="135787"/>
                  <a:pt x="417853" y="130722"/>
                  <a:pt x="417853" y="124541"/>
                </a:cubicBezTo>
                <a:cubicBezTo>
                  <a:pt x="417853" y="115238"/>
                  <a:pt x="423308" y="107512"/>
                  <a:pt x="434217" y="101363"/>
                </a:cubicBezTo>
                <a:cubicBezTo>
                  <a:pt x="445126" y="95214"/>
                  <a:pt x="459645" y="91120"/>
                  <a:pt x="477774" y="89081"/>
                </a:cubicBezTo>
                <a:lnTo>
                  <a:pt x="477774" y="75508"/>
                </a:lnTo>
                <a:cubicBezTo>
                  <a:pt x="477774" y="70666"/>
                  <a:pt x="475834" y="66524"/>
                  <a:pt x="471954" y="63083"/>
                </a:cubicBezTo>
                <a:cubicBezTo>
                  <a:pt x="468074" y="59642"/>
                  <a:pt x="463144" y="57922"/>
                  <a:pt x="457164" y="57922"/>
                </a:cubicBezTo>
                <a:cubicBezTo>
                  <a:pt x="451630" y="57922"/>
                  <a:pt x="446860" y="59064"/>
                  <a:pt x="442852" y="61350"/>
                </a:cubicBezTo>
                <a:cubicBezTo>
                  <a:pt x="439990" y="63065"/>
                  <a:pt x="438558" y="64749"/>
                  <a:pt x="438558" y="66401"/>
                </a:cubicBezTo>
                <a:cubicBezTo>
                  <a:pt x="438558" y="67353"/>
                  <a:pt x="439322" y="68846"/>
                  <a:pt x="440848" y="70879"/>
                </a:cubicBezTo>
                <a:cubicBezTo>
                  <a:pt x="442693" y="73419"/>
                  <a:pt x="443615" y="75674"/>
                  <a:pt x="443615" y="77644"/>
                </a:cubicBezTo>
                <a:cubicBezTo>
                  <a:pt x="443615" y="80501"/>
                  <a:pt x="442693" y="82835"/>
                  <a:pt x="440848" y="84645"/>
                </a:cubicBezTo>
                <a:cubicBezTo>
                  <a:pt x="439004" y="86455"/>
                  <a:pt x="436586" y="87360"/>
                  <a:pt x="433597" y="87360"/>
                </a:cubicBezTo>
                <a:cubicBezTo>
                  <a:pt x="430416" y="87360"/>
                  <a:pt x="427760" y="86277"/>
                  <a:pt x="425629" y="84110"/>
                </a:cubicBezTo>
                <a:cubicBezTo>
                  <a:pt x="423499" y="81944"/>
                  <a:pt x="422433" y="79172"/>
                  <a:pt x="422433" y="75795"/>
                </a:cubicBezTo>
                <a:cubicBezTo>
                  <a:pt x="422433" y="69487"/>
                  <a:pt x="425979" y="63720"/>
                  <a:pt x="433072" y="58495"/>
                </a:cubicBezTo>
                <a:cubicBezTo>
                  <a:pt x="440165" y="53270"/>
                  <a:pt x="449468" y="50657"/>
                  <a:pt x="460981" y="50657"/>
                </a:cubicBezTo>
                <a:cubicBezTo>
                  <a:pt x="471604" y="50657"/>
                  <a:pt x="479714" y="52951"/>
                  <a:pt x="485312" y="57539"/>
                </a:cubicBezTo>
                <a:cubicBezTo>
                  <a:pt x="490910" y="62191"/>
                  <a:pt x="493709" y="67830"/>
                  <a:pt x="493709" y="74457"/>
                </a:cubicBezTo>
                <a:lnTo>
                  <a:pt x="493709" y="123394"/>
                </a:lnTo>
                <a:cubicBezTo>
                  <a:pt x="493709" y="127727"/>
                  <a:pt x="494408" y="130913"/>
                  <a:pt x="495808" y="132952"/>
                </a:cubicBezTo>
                <a:cubicBezTo>
                  <a:pt x="497207" y="135055"/>
                  <a:pt x="499020" y="136106"/>
                  <a:pt x="501247" y="136106"/>
                </a:cubicBezTo>
                <a:cubicBezTo>
                  <a:pt x="503727" y="136106"/>
                  <a:pt x="506335" y="135086"/>
                  <a:pt x="509071" y="133047"/>
                </a:cubicBezTo>
                <a:moveTo>
                  <a:pt x="477774" y="95389"/>
                </a:moveTo>
                <a:cubicBezTo>
                  <a:pt x="461617" y="97619"/>
                  <a:pt x="450167" y="101251"/>
                  <a:pt x="443425" y="106285"/>
                </a:cubicBezTo>
                <a:cubicBezTo>
                  <a:pt x="438399" y="110108"/>
                  <a:pt x="435887" y="115524"/>
                  <a:pt x="435887" y="122534"/>
                </a:cubicBezTo>
                <a:cubicBezTo>
                  <a:pt x="435887" y="127440"/>
                  <a:pt x="437191" y="131279"/>
                  <a:pt x="439799" y="134051"/>
                </a:cubicBezTo>
                <a:cubicBezTo>
                  <a:pt x="442407" y="136823"/>
                  <a:pt x="445810" y="138209"/>
                  <a:pt x="450008" y="138209"/>
                </a:cubicBezTo>
                <a:cubicBezTo>
                  <a:pt x="457514" y="138209"/>
                  <a:pt x="464019" y="135357"/>
                  <a:pt x="469521" y="129654"/>
                </a:cubicBezTo>
                <a:cubicBezTo>
                  <a:pt x="475023" y="123951"/>
                  <a:pt x="477774" y="116799"/>
                  <a:pt x="477774" y="108197"/>
                </a:cubicBezTo>
                <a:lnTo>
                  <a:pt x="477774" y="95389"/>
                </a:lnTo>
                <a:close/>
                <a:moveTo>
                  <a:pt x="523062" y="53334"/>
                </a:moveTo>
                <a:lnTo>
                  <a:pt x="552737" y="51613"/>
                </a:lnTo>
                <a:cubicBezTo>
                  <a:pt x="553945" y="57217"/>
                  <a:pt x="554836" y="63776"/>
                  <a:pt x="555409" y="71291"/>
                </a:cubicBezTo>
                <a:cubicBezTo>
                  <a:pt x="559416" y="64795"/>
                  <a:pt x="564139" y="59924"/>
                  <a:pt x="569578" y="56676"/>
                </a:cubicBezTo>
                <a:cubicBezTo>
                  <a:pt x="575016" y="53428"/>
                  <a:pt x="581171" y="51804"/>
                  <a:pt x="588041" y="51804"/>
                </a:cubicBezTo>
                <a:cubicBezTo>
                  <a:pt x="593957" y="51804"/>
                  <a:pt x="598918" y="52966"/>
                  <a:pt x="602926" y="55290"/>
                </a:cubicBezTo>
                <a:cubicBezTo>
                  <a:pt x="606933" y="57612"/>
                  <a:pt x="610145" y="61288"/>
                  <a:pt x="612563" y="66318"/>
                </a:cubicBezTo>
                <a:cubicBezTo>
                  <a:pt x="614980" y="71346"/>
                  <a:pt x="616188" y="76978"/>
                  <a:pt x="616188" y="83214"/>
                </a:cubicBezTo>
                <a:lnTo>
                  <a:pt x="616188" y="126748"/>
                </a:lnTo>
                <a:cubicBezTo>
                  <a:pt x="616188" y="129996"/>
                  <a:pt x="616920" y="132304"/>
                  <a:pt x="618383" y="133672"/>
                </a:cubicBezTo>
                <a:cubicBezTo>
                  <a:pt x="619846" y="135040"/>
                  <a:pt x="622295" y="135724"/>
                  <a:pt x="625730" y="135724"/>
                </a:cubicBezTo>
                <a:lnTo>
                  <a:pt x="632028" y="135724"/>
                </a:lnTo>
                <a:lnTo>
                  <a:pt x="632028" y="142988"/>
                </a:lnTo>
                <a:lnTo>
                  <a:pt x="584892" y="142988"/>
                </a:lnTo>
                <a:lnTo>
                  <a:pt x="584892" y="135724"/>
                </a:lnTo>
                <a:lnTo>
                  <a:pt x="589377" y="135724"/>
                </a:lnTo>
                <a:cubicBezTo>
                  <a:pt x="593575" y="135724"/>
                  <a:pt x="596501" y="135056"/>
                  <a:pt x="598155" y="133719"/>
                </a:cubicBezTo>
                <a:cubicBezTo>
                  <a:pt x="599809" y="132383"/>
                  <a:pt x="600636" y="130378"/>
                  <a:pt x="600636" y="127704"/>
                </a:cubicBezTo>
                <a:lnTo>
                  <a:pt x="600636" y="89427"/>
                </a:lnTo>
                <a:cubicBezTo>
                  <a:pt x="600636" y="81092"/>
                  <a:pt x="599363" y="74919"/>
                  <a:pt x="596819" y="70908"/>
                </a:cubicBezTo>
                <a:cubicBezTo>
                  <a:pt x="593257" y="65182"/>
                  <a:pt x="587850" y="62318"/>
                  <a:pt x="580598" y="62318"/>
                </a:cubicBezTo>
                <a:cubicBezTo>
                  <a:pt x="573410" y="62318"/>
                  <a:pt x="567415" y="65213"/>
                  <a:pt x="562612" y="71004"/>
                </a:cubicBezTo>
                <a:cubicBezTo>
                  <a:pt x="557810" y="76795"/>
                  <a:pt x="555409" y="84335"/>
                  <a:pt x="555409" y="93627"/>
                </a:cubicBezTo>
                <a:lnTo>
                  <a:pt x="555409" y="126751"/>
                </a:lnTo>
                <a:cubicBezTo>
                  <a:pt x="555409" y="129997"/>
                  <a:pt x="556156" y="132304"/>
                  <a:pt x="557651" y="133672"/>
                </a:cubicBezTo>
                <a:cubicBezTo>
                  <a:pt x="559146" y="135040"/>
                  <a:pt x="561611" y="135724"/>
                  <a:pt x="565046" y="135724"/>
                </a:cubicBezTo>
                <a:lnTo>
                  <a:pt x="571248" y="135724"/>
                </a:lnTo>
                <a:lnTo>
                  <a:pt x="571248" y="142988"/>
                </a:lnTo>
                <a:lnTo>
                  <a:pt x="523921" y="142988"/>
                </a:lnTo>
                <a:lnTo>
                  <a:pt x="523921" y="135724"/>
                </a:lnTo>
                <a:lnTo>
                  <a:pt x="530123" y="135724"/>
                </a:lnTo>
                <a:cubicBezTo>
                  <a:pt x="533240" y="135724"/>
                  <a:pt x="535610" y="135087"/>
                  <a:pt x="537232" y="133815"/>
                </a:cubicBezTo>
                <a:cubicBezTo>
                  <a:pt x="538854" y="132543"/>
                  <a:pt x="539665" y="130952"/>
                  <a:pt x="539665" y="129042"/>
                </a:cubicBezTo>
                <a:lnTo>
                  <a:pt x="539665" y="71288"/>
                </a:lnTo>
                <a:cubicBezTo>
                  <a:pt x="539665" y="67471"/>
                  <a:pt x="538631" y="64575"/>
                  <a:pt x="536564" y="62602"/>
                </a:cubicBezTo>
                <a:cubicBezTo>
                  <a:pt x="534497" y="60629"/>
                  <a:pt x="531523" y="59642"/>
                  <a:pt x="527642" y="59642"/>
                </a:cubicBezTo>
                <a:lnTo>
                  <a:pt x="523062" y="59642"/>
                </a:lnTo>
                <a:lnTo>
                  <a:pt x="523062" y="533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screening">
            <a:extLst xmlns:a="http://schemas.openxmlformats.org/drawingml/2006/main">
              <a:ext uri="{FF2B5EF4-FFF2-40B4-BE49-F238E27FC236}">
                <a16:creationId xmlns:a16="http://schemas.microsoft.com/office/drawing/2014/main" id="{F7466356-881F-4B27-A33B-075949A4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520" y="2244896"/>
            <a:ext cx="852896" cy="181411"/>
          </a:xfrm>
          <a:custGeom xmlns:a="http://schemas.openxmlformats.org/drawingml/2006/main">
            <a:pathLst>
              <a:path w="852896" h="181411">
                <a:moveTo>
                  <a:pt x="6297" y="109344"/>
                </a:moveTo>
                <a:cubicBezTo>
                  <a:pt x="10241" y="120367"/>
                  <a:pt x="14774" y="127998"/>
                  <a:pt x="19894" y="132235"/>
                </a:cubicBezTo>
                <a:cubicBezTo>
                  <a:pt x="25015" y="136472"/>
                  <a:pt x="31328" y="138591"/>
                  <a:pt x="38834" y="138591"/>
                </a:cubicBezTo>
                <a:cubicBezTo>
                  <a:pt x="45768" y="138591"/>
                  <a:pt x="51095" y="137078"/>
                  <a:pt x="54816" y="134051"/>
                </a:cubicBezTo>
                <a:cubicBezTo>
                  <a:pt x="58538" y="131024"/>
                  <a:pt x="60398" y="127185"/>
                  <a:pt x="60398" y="122534"/>
                </a:cubicBezTo>
                <a:cubicBezTo>
                  <a:pt x="60398" y="119857"/>
                  <a:pt x="59714" y="117516"/>
                  <a:pt x="58347" y="115508"/>
                </a:cubicBezTo>
                <a:cubicBezTo>
                  <a:pt x="56979" y="113501"/>
                  <a:pt x="55087" y="112004"/>
                  <a:pt x="52670" y="111016"/>
                </a:cubicBezTo>
                <a:cubicBezTo>
                  <a:pt x="50252" y="110029"/>
                  <a:pt x="43987" y="108579"/>
                  <a:pt x="33873" y="106667"/>
                </a:cubicBezTo>
                <a:cubicBezTo>
                  <a:pt x="24204" y="104756"/>
                  <a:pt x="17461" y="102749"/>
                  <a:pt x="13644" y="100646"/>
                </a:cubicBezTo>
                <a:cubicBezTo>
                  <a:pt x="9828" y="98543"/>
                  <a:pt x="6854" y="95644"/>
                  <a:pt x="4723" y="91948"/>
                </a:cubicBezTo>
                <a:cubicBezTo>
                  <a:pt x="2592" y="88252"/>
                  <a:pt x="1527" y="84238"/>
                  <a:pt x="1527" y="79905"/>
                </a:cubicBezTo>
                <a:cubicBezTo>
                  <a:pt x="1527" y="73342"/>
                  <a:pt x="3721" y="67384"/>
                  <a:pt x="8110" y="62031"/>
                </a:cubicBezTo>
                <a:cubicBezTo>
                  <a:pt x="13772" y="55213"/>
                  <a:pt x="21691" y="51804"/>
                  <a:pt x="31869" y="51804"/>
                </a:cubicBezTo>
                <a:cubicBezTo>
                  <a:pt x="39629" y="51804"/>
                  <a:pt x="46817" y="54289"/>
                  <a:pt x="53433" y="59260"/>
                </a:cubicBezTo>
                <a:lnTo>
                  <a:pt x="59730" y="52569"/>
                </a:lnTo>
                <a:lnTo>
                  <a:pt x="63642" y="52569"/>
                </a:lnTo>
                <a:lnTo>
                  <a:pt x="66123" y="84493"/>
                </a:lnTo>
                <a:lnTo>
                  <a:pt x="59730" y="84493"/>
                </a:lnTo>
                <a:cubicBezTo>
                  <a:pt x="56932" y="75411"/>
                  <a:pt x="53147" y="68871"/>
                  <a:pt x="48376" y="64875"/>
                </a:cubicBezTo>
                <a:cubicBezTo>
                  <a:pt x="43605" y="60877"/>
                  <a:pt x="37721" y="58877"/>
                  <a:pt x="30724" y="58877"/>
                </a:cubicBezTo>
                <a:cubicBezTo>
                  <a:pt x="24681" y="58877"/>
                  <a:pt x="19942" y="60359"/>
                  <a:pt x="16507" y="63322"/>
                </a:cubicBezTo>
                <a:cubicBezTo>
                  <a:pt x="13072" y="66285"/>
                  <a:pt x="11354" y="69901"/>
                  <a:pt x="11354" y="74170"/>
                </a:cubicBezTo>
                <a:cubicBezTo>
                  <a:pt x="11354" y="77930"/>
                  <a:pt x="12945" y="81052"/>
                  <a:pt x="16125" y="83537"/>
                </a:cubicBezTo>
                <a:cubicBezTo>
                  <a:pt x="19242" y="86086"/>
                  <a:pt x="25349" y="88085"/>
                  <a:pt x="34445" y="89535"/>
                </a:cubicBezTo>
                <a:cubicBezTo>
                  <a:pt x="45005" y="91301"/>
                  <a:pt x="51874" y="92782"/>
                  <a:pt x="55055" y="93979"/>
                </a:cubicBezTo>
                <a:cubicBezTo>
                  <a:pt x="60271" y="95897"/>
                  <a:pt x="64310" y="98854"/>
                  <a:pt x="67173" y="102850"/>
                </a:cubicBezTo>
                <a:cubicBezTo>
                  <a:pt x="70035" y="106845"/>
                  <a:pt x="71467" y="111718"/>
                  <a:pt x="71467" y="117471"/>
                </a:cubicBezTo>
                <a:cubicBezTo>
                  <a:pt x="71467" y="125398"/>
                  <a:pt x="68366" y="132111"/>
                  <a:pt x="62163" y="137608"/>
                </a:cubicBezTo>
                <a:cubicBezTo>
                  <a:pt x="55961" y="143106"/>
                  <a:pt x="48090" y="145855"/>
                  <a:pt x="38548" y="145855"/>
                </a:cubicBezTo>
                <a:cubicBezTo>
                  <a:pt x="29706" y="145855"/>
                  <a:pt x="21500" y="142917"/>
                  <a:pt x="13931" y="137041"/>
                </a:cubicBezTo>
                <a:lnTo>
                  <a:pt x="6965" y="145090"/>
                </a:lnTo>
                <a:lnTo>
                  <a:pt x="1908" y="145090"/>
                </a:lnTo>
                <a:lnTo>
                  <a:pt x="0" y="109344"/>
                </a:lnTo>
                <a:lnTo>
                  <a:pt x="6297" y="109344"/>
                </a:lnTo>
                <a:close/>
                <a:moveTo>
                  <a:pt x="154795" y="116608"/>
                </a:moveTo>
                <a:lnTo>
                  <a:pt x="160997" y="118424"/>
                </a:lnTo>
                <a:cubicBezTo>
                  <a:pt x="156036" y="136711"/>
                  <a:pt x="145095" y="145855"/>
                  <a:pt x="128174" y="145855"/>
                </a:cubicBezTo>
                <a:cubicBezTo>
                  <a:pt x="115770" y="145855"/>
                  <a:pt x="105624" y="141741"/>
                  <a:pt x="97736" y="133513"/>
                </a:cubicBezTo>
                <a:cubicBezTo>
                  <a:pt x="89849" y="125286"/>
                  <a:pt x="85905" y="114347"/>
                  <a:pt x="85905" y="100697"/>
                </a:cubicBezTo>
                <a:cubicBezTo>
                  <a:pt x="85905" y="84878"/>
                  <a:pt x="90230" y="72616"/>
                  <a:pt x="98881" y="63910"/>
                </a:cubicBezTo>
                <a:cubicBezTo>
                  <a:pt x="107532" y="55202"/>
                  <a:pt x="117710" y="50849"/>
                  <a:pt x="129415" y="50849"/>
                </a:cubicBezTo>
                <a:cubicBezTo>
                  <a:pt x="138193" y="50849"/>
                  <a:pt x="145444" y="53270"/>
                  <a:pt x="151169" y="58113"/>
                </a:cubicBezTo>
                <a:cubicBezTo>
                  <a:pt x="156894" y="62955"/>
                  <a:pt x="159757" y="68340"/>
                  <a:pt x="159757" y="74266"/>
                </a:cubicBezTo>
                <a:cubicBezTo>
                  <a:pt x="159757" y="77834"/>
                  <a:pt x="158691" y="80781"/>
                  <a:pt x="156560" y="83107"/>
                </a:cubicBezTo>
                <a:cubicBezTo>
                  <a:pt x="154429" y="85433"/>
                  <a:pt x="151901" y="86596"/>
                  <a:pt x="148975" y="86596"/>
                </a:cubicBezTo>
                <a:cubicBezTo>
                  <a:pt x="146112" y="86596"/>
                  <a:pt x="143695" y="85615"/>
                  <a:pt x="141723" y="83653"/>
                </a:cubicBezTo>
                <a:cubicBezTo>
                  <a:pt x="139751" y="81690"/>
                  <a:pt x="138765" y="79315"/>
                  <a:pt x="138765" y="76530"/>
                </a:cubicBezTo>
                <a:cubicBezTo>
                  <a:pt x="138765" y="73746"/>
                  <a:pt x="139847" y="71088"/>
                  <a:pt x="142009" y="68555"/>
                </a:cubicBezTo>
                <a:cubicBezTo>
                  <a:pt x="143027" y="67352"/>
                  <a:pt x="143536" y="66402"/>
                  <a:pt x="143536" y="65705"/>
                </a:cubicBezTo>
                <a:cubicBezTo>
                  <a:pt x="143536" y="63869"/>
                  <a:pt x="142296" y="62081"/>
                  <a:pt x="139815" y="60341"/>
                </a:cubicBezTo>
                <a:cubicBezTo>
                  <a:pt x="137334" y="58601"/>
                  <a:pt x="133963" y="57730"/>
                  <a:pt x="129701" y="57730"/>
                </a:cubicBezTo>
                <a:cubicBezTo>
                  <a:pt x="121940" y="57730"/>
                  <a:pt x="116056" y="60563"/>
                  <a:pt x="112049" y="66228"/>
                </a:cubicBezTo>
                <a:cubicBezTo>
                  <a:pt x="106324" y="74438"/>
                  <a:pt x="103461" y="85257"/>
                  <a:pt x="103461" y="98686"/>
                </a:cubicBezTo>
                <a:cubicBezTo>
                  <a:pt x="103461" y="111478"/>
                  <a:pt x="106006" y="121168"/>
                  <a:pt x="111095" y="127755"/>
                </a:cubicBezTo>
                <a:cubicBezTo>
                  <a:pt x="116184" y="134342"/>
                  <a:pt x="122672" y="137635"/>
                  <a:pt x="130560" y="137635"/>
                </a:cubicBezTo>
                <a:cubicBezTo>
                  <a:pt x="141437" y="137635"/>
                  <a:pt x="149516" y="130626"/>
                  <a:pt x="154795" y="116608"/>
                </a:cubicBezTo>
                <a:close/>
                <a:moveTo>
                  <a:pt x="172004" y="53716"/>
                </a:moveTo>
                <a:lnTo>
                  <a:pt x="204160" y="51996"/>
                </a:lnTo>
                <a:lnTo>
                  <a:pt x="204160" y="88208"/>
                </a:lnTo>
                <a:cubicBezTo>
                  <a:pt x="207595" y="76297"/>
                  <a:pt x="211729" y="67283"/>
                  <a:pt x="216564" y="61168"/>
                </a:cubicBezTo>
                <a:cubicBezTo>
                  <a:pt x="221398" y="55053"/>
                  <a:pt x="227377" y="51996"/>
                  <a:pt x="234502" y="51996"/>
                </a:cubicBezTo>
                <a:cubicBezTo>
                  <a:pt x="239336" y="51996"/>
                  <a:pt x="243201" y="53477"/>
                  <a:pt x="246095" y="56440"/>
                </a:cubicBezTo>
                <a:cubicBezTo>
                  <a:pt x="248989" y="59403"/>
                  <a:pt x="250436" y="63370"/>
                  <a:pt x="250436" y="68340"/>
                </a:cubicBezTo>
                <a:cubicBezTo>
                  <a:pt x="250436" y="72354"/>
                  <a:pt x="249466" y="75476"/>
                  <a:pt x="247526" y="77707"/>
                </a:cubicBezTo>
                <a:cubicBezTo>
                  <a:pt x="245586" y="79937"/>
                  <a:pt x="243153" y="81052"/>
                  <a:pt x="240227" y="81052"/>
                </a:cubicBezTo>
                <a:cubicBezTo>
                  <a:pt x="237364" y="81052"/>
                  <a:pt x="235058" y="80101"/>
                  <a:pt x="233309" y="78199"/>
                </a:cubicBezTo>
                <a:cubicBezTo>
                  <a:pt x="231560" y="76298"/>
                  <a:pt x="230685" y="73730"/>
                  <a:pt x="230685" y="70496"/>
                </a:cubicBezTo>
                <a:cubicBezTo>
                  <a:pt x="230685" y="68403"/>
                  <a:pt x="231194" y="66438"/>
                  <a:pt x="232212" y="64600"/>
                </a:cubicBezTo>
                <a:cubicBezTo>
                  <a:pt x="233166" y="62951"/>
                  <a:pt x="233643" y="61968"/>
                  <a:pt x="233643" y="61649"/>
                </a:cubicBezTo>
                <a:cubicBezTo>
                  <a:pt x="233643" y="60693"/>
                  <a:pt x="233039" y="60215"/>
                  <a:pt x="231830" y="60215"/>
                </a:cubicBezTo>
                <a:cubicBezTo>
                  <a:pt x="229222" y="60215"/>
                  <a:pt x="226264" y="61743"/>
                  <a:pt x="222957" y="64797"/>
                </a:cubicBezTo>
                <a:cubicBezTo>
                  <a:pt x="218377" y="69055"/>
                  <a:pt x="214846" y="74901"/>
                  <a:pt x="212365" y="82336"/>
                </a:cubicBezTo>
                <a:cubicBezTo>
                  <a:pt x="208549" y="93903"/>
                  <a:pt x="206640" y="103151"/>
                  <a:pt x="206640" y="110078"/>
                </a:cubicBezTo>
                <a:lnTo>
                  <a:pt x="206640" y="129242"/>
                </a:lnTo>
                <a:cubicBezTo>
                  <a:pt x="206640" y="131403"/>
                  <a:pt x="207404" y="133055"/>
                  <a:pt x="208930" y="134200"/>
                </a:cubicBezTo>
                <a:cubicBezTo>
                  <a:pt x="210457" y="135343"/>
                  <a:pt x="213065" y="135915"/>
                  <a:pt x="216755" y="135915"/>
                </a:cubicBezTo>
                <a:lnTo>
                  <a:pt x="228109" y="135915"/>
                </a:lnTo>
                <a:lnTo>
                  <a:pt x="228109" y="143179"/>
                </a:lnTo>
                <a:lnTo>
                  <a:pt x="172577" y="143179"/>
                </a:lnTo>
                <a:lnTo>
                  <a:pt x="172577" y="135915"/>
                </a:lnTo>
                <a:lnTo>
                  <a:pt x="181451" y="135915"/>
                </a:lnTo>
                <a:cubicBezTo>
                  <a:pt x="184440" y="135915"/>
                  <a:pt x="186698" y="135327"/>
                  <a:pt x="188225" y="134153"/>
                </a:cubicBezTo>
                <a:cubicBezTo>
                  <a:pt x="189752" y="132978"/>
                  <a:pt x="190515" y="131566"/>
                  <a:pt x="190515" y="129917"/>
                </a:cubicBezTo>
                <a:lnTo>
                  <a:pt x="190515" y="73071"/>
                </a:lnTo>
                <a:cubicBezTo>
                  <a:pt x="190515" y="68754"/>
                  <a:pt x="189593" y="65596"/>
                  <a:pt x="187748" y="63597"/>
                </a:cubicBezTo>
                <a:cubicBezTo>
                  <a:pt x="185903" y="61597"/>
                  <a:pt x="183264" y="60598"/>
                  <a:pt x="179829" y="60598"/>
                </a:cubicBezTo>
                <a:lnTo>
                  <a:pt x="172004" y="60598"/>
                </a:lnTo>
                <a:lnTo>
                  <a:pt x="172004" y="53716"/>
                </a:lnTo>
                <a:close/>
                <a:moveTo>
                  <a:pt x="344264" y="98830"/>
                </a:moveTo>
                <a:lnTo>
                  <a:pt x="280240" y="98830"/>
                </a:lnTo>
                <a:cubicBezTo>
                  <a:pt x="280558" y="112500"/>
                  <a:pt x="283103" y="122145"/>
                  <a:pt x="287873" y="127767"/>
                </a:cubicBezTo>
                <a:cubicBezTo>
                  <a:pt x="293344" y="134091"/>
                  <a:pt x="300309" y="137253"/>
                  <a:pt x="308770" y="137253"/>
                </a:cubicBezTo>
                <a:cubicBezTo>
                  <a:pt x="321237" y="137253"/>
                  <a:pt x="331256" y="130180"/>
                  <a:pt x="338826" y="116034"/>
                </a:cubicBezTo>
                <a:lnTo>
                  <a:pt x="345028" y="118698"/>
                </a:lnTo>
                <a:cubicBezTo>
                  <a:pt x="335740" y="136803"/>
                  <a:pt x="322319" y="145855"/>
                  <a:pt x="304762" y="145855"/>
                </a:cubicBezTo>
                <a:cubicBezTo>
                  <a:pt x="292803" y="145855"/>
                  <a:pt x="282737" y="141518"/>
                  <a:pt x="274563" y="132844"/>
                </a:cubicBezTo>
                <a:cubicBezTo>
                  <a:pt x="266389" y="124168"/>
                  <a:pt x="262302" y="113069"/>
                  <a:pt x="262302" y="99547"/>
                </a:cubicBezTo>
                <a:cubicBezTo>
                  <a:pt x="262302" y="85004"/>
                  <a:pt x="266325" y="73253"/>
                  <a:pt x="274372" y="64293"/>
                </a:cubicBezTo>
                <a:cubicBezTo>
                  <a:pt x="282419" y="55330"/>
                  <a:pt x="292326" y="50849"/>
                  <a:pt x="304094" y="50849"/>
                </a:cubicBezTo>
                <a:cubicBezTo>
                  <a:pt x="312745" y="50849"/>
                  <a:pt x="320219" y="53075"/>
                  <a:pt x="326517" y="57527"/>
                </a:cubicBezTo>
                <a:cubicBezTo>
                  <a:pt x="332814" y="61978"/>
                  <a:pt x="337553" y="68369"/>
                  <a:pt x="340734" y="76700"/>
                </a:cubicBezTo>
                <a:cubicBezTo>
                  <a:pt x="342960" y="82550"/>
                  <a:pt x="344137" y="89927"/>
                  <a:pt x="344264" y="98830"/>
                </a:cubicBezTo>
                <a:moveTo>
                  <a:pt x="280240" y="91948"/>
                </a:moveTo>
                <a:lnTo>
                  <a:pt x="318979" y="91948"/>
                </a:lnTo>
                <a:cubicBezTo>
                  <a:pt x="321269" y="91948"/>
                  <a:pt x="323050" y="91171"/>
                  <a:pt x="324322" y="89618"/>
                </a:cubicBezTo>
                <a:cubicBezTo>
                  <a:pt x="325595" y="88065"/>
                  <a:pt x="326231" y="85420"/>
                  <a:pt x="326231" y="81682"/>
                </a:cubicBezTo>
                <a:cubicBezTo>
                  <a:pt x="326231" y="74711"/>
                  <a:pt x="324052" y="68785"/>
                  <a:pt x="319695" y="63904"/>
                </a:cubicBezTo>
                <a:cubicBezTo>
                  <a:pt x="315337" y="59024"/>
                  <a:pt x="310201" y="56583"/>
                  <a:pt x="304285" y="56583"/>
                </a:cubicBezTo>
                <a:cubicBezTo>
                  <a:pt x="297670" y="56583"/>
                  <a:pt x="292056" y="59530"/>
                  <a:pt x="287444" y="65425"/>
                </a:cubicBezTo>
                <a:cubicBezTo>
                  <a:pt x="282832" y="71319"/>
                  <a:pt x="280431" y="80160"/>
                  <a:pt x="280240" y="91948"/>
                </a:cubicBezTo>
                <a:close/>
                <a:moveTo>
                  <a:pt x="441970" y="98830"/>
                </a:moveTo>
                <a:lnTo>
                  <a:pt x="377946" y="98830"/>
                </a:lnTo>
                <a:cubicBezTo>
                  <a:pt x="378264" y="112500"/>
                  <a:pt x="380809" y="122145"/>
                  <a:pt x="385579" y="127767"/>
                </a:cubicBezTo>
                <a:cubicBezTo>
                  <a:pt x="391050" y="134091"/>
                  <a:pt x="398015" y="137253"/>
                  <a:pt x="406475" y="137253"/>
                </a:cubicBezTo>
                <a:cubicBezTo>
                  <a:pt x="418943" y="137253"/>
                  <a:pt x="428962" y="130180"/>
                  <a:pt x="436532" y="116034"/>
                </a:cubicBezTo>
                <a:lnTo>
                  <a:pt x="442734" y="118698"/>
                </a:lnTo>
                <a:cubicBezTo>
                  <a:pt x="433446" y="136803"/>
                  <a:pt x="420025" y="145855"/>
                  <a:pt x="402468" y="145855"/>
                </a:cubicBezTo>
                <a:cubicBezTo>
                  <a:pt x="390509" y="145855"/>
                  <a:pt x="380443" y="141518"/>
                  <a:pt x="372269" y="132844"/>
                </a:cubicBezTo>
                <a:cubicBezTo>
                  <a:pt x="364095" y="124168"/>
                  <a:pt x="360008" y="113069"/>
                  <a:pt x="360008" y="99547"/>
                </a:cubicBezTo>
                <a:cubicBezTo>
                  <a:pt x="360008" y="85004"/>
                  <a:pt x="364031" y="73253"/>
                  <a:pt x="372078" y="64293"/>
                </a:cubicBezTo>
                <a:cubicBezTo>
                  <a:pt x="380125" y="55330"/>
                  <a:pt x="390032" y="50849"/>
                  <a:pt x="401800" y="50849"/>
                </a:cubicBezTo>
                <a:cubicBezTo>
                  <a:pt x="410451" y="50849"/>
                  <a:pt x="417925" y="53075"/>
                  <a:pt x="424223" y="57527"/>
                </a:cubicBezTo>
                <a:cubicBezTo>
                  <a:pt x="430520" y="61978"/>
                  <a:pt x="435259" y="68369"/>
                  <a:pt x="438440" y="76700"/>
                </a:cubicBezTo>
                <a:cubicBezTo>
                  <a:pt x="440666" y="82550"/>
                  <a:pt x="441843" y="89927"/>
                  <a:pt x="441970" y="98830"/>
                </a:cubicBezTo>
                <a:moveTo>
                  <a:pt x="377946" y="91948"/>
                </a:moveTo>
                <a:lnTo>
                  <a:pt x="416685" y="91948"/>
                </a:lnTo>
                <a:cubicBezTo>
                  <a:pt x="418975" y="91948"/>
                  <a:pt x="420756" y="91171"/>
                  <a:pt x="422028" y="89618"/>
                </a:cubicBezTo>
                <a:cubicBezTo>
                  <a:pt x="423300" y="88065"/>
                  <a:pt x="423937" y="85420"/>
                  <a:pt x="423937" y="81682"/>
                </a:cubicBezTo>
                <a:cubicBezTo>
                  <a:pt x="423937" y="74711"/>
                  <a:pt x="421758" y="68785"/>
                  <a:pt x="417401" y="63904"/>
                </a:cubicBezTo>
                <a:cubicBezTo>
                  <a:pt x="413043" y="59024"/>
                  <a:pt x="407907" y="56583"/>
                  <a:pt x="401991" y="56583"/>
                </a:cubicBezTo>
                <a:cubicBezTo>
                  <a:pt x="395375" y="56583"/>
                  <a:pt x="389762" y="59530"/>
                  <a:pt x="385150" y="65425"/>
                </a:cubicBezTo>
                <a:cubicBezTo>
                  <a:pt x="380538" y="71319"/>
                  <a:pt x="378137" y="80160"/>
                  <a:pt x="377946" y="91948"/>
                </a:cubicBezTo>
                <a:close/>
                <a:moveTo>
                  <a:pt x="455806" y="53525"/>
                </a:moveTo>
                <a:lnTo>
                  <a:pt x="485480" y="51804"/>
                </a:lnTo>
                <a:cubicBezTo>
                  <a:pt x="486688" y="57408"/>
                  <a:pt x="487579" y="63967"/>
                  <a:pt x="488152" y="71482"/>
                </a:cubicBezTo>
                <a:cubicBezTo>
                  <a:pt x="492159" y="64986"/>
                  <a:pt x="496882" y="60115"/>
                  <a:pt x="502321" y="56867"/>
                </a:cubicBezTo>
                <a:cubicBezTo>
                  <a:pt x="507760" y="53619"/>
                  <a:pt x="513914" y="51996"/>
                  <a:pt x="520784" y="51996"/>
                </a:cubicBezTo>
                <a:cubicBezTo>
                  <a:pt x="526700" y="51996"/>
                  <a:pt x="531661" y="53157"/>
                  <a:pt x="535669" y="55481"/>
                </a:cubicBezTo>
                <a:cubicBezTo>
                  <a:pt x="539676" y="57803"/>
                  <a:pt x="542888" y="61479"/>
                  <a:pt x="545306" y="66509"/>
                </a:cubicBezTo>
                <a:cubicBezTo>
                  <a:pt x="547723" y="71537"/>
                  <a:pt x="548931" y="77169"/>
                  <a:pt x="548931" y="83406"/>
                </a:cubicBezTo>
                <a:lnTo>
                  <a:pt x="548931" y="126939"/>
                </a:lnTo>
                <a:cubicBezTo>
                  <a:pt x="548931" y="130187"/>
                  <a:pt x="549663" y="132495"/>
                  <a:pt x="551126" y="133863"/>
                </a:cubicBezTo>
                <a:cubicBezTo>
                  <a:pt x="552589" y="135231"/>
                  <a:pt x="555038" y="135915"/>
                  <a:pt x="558473" y="135915"/>
                </a:cubicBezTo>
                <a:lnTo>
                  <a:pt x="564771" y="135915"/>
                </a:lnTo>
                <a:lnTo>
                  <a:pt x="564771" y="143179"/>
                </a:lnTo>
                <a:lnTo>
                  <a:pt x="517635" y="143179"/>
                </a:lnTo>
                <a:lnTo>
                  <a:pt x="517635" y="135915"/>
                </a:lnTo>
                <a:lnTo>
                  <a:pt x="522120" y="135915"/>
                </a:lnTo>
                <a:cubicBezTo>
                  <a:pt x="526318" y="135915"/>
                  <a:pt x="529244" y="135247"/>
                  <a:pt x="530898" y="133911"/>
                </a:cubicBezTo>
                <a:cubicBezTo>
                  <a:pt x="532552" y="132574"/>
                  <a:pt x="533379" y="130569"/>
                  <a:pt x="533379" y="127895"/>
                </a:cubicBezTo>
                <a:lnTo>
                  <a:pt x="533379" y="89618"/>
                </a:lnTo>
                <a:cubicBezTo>
                  <a:pt x="533379" y="81283"/>
                  <a:pt x="532106" y="75110"/>
                  <a:pt x="529562" y="71100"/>
                </a:cubicBezTo>
                <a:cubicBezTo>
                  <a:pt x="526000" y="65373"/>
                  <a:pt x="520593" y="62509"/>
                  <a:pt x="513341" y="62509"/>
                </a:cubicBezTo>
                <a:cubicBezTo>
                  <a:pt x="506153" y="62509"/>
                  <a:pt x="500158" y="65405"/>
                  <a:pt x="495355" y="71195"/>
                </a:cubicBezTo>
                <a:cubicBezTo>
                  <a:pt x="490553" y="76986"/>
                  <a:pt x="488152" y="84527"/>
                  <a:pt x="488152" y="93818"/>
                </a:cubicBezTo>
                <a:lnTo>
                  <a:pt x="488152" y="126942"/>
                </a:lnTo>
                <a:cubicBezTo>
                  <a:pt x="488152" y="130188"/>
                  <a:pt x="488899" y="132495"/>
                  <a:pt x="490394" y="133863"/>
                </a:cubicBezTo>
                <a:cubicBezTo>
                  <a:pt x="491889" y="135231"/>
                  <a:pt x="494354" y="135915"/>
                  <a:pt x="497789" y="135915"/>
                </a:cubicBezTo>
                <a:lnTo>
                  <a:pt x="503991" y="135915"/>
                </a:lnTo>
                <a:lnTo>
                  <a:pt x="503991" y="143179"/>
                </a:lnTo>
                <a:lnTo>
                  <a:pt x="456664" y="143179"/>
                </a:lnTo>
                <a:lnTo>
                  <a:pt x="456664" y="135915"/>
                </a:lnTo>
                <a:lnTo>
                  <a:pt x="462866" y="135915"/>
                </a:lnTo>
                <a:cubicBezTo>
                  <a:pt x="465983" y="135915"/>
                  <a:pt x="468353" y="135279"/>
                  <a:pt x="469975" y="134006"/>
                </a:cubicBezTo>
                <a:cubicBezTo>
                  <a:pt x="471597" y="132734"/>
                  <a:pt x="472408" y="131143"/>
                  <a:pt x="472408" y="129233"/>
                </a:cubicBezTo>
                <a:lnTo>
                  <a:pt x="472408" y="71479"/>
                </a:lnTo>
                <a:cubicBezTo>
                  <a:pt x="472408" y="67662"/>
                  <a:pt x="471374" y="64766"/>
                  <a:pt x="469307" y="62793"/>
                </a:cubicBezTo>
                <a:cubicBezTo>
                  <a:pt x="467240" y="60820"/>
                  <a:pt x="464266" y="59833"/>
                  <a:pt x="460385" y="59833"/>
                </a:cubicBezTo>
                <a:lnTo>
                  <a:pt x="455806" y="59833"/>
                </a:lnTo>
                <a:lnTo>
                  <a:pt x="455806" y="53525"/>
                </a:lnTo>
                <a:close/>
                <a:moveTo>
                  <a:pt x="598002" y="0"/>
                </a:moveTo>
                <a:cubicBezTo>
                  <a:pt x="600864" y="0"/>
                  <a:pt x="603377" y="1088"/>
                  <a:pt x="605540" y="3265"/>
                </a:cubicBezTo>
                <a:cubicBezTo>
                  <a:pt x="607703" y="5441"/>
                  <a:pt x="608784" y="8001"/>
                  <a:pt x="608784" y="10944"/>
                </a:cubicBezTo>
                <a:cubicBezTo>
                  <a:pt x="608784" y="13825"/>
                  <a:pt x="607734" y="16322"/>
                  <a:pt x="605635" y="18435"/>
                </a:cubicBezTo>
                <a:cubicBezTo>
                  <a:pt x="603536" y="20546"/>
                  <a:pt x="601023" y="21601"/>
                  <a:pt x="598097" y="21601"/>
                </a:cubicBezTo>
                <a:cubicBezTo>
                  <a:pt x="595171" y="21601"/>
                  <a:pt x="592643" y="20529"/>
                  <a:pt x="590512" y="18384"/>
                </a:cubicBezTo>
                <a:cubicBezTo>
                  <a:pt x="588381" y="16240"/>
                  <a:pt x="587315" y="13728"/>
                  <a:pt x="587315" y="10848"/>
                </a:cubicBezTo>
                <a:cubicBezTo>
                  <a:pt x="587315" y="7969"/>
                  <a:pt x="588397" y="5441"/>
                  <a:pt x="590560" y="3265"/>
                </a:cubicBezTo>
                <a:cubicBezTo>
                  <a:pt x="592722" y="1088"/>
                  <a:pt x="595203" y="0"/>
                  <a:pt x="598002" y="0"/>
                </a:cubicBezTo>
                <a:moveTo>
                  <a:pt x="573289" y="53716"/>
                </a:moveTo>
                <a:lnTo>
                  <a:pt x="608784" y="52569"/>
                </a:lnTo>
                <a:lnTo>
                  <a:pt x="608784" y="129517"/>
                </a:lnTo>
                <a:cubicBezTo>
                  <a:pt x="608784" y="131618"/>
                  <a:pt x="609293" y="133114"/>
                  <a:pt x="610311" y="134006"/>
                </a:cubicBezTo>
                <a:cubicBezTo>
                  <a:pt x="611774" y="135279"/>
                  <a:pt x="613618" y="135915"/>
                  <a:pt x="615845" y="135915"/>
                </a:cubicBezTo>
                <a:lnTo>
                  <a:pt x="625959" y="135915"/>
                </a:lnTo>
                <a:lnTo>
                  <a:pt x="625959" y="143179"/>
                </a:lnTo>
                <a:lnTo>
                  <a:pt x="575198" y="143179"/>
                </a:lnTo>
                <a:lnTo>
                  <a:pt x="575198" y="135915"/>
                </a:lnTo>
                <a:lnTo>
                  <a:pt x="584644" y="135915"/>
                </a:lnTo>
                <a:cubicBezTo>
                  <a:pt x="587443" y="135915"/>
                  <a:pt x="589494" y="135233"/>
                  <a:pt x="590798" y="133869"/>
                </a:cubicBezTo>
                <a:cubicBezTo>
                  <a:pt x="592102" y="132503"/>
                  <a:pt x="592754" y="130519"/>
                  <a:pt x="592754" y="127916"/>
                </a:cubicBezTo>
                <a:lnTo>
                  <a:pt x="592754" y="71739"/>
                </a:lnTo>
                <a:cubicBezTo>
                  <a:pt x="592754" y="68184"/>
                  <a:pt x="591736" y="65503"/>
                  <a:pt x="589701" y="63695"/>
                </a:cubicBezTo>
                <a:cubicBezTo>
                  <a:pt x="587665" y="61885"/>
                  <a:pt x="584644" y="60980"/>
                  <a:pt x="580636" y="60980"/>
                </a:cubicBezTo>
                <a:lnTo>
                  <a:pt x="573289" y="60980"/>
                </a:lnTo>
                <a:lnTo>
                  <a:pt x="573289" y="53716"/>
                </a:lnTo>
                <a:close/>
                <a:moveTo>
                  <a:pt x="636562" y="53525"/>
                </a:moveTo>
                <a:lnTo>
                  <a:pt x="666236" y="51804"/>
                </a:lnTo>
                <a:cubicBezTo>
                  <a:pt x="667445" y="57408"/>
                  <a:pt x="668335" y="63967"/>
                  <a:pt x="668908" y="71482"/>
                </a:cubicBezTo>
                <a:cubicBezTo>
                  <a:pt x="672915" y="64986"/>
                  <a:pt x="677638" y="60115"/>
                  <a:pt x="683077" y="56867"/>
                </a:cubicBezTo>
                <a:cubicBezTo>
                  <a:pt x="688516" y="53619"/>
                  <a:pt x="694670" y="51996"/>
                  <a:pt x="701540" y="51996"/>
                </a:cubicBezTo>
                <a:cubicBezTo>
                  <a:pt x="707456" y="51996"/>
                  <a:pt x="712417" y="53157"/>
                  <a:pt x="716425" y="55481"/>
                </a:cubicBezTo>
                <a:cubicBezTo>
                  <a:pt x="720432" y="57803"/>
                  <a:pt x="723645" y="61479"/>
                  <a:pt x="726062" y="66509"/>
                </a:cubicBezTo>
                <a:cubicBezTo>
                  <a:pt x="728479" y="71537"/>
                  <a:pt x="729688" y="77169"/>
                  <a:pt x="729688" y="83406"/>
                </a:cubicBezTo>
                <a:lnTo>
                  <a:pt x="729688" y="126939"/>
                </a:lnTo>
                <a:cubicBezTo>
                  <a:pt x="729688" y="130187"/>
                  <a:pt x="730419" y="132495"/>
                  <a:pt x="731882" y="133863"/>
                </a:cubicBezTo>
                <a:cubicBezTo>
                  <a:pt x="733345" y="135231"/>
                  <a:pt x="735794" y="135915"/>
                  <a:pt x="739229" y="135915"/>
                </a:cubicBezTo>
                <a:lnTo>
                  <a:pt x="745527" y="135915"/>
                </a:lnTo>
                <a:lnTo>
                  <a:pt x="745527" y="143179"/>
                </a:lnTo>
                <a:lnTo>
                  <a:pt x="698391" y="143179"/>
                </a:lnTo>
                <a:lnTo>
                  <a:pt x="698391" y="135915"/>
                </a:lnTo>
                <a:lnTo>
                  <a:pt x="702876" y="135915"/>
                </a:lnTo>
                <a:cubicBezTo>
                  <a:pt x="707074" y="135915"/>
                  <a:pt x="710000" y="135247"/>
                  <a:pt x="711654" y="133911"/>
                </a:cubicBezTo>
                <a:cubicBezTo>
                  <a:pt x="713308" y="132574"/>
                  <a:pt x="714135" y="130569"/>
                  <a:pt x="714135" y="127895"/>
                </a:cubicBezTo>
                <a:lnTo>
                  <a:pt x="714135" y="89618"/>
                </a:lnTo>
                <a:cubicBezTo>
                  <a:pt x="714135" y="81283"/>
                  <a:pt x="712862" y="75110"/>
                  <a:pt x="710318" y="71100"/>
                </a:cubicBezTo>
                <a:cubicBezTo>
                  <a:pt x="706756" y="65373"/>
                  <a:pt x="701349" y="62509"/>
                  <a:pt x="694097" y="62509"/>
                </a:cubicBezTo>
                <a:cubicBezTo>
                  <a:pt x="686909" y="62509"/>
                  <a:pt x="680914" y="65405"/>
                  <a:pt x="676111" y="71195"/>
                </a:cubicBezTo>
                <a:cubicBezTo>
                  <a:pt x="671309" y="76986"/>
                  <a:pt x="668908" y="84527"/>
                  <a:pt x="668908" y="93818"/>
                </a:cubicBezTo>
                <a:lnTo>
                  <a:pt x="668908" y="126942"/>
                </a:lnTo>
                <a:cubicBezTo>
                  <a:pt x="668908" y="130188"/>
                  <a:pt x="669655" y="132495"/>
                  <a:pt x="671150" y="133863"/>
                </a:cubicBezTo>
                <a:cubicBezTo>
                  <a:pt x="672645" y="135231"/>
                  <a:pt x="675110" y="135915"/>
                  <a:pt x="678545" y="135915"/>
                </a:cubicBezTo>
                <a:lnTo>
                  <a:pt x="684747" y="135915"/>
                </a:lnTo>
                <a:lnTo>
                  <a:pt x="684747" y="143179"/>
                </a:lnTo>
                <a:lnTo>
                  <a:pt x="637420" y="143179"/>
                </a:lnTo>
                <a:lnTo>
                  <a:pt x="637420" y="135915"/>
                </a:lnTo>
                <a:lnTo>
                  <a:pt x="643622" y="135915"/>
                </a:lnTo>
                <a:cubicBezTo>
                  <a:pt x="646739" y="135915"/>
                  <a:pt x="649109" y="135279"/>
                  <a:pt x="650731" y="134006"/>
                </a:cubicBezTo>
                <a:cubicBezTo>
                  <a:pt x="652353" y="132734"/>
                  <a:pt x="653164" y="131143"/>
                  <a:pt x="653164" y="129233"/>
                </a:cubicBezTo>
                <a:lnTo>
                  <a:pt x="653164" y="71479"/>
                </a:lnTo>
                <a:cubicBezTo>
                  <a:pt x="653164" y="67662"/>
                  <a:pt x="652130" y="64766"/>
                  <a:pt x="650063" y="62793"/>
                </a:cubicBezTo>
                <a:cubicBezTo>
                  <a:pt x="647996" y="60820"/>
                  <a:pt x="645022" y="59833"/>
                  <a:pt x="641142" y="59833"/>
                </a:cubicBezTo>
                <a:lnTo>
                  <a:pt x="636562" y="59833"/>
                </a:lnTo>
                <a:lnTo>
                  <a:pt x="636562" y="53525"/>
                </a:lnTo>
                <a:close/>
                <a:moveTo>
                  <a:pt x="824271" y="58591"/>
                </a:moveTo>
                <a:cubicBezTo>
                  <a:pt x="830632" y="52155"/>
                  <a:pt x="836485" y="48937"/>
                  <a:pt x="841828" y="48937"/>
                </a:cubicBezTo>
                <a:cubicBezTo>
                  <a:pt x="845008" y="48937"/>
                  <a:pt x="847648" y="49956"/>
                  <a:pt x="849747" y="51996"/>
                </a:cubicBezTo>
                <a:cubicBezTo>
                  <a:pt x="851847" y="54035"/>
                  <a:pt x="852896" y="56520"/>
                  <a:pt x="852896" y="59451"/>
                </a:cubicBezTo>
                <a:cubicBezTo>
                  <a:pt x="852896" y="61808"/>
                  <a:pt x="852181" y="63768"/>
                  <a:pt x="850749" y="65329"/>
                </a:cubicBezTo>
                <a:cubicBezTo>
                  <a:pt x="849318" y="66890"/>
                  <a:pt x="847648" y="67671"/>
                  <a:pt x="845740" y="67671"/>
                </a:cubicBezTo>
                <a:cubicBezTo>
                  <a:pt x="842114" y="67671"/>
                  <a:pt x="839665" y="65440"/>
                  <a:pt x="838393" y="60980"/>
                </a:cubicBezTo>
                <a:cubicBezTo>
                  <a:pt x="837884" y="59068"/>
                  <a:pt x="837025" y="58113"/>
                  <a:pt x="835817" y="58113"/>
                </a:cubicBezTo>
                <a:cubicBezTo>
                  <a:pt x="833654" y="58113"/>
                  <a:pt x="831300" y="59546"/>
                  <a:pt x="828756" y="62414"/>
                </a:cubicBezTo>
                <a:cubicBezTo>
                  <a:pt x="831491" y="66181"/>
                  <a:pt x="833368" y="69454"/>
                  <a:pt x="834385" y="72232"/>
                </a:cubicBezTo>
                <a:cubicBezTo>
                  <a:pt x="835403" y="75007"/>
                  <a:pt x="835912" y="77991"/>
                  <a:pt x="835912" y="81183"/>
                </a:cubicBezTo>
                <a:cubicBezTo>
                  <a:pt x="835912" y="86737"/>
                  <a:pt x="834576" y="91637"/>
                  <a:pt x="831905" y="95885"/>
                </a:cubicBezTo>
                <a:cubicBezTo>
                  <a:pt x="829233" y="100130"/>
                  <a:pt x="824796" y="103881"/>
                  <a:pt x="818594" y="107136"/>
                </a:cubicBezTo>
                <a:cubicBezTo>
                  <a:pt x="812392" y="110392"/>
                  <a:pt x="806460" y="112020"/>
                  <a:pt x="800799" y="112020"/>
                </a:cubicBezTo>
                <a:lnTo>
                  <a:pt x="790399" y="112020"/>
                </a:lnTo>
                <a:cubicBezTo>
                  <a:pt x="783020" y="112020"/>
                  <a:pt x="778122" y="112801"/>
                  <a:pt x="775705" y="114364"/>
                </a:cubicBezTo>
                <a:cubicBezTo>
                  <a:pt x="773287" y="115993"/>
                  <a:pt x="772079" y="118372"/>
                  <a:pt x="772079" y="121500"/>
                </a:cubicBezTo>
                <a:cubicBezTo>
                  <a:pt x="772079" y="124041"/>
                  <a:pt x="773065" y="125995"/>
                  <a:pt x="775037" y="127363"/>
                </a:cubicBezTo>
                <a:cubicBezTo>
                  <a:pt x="777009" y="128731"/>
                  <a:pt x="780730" y="129415"/>
                  <a:pt x="786200" y="129415"/>
                </a:cubicBezTo>
                <a:lnTo>
                  <a:pt x="809768" y="128651"/>
                </a:lnTo>
                <a:cubicBezTo>
                  <a:pt x="821663" y="128651"/>
                  <a:pt x="830235" y="130642"/>
                  <a:pt x="835483" y="134624"/>
                </a:cubicBezTo>
                <a:cubicBezTo>
                  <a:pt x="840731" y="138607"/>
                  <a:pt x="843355" y="144071"/>
                  <a:pt x="843355" y="151016"/>
                </a:cubicBezTo>
                <a:cubicBezTo>
                  <a:pt x="843355" y="158663"/>
                  <a:pt x="840365" y="165099"/>
                  <a:pt x="834385" y="170324"/>
                </a:cubicBezTo>
                <a:cubicBezTo>
                  <a:pt x="826052" y="177715"/>
                  <a:pt x="813617" y="181411"/>
                  <a:pt x="797078" y="181411"/>
                </a:cubicBezTo>
                <a:cubicBezTo>
                  <a:pt x="783402" y="181411"/>
                  <a:pt x="773256" y="178913"/>
                  <a:pt x="766640" y="173917"/>
                </a:cubicBezTo>
                <a:cubicBezTo>
                  <a:pt x="761424" y="169996"/>
                  <a:pt x="758816" y="165600"/>
                  <a:pt x="758816" y="160730"/>
                </a:cubicBezTo>
                <a:cubicBezTo>
                  <a:pt x="758816" y="157000"/>
                  <a:pt x="760486" y="153585"/>
                  <a:pt x="763825" y="150485"/>
                </a:cubicBezTo>
                <a:cubicBezTo>
                  <a:pt x="767165" y="147386"/>
                  <a:pt x="772779" y="145079"/>
                  <a:pt x="780666" y="143561"/>
                </a:cubicBezTo>
                <a:cubicBezTo>
                  <a:pt x="774369" y="142012"/>
                  <a:pt x="769630" y="139737"/>
                  <a:pt x="766449" y="136736"/>
                </a:cubicBezTo>
                <a:cubicBezTo>
                  <a:pt x="763269" y="133735"/>
                  <a:pt x="761679" y="130008"/>
                  <a:pt x="761679" y="125553"/>
                </a:cubicBezTo>
                <a:cubicBezTo>
                  <a:pt x="761679" y="121423"/>
                  <a:pt x="762967" y="117826"/>
                  <a:pt x="765543" y="114762"/>
                </a:cubicBezTo>
                <a:cubicBezTo>
                  <a:pt x="768119" y="111695"/>
                  <a:pt x="772588" y="109065"/>
                  <a:pt x="778949" y="106870"/>
                </a:cubicBezTo>
                <a:cubicBezTo>
                  <a:pt x="773542" y="103876"/>
                  <a:pt x="769471" y="100259"/>
                  <a:pt x="766736" y="96022"/>
                </a:cubicBezTo>
                <a:cubicBezTo>
                  <a:pt x="764000" y="91783"/>
                  <a:pt x="762633" y="86922"/>
                  <a:pt x="762633" y="81440"/>
                </a:cubicBezTo>
                <a:cubicBezTo>
                  <a:pt x="762633" y="72772"/>
                  <a:pt x="766036" y="65507"/>
                  <a:pt x="772842" y="59645"/>
                </a:cubicBezTo>
                <a:cubicBezTo>
                  <a:pt x="779649" y="53781"/>
                  <a:pt x="788490" y="50849"/>
                  <a:pt x="799368" y="50849"/>
                </a:cubicBezTo>
                <a:cubicBezTo>
                  <a:pt x="803821" y="50849"/>
                  <a:pt x="808114" y="51486"/>
                  <a:pt x="812249" y="52760"/>
                </a:cubicBezTo>
                <a:cubicBezTo>
                  <a:pt x="816384" y="54035"/>
                  <a:pt x="820391" y="55978"/>
                  <a:pt x="824271" y="58591"/>
                </a:cubicBezTo>
                <a:moveTo>
                  <a:pt x="799177" y="56966"/>
                </a:moveTo>
                <a:cubicBezTo>
                  <a:pt x="793516" y="56966"/>
                  <a:pt x="788840" y="59053"/>
                  <a:pt x="785151" y="63226"/>
                </a:cubicBezTo>
                <a:cubicBezTo>
                  <a:pt x="781461" y="67400"/>
                  <a:pt x="779617" y="73246"/>
                  <a:pt x="779617" y="80765"/>
                </a:cubicBezTo>
                <a:cubicBezTo>
                  <a:pt x="779617" y="88794"/>
                  <a:pt x="781461" y="95022"/>
                  <a:pt x="785151" y="99451"/>
                </a:cubicBezTo>
                <a:cubicBezTo>
                  <a:pt x="788840" y="103880"/>
                  <a:pt x="793547" y="106094"/>
                  <a:pt x="799272" y="106094"/>
                </a:cubicBezTo>
                <a:cubicBezTo>
                  <a:pt x="804997" y="106094"/>
                  <a:pt x="809689" y="103943"/>
                  <a:pt x="813346" y="99642"/>
                </a:cubicBezTo>
                <a:cubicBezTo>
                  <a:pt x="817004" y="95341"/>
                  <a:pt x="818833" y="89176"/>
                  <a:pt x="818833" y="81147"/>
                </a:cubicBezTo>
                <a:cubicBezTo>
                  <a:pt x="818833" y="73692"/>
                  <a:pt x="816972" y="67798"/>
                  <a:pt x="813251" y="63465"/>
                </a:cubicBezTo>
                <a:cubicBezTo>
                  <a:pt x="809530" y="59132"/>
                  <a:pt x="804838" y="56966"/>
                  <a:pt x="799177" y="56966"/>
                </a:cubicBezTo>
                <a:moveTo>
                  <a:pt x="804807" y="143370"/>
                </a:moveTo>
                <a:cubicBezTo>
                  <a:pt x="793102" y="143370"/>
                  <a:pt x="784753" y="144990"/>
                  <a:pt x="779760" y="148230"/>
                </a:cubicBezTo>
                <a:cubicBezTo>
                  <a:pt x="774766" y="151469"/>
                  <a:pt x="772270" y="155376"/>
                  <a:pt x="772270" y="159950"/>
                </a:cubicBezTo>
                <a:cubicBezTo>
                  <a:pt x="772270" y="164271"/>
                  <a:pt x="774146" y="167670"/>
                  <a:pt x="777899" y="170147"/>
                </a:cubicBezTo>
                <a:cubicBezTo>
                  <a:pt x="782861" y="173451"/>
                  <a:pt x="789922" y="175103"/>
                  <a:pt x="799082" y="175103"/>
                </a:cubicBezTo>
                <a:cubicBezTo>
                  <a:pt x="810023" y="175103"/>
                  <a:pt x="818260" y="173292"/>
                  <a:pt x="823794" y="169669"/>
                </a:cubicBezTo>
                <a:cubicBezTo>
                  <a:pt x="829328" y="166049"/>
                  <a:pt x="832095" y="162016"/>
                  <a:pt x="832095" y="157570"/>
                </a:cubicBezTo>
                <a:cubicBezTo>
                  <a:pt x="832095" y="154965"/>
                  <a:pt x="831237" y="152535"/>
                  <a:pt x="829519" y="150279"/>
                </a:cubicBezTo>
                <a:cubicBezTo>
                  <a:pt x="827802" y="148023"/>
                  <a:pt x="825067" y="146307"/>
                  <a:pt x="821313" y="145132"/>
                </a:cubicBezTo>
                <a:cubicBezTo>
                  <a:pt x="817560" y="143957"/>
                  <a:pt x="812058" y="143370"/>
                  <a:pt x="804807" y="1433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9CD1AE-4A9E-4368-ADDB-2559CF74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326" y="1564594"/>
            <a:ext cx="619456" cy="341580"/>
          </a:xfrm>
          <a:custGeom xmlns:a="http://schemas.openxmlformats.org/drawingml/2006/main">
            <a:pathLst>
              <a:path w="619456" h="341580">
                <a:moveTo>
                  <a:pt x="0" y="85395"/>
                </a:moveTo>
                <a:lnTo>
                  <a:pt x="448959" y="85395"/>
                </a:lnTo>
                <a:lnTo>
                  <a:pt x="448959" y="0"/>
                </a:lnTo>
                <a:lnTo>
                  <a:pt x="619456" y="170790"/>
                </a:lnTo>
                <a:lnTo>
                  <a:pt x="448959" y="341580"/>
                </a:lnTo>
                <a:lnTo>
                  <a:pt x="448959" y="256185"/>
                </a:lnTo>
                <a:lnTo>
                  <a:pt x="0" y="256185"/>
                </a:lnTo>
                <a:lnTo>
                  <a:pt x="0" y="853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758543-E0B3-4B50-AC23-A67CE1FC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326" y="1564594"/>
            <a:ext cx="619456" cy="341580"/>
          </a:xfrm>
          <a:custGeom xmlns:a="http://schemas.openxmlformats.org/drawingml/2006/main">
            <a:pathLst>
              <a:path w="619456" h="341580" fill="none">
                <a:moveTo>
                  <a:pt x="0" y="85395"/>
                </a:moveTo>
                <a:lnTo>
                  <a:pt x="448959" y="85395"/>
                </a:lnTo>
                <a:lnTo>
                  <a:pt x="448959" y="0"/>
                </a:lnTo>
                <a:lnTo>
                  <a:pt x="619456" y="170790"/>
                </a:lnTo>
                <a:lnTo>
                  <a:pt x="448959" y="341580"/>
                </a:lnTo>
                <a:lnTo>
                  <a:pt x="448959" y="256185"/>
                </a:lnTo>
                <a:lnTo>
                  <a:pt x="0" y="256185"/>
                </a:lnTo>
                <a:lnTo>
                  <a:pt x="0" y="853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4447" cap="flat">
            <a:solidFill>
              <a:srgbClr val="000000"/>
            </a:solidFill>
            <a:miter/>
          </a:ln>
        </p:spPr>
      </p:sp>
      <p:sp>
        <p:nvSpPr>
          <p:cNvPr id="140" name="Text Sample">
            <a:extLst xmlns:a="http://schemas.openxmlformats.org/drawingml/2006/main">
              <a:ext uri="{FF2B5EF4-FFF2-40B4-BE49-F238E27FC236}">
                <a16:creationId xmlns:a16="http://schemas.microsoft.com/office/drawing/2014/main" id="{EF6A613A-272E-4E91-832B-0EA3C045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859" y="1095922"/>
            <a:ext cx="850135" cy="212012"/>
          </a:xfrm>
          <a:custGeom xmlns:a="http://schemas.openxmlformats.org/drawingml/2006/main">
            <a:pathLst>
              <a:path w="850135" h="212012">
                <a:moveTo>
                  <a:pt x="102378" y="16814"/>
                </a:moveTo>
                <a:lnTo>
                  <a:pt x="112716" y="2227"/>
                </a:lnTo>
                <a:lnTo>
                  <a:pt x="120608" y="2227"/>
                </a:lnTo>
                <a:lnTo>
                  <a:pt x="121609" y="59016"/>
                </a:lnTo>
                <a:lnTo>
                  <a:pt x="111604" y="59016"/>
                </a:lnTo>
                <a:cubicBezTo>
                  <a:pt x="106417" y="42722"/>
                  <a:pt x="99043" y="30519"/>
                  <a:pt x="89483" y="22409"/>
                </a:cubicBezTo>
                <a:cubicBezTo>
                  <a:pt x="79924" y="14299"/>
                  <a:pt x="69364" y="10244"/>
                  <a:pt x="57803" y="10244"/>
                </a:cubicBezTo>
                <a:cubicBezTo>
                  <a:pt x="47947" y="10244"/>
                  <a:pt x="39925" y="12922"/>
                  <a:pt x="33737" y="18279"/>
                </a:cubicBezTo>
                <a:cubicBezTo>
                  <a:pt x="27549" y="23635"/>
                  <a:pt x="24455" y="30045"/>
                  <a:pt x="24455" y="37508"/>
                </a:cubicBezTo>
                <a:cubicBezTo>
                  <a:pt x="24455" y="41941"/>
                  <a:pt x="25678" y="46005"/>
                  <a:pt x="28123" y="49701"/>
                </a:cubicBezTo>
                <a:cubicBezTo>
                  <a:pt x="30569" y="53396"/>
                  <a:pt x="34515" y="56556"/>
                  <a:pt x="39962" y="59179"/>
                </a:cubicBezTo>
                <a:cubicBezTo>
                  <a:pt x="45409" y="61801"/>
                  <a:pt x="54950" y="64515"/>
                  <a:pt x="68585" y="67322"/>
                </a:cubicBezTo>
                <a:cubicBezTo>
                  <a:pt x="84518" y="70646"/>
                  <a:pt x="95523" y="73646"/>
                  <a:pt x="101600" y="76320"/>
                </a:cubicBezTo>
                <a:cubicBezTo>
                  <a:pt x="111234" y="80628"/>
                  <a:pt x="118459" y="86329"/>
                  <a:pt x="123276" y="93423"/>
                </a:cubicBezTo>
                <a:cubicBezTo>
                  <a:pt x="128093" y="100517"/>
                  <a:pt x="130501" y="109153"/>
                  <a:pt x="130501" y="119330"/>
                </a:cubicBezTo>
                <a:cubicBezTo>
                  <a:pt x="130501" y="134559"/>
                  <a:pt x="125277" y="146706"/>
                  <a:pt x="114828" y="155769"/>
                </a:cubicBezTo>
                <a:cubicBezTo>
                  <a:pt x="102230" y="166689"/>
                  <a:pt x="86630" y="172148"/>
                  <a:pt x="68030" y="172148"/>
                </a:cubicBezTo>
                <a:cubicBezTo>
                  <a:pt x="50911" y="172148"/>
                  <a:pt x="35275" y="166135"/>
                  <a:pt x="21120" y="154109"/>
                </a:cubicBezTo>
                <a:lnTo>
                  <a:pt x="8115" y="170367"/>
                </a:lnTo>
                <a:lnTo>
                  <a:pt x="0" y="170367"/>
                </a:lnTo>
                <a:lnTo>
                  <a:pt x="0" y="109346"/>
                </a:lnTo>
                <a:lnTo>
                  <a:pt x="9671" y="109346"/>
                </a:lnTo>
                <a:cubicBezTo>
                  <a:pt x="19379" y="144088"/>
                  <a:pt x="39091" y="161459"/>
                  <a:pt x="68808" y="161459"/>
                </a:cubicBezTo>
                <a:cubicBezTo>
                  <a:pt x="80961" y="161459"/>
                  <a:pt x="90410" y="158664"/>
                  <a:pt x="97153" y="153076"/>
                </a:cubicBezTo>
                <a:cubicBezTo>
                  <a:pt x="103897" y="147488"/>
                  <a:pt x="107269" y="140512"/>
                  <a:pt x="107269" y="132149"/>
                </a:cubicBezTo>
                <a:cubicBezTo>
                  <a:pt x="107269" y="126301"/>
                  <a:pt x="105787" y="121397"/>
                  <a:pt x="102823" y="117437"/>
                </a:cubicBezTo>
                <a:cubicBezTo>
                  <a:pt x="99858" y="113477"/>
                  <a:pt x="95264" y="110276"/>
                  <a:pt x="89039" y="107833"/>
                </a:cubicBezTo>
                <a:cubicBezTo>
                  <a:pt x="85630" y="106501"/>
                  <a:pt x="77182" y="104392"/>
                  <a:pt x="63694" y="101507"/>
                </a:cubicBezTo>
                <a:cubicBezTo>
                  <a:pt x="45538" y="97510"/>
                  <a:pt x="32588" y="93380"/>
                  <a:pt x="24844" y="89119"/>
                </a:cubicBezTo>
                <a:cubicBezTo>
                  <a:pt x="17100" y="84855"/>
                  <a:pt x="11412" y="79629"/>
                  <a:pt x="7781" y="73439"/>
                </a:cubicBezTo>
                <a:cubicBezTo>
                  <a:pt x="4150" y="67250"/>
                  <a:pt x="2334" y="59708"/>
                  <a:pt x="2334" y="50814"/>
                </a:cubicBezTo>
                <a:cubicBezTo>
                  <a:pt x="2334" y="35840"/>
                  <a:pt x="7355" y="23627"/>
                  <a:pt x="17396" y="14176"/>
                </a:cubicBezTo>
                <a:cubicBezTo>
                  <a:pt x="27438" y="4725"/>
                  <a:pt x="40907" y="0"/>
                  <a:pt x="57803" y="0"/>
                </a:cubicBezTo>
                <a:cubicBezTo>
                  <a:pt x="74032" y="0"/>
                  <a:pt x="88891" y="5605"/>
                  <a:pt x="102378" y="16814"/>
                </a:cubicBezTo>
                <a:close/>
                <a:moveTo>
                  <a:pt x="271887" y="155668"/>
                </a:moveTo>
                <a:lnTo>
                  <a:pt x="276555" y="163797"/>
                </a:lnTo>
                <a:cubicBezTo>
                  <a:pt x="272035" y="166957"/>
                  <a:pt x="267978" y="169138"/>
                  <a:pt x="264383" y="170342"/>
                </a:cubicBezTo>
                <a:cubicBezTo>
                  <a:pt x="260789" y="171546"/>
                  <a:pt x="256843" y="172148"/>
                  <a:pt x="252545" y="172148"/>
                </a:cubicBezTo>
                <a:cubicBezTo>
                  <a:pt x="246172" y="172148"/>
                  <a:pt x="241021" y="170788"/>
                  <a:pt x="237094" y="168067"/>
                </a:cubicBezTo>
                <a:cubicBezTo>
                  <a:pt x="233166" y="165343"/>
                  <a:pt x="229572" y="160215"/>
                  <a:pt x="226311" y="152683"/>
                </a:cubicBezTo>
                <a:cubicBezTo>
                  <a:pt x="218752" y="160215"/>
                  <a:pt x="211972" y="165343"/>
                  <a:pt x="205969" y="168067"/>
                </a:cubicBezTo>
                <a:cubicBezTo>
                  <a:pt x="199967" y="170788"/>
                  <a:pt x="193186" y="172148"/>
                  <a:pt x="185627" y="172148"/>
                </a:cubicBezTo>
                <a:cubicBezTo>
                  <a:pt x="175178" y="172148"/>
                  <a:pt x="167026" y="169736"/>
                  <a:pt x="161172" y="164910"/>
                </a:cubicBezTo>
                <a:cubicBezTo>
                  <a:pt x="155317" y="160085"/>
                  <a:pt x="152390" y="153961"/>
                  <a:pt x="152390" y="146538"/>
                </a:cubicBezTo>
                <a:cubicBezTo>
                  <a:pt x="152390" y="135328"/>
                  <a:pt x="157800" y="126346"/>
                  <a:pt x="168620" y="119591"/>
                </a:cubicBezTo>
                <a:cubicBezTo>
                  <a:pt x="177290" y="114246"/>
                  <a:pt x="196298" y="108901"/>
                  <a:pt x="225644" y="103556"/>
                </a:cubicBezTo>
                <a:lnTo>
                  <a:pt x="225644" y="88524"/>
                </a:lnTo>
                <a:cubicBezTo>
                  <a:pt x="225644" y="82585"/>
                  <a:pt x="223681" y="77741"/>
                  <a:pt x="219753" y="73993"/>
                </a:cubicBezTo>
                <a:cubicBezTo>
                  <a:pt x="215825" y="70244"/>
                  <a:pt x="210564" y="68369"/>
                  <a:pt x="203968" y="68369"/>
                </a:cubicBezTo>
                <a:cubicBezTo>
                  <a:pt x="198929" y="68369"/>
                  <a:pt x="194483" y="69456"/>
                  <a:pt x="190629" y="71630"/>
                </a:cubicBezTo>
                <a:cubicBezTo>
                  <a:pt x="188035" y="73054"/>
                  <a:pt x="186739" y="74479"/>
                  <a:pt x="186739" y="75903"/>
                </a:cubicBezTo>
                <a:cubicBezTo>
                  <a:pt x="186739" y="76652"/>
                  <a:pt x="187220" y="77776"/>
                  <a:pt x="188184" y="79275"/>
                </a:cubicBezTo>
                <a:cubicBezTo>
                  <a:pt x="190259" y="82648"/>
                  <a:pt x="191296" y="85982"/>
                  <a:pt x="191296" y="89279"/>
                </a:cubicBezTo>
                <a:cubicBezTo>
                  <a:pt x="191296" y="93478"/>
                  <a:pt x="189925" y="96871"/>
                  <a:pt x="187183" y="99457"/>
                </a:cubicBezTo>
                <a:cubicBezTo>
                  <a:pt x="184441" y="102041"/>
                  <a:pt x="180773" y="103333"/>
                  <a:pt x="176178" y="103333"/>
                </a:cubicBezTo>
                <a:cubicBezTo>
                  <a:pt x="171287" y="103333"/>
                  <a:pt x="167360" y="101931"/>
                  <a:pt x="164395" y="99127"/>
                </a:cubicBezTo>
                <a:cubicBezTo>
                  <a:pt x="161431" y="96322"/>
                  <a:pt x="159949" y="92713"/>
                  <a:pt x="159949" y="88301"/>
                </a:cubicBezTo>
                <a:cubicBezTo>
                  <a:pt x="159949" y="81045"/>
                  <a:pt x="163840" y="74649"/>
                  <a:pt x="171621" y="69114"/>
                </a:cubicBezTo>
                <a:cubicBezTo>
                  <a:pt x="181329" y="62233"/>
                  <a:pt x="193408" y="58793"/>
                  <a:pt x="207859" y="58793"/>
                </a:cubicBezTo>
                <a:cubicBezTo>
                  <a:pt x="218752" y="58793"/>
                  <a:pt x="228423" y="60498"/>
                  <a:pt x="236871" y="63908"/>
                </a:cubicBezTo>
                <a:cubicBezTo>
                  <a:pt x="242281" y="66059"/>
                  <a:pt x="246672" y="69823"/>
                  <a:pt x="250044" y="75200"/>
                </a:cubicBezTo>
                <a:cubicBezTo>
                  <a:pt x="253416" y="80575"/>
                  <a:pt x="255102" y="87192"/>
                  <a:pt x="255102" y="95052"/>
                </a:cubicBezTo>
                <a:lnTo>
                  <a:pt x="255102" y="147888"/>
                </a:lnTo>
                <a:cubicBezTo>
                  <a:pt x="255102" y="151892"/>
                  <a:pt x="255843" y="154783"/>
                  <a:pt x="257325" y="156563"/>
                </a:cubicBezTo>
                <a:cubicBezTo>
                  <a:pt x="258807" y="158342"/>
                  <a:pt x="260845" y="159232"/>
                  <a:pt x="263439" y="159232"/>
                </a:cubicBezTo>
                <a:cubicBezTo>
                  <a:pt x="265588" y="159232"/>
                  <a:pt x="268404" y="158044"/>
                  <a:pt x="271887" y="155668"/>
                </a:cubicBezTo>
                <a:moveTo>
                  <a:pt x="225644" y="113355"/>
                </a:moveTo>
                <a:cubicBezTo>
                  <a:pt x="209786" y="115496"/>
                  <a:pt x="199059" y="118802"/>
                  <a:pt x="193464" y="123272"/>
                </a:cubicBezTo>
                <a:cubicBezTo>
                  <a:pt x="187869" y="127740"/>
                  <a:pt x="185071" y="133630"/>
                  <a:pt x="185071" y="140942"/>
                </a:cubicBezTo>
                <a:cubicBezTo>
                  <a:pt x="185071" y="146111"/>
                  <a:pt x="186387" y="150080"/>
                  <a:pt x="189017" y="152850"/>
                </a:cubicBezTo>
                <a:cubicBezTo>
                  <a:pt x="191648" y="155620"/>
                  <a:pt x="195335" y="157005"/>
                  <a:pt x="200078" y="157005"/>
                </a:cubicBezTo>
                <a:cubicBezTo>
                  <a:pt x="207414" y="157005"/>
                  <a:pt x="213509" y="154383"/>
                  <a:pt x="218363" y="149140"/>
                </a:cubicBezTo>
                <a:cubicBezTo>
                  <a:pt x="223217" y="143895"/>
                  <a:pt x="225644" y="136731"/>
                  <a:pt x="225644" y="127646"/>
                </a:cubicBezTo>
                <a:lnTo>
                  <a:pt x="225644" y="113355"/>
                </a:lnTo>
                <a:close/>
                <a:moveTo>
                  <a:pt x="498456" y="158563"/>
                </a:moveTo>
                <a:lnTo>
                  <a:pt x="498456" y="168808"/>
                </a:lnTo>
                <a:lnTo>
                  <a:pt x="435873" y="168808"/>
                </a:lnTo>
                <a:lnTo>
                  <a:pt x="435873" y="158563"/>
                </a:lnTo>
                <a:lnTo>
                  <a:pt x="442321" y="158563"/>
                </a:lnTo>
                <a:cubicBezTo>
                  <a:pt x="446248" y="158563"/>
                  <a:pt x="449009" y="157784"/>
                  <a:pt x="450602" y="156225"/>
                </a:cubicBezTo>
                <a:cubicBezTo>
                  <a:pt x="452195" y="154666"/>
                  <a:pt x="452992" y="152254"/>
                  <a:pt x="452992" y="148987"/>
                </a:cubicBezTo>
                <a:lnTo>
                  <a:pt x="452992" y="103668"/>
                </a:lnTo>
                <a:cubicBezTo>
                  <a:pt x="452992" y="95279"/>
                  <a:pt x="451269" y="89081"/>
                  <a:pt x="447823" y="85072"/>
                </a:cubicBezTo>
                <a:cubicBezTo>
                  <a:pt x="444377" y="81063"/>
                  <a:pt x="439579" y="79059"/>
                  <a:pt x="433428" y="79059"/>
                </a:cubicBezTo>
                <a:cubicBezTo>
                  <a:pt x="428389" y="79059"/>
                  <a:pt x="424072" y="80191"/>
                  <a:pt x="420478" y="82455"/>
                </a:cubicBezTo>
                <a:cubicBezTo>
                  <a:pt x="416884" y="84719"/>
                  <a:pt x="413790" y="88505"/>
                  <a:pt x="411196" y="93813"/>
                </a:cubicBezTo>
                <a:cubicBezTo>
                  <a:pt x="408602" y="99121"/>
                  <a:pt x="407305" y="104336"/>
                  <a:pt x="407305" y="109458"/>
                </a:cubicBezTo>
                <a:lnTo>
                  <a:pt x="407305" y="150323"/>
                </a:lnTo>
                <a:cubicBezTo>
                  <a:pt x="407305" y="152996"/>
                  <a:pt x="408046" y="155037"/>
                  <a:pt x="409529" y="156448"/>
                </a:cubicBezTo>
                <a:cubicBezTo>
                  <a:pt x="411011" y="157858"/>
                  <a:pt x="413012" y="158563"/>
                  <a:pt x="415531" y="158563"/>
                </a:cubicBezTo>
                <a:lnTo>
                  <a:pt x="424090" y="158563"/>
                </a:lnTo>
                <a:lnTo>
                  <a:pt x="424090" y="168808"/>
                </a:lnTo>
                <a:lnTo>
                  <a:pt x="360174" y="168808"/>
                </a:lnTo>
                <a:lnTo>
                  <a:pt x="360174" y="158563"/>
                </a:lnTo>
                <a:lnTo>
                  <a:pt x="367288" y="158563"/>
                </a:lnTo>
                <a:cubicBezTo>
                  <a:pt x="371141" y="158563"/>
                  <a:pt x="373735" y="157931"/>
                  <a:pt x="375069" y="156667"/>
                </a:cubicBezTo>
                <a:cubicBezTo>
                  <a:pt x="376773" y="155032"/>
                  <a:pt x="377626" y="152690"/>
                  <a:pt x="377626" y="149641"/>
                </a:cubicBezTo>
                <a:lnTo>
                  <a:pt x="377626" y="102589"/>
                </a:lnTo>
                <a:cubicBezTo>
                  <a:pt x="377626" y="95080"/>
                  <a:pt x="375773" y="89244"/>
                  <a:pt x="372068" y="85082"/>
                </a:cubicBezTo>
                <a:cubicBezTo>
                  <a:pt x="368362" y="80918"/>
                  <a:pt x="363657" y="78836"/>
                  <a:pt x="357950" y="78836"/>
                </a:cubicBezTo>
                <a:cubicBezTo>
                  <a:pt x="353504" y="78836"/>
                  <a:pt x="349373" y="79989"/>
                  <a:pt x="345556" y="82295"/>
                </a:cubicBezTo>
                <a:cubicBezTo>
                  <a:pt x="341740" y="84599"/>
                  <a:pt x="338479" y="88167"/>
                  <a:pt x="335774" y="92999"/>
                </a:cubicBezTo>
                <a:cubicBezTo>
                  <a:pt x="333069" y="97831"/>
                  <a:pt x="331717" y="102254"/>
                  <a:pt x="331717" y="106267"/>
                </a:cubicBezTo>
                <a:lnTo>
                  <a:pt x="331717" y="147188"/>
                </a:lnTo>
                <a:cubicBezTo>
                  <a:pt x="331717" y="151352"/>
                  <a:pt x="332458" y="154178"/>
                  <a:pt x="333940" y="155665"/>
                </a:cubicBezTo>
                <a:cubicBezTo>
                  <a:pt x="335941" y="157597"/>
                  <a:pt x="338757" y="158563"/>
                  <a:pt x="342388" y="158563"/>
                </a:cubicBezTo>
                <a:lnTo>
                  <a:pt x="348502" y="158563"/>
                </a:lnTo>
                <a:lnTo>
                  <a:pt x="348502" y="168808"/>
                </a:lnTo>
                <a:lnTo>
                  <a:pt x="284252" y="168808"/>
                </a:lnTo>
                <a:lnTo>
                  <a:pt x="284252" y="158563"/>
                </a:lnTo>
                <a:lnTo>
                  <a:pt x="291588" y="158563"/>
                </a:lnTo>
                <a:cubicBezTo>
                  <a:pt x="295516" y="158563"/>
                  <a:pt x="298239" y="157841"/>
                  <a:pt x="299758" y="156396"/>
                </a:cubicBezTo>
                <a:cubicBezTo>
                  <a:pt x="301278" y="154950"/>
                  <a:pt x="302037" y="152486"/>
                  <a:pt x="302037" y="149001"/>
                </a:cubicBezTo>
                <a:lnTo>
                  <a:pt x="302037" y="86394"/>
                </a:lnTo>
                <a:cubicBezTo>
                  <a:pt x="302037" y="83576"/>
                  <a:pt x="301500" y="81332"/>
                  <a:pt x="300425" y="79664"/>
                </a:cubicBezTo>
                <a:cubicBezTo>
                  <a:pt x="299351" y="77997"/>
                  <a:pt x="297665" y="76718"/>
                  <a:pt x="295368" y="75830"/>
                </a:cubicBezTo>
                <a:cubicBezTo>
                  <a:pt x="293663" y="75162"/>
                  <a:pt x="290180" y="74828"/>
                  <a:pt x="284919" y="74828"/>
                </a:cubicBezTo>
                <a:lnTo>
                  <a:pt x="284919" y="64583"/>
                </a:lnTo>
                <a:lnTo>
                  <a:pt x="327826" y="62134"/>
                </a:lnTo>
                <a:cubicBezTo>
                  <a:pt x="329457" y="69327"/>
                  <a:pt x="330531" y="77083"/>
                  <a:pt x="331050" y="85399"/>
                </a:cubicBezTo>
                <a:cubicBezTo>
                  <a:pt x="338164" y="76261"/>
                  <a:pt x="345000" y="69877"/>
                  <a:pt x="351559" y="66247"/>
                </a:cubicBezTo>
                <a:cubicBezTo>
                  <a:pt x="358117" y="62614"/>
                  <a:pt x="365250" y="60798"/>
                  <a:pt x="372957" y="60798"/>
                </a:cubicBezTo>
                <a:cubicBezTo>
                  <a:pt x="381257" y="60798"/>
                  <a:pt x="388130" y="62912"/>
                  <a:pt x="393577" y="67141"/>
                </a:cubicBezTo>
                <a:cubicBezTo>
                  <a:pt x="399024" y="71370"/>
                  <a:pt x="403044" y="77752"/>
                  <a:pt x="405638" y="86286"/>
                </a:cubicBezTo>
                <a:cubicBezTo>
                  <a:pt x="412678" y="76931"/>
                  <a:pt x="419663" y="70306"/>
                  <a:pt x="426592" y="66414"/>
                </a:cubicBezTo>
                <a:cubicBezTo>
                  <a:pt x="433520" y="62521"/>
                  <a:pt x="440764" y="60575"/>
                  <a:pt x="448323" y="60575"/>
                </a:cubicBezTo>
                <a:cubicBezTo>
                  <a:pt x="458846" y="60575"/>
                  <a:pt x="467146" y="63885"/>
                  <a:pt x="473223" y="70506"/>
                </a:cubicBezTo>
                <a:cubicBezTo>
                  <a:pt x="479300" y="77203"/>
                  <a:pt x="482338" y="86690"/>
                  <a:pt x="482338" y="98966"/>
                </a:cubicBezTo>
                <a:lnTo>
                  <a:pt x="482338" y="148966"/>
                </a:lnTo>
                <a:cubicBezTo>
                  <a:pt x="482338" y="152388"/>
                  <a:pt x="483098" y="154844"/>
                  <a:pt x="484617" y="156333"/>
                </a:cubicBezTo>
                <a:cubicBezTo>
                  <a:pt x="486136" y="157820"/>
                  <a:pt x="488489" y="158563"/>
                  <a:pt x="491675" y="158563"/>
                </a:cubicBezTo>
                <a:lnTo>
                  <a:pt x="498456" y="158563"/>
                </a:lnTo>
                <a:close/>
                <a:moveTo>
                  <a:pt x="509475" y="65029"/>
                </a:moveTo>
                <a:lnTo>
                  <a:pt x="551826" y="62356"/>
                </a:lnTo>
                <a:cubicBezTo>
                  <a:pt x="553531" y="69223"/>
                  <a:pt x="554531" y="76053"/>
                  <a:pt x="554828" y="82845"/>
                </a:cubicBezTo>
                <a:cubicBezTo>
                  <a:pt x="559200" y="75793"/>
                  <a:pt x="564813" y="70318"/>
                  <a:pt x="571668" y="66421"/>
                </a:cubicBezTo>
                <a:cubicBezTo>
                  <a:pt x="578523" y="62523"/>
                  <a:pt x="586138" y="60575"/>
                  <a:pt x="594512" y="60575"/>
                </a:cubicBezTo>
                <a:cubicBezTo>
                  <a:pt x="607925" y="60575"/>
                  <a:pt x="618781" y="65363"/>
                  <a:pt x="627081" y="74939"/>
                </a:cubicBezTo>
                <a:cubicBezTo>
                  <a:pt x="635381" y="84515"/>
                  <a:pt x="639531" y="98063"/>
                  <a:pt x="639531" y="115582"/>
                </a:cubicBezTo>
                <a:cubicBezTo>
                  <a:pt x="639531" y="127756"/>
                  <a:pt x="637530" y="138075"/>
                  <a:pt x="633529" y="146538"/>
                </a:cubicBezTo>
                <a:cubicBezTo>
                  <a:pt x="629527" y="155000"/>
                  <a:pt x="623950" y="161384"/>
                  <a:pt x="616799" y="165690"/>
                </a:cubicBezTo>
                <a:cubicBezTo>
                  <a:pt x="609648" y="169995"/>
                  <a:pt x="601292" y="172148"/>
                  <a:pt x="591733" y="172148"/>
                </a:cubicBezTo>
                <a:cubicBezTo>
                  <a:pt x="584100" y="172148"/>
                  <a:pt x="577319" y="170422"/>
                  <a:pt x="571390" y="166970"/>
                </a:cubicBezTo>
                <a:cubicBezTo>
                  <a:pt x="565462" y="163519"/>
                  <a:pt x="559941" y="157970"/>
                  <a:pt x="554828" y="150323"/>
                </a:cubicBezTo>
                <a:lnTo>
                  <a:pt x="554828" y="187626"/>
                </a:lnTo>
                <a:cubicBezTo>
                  <a:pt x="554828" y="192525"/>
                  <a:pt x="555198" y="195662"/>
                  <a:pt x="555939" y="197035"/>
                </a:cubicBezTo>
                <a:cubicBezTo>
                  <a:pt x="556680" y="198408"/>
                  <a:pt x="558070" y="199448"/>
                  <a:pt x="560108" y="200153"/>
                </a:cubicBezTo>
                <a:cubicBezTo>
                  <a:pt x="562146" y="200858"/>
                  <a:pt x="566203" y="201248"/>
                  <a:pt x="572280" y="201322"/>
                </a:cubicBezTo>
                <a:lnTo>
                  <a:pt x="572280" y="212012"/>
                </a:lnTo>
                <a:lnTo>
                  <a:pt x="509475" y="212012"/>
                </a:lnTo>
                <a:lnTo>
                  <a:pt x="509475" y="201322"/>
                </a:lnTo>
                <a:lnTo>
                  <a:pt x="512809" y="201322"/>
                </a:lnTo>
                <a:cubicBezTo>
                  <a:pt x="516737" y="201322"/>
                  <a:pt x="519368" y="200968"/>
                  <a:pt x="520702" y="200261"/>
                </a:cubicBezTo>
                <a:cubicBezTo>
                  <a:pt x="522036" y="199556"/>
                  <a:pt x="523073" y="198349"/>
                  <a:pt x="523814" y="196642"/>
                </a:cubicBezTo>
                <a:cubicBezTo>
                  <a:pt x="524333" y="195452"/>
                  <a:pt x="524592" y="192443"/>
                  <a:pt x="524592" y="187616"/>
                </a:cubicBezTo>
                <a:lnTo>
                  <a:pt x="524592" y="88872"/>
                </a:lnTo>
                <a:cubicBezTo>
                  <a:pt x="524592" y="84042"/>
                  <a:pt x="524222" y="80829"/>
                  <a:pt x="523481" y="79233"/>
                </a:cubicBezTo>
                <a:cubicBezTo>
                  <a:pt x="522740" y="77635"/>
                  <a:pt x="521609" y="76483"/>
                  <a:pt x="520090" y="75778"/>
                </a:cubicBezTo>
                <a:cubicBezTo>
                  <a:pt x="518571" y="75070"/>
                  <a:pt x="515033" y="74605"/>
                  <a:pt x="509475" y="74382"/>
                </a:cubicBezTo>
                <a:lnTo>
                  <a:pt x="509475" y="65029"/>
                </a:lnTo>
                <a:moveTo>
                  <a:pt x="580617" y="76164"/>
                </a:moveTo>
                <a:cubicBezTo>
                  <a:pt x="573428" y="76164"/>
                  <a:pt x="567315" y="79616"/>
                  <a:pt x="562275" y="86520"/>
                </a:cubicBezTo>
                <a:cubicBezTo>
                  <a:pt x="557236" y="93423"/>
                  <a:pt x="554716" y="103519"/>
                  <a:pt x="554716" y="116807"/>
                </a:cubicBezTo>
                <a:cubicBezTo>
                  <a:pt x="554716" y="129946"/>
                  <a:pt x="557366" y="140005"/>
                  <a:pt x="562664" y="146983"/>
                </a:cubicBezTo>
                <a:cubicBezTo>
                  <a:pt x="567963" y="153961"/>
                  <a:pt x="574021" y="157450"/>
                  <a:pt x="580839" y="157450"/>
                </a:cubicBezTo>
                <a:cubicBezTo>
                  <a:pt x="587509" y="157450"/>
                  <a:pt x="592881" y="154443"/>
                  <a:pt x="596957" y="148431"/>
                </a:cubicBezTo>
                <a:cubicBezTo>
                  <a:pt x="602293" y="140488"/>
                  <a:pt x="604961" y="129798"/>
                  <a:pt x="604961" y="116362"/>
                </a:cubicBezTo>
                <a:cubicBezTo>
                  <a:pt x="604961" y="104039"/>
                  <a:pt x="602812" y="94258"/>
                  <a:pt x="598513" y="87021"/>
                </a:cubicBezTo>
                <a:cubicBezTo>
                  <a:pt x="594215" y="79783"/>
                  <a:pt x="588250" y="76164"/>
                  <a:pt x="580617" y="76164"/>
                </a:cubicBezTo>
                <a:close/>
                <a:moveTo>
                  <a:pt x="658086" y="4009"/>
                </a:moveTo>
                <a:lnTo>
                  <a:pt x="706774" y="1559"/>
                </a:lnTo>
                <a:lnTo>
                  <a:pt x="706774" y="149976"/>
                </a:lnTo>
                <a:cubicBezTo>
                  <a:pt x="706774" y="152653"/>
                  <a:pt x="707626" y="154753"/>
                  <a:pt x="709330" y="156277"/>
                </a:cubicBezTo>
                <a:cubicBezTo>
                  <a:pt x="711035" y="157801"/>
                  <a:pt x="713480" y="158563"/>
                  <a:pt x="716667" y="158563"/>
                </a:cubicBezTo>
                <a:lnTo>
                  <a:pt x="723225" y="158563"/>
                </a:lnTo>
                <a:lnTo>
                  <a:pt x="723225" y="168808"/>
                </a:lnTo>
                <a:lnTo>
                  <a:pt x="660643" y="168808"/>
                </a:lnTo>
                <a:lnTo>
                  <a:pt x="660643" y="158563"/>
                </a:lnTo>
                <a:lnTo>
                  <a:pt x="667757" y="158563"/>
                </a:lnTo>
                <a:cubicBezTo>
                  <a:pt x="671017" y="158563"/>
                  <a:pt x="673444" y="157690"/>
                  <a:pt x="675038" y="155943"/>
                </a:cubicBezTo>
                <a:cubicBezTo>
                  <a:pt x="676631" y="154196"/>
                  <a:pt x="677428" y="151538"/>
                  <a:pt x="677428" y="147968"/>
                </a:cubicBezTo>
                <a:lnTo>
                  <a:pt x="677428" y="26073"/>
                </a:lnTo>
                <a:cubicBezTo>
                  <a:pt x="677428" y="22283"/>
                  <a:pt x="676390" y="19366"/>
                  <a:pt x="674315" y="17322"/>
                </a:cubicBezTo>
                <a:cubicBezTo>
                  <a:pt x="672240" y="15276"/>
                  <a:pt x="669424" y="14253"/>
                  <a:pt x="665867" y="14253"/>
                </a:cubicBezTo>
                <a:lnTo>
                  <a:pt x="658086" y="14253"/>
                </a:lnTo>
                <a:lnTo>
                  <a:pt x="658086" y="4009"/>
                </a:lnTo>
                <a:close/>
                <a:moveTo>
                  <a:pt x="848690" y="117364"/>
                </a:moveTo>
                <a:lnTo>
                  <a:pt x="775658" y="117364"/>
                </a:lnTo>
                <a:cubicBezTo>
                  <a:pt x="775881" y="131988"/>
                  <a:pt x="778826" y="142770"/>
                  <a:pt x="784496" y="149711"/>
                </a:cubicBezTo>
                <a:cubicBezTo>
                  <a:pt x="790165" y="156652"/>
                  <a:pt x="797446" y="160122"/>
                  <a:pt x="806338" y="160122"/>
                </a:cubicBezTo>
                <a:cubicBezTo>
                  <a:pt x="812712" y="160122"/>
                  <a:pt x="818751" y="158341"/>
                  <a:pt x="824457" y="154778"/>
                </a:cubicBezTo>
                <a:cubicBezTo>
                  <a:pt x="830164" y="151214"/>
                  <a:pt x="836018" y="144756"/>
                  <a:pt x="842021" y="135402"/>
                </a:cubicBezTo>
                <a:lnTo>
                  <a:pt x="850135" y="140747"/>
                </a:lnTo>
                <a:cubicBezTo>
                  <a:pt x="843836" y="151762"/>
                  <a:pt x="836629" y="159638"/>
                  <a:pt x="828515" y="164375"/>
                </a:cubicBezTo>
                <a:cubicBezTo>
                  <a:pt x="820400" y="169112"/>
                  <a:pt x="810488" y="171480"/>
                  <a:pt x="798780" y="171480"/>
                </a:cubicBezTo>
                <a:cubicBezTo>
                  <a:pt x="781735" y="171480"/>
                  <a:pt x="767951" y="166284"/>
                  <a:pt x="757428" y="155891"/>
                </a:cubicBezTo>
                <a:cubicBezTo>
                  <a:pt x="746905" y="145498"/>
                  <a:pt x="741644" y="132173"/>
                  <a:pt x="741644" y="115916"/>
                </a:cubicBezTo>
                <a:cubicBezTo>
                  <a:pt x="741644" y="99659"/>
                  <a:pt x="746942" y="86074"/>
                  <a:pt x="757539" y="75162"/>
                </a:cubicBezTo>
                <a:cubicBezTo>
                  <a:pt x="768137" y="64249"/>
                  <a:pt x="781142" y="58793"/>
                  <a:pt x="796556" y="58793"/>
                </a:cubicBezTo>
                <a:cubicBezTo>
                  <a:pt x="807228" y="58793"/>
                  <a:pt x="816398" y="60983"/>
                  <a:pt x="824068" y="65363"/>
                </a:cubicBezTo>
                <a:cubicBezTo>
                  <a:pt x="831738" y="69743"/>
                  <a:pt x="837704" y="76145"/>
                  <a:pt x="841965" y="84571"/>
                </a:cubicBezTo>
                <a:cubicBezTo>
                  <a:pt x="846226" y="92996"/>
                  <a:pt x="848468" y="103927"/>
                  <a:pt x="848690" y="117364"/>
                </a:cubicBezTo>
                <a:moveTo>
                  <a:pt x="775658" y="107119"/>
                </a:moveTo>
                <a:lnTo>
                  <a:pt x="810451" y="107119"/>
                </a:lnTo>
                <a:cubicBezTo>
                  <a:pt x="813712" y="107119"/>
                  <a:pt x="816046" y="106305"/>
                  <a:pt x="817454" y="104677"/>
                </a:cubicBezTo>
                <a:cubicBezTo>
                  <a:pt x="818862" y="103048"/>
                  <a:pt x="819566" y="100087"/>
                  <a:pt x="819566" y="95793"/>
                </a:cubicBezTo>
                <a:cubicBezTo>
                  <a:pt x="819566" y="87207"/>
                  <a:pt x="817603" y="80565"/>
                  <a:pt x="813675" y="75865"/>
                </a:cubicBezTo>
                <a:cubicBezTo>
                  <a:pt x="809747" y="71165"/>
                  <a:pt x="804745" y="68815"/>
                  <a:pt x="798668" y="68815"/>
                </a:cubicBezTo>
                <a:cubicBezTo>
                  <a:pt x="791480" y="68815"/>
                  <a:pt x="785978" y="71998"/>
                  <a:pt x="782161" y="78363"/>
                </a:cubicBezTo>
                <a:cubicBezTo>
                  <a:pt x="778345" y="84729"/>
                  <a:pt x="776177" y="94314"/>
                  <a:pt x="775658" y="10711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BCAF3D-B4AD-42A9-ABD9-86353D94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7724" y="1179460"/>
            <a:ext cx="242930" cy="25121"/>
          </a:xfrm>
          <a:custGeom xmlns:a="http://schemas.openxmlformats.org/drawingml/2006/main">
            <a:pathLst>
              <a:path w="242930" h="25121" fill="none">
                <a:moveTo>
                  <a:pt x="0" y="0"/>
                </a:moveTo>
                <a:lnTo>
                  <a:pt x="242930" y="25121"/>
                </a:lnTo>
              </a:path>
            </a:pathLst>
          </a:custGeom>
          <a:noFill xmlns:a="http://schemas.openxmlformats.org/drawingml/2006/main"/>
          <a:ln xmlns:a="http://schemas.openxmlformats.org/drawingml/2006/main" w="36671" cap="flat">
            <a:solidFill>
              <a:srgbClr val="FFFFFF"/>
            </a:solidFill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B903D5-0102-4B0F-AC6D-602D4B8B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6796" y="1147930"/>
            <a:ext cx="114984" cy="109521"/>
          </a:xfrm>
          <a:custGeom xmlns:a="http://schemas.openxmlformats.org/drawingml/2006/main">
            <a:pathLst>
              <a:path w="114984" h="109521">
                <a:moveTo>
                  <a:pt x="11285" y="0"/>
                </a:moveTo>
                <a:lnTo>
                  <a:pt x="114984" y="66081"/>
                </a:lnTo>
                <a:lnTo>
                  <a:pt x="0" y="109521"/>
                </a:lnTo>
                <a:lnTo>
                  <a:pt x="1128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8275FE-0FA2-4713-8A72-E9C36DC4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2864" y="2460630"/>
            <a:ext cx="91844" cy="92980"/>
          </a:xfrm>
          <a:custGeom xmlns:a="http://schemas.openxmlformats.org/drawingml/2006/main">
            <a:pathLst>
              <a:path w="91844" h="92980">
                <a:moveTo>
                  <a:pt x="0" y="46490"/>
                </a:moveTo>
                <a:cubicBezTo>
                  <a:pt x="0" y="20815"/>
                  <a:pt x="20567" y="0"/>
                  <a:pt x="45922" y="0"/>
                </a:cubicBezTo>
                <a:cubicBezTo>
                  <a:pt x="71276" y="0"/>
                  <a:pt x="91844" y="20815"/>
                  <a:pt x="91844" y="46490"/>
                </a:cubicBezTo>
                <a:cubicBezTo>
                  <a:pt x="91844" y="72166"/>
                  <a:pt x="71276" y="92980"/>
                  <a:pt x="45922" y="92980"/>
                </a:cubicBezTo>
                <a:cubicBezTo>
                  <a:pt x="20567" y="92980"/>
                  <a:pt x="0" y="72166"/>
                  <a:pt x="0" y="46490"/>
                </a:cubicBezTo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2B3C09-9B2C-4C3C-A302-1AB75AAE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1768" y="1185333"/>
            <a:ext cx="92821" cy="92002"/>
          </a:xfrm>
          <a:custGeom xmlns:a="http://schemas.openxmlformats.org/drawingml/2006/main">
            <a:pathLst>
              <a:path w="92821" h="92002">
                <a:moveTo>
                  <a:pt x="0" y="46001"/>
                </a:moveTo>
                <a:cubicBezTo>
                  <a:pt x="0" y="20602"/>
                  <a:pt x="20779" y="0"/>
                  <a:pt x="46410" y="0"/>
                </a:cubicBezTo>
                <a:cubicBezTo>
                  <a:pt x="72042" y="0"/>
                  <a:pt x="92821" y="20602"/>
                  <a:pt x="92821" y="46001"/>
                </a:cubicBezTo>
                <a:cubicBezTo>
                  <a:pt x="92821" y="71399"/>
                  <a:pt x="72042" y="92002"/>
                  <a:pt x="46410" y="92002"/>
                </a:cubicBezTo>
                <a:cubicBezTo>
                  <a:pt x="20779" y="92002"/>
                  <a:pt x="0" y="71399"/>
                  <a:pt x="0" y="46001"/>
                </a:cubicBezTo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573314-69A1-41FB-BAD6-D7F7389E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384" y="1538658"/>
            <a:ext cx="92821" cy="92980"/>
          </a:xfrm>
          <a:custGeom xmlns:a="http://schemas.openxmlformats.org/drawingml/2006/main">
            <a:pathLst>
              <a:path w="92821" h="92980">
                <a:moveTo>
                  <a:pt x="0" y="46490"/>
                </a:moveTo>
                <a:cubicBezTo>
                  <a:pt x="0" y="20815"/>
                  <a:pt x="20779" y="0"/>
                  <a:pt x="46410" y="0"/>
                </a:cubicBezTo>
                <a:cubicBezTo>
                  <a:pt x="72042" y="0"/>
                  <a:pt x="92821" y="20815"/>
                  <a:pt x="92821" y="46490"/>
                </a:cubicBezTo>
                <a:cubicBezTo>
                  <a:pt x="92821" y="72166"/>
                  <a:pt x="72042" y="92980"/>
                  <a:pt x="46410" y="92980"/>
                </a:cubicBezTo>
                <a:cubicBezTo>
                  <a:pt x="20779" y="92980"/>
                  <a:pt x="0" y="72166"/>
                  <a:pt x="0" y="46490"/>
                </a:cubicBezTo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1AF604-C53D-4A02-AF0D-DEE76BD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520" y="2357863"/>
            <a:ext cx="91844" cy="92980"/>
          </a:xfrm>
          <a:custGeom xmlns:a="http://schemas.openxmlformats.org/drawingml/2006/main">
            <a:pathLst>
              <a:path w="91844" h="92980">
                <a:moveTo>
                  <a:pt x="0" y="46490"/>
                </a:moveTo>
                <a:cubicBezTo>
                  <a:pt x="0" y="20815"/>
                  <a:pt x="20567" y="0"/>
                  <a:pt x="45922" y="0"/>
                </a:cubicBezTo>
                <a:cubicBezTo>
                  <a:pt x="71276" y="0"/>
                  <a:pt x="91844" y="20815"/>
                  <a:pt x="91844" y="46490"/>
                </a:cubicBezTo>
                <a:cubicBezTo>
                  <a:pt x="91844" y="72166"/>
                  <a:pt x="71276" y="92980"/>
                  <a:pt x="45922" y="92980"/>
                </a:cubicBezTo>
                <a:cubicBezTo>
                  <a:pt x="20567" y="92980"/>
                  <a:pt x="0" y="72166"/>
                  <a:pt x="0" y="46490"/>
                </a:cubicBezTo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6389DF-78CC-49B9-88F1-CB081BBA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052" y="2439098"/>
            <a:ext cx="91844" cy="92980"/>
          </a:xfrm>
          <a:custGeom xmlns:a="http://schemas.openxmlformats.org/drawingml/2006/main">
            <a:pathLst>
              <a:path w="91844" h="92980">
                <a:moveTo>
                  <a:pt x="0" y="46490"/>
                </a:moveTo>
                <a:cubicBezTo>
                  <a:pt x="0" y="20815"/>
                  <a:pt x="20567" y="0"/>
                  <a:pt x="45922" y="0"/>
                </a:cubicBezTo>
                <a:cubicBezTo>
                  <a:pt x="71276" y="0"/>
                  <a:pt x="91844" y="20815"/>
                  <a:pt x="91844" y="46490"/>
                </a:cubicBezTo>
                <a:cubicBezTo>
                  <a:pt x="91844" y="72166"/>
                  <a:pt x="71276" y="92980"/>
                  <a:pt x="45922" y="92980"/>
                </a:cubicBezTo>
                <a:cubicBezTo>
                  <a:pt x="20567" y="92980"/>
                  <a:pt x="0" y="72166"/>
                  <a:pt x="0" y="46490"/>
                </a:cubicBezTo>
              </a:path>
            </a:pathLst>
          </a:custGeom>
          <a:solidFill xmlns:a="http://schemas.openxmlformats.org/drawingml/2006/main">
            <a:srgbClr val="FF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247A06-A85E-4802-870A-8BBEAAFA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9576" y="820264"/>
            <a:ext cx="749405" cy="369964"/>
          </a:xfrm>
          <a:custGeom xmlns:a="http://schemas.openxmlformats.org/drawingml/2006/main">
            <a:pathLst>
              <a:path w="749405" h="369964" fill="none">
                <a:moveTo>
                  <a:pt x="0" y="0"/>
                </a:moveTo>
                <a:lnTo>
                  <a:pt x="749405" y="0"/>
                </a:lnTo>
                <a:lnTo>
                  <a:pt x="749405" y="369964"/>
                </a:lnTo>
                <a:lnTo>
                  <a:pt x="0" y="3699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49" name="Text 𝒇(𝒔">
            <a:extLst xmlns:a="http://schemas.openxmlformats.org/drawingml/2006/main">
              <a:ext uri="{FF2B5EF4-FFF2-40B4-BE49-F238E27FC236}">
                <a16:creationId xmlns:a16="http://schemas.microsoft.com/office/drawing/2014/main" id="{18D119E6-F76B-4E5B-937A-FF9831F6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2552" y="873923"/>
            <a:ext cx="331248" cy="211232"/>
          </a:xfrm>
          <a:custGeom xmlns:a="http://schemas.openxmlformats.org/drawingml/2006/main">
            <a:pathLst>
              <a:path w="331248" h="211232">
                <a:moveTo>
                  <a:pt x="31569" y="64361"/>
                </a:moveTo>
                <a:lnTo>
                  <a:pt x="33570" y="55341"/>
                </a:lnTo>
                <a:cubicBezTo>
                  <a:pt x="38684" y="55267"/>
                  <a:pt x="42296" y="54896"/>
                  <a:pt x="44408" y="54228"/>
                </a:cubicBezTo>
                <a:cubicBezTo>
                  <a:pt x="46520" y="53560"/>
                  <a:pt x="48262" y="52335"/>
                  <a:pt x="49633" y="50553"/>
                </a:cubicBezTo>
                <a:cubicBezTo>
                  <a:pt x="51004" y="48772"/>
                  <a:pt x="52319" y="45468"/>
                  <a:pt x="53579" y="40643"/>
                </a:cubicBezTo>
                <a:cubicBezTo>
                  <a:pt x="55432" y="33591"/>
                  <a:pt x="57766" y="27745"/>
                  <a:pt x="60582" y="23105"/>
                </a:cubicBezTo>
                <a:cubicBezTo>
                  <a:pt x="63398" y="18466"/>
                  <a:pt x="67066" y="14420"/>
                  <a:pt x="71587" y="10968"/>
                </a:cubicBezTo>
                <a:cubicBezTo>
                  <a:pt x="76107" y="7516"/>
                  <a:pt x="81387" y="4992"/>
                  <a:pt x="87427" y="3396"/>
                </a:cubicBezTo>
                <a:cubicBezTo>
                  <a:pt x="93467" y="1800"/>
                  <a:pt x="100118" y="1002"/>
                  <a:pt x="107380" y="1002"/>
                </a:cubicBezTo>
                <a:cubicBezTo>
                  <a:pt x="114791" y="1002"/>
                  <a:pt x="121757" y="1670"/>
                  <a:pt x="128278" y="3006"/>
                </a:cubicBezTo>
                <a:lnTo>
                  <a:pt x="123276" y="25277"/>
                </a:lnTo>
                <a:lnTo>
                  <a:pt x="108936" y="25277"/>
                </a:lnTo>
                <a:cubicBezTo>
                  <a:pt x="108640" y="20674"/>
                  <a:pt x="107899" y="17408"/>
                  <a:pt x="106713" y="15478"/>
                </a:cubicBezTo>
                <a:cubicBezTo>
                  <a:pt x="105527" y="13548"/>
                  <a:pt x="103675" y="12583"/>
                  <a:pt x="101155" y="12583"/>
                </a:cubicBezTo>
                <a:cubicBezTo>
                  <a:pt x="98191" y="12583"/>
                  <a:pt x="95783" y="13622"/>
                  <a:pt x="93930" y="15700"/>
                </a:cubicBezTo>
                <a:cubicBezTo>
                  <a:pt x="92077" y="17779"/>
                  <a:pt x="90521" y="20600"/>
                  <a:pt x="89261" y="24163"/>
                </a:cubicBezTo>
                <a:cubicBezTo>
                  <a:pt x="88001" y="27726"/>
                  <a:pt x="86742" y="32403"/>
                  <a:pt x="85482" y="38193"/>
                </a:cubicBezTo>
                <a:lnTo>
                  <a:pt x="82703" y="50442"/>
                </a:lnTo>
                <a:lnTo>
                  <a:pt x="106491" y="50442"/>
                </a:lnTo>
                <a:lnTo>
                  <a:pt x="103490" y="64361"/>
                </a:lnTo>
                <a:lnTo>
                  <a:pt x="79590" y="64361"/>
                </a:lnTo>
                <a:lnTo>
                  <a:pt x="59470" y="157450"/>
                </a:lnTo>
                <a:cubicBezTo>
                  <a:pt x="55543" y="175489"/>
                  <a:pt x="49207" y="188869"/>
                  <a:pt x="40462" y="197592"/>
                </a:cubicBezTo>
                <a:cubicBezTo>
                  <a:pt x="31718" y="206314"/>
                  <a:pt x="20787" y="210676"/>
                  <a:pt x="7670" y="210676"/>
                </a:cubicBezTo>
                <a:cubicBezTo>
                  <a:pt x="4483" y="210676"/>
                  <a:pt x="1927" y="210490"/>
                  <a:pt x="0" y="210119"/>
                </a:cubicBezTo>
                <a:lnTo>
                  <a:pt x="2668" y="197648"/>
                </a:lnTo>
                <a:cubicBezTo>
                  <a:pt x="4150" y="197870"/>
                  <a:pt x="5484" y="197982"/>
                  <a:pt x="6670" y="197982"/>
                </a:cubicBezTo>
                <a:cubicBezTo>
                  <a:pt x="10894" y="197982"/>
                  <a:pt x="14395" y="195643"/>
                  <a:pt x="17174" y="190967"/>
                </a:cubicBezTo>
                <a:cubicBezTo>
                  <a:pt x="19953" y="186290"/>
                  <a:pt x="22417" y="179275"/>
                  <a:pt x="24566" y="169921"/>
                </a:cubicBezTo>
                <a:lnTo>
                  <a:pt x="48354" y="64361"/>
                </a:lnTo>
                <a:lnTo>
                  <a:pt x="31569" y="64361"/>
                </a:lnTo>
                <a:close/>
                <a:moveTo>
                  <a:pt x="168848" y="104558"/>
                </a:moveTo>
                <a:cubicBezTo>
                  <a:pt x="168848" y="130540"/>
                  <a:pt x="173017" y="151957"/>
                  <a:pt x="181354" y="168808"/>
                </a:cubicBezTo>
                <a:cubicBezTo>
                  <a:pt x="189691" y="185659"/>
                  <a:pt x="202418" y="196942"/>
                  <a:pt x="219537" y="202658"/>
                </a:cubicBezTo>
                <a:lnTo>
                  <a:pt x="216869" y="211232"/>
                </a:lnTo>
                <a:cubicBezTo>
                  <a:pt x="195156" y="205516"/>
                  <a:pt x="178519" y="193212"/>
                  <a:pt x="166958" y="174320"/>
                </a:cubicBezTo>
                <a:cubicBezTo>
                  <a:pt x="155398" y="155427"/>
                  <a:pt x="149618" y="132544"/>
                  <a:pt x="149618" y="105672"/>
                </a:cubicBezTo>
                <a:cubicBezTo>
                  <a:pt x="149618" y="78873"/>
                  <a:pt x="155416" y="55991"/>
                  <a:pt x="167014" y="37024"/>
                </a:cubicBezTo>
                <a:cubicBezTo>
                  <a:pt x="178612" y="18057"/>
                  <a:pt x="195230" y="5716"/>
                  <a:pt x="216869" y="0"/>
                </a:cubicBezTo>
                <a:lnTo>
                  <a:pt x="219870" y="8574"/>
                </a:lnTo>
                <a:cubicBezTo>
                  <a:pt x="202529" y="14290"/>
                  <a:pt x="189691" y="25444"/>
                  <a:pt x="181354" y="42035"/>
                </a:cubicBezTo>
                <a:cubicBezTo>
                  <a:pt x="173017" y="58626"/>
                  <a:pt x="168848" y="79467"/>
                  <a:pt x="168848" y="104558"/>
                </a:cubicBezTo>
                <a:close/>
                <a:moveTo>
                  <a:pt x="250213" y="129724"/>
                </a:moveTo>
                <a:cubicBezTo>
                  <a:pt x="250584" y="136405"/>
                  <a:pt x="252307" y="141638"/>
                  <a:pt x="255382" y="145424"/>
                </a:cubicBezTo>
                <a:cubicBezTo>
                  <a:pt x="258457" y="149210"/>
                  <a:pt x="263182" y="151103"/>
                  <a:pt x="269555" y="151103"/>
                </a:cubicBezTo>
                <a:cubicBezTo>
                  <a:pt x="275409" y="151103"/>
                  <a:pt x="279930" y="149674"/>
                  <a:pt x="283116" y="146816"/>
                </a:cubicBezTo>
                <a:cubicBezTo>
                  <a:pt x="286303" y="143958"/>
                  <a:pt x="287896" y="139931"/>
                  <a:pt x="287896" y="134734"/>
                </a:cubicBezTo>
                <a:cubicBezTo>
                  <a:pt x="287896" y="131617"/>
                  <a:pt x="287377" y="128981"/>
                  <a:pt x="286340" y="126828"/>
                </a:cubicBezTo>
                <a:cubicBezTo>
                  <a:pt x="285302" y="124676"/>
                  <a:pt x="283598" y="122579"/>
                  <a:pt x="281227" y="120537"/>
                </a:cubicBezTo>
                <a:cubicBezTo>
                  <a:pt x="278855" y="118496"/>
                  <a:pt x="275002" y="115842"/>
                  <a:pt x="269666" y="112576"/>
                </a:cubicBezTo>
                <a:cubicBezTo>
                  <a:pt x="262255" y="108122"/>
                  <a:pt x="256864" y="103501"/>
                  <a:pt x="253492" y="98712"/>
                </a:cubicBezTo>
                <a:cubicBezTo>
                  <a:pt x="250120" y="93924"/>
                  <a:pt x="248435" y="88561"/>
                  <a:pt x="248435" y="82622"/>
                </a:cubicBezTo>
                <a:cubicBezTo>
                  <a:pt x="248435" y="71710"/>
                  <a:pt x="252510" y="63321"/>
                  <a:pt x="260662" y="57457"/>
                </a:cubicBezTo>
                <a:cubicBezTo>
                  <a:pt x="268814" y="51592"/>
                  <a:pt x="280226" y="48660"/>
                  <a:pt x="294899" y="48660"/>
                </a:cubicBezTo>
                <a:cubicBezTo>
                  <a:pt x="300605" y="48660"/>
                  <a:pt x="306738" y="49124"/>
                  <a:pt x="313296" y="50052"/>
                </a:cubicBezTo>
                <a:cubicBezTo>
                  <a:pt x="319855" y="50980"/>
                  <a:pt x="325839" y="52223"/>
                  <a:pt x="331248" y="53782"/>
                </a:cubicBezTo>
                <a:lnTo>
                  <a:pt x="325468" y="80395"/>
                </a:lnTo>
                <a:lnTo>
                  <a:pt x="311351" y="80395"/>
                </a:lnTo>
                <a:cubicBezTo>
                  <a:pt x="310684" y="73491"/>
                  <a:pt x="308924" y="68406"/>
                  <a:pt x="306071" y="65140"/>
                </a:cubicBezTo>
                <a:cubicBezTo>
                  <a:pt x="303218" y="61874"/>
                  <a:pt x="299123" y="60241"/>
                  <a:pt x="293788" y="60241"/>
                </a:cubicBezTo>
                <a:cubicBezTo>
                  <a:pt x="288823" y="60241"/>
                  <a:pt x="284839" y="61521"/>
                  <a:pt x="281838" y="64082"/>
                </a:cubicBezTo>
                <a:cubicBezTo>
                  <a:pt x="278837" y="66643"/>
                  <a:pt x="277336" y="70114"/>
                  <a:pt x="277336" y="74494"/>
                </a:cubicBezTo>
                <a:cubicBezTo>
                  <a:pt x="277336" y="78354"/>
                  <a:pt x="278596" y="81731"/>
                  <a:pt x="281115" y="84627"/>
                </a:cubicBezTo>
                <a:cubicBezTo>
                  <a:pt x="283635" y="87522"/>
                  <a:pt x="288526" y="91159"/>
                  <a:pt x="295789" y="95539"/>
                </a:cubicBezTo>
                <a:cubicBezTo>
                  <a:pt x="303644" y="100216"/>
                  <a:pt x="309276" y="105041"/>
                  <a:pt x="312685" y="110015"/>
                </a:cubicBezTo>
                <a:cubicBezTo>
                  <a:pt x="316094" y="114988"/>
                  <a:pt x="317798" y="120816"/>
                  <a:pt x="317798" y="127497"/>
                </a:cubicBezTo>
                <a:cubicBezTo>
                  <a:pt x="317798" y="135068"/>
                  <a:pt x="315779" y="141527"/>
                  <a:pt x="311740" y="146872"/>
                </a:cubicBezTo>
                <a:cubicBezTo>
                  <a:pt x="307701" y="152216"/>
                  <a:pt x="302180" y="156188"/>
                  <a:pt x="295177" y="158786"/>
                </a:cubicBezTo>
                <a:cubicBezTo>
                  <a:pt x="288174" y="161384"/>
                  <a:pt x="280189" y="162683"/>
                  <a:pt x="271222" y="162683"/>
                </a:cubicBezTo>
                <a:cubicBezTo>
                  <a:pt x="256846" y="162683"/>
                  <a:pt x="243062" y="160902"/>
                  <a:pt x="229871" y="157339"/>
                </a:cubicBezTo>
                <a:lnTo>
                  <a:pt x="236096" y="129724"/>
                </a:lnTo>
                <a:lnTo>
                  <a:pt x="250213" y="1297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𝟏">
            <a:extLst xmlns:a="http://schemas.openxmlformats.org/drawingml/2006/main">
              <a:ext uri="{FF2B5EF4-FFF2-40B4-BE49-F238E27FC236}">
                <a16:creationId xmlns:a16="http://schemas.microsoft.com/office/drawing/2014/main" id="{72E3D751-C502-4E09-9E29-B854BB7D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3628" y="969610"/>
            <a:ext cx="74859" cy="112197"/>
          </a:xfrm>
          <a:custGeom xmlns:a="http://schemas.openxmlformats.org/drawingml/2006/main">
            <a:pathLst>
              <a:path w="74859" h="112197">
                <a:moveTo>
                  <a:pt x="52231" y="89530"/>
                </a:moveTo>
                <a:cubicBezTo>
                  <a:pt x="52231" y="92671"/>
                  <a:pt x="52406" y="95041"/>
                  <a:pt x="52758" y="96639"/>
                </a:cubicBezTo>
                <a:cubicBezTo>
                  <a:pt x="53109" y="98236"/>
                  <a:pt x="53731" y="99536"/>
                  <a:pt x="54623" y="100538"/>
                </a:cubicBezTo>
                <a:cubicBezTo>
                  <a:pt x="55515" y="101540"/>
                  <a:pt x="56800" y="102326"/>
                  <a:pt x="58476" y="102894"/>
                </a:cubicBezTo>
                <a:cubicBezTo>
                  <a:pt x="60152" y="103463"/>
                  <a:pt x="62260" y="103896"/>
                  <a:pt x="64802" y="104194"/>
                </a:cubicBezTo>
                <a:cubicBezTo>
                  <a:pt x="67343" y="104492"/>
                  <a:pt x="70695" y="104695"/>
                  <a:pt x="74859" y="104803"/>
                </a:cubicBezTo>
                <a:lnTo>
                  <a:pt x="74859" y="112197"/>
                </a:lnTo>
                <a:lnTo>
                  <a:pt x="4866" y="112197"/>
                </a:lnTo>
                <a:lnTo>
                  <a:pt x="4866" y="104803"/>
                </a:lnTo>
                <a:cubicBezTo>
                  <a:pt x="10868" y="104533"/>
                  <a:pt x="15153" y="104167"/>
                  <a:pt x="17721" y="103707"/>
                </a:cubicBezTo>
                <a:cubicBezTo>
                  <a:pt x="20289" y="103246"/>
                  <a:pt x="22249" y="102556"/>
                  <a:pt x="23601" y="101635"/>
                </a:cubicBezTo>
                <a:cubicBezTo>
                  <a:pt x="24953" y="100714"/>
                  <a:pt x="25940" y="99414"/>
                  <a:pt x="26561" y="97735"/>
                </a:cubicBezTo>
                <a:cubicBezTo>
                  <a:pt x="27183" y="96056"/>
                  <a:pt x="27494" y="93321"/>
                  <a:pt x="27494" y="89530"/>
                </a:cubicBezTo>
                <a:lnTo>
                  <a:pt x="27494" y="30791"/>
                </a:lnTo>
                <a:cubicBezTo>
                  <a:pt x="27494" y="28570"/>
                  <a:pt x="27075" y="26973"/>
                  <a:pt x="26237" y="25998"/>
                </a:cubicBezTo>
                <a:cubicBezTo>
                  <a:pt x="25399" y="25023"/>
                  <a:pt x="24250" y="24535"/>
                  <a:pt x="22790" y="24535"/>
                </a:cubicBezTo>
                <a:cubicBezTo>
                  <a:pt x="21438" y="24535"/>
                  <a:pt x="19532" y="25158"/>
                  <a:pt x="17072" y="26404"/>
                </a:cubicBezTo>
                <a:cubicBezTo>
                  <a:pt x="14612" y="27650"/>
                  <a:pt x="10570" y="30195"/>
                  <a:pt x="4947" y="34041"/>
                </a:cubicBezTo>
                <a:lnTo>
                  <a:pt x="0" y="25429"/>
                </a:lnTo>
                <a:lnTo>
                  <a:pt x="42336" y="0"/>
                </a:lnTo>
                <a:lnTo>
                  <a:pt x="52717" y="0"/>
                </a:lnTo>
                <a:cubicBezTo>
                  <a:pt x="52393" y="5200"/>
                  <a:pt x="52231" y="12403"/>
                  <a:pt x="52231" y="21611"/>
                </a:cubicBezTo>
                <a:lnTo>
                  <a:pt x="52231" y="8953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)">
            <a:extLst xmlns:a="http://schemas.openxmlformats.org/drawingml/2006/main">
              <a:ext uri="{FF2B5EF4-FFF2-40B4-BE49-F238E27FC236}">
                <a16:creationId xmlns:a16="http://schemas.microsoft.com/office/drawing/2014/main" id="{C0D79D53-0988-4388-B0B8-E9D166DD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982" y="873923"/>
            <a:ext cx="70253" cy="211232"/>
          </a:xfrm>
          <a:custGeom xmlns:a="http://schemas.openxmlformats.org/drawingml/2006/main">
            <a:pathLst>
              <a:path w="70253" h="211232">
                <a:moveTo>
                  <a:pt x="51022" y="104558"/>
                </a:moveTo>
                <a:cubicBezTo>
                  <a:pt x="51022" y="79467"/>
                  <a:pt x="46872" y="58626"/>
                  <a:pt x="38572" y="42035"/>
                </a:cubicBezTo>
                <a:cubicBezTo>
                  <a:pt x="30272" y="25444"/>
                  <a:pt x="17415" y="14290"/>
                  <a:pt x="0" y="8574"/>
                </a:cubicBezTo>
                <a:lnTo>
                  <a:pt x="3001" y="0"/>
                </a:lnTo>
                <a:cubicBezTo>
                  <a:pt x="24640" y="5716"/>
                  <a:pt x="41259" y="18057"/>
                  <a:pt x="52856" y="37024"/>
                </a:cubicBezTo>
                <a:cubicBezTo>
                  <a:pt x="64454" y="55991"/>
                  <a:pt x="70253" y="78873"/>
                  <a:pt x="70253" y="105672"/>
                </a:cubicBezTo>
                <a:cubicBezTo>
                  <a:pt x="70253" y="132544"/>
                  <a:pt x="64473" y="155427"/>
                  <a:pt x="52912" y="174320"/>
                </a:cubicBezTo>
                <a:cubicBezTo>
                  <a:pt x="41351" y="193212"/>
                  <a:pt x="24714" y="205516"/>
                  <a:pt x="3001" y="211232"/>
                </a:cubicBezTo>
                <a:lnTo>
                  <a:pt x="333" y="202658"/>
                </a:lnTo>
                <a:cubicBezTo>
                  <a:pt x="17452" y="196942"/>
                  <a:pt x="30180" y="185659"/>
                  <a:pt x="38517" y="168808"/>
                </a:cubicBezTo>
                <a:cubicBezTo>
                  <a:pt x="46854" y="151957"/>
                  <a:pt x="51022" y="130540"/>
                  <a:pt x="51022" y="10455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2828DF-9704-42DE-8685-024A222D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5464" y="1418273"/>
            <a:ext cx="749404" cy="369964"/>
          </a:xfrm>
          <a:custGeom xmlns:a="http://schemas.openxmlformats.org/drawingml/2006/main">
            <a:pathLst>
              <a:path w="749404" h="369964" fill="none">
                <a:moveTo>
                  <a:pt x="0" y="0"/>
                </a:moveTo>
                <a:lnTo>
                  <a:pt x="749404" y="0"/>
                </a:lnTo>
                <a:lnTo>
                  <a:pt x="749404" y="369964"/>
                </a:lnTo>
                <a:lnTo>
                  <a:pt x="0" y="3699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53" name="Text 𝒇(𝒔">
            <a:extLst xmlns:a="http://schemas.openxmlformats.org/drawingml/2006/main">
              <a:ext uri="{FF2B5EF4-FFF2-40B4-BE49-F238E27FC236}">
                <a16:creationId xmlns:a16="http://schemas.microsoft.com/office/drawing/2014/main" id="{AEE24F00-9450-44AD-A406-EE5F2A0D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68" y="1472057"/>
            <a:ext cx="331249" cy="211232"/>
          </a:xfrm>
          <a:custGeom xmlns:a="http://schemas.openxmlformats.org/drawingml/2006/main">
            <a:pathLst>
              <a:path w="331249" h="211232">
                <a:moveTo>
                  <a:pt x="31569" y="64361"/>
                </a:moveTo>
                <a:lnTo>
                  <a:pt x="33570" y="55341"/>
                </a:lnTo>
                <a:cubicBezTo>
                  <a:pt x="38684" y="55267"/>
                  <a:pt x="42296" y="54896"/>
                  <a:pt x="44408" y="54228"/>
                </a:cubicBezTo>
                <a:cubicBezTo>
                  <a:pt x="46520" y="53560"/>
                  <a:pt x="48262" y="52335"/>
                  <a:pt x="49633" y="50553"/>
                </a:cubicBezTo>
                <a:cubicBezTo>
                  <a:pt x="51004" y="48772"/>
                  <a:pt x="52319" y="45468"/>
                  <a:pt x="53579" y="40643"/>
                </a:cubicBezTo>
                <a:cubicBezTo>
                  <a:pt x="55432" y="33591"/>
                  <a:pt x="57766" y="27745"/>
                  <a:pt x="60582" y="23105"/>
                </a:cubicBezTo>
                <a:cubicBezTo>
                  <a:pt x="63398" y="18466"/>
                  <a:pt x="67066" y="14420"/>
                  <a:pt x="71587" y="10968"/>
                </a:cubicBezTo>
                <a:cubicBezTo>
                  <a:pt x="76107" y="7516"/>
                  <a:pt x="81387" y="4992"/>
                  <a:pt x="87427" y="3396"/>
                </a:cubicBezTo>
                <a:cubicBezTo>
                  <a:pt x="93467" y="1800"/>
                  <a:pt x="100118" y="1002"/>
                  <a:pt x="107380" y="1002"/>
                </a:cubicBezTo>
                <a:cubicBezTo>
                  <a:pt x="114791" y="1002"/>
                  <a:pt x="121757" y="1670"/>
                  <a:pt x="128278" y="3006"/>
                </a:cubicBezTo>
                <a:lnTo>
                  <a:pt x="123276" y="25277"/>
                </a:lnTo>
                <a:lnTo>
                  <a:pt x="108936" y="25277"/>
                </a:lnTo>
                <a:cubicBezTo>
                  <a:pt x="108640" y="20674"/>
                  <a:pt x="107899" y="17408"/>
                  <a:pt x="106713" y="15478"/>
                </a:cubicBezTo>
                <a:cubicBezTo>
                  <a:pt x="105527" y="13548"/>
                  <a:pt x="103675" y="12583"/>
                  <a:pt x="101155" y="12583"/>
                </a:cubicBezTo>
                <a:cubicBezTo>
                  <a:pt x="98191" y="12583"/>
                  <a:pt x="95783" y="13622"/>
                  <a:pt x="93930" y="15700"/>
                </a:cubicBezTo>
                <a:cubicBezTo>
                  <a:pt x="92077" y="17779"/>
                  <a:pt x="90521" y="20600"/>
                  <a:pt x="89261" y="24163"/>
                </a:cubicBezTo>
                <a:cubicBezTo>
                  <a:pt x="88001" y="27726"/>
                  <a:pt x="86742" y="32403"/>
                  <a:pt x="85482" y="38193"/>
                </a:cubicBezTo>
                <a:lnTo>
                  <a:pt x="82703" y="50442"/>
                </a:lnTo>
                <a:lnTo>
                  <a:pt x="106491" y="50442"/>
                </a:lnTo>
                <a:lnTo>
                  <a:pt x="103490" y="64361"/>
                </a:lnTo>
                <a:lnTo>
                  <a:pt x="79590" y="64361"/>
                </a:lnTo>
                <a:lnTo>
                  <a:pt x="59470" y="157450"/>
                </a:lnTo>
                <a:cubicBezTo>
                  <a:pt x="55543" y="175489"/>
                  <a:pt x="49207" y="188869"/>
                  <a:pt x="40462" y="197592"/>
                </a:cubicBezTo>
                <a:cubicBezTo>
                  <a:pt x="31718" y="206314"/>
                  <a:pt x="20787" y="210676"/>
                  <a:pt x="7670" y="210676"/>
                </a:cubicBezTo>
                <a:cubicBezTo>
                  <a:pt x="4483" y="210676"/>
                  <a:pt x="1927" y="210490"/>
                  <a:pt x="0" y="210119"/>
                </a:cubicBezTo>
                <a:lnTo>
                  <a:pt x="2668" y="197648"/>
                </a:lnTo>
                <a:cubicBezTo>
                  <a:pt x="4150" y="197870"/>
                  <a:pt x="5484" y="197982"/>
                  <a:pt x="6670" y="197982"/>
                </a:cubicBezTo>
                <a:cubicBezTo>
                  <a:pt x="10894" y="197982"/>
                  <a:pt x="14395" y="195643"/>
                  <a:pt x="17174" y="190967"/>
                </a:cubicBezTo>
                <a:cubicBezTo>
                  <a:pt x="19953" y="186290"/>
                  <a:pt x="22417" y="179275"/>
                  <a:pt x="24566" y="169921"/>
                </a:cubicBezTo>
                <a:lnTo>
                  <a:pt x="48354" y="64361"/>
                </a:lnTo>
                <a:lnTo>
                  <a:pt x="31569" y="64361"/>
                </a:lnTo>
                <a:close/>
                <a:moveTo>
                  <a:pt x="168848" y="104558"/>
                </a:moveTo>
                <a:cubicBezTo>
                  <a:pt x="168848" y="130540"/>
                  <a:pt x="173017" y="151957"/>
                  <a:pt x="181354" y="168808"/>
                </a:cubicBezTo>
                <a:cubicBezTo>
                  <a:pt x="189691" y="185659"/>
                  <a:pt x="202418" y="196942"/>
                  <a:pt x="219537" y="202658"/>
                </a:cubicBezTo>
                <a:lnTo>
                  <a:pt x="216869" y="211232"/>
                </a:lnTo>
                <a:cubicBezTo>
                  <a:pt x="195156" y="205516"/>
                  <a:pt x="178519" y="193212"/>
                  <a:pt x="166958" y="174320"/>
                </a:cubicBezTo>
                <a:cubicBezTo>
                  <a:pt x="155398" y="155427"/>
                  <a:pt x="149618" y="132544"/>
                  <a:pt x="149618" y="105672"/>
                </a:cubicBezTo>
                <a:cubicBezTo>
                  <a:pt x="149618" y="78873"/>
                  <a:pt x="155416" y="55991"/>
                  <a:pt x="167014" y="37024"/>
                </a:cubicBezTo>
                <a:cubicBezTo>
                  <a:pt x="178612" y="18057"/>
                  <a:pt x="195230" y="5716"/>
                  <a:pt x="216869" y="0"/>
                </a:cubicBezTo>
                <a:lnTo>
                  <a:pt x="219870" y="8574"/>
                </a:lnTo>
                <a:cubicBezTo>
                  <a:pt x="202529" y="14290"/>
                  <a:pt x="189691" y="25444"/>
                  <a:pt x="181354" y="42035"/>
                </a:cubicBezTo>
                <a:cubicBezTo>
                  <a:pt x="173017" y="58626"/>
                  <a:pt x="168848" y="79467"/>
                  <a:pt x="168848" y="104558"/>
                </a:cubicBezTo>
                <a:close/>
                <a:moveTo>
                  <a:pt x="250213" y="129724"/>
                </a:moveTo>
                <a:cubicBezTo>
                  <a:pt x="250584" y="136405"/>
                  <a:pt x="252307" y="141638"/>
                  <a:pt x="255382" y="145424"/>
                </a:cubicBezTo>
                <a:cubicBezTo>
                  <a:pt x="258458" y="149210"/>
                  <a:pt x="263182" y="151103"/>
                  <a:pt x="269555" y="151103"/>
                </a:cubicBezTo>
                <a:cubicBezTo>
                  <a:pt x="275410" y="151103"/>
                  <a:pt x="279930" y="149674"/>
                  <a:pt x="283117" y="146816"/>
                </a:cubicBezTo>
                <a:cubicBezTo>
                  <a:pt x="286303" y="143958"/>
                  <a:pt x="287896" y="139931"/>
                  <a:pt x="287896" y="134734"/>
                </a:cubicBezTo>
                <a:cubicBezTo>
                  <a:pt x="287896" y="131617"/>
                  <a:pt x="287378" y="128981"/>
                  <a:pt x="286340" y="126828"/>
                </a:cubicBezTo>
                <a:cubicBezTo>
                  <a:pt x="285303" y="124676"/>
                  <a:pt x="283598" y="122579"/>
                  <a:pt x="281227" y="120537"/>
                </a:cubicBezTo>
                <a:cubicBezTo>
                  <a:pt x="278856" y="118496"/>
                  <a:pt x="275002" y="115842"/>
                  <a:pt x="269666" y="112576"/>
                </a:cubicBezTo>
                <a:cubicBezTo>
                  <a:pt x="262256" y="108122"/>
                  <a:pt x="256864" y="103501"/>
                  <a:pt x="253493" y="98712"/>
                </a:cubicBezTo>
                <a:cubicBezTo>
                  <a:pt x="250121" y="93924"/>
                  <a:pt x="248435" y="88561"/>
                  <a:pt x="248435" y="82622"/>
                </a:cubicBezTo>
                <a:cubicBezTo>
                  <a:pt x="248435" y="71710"/>
                  <a:pt x="252511" y="63321"/>
                  <a:pt x="260662" y="57457"/>
                </a:cubicBezTo>
                <a:cubicBezTo>
                  <a:pt x="268814" y="51592"/>
                  <a:pt x="280226" y="48660"/>
                  <a:pt x="294900" y="48660"/>
                </a:cubicBezTo>
                <a:cubicBezTo>
                  <a:pt x="300606" y="48660"/>
                  <a:pt x="306738" y="49124"/>
                  <a:pt x="313296" y="50052"/>
                </a:cubicBezTo>
                <a:cubicBezTo>
                  <a:pt x="319855" y="50980"/>
                  <a:pt x="325839" y="52223"/>
                  <a:pt x="331249" y="53782"/>
                </a:cubicBezTo>
                <a:lnTo>
                  <a:pt x="325468" y="80395"/>
                </a:lnTo>
                <a:lnTo>
                  <a:pt x="311351" y="80395"/>
                </a:lnTo>
                <a:cubicBezTo>
                  <a:pt x="310684" y="73491"/>
                  <a:pt x="308924" y="68406"/>
                  <a:pt x="306071" y="65140"/>
                </a:cubicBezTo>
                <a:cubicBezTo>
                  <a:pt x="303218" y="61874"/>
                  <a:pt x="299124" y="60241"/>
                  <a:pt x="293788" y="60241"/>
                </a:cubicBezTo>
                <a:cubicBezTo>
                  <a:pt x="288823" y="60241"/>
                  <a:pt x="284840" y="61521"/>
                  <a:pt x="281838" y="64082"/>
                </a:cubicBezTo>
                <a:cubicBezTo>
                  <a:pt x="278837" y="66643"/>
                  <a:pt x="277336" y="70114"/>
                  <a:pt x="277336" y="74494"/>
                </a:cubicBezTo>
                <a:cubicBezTo>
                  <a:pt x="277336" y="78354"/>
                  <a:pt x="278596" y="81731"/>
                  <a:pt x="281116" y="84627"/>
                </a:cubicBezTo>
                <a:cubicBezTo>
                  <a:pt x="283635" y="87522"/>
                  <a:pt x="288526" y="91159"/>
                  <a:pt x="295789" y="95539"/>
                </a:cubicBezTo>
                <a:cubicBezTo>
                  <a:pt x="303644" y="100216"/>
                  <a:pt x="309276" y="105041"/>
                  <a:pt x="312685" y="110015"/>
                </a:cubicBezTo>
                <a:cubicBezTo>
                  <a:pt x="316094" y="114988"/>
                  <a:pt x="317798" y="120816"/>
                  <a:pt x="317798" y="127497"/>
                </a:cubicBezTo>
                <a:cubicBezTo>
                  <a:pt x="317798" y="135068"/>
                  <a:pt x="315779" y="141527"/>
                  <a:pt x="311740" y="146872"/>
                </a:cubicBezTo>
                <a:cubicBezTo>
                  <a:pt x="307701" y="152216"/>
                  <a:pt x="302181" y="156188"/>
                  <a:pt x="295177" y="158786"/>
                </a:cubicBezTo>
                <a:cubicBezTo>
                  <a:pt x="288174" y="161384"/>
                  <a:pt x="280189" y="162683"/>
                  <a:pt x="271223" y="162683"/>
                </a:cubicBezTo>
                <a:cubicBezTo>
                  <a:pt x="256846" y="162683"/>
                  <a:pt x="243062" y="160902"/>
                  <a:pt x="229871" y="157339"/>
                </a:cubicBezTo>
                <a:lnTo>
                  <a:pt x="236096" y="129724"/>
                </a:lnTo>
                <a:lnTo>
                  <a:pt x="250213" y="1297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𝟐">
            <a:extLst xmlns:a="http://schemas.openxmlformats.org/drawingml/2006/main">
              <a:ext uri="{FF2B5EF4-FFF2-40B4-BE49-F238E27FC236}">
                <a16:creationId xmlns:a16="http://schemas.microsoft.com/office/drawing/2014/main" id="{7D35B879-0F39-4179-BA92-55420807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290" y="1567742"/>
            <a:ext cx="76156" cy="112197"/>
          </a:xfrm>
          <a:custGeom xmlns:a="http://schemas.openxmlformats.org/drawingml/2006/main">
            <a:pathLst>
              <a:path w="76156" h="112197">
                <a:moveTo>
                  <a:pt x="52393" y="92292"/>
                </a:moveTo>
                <a:cubicBezTo>
                  <a:pt x="55907" y="92292"/>
                  <a:pt x="58530" y="92035"/>
                  <a:pt x="60260" y="91520"/>
                </a:cubicBezTo>
                <a:cubicBezTo>
                  <a:pt x="61990" y="91006"/>
                  <a:pt x="63355" y="90112"/>
                  <a:pt x="64356" y="88839"/>
                </a:cubicBezTo>
                <a:cubicBezTo>
                  <a:pt x="65356" y="87566"/>
                  <a:pt x="66180" y="85657"/>
                  <a:pt x="66829" y="83112"/>
                </a:cubicBezTo>
                <a:lnTo>
                  <a:pt x="76156" y="83112"/>
                </a:lnTo>
                <a:lnTo>
                  <a:pt x="74291" y="112197"/>
                </a:lnTo>
                <a:lnTo>
                  <a:pt x="0" y="112197"/>
                </a:lnTo>
                <a:lnTo>
                  <a:pt x="0" y="106835"/>
                </a:lnTo>
                <a:cubicBezTo>
                  <a:pt x="4163" y="97248"/>
                  <a:pt x="12679" y="84899"/>
                  <a:pt x="25548" y="69788"/>
                </a:cubicBezTo>
                <a:cubicBezTo>
                  <a:pt x="31387" y="62909"/>
                  <a:pt x="35834" y="57249"/>
                  <a:pt x="38889" y="52808"/>
                </a:cubicBezTo>
                <a:cubicBezTo>
                  <a:pt x="41944" y="48367"/>
                  <a:pt x="44228" y="44169"/>
                  <a:pt x="45742" y="40215"/>
                </a:cubicBezTo>
                <a:cubicBezTo>
                  <a:pt x="47256" y="36261"/>
                  <a:pt x="48013" y="32172"/>
                  <a:pt x="48013" y="27948"/>
                </a:cubicBezTo>
                <a:cubicBezTo>
                  <a:pt x="48013" y="21990"/>
                  <a:pt x="46689" y="17318"/>
                  <a:pt x="44039" y="13933"/>
                </a:cubicBezTo>
                <a:cubicBezTo>
                  <a:pt x="41390" y="10548"/>
                  <a:pt x="37767" y="8855"/>
                  <a:pt x="33171" y="8855"/>
                </a:cubicBezTo>
                <a:cubicBezTo>
                  <a:pt x="24358" y="8855"/>
                  <a:pt x="18708" y="15220"/>
                  <a:pt x="16221" y="27948"/>
                </a:cubicBezTo>
                <a:lnTo>
                  <a:pt x="1622" y="27948"/>
                </a:lnTo>
                <a:lnTo>
                  <a:pt x="1622" y="8774"/>
                </a:lnTo>
                <a:cubicBezTo>
                  <a:pt x="10435" y="5200"/>
                  <a:pt x="17545" y="2844"/>
                  <a:pt x="22952" y="1706"/>
                </a:cubicBezTo>
                <a:cubicBezTo>
                  <a:pt x="28359" y="569"/>
                  <a:pt x="34063" y="0"/>
                  <a:pt x="40065" y="0"/>
                </a:cubicBezTo>
                <a:cubicBezTo>
                  <a:pt x="48013" y="0"/>
                  <a:pt x="54502" y="1070"/>
                  <a:pt x="59530" y="3209"/>
                </a:cubicBezTo>
                <a:cubicBezTo>
                  <a:pt x="64558" y="5349"/>
                  <a:pt x="68195" y="8246"/>
                  <a:pt x="70438" y="11902"/>
                </a:cubicBezTo>
                <a:cubicBezTo>
                  <a:pt x="72682" y="15558"/>
                  <a:pt x="73804" y="19823"/>
                  <a:pt x="73804" y="24698"/>
                </a:cubicBezTo>
                <a:cubicBezTo>
                  <a:pt x="73804" y="28977"/>
                  <a:pt x="73007" y="32958"/>
                  <a:pt x="71412" y="36641"/>
                </a:cubicBezTo>
                <a:cubicBezTo>
                  <a:pt x="69817" y="40324"/>
                  <a:pt x="67059" y="44521"/>
                  <a:pt x="63139" y="49233"/>
                </a:cubicBezTo>
                <a:cubicBezTo>
                  <a:pt x="59219" y="53945"/>
                  <a:pt x="52609" y="60689"/>
                  <a:pt x="43309" y="69463"/>
                </a:cubicBezTo>
                <a:cubicBezTo>
                  <a:pt x="40444" y="72171"/>
                  <a:pt x="37024" y="75732"/>
                  <a:pt x="33050" y="80146"/>
                </a:cubicBezTo>
                <a:cubicBezTo>
                  <a:pt x="29076" y="84560"/>
                  <a:pt x="25926" y="88338"/>
                  <a:pt x="23601" y="91480"/>
                </a:cubicBezTo>
                <a:lnTo>
                  <a:pt x="23601" y="92292"/>
                </a:lnTo>
                <a:lnTo>
                  <a:pt x="52393" y="9229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)">
            <a:extLst xmlns:a="http://schemas.openxmlformats.org/drawingml/2006/main">
              <a:ext uri="{FF2B5EF4-FFF2-40B4-BE49-F238E27FC236}">
                <a16:creationId xmlns:a16="http://schemas.microsoft.com/office/drawing/2014/main" id="{49E42283-5AC6-4360-A5E4-AD9CCB90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9696" y="1472057"/>
            <a:ext cx="70253" cy="211232"/>
          </a:xfrm>
          <a:custGeom xmlns:a="http://schemas.openxmlformats.org/drawingml/2006/main">
            <a:pathLst>
              <a:path w="70253" h="211232">
                <a:moveTo>
                  <a:pt x="51022" y="104558"/>
                </a:moveTo>
                <a:cubicBezTo>
                  <a:pt x="51022" y="79467"/>
                  <a:pt x="46872" y="58626"/>
                  <a:pt x="38572" y="42035"/>
                </a:cubicBezTo>
                <a:cubicBezTo>
                  <a:pt x="30272" y="25444"/>
                  <a:pt x="17415" y="14290"/>
                  <a:pt x="0" y="8574"/>
                </a:cubicBezTo>
                <a:lnTo>
                  <a:pt x="3001" y="0"/>
                </a:lnTo>
                <a:cubicBezTo>
                  <a:pt x="24640" y="5716"/>
                  <a:pt x="41259" y="18057"/>
                  <a:pt x="52856" y="37024"/>
                </a:cubicBezTo>
                <a:cubicBezTo>
                  <a:pt x="64454" y="55991"/>
                  <a:pt x="70253" y="78873"/>
                  <a:pt x="70253" y="105672"/>
                </a:cubicBezTo>
                <a:cubicBezTo>
                  <a:pt x="70253" y="132544"/>
                  <a:pt x="64473" y="155427"/>
                  <a:pt x="52912" y="174320"/>
                </a:cubicBezTo>
                <a:cubicBezTo>
                  <a:pt x="41351" y="193212"/>
                  <a:pt x="24714" y="205516"/>
                  <a:pt x="3001" y="211232"/>
                </a:cubicBezTo>
                <a:lnTo>
                  <a:pt x="333" y="202658"/>
                </a:lnTo>
                <a:cubicBezTo>
                  <a:pt x="17452" y="196942"/>
                  <a:pt x="30180" y="185659"/>
                  <a:pt x="38517" y="168808"/>
                </a:cubicBezTo>
                <a:cubicBezTo>
                  <a:pt x="46854" y="151957"/>
                  <a:pt x="51022" y="130540"/>
                  <a:pt x="51022" y="10455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EC18C0-AED3-49A3-922F-F1D383C6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371" y="2372544"/>
            <a:ext cx="749405" cy="369964"/>
          </a:xfrm>
          <a:custGeom xmlns:a="http://schemas.openxmlformats.org/drawingml/2006/main">
            <a:pathLst>
              <a:path w="749405" h="369964" fill="none">
                <a:moveTo>
                  <a:pt x="0" y="0"/>
                </a:moveTo>
                <a:lnTo>
                  <a:pt x="749405" y="0"/>
                </a:lnTo>
                <a:lnTo>
                  <a:pt x="749405" y="369964"/>
                </a:lnTo>
                <a:lnTo>
                  <a:pt x="0" y="3699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57" name="Text 𝒇(𝒔">
            <a:extLst xmlns:a="http://schemas.openxmlformats.org/drawingml/2006/main">
              <a:ext uri="{FF2B5EF4-FFF2-40B4-BE49-F238E27FC236}">
                <a16:creationId xmlns:a16="http://schemas.microsoft.com/office/drawing/2014/main" id="{4B735FC4-9845-402F-9CA8-967B0ED4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630" y="2426120"/>
            <a:ext cx="331249" cy="211232"/>
          </a:xfrm>
          <a:custGeom xmlns:a="http://schemas.openxmlformats.org/drawingml/2006/main">
            <a:pathLst>
              <a:path w="331249" h="211232">
                <a:moveTo>
                  <a:pt x="31569" y="64361"/>
                </a:moveTo>
                <a:lnTo>
                  <a:pt x="33570" y="55341"/>
                </a:lnTo>
                <a:cubicBezTo>
                  <a:pt x="38684" y="55267"/>
                  <a:pt x="42296" y="54896"/>
                  <a:pt x="44408" y="54228"/>
                </a:cubicBezTo>
                <a:cubicBezTo>
                  <a:pt x="46520" y="53560"/>
                  <a:pt x="48262" y="52335"/>
                  <a:pt x="49633" y="50553"/>
                </a:cubicBezTo>
                <a:cubicBezTo>
                  <a:pt x="51004" y="48772"/>
                  <a:pt x="52319" y="45468"/>
                  <a:pt x="53579" y="40643"/>
                </a:cubicBezTo>
                <a:cubicBezTo>
                  <a:pt x="55432" y="33591"/>
                  <a:pt x="57766" y="27745"/>
                  <a:pt x="60582" y="23105"/>
                </a:cubicBezTo>
                <a:cubicBezTo>
                  <a:pt x="63398" y="18466"/>
                  <a:pt x="67066" y="14420"/>
                  <a:pt x="71587" y="10968"/>
                </a:cubicBezTo>
                <a:cubicBezTo>
                  <a:pt x="76107" y="7516"/>
                  <a:pt x="81387" y="4992"/>
                  <a:pt x="87427" y="3396"/>
                </a:cubicBezTo>
                <a:cubicBezTo>
                  <a:pt x="93467" y="1800"/>
                  <a:pt x="100118" y="1002"/>
                  <a:pt x="107380" y="1002"/>
                </a:cubicBezTo>
                <a:cubicBezTo>
                  <a:pt x="114791" y="1002"/>
                  <a:pt x="121757" y="1670"/>
                  <a:pt x="128278" y="3006"/>
                </a:cubicBezTo>
                <a:lnTo>
                  <a:pt x="123276" y="25277"/>
                </a:lnTo>
                <a:lnTo>
                  <a:pt x="108936" y="25277"/>
                </a:lnTo>
                <a:cubicBezTo>
                  <a:pt x="108640" y="20674"/>
                  <a:pt x="107899" y="17408"/>
                  <a:pt x="106713" y="15478"/>
                </a:cubicBezTo>
                <a:cubicBezTo>
                  <a:pt x="105527" y="13548"/>
                  <a:pt x="103675" y="12583"/>
                  <a:pt x="101155" y="12583"/>
                </a:cubicBezTo>
                <a:cubicBezTo>
                  <a:pt x="98191" y="12583"/>
                  <a:pt x="95783" y="13622"/>
                  <a:pt x="93930" y="15700"/>
                </a:cubicBezTo>
                <a:cubicBezTo>
                  <a:pt x="92077" y="17779"/>
                  <a:pt x="90521" y="20600"/>
                  <a:pt x="89261" y="24163"/>
                </a:cubicBezTo>
                <a:cubicBezTo>
                  <a:pt x="88001" y="27726"/>
                  <a:pt x="86742" y="32403"/>
                  <a:pt x="85482" y="38193"/>
                </a:cubicBezTo>
                <a:lnTo>
                  <a:pt x="82703" y="50442"/>
                </a:lnTo>
                <a:lnTo>
                  <a:pt x="106491" y="50442"/>
                </a:lnTo>
                <a:lnTo>
                  <a:pt x="103490" y="64361"/>
                </a:lnTo>
                <a:lnTo>
                  <a:pt x="79590" y="64361"/>
                </a:lnTo>
                <a:lnTo>
                  <a:pt x="59470" y="157450"/>
                </a:lnTo>
                <a:cubicBezTo>
                  <a:pt x="55543" y="175489"/>
                  <a:pt x="49207" y="188869"/>
                  <a:pt x="40462" y="197592"/>
                </a:cubicBezTo>
                <a:cubicBezTo>
                  <a:pt x="31718" y="206314"/>
                  <a:pt x="20787" y="210676"/>
                  <a:pt x="7670" y="210676"/>
                </a:cubicBezTo>
                <a:cubicBezTo>
                  <a:pt x="4483" y="210676"/>
                  <a:pt x="1927" y="210490"/>
                  <a:pt x="0" y="210119"/>
                </a:cubicBezTo>
                <a:lnTo>
                  <a:pt x="2668" y="197648"/>
                </a:lnTo>
                <a:cubicBezTo>
                  <a:pt x="4150" y="197870"/>
                  <a:pt x="5484" y="197982"/>
                  <a:pt x="6670" y="197982"/>
                </a:cubicBezTo>
                <a:cubicBezTo>
                  <a:pt x="10894" y="197982"/>
                  <a:pt x="14395" y="195643"/>
                  <a:pt x="17174" y="190967"/>
                </a:cubicBezTo>
                <a:cubicBezTo>
                  <a:pt x="19953" y="186290"/>
                  <a:pt x="22417" y="179275"/>
                  <a:pt x="24566" y="169921"/>
                </a:cubicBezTo>
                <a:lnTo>
                  <a:pt x="48354" y="64361"/>
                </a:lnTo>
                <a:lnTo>
                  <a:pt x="31569" y="64361"/>
                </a:lnTo>
                <a:close/>
                <a:moveTo>
                  <a:pt x="168849" y="104558"/>
                </a:moveTo>
                <a:cubicBezTo>
                  <a:pt x="168849" y="130540"/>
                  <a:pt x="173017" y="151957"/>
                  <a:pt x="181354" y="168808"/>
                </a:cubicBezTo>
                <a:cubicBezTo>
                  <a:pt x="189691" y="185659"/>
                  <a:pt x="202419" y="196942"/>
                  <a:pt x="219538" y="202658"/>
                </a:cubicBezTo>
                <a:lnTo>
                  <a:pt x="216870" y="211232"/>
                </a:lnTo>
                <a:cubicBezTo>
                  <a:pt x="195157" y="205516"/>
                  <a:pt x="178520" y="193212"/>
                  <a:pt x="166959" y="174320"/>
                </a:cubicBezTo>
                <a:cubicBezTo>
                  <a:pt x="155399" y="155427"/>
                  <a:pt x="149618" y="132544"/>
                  <a:pt x="149618" y="105672"/>
                </a:cubicBezTo>
                <a:cubicBezTo>
                  <a:pt x="149618" y="78873"/>
                  <a:pt x="155417" y="55991"/>
                  <a:pt x="167015" y="37024"/>
                </a:cubicBezTo>
                <a:cubicBezTo>
                  <a:pt x="178613" y="18057"/>
                  <a:pt x="195231" y="5716"/>
                  <a:pt x="216870" y="0"/>
                </a:cubicBezTo>
                <a:lnTo>
                  <a:pt x="219871" y="8574"/>
                </a:lnTo>
                <a:cubicBezTo>
                  <a:pt x="202530" y="14290"/>
                  <a:pt x="189691" y="25444"/>
                  <a:pt x="181354" y="42035"/>
                </a:cubicBezTo>
                <a:cubicBezTo>
                  <a:pt x="173017" y="58626"/>
                  <a:pt x="168849" y="79467"/>
                  <a:pt x="168849" y="104558"/>
                </a:cubicBezTo>
                <a:close/>
                <a:moveTo>
                  <a:pt x="250214" y="129724"/>
                </a:moveTo>
                <a:cubicBezTo>
                  <a:pt x="250584" y="136405"/>
                  <a:pt x="252307" y="141638"/>
                  <a:pt x="255383" y="145424"/>
                </a:cubicBezTo>
                <a:cubicBezTo>
                  <a:pt x="258458" y="149210"/>
                  <a:pt x="263182" y="151103"/>
                  <a:pt x="269555" y="151103"/>
                </a:cubicBezTo>
                <a:cubicBezTo>
                  <a:pt x="275410" y="151103"/>
                  <a:pt x="279930" y="149674"/>
                  <a:pt x="283117" y="146816"/>
                </a:cubicBezTo>
                <a:cubicBezTo>
                  <a:pt x="286304" y="143958"/>
                  <a:pt x="287897" y="139931"/>
                  <a:pt x="287897" y="134734"/>
                </a:cubicBezTo>
                <a:cubicBezTo>
                  <a:pt x="287897" y="131617"/>
                  <a:pt x="287378" y="128981"/>
                  <a:pt x="286341" y="126828"/>
                </a:cubicBezTo>
                <a:cubicBezTo>
                  <a:pt x="285303" y="124676"/>
                  <a:pt x="283599" y="122579"/>
                  <a:pt x="281227" y="120537"/>
                </a:cubicBezTo>
                <a:cubicBezTo>
                  <a:pt x="278856" y="118496"/>
                  <a:pt x="275002" y="115842"/>
                  <a:pt x="269667" y="112576"/>
                </a:cubicBezTo>
                <a:cubicBezTo>
                  <a:pt x="262256" y="108122"/>
                  <a:pt x="256865" y="103501"/>
                  <a:pt x="253493" y="98712"/>
                </a:cubicBezTo>
                <a:cubicBezTo>
                  <a:pt x="250121" y="93924"/>
                  <a:pt x="248435" y="88561"/>
                  <a:pt x="248435" y="82622"/>
                </a:cubicBezTo>
                <a:cubicBezTo>
                  <a:pt x="248435" y="71710"/>
                  <a:pt x="252511" y="63321"/>
                  <a:pt x="260663" y="57457"/>
                </a:cubicBezTo>
                <a:cubicBezTo>
                  <a:pt x="268814" y="51592"/>
                  <a:pt x="280227" y="48660"/>
                  <a:pt x="294900" y="48660"/>
                </a:cubicBezTo>
                <a:cubicBezTo>
                  <a:pt x="300606" y="48660"/>
                  <a:pt x="306738" y="49124"/>
                  <a:pt x="313297" y="50052"/>
                </a:cubicBezTo>
                <a:cubicBezTo>
                  <a:pt x="319855" y="50980"/>
                  <a:pt x="325839" y="52223"/>
                  <a:pt x="331249" y="53782"/>
                </a:cubicBezTo>
                <a:lnTo>
                  <a:pt x="325469" y="80395"/>
                </a:lnTo>
                <a:lnTo>
                  <a:pt x="311351" y="80395"/>
                </a:lnTo>
                <a:cubicBezTo>
                  <a:pt x="310684" y="73491"/>
                  <a:pt x="308924" y="68406"/>
                  <a:pt x="306071" y="65140"/>
                </a:cubicBezTo>
                <a:cubicBezTo>
                  <a:pt x="303218" y="61874"/>
                  <a:pt x="299124" y="60241"/>
                  <a:pt x="293788" y="60241"/>
                </a:cubicBezTo>
                <a:cubicBezTo>
                  <a:pt x="288823" y="60241"/>
                  <a:pt x="284840" y="61521"/>
                  <a:pt x="281839" y="64082"/>
                </a:cubicBezTo>
                <a:cubicBezTo>
                  <a:pt x="278837" y="66643"/>
                  <a:pt x="277337" y="70114"/>
                  <a:pt x="277337" y="74494"/>
                </a:cubicBezTo>
                <a:cubicBezTo>
                  <a:pt x="277337" y="78354"/>
                  <a:pt x="278596" y="81731"/>
                  <a:pt x="281116" y="84627"/>
                </a:cubicBezTo>
                <a:cubicBezTo>
                  <a:pt x="283636" y="87522"/>
                  <a:pt x="288527" y="91159"/>
                  <a:pt x="295789" y="95539"/>
                </a:cubicBezTo>
                <a:cubicBezTo>
                  <a:pt x="303644" y="100216"/>
                  <a:pt x="309276" y="105041"/>
                  <a:pt x="312685" y="110015"/>
                </a:cubicBezTo>
                <a:cubicBezTo>
                  <a:pt x="316094" y="114988"/>
                  <a:pt x="317799" y="120816"/>
                  <a:pt x="317799" y="127497"/>
                </a:cubicBezTo>
                <a:cubicBezTo>
                  <a:pt x="317799" y="135068"/>
                  <a:pt x="315779" y="141527"/>
                  <a:pt x="311741" y="146872"/>
                </a:cubicBezTo>
                <a:cubicBezTo>
                  <a:pt x="307702" y="152216"/>
                  <a:pt x="302181" y="156188"/>
                  <a:pt x="295178" y="158786"/>
                </a:cubicBezTo>
                <a:cubicBezTo>
                  <a:pt x="288175" y="161384"/>
                  <a:pt x="280190" y="162683"/>
                  <a:pt x="271223" y="162683"/>
                </a:cubicBezTo>
                <a:cubicBezTo>
                  <a:pt x="256846" y="162683"/>
                  <a:pt x="243062" y="160902"/>
                  <a:pt x="229871" y="157339"/>
                </a:cubicBezTo>
                <a:lnTo>
                  <a:pt x="236096" y="129724"/>
                </a:lnTo>
                <a:lnTo>
                  <a:pt x="250214" y="1297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𝟑">
            <a:extLst xmlns:a="http://schemas.openxmlformats.org/drawingml/2006/main">
              <a:ext uri="{FF2B5EF4-FFF2-40B4-BE49-F238E27FC236}">
                <a16:creationId xmlns:a16="http://schemas.microsoft.com/office/drawing/2014/main" id="{116722D8-ACE6-4B52-A84C-2ECD80C4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193" y="2521804"/>
            <a:ext cx="74534" cy="113497"/>
          </a:xfrm>
          <a:custGeom xmlns:a="http://schemas.openxmlformats.org/drawingml/2006/main">
            <a:pathLst>
              <a:path w="74534" h="113497">
                <a:moveTo>
                  <a:pt x="1541" y="28029"/>
                </a:moveTo>
                <a:lnTo>
                  <a:pt x="1541" y="8774"/>
                </a:lnTo>
                <a:cubicBezTo>
                  <a:pt x="15220" y="2925"/>
                  <a:pt x="27629" y="0"/>
                  <a:pt x="38767" y="0"/>
                </a:cubicBezTo>
                <a:cubicBezTo>
                  <a:pt x="48987" y="0"/>
                  <a:pt x="57151" y="2085"/>
                  <a:pt x="63261" y="6256"/>
                </a:cubicBezTo>
                <a:cubicBezTo>
                  <a:pt x="69371" y="10426"/>
                  <a:pt x="72425" y="16249"/>
                  <a:pt x="72425" y="23723"/>
                </a:cubicBezTo>
                <a:cubicBezTo>
                  <a:pt x="72425" y="30006"/>
                  <a:pt x="70628" y="35422"/>
                  <a:pt x="67032" y="39972"/>
                </a:cubicBezTo>
                <a:cubicBezTo>
                  <a:pt x="63436" y="44521"/>
                  <a:pt x="57421" y="48746"/>
                  <a:pt x="48987" y="52645"/>
                </a:cubicBezTo>
                <a:lnTo>
                  <a:pt x="48987" y="53377"/>
                </a:lnTo>
                <a:cubicBezTo>
                  <a:pt x="56881" y="54839"/>
                  <a:pt x="63112" y="58008"/>
                  <a:pt x="67681" y="62882"/>
                </a:cubicBezTo>
                <a:cubicBezTo>
                  <a:pt x="72250" y="67757"/>
                  <a:pt x="74534" y="73796"/>
                  <a:pt x="74534" y="80999"/>
                </a:cubicBezTo>
                <a:cubicBezTo>
                  <a:pt x="74534" y="87282"/>
                  <a:pt x="73007" y="92874"/>
                  <a:pt x="69952" y="97776"/>
                </a:cubicBezTo>
                <a:cubicBezTo>
                  <a:pt x="66897" y="102678"/>
                  <a:pt x="62260" y="106523"/>
                  <a:pt x="56043" y="109312"/>
                </a:cubicBezTo>
                <a:cubicBezTo>
                  <a:pt x="49825" y="112102"/>
                  <a:pt x="42282" y="113497"/>
                  <a:pt x="33415" y="113497"/>
                </a:cubicBezTo>
                <a:cubicBezTo>
                  <a:pt x="27305" y="113497"/>
                  <a:pt x="21303" y="112941"/>
                  <a:pt x="15410" y="111831"/>
                </a:cubicBezTo>
                <a:cubicBezTo>
                  <a:pt x="9516" y="110721"/>
                  <a:pt x="4380" y="109164"/>
                  <a:pt x="0" y="107160"/>
                </a:cubicBezTo>
                <a:lnTo>
                  <a:pt x="0" y="86768"/>
                </a:lnTo>
                <a:lnTo>
                  <a:pt x="14599" y="86768"/>
                </a:lnTo>
                <a:cubicBezTo>
                  <a:pt x="16167" y="92942"/>
                  <a:pt x="18383" y="97424"/>
                  <a:pt x="21249" y="100213"/>
                </a:cubicBezTo>
                <a:cubicBezTo>
                  <a:pt x="24115" y="103003"/>
                  <a:pt x="27873" y="104397"/>
                  <a:pt x="32523" y="104397"/>
                </a:cubicBezTo>
                <a:cubicBezTo>
                  <a:pt x="43985" y="104397"/>
                  <a:pt x="49716" y="97302"/>
                  <a:pt x="49716" y="83112"/>
                </a:cubicBezTo>
                <a:cubicBezTo>
                  <a:pt x="49716" y="75475"/>
                  <a:pt x="47702" y="69788"/>
                  <a:pt x="43674" y="66051"/>
                </a:cubicBezTo>
                <a:cubicBezTo>
                  <a:pt x="39646" y="62313"/>
                  <a:pt x="33523" y="60445"/>
                  <a:pt x="25304" y="60445"/>
                </a:cubicBezTo>
                <a:lnTo>
                  <a:pt x="18897" y="60445"/>
                </a:lnTo>
                <a:lnTo>
                  <a:pt x="18897" y="51183"/>
                </a:lnTo>
                <a:cubicBezTo>
                  <a:pt x="28305" y="50804"/>
                  <a:pt x="35442" y="48597"/>
                  <a:pt x="40308" y="44562"/>
                </a:cubicBezTo>
                <a:cubicBezTo>
                  <a:pt x="45175" y="40527"/>
                  <a:pt x="47608" y="34691"/>
                  <a:pt x="47608" y="27054"/>
                </a:cubicBezTo>
                <a:cubicBezTo>
                  <a:pt x="47608" y="21042"/>
                  <a:pt x="46391" y="16506"/>
                  <a:pt x="43958" y="13446"/>
                </a:cubicBezTo>
                <a:cubicBezTo>
                  <a:pt x="41525" y="10386"/>
                  <a:pt x="37983" y="8855"/>
                  <a:pt x="33334" y="8855"/>
                </a:cubicBezTo>
                <a:cubicBezTo>
                  <a:pt x="28792" y="8855"/>
                  <a:pt x="25061" y="10480"/>
                  <a:pt x="22141" y="13730"/>
                </a:cubicBezTo>
                <a:cubicBezTo>
                  <a:pt x="19222" y="16980"/>
                  <a:pt x="17221" y="21746"/>
                  <a:pt x="16140" y="28029"/>
                </a:cubicBezTo>
                <a:lnTo>
                  <a:pt x="1541" y="2802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)">
            <a:extLst xmlns:a="http://schemas.openxmlformats.org/drawingml/2006/main">
              <a:ext uri="{FF2B5EF4-FFF2-40B4-BE49-F238E27FC236}">
                <a16:creationId xmlns:a16="http://schemas.microsoft.com/office/drawing/2014/main" id="{FC16F3A6-06C4-4A14-A469-FD639FA4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061" y="2426120"/>
            <a:ext cx="70253" cy="211232"/>
          </a:xfrm>
          <a:custGeom xmlns:a="http://schemas.openxmlformats.org/drawingml/2006/main">
            <a:pathLst>
              <a:path w="70253" h="211232">
                <a:moveTo>
                  <a:pt x="51022" y="104558"/>
                </a:moveTo>
                <a:cubicBezTo>
                  <a:pt x="51022" y="79467"/>
                  <a:pt x="46872" y="58626"/>
                  <a:pt x="38572" y="42035"/>
                </a:cubicBezTo>
                <a:cubicBezTo>
                  <a:pt x="30272" y="25444"/>
                  <a:pt x="17415" y="14290"/>
                  <a:pt x="0" y="8574"/>
                </a:cubicBezTo>
                <a:lnTo>
                  <a:pt x="3001" y="0"/>
                </a:lnTo>
                <a:cubicBezTo>
                  <a:pt x="24640" y="5716"/>
                  <a:pt x="41259" y="18057"/>
                  <a:pt x="52856" y="37024"/>
                </a:cubicBezTo>
                <a:cubicBezTo>
                  <a:pt x="64454" y="55991"/>
                  <a:pt x="70253" y="78873"/>
                  <a:pt x="70253" y="105672"/>
                </a:cubicBezTo>
                <a:cubicBezTo>
                  <a:pt x="70253" y="132544"/>
                  <a:pt x="64473" y="155427"/>
                  <a:pt x="52912" y="174320"/>
                </a:cubicBezTo>
                <a:cubicBezTo>
                  <a:pt x="41351" y="193212"/>
                  <a:pt x="24714" y="205516"/>
                  <a:pt x="3001" y="211232"/>
                </a:cubicBezTo>
                <a:lnTo>
                  <a:pt x="333" y="202658"/>
                </a:lnTo>
                <a:cubicBezTo>
                  <a:pt x="17452" y="196942"/>
                  <a:pt x="30180" y="185659"/>
                  <a:pt x="38517" y="168808"/>
                </a:cubicBezTo>
                <a:cubicBezTo>
                  <a:pt x="46854" y="151957"/>
                  <a:pt x="51022" y="130540"/>
                  <a:pt x="51022" y="10455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510AD6-9260-48D5-A496-8E52B4B4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323" y="2255096"/>
            <a:ext cx="749404" cy="369964"/>
          </a:xfrm>
          <a:custGeom xmlns:a="http://schemas.openxmlformats.org/drawingml/2006/main">
            <a:pathLst>
              <a:path w="749404" h="369964" fill="none">
                <a:moveTo>
                  <a:pt x="0" y="0"/>
                </a:moveTo>
                <a:lnTo>
                  <a:pt x="749404" y="0"/>
                </a:lnTo>
                <a:lnTo>
                  <a:pt x="749404" y="369964"/>
                </a:lnTo>
                <a:lnTo>
                  <a:pt x="0" y="3699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61" name="Text 𝒇(𝒔">
            <a:extLst xmlns:a="http://schemas.openxmlformats.org/drawingml/2006/main">
              <a:ext uri="{FF2B5EF4-FFF2-40B4-BE49-F238E27FC236}">
                <a16:creationId xmlns:a16="http://schemas.microsoft.com/office/drawing/2014/main" id="{6800531A-C300-48AA-A8F9-FB06FBE0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504" y="2308325"/>
            <a:ext cx="331248" cy="211232"/>
          </a:xfrm>
          <a:custGeom xmlns:a="http://schemas.openxmlformats.org/drawingml/2006/main">
            <a:pathLst>
              <a:path w="331248" h="211232">
                <a:moveTo>
                  <a:pt x="31569" y="64361"/>
                </a:moveTo>
                <a:lnTo>
                  <a:pt x="33570" y="55341"/>
                </a:lnTo>
                <a:cubicBezTo>
                  <a:pt x="38684" y="55267"/>
                  <a:pt x="42296" y="54896"/>
                  <a:pt x="44408" y="54228"/>
                </a:cubicBezTo>
                <a:cubicBezTo>
                  <a:pt x="46520" y="53560"/>
                  <a:pt x="48262" y="52335"/>
                  <a:pt x="49633" y="50553"/>
                </a:cubicBezTo>
                <a:cubicBezTo>
                  <a:pt x="51004" y="48772"/>
                  <a:pt x="52319" y="45468"/>
                  <a:pt x="53579" y="40643"/>
                </a:cubicBezTo>
                <a:cubicBezTo>
                  <a:pt x="55432" y="33591"/>
                  <a:pt x="57766" y="27745"/>
                  <a:pt x="60582" y="23105"/>
                </a:cubicBezTo>
                <a:cubicBezTo>
                  <a:pt x="63398" y="18466"/>
                  <a:pt x="67066" y="14420"/>
                  <a:pt x="71587" y="10968"/>
                </a:cubicBezTo>
                <a:cubicBezTo>
                  <a:pt x="76107" y="7516"/>
                  <a:pt x="81387" y="4992"/>
                  <a:pt x="87427" y="3396"/>
                </a:cubicBezTo>
                <a:cubicBezTo>
                  <a:pt x="93467" y="1800"/>
                  <a:pt x="100118" y="1002"/>
                  <a:pt x="107380" y="1002"/>
                </a:cubicBezTo>
                <a:cubicBezTo>
                  <a:pt x="114791" y="1002"/>
                  <a:pt x="121757" y="1670"/>
                  <a:pt x="128278" y="3006"/>
                </a:cubicBezTo>
                <a:lnTo>
                  <a:pt x="123276" y="25277"/>
                </a:lnTo>
                <a:lnTo>
                  <a:pt x="108936" y="25277"/>
                </a:lnTo>
                <a:cubicBezTo>
                  <a:pt x="108640" y="20674"/>
                  <a:pt x="107899" y="17408"/>
                  <a:pt x="106713" y="15478"/>
                </a:cubicBezTo>
                <a:cubicBezTo>
                  <a:pt x="105527" y="13548"/>
                  <a:pt x="103675" y="12583"/>
                  <a:pt x="101155" y="12583"/>
                </a:cubicBezTo>
                <a:cubicBezTo>
                  <a:pt x="98191" y="12583"/>
                  <a:pt x="95783" y="13622"/>
                  <a:pt x="93930" y="15700"/>
                </a:cubicBezTo>
                <a:cubicBezTo>
                  <a:pt x="92077" y="17779"/>
                  <a:pt x="90521" y="20600"/>
                  <a:pt x="89261" y="24163"/>
                </a:cubicBezTo>
                <a:cubicBezTo>
                  <a:pt x="88001" y="27726"/>
                  <a:pt x="86742" y="32403"/>
                  <a:pt x="85482" y="38193"/>
                </a:cubicBezTo>
                <a:lnTo>
                  <a:pt x="82703" y="50442"/>
                </a:lnTo>
                <a:lnTo>
                  <a:pt x="106491" y="50442"/>
                </a:lnTo>
                <a:lnTo>
                  <a:pt x="103490" y="64361"/>
                </a:lnTo>
                <a:lnTo>
                  <a:pt x="79590" y="64361"/>
                </a:lnTo>
                <a:lnTo>
                  <a:pt x="59470" y="157450"/>
                </a:lnTo>
                <a:cubicBezTo>
                  <a:pt x="55543" y="175489"/>
                  <a:pt x="49207" y="188869"/>
                  <a:pt x="40462" y="197592"/>
                </a:cubicBezTo>
                <a:cubicBezTo>
                  <a:pt x="31718" y="206314"/>
                  <a:pt x="20787" y="210676"/>
                  <a:pt x="7670" y="210676"/>
                </a:cubicBezTo>
                <a:cubicBezTo>
                  <a:pt x="4483" y="210676"/>
                  <a:pt x="1927" y="210490"/>
                  <a:pt x="0" y="210119"/>
                </a:cubicBezTo>
                <a:lnTo>
                  <a:pt x="2668" y="197648"/>
                </a:lnTo>
                <a:cubicBezTo>
                  <a:pt x="4150" y="197870"/>
                  <a:pt x="5484" y="197982"/>
                  <a:pt x="6670" y="197982"/>
                </a:cubicBezTo>
                <a:cubicBezTo>
                  <a:pt x="10894" y="197982"/>
                  <a:pt x="14395" y="195643"/>
                  <a:pt x="17174" y="190967"/>
                </a:cubicBezTo>
                <a:cubicBezTo>
                  <a:pt x="19953" y="186290"/>
                  <a:pt x="22417" y="179275"/>
                  <a:pt x="24566" y="169921"/>
                </a:cubicBezTo>
                <a:lnTo>
                  <a:pt x="48354" y="64361"/>
                </a:lnTo>
                <a:lnTo>
                  <a:pt x="31569" y="64361"/>
                </a:lnTo>
                <a:close/>
                <a:moveTo>
                  <a:pt x="168849" y="104558"/>
                </a:moveTo>
                <a:cubicBezTo>
                  <a:pt x="168849" y="130540"/>
                  <a:pt x="173017" y="151957"/>
                  <a:pt x="181354" y="168808"/>
                </a:cubicBezTo>
                <a:cubicBezTo>
                  <a:pt x="189691" y="185659"/>
                  <a:pt x="202419" y="196942"/>
                  <a:pt x="219537" y="202658"/>
                </a:cubicBezTo>
                <a:lnTo>
                  <a:pt x="216870" y="211232"/>
                </a:lnTo>
                <a:cubicBezTo>
                  <a:pt x="195156" y="205516"/>
                  <a:pt x="178520" y="193212"/>
                  <a:pt x="166959" y="174320"/>
                </a:cubicBezTo>
                <a:cubicBezTo>
                  <a:pt x="155398" y="155427"/>
                  <a:pt x="149618" y="132544"/>
                  <a:pt x="149618" y="105672"/>
                </a:cubicBezTo>
                <a:cubicBezTo>
                  <a:pt x="149618" y="78873"/>
                  <a:pt x="155417" y="55991"/>
                  <a:pt x="167015" y="37024"/>
                </a:cubicBezTo>
                <a:cubicBezTo>
                  <a:pt x="178612" y="18057"/>
                  <a:pt x="195231" y="5716"/>
                  <a:pt x="216870" y="0"/>
                </a:cubicBezTo>
                <a:lnTo>
                  <a:pt x="219871" y="8574"/>
                </a:lnTo>
                <a:cubicBezTo>
                  <a:pt x="202530" y="14290"/>
                  <a:pt x="189691" y="25444"/>
                  <a:pt x="181354" y="42035"/>
                </a:cubicBezTo>
                <a:cubicBezTo>
                  <a:pt x="173017" y="58626"/>
                  <a:pt x="168849" y="79467"/>
                  <a:pt x="168849" y="104558"/>
                </a:cubicBezTo>
                <a:close/>
                <a:moveTo>
                  <a:pt x="250213" y="129724"/>
                </a:moveTo>
                <a:cubicBezTo>
                  <a:pt x="250584" y="136405"/>
                  <a:pt x="252307" y="141638"/>
                  <a:pt x="255382" y="145424"/>
                </a:cubicBezTo>
                <a:cubicBezTo>
                  <a:pt x="258457" y="149210"/>
                  <a:pt x="263182" y="151103"/>
                  <a:pt x="269555" y="151103"/>
                </a:cubicBezTo>
                <a:cubicBezTo>
                  <a:pt x="275409" y="151103"/>
                  <a:pt x="279930" y="149674"/>
                  <a:pt x="283116" y="146816"/>
                </a:cubicBezTo>
                <a:cubicBezTo>
                  <a:pt x="286303" y="143958"/>
                  <a:pt x="287896" y="139931"/>
                  <a:pt x="287896" y="134734"/>
                </a:cubicBezTo>
                <a:cubicBezTo>
                  <a:pt x="287896" y="131617"/>
                  <a:pt x="287377" y="128981"/>
                  <a:pt x="286340" y="126828"/>
                </a:cubicBezTo>
                <a:cubicBezTo>
                  <a:pt x="285302" y="124676"/>
                  <a:pt x="283598" y="122579"/>
                  <a:pt x="281227" y="120537"/>
                </a:cubicBezTo>
                <a:cubicBezTo>
                  <a:pt x="278855" y="118496"/>
                  <a:pt x="275002" y="115842"/>
                  <a:pt x="269666" y="112576"/>
                </a:cubicBezTo>
                <a:cubicBezTo>
                  <a:pt x="262255" y="108122"/>
                  <a:pt x="256864" y="103501"/>
                  <a:pt x="253492" y="98712"/>
                </a:cubicBezTo>
                <a:cubicBezTo>
                  <a:pt x="250120" y="93924"/>
                  <a:pt x="248435" y="88561"/>
                  <a:pt x="248435" y="82622"/>
                </a:cubicBezTo>
                <a:cubicBezTo>
                  <a:pt x="248435" y="71710"/>
                  <a:pt x="252510" y="63321"/>
                  <a:pt x="260662" y="57457"/>
                </a:cubicBezTo>
                <a:cubicBezTo>
                  <a:pt x="268814" y="51592"/>
                  <a:pt x="280226" y="48660"/>
                  <a:pt x="294899" y="48660"/>
                </a:cubicBezTo>
                <a:cubicBezTo>
                  <a:pt x="300605" y="48660"/>
                  <a:pt x="306738" y="49124"/>
                  <a:pt x="313296" y="50052"/>
                </a:cubicBezTo>
                <a:cubicBezTo>
                  <a:pt x="319855" y="50980"/>
                  <a:pt x="325839" y="52223"/>
                  <a:pt x="331248" y="53782"/>
                </a:cubicBezTo>
                <a:lnTo>
                  <a:pt x="325468" y="80395"/>
                </a:lnTo>
                <a:lnTo>
                  <a:pt x="311351" y="80395"/>
                </a:lnTo>
                <a:cubicBezTo>
                  <a:pt x="310684" y="73491"/>
                  <a:pt x="308924" y="68406"/>
                  <a:pt x="306071" y="65140"/>
                </a:cubicBezTo>
                <a:cubicBezTo>
                  <a:pt x="303218" y="61874"/>
                  <a:pt x="299123" y="60241"/>
                  <a:pt x="293788" y="60241"/>
                </a:cubicBezTo>
                <a:cubicBezTo>
                  <a:pt x="288823" y="60241"/>
                  <a:pt x="284839" y="61521"/>
                  <a:pt x="281838" y="64082"/>
                </a:cubicBezTo>
                <a:cubicBezTo>
                  <a:pt x="278837" y="66643"/>
                  <a:pt x="277336" y="70114"/>
                  <a:pt x="277336" y="74494"/>
                </a:cubicBezTo>
                <a:cubicBezTo>
                  <a:pt x="277336" y="78354"/>
                  <a:pt x="278596" y="81731"/>
                  <a:pt x="281115" y="84627"/>
                </a:cubicBezTo>
                <a:cubicBezTo>
                  <a:pt x="283635" y="87522"/>
                  <a:pt x="288526" y="91159"/>
                  <a:pt x="295789" y="95539"/>
                </a:cubicBezTo>
                <a:cubicBezTo>
                  <a:pt x="303644" y="100216"/>
                  <a:pt x="309276" y="105041"/>
                  <a:pt x="312685" y="110015"/>
                </a:cubicBezTo>
                <a:cubicBezTo>
                  <a:pt x="316094" y="114988"/>
                  <a:pt x="317798" y="120816"/>
                  <a:pt x="317798" y="127497"/>
                </a:cubicBezTo>
                <a:cubicBezTo>
                  <a:pt x="317798" y="135068"/>
                  <a:pt x="315779" y="141527"/>
                  <a:pt x="311740" y="146872"/>
                </a:cubicBezTo>
                <a:cubicBezTo>
                  <a:pt x="307701" y="152216"/>
                  <a:pt x="302180" y="156188"/>
                  <a:pt x="295177" y="158786"/>
                </a:cubicBezTo>
                <a:cubicBezTo>
                  <a:pt x="288174" y="161384"/>
                  <a:pt x="280189" y="162683"/>
                  <a:pt x="271222" y="162683"/>
                </a:cubicBezTo>
                <a:cubicBezTo>
                  <a:pt x="256846" y="162683"/>
                  <a:pt x="243062" y="160902"/>
                  <a:pt x="229871" y="157339"/>
                </a:cubicBezTo>
                <a:lnTo>
                  <a:pt x="236096" y="129724"/>
                </a:lnTo>
                <a:lnTo>
                  <a:pt x="250213" y="1297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𝟒">
            <a:extLst xmlns:a="http://schemas.openxmlformats.org/drawingml/2006/main">
              <a:ext uri="{FF2B5EF4-FFF2-40B4-BE49-F238E27FC236}">
                <a16:creationId xmlns:a16="http://schemas.microsoft.com/office/drawing/2014/main" id="{259ACC08-897C-4C41-93B2-509C6B1C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983" y="2404741"/>
            <a:ext cx="89133" cy="111465"/>
          </a:xfrm>
          <a:custGeom xmlns:a="http://schemas.openxmlformats.org/drawingml/2006/main">
            <a:pathLst>
              <a:path w="89133" h="111465">
                <a:moveTo>
                  <a:pt x="34793" y="106103"/>
                </a:moveTo>
                <a:cubicBezTo>
                  <a:pt x="37659" y="105345"/>
                  <a:pt x="39619" y="104492"/>
                  <a:pt x="40673" y="103544"/>
                </a:cubicBezTo>
                <a:cubicBezTo>
                  <a:pt x="41728" y="102596"/>
                  <a:pt x="42458" y="101337"/>
                  <a:pt x="42863" y="99766"/>
                </a:cubicBezTo>
                <a:cubicBezTo>
                  <a:pt x="43269" y="98196"/>
                  <a:pt x="43472" y="95406"/>
                  <a:pt x="43472" y="91398"/>
                </a:cubicBezTo>
                <a:lnTo>
                  <a:pt x="43472" y="79293"/>
                </a:lnTo>
                <a:lnTo>
                  <a:pt x="0" y="79293"/>
                </a:lnTo>
                <a:lnTo>
                  <a:pt x="0" y="70519"/>
                </a:lnTo>
                <a:lnTo>
                  <a:pt x="49230" y="0"/>
                </a:lnTo>
                <a:lnTo>
                  <a:pt x="67478" y="0"/>
                </a:lnTo>
                <a:lnTo>
                  <a:pt x="67478" y="69057"/>
                </a:lnTo>
                <a:lnTo>
                  <a:pt x="69992" y="69057"/>
                </a:lnTo>
                <a:cubicBezTo>
                  <a:pt x="72642" y="69057"/>
                  <a:pt x="74507" y="68881"/>
                  <a:pt x="75589" y="68528"/>
                </a:cubicBezTo>
                <a:cubicBezTo>
                  <a:pt x="76670" y="68176"/>
                  <a:pt x="77603" y="67513"/>
                  <a:pt x="78387" y="66538"/>
                </a:cubicBezTo>
                <a:cubicBezTo>
                  <a:pt x="79171" y="65563"/>
                  <a:pt x="79914" y="63830"/>
                  <a:pt x="80617" y="61338"/>
                </a:cubicBezTo>
                <a:lnTo>
                  <a:pt x="89133" y="61338"/>
                </a:lnTo>
                <a:lnTo>
                  <a:pt x="88160" y="79293"/>
                </a:lnTo>
                <a:lnTo>
                  <a:pt x="67478" y="79293"/>
                </a:lnTo>
                <a:lnTo>
                  <a:pt x="67478" y="91398"/>
                </a:lnTo>
                <a:cubicBezTo>
                  <a:pt x="67478" y="95461"/>
                  <a:pt x="67721" y="98318"/>
                  <a:pt x="68208" y="99970"/>
                </a:cubicBezTo>
                <a:cubicBezTo>
                  <a:pt x="68695" y="101621"/>
                  <a:pt x="69438" y="102854"/>
                  <a:pt x="70438" y="103666"/>
                </a:cubicBezTo>
                <a:cubicBezTo>
                  <a:pt x="71439" y="104479"/>
                  <a:pt x="73372" y="105291"/>
                  <a:pt x="76237" y="106103"/>
                </a:cubicBezTo>
                <a:lnTo>
                  <a:pt x="76237" y="111465"/>
                </a:lnTo>
                <a:lnTo>
                  <a:pt x="34793" y="111465"/>
                </a:lnTo>
                <a:lnTo>
                  <a:pt x="34793" y="106103"/>
                </a:lnTo>
                <a:moveTo>
                  <a:pt x="15734" y="69057"/>
                </a:moveTo>
                <a:lnTo>
                  <a:pt x="43472" y="69057"/>
                </a:lnTo>
                <a:lnTo>
                  <a:pt x="43472" y="50452"/>
                </a:lnTo>
                <a:cubicBezTo>
                  <a:pt x="43472" y="42653"/>
                  <a:pt x="43742" y="34447"/>
                  <a:pt x="44283" y="25835"/>
                </a:cubicBezTo>
                <a:lnTo>
                  <a:pt x="43472" y="25835"/>
                </a:lnTo>
                <a:lnTo>
                  <a:pt x="15734" y="67675"/>
                </a:lnTo>
                <a:lnTo>
                  <a:pt x="15734" y="6905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)">
            <a:extLst xmlns:a="http://schemas.openxmlformats.org/drawingml/2006/main">
              <a:ext uri="{FF2B5EF4-FFF2-40B4-BE49-F238E27FC236}">
                <a16:creationId xmlns:a16="http://schemas.microsoft.com/office/drawing/2014/main" id="{5F29EAFC-D5E9-4C1C-A593-EE67B5A4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935" y="2308325"/>
            <a:ext cx="70253" cy="211232"/>
          </a:xfrm>
          <a:custGeom xmlns:a="http://schemas.openxmlformats.org/drawingml/2006/main">
            <a:pathLst>
              <a:path w="70253" h="211232">
                <a:moveTo>
                  <a:pt x="51022" y="104558"/>
                </a:moveTo>
                <a:cubicBezTo>
                  <a:pt x="51022" y="79467"/>
                  <a:pt x="46872" y="58626"/>
                  <a:pt x="38572" y="42035"/>
                </a:cubicBezTo>
                <a:cubicBezTo>
                  <a:pt x="30272" y="25444"/>
                  <a:pt x="17415" y="14290"/>
                  <a:pt x="0" y="8574"/>
                </a:cubicBezTo>
                <a:lnTo>
                  <a:pt x="3001" y="0"/>
                </a:lnTo>
                <a:cubicBezTo>
                  <a:pt x="24640" y="5716"/>
                  <a:pt x="41259" y="18057"/>
                  <a:pt x="52856" y="37024"/>
                </a:cubicBezTo>
                <a:cubicBezTo>
                  <a:pt x="64454" y="55991"/>
                  <a:pt x="70253" y="78873"/>
                  <a:pt x="70253" y="105672"/>
                </a:cubicBezTo>
                <a:cubicBezTo>
                  <a:pt x="70253" y="132544"/>
                  <a:pt x="64473" y="155427"/>
                  <a:pt x="52912" y="174320"/>
                </a:cubicBezTo>
                <a:cubicBezTo>
                  <a:pt x="41351" y="193212"/>
                  <a:pt x="24714" y="205516"/>
                  <a:pt x="3001" y="211232"/>
                </a:cubicBezTo>
                <a:lnTo>
                  <a:pt x="333" y="202658"/>
                </a:lnTo>
                <a:cubicBezTo>
                  <a:pt x="17452" y="196942"/>
                  <a:pt x="30180" y="185659"/>
                  <a:pt x="38517" y="168808"/>
                </a:cubicBezTo>
                <a:cubicBezTo>
                  <a:pt x="46854" y="151957"/>
                  <a:pt x="51022" y="130540"/>
                  <a:pt x="51022" y="10455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391FC6-8634-418D-B51E-7F0682FB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721" y="2346118"/>
            <a:ext cx="643883" cy="369963"/>
          </a:xfrm>
          <a:custGeom xmlns:a="http://schemas.openxmlformats.org/drawingml/2006/main">
            <a:pathLst>
              <a:path w="643883" h="369963" fill="none">
                <a:moveTo>
                  <a:pt x="0" y="0"/>
                </a:moveTo>
                <a:lnTo>
                  <a:pt x="643883" y="0"/>
                </a:lnTo>
                <a:lnTo>
                  <a:pt x="643883" y="369963"/>
                </a:lnTo>
                <a:lnTo>
                  <a:pt x="0" y="36996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165" name="Text 𝒈(𝒔)">
            <a:extLst xmlns:a="http://schemas.openxmlformats.org/drawingml/2006/main">
              <a:ext uri="{FF2B5EF4-FFF2-40B4-BE49-F238E27FC236}">
                <a16:creationId xmlns:a16="http://schemas.microsoft.com/office/drawing/2014/main" id="{85897980-95B3-4A7E-8FC2-7708CDDB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954" y="2399395"/>
            <a:ext cx="434480" cy="211232"/>
          </a:xfrm>
          <a:custGeom xmlns:a="http://schemas.openxmlformats.org/drawingml/2006/main">
            <a:pathLst>
              <a:path w="434480" h="211232">
                <a:moveTo>
                  <a:pt x="30902" y="170144"/>
                </a:moveTo>
                <a:cubicBezTo>
                  <a:pt x="28901" y="172594"/>
                  <a:pt x="27512" y="174895"/>
                  <a:pt x="26734" y="177048"/>
                </a:cubicBezTo>
                <a:cubicBezTo>
                  <a:pt x="25956" y="179200"/>
                  <a:pt x="25567" y="181539"/>
                  <a:pt x="25567" y="184063"/>
                </a:cubicBezTo>
                <a:cubicBezTo>
                  <a:pt x="25567" y="189111"/>
                  <a:pt x="27327" y="192878"/>
                  <a:pt x="30847" y="195365"/>
                </a:cubicBezTo>
                <a:cubicBezTo>
                  <a:pt x="34367" y="197852"/>
                  <a:pt x="39647" y="199095"/>
                  <a:pt x="46687" y="199095"/>
                </a:cubicBezTo>
                <a:cubicBezTo>
                  <a:pt x="58025" y="199095"/>
                  <a:pt x="66992" y="194845"/>
                  <a:pt x="73588" y="186345"/>
                </a:cubicBezTo>
                <a:cubicBezTo>
                  <a:pt x="80183" y="177846"/>
                  <a:pt x="85815" y="162312"/>
                  <a:pt x="90484" y="139745"/>
                </a:cubicBezTo>
                <a:lnTo>
                  <a:pt x="89039" y="138743"/>
                </a:lnTo>
                <a:cubicBezTo>
                  <a:pt x="82517" y="147057"/>
                  <a:pt x="76255" y="153126"/>
                  <a:pt x="70253" y="156949"/>
                </a:cubicBezTo>
                <a:cubicBezTo>
                  <a:pt x="64250" y="160772"/>
                  <a:pt x="57062" y="162683"/>
                  <a:pt x="48688" y="162683"/>
                </a:cubicBezTo>
                <a:cubicBezTo>
                  <a:pt x="40388" y="162683"/>
                  <a:pt x="33885" y="159640"/>
                  <a:pt x="29179" y="153553"/>
                </a:cubicBezTo>
                <a:cubicBezTo>
                  <a:pt x="24474" y="147465"/>
                  <a:pt x="22121" y="138669"/>
                  <a:pt x="22121" y="127163"/>
                </a:cubicBezTo>
                <a:cubicBezTo>
                  <a:pt x="22121" y="116993"/>
                  <a:pt x="23603" y="106952"/>
                  <a:pt x="26567" y="97042"/>
                </a:cubicBezTo>
                <a:cubicBezTo>
                  <a:pt x="29531" y="87132"/>
                  <a:pt x="33737" y="78614"/>
                  <a:pt x="39184" y="71487"/>
                </a:cubicBezTo>
                <a:cubicBezTo>
                  <a:pt x="44631" y="64361"/>
                  <a:pt x="51411" y="58775"/>
                  <a:pt x="59526" y="54729"/>
                </a:cubicBezTo>
                <a:cubicBezTo>
                  <a:pt x="67641" y="50683"/>
                  <a:pt x="76922" y="48660"/>
                  <a:pt x="87371" y="48660"/>
                </a:cubicBezTo>
                <a:cubicBezTo>
                  <a:pt x="92633" y="48660"/>
                  <a:pt x="97468" y="49236"/>
                  <a:pt x="101878" y="50386"/>
                </a:cubicBezTo>
                <a:cubicBezTo>
                  <a:pt x="106287" y="51537"/>
                  <a:pt x="110789" y="53634"/>
                  <a:pt x="115384" y="56678"/>
                </a:cubicBezTo>
                <a:lnTo>
                  <a:pt x="125388" y="48660"/>
                </a:lnTo>
                <a:lnTo>
                  <a:pt x="137838" y="50442"/>
                </a:lnTo>
                <a:lnTo>
                  <a:pt x="128278" y="93980"/>
                </a:lnTo>
                <a:cubicBezTo>
                  <a:pt x="126722" y="101106"/>
                  <a:pt x="125314" y="107936"/>
                  <a:pt x="124054" y="114469"/>
                </a:cubicBezTo>
                <a:cubicBezTo>
                  <a:pt x="120052" y="134809"/>
                  <a:pt x="117273" y="148356"/>
                  <a:pt x="115717" y="155112"/>
                </a:cubicBezTo>
                <a:cubicBezTo>
                  <a:pt x="112975" y="166618"/>
                  <a:pt x="110159" y="175303"/>
                  <a:pt x="107269" y="181168"/>
                </a:cubicBezTo>
                <a:cubicBezTo>
                  <a:pt x="104231" y="187329"/>
                  <a:pt x="100303" y="192581"/>
                  <a:pt x="95486" y="196924"/>
                </a:cubicBezTo>
                <a:cubicBezTo>
                  <a:pt x="90669" y="201266"/>
                  <a:pt x="84629" y="204551"/>
                  <a:pt x="77367" y="206778"/>
                </a:cubicBezTo>
                <a:cubicBezTo>
                  <a:pt x="69067" y="209376"/>
                  <a:pt x="58989" y="210676"/>
                  <a:pt x="47132" y="210676"/>
                </a:cubicBezTo>
                <a:cubicBezTo>
                  <a:pt x="31421" y="210676"/>
                  <a:pt x="19638" y="208578"/>
                  <a:pt x="11783" y="204384"/>
                </a:cubicBezTo>
                <a:cubicBezTo>
                  <a:pt x="3928" y="200190"/>
                  <a:pt x="0" y="193899"/>
                  <a:pt x="0" y="185510"/>
                </a:cubicBezTo>
                <a:cubicBezTo>
                  <a:pt x="0" y="180908"/>
                  <a:pt x="1630" y="176565"/>
                  <a:pt x="4891" y="172482"/>
                </a:cubicBezTo>
                <a:cubicBezTo>
                  <a:pt x="8152" y="168399"/>
                  <a:pt x="12969" y="164502"/>
                  <a:pt x="19342" y="160790"/>
                </a:cubicBezTo>
                <a:lnTo>
                  <a:pt x="30902" y="170144"/>
                </a:lnTo>
                <a:moveTo>
                  <a:pt x="98599" y="91530"/>
                </a:moveTo>
                <a:cubicBezTo>
                  <a:pt x="99784" y="86037"/>
                  <a:pt x="100377" y="80692"/>
                  <a:pt x="100377" y="75496"/>
                </a:cubicBezTo>
                <a:cubicBezTo>
                  <a:pt x="100377" y="70374"/>
                  <a:pt x="99451" y="66551"/>
                  <a:pt x="97598" y="64027"/>
                </a:cubicBezTo>
                <a:cubicBezTo>
                  <a:pt x="95745" y="61503"/>
                  <a:pt x="92707" y="60241"/>
                  <a:pt x="88483" y="60241"/>
                </a:cubicBezTo>
                <a:cubicBezTo>
                  <a:pt x="81813" y="60241"/>
                  <a:pt x="75811" y="63581"/>
                  <a:pt x="70475" y="70262"/>
                </a:cubicBezTo>
                <a:cubicBezTo>
                  <a:pt x="65140" y="76943"/>
                  <a:pt x="60786" y="86223"/>
                  <a:pt x="57414" y="98100"/>
                </a:cubicBezTo>
                <a:cubicBezTo>
                  <a:pt x="54042" y="109977"/>
                  <a:pt x="52356" y="120667"/>
                  <a:pt x="52356" y="130169"/>
                </a:cubicBezTo>
                <a:cubicBezTo>
                  <a:pt x="52356" y="135588"/>
                  <a:pt x="53153" y="139634"/>
                  <a:pt x="54746" y="142306"/>
                </a:cubicBezTo>
                <a:cubicBezTo>
                  <a:pt x="56339" y="144979"/>
                  <a:pt x="58803" y="146315"/>
                  <a:pt x="62138" y="146315"/>
                </a:cubicBezTo>
                <a:cubicBezTo>
                  <a:pt x="65325" y="146315"/>
                  <a:pt x="68548" y="145294"/>
                  <a:pt x="71809" y="143253"/>
                </a:cubicBezTo>
                <a:cubicBezTo>
                  <a:pt x="75070" y="141211"/>
                  <a:pt x="78497" y="138056"/>
                  <a:pt x="82091" y="133788"/>
                </a:cubicBezTo>
                <a:cubicBezTo>
                  <a:pt x="85686" y="129519"/>
                  <a:pt x="88705" y="124379"/>
                  <a:pt x="91151" y="118366"/>
                </a:cubicBezTo>
                <a:cubicBezTo>
                  <a:pt x="93596" y="112353"/>
                  <a:pt x="95783" y="104781"/>
                  <a:pt x="97709" y="95650"/>
                </a:cubicBezTo>
                <a:lnTo>
                  <a:pt x="98599" y="91530"/>
                </a:lnTo>
                <a:close/>
                <a:moveTo>
                  <a:pt x="190255" y="104558"/>
                </a:moveTo>
                <a:cubicBezTo>
                  <a:pt x="190255" y="130540"/>
                  <a:pt x="194423" y="151957"/>
                  <a:pt x="202760" y="168808"/>
                </a:cubicBezTo>
                <a:cubicBezTo>
                  <a:pt x="211097" y="185659"/>
                  <a:pt x="223825" y="196942"/>
                  <a:pt x="240943" y="202658"/>
                </a:cubicBezTo>
                <a:lnTo>
                  <a:pt x="238276" y="211232"/>
                </a:lnTo>
                <a:cubicBezTo>
                  <a:pt x="216562" y="205516"/>
                  <a:pt x="199926" y="193212"/>
                  <a:pt x="188365" y="174320"/>
                </a:cubicBezTo>
                <a:cubicBezTo>
                  <a:pt x="176804" y="155427"/>
                  <a:pt x="171024" y="132544"/>
                  <a:pt x="171024" y="105672"/>
                </a:cubicBezTo>
                <a:cubicBezTo>
                  <a:pt x="171024" y="78873"/>
                  <a:pt x="176823" y="55991"/>
                  <a:pt x="188421" y="37024"/>
                </a:cubicBezTo>
                <a:cubicBezTo>
                  <a:pt x="200018" y="18057"/>
                  <a:pt x="216637" y="5716"/>
                  <a:pt x="238276" y="0"/>
                </a:cubicBezTo>
                <a:lnTo>
                  <a:pt x="241277" y="8574"/>
                </a:lnTo>
                <a:cubicBezTo>
                  <a:pt x="223936" y="14290"/>
                  <a:pt x="211097" y="25444"/>
                  <a:pt x="202760" y="42035"/>
                </a:cubicBezTo>
                <a:cubicBezTo>
                  <a:pt x="194423" y="58626"/>
                  <a:pt x="190255" y="79467"/>
                  <a:pt x="190255" y="104558"/>
                </a:cubicBezTo>
                <a:close/>
                <a:moveTo>
                  <a:pt x="271620" y="129724"/>
                </a:moveTo>
                <a:cubicBezTo>
                  <a:pt x="271990" y="136405"/>
                  <a:pt x="273713" y="141638"/>
                  <a:pt x="276789" y="145424"/>
                </a:cubicBezTo>
                <a:cubicBezTo>
                  <a:pt x="279864" y="149210"/>
                  <a:pt x="284589" y="151103"/>
                  <a:pt x="290962" y="151103"/>
                </a:cubicBezTo>
                <a:cubicBezTo>
                  <a:pt x="296816" y="151103"/>
                  <a:pt x="301337" y="149674"/>
                  <a:pt x="304523" y="146816"/>
                </a:cubicBezTo>
                <a:cubicBezTo>
                  <a:pt x="307710" y="143958"/>
                  <a:pt x="309303" y="139931"/>
                  <a:pt x="309303" y="134734"/>
                </a:cubicBezTo>
                <a:cubicBezTo>
                  <a:pt x="309303" y="131617"/>
                  <a:pt x="308784" y="128981"/>
                  <a:pt x="307747" y="126828"/>
                </a:cubicBezTo>
                <a:cubicBezTo>
                  <a:pt x="306709" y="124676"/>
                  <a:pt x="305005" y="122579"/>
                  <a:pt x="302633" y="120537"/>
                </a:cubicBezTo>
                <a:cubicBezTo>
                  <a:pt x="300262" y="118496"/>
                  <a:pt x="296409" y="115842"/>
                  <a:pt x="291073" y="112576"/>
                </a:cubicBezTo>
                <a:cubicBezTo>
                  <a:pt x="283662" y="108122"/>
                  <a:pt x="278271" y="103501"/>
                  <a:pt x="274899" y="98712"/>
                </a:cubicBezTo>
                <a:cubicBezTo>
                  <a:pt x="271527" y="93924"/>
                  <a:pt x="269841" y="88561"/>
                  <a:pt x="269841" y="82622"/>
                </a:cubicBezTo>
                <a:cubicBezTo>
                  <a:pt x="269841" y="71710"/>
                  <a:pt x="273917" y="63321"/>
                  <a:pt x="282069" y="57457"/>
                </a:cubicBezTo>
                <a:cubicBezTo>
                  <a:pt x="290221" y="51592"/>
                  <a:pt x="301633" y="48660"/>
                  <a:pt x="316306" y="48660"/>
                </a:cubicBezTo>
                <a:cubicBezTo>
                  <a:pt x="322012" y="48660"/>
                  <a:pt x="328145" y="49124"/>
                  <a:pt x="334703" y="50052"/>
                </a:cubicBezTo>
                <a:cubicBezTo>
                  <a:pt x="341261" y="50980"/>
                  <a:pt x="347246" y="52223"/>
                  <a:pt x="352655" y="53782"/>
                </a:cubicBezTo>
                <a:lnTo>
                  <a:pt x="346875" y="80395"/>
                </a:lnTo>
                <a:lnTo>
                  <a:pt x="332758" y="80395"/>
                </a:lnTo>
                <a:cubicBezTo>
                  <a:pt x="332091" y="73491"/>
                  <a:pt x="330331" y="68406"/>
                  <a:pt x="327478" y="65140"/>
                </a:cubicBezTo>
                <a:cubicBezTo>
                  <a:pt x="324625" y="61874"/>
                  <a:pt x="320530" y="60241"/>
                  <a:pt x="315195" y="60241"/>
                </a:cubicBezTo>
                <a:cubicBezTo>
                  <a:pt x="310229" y="60241"/>
                  <a:pt x="306246" y="61521"/>
                  <a:pt x="303245" y="64082"/>
                </a:cubicBezTo>
                <a:cubicBezTo>
                  <a:pt x="300244" y="66643"/>
                  <a:pt x="298743" y="70114"/>
                  <a:pt x="298743" y="74494"/>
                </a:cubicBezTo>
                <a:cubicBezTo>
                  <a:pt x="298743" y="78354"/>
                  <a:pt x="300003" y="81731"/>
                  <a:pt x="302522" y="84627"/>
                </a:cubicBezTo>
                <a:cubicBezTo>
                  <a:pt x="305042" y="87522"/>
                  <a:pt x="309933" y="91159"/>
                  <a:pt x="317195" y="95539"/>
                </a:cubicBezTo>
                <a:cubicBezTo>
                  <a:pt x="325051" y="100216"/>
                  <a:pt x="330683" y="105041"/>
                  <a:pt x="334092" y="110015"/>
                </a:cubicBezTo>
                <a:cubicBezTo>
                  <a:pt x="337501" y="114988"/>
                  <a:pt x="339205" y="120816"/>
                  <a:pt x="339205" y="127497"/>
                </a:cubicBezTo>
                <a:cubicBezTo>
                  <a:pt x="339205" y="135068"/>
                  <a:pt x="337186" y="141527"/>
                  <a:pt x="333147" y="146872"/>
                </a:cubicBezTo>
                <a:cubicBezTo>
                  <a:pt x="329108" y="152216"/>
                  <a:pt x="323587" y="156188"/>
                  <a:pt x="316584" y="158786"/>
                </a:cubicBezTo>
                <a:cubicBezTo>
                  <a:pt x="309581" y="161384"/>
                  <a:pt x="301596" y="162683"/>
                  <a:pt x="292629" y="162683"/>
                </a:cubicBezTo>
                <a:cubicBezTo>
                  <a:pt x="278252" y="162683"/>
                  <a:pt x="264469" y="160902"/>
                  <a:pt x="251278" y="157339"/>
                </a:cubicBezTo>
                <a:lnTo>
                  <a:pt x="257503" y="129724"/>
                </a:lnTo>
                <a:lnTo>
                  <a:pt x="271620" y="129724"/>
                </a:lnTo>
                <a:close/>
                <a:moveTo>
                  <a:pt x="415249" y="104558"/>
                </a:moveTo>
                <a:cubicBezTo>
                  <a:pt x="415249" y="79467"/>
                  <a:pt x="411099" y="58626"/>
                  <a:pt x="402799" y="42035"/>
                </a:cubicBezTo>
                <a:cubicBezTo>
                  <a:pt x="394499" y="25444"/>
                  <a:pt x="381642" y="14290"/>
                  <a:pt x="364227" y="8574"/>
                </a:cubicBezTo>
                <a:lnTo>
                  <a:pt x="367228" y="0"/>
                </a:lnTo>
                <a:cubicBezTo>
                  <a:pt x="388867" y="5716"/>
                  <a:pt x="405485" y="18057"/>
                  <a:pt x="417083" y="37024"/>
                </a:cubicBezTo>
                <a:cubicBezTo>
                  <a:pt x="428681" y="55991"/>
                  <a:pt x="434480" y="78873"/>
                  <a:pt x="434480" y="105672"/>
                </a:cubicBezTo>
                <a:cubicBezTo>
                  <a:pt x="434480" y="132544"/>
                  <a:pt x="428699" y="155427"/>
                  <a:pt x="417139" y="174320"/>
                </a:cubicBezTo>
                <a:cubicBezTo>
                  <a:pt x="405578" y="193212"/>
                  <a:pt x="388941" y="205516"/>
                  <a:pt x="367228" y="211232"/>
                </a:cubicBezTo>
                <a:lnTo>
                  <a:pt x="364560" y="202658"/>
                </a:lnTo>
                <a:cubicBezTo>
                  <a:pt x="381679" y="196942"/>
                  <a:pt x="394407" y="185659"/>
                  <a:pt x="402743" y="168808"/>
                </a:cubicBezTo>
                <a:cubicBezTo>
                  <a:pt x="411080" y="151957"/>
                  <a:pt x="415249" y="130540"/>
                  <a:pt x="415249" y="10455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63c91e3f04b45"/>
          <a:stretch xmlns:a="http://schemas.openxmlformats.org/drawingml/2006/main"/>
        </p:blipFill>
        <p:spPr>
          <a:xfrm xmlns:a="http://schemas.openxmlformats.org/drawingml/2006/main">
            <a:off x="3567874" y="381612"/>
            <a:ext cx="1790950" cy="1750339"/>
          </a:xfrm>
          <a:prstGeom xmlns:a="http://schemas.openxmlformats.org/drawingml/2006/main" prst="rect">
            <a:avLst/>
          </a:prstGeom>
        </p:spPr>
      </p:pic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74D21D-636A-47CA-8F94-51E454AB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732" y="372653"/>
            <a:ext cx="1807234" cy="1768256"/>
          </a:xfrm>
          <a:custGeom xmlns:a="http://schemas.openxmlformats.org/drawingml/2006/main">
            <a:pathLst>
              <a:path w="1807234" h="1768256" fill="none">
                <a:moveTo>
                  <a:pt x="0" y="0"/>
                </a:moveTo>
                <a:lnTo>
                  <a:pt x="1807234" y="0"/>
                </a:lnTo>
                <a:lnTo>
                  <a:pt x="1807234" y="1768256"/>
                </a:lnTo>
                <a:lnTo>
                  <a:pt x="0" y="176825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98" cap="flat">
            <a:solidFill>
              <a:srgbClr val="000000"/>
            </a:solidFill>
            <a:round/>
          </a:ln>
        </p:spPr>
      </p:sp>
      <p:pic>
        <p:nvPicPr>
          <p:cNvPr id="3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3976398ce4e38"/>
          <a:stretch xmlns:a="http://schemas.openxmlformats.org/drawingml/2006/main"/>
        </p:blipFill>
        <p:spPr>
          <a:xfrm xmlns:a="http://schemas.openxmlformats.org/drawingml/2006/main">
            <a:off x="3433040" y="381496"/>
            <a:ext cx="1790949" cy="1750521"/>
          </a:xfrm>
          <a:prstGeom xmlns:a="http://schemas.openxmlformats.org/drawingml/2006/main" prst="rect">
            <a:avLst/>
          </a:prstGeom>
        </p:spPr>
      </p:pic>
      <p:sp>
        <p:nvSpPr>
          <p:cNvPr id="169" name="Text (a)">
            <a:extLst xmlns:a="http://schemas.openxmlformats.org/drawingml/2006/main">
              <a:ext uri="{FF2B5EF4-FFF2-40B4-BE49-F238E27FC236}">
                <a16:creationId xmlns:a16="http://schemas.microsoft.com/office/drawing/2014/main" id="{6F95A227-D9DC-4A08-B875-FFB0F7D1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524" y="3049324"/>
            <a:ext cx="322239" cy="258637"/>
          </a:xfrm>
          <a:custGeom xmlns:a="http://schemas.openxmlformats.org/drawingml/2006/main">
            <a:pathLst>
              <a:path w="322239" h="258637">
                <a:moveTo>
                  <a:pt x="78013" y="0"/>
                </a:moveTo>
                <a:cubicBezTo>
                  <a:pt x="59407" y="9903"/>
                  <a:pt x="51006" y="16202"/>
                  <a:pt x="39304" y="28504"/>
                </a:cubicBezTo>
                <a:cubicBezTo>
                  <a:pt x="13803" y="56111"/>
                  <a:pt x="0" y="91514"/>
                  <a:pt x="0" y="130520"/>
                </a:cubicBezTo>
                <a:cubicBezTo>
                  <a:pt x="0" y="158122"/>
                  <a:pt x="7504" y="184227"/>
                  <a:pt x="21902" y="207329"/>
                </a:cubicBezTo>
                <a:cubicBezTo>
                  <a:pt x="35705" y="228929"/>
                  <a:pt x="48607" y="240933"/>
                  <a:pt x="78013" y="258637"/>
                </a:cubicBezTo>
                <a:lnTo>
                  <a:pt x="78013" y="250236"/>
                </a:lnTo>
                <a:cubicBezTo>
                  <a:pt x="60908" y="239134"/>
                  <a:pt x="53409" y="231630"/>
                  <a:pt x="47105" y="218129"/>
                </a:cubicBezTo>
                <a:cubicBezTo>
                  <a:pt x="38104" y="199528"/>
                  <a:pt x="33906" y="171925"/>
                  <a:pt x="33906" y="130818"/>
                </a:cubicBezTo>
                <a:cubicBezTo>
                  <a:pt x="33906" y="89115"/>
                  <a:pt x="38104" y="59109"/>
                  <a:pt x="46505" y="41108"/>
                </a:cubicBezTo>
                <a:cubicBezTo>
                  <a:pt x="52507" y="27904"/>
                  <a:pt x="60007" y="20103"/>
                  <a:pt x="78013" y="8103"/>
                </a:cubicBezTo>
                <a:lnTo>
                  <a:pt x="78013" y="0"/>
                </a:lnTo>
                <a:close/>
                <a:moveTo>
                  <a:pt x="228029" y="189025"/>
                </a:moveTo>
                <a:lnTo>
                  <a:pt x="225030" y="192028"/>
                </a:lnTo>
                <a:cubicBezTo>
                  <a:pt x="224128" y="192926"/>
                  <a:pt x="223231" y="193228"/>
                  <a:pt x="221729" y="193228"/>
                </a:cubicBezTo>
                <a:cubicBezTo>
                  <a:pt x="217527" y="193228"/>
                  <a:pt x="215430" y="190824"/>
                  <a:pt x="215430" y="185724"/>
                </a:cubicBezTo>
                <a:lnTo>
                  <a:pt x="215430" y="107414"/>
                </a:lnTo>
                <a:cubicBezTo>
                  <a:pt x="215430" y="81913"/>
                  <a:pt x="192626" y="66311"/>
                  <a:pt x="156018" y="66311"/>
                </a:cubicBezTo>
                <a:cubicBezTo>
                  <a:pt x="122117" y="66311"/>
                  <a:pt x="99313" y="81611"/>
                  <a:pt x="99313" y="104113"/>
                </a:cubicBezTo>
                <a:cubicBezTo>
                  <a:pt x="99313" y="116717"/>
                  <a:pt x="106514" y="123918"/>
                  <a:pt x="118816" y="123918"/>
                </a:cubicBezTo>
                <a:cubicBezTo>
                  <a:pt x="130815" y="123918"/>
                  <a:pt x="139216" y="116717"/>
                  <a:pt x="139216" y="106517"/>
                </a:cubicBezTo>
                <a:cubicBezTo>
                  <a:pt x="139216" y="102314"/>
                  <a:pt x="137719" y="98413"/>
                  <a:pt x="133819" y="93615"/>
                </a:cubicBezTo>
                <a:cubicBezTo>
                  <a:pt x="131118" y="90612"/>
                  <a:pt x="130216" y="88813"/>
                  <a:pt x="130216" y="87013"/>
                </a:cubicBezTo>
                <a:cubicBezTo>
                  <a:pt x="130216" y="80714"/>
                  <a:pt x="138319" y="75911"/>
                  <a:pt x="149119" y="75911"/>
                </a:cubicBezTo>
                <a:cubicBezTo>
                  <a:pt x="166823" y="75911"/>
                  <a:pt x="174322" y="84015"/>
                  <a:pt x="174322" y="102314"/>
                </a:cubicBezTo>
                <a:lnTo>
                  <a:pt x="174322" y="124216"/>
                </a:lnTo>
                <a:cubicBezTo>
                  <a:pt x="138617" y="135021"/>
                  <a:pt x="123916" y="140720"/>
                  <a:pt x="112814" y="148522"/>
                </a:cubicBezTo>
                <a:cubicBezTo>
                  <a:pt x="99615" y="157522"/>
                  <a:pt x="93613" y="167723"/>
                  <a:pt x="93613" y="180624"/>
                </a:cubicBezTo>
                <a:cubicBezTo>
                  <a:pt x="93613" y="198928"/>
                  <a:pt x="107416" y="212429"/>
                  <a:pt x="126915" y="212429"/>
                </a:cubicBezTo>
                <a:cubicBezTo>
                  <a:pt x="144019" y="212429"/>
                  <a:pt x="157822" y="206427"/>
                  <a:pt x="174322" y="191424"/>
                </a:cubicBezTo>
                <a:cubicBezTo>
                  <a:pt x="177623" y="206729"/>
                  <a:pt x="184225" y="212429"/>
                  <a:pt x="198925" y="212429"/>
                </a:cubicBezTo>
                <a:cubicBezTo>
                  <a:pt x="211827" y="212429"/>
                  <a:pt x="221130" y="207626"/>
                  <a:pt x="232529" y="195325"/>
                </a:cubicBezTo>
                <a:lnTo>
                  <a:pt x="228029" y="189025"/>
                </a:lnTo>
                <a:moveTo>
                  <a:pt x="174025" y="178225"/>
                </a:moveTo>
                <a:cubicBezTo>
                  <a:pt x="165921" y="187528"/>
                  <a:pt x="159919" y="191126"/>
                  <a:pt x="152722" y="191126"/>
                </a:cubicBezTo>
                <a:cubicBezTo>
                  <a:pt x="143717" y="191126"/>
                  <a:pt x="137417" y="183023"/>
                  <a:pt x="137417" y="171024"/>
                </a:cubicBezTo>
                <a:cubicBezTo>
                  <a:pt x="137417" y="153622"/>
                  <a:pt x="150021" y="141018"/>
                  <a:pt x="174025" y="134718"/>
                </a:cubicBezTo>
                <a:lnTo>
                  <a:pt x="174025" y="178225"/>
                </a:lnTo>
                <a:close/>
                <a:moveTo>
                  <a:pt x="244231" y="258637"/>
                </a:moveTo>
                <a:cubicBezTo>
                  <a:pt x="262833" y="248734"/>
                  <a:pt x="271234" y="242434"/>
                  <a:pt x="282936" y="229831"/>
                </a:cubicBezTo>
                <a:cubicBezTo>
                  <a:pt x="308441" y="202526"/>
                  <a:pt x="322239" y="166825"/>
                  <a:pt x="322239" y="128117"/>
                </a:cubicBezTo>
                <a:cubicBezTo>
                  <a:pt x="322239" y="100817"/>
                  <a:pt x="314740" y="74410"/>
                  <a:pt x="300337" y="51308"/>
                </a:cubicBezTo>
                <a:cubicBezTo>
                  <a:pt x="286539" y="29708"/>
                  <a:pt x="273637" y="17704"/>
                  <a:pt x="244231" y="0"/>
                </a:cubicBezTo>
                <a:lnTo>
                  <a:pt x="244231" y="8401"/>
                </a:lnTo>
                <a:cubicBezTo>
                  <a:pt x="261336" y="19206"/>
                  <a:pt x="268835" y="27007"/>
                  <a:pt x="275134" y="40508"/>
                </a:cubicBezTo>
                <a:cubicBezTo>
                  <a:pt x="284135" y="59109"/>
                  <a:pt x="288338" y="86711"/>
                  <a:pt x="288338" y="127819"/>
                </a:cubicBezTo>
                <a:cubicBezTo>
                  <a:pt x="288338" y="169224"/>
                  <a:pt x="284135" y="199528"/>
                  <a:pt x="275734" y="217529"/>
                </a:cubicBezTo>
                <a:cubicBezTo>
                  <a:pt x="269737" y="230733"/>
                  <a:pt x="262233" y="238534"/>
                  <a:pt x="244231" y="250533"/>
                </a:cubicBezTo>
                <a:lnTo>
                  <a:pt x="244231" y="2586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(b)">
            <a:extLst xmlns:a="http://schemas.openxmlformats.org/drawingml/2006/main">
              <a:ext uri="{FF2B5EF4-FFF2-40B4-BE49-F238E27FC236}">
                <a16:creationId xmlns:a16="http://schemas.microsoft.com/office/drawing/2014/main" id="{7C9F691C-FCF2-4353-B8DE-C1EDFD3A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0124" y="3049324"/>
            <a:ext cx="339042" cy="258637"/>
          </a:xfrm>
          <a:custGeom xmlns:a="http://schemas.openxmlformats.org/drawingml/2006/main">
            <a:pathLst>
              <a:path w="339042" h="258637">
                <a:moveTo>
                  <a:pt x="78013" y="0"/>
                </a:moveTo>
                <a:cubicBezTo>
                  <a:pt x="59407" y="9903"/>
                  <a:pt x="51006" y="16202"/>
                  <a:pt x="39304" y="28504"/>
                </a:cubicBezTo>
                <a:cubicBezTo>
                  <a:pt x="13803" y="56111"/>
                  <a:pt x="0" y="91514"/>
                  <a:pt x="0" y="130520"/>
                </a:cubicBezTo>
                <a:cubicBezTo>
                  <a:pt x="0" y="158122"/>
                  <a:pt x="7504" y="184227"/>
                  <a:pt x="21902" y="207329"/>
                </a:cubicBezTo>
                <a:cubicBezTo>
                  <a:pt x="35705" y="228929"/>
                  <a:pt x="48607" y="240933"/>
                  <a:pt x="78013" y="258637"/>
                </a:cubicBezTo>
                <a:lnTo>
                  <a:pt x="78013" y="250236"/>
                </a:lnTo>
                <a:cubicBezTo>
                  <a:pt x="60908" y="239134"/>
                  <a:pt x="53409" y="231630"/>
                  <a:pt x="47105" y="218129"/>
                </a:cubicBezTo>
                <a:cubicBezTo>
                  <a:pt x="38104" y="199528"/>
                  <a:pt x="33906" y="171925"/>
                  <a:pt x="33906" y="130818"/>
                </a:cubicBezTo>
                <a:cubicBezTo>
                  <a:pt x="33906" y="89115"/>
                  <a:pt x="38104" y="59109"/>
                  <a:pt x="46505" y="41108"/>
                </a:cubicBezTo>
                <a:cubicBezTo>
                  <a:pt x="52507" y="27904"/>
                  <a:pt x="60007" y="20103"/>
                  <a:pt x="78013" y="8103"/>
                </a:cubicBezTo>
                <a:lnTo>
                  <a:pt x="78013" y="0"/>
                </a:lnTo>
                <a:close/>
                <a:moveTo>
                  <a:pt x="91214" y="12604"/>
                </a:moveTo>
                <a:cubicBezTo>
                  <a:pt x="104715" y="15003"/>
                  <a:pt x="107416" y="17704"/>
                  <a:pt x="107714" y="30006"/>
                </a:cubicBezTo>
                <a:lnTo>
                  <a:pt x="107714" y="212127"/>
                </a:lnTo>
                <a:lnTo>
                  <a:pt x="111317" y="212127"/>
                </a:lnTo>
                <a:lnTo>
                  <a:pt x="135018" y="195325"/>
                </a:lnTo>
                <a:cubicBezTo>
                  <a:pt x="148821" y="207929"/>
                  <a:pt x="159621" y="212429"/>
                  <a:pt x="174624" y="212429"/>
                </a:cubicBezTo>
                <a:cubicBezTo>
                  <a:pt x="214528" y="212429"/>
                  <a:pt x="242432" y="181526"/>
                  <a:pt x="242432" y="136518"/>
                </a:cubicBezTo>
                <a:cubicBezTo>
                  <a:pt x="242432" y="94815"/>
                  <a:pt x="219330" y="66311"/>
                  <a:pt x="186024" y="66311"/>
                </a:cubicBezTo>
                <a:cubicBezTo>
                  <a:pt x="171323" y="66311"/>
                  <a:pt x="160821" y="71109"/>
                  <a:pt x="149421" y="83113"/>
                </a:cubicBezTo>
                <a:lnTo>
                  <a:pt x="149421" y="5402"/>
                </a:lnTo>
                <a:lnTo>
                  <a:pt x="91214" y="5402"/>
                </a:lnTo>
                <a:lnTo>
                  <a:pt x="91214" y="12604"/>
                </a:lnTo>
                <a:moveTo>
                  <a:pt x="149421" y="100212"/>
                </a:moveTo>
                <a:cubicBezTo>
                  <a:pt x="154819" y="87311"/>
                  <a:pt x="160519" y="82513"/>
                  <a:pt x="170421" y="82513"/>
                </a:cubicBezTo>
                <a:cubicBezTo>
                  <a:pt x="189023" y="82513"/>
                  <a:pt x="198326" y="102314"/>
                  <a:pt x="198326" y="141920"/>
                </a:cubicBezTo>
                <a:cubicBezTo>
                  <a:pt x="198326" y="183627"/>
                  <a:pt x="189325" y="202828"/>
                  <a:pt x="170124" y="202828"/>
                </a:cubicBezTo>
                <a:cubicBezTo>
                  <a:pt x="157520" y="202828"/>
                  <a:pt x="149421" y="193525"/>
                  <a:pt x="149421" y="179122"/>
                </a:cubicBezTo>
                <a:lnTo>
                  <a:pt x="149421" y="100212"/>
                </a:lnTo>
                <a:close/>
                <a:moveTo>
                  <a:pt x="261033" y="258637"/>
                </a:moveTo>
                <a:cubicBezTo>
                  <a:pt x="279635" y="248734"/>
                  <a:pt x="288036" y="242434"/>
                  <a:pt x="299738" y="229831"/>
                </a:cubicBezTo>
                <a:cubicBezTo>
                  <a:pt x="325243" y="202526"/>
                  <a:pt x="339042" y="166825"/>
                  <a:pt x="339042" y="128117"/>
                </a:cubicBezTo>
                <a:cubicBezTo>
                  <a:pt x="339042" y="100817"/>
                  <a:pt x="331542" y="74410"/>
                  <a:pt x="317139" y="51308"/>
                </a:cubicBezTo>
                <a:cubicBezTo>
                  <a:pt x="303341" y="29708"/>
                  <a:pt x="290439" y="17704"/>
                  <a:pt x="261033" y="0"/>
                </a:cubicBezTo>
                <a:lnTo>
                  <a:pt x="261033" y="8401"/>
                </a:lnTo>
                <a:cubicBezTo>
                  <a:pt x="278138" y="19206"/>
                  <a:pt x="285637" y="27007"/>
                  <a:pt x="291936" y="40508"/>
                </a:cubicBezTo>
                <a:cubicBezTo>
                  <a:pt x="300937" y="59109"/>
                  <a:pt x="305140" y="86711"/>
                  <a:pt x="305140" y="127819"/>
                </a:cubicBezTo>
                <a:cubicBezTo>
                  <a:pt x="305140" y="169224"/>
                  <a:pt x="300937" y="199528"/>
                  <a:pt x="292536" y="217529"/>
                </a:cubicBezTo>
                <a:cubicBezTo>
                  <a:pt x="286539" y="230733"/>
                  <a:pt x="279035" y="238534"/>
                  <a:pt x="261033" y="250533"/>
                </a:cubicBezTo>
                <a:lnTo>
                  <a:pt x="261033" y="2586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Text (c)">
            <a:extLst xmlns:a="http://schemas.openxmlformats.org/drawingml/2006/main">
              <a:ext uri="{FF2B5EF4-FFF2-40B4-BE49-F238E27FC236}">
                <a16:creationId xmlns:a16="http://schemas.microsoft.com/office/drawing/2014/main" id="{8365EF69-0657-41F4-8311-CEB2267F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9124" y="3049324"/>
            <a:ext cx="305437" cy="258637"/>
          </a:xfrm>
          <a:custGeom xmlns:a="http://schemas.openxmlformats.org/drawingml/2006/main">
            <a:pathLst>
              <a:path w="305437" h="258637">
                <a:moveTo>
                  <a:pt x="78013" y="0"/>
                </a:moveTo>
                <a:cubicBezTo>
                  <a:pt x="59407" y="9903"/>
                  <a:pt x="51006" y="16202"/>
                  <a:pt x="39304" y="28504"/>
                </a:cubicBezTo>
                <a:cubicBezTo>
                  <a:pt x="13803" y="56111"/>
                  <a:pt x="0" y="91514"/>
                  <a:pt x="0" y="130520"/>
                </a:cubicBezTo>
                <a:cubicBezTo>
                  <a:pt x="0" y="158122"/>
                  <a:pt x="7504" y="184227"/>
                  <a:pt x="21902" y="207329"/>
                </a:cubicBezTo>
                <a:cubicBezTo>
                  <a:pt x="35705" y="228929"/>
                  <a:pt x="48607" y="240933"/>
                  <a:pt x="78013" y="258637"/>
                </a:cubicBezTo>
                <a:lnTo>
                  <a:pt x="78013" y="250236"/>
                </a:lnTo>
                <a:cubicBezTo>
                  <a:pt x="60908" y="239134"/>
                  <a:pt x="53409" y="231630"/>
                  <a:pt x="47105" y="218129"/>
                </a:cubicBezTo>
                <a:cubicBezTo>
                  <a:pt x="38104" y="199528"/>
                  <a:pt x="33906" y="171925"/>
                  <a:pt x="33906" y="130818"/>
                </a:cubicBezTo>
                <a:cubicBezTo>
                  <a:pt x="33906" y="89115"/>
                  <a:pt x="38104" y="59109"/>
                  <a:pt x="46505" y="41108"/>
                </a:cubicBezTo>
                <a:cubicBezTo>
                  <a:pt x="52507" y="27904"/>
                  <a:pt x="60007" y="20103"/>
                  <a:pt x="78013" y="8103"/>
                </a:cubicBezTo>
                <a:lnTo>
                  <a:pt x="78013" y="0"/>
                </a:lnTo>
                <a:close/>
                <a:moveTo>
                  <a:pt x="209725" y="175524"/>
                </a:moveTo>
                <a:cubicBezTo>
                  <a:pt x="198628" y="188128"/>
                  <a:pt x="190827" y="192326"/>
                  <a:pt x="178525" y="192326"/>
                </a:cubicBezTo>
                <a:cubicBezTo>
                  <a:pt x="152420" y="192326"/>
                  <a:pt x="135916" y="166221"/>
                  <a:pt x="135916" y="125420"/>
                </a:cubicBezTo>
                <a:cubicBezTo>
                  <a:pt x="135916" y="94513"/>
                  <a:pt x="145521" y="75614"/>
                  <a:pt x="161123" y="75614"/>
                </a:cubicBezTo>
                <a:cubicBezTo>
                  <a:pt x="165921" y="75614"/>
                  <a:pt x="170421" y="78013"/>
                  <a:pt x="172221" y="81314"/>
                </a:cubicBezTo>
                <a:cubicBezTo>
                  <a:pt x="173722" y="84015"/>
                  <a:pt x="173722" y="84015"/>
                  <a:pt x="173722" y="96614"/>
                </a:cubicBezTo>
                <a:cubicBezTo>
                  <a:pt x="174025" y="111617"/>
                  <a:pt x="179125" y="118219"/>
                  <a:pt x="190524" y="118219"/>
                </a:cubicBezTo>
                <a:cubicBezTo>
                  <a:pt x="203128" y="118219"/>
                  <a:pt x="210929" y="111017"/>
                  <a:pt x="210929" y="99315"/>
                </a:cubicBezTo>
                <a:cubicBezTo>
                  <a:pt x="210929" y="80714"/>
                  <a:pt x="190827" y="66311"/>
                  <a:pt x="164419" y="66311"/>
                </a:cubicBezTo>
                <a:cubicBezTo>
                  <a:pt x="123618" y="66311"/>
                  <a:pt x="93613" y="98116"/>
                  <a:pt x="93613" y="141320"/>
                </a:cubicBezTo>
                <a:cubicBezTo>
                  <a:pt x="93613" y="183023"/>
                  <a:pt x="120318" y="212429"/>
                  <a:pt x="157822" y="212429"/>
                </a:cubicBezTo>
                <a:cubicBezTo>
                  <a:pt x="180924" y="212429"/>
                  <a:pt x="197726" y="203126"/>
                  <a:pt x="215128" y="180926"/>
                </a:cubicBezTo>
                <a:lnTo>
                  <a:pt x="209725" y="175524"/>
                </a:lnTo>
                <a:close/>
                <a:moveTo>
                  <a:pt x="227429" y="258637"/>
                </a:moveTo>
                <a:cubicBezTo>
                  <a:pt x="246030" y="248734"/>
                  <a:pt x="254431" y="242434"/>
                  <a:pt x="266133" y="229831"/>
                </a:cubicBezTo>
                <a:cubicBezTo>
                  <a:pt x="291638" y="202526"/>
                  <a:pt x="305437" y="166825"/>
                  <a:pt x="305437" y="128117"/>
                </a:cubicBezTo>
                <a:cubicBezTo>
                  <a:pt x="305437" y="100817"/>
                  <a:pt x="297938" y="74410"/>
                  <a:pt x="283535" y="51308"/>
                </a:cubicBezTo>
                <a:cubicBezTo>
                  <a:pt x="269736" y="29708"/>
                  <a:pt x="256835" y="17704"/>
                  <a:pt x="227429" y="0"/>
                </a:cubicBezTo>
                <a:lnTo>
                  <a:pt x="227429" y="8401"/>
                </a:lnTo>
                <a:cubicBezTo>
                  <a:pt x="244533" y="19206"/>
                  <a:pt x="252032" y="27007"/>
                  <a:pt x="258332" y="40508"/>
                </a:cubicBezTo>
                <a:cubicBezTo>
                  <a:pt x="267333" y="59109"/>
                  <a:pt x="271535" y="86711"/>
                  <a:pt x="271535" y="127819"/>
                </a:cubicBezTo>
                <a:cubicBezTo>
                  <a:pt x="271535" y="169224"/>
                  <a:pt x="267333" y="199528"/>
                  <a:pt x="258932" y="217529"/>
                </a:cubicBezTo>
                <a:cubicBezTo>
                  <a:pt x="252934" y="230733"/>
                  <a:pt x="245431" y="238534"/>
                  <a:pt x="227429" y="250533"/>
                </a:cubicBezTo>
                <a:lnTo>
                  <a:pt x="227429" y="2586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(d)">
            <a:extLst xmlns:a="http://schemas.openxmlformats.org/drawingml/2006/main">
              <a:ext uri="{FF2B5EF4-FFF2-40B4-BE49-F238E27FC236}">
                <a16:creationId xmlns:a16="http://schemas.microsoft.com/office/drawing/2014/main" id="{68C0D7BE-6EB4-44FA-B224-7C012351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6874" y="3049324"/>
            <a:ext cx="339042" cy="258637"/>
          </a:xfrm>
          <a:custGeom xmlns:a="http://schemas.openxmlformats.org/drawingml/2006/main">
            <a:pathLst>
              <a:path w="339042" h="258637">
                <a:moveTo>
                  <a:pt x="78013" y="0"/>
                </a:moveTo>
                <a:cubicBezTo>
                  <a:pt x="59407" y="9903"/>
                  <a:pt x="51006" y="16202"/>
                  <a:pt x="39304" y="28504"/>
                </a:cubicBezTo>
                <a:cubicBezTo>
                  <a:pt x="13803" y="56111"/>
                  <a:pt x="0" y="91514"/>
                  <a:pt x="0" y="130520"/>
                </a:cubicBezTo>
                <a:cubicBezTo>
                  <a:pt x="0" y="158122"/>
                  <a:pt x="7504" y="184227"/>
                  <a:pt x="21902" y="207329"/>
                </a:cubicBezTo>
                <a:cubicBezTo>
                  <a:pt x="35705" y="228929"/>
                  <a:pt x="48607" y="240933"/>
                  <a:pt x="78013" y="258637"/>
                </a:cubicBezTo>
                <a:lnTo>
                  <a:pt x="78013" y="250236"/>
                </a:lnTo>
                <a:cubicBezTo>
                  <a:pt x="60908" y="239134"/>
                  <a:pt x="53409" y="231630"/>
                  <a:pt x="47105" y="218129"/>
                </a:cubicBezTo>
                <a:cubicBezTo>
                  <a:pt x="38104" y="199528"/>
                  <a:pt x="33906" y="171925"/>
                  <a:pt x="33906" y="130818"/>
                </a:cubicBezTo>
                <a:cubicBezTo>
                  <a:pt x="33906" y="89115"/>
                  <a:pt x="38104" y="59109"/>
                  <a:pt x="46505" y="41108"/>
                </a:cubicBezTo>
                <a:cubicBezTo>
                  <a:pt x="52507" y="27904"/>
                  <a:pt x="60007" y="20103"/>
                  <a:pt x="78013" y="8103"/>
                </a:cubicBezTo>
                <a:lnTo>
                  <a:pt x="78013" y="0"/>
                </a:lnTo>
                <a:close/>
                <a:moveTo>
                  <a:pt x="246333" y="195325"/>
                </a:moveTo>
                <a:cubicBezTo>
                  <a:pt x="232832" y="194427"/>
                  <a:pt x="228629" y="190527"/>
                  <a:pt x="228629" y="177923"/>
                </a:cubicBezTo>
                <a:lnTo>
                  <a:pt x="228629" y="5402"/>
                </a:lnTo>
                <a:lnTo>
                  <a:pt x="164122" y="5402"/>
                </a:lnTo>
                <a:lnTo>
                  <a:pt x="164122" y="12604"/>
                </a:lnTo>
                <a:cubicBezTo>
                  <a:pt x="183625" y="13803"/>
                  <a:pt x="186624" y="15905"/>
                  <a:pt x="186926" y="30006"/>
                </a:cubicBezTo>
                <a:lnTo>
                  <a:pt x="186926" y="84912"/>
                </a:lnTo>
                <a:cubicBezTo>
                  <a:pt x="174025" y="71109"/>
                  <a:pt x="165024" y="66311"/>
                  <a:pt x="151220" y="66311"/>
                </a:cubicBezTo>
                <a:cubicBezTo>
                  <a:pt x="118216" y="66311"/>
                  <a:pt x="93613" y="98413"/>
                  <a:pt x="93613" y="141920"/>
                </a:cubicBezTo>
                <a:cubicBezTo>
                  <a:pt x="93613" y="183023"/>
                  <a:pt x="116417" y="212429"/>
                  <a:pt x="147920" y="212429"/>
                </a:cubicBezTo>
                <a:cubicBezTo>
                  <a:pt x="163820" y="212429"/>
                  <a:pt x="173722" y="207626"/>
                  <a:pt x="187823" y="192628"/>
                </a:cubicBezTo>
                <a:lnTo>
                  <a:pt x="187823" y="212127"/>
                </a:lnTo>
                <a:cubicBezTo>
                  <a:pt x="201627" y="208226"/>
                  <a:pt x="209126" y="206729"/>
                  <a:pt x="227732" y="204628"/>
                </a:cubicBezTo>
                <a:lnTo>
                  <a:pt x="246333" y="202229"/>
                </a:lnTo>
                <a:lnTo>
                  <a:pt x="246333" y="195325"/>
                </a:lnTo>
                <a:moveTo>
                  <a:pt x="186926" y="174622"/>
                </a:moveTo>
                <a:cubicBezTo>
                  <a:pt x="186926" y="176426"/>
                  <a:pt x="183923" y="181526"/>
                  <a:pt x="180324" y="185427"/>
                </a:cubicBezTo>
                <a:cubicBezTo>
                  <a:pt x="174322" y="192326"/>
                  <a:pt x="168023" y="195627"/>
                  <a:pt x="161421" y="195627"/>
                </a:cubicBezTo>
                <a:cubicBezTo>
                  <a:pt x="145521" y="195627"/>
                  <a:pt x="138017" y="177923"/>
                  <a:pt x="138017" y="139521"/>
                </a:cubicBezTo>
                <a:cubicBezTo>
                  <a:pt x="138017" y="100817"/>
                  <a:pt x="146120" y="83113"/>
                  <a:pt x="163522" y="83113"/>
                </a:cubicBezTo>
                <a:cubicBezTo>
                  <a:pt x="173425" y="83113"/>
                  <a:pt x="182723" y="90314"/>
                  <a:pt x="186926" y="101714"/>
                </a:cubicBezTo>
                <a:lnTo>
                  <a:pt x="186926" y="174622"/>
                </a:lnTo>
                <a:close/>
                <a:moveTo>
                  <a:pt x="261033" y="258637"/>
                </a:moveTo>
                <a:cubicBezTo>
                  <a:pt x="279635" y="248734"/>
                  <a:pt x="288036" y="242434"/>
                  <a:pt x="299738" y="229831"/>
                </a:cubicBezTo>
                <a:cubicBezTo>
                  <a:pt x="325243" y="202526"/>
                  <a:pt x="339042" y="166825"/>
                  <a:pt x="339042" y="128117"/>
                </a:cubicBezTo>
                <a:cubicBezTo>
                  <a:pt x="339042" y="100817"/>
                  <a:pt x="331542" y="74410"/>
                  <a:pt x="317139" y="51308"/>
                </a:cubicBezTo>
                <a:cubicBezTo>
                  <a:pt x="303341" y="29708"/>
                  <a:pt x="290439" y="17704"/>
                  <a:pt x="261033" y="0"/>
                </a:cubicBezTo>
                <a:lnTo>
                  <a:pt x="261033" y="8401"/>
                </a:lnTo>
                <a:cubicBezTo>
                  <a:pt x="278138" y="19206"/>
                  <a:pt x="285637" y="27007"/>
                  <a:pt x="291936" y="40508"/>
                </a:cubicBezTo>
                <a:cubicBezTo>
                  <a:pt x="300937" y="59109"/>
                  <a:pt x="305140" y="86711"/>
                  <a:pt x="305140" y="127819"/>
                </a:cubicBezTo>
                <a:cubicBezTo>
                  <a:pt x="305140" y="169224"/>
                  <a:pt x="300937" y="199528"/>
                  <a:pt x="292536" y="217529"/>
                </a:cubicBezTo>
                <a:cubicBezTo>
                  <a:pt x="286539" y="230733"/>
                  <a:pt x="279035" y="238534"/>
                  <a:pt x="261033" y="250533"/>
                </a:cubicBezTo>
                <a:lnTo>
                  <a:pt x="261033" y="2586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1874381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2026-09-08T04:27:32.0150000Z</dcterms:created>
  <dcterms:modified xsi:type="dcterms:W3CDTF">2026-09-08T04:27:32.0150000Z</dcterms:modified>
</coreProperties>
</file>