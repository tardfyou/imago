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a52432de87b243e1" /><Relationship Type="http://schemas.openxmlformats.org/officeDocument/2006/relationships/extended-properties" Target="/docProps/app.xml" Id="Rfa5029e809914477" /><Relationship Type="http://schemas.openxmlformats.org/officeDocument/2006/relationships/officeDocument" Target="/ppt/presentation.xml" Id="Rbbea86032bd943d6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013d077be66b4584"/>
  </p:sldMasterIdLst>
  <p:notesMasterIdLst>
    <p:notesMasterId xmlns:r="http://schemas.openxmlformats.org/officeDocument/2006/relationships" r:id="R81e5d5f24d074a51"/>
  </p:notesMasterIdLst>
  <p:sldIdLst>
    <p:sldId xmlns:r="http://schemas.openxmlformats.org/officeDocument/2006/relationships" id="256" r:id="Rf2761d5d65e14e1e"/>
  </p:sldIdLst>
  <p:sldSz cx="14001750" cy="360045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59924d3d026f41a8" /><Relationship Type="http://schemas.openxmlformats.org/officeDocument/2006/relationships/slideMaster" Target="/ppt/slideMasters/slideMaster1.xml" Id="R013d077be66b4584" /><Relationship Type="http://schemas.openxmlformats.org/officeDocument/2006/relationships/notesMaster" Target="/ppt/notesMasters/notesMaster1.xml" Id="R81e5d5f24d074a51" /><Relationship Type="http://schemas.openxmlformats.org/officeDocument/2006/relationships/presProps" Target="/ppt/presProps.xml" Id="R00bed6ebb6d44412" /><Relationship Type="http://schemas.openxmlformats.org/officeDocument/2006/relationships/tableStyles" Target="/ppt/tableStyles.xml" Id="R200314b6cde84b53" /><Relationship Type="http://schemas.openxmlformats.org/officeDocument/2006/relationships/slide" Target="/ppt/slides/slide1.xml" Id="Rf2761d5d65e14e1e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461eceeedae24132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b7d0dbde350a485e" /><Relationship Type="http://schemas.openxmlformats.org/officeDocument/2006/relationships/notesMaster" Target="/ppt/notesMasters/notesMaster1.xml" Id="R37375b80d27e43ed" /></Relationships>
</file>

<file path=ppt/notesSlides/notesSlide1.xml><?xml version="1.0" encoding="utf-8"?>
<ns0:notes xmlns:ns0="http://schemas.openxmlformats.org/presentationml/2006/main" xmlns:ns1="http://schemas.openxmlformats.org/drawingml/2006/main">
  <ns0:cSld>
    <ns0:spTree>
      <ns0:nvGrpSpPr>
        <ns0:cNvPr id="1" name=""/>
        <ns0:cNvGrpSpPr/>
        <ns0:nvPr/>
      </ns0:nvGrpSpPr>
      <ns0:grpSpPr>
        <ns1:xfrm/>
      </ns0:grpSpPr>
      <ns0:sp>
        <ns0:nvSpPr>
          <ns0:cNvPr id="2" name="Slide Image Placeholder 1"/>
          <ns0:cNvSpPr>
            <ns1:spLocks noGrp="1"/>
          </ns0:cNvSpPr>
          <ns0:nvPr>
            <ns0:ph type="sldImg" idx="0"/>
          </ns0:nvPr>
        </ns0:nvSpPr>
        <ns0:spPr/>
      </ns0:sp>
      <ns0:sp>
        <ns0:nvSpPr>
          <ns0:cNvPr id="3" name="Notes Placeholder 2"/>
          <ns0:cNvSpPr>
            <ns1:spLocks noGrp="1"/>
          </ns0:cNvSpPr>
          <ns0:nvPr>
            <ns0:ph type="body" idx="1"/>
          </ns0:nvPr>
        </ns0:nvSpPr>
        <ns0:spPr/>
        <ns0:txBody>
          <ns1:bodyPr/>
          <ns1:lstStyle/>
          <ns1:p>
            <ns1:r>
              <ns1:t>素材ID：AI-002</ns1:t>
            </ns1:r>
          </ns1:p>
          <ns1:p>
            <ns1:r>
              <ns1:t>论文：VideoPoet: A Large Language Model for Zero-Shot Video Generation</ns1:t>
            </ns1:r>
          </ns1:p>
          <ns1:p>
            <ns1:r>
              <ns1:t>会议：ICML 2024</ns1:t>
            </ns1:r>
          </ns1:p>
          <ns1:p>
            <ns1:r>
              <ns1:t>奖项：Best Paper</ns1:t>
            </ns1:r>
          </ns1:p>
          <ns1:p>
            <ns1:r>
              <ns1:t>图号：Figure 2，PDF第3页</ns1:t>
            </ns1:r>
          </ns1:p>
          <ns1:p>
            <ns1:r>
              <ns1:t>类型：数据与表示</ns1:t>
            </ns1:r>
          </ns1:p>
          <ns1:p>
            <ns1:r>
              <ns1:t>借鉴点：在一个横向序列中展示文本、视频、音频的统一编码及编码器/解码器，适合多模态LLM训练表示。</ns1:t>
            </ns1:r>
          </ns1:p>
          <ns1:p>
            <ns1:r>
              <ns1:t>论文URL：https://proceedings.mlr.press/v235/kondratyuk24a.html</ns1:t>
            </ns1:r>
          </ns1:p>
          <ns1:p>
            <ns1:r>
              <ns1:t>官方获奖URL：https://icml.cc/virtual/2024/awards_detail</ns1:t>
            </ns1:r>
          </ns1:p>
          <ns1:p>
            <ns1:r>
              <ns1:t>原始论文与绘图来源：见本页论文链接及仓库 catalog/papers.md。</ns1:t>
            </ns1:r>
          </ns1:p>
        </ns0:txBody>
      </ns0:sp>
      <ns0:sp>
        <ns0:nvSpPr>
          <ns0:cNvPr id="4" name="Slide Number Placeholder 3"/>
          <ns0:cNvSpPr>
            <ns1:spLocks noGrp="1"/>
          </ns0:cNvSpPr>
          <ns0:nvPr>
            <ns0:ph type="sldNum" idx="5"/>
          </ns0:nvPr>
        </ns0:nvSpPr>
        <ns0:spPr/>
        <ns0:txBody>
          <ns1:bodyPr/>
          <ns1:lstStyle/>
          <ns1:p/>
        </ns0:txBody>
      </ns0:sp>
    </ns0:spTree>
  </ns0:cSld>
  <ns0:clrMapOvr>
    <ns1:masterClrMapping/>
  </ns0:clrMapOvr>
</ns0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7e7488c7e48d40ed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dd6203ff744f41ce" /><Relationship Type="http://schemas.openxmlformats.org/officeDocument/2006/relationships/slideLayout" Target="/ppt/slideLayouts/slideLayout1.xml" Id="R551b3572e743423c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551b3572e743423c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2610b7d49824399" /><Relationship Type="http://schemas.openxmlformats.org/officeDocument/2006/relationships/image" Target="/ppt/media/image.png" Id="R142dbcfa1415472a" /><Relationship Type="http://schemas.openxmlformats.org/officeDocument/2006/relationships/image" Target="/ppt/media/image2.png" Id="Rfb79a806cfe8491b" /><Relationship Type="http://schemas.openxmlformats.org/officeDocument/2006/relationships/image" Target="/ppt/media/image3.png" Id="R3a90225f6a3a49ee" /><Relationship Type="http://schemas.openxmlformats.org/officeDocument/2006/relationships/image" Target="/ppt/media/image4.png" Id="R7096295c29124cf8" /><Relationship Type="http://schemas.openxmlformats.org/officeDocument/2006/relationships/image" Target="/ppt/media/image5.png" Id="Rd99ea80ed64244ca" /><Relationship Type="http://schemas.openxmlformats.org/officeDocument/2006/relationships/image" Target="/ppt/media/image6.png" Id="R7a91722c4ba8460d" /><Relationship Type="http://schemas.openxmlformats.org/officeDocument/2006/relationships/image" Target="/ppt/media/image7.png" Id="R31fcbf9b24174c54" /><Relationship Type="http://schemas.openxmlformats.org/officeDocument/2006/relationships/image" Target="/ppt/media/image8.png" Id="Rb77e21f4928a4cdd" /><Relationship Type="http://schemas.openxmlformats.org/officeDocument/2006/relationships/image" Target="/ppt/media/image9.png" Id="Re008bed4792f47eb" /><Relationship Type="http://schemas.openxmlformats.org/officeDocument/2006/relationships/image" Target="/ppt/media/image10.png" Id="R8aabcfad3b4b4841" /><Relationship Type="http://schemas.openxmlformats.org/officeDocument/2006/relationships/image" Target="/ppt/media/image11.png" Id="R495415d23184485d" /><Relationship Type="http://schemas.openxmlformats.org/officeDocument/2006/relationships/image" Target="/ppt/media/image12.png" Id="R71c05c3404cf4dd9" /><Relationship Type="http://schemas.openxmlformats.org/officeDocument/2006/relationships/image" Target="/ppt/media/image13.png" Id="R4818d2570f7e4dd3" /><Relationship Type="http://schemas.openxmlformats.org/officeDocument/2006/relationships/image" Target="/ppt/media/image14.png" Id="Rd0b6836a913c4292" /><Relationship Type="http://schemas.openxmlformats.org/officeDocument/2006/relationships/image" Target="/ppt/media/image15.png" Id="Rf5a96cbbce164055" /><Relationship Type="http://schemas.openxmlformats.org/officeDocument/2006/relationships/image" Target="/ppt/media/image16.png" Id="R17794b75f2024472" /><Relationship Type="http://schemas.openxmlformats.org/officeDocument/2006/relationships/image" Target="/ppt/media/image17.png" Id="R1b10b6980b0c408b" /><Relationship Type="http://schemas.openxmlformats.org/officeDocument/2006/relationships/image" Target="/ppt/media/image18.png" Id="Rece098a6e3064cd2" /><Relationship Type="http://schemas.openxmlformats.org/officeDocument/2006/relationships/image" Target="/ppt/media/image19.png" Id="R26015a48d6464dbb" /><Relationship Type="http://schemas.openxmlformats.org/officeDocument/2006/relationships/image" Target="/ppt/media/image20.png" Id="Rd25278fb61bc4b68" /><Relationship Type="http://schemas.openxmlformats.org/officeDocument/2006/relationships/image" Target="/ppt/media/image21.png" Id="Radbb1c8a8e1846a3" /><Relationship Type="http://schemas.openxmlformats.org/officeDocument/2006/relationships/image" Target="/ppt/media/image22.png" Id="Rab822b5f58c74cf7" /><Relationship Type="http://schemas.openxmlformats.org/officeDocument/2006/relationships/image" Target="/ppt/media/image23.png" Id="R6776f7fbcf494ad1" /><Relationship Type="http://schemas.openxmlformats.org/officeDocument/2006/relationships/image" Target="/ppt/media/image24.png" Id="Rfdc49ef7c49f4b5e" /><Relationship Type="http://schemas.openxmlformats.org/officeDocument/2006/relationships/image" Target="/ppt/media/image25.png" Id="Ra749dc7f2e5b4aee" /><Relationship Type="http://schemas.openxmlformats.org/officeDocument/2006/relationships/image" Target="/ppt/media/image26.png" Id="R771d7a421e414dee" /><Relationship Type="http://schemas.openxmlformats.org/officeDocument/2006/relationships/image" Target="/ppt/media/image27.png" Id="Rdb36b94cafa74126" /><Relationship Type="http://schemas.openxmlformats.org/officeDocument/2006/relationships/image" Target="/ppt/media/image28.png" Id="Re301e37e69784d38" /><Relationship Type="http://schemas.openxmlformats.org/officeDocument/2006/relationships/image" Target="/ppt/media/image29.png" Id="R6f066d875e6d4727" /><Relationship Type="http://schemas.openxmlformats.org/officeDocument/2006/relationships/image" Target="/ppt/media/image30.png" Id="Rd0fbf61a26c641aa" /><Relationship Type="http://schemas.openxmlformats.org/officeDocument/2006/relationships/image" Target="/ppt/media/image31.png" Id="R87509f84d7384650" /><Relationship Type="http://schemas.openxmlformats.org/officeDocument/2006/relationships/image" Target="/ppt/media/image32.png" Id="Rc31954ab3fc84967" /><Relationship Type="http://schemas.openxmlformats.org/officeDocument/2006/relationships/image" Target="/ppt/media/image33.png" Id="R57384bc7ba164f0e" /><Relationship Type="http://schemas.openxmlformats.org/officeDocument/2006/relationships/image" Target="/ppt/media/image34.png" Id="R95a6cefe8a914694" /><Relationship Type="http://schemas.openxmlformats.org/officeDocument/2006/relationships/image" Target="/ppt/media/image35.png" Id="R5877287c6d5845d2" /><Relationship Type="http://schemas.openxmlformats.org/officeDocument/2006/relationships/image" Target="/ppt/media/image36.png" Id="R7461aa432b504b94" /><Relationship Type="http://schemas.openxmlformats.org/officeDocument/2006/relationships/image" Target="/ppt/media/image37.png" Id="R9f8c26f31c074baf" /><Relationship Type="http://schemas.openxmlformats.org/officeDocument/2006/relationships/image" Target="/ppt/media/image38.png" Id="Ra31e0c5452064841" /><Relationship Type="http://schemas.openxmlformats.org/officeDocument/2006/relationships/image" Target="/ppt/media/image39.png" Id="R8d9600cdca5640e6" /><Relationship Type="http://schemas.openxmlformats.org/officeDocument/2006/relationships/image" Target="/ppt/media/image40.png" Id="R0c98155abcbb4ebe" /><Relationship Type="http://schemas.openxmlformats.org/officeDocument/2006/relationships/image" Target="/ppt/media/image41.png" Id="R24f2a3be435542c3" /><Relationship Type="http://schemas.openxmlformats.org/officeDocument/2006/relationships/image" Target="/ppt/media/image42.png" Id="R48f5f5acf3e542a5" /><Relationship Type="http://schemas.openxmlformats.org/officeDocument/2006/relationships/image" Target="/ppt/media/image43.png" Id="R015cc4408a4a4275" /><Relationship Type="http://schemas.openxmlformats.org/officeDocument/2006/relationships/image" Target="/ppt/media/image44.png" Id="R85be41b4116c4b09" /><Relationship Type="http://schemas.openxmlformats.org/officeDocument/2006/relationships/image" Target="/ppt/media/image45.png" Id="R76c82d246e2e4762" /><Relationship Type="http://schemas.openxmlformats.org/officeDocument/2006/relationships/image" Target="/ppt/media/image46.png" Id="Rc06b1cb0a64a42e6" /><Relationship Type="http://schemas.openxmlformats.org/officeDocument/2006/relationships/image" Target="/ppt/media/image47.png" Id="Ra5cb36d59e604492" /><Relationship Type="http://schemas.openxmlformats.org/officeDocument/2006/relationships/image" Target="/ppt/media/image48.png" Id="R27cf8f6b12574d10" /><Relationship Type="http://schemas.openxmlformats.org/officeDocument/2006/relationships/image" Target="/ppt/media/image49.png" Id="R5cee099477364a78" /><Relationship Type="http://schemas.openxmlformats.org/officeDocument/2006/relationships/image" Target="/ppt/media/image50.png" Id="Ra34b68f0beec4993" /><Relationship Type="http://schemas.openxmlformats.org/officeDocument/2006/relationships/image" Target="/ppt/media/image51.png" Id="Ra5336a63061941f7" /><Relationship Type="http://schemas.openxmlformats.org/officeDocument/2006/relationships/image" Target="/ppt/media/image52.png" Id="R778615ee3be14610" /><Relationship Type="http://schemas.openxmlformats.org/officeDocument/2006/relationships/image" Target="/ppt/media/image53.png" Id="R03066ffd664c491e" /><Relationship Type="http://schemas.openxmlformats.org/officeDocument/2006/relationships/image" Target="/ppt/media/image54.png" Id="R024928d37cc044e2" /><Relationship Type="http://schemas.openxmlformats.org/officeDocument/2006/relationships/image" Target="/ppt/media/image55.png" Id="R7ff9bff1c01b4e3e" /><Relationship Type="http://schemas.openxmlformats.org/officeDocument/2006/relationships/image" Target="/ppt/media/image56.png" Id="Re69faedb243d4760" /><Relationship Type="http://schemas.openxmlformats.org/officeDocument/2006/relationships/image" Target="/ppt/media/image57.png" Id="R4a17c108b8c54031" /><Relationship Type="http://schemas.openxmlformats.org/officeDocument/2006/relationships/image" Target="/ppt/media/image58.png" Id="R64049d7cd1604a02" /><Relationship Type="http://schemas.openxmlformats.org/officeDocument/2006/relationships/image" Target="/ppt/media/image59.png" Id="R481030f8dba14ae4" /><Relationship Type="http://schemas.openxmlformats.org/officeDocument/2006/relationships/image" Target="/ppt/media/image60.png" Id="R14eb5a66ff1f4916" /><Relationship Type="http://schemas.openxmlformats.org/officeDocument/2006/relationships/image" Target="/ppt/media/image61.png" Id="R386ac4f033904bef" /><Relationship Type="http://schemas.openxmlformats.org/officeDocument/2006/relationships/image" Target="/ppt/media/image62.png" Id="Rfdae89928d884081" /><Relationship Type="http://schemas.openxmlformats.org/officeDocument/2006/relationships/image" Target="/ppt/media/image63.png" Id="R68332130fb5d4b59" /><Relationship Type="http://schemas.openxmlformats.org/officeDocument/2006/relationships/image" Target="/ppt/media/image64.png" Id="R22b5e62fe67841fb" /><Relationship Type="http://schemas.openxmlformats.org/officeDocument/2006/relationships/image" Target="/ppt/media/image65.png" Id="R8bbe6c3aaaed40d7" /><Relationship Type="http://schemas.openxmlformats.org/officeDocument/2006/relationships/image" Target="/ppt/media/image66.png" Id="Ra92ed2d43c9d4d69" /><Relationship Type="http://schemas.openxmlformats.org/officeDocument/2006/relationships/image" Target="/ppt/media/image67.png" Id="R84822cb505334021" /><Relationship Type="http://schemas.openxmlformats.org/officeDocument/2006/relationships/image" Target="/ppt/media/image68.png" Id="R3b8c546fa16d4c76" /><Relationship Type="http://schemas.openxmlformats.org/officeDocument/2006/relationships/image" Target="/ppt/media/image69.png" Id="Rf54b44e86bd34858" /><Relationship Type="http://schemas.openxmlformats.org/officeDocument/2006/relationships/image" Target="/ppt/media/image70.png" Id="R6d9574605066454d" /><Relationship Type="http://schemas.openxmlformats.org/officeDocument/2006/relationships/image" Target="/ppt/media/image71.png" Id="R88f61251f8214270" /><Relationship Type="http://schemas.openxmlformats.org/officeDocument/2006/relationships/image" Target="/ppt/media/image72.png" Id="Rcf72e36d0ea1429e" /><Relationship Type="http://schemas.openxmlformats.org/officeDocument/2006/relationships/image" Target="/ppt/media/image73.png" Id="R49c5f02b28d74ee2" /><Relationship Type="http://schemas.openxmlformats.org/officeDocument/2006/relationships/image" Target="/ppt/media/image74.png" Id="R467a67a0542c4c0f" /><Relationship Type="http://schemas.openxmlformats.org/officeDocument/2006/relationships/image" Target="/ppt/media/image75.png" Id="R8f29a85843e24b48" /><Relationship Type="http://schemas.openxmlformats.org/officeDocument/2006/relationships/image" Target="/ppt/media/image76.png" Id="R829d955ab4894211" /><Relationship Type="http://schemas.openxmlformats.org/officeDocument/2006/relationships/image" Target="/ppt/media/image77.png" Id="Re9ac985af7854ad9" /><Relationship Type="http://schemas.openxmlformats.org/officeDocument/2006/relationships/image" Target="/ppt/media/image78.png" Id="R84e239592fc24e3f" /><Relationship Type="http://schemas.openxmlformats.org/officeDocument/2006/relationships/image" Target="/ppt/media/image79.png" Id="R7de72eeacf284f91" /><Relationship Type="http://schemas.openxmlformats.org/officeDocument/2006/relationships/image" Target="/ppt/media/image80.png" Id="R649d18763b5e4357" /><Relationship Type="http://schemas.openxmlformats.org/officeDocument/2006/relationships/image" Target="/ppt/media/image81.png" Id="R3768f8fcfc404c2b" /><Relationship Type="http://schemas.openxmlformats.org/officeDocument/2006/relationships/image" Target="/ppt/media/image82.png" Id="R3f043e99183045f2" /><Relationship Type="http://schemas.openxmlformats.org/officeDocument/2006/relationships/image" Target="/ppt/media/image83.png" Id="R41fa8f38694d4f33" /><Relationship Type="http://schemas.openxmlformats.org/officeDocument/2006/relationships/image" Target="/ppt/media/image84.png" Id="Rd2735a0d97504378" /><Relationship Type="http://schemas.openxmlformats.org/officeDocument/2006/relationships/image" Target="/ppt/media/image85.png" Id="R7b64478779ff42a1" /><Relationship Type="http://schemas.openxmlformats.org/officeDocument/2006/relationships/image" Target="/ppt/media/image86.png" Id="R41be4839eef549c0" /><Relationship Type="http://schemas.openxmlformats.org/officeDocument/2006/relationships/image" Target="/ppt/media/image87.png" Id="Rbfbcf2745e23424a" /><Relationship Type="http://schemas.openxmlformats.org/officeDocument/2006/relationships/image" Target="/ppt/media/image88.png" Id="R29e5576146d24d40" /><Relationship Type="http://schemas.openxmlformats.org/officeDocument/2006/relationships/image" Target="/ppt/media/image89.png" Id="R982e67cb321a475a" /><Relationship Type="http://schemas.openxmlformats.org/officeDocument/2006/relationships/image" Target="/ppt/media/image90.png" Id="R44db3e3ba0b84674" /><Relationship Type="http://schemas.openxmlformats.org/officeDocument/2006/relationships/notesSlide" Target="/ppt/notesSlides/notesSlide1.xml" Id="Rf0ce6468ec9341d1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59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42dbcfa1415472a"/>
          <a:stretch xmlns:a="http://schemas.openxmlformats.org/drawingml/2006/main"/>
        </p:blipFill>
        <p:spPr>
          <a:xfrm xmlns:a="http://schemas.openxmlformats.org/drawingml/2006/main">
            <a:off x="65861" y="58860"/>
            <a:ext cx="13854002" cy="3399229"/>
          </a:xfrm>
          <a:prstGeom xmlns:a="http://schemas.openxmlformats.org/drawingml/2006/main" prst="rect">
            <a:avLst/>
          </a:prstGeom>
        </p:spPr>
      </p:pic>
      <p:pic>
        <p:nvPicPr>
          <p:cNvPr id="59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b79a806cfe8491b"/>
          <a:stretch xmlns:a="http://schemas.openxmlformats.org/drawingml/2006/main"/>
        </p:blipFill>
        <p:spPr>
          <a:xfrm xmlns:a="http://schemas.openxmlformats.org/drawingml/2006/main">
            <a:off x="10270543" y="2110116"/>
            <a:ext cx="709208" cy="1241114"/>
          </a:xfrm>
          <a:prstGeom xmlns:a="http://schemas.openxmlformats.org/drawingml/2006/main" prst="rect">
            <a:avLst/>
          </a:prstGeom>
        </p:spPr>
      </p:pic>
      <p:pic>
        <p:nvPicPr>
          <p:cNvPr id="59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a90225f6a3a49ee"/>
          <a:stretch xmlns:a="http://schemas.openxmlformats.org/drawingml/2006/main"/>
        </p:blipFill>
        <p:spPr>
          <a:xfrm xmlns:a="http://schemas.openxmlformats.org/drawingml/2006/main">
            <a:off x="9561591" y="2110131"/>
            <a:ext cx="708951" cy="1240664"/>
          </a:xfrm>
          <a:prstGeom xmlns:a="http://schemas.openxmlformats.org/drawingml/2006/main" prst="rect">
            <a:avLst/>
          </a:prstGeom>
        </p:spPr>
      </p:pic>
      <p:sp>
        <p:nvSpPr>
          <p:cNvPr id="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D87C1F94-3440-4C68-A459-AAC57935F8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62659" y="2079463"/>
            <a:ext cx="87911" cy="98408"/>
          </a:xfrm>
          <a:custGeom xmlns:a="http://schemas.openxmlformats.org/drawingml/2006/main">
            <a:pathLst>
              <a:path w="87911" h="98408">
                <a:moveTo>
                  <a:pt x="0" y="98408"/>
                </a:moveTo>
                <a:lnTo>
                  <a:pt x="37308" y="0"/>
                </a:lnTo>
                <a:lnTo>
                  <a:pt x="50604" y="0"/>
                </a:lnTo>
                <a:lnTo>
                  <a:pt x="87911" y="98408"/>
                </a:lnTo>
                <a:lnTo>
                  <a:pt x="75041" y="98408"/>
                </a:lnTo>
                <a:lnTo>
                  <a:pt x="64970" y="71391"/>
                </a:lnTo>
                <a:lnTo>
                  <a:pt x="22736" y="71391"/>
                </a:lnTo>
                <a:lnTo>
                  <a:pt x="12651" y="98408"/>
                </a:lnTo>
                <a:lnTo>
                  <a:pt x="0" y="98408"/>
                </a:lnTo>
                <a:close/>
                <a:moveTo>
                  <a:pt x="39887" y="24863"/>
                </a:moveTo>
                <a:lnTo>
                  <a:pt x="26811" y="60236"/>
                </a:lnTo>
                <a:lnTo>
                  <a:pt x="61114" y="60236"/>
                </a:lnTo>
                <a:lnTo>
                  <a:pt x="48024" y="24863"/>
                </a:lnTo>
                <a:lnTo>
                  <a:pt x="44168" y="14366"/>
                </a:lnTo>
                <a:lnTo>
                  <a:pt x="43523" y="14366"/>
                </a:lnTo>
                <a:lnTo>
                  <a:pt x="39887" y="24863"/>
                </a:lnTo>
                <a:close/>
                <a:moveTo>
                  <a:pt x="39887" y="24863"/>
                </a:moveTo>
              </a:path>
            </a:pathLst>
          </a:custGeom>
          <a:solidFill xmlns:a="http://schemas.openxmlformats.org/drawingml/2006/main">
            <a:srgbClr val="666666"/>
          </a:solidFill>
          <a:ln xmlns:a="http://schemas.openxmlformats.org/drawingml/2006/main" w="0" cap="flat">
            <a:noFill/>
            <a:miter/>
          </a:ln>
        </p:spPr>
      </p:sp>
      <p:sp>
        <p:nvSpPr>
          <p:cNvPr id="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4BD9C732-895B-4930-9EE3-4E82A5797F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1122" y="2105616"/>
            <a:ext cx="60469" cy="72256"/>
          </a:xfrm>
          <a:custGeom xmlns:a="http://schemas.openxmlformats.org/drawingml/2006/main">
            <a:pathLst>
              <a:path w="60469" h="72256">
                <a:moveTo>
                  <a:pt x="0" y="72256"/>
                </a:moveTo>
                <a:lnTo>
                  <a:pt x="0" y="2140"/>
                </a:lnTo>
                <a:lnTo>
                  <a:pt x="11155" y="2140"/>
                </a:lnTo>
                <a:lnTo>
                  <a:pt x="11155" y="12431"/>
                </a:lnTo>
                <a:lnTo>
                  <a:pt x="11800" y="12431"/>
                </a:lnTo>
                <a:cubicBezTo>
                  <a:pt x="13611" y="9001"/>
                  <a:pt x="16616" y="6106"/>
                  <a:pt x="20801" y="3650"/>
                </a:cubicBezTo>
                <a:cubicBezTo>
                  <a:pt x="24931" y="1235"/>
                  <a:pt x="29487" y="0"/>
                  <a:pt x="34522" y="0"/>
                </a:cubicBezTo>
                <a:cubicBezTo>
                  <a:pt x="43098" y="0"/>
                  <a:pt x="49533" y="2525"/>
                  <a:pt x="53814" y="7505"/>
                </a:cubicBezTo>
                <a:cubicBezTo>
                  <a:pt x="58205" y="12541"/>
                  <a:pt x="60469" y="19086"/>
                  <a:pt x="60469" y="27223"/>
                </a:cubicBezTo>
                <a:lnTo>
                  <a:pt x="60469" y="72256"/>
                </a:lnTo>
                <a:lnTo>
                  <a:pt x="48669" y="72256"/>
                </a:lnTo>
                <a:lnTo>
                  <a:pt x="48669" y="29157"/>
                </a:lnTo>
                <a:cubicBezTo>
                  <a:pt x="48669" y="22297"/>
                  <a:pt x="47009" y="17522"/>
                  <a:pt x="43743" y="14791"/>
                </a:cubicBezTo>
                <a:cubicBezTo>
                  <a:pt x="40573" y="11951"/>
                  <a:pt x="36457" y="10510"/>
                  <a:pt x="31312" y="10510"/>
                </a:cubicBezTo>
                <a:cubicBezTo>
                  <a:pt x="27442" y="10510"/>
                  <a:pt x="24012" y="11581"/>
                  <a:pt x="21021" y="13721"/>
                </a:cubicBezTo>
                <a:cubicBezTo>
                  <a:pt x="18126" y="15862"/>
                  <a:pt x="15875" y="18647"/>
                  <a:pt x="14160" y="22077"/>
                </a:cubicBezTo>
                <a:cubicBezTo>
                  <a:pt x="12541" y="25508"/>
                  <a:pt x="11800" y="29103"/>
                  <a:pt x="11800" y="32807"/>
                </a:cubicBezTo>
                <a:lnTo>
                  <a:pt x="11800" y="72256"/>
                </a:lnTo>
                <a:lnTo>
                  <a:pt x="0" y="72256"/>
                </a:lnTo>
                <a:close/>
                <a:moveTo>
                  <a:pt x="0" y="72256"/>
                </a:moveTo>
              </a:path>
            </a:pathLst>
          </a:custGeom>
          <a:solidFill xmlns:a="http://schemas.openxmlformats.org/drawingml/2006/main">
            <a:srgbClr val="666666"/>
          </a:solidFill>
          <a:ln xmlns:a="http://schemas.openxmlformats.org/drawingml/2006/main" w="0" cap="flat">
            <a:noFill/>
            <a:miter/>
          </a:ln>
        </p:spPr>
      </p:sp>
      <p:sp>
        <p:nvSpPr>
          <p:cNvPr id="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5AFDBD9A-B1C0-4F34-A9A5-A5DFBAA2E4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6226" y="2105616"/>
            <a:ext cx="60675" cy="74396"/>
          </a:xfrm>
          <a:custGeom xmlns:a="http://schemas.openxmlformats.org/drawingml/2006/main">
            <a:pathLst>
              <a:path w="60675" h="74396">
                <a:moveTo>
                  <a:pt x="26372" y="74396"/>
                </a:moveTo>
                <a:cubicBezTo>
                  <a:pt x="21076" y="74396"/>
                  <a:pt x="16410" y="73381"/>
                  <a:pt x="12445" y="71391"/>
                </a:cubicBezTo>
                <a:cubicBezTo>
                  <a:pt x="8576" y="69415"/>
                  <a:pt x="5475" y="66671"/>
                  <a:pt x="3224" y="63241"/>
                </a:cubicBezTo>
                <a:cubicBezTo>
                  <a:pt x="1084" y="59714"/>
                  <a:pt x="0" y="55639"/>
                  <a:pt x="0" y="51029"/>
                </a:cubicBezTo>
                <a:cubicBezTo>
                  <a:pt x="0" y="45884"/>
                  <a:pt x="1290" y="41589"/>
                  <a:pt x="3869" y="38159"/>
                </a:cubicBezTo>
                <a:cubicBezTo>
                  <a:pt x="6545" y="34618"/>
                  <a:pt x="10140" y="31943"/>
                  <a:pt x="14586" y="30228"/>
                </a:cubicBezTo>
                <a:cubicBezTo>
                  <a:pt x="19141" y="28403"/>
                  <a:pt x="24122" y="27442"/>
                  <a:pt x="29597" y="27442"/>
                </a:cubicBezTo>
                <a:cubicBezTo>
                  <a:pt x="34152" y="27442"/>
                  <a:pt x="38227" y="27977"/>
                  <a:pt x="41808" y="28938"/>
                </a:cubicBezTo>
                <a:cubicBezTo>
                  <a:pt x="45348" y="29967"/>
                  <a:pt x="47928" y="30982"/>
                  <a:pt x="49533" y="31943"/>
                </a:cubicBezTo>
                <a:lnTo>
                  <a:pt x="49533" y="27662"/>
                </a:lnTo>
                <a:cubicBezTo>
                  <a:pt x="49533" y="22407"/>
                  <a:pt x="47654" y="18222"/>
                  <a:pt x="43963" y="15217"/>
                </a:cubicBezTo>
                <a:cubicBezTo>
                  <a:pt x="40203" y="12116"/>
                  <a:pt x="35648" y="10510"/>
                  <a:pt x="30241" y="10510"/>
                </a:cubicBezTo>
                <a:cubicBezTo>
                  <a:pt x="26372" y="10510"/>
                  <a:pt x="22736" y="11361"/>
                  <a:pt x="19306" y="13076"/>
                </a:cubicBezTo>
                <a:cubicBezTo>
                  <a:pt x="15971" y="14682"/>
                  <a:pt x="13406" y="16932"/>
                  <a:pt x="11581" y="19937"/>
                </a:cubicBezTo>
                <a:lnTo>
                  <a:pt x="2799" y="13502"/>
                </a:lnTo>
                <a:cubicBezTo>
                  <a:pt x="5475" y="9385"/>
                  <a:pt x="9221" y="6106"/>
                  <a:pt x="13941" y="3650"/>
                </a:cubicBezTo>
                <a:cubicBezTo>
                  <a:pt x="18771" y="1235"/>
                  <a:pt x="24232" y="0"/>
                  <a:pt x="30241" y="0"/>
                </a:cubicBezTo>
                <a:cubicBezTo>
                  <a:pt x="39668" y="0"/>
                  <a:pt x="47064" y="2525"/>
                  <a:pt x="52538" y="7505"/>
                </a:cubicBezTo>
                <a:cubicBezTo>
                  <a:pt x="57944" y="12541"/>
                  <a:pt x="60675" y="19292"/>
                  <a:pt x="60675" y="27868"/>
                </a:cubicBezTo>
                <a:lnTo>
                  <a:pt x="60675" y="72256"/>
                </a:lnTo>
                <a:lnTo>
                  <a:pt x="49533" y="72256"/>
                </a:lnTo>
                <a:lnTo>
                  <a:pt x="49533" y="62171"/>
                </a:lnTo>
                <a:lnTo>
                  <a:pt x="49108" y="62171"/>
                </a:lnTo>
                <a:cubicBezTo>
                  <a:pt x="47228" y="65340"/>
                  <a:pt x="44278" y="68180"/>
                  <a:pt x="40313" y="70746"/>
                </a:cubicBezTo>
                <a:cubicBezTo>
                  <a:pt x="36457" y="73161"/>
                  <a:pt x="31792" y="74396"/>
                  <a:pt x="26372" y="74396"/>
                </a:cubicBezTo>
                <a:close/>
                <a:moveTo>
                  <a:pt x="27442" y="64105"/>
                </a:moveTo>
                <a:cubicBezTo>
                  <a:pt x="31421" y="64105"/>
                  <a:pt x="35058" y="63145"/>
                  <a:pt x="38378" y="61100"/>
                </a:cubicBezTo>
                <a:cubicBezTo>
                  <a:pt x="41808" y="59124"/>
                  <a:pt x="44498" y="56490"/>
                  <a:pt x="46528" y="53169"/>
                </a:cubicBezTo>
                <a:cubicBezTo>
                  <a:pt x="48518" y="49739"/>
                  <a:pt x="49533" y="45993"/>
                  <a:pt x="49533" y="41808"/>
                </a:cubicBezTo>
                <a:cubicBezTo>
                  <a:pt x="47393" y="40409"/>
                  <a:pt x="44703" y="39229"/>
                  <a:pt x="41603" y="38378"/>
                </a:cubicBezTo>
                <a:cubicBezTo>
                  <a:pt x="38433" y="37418"/>
                  <a:pt x="35003" y="36869"/>
                  <a:pt x="31312" y="36869"/>
                </a:cubicBezTo>
                <a:cubicBezTo>
                  <a:pt x="24561" y="36869"/>
                  <a:pt x="19621" y="38323"/>
                  <a:pt x="16520" y="41163"/>
                </a:cubicBezTo>
                <a:cubicBezTo>
                  <a:pt x="13515" y="43894"/>
                  <a:pt x="12006" y="47269"/>
                  <a:pt x="12006" y="51235"/>
                </a:cubicBezTo>
                <a:cubicBezTo>
                  <a:pt x="12006" y="55104"/>
                  <a:pt x="13406" y="58260"/>
                  <a:pt x="16301" y="60675"/>
                </a:cubicBezTo>
                <a:cubicBezTo>
                  <a:pt x="19306" y="62980"/>
                  <a:pt x="22997" y="64105"/>
                  <a:pt x="27442" y="64105"/>
                </a:cubicBezTo>
                <a:close/>
                <a:moveTo>
                  <a:pt x="27442" y="64105"/>
                </a:moveTo>
              </a:path>
            </a:pathLst>
          </a:custGeom>
          <a:solidFill xmlns:a="http://schemas.openxmlformats.org/drawingml/2006/main">
            <a:srgbClr val="666666"/>
          </a:solidFill>
          <a:ln xmlns:a="http://schemas.openxmlformats.org/drawingml/2006/main" w="0" cap="flat">
            <a:noFill/>
            <a:miter/>
          </a:ln>
        </p:spPr>
      </p:sp>
      <p:sp>
        <p:nvSpPr>
          <p:cNvPr id="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D4AD78AD-7813-4E6B-A90C-CCAEB4ED09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37411" y="2105616"/>
            <a:ext cx="57245" cy="74396"/>
          </a:xfrm>
          <a:custGeom xmlns:a="http://schemas.openxmlformats.org/drawingml/2006/main">
            <a:pathLst>
              <a:path w="57245" h="74396">
                <a:moveTo>
                  <a:pt x="29377" y="74396"/>
                </a:moveTo>
                <a:cubicBezTo>
                  <a:pt x="21487" y="74396"/>
                  <a:pt x="15066" y="72516"/>
                  <a:pt x="10071" y="68825"/>
                </a:cubicBezTo>
                <a:cubicBezTo>
                  <a:pt x="5200" y="65121"/>
                  <a:pt x="1825" y="60675"/>
                  <a:pt x="0" y="55529"/>
                </a:cubicBezTo>
                <a:lnTo>
                  <a:pt x="10291" y="51029"/>
                </a:lnTo>
                <a:cubicBezTo>
                  <a:pt x="12116" y="55200"/>
                  <a:pt x="14791" y="58425"/>
                  <a:pt x="18222" y="60675"/>
                </a:cubicBezTo>
                <a:cubicBezTo>
                  <a:pt x="21652" y="62980"/>
                  <a:pt x="25357" y="64105"/>
                  <a:pt x="29377" y="64105"/>
                </a:cubicBezTo>
                <a:cubicBezTo>
                  <a:pt x="33493" y="64105"/>
                  <a:pt x="37198" y="63241"/>
                  <a:pt x="40519" y="61526"/>
                </a:cubicBezTo>
                <a:cubicBezTo>
                  <a:pt x="43784" y="59810"/>
                  <a:pt x="45444" y="57245"/>
                  <a:pt x="45444" y="53814"/>
                </a:cubicBezTo>
                <a:cubicBezTo>
                  <a:pt x="45444" y="50700"/>
                  <a:pt x="44059" y="48244"/>
                  <a:pt x="41383" y="46528"/>
                </a:cubicBezTo>
                <a:cubicBezTo>
                  <a:pt x="38639" y="44813"/>
                  <a:pt x="34838" y="43414"/>
                  <a:pt x="30008" y="42234"/>
                </a:cubicBezTo>
                <a:lnTo>
                  <a:pt x="21432" y="39874"/>
                </a:lnTo>
                <a:cubicBezTo>
                  <a:pt x="18112" y="39023"/>
                  <a:pt x="15011" y="37843"/>
                  <a:pt x="12006" y="36238"/>
                </a:cubicBezTo>
                <a:cubicBezTo>
                  <a:pt x="9111" y="34522"/>
                  <a:pt x="6751" y="32368"/>
                  <a:pt x="4926" y="29802"/>
                </a:cubicBezTo>
                <a:cubicBezTo>
                  <a:pt x="3211" y="27127"/>
                  <a:pt x="2360" y="23902"/>
                  <a:pt x="2360" y="20156"/>
                </a:cubicBezTo>
                <a:cubicBezTo>
                  <a:pt x="2360" y="16026"/>
                  <a:pt x="3540" y="12431"/>
                  <a:pt x="5996" y="9426"/>
                </a:cubicBezTo>
                <a:cubicBezTo>
                  <a:pt x="8576" y="6325"/>
                  <a:pt x="11841" y="3965"/>
                  <a:pt x="15862" y="2360"/>
                </a:cubicBezTo>
                <a:cubicBezTo>
                  <a:pt x="19827" y="810"/>
                  <a:pt x="24122" y="0"/>
                  <a:pt x="28732" y="0"/>
                </a:cubicBezTo>
                <a:cubicBezTo>
                  <a:pt x="34728" y="0"/>
                  <a:pt x="40148" y="1290"/>
                  <a:pt x="45019" y="3856"/>
                </a:cubicBezTo>
                <a:cubicBezTo>
                  <a:pt x="50000" y="6435"/>
                  <a:pt x="53485" y="10181"/>
                  <a:pt x="55529" y="15011"/>
                </a:cubicBezTo>
                <a:lnTo>
                  <a:pt x="45239" y="19717"/>
                </a:lnTo>
                <a:cubicBezTo>
                  <a:pt x="43523" y="16287"/>
                  <a:pt x="41163" y="13941"/>
                  <a:pt x="38159" y="12651"/>
                </a:cubicBezTo>
                <a:cubicBezTo>
                  <a:pt x="35263" y="11251"/>
                  <a:pt x="32162" y="10510"/>
                  <a:pt x="28732" y="10510"/>
                </a:cubicBezTo>
                <a:cubicBezTo>
                  <a:pt x="24972" y="10510"/>
                  <a:pt x="21652" y="11361"/>
                  <a:pt x="18647" y="13076"/>
                </a:cubicBezTo>
                <a:cubicBezTo>
                  <a:pt x="15656" y="14682"/>
                  <a:pt x="14146" y="16932"/>
                  <a:pt x="14146" y="19937"/>
                </a:cubicBezTo>
                <a:cubicBezTo>
                  <a:pt x="14146" y="22832"/>
                  <a:pt x="15272" y="25027"/>
                  <a:pt x="17577" y="26578"/>
                </a:cubicBezTo>
                <a:cubicBezTo>
                  <a:pt x="19992" y="28032"/>
                  <a:pt x="22942" y="29157"/>
                  <a:pt x="26372" y="30008"/>
                </a:cubicBezTo>
                <a:lnTo>
                  <a:pt x="36443" y="32588"/>
                </a:lnTo>
                <a:cubicBezTo>
                  <a:pt x="50274" y="36183"/>
                  <a:pt x="57245" y="42988"/>
                  <a:pt x="57245" y="52950"/>
                </a:cubicBezTo>
                <a:cubicBezTo>
                  <a:pt x="57245" y="57409"/>
                  <a:pt x="55955" y="61265"/>
                  <a:pt x="53389" y="64531"/>
                </a:cubicBezTo>
                <a:cubicBezTo>
                  <a:pt x="50919" y="67700"/>
                  <a:pt x="47599" y="70101"/>
                  <a:pt x="43304" y="71816"/>
                </a:cubicBezTo>
                <a:cubicBezTo>
                  <a:pt x="39133" y="73532"/>
                  <a:pt x="34522" y="74396"/>
                  <a:pt x="29377" y="74396"/>
                </a:cubicBezTo>
                <a:close/>
                <a:moveTo>
                  <a:pt x="29377" y="74396"/>
                </a:moveTo>
              </a:path>
            </a:pathLst>
          </a:custGeom>
          <a:solidFill xmlns:a="http://schemas.openxmlformats.org/drawingml/2006/main">
            <a:srgbClr val="666666"/>
          </a:solidFill>
          <a:ln xmlns:a="http://schemas.openxmlformats.org/drawingml/2006/main" w="0" cap="flat">
            <a:noFill/>
            <a:miter/>
          </a:ln>
        </p:spPr>
      </p:sp>
      <p:sp>
        <p:nvSpPr>
          <p:cNvPr id="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F05711F4-611B-421E-A2B7-8904A103DB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01887" y="2088039"/>
            <a:ext cx="41383" cy="90903"/>
          </a:xfrm>
          <a:custGeom xmlns:a="http://schemas.openxmlformats.org/drawingml/2006/main">
            <a:pathLst>
              <a:path w="41383" h="90903">
                <a:moveTo>
                  <a:pt x="31737" y="90903"/>
                </a:moveTo>
                <a:cubicBezTo>
                  <a:pt x="25837" y="90903"/>
                  <a:pt x="21117" y="89187"/>
                  <a:pt x="17577" y="85757"/>
                </a:cubicBezTo>
                <a:cubicBezTo>
                  <a:pt x="13996" y="82327"/>
                  <a:pt x="12226" y="77552"/>
                  <a:pt x="12226" y="71391"/>
                </a:cubicBezTo>
                <a:lnTo>
                  <a:pt x="12226" y="30228"/>
                </a:lnTo>
                <a:lnTo>
                  <a:pt x="0" y="30228"/>
                </a:lnTo>
                <a:lnTo>
                  <a:pt x="0" y="19717"/>
                </a:lnTo>
                <a:lnTo>
                  <a:pt x="12226" y="19717"/>
                </a:lnTo>
                <a:lnTo>
                  <a:pt x="12226" y="0"/>
                </a:lnTo>
                <a:lnTo>
                  <a:pt x="23806" y="0"/>
                </a:lnTo>
                <a:lnTo>
                  <a:pt x="23806" y="19717"/>
                </a:lnTo>
                <a:lnTo>
                  <a:pt x="41163" y="19717"/>
                </a:lnTo>
                <a:lnTo>
                  <a:pt x="41163" y="30228"/>
                </a:lnTo>
                <a:lnTo>
                  <a:pt x="23806" y="30228"/>
                </a:lnTo>
                <a:lnTo>
                  <a:pt x="23806" y="68606"/>
                </a:lnTo>
                <a:cubicBezTo>
                  <a:pt x="23806" y="72187"/>
                  <a:pt x="24547" y="74986"/>
                  <a:pt x="26152" y="76962"/>
                </a:cubicBezTo>
                <a:cubicBezTo>
                  <a:pt x="27717" y="79006"/>
                  <a:pt x="30228" y="79967"/>
                  <a:pt x="33658" y="79967"/>
                </a:cubicBezTo>
                <a:cubicBezTo>
                  <a:pt x="35222" y="79967"/>
                  <a:pt x="36663" y="79747"/>
                  <a:pt x="37953" y="79322"/>
                </a:cubicBezTo>
                <a:cubicBezTo>
                  <a:pt x="39242" y="78897"/>
                  <a:pt x="40368" y="78416"/>
                  <a:pt x="41383" y="77826"/>
                </a:cubicBezTo>
                <a:lnTo>
                  <a:pt x="41383" y="89187"/>
                </a:lnTo>
                <a:cubicBezTo>
                  <a:pt x="40203" y="89777"/>
                  <a:pt x="38913" y="90148"/>
                  <a:pt x="37527" y="90463"/>
                </a:cubicBezTo>
                <a:cubicBezTo>
                  <a:pt x="36073" y="90738"/>
                  <a:pt x="34138" y="90903"/>
                  <a:pt x="31737" y="90903"/>
                </a:cubicBezTo>
                <a:close/>
                <a:moveTo>
                  <a:pt x="31737" y="90903"/>
                </a:moveTo>
              </a:path>
            </a:pathLst>
          </a:custGeom>
          <a:solidFill xmlns:a="http://schemas.openxmlformats.org/drawingml/2006/main">
            <a:srgbClr val="666666"/>
          </a:solidFill>
          <a:ln xmlns:a="http://schemas.openxmlformats.org/drawingml/2006/main" w="0" cap="flat">
            <a:noFill/>
            <a:miter/>
          </a:ln>
        </p:spPr>
      </p:sp>
      <p:sp>
        <p:nvSpPr>
          <p:cNvPr id="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8761801F-1574-45B8-A649-CB3ADE956B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56881" y="2105616"/>
            <a:ext cx="40299" cy="72256"/>
          </a:xfrm>
          <a:custGeom xmlns:a="http://schemas.openxmlformats.org/drawingml/2006/main">
            <a:pathLst>
              <a:path w="40299" h="72256">
                <a:moveTo>
                  <a:pt x="0" y="72256"/>
                </a:moveTo>
                <a:lnTo>
                  <a:pt x="0" y="2140"/>
                </a:lnTo>
                <a:lnTo>
                  <a:pt x="11142" y="2140"/>
                </a:lnTo>
                <a:lnTo>
                  <a:pt x="11142" y="13502"/>
                </a:lnTo>
                <a:lnTo>
                  <a:pt x="11786" y="13502"/>
                </a:lnTo>
                <a:cubicBezTo>
                  <a:pt x="12651" y="10826"/>
                  <a:pt x="14146" y="8466"/>
                  <a:pt x="16287" y="6435"/>
                </a:cubicBezTo>
                <a:cubicBezTo>
                  <a:pt x="18441" y="4446"/>
                  <a:pt x="20897" y="2895"/>
                  <a:pt x="23792" y="1715"/>
                </a:cubicBezTo>
                <a:cubicBezTo>
                  <a:pt x="26633" y="590"/>
                  <a:pt x="29432" y="0"/>
                  <a:pt x="32162" y="0"/>
                </a:cubicBezTo>
                <a:cubicBezTo>
                  <a:pt x="34138" y="0"/>
                  <a:pt x="35702" y="165"/>
                  <a:pt x="36869" y="425"/>
                </a:cubicBezTo>
                <a:cubicBezTo>
                  <a:pt x="38159" y="755"/>
                  <a:pt x="39284" y="1070"/>
                  <a:pt x="40299" y="1496"/>
                </a:cubicBezTo>
                <a:lnTo>
                  <a:pt x="40299" y="14146"/>
                </a:lnTo>
                <a:cubicBezTo>
                  <a:pt x="37418" y="12761"/>
                  <a:pt x="34138" y="12006"/>
                  <a:pt x="30447" y="12006"/>
                </a:cubicBezTo>
                <a:cubicBezTo>
                  <a:pt x="27017" y="12006"/>
                  <a:pt x="23847" y="13021"/>
                  <a:pt x="21007" y="15011"/>
                </a:cubicBezTo>
                <a:cubicBezTo>
                  <a:pt x="18277" y="16877"/>
                  <a:pt x="16081" y="19402"/>
                  <a:pt x="14366" y="22516"/>
                </a:cubicBezTo>
                <a:cubicBezTo>
                  <a:pt x="12651" y="25672"/>
                  <a:pt x="11786" y="29157"/>
                  <a:pt x="11786" y="33013"/>
                </a:cubicBezTo>
                <a:lnTo>
                  <a:pt x="11786" y="72256"/>
                </a:lnTo>
                <a:lnTo>
                  <a:pt x="0" y="72256"/>
                </a:lnTo>
                <a:close/>
                <a:moveTo>
                  <a:pt x="0" y="72256"/>
                </a:moveTo>
              </a:path>
            </a:pathLst>
          </a:custGeom>
          <a:solidFill xmlns:a="http://schemas.openxmlformats.org/drawingml/2006/main">
            <a:srgbClr val="666666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C7F54273-0AA6-4679-B8C5-B0021F2C1B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0665" y="2105616"/>
            <a:ext cx="72036" cy="74396"/>
          </a:xfrm>
          <a:custGeom xmlns:a="http://schemas.openxmlformats.org/drawingml/2006/main">
            <a:pathLst>
              <a:path w="72036" h="74396">
                <a:moveTo>
                  <a:pt x="36018" y="74396"/>
                </a:moveTo>
                <a:cubicBezTo>
                  <a:pt x="29006" y="74396"/>
                  <a:pt x="22791" y="72736"/>
                  <a:pt x="17371" y="69456"/>
                </a:cubicBezTo>
                <a:cubicBezTo>
                  <a:pt x="11910" y="66191"/>
                  <a:pt x="7615" y="61745"/>
                  <a:pt x="4501" y="56174"/>
                </a:cubicBezTo>
                <a:cubicBezTo>
                  <a:pt x="1509" y="50494"/>
                  <a:pt x="0" y="44168"/>
                  <a:pt x="0" y="37308"/>
                </a:cubicBezTo>
                <a:cubicBezTo>
                  <a:pt x="0" y="30337"/>
                  <a:pt x="1509" y="24012"/>
                  <a:pt x="4501" y="18441"/>
                </a:cubicBezTo>
                <a:cubicBezTo>
                  <a:pt x="7615" y="12761"/>
                  <a:pt x="11910" y="8260"/>
                  <a:pt x="17371" y="4926"/>
                </a:cubicBezTo>
                <a:cubicBezTo>
                  <a:pt x="22791" y="1660"/>
                  <a:pt x="29006" y="0"/>
                  <a:pt x="36018" y="0"/>
                </a:cubicBezTo>
                <a:cubicBezTo>
                  <a:pt x="42988" y="0"/>
                  <a:pt x="49204" y="1715"/>
                  <a:pt x="54679" y="5145"/>
                </a:cubicBezTo>
                <a:cubicBezTo>
                  <a:pt x="60085" y="8466"/>
                  <a:pt x="64325" y="12857"/>
                  <a:pt x="67330" y="18441"/>
                </a:cubicBezTo>
                <a:cubicBezTo>
                  <a:pt x="70431" y="24012"/>
                  <a:pt x="72036" y="30337"/>
                  <a:pt x="72036" y="37308"/>
                </a:cubicBezTo>
                <a:cubicBezTo>
                  <a:pt x="72036" y="44168"/>
                  <a:pt x="70431" y="50494"/>
                  <a:pt x="67330" y="56174"/>
                </a:cubicBezTo>
                <a:cubicBezTo>
                  <a:pt x="64325" y="61745"/>
                  <a:pt x="60085" y="66191"/>
                  <a:pt x="54679" y="69456"/>
                </a:cubicBezTo>
                <a:cubicBezTo>
                  <a:pt x="49204" y="72736"/>
                  <a:pt x="42988" y="74396"/>
                  <a:pt x="36018" y="74396"/>
                </a:cubicBezTo>
                <a:close/>
                <a:moveTo>
                  <a:pt x="36018" y="63886"/>
                </a:moveTo>
                <a:cubicBezTo>
                  <a:pt x="40313" y="63886"/>
                  <a:pt x="44223" y="62815"/>
                  <a:pt x="47818" y="60675"/>
                </a:cubicBezTo>
                <a:cubicBezTo>
                  <a:pt x="51509" y="58534"/>
                  <a:pt x="54514" y="55529"/>
                  <a:pt x="56819" y="51674"/>
                </a:cubicBezTo>
                <a:cubicBezTo>
                  <a:pt x="59070" y="47708"/>
                  <a:pt x="60250" y="42879"/>
                  <a:pt x="60250" y="37308"/>
                </a:cubicBezTo>
                <a:cubicBezTo>
                  <a:pt x="60250" y="31627"/>
                  <a:pt x="59070" y="26797"/>
                  <a:pt x="56819" y="22942"/>
                </a:cubicBezTo>
                <a:cubicBezTo>
                  <a:pt x="54514" y="18976"/>
                  <a:pt x="51509" y="15862"/>
                  <a:pt x="47818" y="13721"/>
                </a:cubicBezTo>
                <a:cubicBezTo>
                  <a:pt x="44223" y="11581"/>
                  <a:pt x="40313" y="10510"/>
                  <a:pt x="36018" y="10510"/>
                </a:cubicBezTo>
                <a:cubicBezTo>
                  <a:pt x="31847" y="10510"/>
                  <a:pt x="27881" y="11581"/>
                  <a:pt x="24012" y="13721"/>
                </a:cubicBezTo>
                <a:cubicBezTo>
                  <a:pt x="20266" y="15862"/>
                  <a:pt x="17261" y="18976"/>
                  <a:pt x="15011" y="22942"/>
                </a:cubicBezTo>
                <a:cubicBezTo>
                  <a:pt x="12706" y="26797"/>
                  <a:pt x="11581" y="31627"/>
                  <a:pt x="11581" y="37308"/>
                </a:cubicBezTo>
                <a:cubicBezTo>
                  <a:pt x="11581" y="42879"/>
                  <a:pt x="12706" y="47708"/>
                  <a:pt x="15011" y="51674"/>
                </a:cubicBezTo>
                <a:cubicBezTo>
                  <a:pt x="17261" y="55529"/>
                  <a:pt x="20266" y="58534"/>
                  <a:pt x="24012" y="60675"/>
                </a:cubicBezTo>
                <a:cubicBezTo>
                  <a:pt x="27881" y="62815"/>
                  <a:pt x="31847" y="63886"/>
                  <a:pt x="36018" y="63886"/>
                </a:cubicBezTo>
                <a:close/>
                <a:moveTo>
                  <a:pt x="36018" y="63886"/>
                </a:moveTo>
              </a:path>
            </a:pathLst>
          </a:custGeom>
          <a:solidFill xmlns:a="http://schemas.openxmlformats.org/drawingml/2006/main">
            <a:srgbClr val="666666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C5B3835E-CEDD-481E-A747-5BBC6069C9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84817" y="2105616"/>
            <a:ext cx="60455" cy="72256"/>
          </a:xfrm>
          <a:custGeom xmlns:a="http://schemas.openxmlformats.org/drawingml/2006/main">
            <a:pathLst>
              <a:path w="60455" h="72256">
                <a:moveTo>
                  <a:pt x="0" y="72256"/>
                </a:moveTo>
                <a:lnTo>
                  <a:pt x="0" y="2140"/>
                </a:lnTo>
                <a:lnTo>
                  <a:pt x="11155" y="2140"/>
                </a:lnTo>
                <a:lnTo>
                  <a:pt x="11155" y="12431"/>
                </a:lnTo>
                <a:lnTo>
                  <a:pt x="11800" y="12431"/>
                </a:lnTo>
                <a:cubicBezTo>
                  <a:pt x="13611" y="9001"/>
                  <a:pt x="16616" y="6106"/>
                  <a:pt x="20801" y="3650"/>
                </a:cubicBezTo>
                <a:cubicBezTo>
                  <a:pt x="24931" y="1235"/>
                  <a:pt x="29487" y="0"/>
                  <a:pt x="34522" y="0"/>
                </a:cubicBezTo>
                <a:cubicBezTo>
                  <a:pt x="43098" y="0"/>
                  <a:pt x="49533" y="2525"/>
                  <a:pt x="53814" y="7505"/>
                </a:cubicBezTo>
                <a:cubicBezTo>
                  <a:pt x="58205" y="12541"/>
                  <a:pt x="60455" y="19086"/>
                  <a:pt x="60455" y="27223"/>
                </a:cubicBezTo>
                <a:lnTo>
                  <a:pt x="60455" y="72256"/>
                </a:lnTo>
                <a:lnTo>
                  <a:pt x="48669" y="72256"/>
                </a:lnTo>
                <a:lnTo>
                  <a:pt x="48669" y="29157"/>
                </a:lnTo>
                <a:cubicBezTo>
                  <a:pt x="48669" y="22297"/>
                  <a:pt x="47009" y="17522"/>
                  <a:pt x="43743" y="14791"/>
                </a:cubicBezTo>
                <a:cubicBezTo>
                  <a:pt x="40573" y="11951"/>
                  <a:pt x="36443" y="10510"/>
                  <a:pt x="31298" y="10510"/>
                </a:cubicBezTo>
                <a:cubicBezTo>
                  <a:pt x="27442" y="10510"/>
                  <a:pt x="24012" y="11581"/>
                  <a:pt x="21007" y="13721"/>
                </a:cubicBezTo>
                <a:cubicBezTo>
                  <a:pt x="18126" y="15862"/>
                  <a:pt x="15862" y="18647"/>
                  <a:pt x="14146" y="22077"/>
                </a:cubicBezTo>
                <a:cubicBezTo>
                  <a:pt x="12541" y="25508"/>
                  <a:pt x="11800" y="29103"/>
                  <a:pt x="11800" y="32807"/>
                </a:cubicBezTo>
                <a:lnTo>
                  <a:pt x="11800" y="72256"/>
                </a:lnTo>
                <a:lnTo>
                  <a:pt x="0" y="72256"/>
                </a:lnTo>
                <a:close/>
                <a:moveTo>
                  <a:pt x="0" y="72256"/>
                </a:moveTo>
              </a:path>
            </a:pathLst>
          </a:custGeom>
          <a:solidFill xmlns:a="http://schemas.openxmlformats.org/drawingml/2006/main">
            <a:srgbClr val="666666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5F91FC4A-B98B-47DA-9FBC-1EDFA2B412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57333" y="2105616"/>
            <a:ext cx="60675" cy="74396"/>
          </a:xfrm>
          <a:custGeom xmlns:a="http://schemas.openxmlformats.org/drawingml/2006/main">
            <a:pathLst>
              <a:path w="60675" h="74396">
                <a:moveTo>
                  <a:pt x="26372" y="74396"/>
                </a:moveTo>
                <a:cubicBezTo>
                  <a:pt x="21076" y="74396"/>
                  <a:pt x="16410" y="73381"/>
                  <a:pt x="12445" y="71391"/>
                </a:cubicBezTo>
                <a:cubicBezTo>
                  <a:pt x="8576" y="69415"/>
                  <a:pt x="5475" y="66671"/>
                  <a:pt x="3224" y="63241"/>
                </a:cubicBezTo>
                <a:cubicBezTo>
                  <a:pt x="1070" y="59714"/>
                  <a:pt x="0" y="55639"/>
                  <a:pt x="0" y="51029"/>
                </a:cubicBezTo>
                <a:cubicBezTo>
                  <a:pt x="0" y="45884"/>
                  <a:pt x="1290" y="41589"/>
                  <a:pt x="3869" y="38159"/>
                </a:cubicBezTo>
                <a:cubicBezTo>
                  <a:pt x="6545" y="34618"/>
                  <a:pt x="10140" y="31943"/>
                  <a:pt x="14586" y="30228"/>
                </a:cubicBezTo>
                <a:cubicBezTo>
                  <a:pt x="19141" y="28403"/>
                  <a:pt x="24122" y="27442"/>
                  <a:pt x="29597" y="27442"/>
                </a:cubicBezTo>
                <a:cubicBezTo>
                  <a:pt x="34152" y="27442"/>
                  <a:pt x="38227" y="27977"/>
                  <a:pt x="41808" y="28938"/>
                </a:cubicBezTo>
                <a:cubicBezTo>
                  <a:pt x="45348" y="29967"/>
                  <a:pt x="47928" y="30982"/>
                  <a:pt x="49533" y="31943"/>
                </a:cubicBezTo>
                <a:lnTo>
                  <a:pt x="49533" y="27662"/>
                </a:lnTo>
                <a:cubicBezTo>
                  <a:pt x="49533" y="22407"/>
                  <a:pt x="47654" y="18222"/>
                  <a:pt x="43949" y="15217"/>
                </a:cubicBezTo>
                <a:cubicBezTo>
                  <a:pt x="40203" y="12116"/>
                  <a:pt x="35648" y="10510"/>
                  <a:pt x="30228" y="10510"/>
                </a:cubicBezTo>
                <a:cubicBezTo>
                  <a:pt x="26372" y="10510"/>
                  <a:pt x="22736" y="11361"/>
                  <a:pt x="19306" y="13076"/>
                </a:cubicBezTo>
                <a:cubicBezTo>
                  <a:pt x="15971" y="14682"/>
                  <a:pt x="13406" y="16932"/>
                  <a:pt x="11581" y="19937"/>
                </a:cubicBezTo>
                <a:lnTo>
                  <a:pt x="2785" y="13502"/>
                </a:lnTo>
                <a:cubicBezTo>
                  <a:pt x="5475" y="9385"/>
                  <a:pt x="9221" y="6106"/>
                  <a:pt x="13941" y="3650"/>
                </a:cubicBezTo>
                <a:cubicBezTo>
                  <a:pt x="18771" y="1235"/>
                  <a:pt x="24232" y="0"/>
                  <a:pt x="30228" y="0"/>
                </a:cubicBezTo>
                <a:cubicBezTo>
                  <a:pt x="39668" y="0"/>
                  <a:pt x="47064" y="2525"/>
                  <a:pt x="52525" y="7505"/>
                </a:cubicBezTo>
                <a:cubicBezTo>
                  <a:pt x="57944" y="12541"/>
                  <a:pt x="60675" y="19292"/>
                  <a:pt x="60675" y="27868"/>
                </a:cubicBezTo>
                <a:lnTo>
                  <a:pt x="60675" y="72256"/>
                </a:lnTo>
                <a:lnTo>
                  <a:pt x="49533" y="72256"/>
                </a:lnTo>
                <a:lnTo>
                  <a:pt x="49533" y="62171"/>
                </a:lnTo>
                <a:lnTo>
                  <a:pt x="49094" y="62171"/>
                </a:lnTo>
                <a:cubicBezTo>
                  <a:pt x="47228" y="65340"/>
                  <a:pt x="44278" y="68180"/>
                  <a:pt x="40313" y="70746"/>
                </a:cubicBezTo>
                <a:cubicBezTo>
                  <a:pt x="36457" y="73161"/>
                  <a:pt x="31792" y="74396"/>
                  <a:pt x="26372" y="74396"/>
                </a:cubicBezTo>
                <a:close/>
                <a:moveTo>
                  <a:pt x="27442" y="64105"/>
                </a:moveTo>
                <a:cubicBezTo>
                  <a:pt x="31408" y="64105"/>
                  <a:pt x="35058" y="63145"/>
                  <a:pt x="38378" y="61100"/>
                </a:cubicBezTo>
                <a:cubicBezTo>
                  <a:pt x="41808" y="59124"/>
                  <a:pt x="44498" y="56490"/>
                  <a:pt x="46528" y="53169"/>
                </a:cubicBezTo>
                <a:cubicBezTo>
                  <a:pt x="48518" y="49739"/>
                  <a:pt x="49533" y="45993"/>
                  <a:pt x="49533" y="41808"/>
                </a:cubicBezTo>
                <a:cubicBezTo>
                  <a:pt x="47379" y="40409"/>
                  <a:pt x="44703" y="39229"/>
                  <a:pt x="41603" y="38378"/>
                </a:cubicBezTo>
                <a:cubicBezTo>
                  <a:pt x="38433" y="37418"/>
                  <a:pt x="35003" y="36869"/>
                  <a:pt x="31312" y="36869"/>
                </a:cubicBezTo>
                <a:cubicBezTo>
                  <a:pt x="24547" y="36869"/>
                  <a:pt x="19621" y="38323"/>
                  <a:pt x="16507" y="41163"/>
                </a:cubicBezTo>
                <a:cubicBezTo>
                  <a:pt x="13515" y="43894"/>
                  <a:pt x="12006" y="47269"/>
                  <a:pt x="12006" y="51235"/>
                </a:cubicBezTo>
                <a:cubicBezTo>
                  <a:pt x="12006" y="55104"/>
                  <a:pt x="13406" y="58260"/>
                  <a:pt x="16301" y="60675"/>
                </a:cubicBezTo>
                <a:cubicBezTo>
                  <a:pt x="19306" y="62980"/>
                  <a:pt x="22997" y="64105"/>
                  <a:pt x="27442" y="64105"/>
                </a:cubicBezTo>
                <a:close/>
                <a:moveTo>
                  <a:pt x="27442" y="64105"/>
                </a:moveTo>
              </a:path>
            </a:pathLst>
          </a:custGeom>
          <a:solidFill xmlns:a="http://schemas.openxmlformats.org/drawingml/2006/main">
            <a:srgbClr val="666666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5B8506FF-F165-47E4-AFC2-A23B045D8D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33664" y="2107756"/>
            <a:ext cx="60236" cy="72256"/>
          </a:xfrm>
          <a:custGeom xmlns:a="http://schemas.openxmlformats.org/drawingml/2006/main">
            <a:pathLst>
              <a:path w="60236" h="72256">
                <a:moveTo>
                  <a:pt x="25933" y="72256"/>
                </a:moveTo>
                <a:cubicBezTo>
                  <a:pt x="17357" y="72256"/>
                  <a:pt x="10826" y="69786"/>
                  <a:pt x="6435" y="64750"/>
                </a:cubicBezTo>
                <a:cubicBezTo>
                  <a:pt x="2140" y="59769"/>
                  <a:pt x="0" y="52909"/>
                  <a:pt x="0" y="44168"/>
                </a:cubicBezTo>
                <a:lnTo>
                  <a:pt x="0" y="0"/>
                </a:lnTo>
                <a:lnTo>
                  <a:pt x="11581" y="0"/>
                </a:lnTo>
                <a:lnTo>
                  <a:pt x="11581" y="42453"/>
                </a:lnTo>
                <a:cubicBezTo>
                  <a:pt x="11581" y="49314"/>
                  <a:pt x="13131" y="54240"/>
                  <a:pt x="16287" y="57245"/>
                </a:cubicBezTo>
                <a:cubicBezTo>
                  <a:pt x="19566" y="60250"/>
                  <a:pt x="23642" y="61745"/>
                  <a:pt x="28513" y="61745"/>
                </a:cubicBezTo>
                <a:cubicBezTo>
                  <a:pt x="32478" y="61745"/>
                  <a:pt x="36018" y="60675"/>
                  <a:pt x="39023" y="58534"/>
                </a:cubicBezTo>
                <a:cubicBezTo>
                  <a:pt x="42124" y="56394"/>
                  <a:pt x="44484" y="53595"/>
                  <a:pt x="46089" y="50165"/>
                </a:cubicBezTo>
                <a:cubicBezTo>
                  <a:pt x="47804" y="46734"/>
                  <a:pt x="48669" y="43263"/>
                  <a:pt x="48669" y="39668"/>
                </a:cubicBezTo>
                <a:lnTo>
                  <a:pt x="48669" y="0"/>
                </a:lnTo>
                <a:lnTo>
                  <a:pt x="60236" y="0"/>
                </a:lnTo>
                <a:lnTo>
                  <a:pt x="60236" y="70115"/>
                </a:lnTo>
                <a:lnTo>
                  <a:pt x="49094" y="70115"/>
                </a:lnTo>
                <a:lnTo>
                  <a:pt x="49094" y="60030"/>
                </a:lnTo>
                <a:lnTo>
                  <a:pt x="48669" y="60030"/>
                </a:lnTo>
                <a:cubicBezTo>
                  <a:pt x="46789" y="63351"/>
                  <a:pt x="43784" y="66191"/>
                  <a:pt x="39654" y="68606"/>
                </a:cubicBezTo>
                <a:cubicBezTo>
                  <a:pt x="35483" y="71021"/>
                  <a:pt x="30927" y="72256"/>
                  <a:pt x="25933" y="72256"/>
                </a:cubicBezTo>
                <a:close/>
                <a:moveTo>
                  <a:pt x="25933" y="72256"/>
                </a:moveTo>
              </a:path>
            </a:pathLst>
          </a:custGeom>
          <a:solidFill xmlns:a="http://schemas.openxmlformats.org/drawingml/2006/main">
            <a:srgbClr val="666666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CB6394FA-0A1C-4B52-B34B-C2D748D659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07141" y="2088039"/>
            <a:ext cx="41383" cy="90903"/>
          </a:xfrm>
          <a:custGeom xmlns:a="http://schemas.openxmlformats.org/drawingml/2006/main">
            <a:pathLst>
              <a:path w="41383" h="90903">
                <a:moveTo>
                  <a:pt x="31737" y="90903"/>
                </a:moveTo>
                <a:cubicBezTo>
                  <a:pt x="25837" y="90903"/>
                  <a:pt x="21117" y="89187"/>
                  <a:pt x="17591" y="85757"/>
                </a:cubicBezTo>
                <a:cubicBezTo>
                  <a:pt x="13996" y="82327"/>
                  <a:pt x="12226" y="77552"/>
                  <a:pt x="12226" y="71391"/>
                </a:cubicBezTo>
                <a:lnTo>
                  <a:pt x="12226" y="30228"/>
                </a:lnTo>
                <a:lnTo>
                  <a:pt x="0" y="30228"/>
                </a:lnTo>
                <a:lnTo>
                  <a:pt x="0" y="19717"/>
                </a:lnTo>
                <a:lnTo>
                  <a:pt x="12226" y="19717"/>
                </a:lnTo>
                <a:lnTo>
                  <a:pt x="12226" y="0"/>
                </a:lnTo>
                <a:lnTo>
                  <a:pt x="23806" y="0"/>
                </a:lnTo>
                <a:lnTo>
                  <a:pt x="23806" y="19717"/>
                </a:lnTo>
                <a:lnTo>
                  <a:pt x="41163" y="19717"/>
                </a:lnTo>
                <a:lnTo>
                  <a:pt x="41163" y="30228"/>
                </a:lnTo>
                <a:lnTo>
                  <a:pt x="23806" y="30228"/>
                </a:lnTo>
                <a:lnTo>
                  <a:pt x="23806" y="68606"/>
                </a:lnTo>
                <a:cubicBezTo>
                  <a:pt x="23806" y="72187"/>
                  <a:pt x="24547" y="74986"/>
                  <a:pt x="26166" y="76962"/>
                </a:cubicBezTo>
                <a:cubicBezTo>
                  <a:pt x="27717" y="79006"/>
                  <a:pt x="30228" y="79967"/>
                  <a:pt x="33658" y="79967"/>
                </a:cubicBezTo>
                <a:cubicBezTo>
                  <a:pt x="35222" y="79967"/>
                  <a:pt x="36663" y="79747"/>
                  <a:pt x="37953" y="79322"/>
                </a:cubicBezTo>
                <a:cubicBezTo>
                  <a:pt x="39242" y="78897"/>
                  <a:pt x="40368" y="78416"/>
                  <a:pt x="41383" y="77826"/>
                </a:cubicBezTo>
                <a:lnTo>
                  <a:pt x="41383" y="89187"/>
                </a:lnTo>
                <a:cubicBezTo>
                  <a:pt x="40203" y="89777"/>
                  <a:pt x="38913" y="90148"/>
                  <a:pt x="37527" y="90463"/>
                </a:cubicBezTo>
                <a:cubicBezTo>
                  <a:pt x="36073" y="90738"/>
                  <a:pt x="34152" y="90903"/>
                  <a:pt x="31737" y="90903"/>
                </a:cubicBezTo>
                <a:close/>
                <a:moveTo>
                  <a:pt x="31737" y="90903"/>
                </a:moveTo>
              </a:path>
            </a:pathLst>
          </a:custGeom>
          <a:solidFill xmlns:a="http://schemas.openxmlformats.org/drawingml/2006/main">
            <a:srgbClr val="666666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72DED06E-2A8D-48E8-8461-939A092F9D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89097" y="2105616"/>
            <a:ext cx="57245" cy="74396"/>
          </a:xfrm>
          <a:custGeom xmlns:a="http://schemas.openxmlformats.org/drawingml/2006/main">
            <a:pathLst>
              <a:path w="57245" h="74396">
                <a:moveTo>
                  <a:pt x="29377" y="74396"/>
                </a:moveTo>
                <a:cubicBezTo>
                  <a:pt x="21487" y="74396"/>
                  <a:pt x="15066" y="72516"/>
                  <a:pt x="10071" y="68825"/>
                </a:cubicBezTo>
                <a:cubicBezTo>
                  <a:pt x="5200" y="65121"/>
                  <a:pt x="1825" y="60675"/>
                  <a:pt x="0" y="55529"/>
                </a:cubicBezTo>
                <a:lnTo>
                  <a:pt x="10291" y="51029"/>
                </a:lnTo>
                <a:cubicBezTo>
                  <a:pt x="12116" y="55200"/>
                  <a:pt x="14791" y="58425"/>
                  <a:pt x="18222" y="60675"/>
                </a:cubicBezTo>
                <a:cubicBezTo>
                  <a:pt x="21652" y="62980"/>
                  <a:pt x="25357" y="64105"/>
                  <a:pt x="29377" y="64105"/>
                </a:cubicBezTo>
                <a:cubicBezTo>
                  <a:pt x="33493" y="64105"/>
                  <a:pt x="37198" y="63241"/>
                  <a:pt x="40519" y="61526"/>
                </a:cubicBezTo>
                <a:cubicBezTo>
                  <a:pt x="43784" y="59810"/>
                  <a:pt x="45444" y="57245"/>
                  <a:pt x="45444" y="53814"/>
                </a:cubicBezTo>
                <a:cubicBezTo>
                  <a:pt x="45444" y="50700"/>
                  <a:pt x="44059" y="48244"/>
                  <a:pt x="41383" y="46528"/>
                </a:cubicBezTo>
                <a:cubicBezTo>
                  <a:pt x="38639" y="44813"/>
                  <a:pt x="34838" y="43414"/>
                  <a:pt x="30008" y="42234"/>
                </a:cubicBezTo>
                <a:lnTo>
                  <a:pt x="21432" y="39874"/>
                </a:lnTo>
                <a:cubicBezTo>
                  <a:pt x="18112" y="39023"/>
                  <a:pt x="15011" y="37843"/>
                  <a:pt x="12006" y="36238"/>
                </a:cubicBezTo>
                <a:cubicBezTo>
                  <a:pt x="9111" y="34522"/>
                  <a:pt x="6751" y="32368"/>
                  <a:pt x="4926" y="29802"/>
                </a:cubicBezTo>
                <a:cubicBezTo>
                  <a:pt x="3211" y="27127"/>
                  <a:pt x="2360" y="23902"/>
                  <a:pt x="2360" y="20156"/>
                </a:cubicBezTo>
                <a:cubicBezTo>
                  <a:pt x="2360" y="16026"/>
                  <a:pt x="3540" y="12431"/>
                  <a:pt x="5996" y="9426"/>
                </a:cubicBezTo>
                <a:cubicBezTo>
                  <a:pt x="8576" y="6325"/>
                  <a:pt x="11841" y="3965"/>
                  <a:pt x="15862" y="2360"/>
                </a:cubicBezTo>
                <a:cubicBezTo>
                  <a:pt x="19827" y="810"/>
                  <a:pt x="24122" y="0"/>
                  <a:pt x="28732" y="0"/>
                </a:cubicBezTo>
                <a:cubicBezTo>
                  <a:pt x="34728" y="0"/>
                  <a:pt x="40148" y="1290"/>
                  <a:pt x="45019" y="3856"/>
                </a:cubicBezTo>
                <a:cubicBezTo>
                  <a:pt x="50014" y="6435"/>
                  <a:pt x="53485" y="10181"/>
                  <a:pt x="55529" y="15011"/>
                </a:cubicBezTo>
                <a:lnTo>
                  <a:pt x="45239" y="19717"/>
                </a:lnTo>
                <a:cubicBezTo>
                  <a:pt x="43523" y="16287"/>
                  <a:pt x="41163" y="13941"/>
                  <a:pt x="38159" y="12651"/>
                </a:cubicBezTo>
                <a:cubicBezTo>
                  <a:pt x="35263" y="11251"/>
                  <a:pt x="32162" y="10510"/>
                  <a:pt x="28732" y="10510"/>
                </a:cubicBezTo>
                <a:cubicBezTo>
                  <a:pt x="24972" y="10510"/>
                  <a:pt x="21652" y="11361"/>
                  <a:pt x="18647" y="13076"/>
                </a:cubicBezTo>
                <a:cubicBezTo>
                  <a:pt x="15656" y="14682"/>
                  <a:pt x="14146" y="16932"/>
                  <a:pt x="14146" y="19937"/>
                </a:cubicBezTo>
                <a:cubicBezTo>
                  <a:pt x="14146" y="22832"/>
                  <a:pt x="15272" y="25027"/>
                  <a:pt x="17577" y="26578"/>
                </a:cubicBezTo>
                <a:cubicBezTo>
                  <a:pt x="19992" y="28032"/>
                  <a:pt x="22942" y="29157"/>
                  <a:pt x="26372" y="30008"/>
                </a:cubicBezTo>
                <a:lnTo>
                  <a:pt x="36443" y="32588"/>
                </a:lnTo>
                <a:cubicBezTo>
                  <a:pt x="50274" y="36183"/>
                  <a:pt x="57245" y="42988"/>
                  <a:pt x="57245" y="52950"/>
                </a:cubicBezTo>
                <a:cubicBezTo>
                  <a:pt x="57245" y="57409"/>
                  <a:pt x="55955" y="61265"/>
                  <a:pt x="53389" y="64531"/>
                </a:cubicBezTo>
                <a:cubicBezTo>
                  <a:pt x="50919" y="67700"/>
                  <a:pt x="47599" y="70101"/>
                  <a:pt x="43304" y="71816"/>
                </a:cubicBezTo>
                <a:cubicBezTo>
                  <a:pt x="39133" y="73532"/>
                  <a:pt x="34522" y="74396"/>
                  <a:pt x="29377" y="74396"/>
                </a:cubicBezTo>
                <a:close/>
                <a:moveTo>
                  <a:pt x="29377" y="74396"/>
                </a:moveTo>
              </a:path>
            </a:pathLst>
          </a:custGeom>
          <a:solidFill xmlns:a="http://schemas.openxmlformats.org/drawingml/2006/main">
            <a:srgbClr val="666666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AA115A06-45D2-4B4D-8A13-E4D6A92C9F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53573" y="2088039"/>
            <a:ext cx="41383" cy="90903"/>
          </a:xfrm>
          <a:custGeom xmlns:a="http://schemas.openxmlformats.org/drawingml/2006/main">
            <a:pathLst>
              <a:path w="41383" h="90903">
                <a:moveTo>
                  <a:pt x="31737" y="90903"/>
                </a:moveTo>
                <a:cubicBezTo>
                  <a:pt x="25837" y="90903"/>
                  <a:pt x="21117" y="89187"/>
                  <a:pt x="17577" y="85757"/>
                </a:cubicBezTo>
                <a:cubicBezTo>
                  <a:pt x="13996" y="82327"/>
                  <a:pt x="12226" y="77552"/>
                  <a:pt x="12226" y="71391"/>
                </a:cubicBezTo>
                <a:lnTo>
                  <a:pt x="12226" y="30228"/>
                </a:lnTo>
                <a:lnTo>
                  <a:pt x="0" y="30228"/>
                </a:lnTo>
                <a:lnTo>
                  <a:pt x="0" y="19717"/>
                </a:lnTo>
                <a:lnTo>
                  <a:pt x="12226" y="19717"/>
                </a:lnTo>
                <a:lnTo>
                  <a:pt x="12226" y="0"/>
                </a:lnTo>
                <a:lnTo>
                  <a:pt x="23806" y="0"/>
                </a:lnTo>
                <a:lnTo>
                  <a:pt x="23806" y="19717"/>
                </a:lnTo>
                <a:lnTo>
                  <a:pt x="41163" y="19717"/>
                </a:lnTo>
                <a:lnTo>
                  <a:pt x="41163" y="30228"/>
                </a:lnTo>
                <a:lnTo>
                  <a:pt x="23806" y="30228"/>
                </a:lnTo>
                <a:lnTo>
                  <a:pt x="23806" y="68606"/>
                </a:lnTo>
                <a:cubicBezTo>
                  <a:pt x="23806" y="72187"/>
                  <a:pt x="24547" y="74986"/>
                  <a:pt x="26152" y="76962"/>
                </a:cubicBezTo>
                <a:cubicBezTo>
                  <a:pt x="27717" y="79006"/>
                  <a:pt x="30228" y="79967"/>
                  <a:pt x="33658" y="79967"/>
                </a:cubicBezTo>
                <a:cubicBezTo>
                  <a:pt x="35222" y="79967"/>
                  <a:pt x="36663" y="79747"/>
                  <a:pt x="37953" y="79322"/>
                </a:cubicBezTo>
                <a:cubicBezTo>
                  <a:pt x="39242" y="78897"/>
                  <a:pt x="40368" y="78416"/>
                  <a:pt x="41383" y="77826"/>
                </a:cubicBezTo>
                <a:lnTo>
                  <a:pt x="41383" y="89187"/>
                </a:lnTo>
                <a:cubicBezTo>
                  <a:pt x="40203" y="89777"/>
                  <a:pt x="38913" y="90148"/>
                  <a:pt x="37527" y="90463"/>
                </a:cubicBezTo>
                <a:cubicBezTo>
                  <a:pt x="36073" y="90738"/>
                  <a:pt x="34138" y="90903"/>
                  <a:pt x="31737" y="90903"/>
                </a:cubicBezTo>
                <a:close/>
                <a:moveTo>
                  <a:pt x="31737" y="90903"/>
                </a:moveTo>
              </a:path>
            </a:pathLst>
          </a:custGeom>
          <a:solidFill xmlns:a="http://schemas.openxmlformats.org/drawingml/2006/main">
            <a:srgbClr val="666666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2EFD4C98-EBA0-447C-9150-BC6BA84D68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03367" y="2105616"/>
            <a:ext cx="60675" cy="74396"/>
          </a:xfrm>
          <a:custGeom xmlns:a="http://schemas.openxmlformats.org/drawingml/2006/main">
            <a:pathLst>
              <a:path w="60675" h="74396">
                <a:moveTo>
                  <a:pt x="26372" y="74396"/>
                </a:moveTo>
                <a:cubicBezTo>
                  <a:pt x="21062" y="74396"/>
                  <a:pt x="16397" y="73381"/>
                  <a:pt x="12431" y="71391"/>
                </a:cubicBezTo>
                <a:cubicBezTo>
                  <a:pt x="8576" y="69415"/>
                  <a:pt x="5475" y="66671"/>
                  <a:pt x="3211" y="63241"/>
                </a:cubicBezTo>
                <a:cubicBezTo>
                  <a:pt x="1070" y="59714"/>
                  <a:pt x="0" y="55639"/>
                  <a:pt x="0" y="51029"/>
                </a:cubicBezTo>
                <a:cubicBezTo>
                  <a:pt x="0" y="45884"/>
                  <a:pt x="1290" y="41589"/>
                  <a:pt x="3856" y="38159"/>
                </a:cubicBezTo>
                <a:cubicBezTo>
                  <a:pt x="6545" y="34618"/>
                  <a:pt x="10126" y="31943"/>
                  <a:pt x="14586" y="30228"/>
                </a:cubicBezTo>
                <a:cubicBezTo>
                  <a:pt x="19141" y="28403"/>
                  <a:pt x="24122" y="27442"/>
                  <a:pt x="29583" y="27442"/>
                </a:cubicBezTo>
                <a:cubicBezTo>
                  <a:pt x="34138" y="27442"/>
                  <a:pt x="38213" y="27977"/>
                  <a:pt x="41808" y="28938"/>
                </a:cubicBezTo>
                <a:cubicBezTo>
                  <a:pt x="45348" y="29967"/>
                  <a:pt x="47914" y="30982"/>
                  <a:pt x="49520" y="31943"/>
                </a:cubicBezTo>
                <a:lnTo>
                  <a:pt x="49520" y="27662"/>
                </a:lnTo>
                <a:cubicBezTo>
                  <a:pt x="49520" y="22407"/>
                  <a:pt x="47654" y="18222"/>
                  <a:pt x="43949" y="15217"/>
                </a:cubicBezTo>
                <a:cubicBezTo>
                  <a:pt x="40203" y="12116"/>
                  <a:pt x="35648" y="10510"/>
                  <a:pt x="30228" y="10510"/>
                </a:cubicBezTo>
                <a:cubicBezTo>
                  <a:pt x="26372" y="10510"/>
                  <a:pt x="22722" y="11361"/>
                  <a:pt x="19292" y="13076"/>
                </a:cubicBezTo>
                <a:cubicBezTo>
                  <a:pt x="15971" y="14682"/>
                  <a:pt x="13406" y="16932"/>
                  <a:pt x="11581" y="19937"/>
                </a:cubicBezTo>
                <a:lnTo>
                  <a:pt x="2785" y="13502"/>
                </a:lnTo>
                <a:cubicBezTo>
                  <a:pt x="5475" y="9385"/>
                  <a:pt x="9221" y="6106"/>
                  <a:pt x="13941" y="3650"/>
                </a:cubicBezTo>
                <a:cubicBezTo>
                  <a:pt x="18757" y="1235"/>
                  <a:pt x="24232" y="0"/>
                  <a:pt x="30228" y="0"/>
                </a:cubicBezTo>
                <a:cubicBezTo>
                  <a:pt x="39668" y="0"/>
                  <a:pt x="47064" y="2525"/>
                  <a:pt x="52525" y="7505"/>
                </a:cubicBezTo>
                <a:cubicBezTo>
                  <a:pt x="57944" y="12541"/>
                  <a:pt x="60675" y="19292"/>
                  <a:pt x="60675" y="27868"/>
                </a:cubicBezTo>
                <a:lnTo>
                  <a:pt x="60675" y="72256"/>
                </a:lnTo>
                <a:lnTo>
                  <a:pt x="49520" y="72256"/>
                </a:lnTo>
                <a:lnTo>
                  <a:pt x="49520" y="62171"/>
                </a:lnTo>
                <a:lnTo>
                  <a:pt x="49094" y="62171"/>
                </a:lnTo>
                <a:cubicBezTo>
                  <a:pt x="47214" y="65340"/>
                  <a:pt x="44278" y="68180"/>
                  <a:pt x="40313" y="70746"/>
                </a:cubicBezTo>
                <a:cubicBezTo>
                  <a:pt x="36443" y="73161"/>
                  <a:pt x="31792" y="74396"/>
                  <a:pt x="26372" y="74396"/>
                </a:cubicBezTo>
                <a:close/>
                <a:moveTo>
                  <a:pt x="27442" y="64105"/>
                </a:moveTo>
                <a:cubicBezTo>
                  <a:pt x="31408" y="64105"/>
                  <a:pt x="35058" y="63145"/>
                  <a:pt x="38378" y="61100"/>
                </a:cubicBezTo>
                <a:cubicBezTo>
                  <a:pt x="41808" y="59124"/>
                  <a:pt x="44484" y="56490"/>
                  <a:pt x="46528" y="53169"/>
                </a:cubicBezTo>
                <a:cubicBezTo>
                  <a:pt x="48504" y="49739"/>
                  <a:pt x="49520" y="45993"/>
                  <a:pt x="49520" y="41808"/>
                </a:cubicBezTo>
                <a:cubicBezTo>
                  <a:pt x="47379" y="40409"/>
                  <a:pt x="44703" y="39229"/>
                  <a:pt x="41589" y="38378"/>
                </a:cubicBezTo>
                <a:cubicBezTo>
                  <a:pt x="38433" y="37418"/>
                  <a:pt x="35003" y="36869"/>
                  <a:pt x="31298" y="36869"/>
                </a:cubicBezTo>
                <a:cubicBezTo>
                  <a:pt x="24547" y="36869"/>
                  <a:pt x="19621" y="38323"/>
                  <a:pt x="16507" y="41163"/>
                </a:cubicBezTo>
                <a:cubicBezTo>
                  <a:pt x="13502" y="43894"/>
                  <a:pt x="12006" y="47269"/>
                  <a:pt x="12006" y="51235"/>
                </a:cubicBezTo>
                <a:cubicBezTo>
                  <a:pt x="12006" y="55104"/>
                  <a:pt x="13406" y="58260"/>
                  <a:pt x="16301" y="60675"/>
                </a:cubicBezTo>
                <a:cubicBezTo>
                  <a:pt x="19292" y="62980"/>
                  <a:pt x="22997" y="64105"/>
                  <a:pt x="27442" y="64105"/>
                </a:cubicBezTo>
                <a:close/>
                <a:moveTo>
                  <a:pt x="27442" y="64105"/>
                </a:moveTo>
              </a:path>
            </a:pathLst>
          </a:custGeom>
          <a:solidFill xmlns:a="http://schemas.openxmlformats.org/drawingml/2006/main">
            <a:srgbClr val="666666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4BC4099A-769F-4084-8E02-0868912367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0178" y="2088039"/>
            <a:ext cx="88762" cy="90903"/>
          </a:xfrm>
          <a:custGeom xmlns:a="http://schemas.openxmlformats.org/drawingml/2006/main">
            <a:pathLst>
              <a:path w="88762" h="90903">
                <a:moveTo>
                  <a:pt x="0" y="89832"/>
                </a:moveTo>
                <a:lnTo>
                  <a:pt x="0" y="19717"/>
                </a:lnTo>
                <a:lnTo>
                  <a:pt x="11142" y="19717"/>
                </a:lnTo>
                <a:lnTo>
                  <a:pt x="11142" y="30873"/>
                </a:lnTo>
                <a:lnTo>
                  <a:pt x="11786" y="30873"/>
                </a:lnTo>
                <a:cubicBezTo>
                  <a:pt x="13502" y="26743"/>
                  <a:pt x="16342" y="23532"/>
                  <a:pt x="20362" y="21227"/>
                </a:cubicBezTo>
                <a:cubicBezTo>
                  <a:pt x="24328" y="18976"/>
                  <a:pt x="28622" y="17796"/>
                  <a:pt x="33233" y="17796"/>
                </a:cubicBezTo>
                <a:cubicBezTo>
                  <a:pt x="34509" y="17796"/>
                  <a:pt x="35428" y="17892"/>
                  <a:pt x="36018" y="18002"/>
                </a:cubicBezTo>
                <a:cubicBezTo>
                  <a:pt x="36718" y="18002"/>
                  <a:pt x="37404" y="18112"/>
                  <a:pt x="38159" y="18222"/>
                </a:cubicBezTo>
                <a:lnTo>
                  <a:pt x="38159" y="30228"/>
                </a:lnTo>
                <a:cubicBezTo>
                  <a:pt x="36553" y="29802"/>
                  <a:pt x="34413" y="29583"/>
                  <a:pt x="31723" y="29583"/>
                </a:cubicBezTo>
                <a:cubicBezTo>
                  <a:pt x="25837" y="29583"/>
                  <a:pt x="21062" y="31614"/>
                  <a:pt x="17357" y="35579"/>
                </a:cubicBezTo>
                <a:cubicBezTo>
                  <a:pt x="13611" y="39448"/>
                  <a:pt x="11786" y="44594"/>
                  <a:pt x="11786" y="51015"/>
                </a:cubicBezTo>
                <a:lnTo>
                  <a:pt x="11786" y="89832"/>
                </a:lnTo>
                <a:lnTo>
                  <a:pt x="0" y="89832"/>
                </a:lnTo>
                <a:close/>
                <a:moveTo>
                  <a:pt x="79102" y="90903"/>
                </a:moveTo>
                <a:cubicBezTo>
                  <a:pt x="73216" y="90903"/>
                  <a:pt x="68496" y="89187"/>
                  <a:pt x="64956" y="85757"/>
                </a:cubicBezTo>
                <a:cubicBezTo>
                  <a:pt x="61361" y="82327"/>
                  <a:pt x="59591" y="77552"/>
                  <a:pt x="59591" y="71391"/>
                </a:cubicBezTo>
                <a:lnTo>
                  <a:pt x="59591" y="30228"/>
                </a:lnTo>
                <a:lnTo>
                  <a:pt x="47379" y="30228"/>
                </a:lnTo>
                <a:lnTo>
                  <a:pt x="47379" y="19717"/>
                </a:lnTo>
                <a:lnTo>
                  <a:pt x="59591" y="19717"/>
                </a:lnTo>
                <a:lnTo>
                  <a:pt x="59591" y="0"/>
                </a:lnTo>
                <a:lnTo>
                  <a:pt x="71172" y="0"/>
                </a:lnTo>
                <a:lnTo>
                  <a:pt x="71172" y="19717"/>
                </a:lnTo>
                <a:lnTo>
                  <a:pt x="88543" y="19717"/>
                </a:lnTo>
                <a:lnTo>
                  <a:pt x="88543" y="30228"/>
                </a:lnTo>
                <a:lnTo>
                  <a:pt x="71172" y="30228"/>
                </a:lnTo>
                <a:lnTo>
                  <a:pt x="71172" y="68606"/>
                </a:lnTo>
                <a:cubicBezTo>
                  <a:pt x="71172" y="72187"/>
                  <a:pt x="71926" y="74986"/>
                  <a:pt x="73532" y="76962"/>
                </a:cubicBezTo>
                <a:cubicBezTo>
                  <a:pt x="75082" y="79006"/>
                  <a:pt x="77607" y="79967"/>
                  <a:pt x="81037" y="79967"/>
                </a:cubicBezTo>
                <a:cubicBezTo>
                  <a:pt x="82588" y="79967"/>
                  <a:pt x="84042" y="79747"/>
                  <a:pt x="85332" y="79322"/>
                </a:cubicBezTo>
                <a:cubicBezTo>
                  <a:pt x="86608" y="78897"/>
                  <a:pt x="87733" y="78416"/>
                  <a:pt x="88762" y="77826"/>
                </a:cubicBezTo>
                <a:lnTo>
                  <a:pt x="88762" y="89187"/>
                </a:lnTo>
                <a:cubicBezTo>
                  <a:pt x="87582" y="89777"/>
                  <a:pt x="86292" y="90148"/>
                  <a:pt x="84893" y="90463"/>
                </a:cubicBezTo>
                <a:cubicBezTo>
                  <a:pt x="83452" y="90738"/>
                  <a:pt x="81517" y="90903"/>
                  <a:pt x="79102" y="90903"/>
                </a:cubicBezTo>
                <a:close/>
                <a:moveTo>
                  <a:pt x="79102" y="90903"/>
                </a:moveTo>
              </a:path>
            </a:pathLst>
          </a:custGeom>
          <a:solidFill xmlns:a="http://schemas.openxmlformats.org/drawingml/2006/main">
            <a:srgbClr val="666666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DED96D8D-5520-4E87-BFA3-1624E3521E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78956" y="2105616"/>
            <a:ext cx="57245" cy="74396"/>
          </a:xfrm>
          <a:custGeom xmlns:a="http://schemas.openxmlformats.org/drawingml/2006/main">
            <a:pathLst>
              <a:path w="57245" h="74396">
                <a:moveTo>
                  <a:pt x="29377" y="74396"/>
                </a:moveTo>
                <a:cubicBezTo>
                  <a:pt x="21487" y="74396"/>
                  <a:pt x="15066" y="72516"/>
                  <a:pt x="10071" y="68825"/>
                </a:cubicBezTo>
                <a:cubicBezTo>
                  <a:pt x="5200" y="65121"/>
                  <a:pt x="1825" y="60675"/>
                  <a:pt x="0" y="55529"/>
                </a:cubicBezTo>
                <a:lnTo>
                  <a:pt x="10291" y="51029"/>
                </a:lnTo>
                <a:cubicBezTo>
                  <a:pt x="12116" y="55200"/>
                  <a:pt x="14791" y="58425"/>
                  <a:pt x="18222" y="60675"/>
                </a:cubicBezTo>
                <a:cubicBezTo>
                  <a:pt x="21652" y="62980"/>
                  <a:pt x="25357" y="64105"/>
                  <a:pt x="29377" y="64105"/>
                </a:cubicBezTo>
                <a:cubicBezTo>
                  <a:pt x="33493" y="64105"/>
                  <a:pt x="37198" y="63241"/>
                  <a:pt x="40519" y="61526"/>
                </a:cubicBezTo>
                <a:cubicBezTo>
                  <a:pt x="43784" y="59810"/>
                  <a:pt x="45444" y="57245"/>
                  <a:pt x="45444" y="53814"/>
                </a:cubicBezTo>
                <a:cubicBezTo>
                  <a:pt x="45444" y="50700"/>
                  <a:pt x="44059" y="48244"/>
                  <a:pt x="41383" y="46528"/>
                </a:cubicBezTo>
                <a:cubicBezTo>
                  <a:pt x="38639" y="44813"/>
                  <a:pt x="34838" y="43414"/>
                  <a:pt x="30008" y="42234"/>
                </a:cubicBezTo>
                <a:lnTo>
                  <a:pt x="21432" y="39874"/>
                </a:lnTo>
                <a:cubicBezTo>
                  <a:pt x="18112" y="39023"/>
                  <a:pt x="15011" y="37843"/>
                  <a:pt x="12006" y="36238"/>
                </a:cubicBezTo>
                <a:cubicBezTo>
                  <a:pt x="9111" y="34522"/>
                  <a:pt x="6751" y="32368"/>
                  <a:pt x="4926" y="29802"/>
                </a:cubicBezTo>
                <a:cubicBezTo>
                  <a:pt x="3211" y="27127"/>
                  <a:pt x="2360" y="23902"/>
                  <a:pt x="2360" y="20156"/>
                </a:cubicBezTo>
                <a:cubicBezTo>
                  <a:pt x="2360" y="16026"/>
                  <a:pt x="3540" y="12431"/>
                  <a:pt x="5996" y="9426"/>
                </a:cubicBezTo>
                <a:cubicBezTo>
                  <a:pt x="8576" y="6325"/>
                  <a:pt x="11841" y="3965"/>
                  <a:pt x="15862" y="2360"/>
                </a:cubicBezTo>
                <a:cubicBezTo>
                  <a:pt x="19827" y="810"/>
                  <a:pt x="24122" y="0"/>
                  <a:pt x="28732" y="0"/>
                </a:cubicBezTo>
                <a:cubicBezTo>
                  <a:pt x="34728" y="0"/>
                  <a:pt x="40148" y="1290"/>
                  <a:pt x="45019" y="3856"/>
                </a:cubicBezTo>
                <a:cubicBezTo>
                  <a:pt x="50000" y="6435"/>
                  <a:pt x="53485" y="10181"/>
                  <a:pt x="55529" y="15011"/>
                </a:cubicBezTo>
                <a:lnTo>
                  <a:pt x="45239" y="19717"/>
                </a:lnTo>
                <a:cubicBezTo>
                  <a:pt x="43523" y="16287"/>
                  <a:pt x="41163" y="13941"/>
                  <a:pt x="38159" y="12651"/>
                </a:cubicBezTo>
                <a:cubicBezTo>
                  <a:pt x="35263" y="11251"/>
                  <a:pt x="32162" y="10510"/>
                  <a:pt x="28732" y="10510"/>
                </a:cubicBezTo>
                <a:cubicBezTo>
                  <a:pt x="24972" y="10510"/>
                  <a:pt x="21652" y="11361"/>
                  <a:pt x="18647" y="13076"/>
                </a:cubicBezTo>
                <a:cubicBezTo>
                  <a:pt x="15656" y="14682"/>
                  <a:pt x="14146" y="16932"/>
                  <a:pt x="14146" y="19937"/>
                </a:cubicBezTo>
                <a:cubicBezTo>
                  <a:pt x="14146" y="22832"/>
                  <a:pt x="15272" y="25027"/>
                  <a:pt x="17577" y="26578"/>
                </a:cubicBezTo>
                <a:cubicBezTo>
                  <a:pt x="19992" y="28032"/>
                  <a:pt x="22942" y="29157"/>
                  <a:pt x="26372" y="30008"/>
                </a:cubicBezTo>
                <a:lnTo>
                  <a:pt x="36443" y="32588"/>
                </a:lnTo>
                <a:cubicBezTo>
                  <a:pt x="50274" y="36183"/>
                  <a:pt x="57245" y="42988"/>
                  <a:pt x="57245" y="52950"/>
                </a:cubicBezTo>
                <a:cubicBezTo>
                  <a:pt x="57245" y="57409"/>
                  <a:pt x="55955" y="61265"/>
                  <a:pt x="53389" y="64531"/>
                </a:cubicBezTo>
                <a:cubicBezTo>
                  <a:pt x="50919" y="67700"/>
                  <a:pt x="47599" y="70101"/>
                  <a:pt x="43304" y="71816"/>
                </a:cubicBezTo>
                <a:cubicBezTo>
                  <a:pt x="39133" y="73532"/>
                  <a:pt x="34522" y="74396"/>
                  <a:pt x="29377" y="74396"/>
                </a:cubicBezTo>
                <a:close/>
                <a:moveTo>
                  <a:pt x="29377" y="74396"/>
                </a:moveTo>
              </a:path>
            </a:pathLst>
          </a:custGeom>
          <a:solidFill xmlns:a="http://schemas.openxmlformats.org/drawingml/2006/main">
            <a:srgbClr val="666666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D7A29B38-B076-4C6B-B275-799F4F6124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77035" y="2079463"/>
            <a:ext cx="69251" cy="100549"/>
          </a:xfrm>
          <a:custGeom xmlns:a="http://schemas.openxmlformats.org/drawingml/2006/main">
            <a:pathLst>
              <a:path w="69251" h="100549">
                <a:moveTo>
                  <a:pt x="33452" y="100549"/>
                </a:moveTo>
                <a:cubicBezTo>
                  <a:pt x="27127" y="100549"/>
                  <a:pt x="21446" y="98943"/>
                  <a:pt x="16301" y="95828"/>
                </a:cubicBezTo>
                <a:cubicBezTo>
                  <a:pt x="11265" y="92563"/>
                  <a:pt x="7300" y="88117"/>
                  <a:pt x="4295" y="82533"/>
                </a:cubicBezTo>
                <a:cubicBezTo>
                  <a:pt x="1400" y="76962"/>
                  <a:pt x="0" y="70636"/>
                  <a:pt x="0" y="63460"/>
                </a:cubicBezTo>
                <a:cubicBezTo>
                  <a:pt x="0" y="56161"/>
                  <a:pt x="1400" y="49739"/>
                  <a:pt x="4295" y="44155"/>
                </a:cubicBezTo>
                <a:cubicBezTo>
                  <a:pt x="7300" y="38584"/>
                  <a:pt x="11265" y="34248"/>
                  <a:pt x="16301" y="31078"/>
                </a:cubicBezTo>
                <a:cubicBezTo>
                  <a:pt x="21446" y="27813"/>
                  <a:pt x="27127" y="26152"/>
                  <a:pt x="33452" y="26152"/>
                </a:cubicBezTo>
                <a:cubicBezTo>
                  <a:pt x="39133" y="26152"/>
                  <a:pt x="44059" y="27442"/>
                  <a:pt x="48244" y="30008"/>
                </a:cubicBezTo>
                <a:cubicBezTo>
                  <a:pt x="52374" y="32588"/>
                  <a:pt x="55420" y="35538"/>
                  <a:pt x="57464" y="38803"/>
                </a:cubicBezTo>
                <a:lnTo>
                  <a:pt x="58109" y="38803"/>
                </a:lnTo>
                <a:lnTo>
                  <a:pt x="57464" y="28938"/>
                </a:lnTo>
                <a:lnTo>
                  <a:pt x="57464" y="0"/>
                </a:lnTo>
                <a:lnTo>
                  <a:pt x="69251" y="0"/>
                </a:lnTo>
                <a:lnTo>
                  <a:pt x="69251" y="98408"/>
                </a:lnTo>
                <a:lnTo>
                  <a:pt x="58109" y="98408"/>
                </a:lnTo>
                <a:lnTo>
                  <a:pt x="58109" y="88117"/>
                </a:lnTo>
                <a:lnTo>
                  <a:pt x="57464" y="88117"/>
                </a:lnTo>
                <a:cubicBezTo>
                  <a:pt x="55420" y="91273"/>
                  <a:pt x="52374" y="94113"/>
                  <a:pt x="48244" y="96693"/>
                </a:cubicBezTo>
                <a:cubicBezTo>
                  <a:pt x="44059" y="99259"/>
                  <a:pt x="39133" y="100549"/>
                  <a:pt x="33452" y="100549"/>
                </a:cubicBezTo>
                <a:close/>
                <a:moveTo>
                  <a:pt x="34742" y="90038"/>
                </a:moveTo>
                <a:cubicBezTo>
                  <a:pt x="38707" y="90038"/>
                  <a:pt x="42508" y="88968"/>
                  <a:pt x="46103" y="86827"/>
                </a:cubicBezTo>
                <a:cubicBezTo>
                  <a:pt x="49643" y="84687"/>
                  <a:pt x="52538" y="81627"/>
                  <a:pt x="54679" y="77607"/>
                </a:cubicBezTo>
                <a:cubicBezTo>
                  <a:pt x="56929" y="73641"/>
                  <a:pt x="58109" y="68921"/>
                  <a:pt x="58109" y="63460"/>
                </a:cubicBezTo>
                <a:cubicBezTo>
                  <a:pt x="58109" y="57876"/>
                  <a:pt x="56929" y="53115"/>
                  <a:pt x="54679" y="49094"/>
                </a:cubicBezTo>
                <a:cubicBezTo>
                  <a:pt x="52538" y="45129"/>
                  <a:pt x="49643" y="42014"/>
                  <a:pt x="46103" y="39874"/>
                </a:cubicBezTo>
                <a:cubicBezTo>
                  <a:pt x="42508" y="37733"/>
                  <a:pt x="38707" y="36663"/>
                  <a:pt x="34742" y="36663"/>
                </a:cubicBezTo>
                <a:cubicBezTo>
                  <a:pt x="30722" y="36663"/>
                  <a:pt x="26907" y="37733"/>
                  <a:pt x="23381" y="39874"/>
                </a:cubicBezTo>
                <a:cubicBezTo>
                  <a:pt x="19951" y="42014"/>
                  <a:pt x="17055" y="45129"/>
                  <a:pt x="14805" y="49094"/>
                </a:cubicBezTo>
                <a:cubicBezTo>
                  <a:pt x="12651" y="53115"/>
                  <a:pt x="11581" y="57876"/>
                  <a:pt x="11581" y="63460"/>
                </a:cubicBezTo>
                <a:cubicBezTo>
                  <a:pt x="11581" y="68757"/>
                  <a:pt x="12651" y="73477"/>
                  <a:pt x="14805" y="77607"/>
                </a:cubicBezTo>
                <a:cubicBezTo>
                  <a:pt x="17055" y="81627"/>
                  <a:pt x="19951" y="84687"/>
                  <a:pt x="23381" y="86827"/>
                </a:cubicBezTo>
                <a:cubicBezTo>
                  <a:pt x="26907" y="88968"/>
                  <a:pt x="30722" y="90038"/>
                  <a:pt x="34742" y="90038"/>
                </a:cubicBezTo>
                <a:close/>
                <a:moveTo>
                  <a:pt x="34742" y="90038"/>
                </a:moveTo>
              </a:path>
            </a:pathLst>
          </a:custGeom>
          <a:solidFill xmlns:a="http://schemas.openxmlformats.org/drawingml/2006/main">
            <a:srgbClr val="666666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34D317B3-9BA4-484E-A0A7-7852E545C9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58881" y="2105616"/>
            <a:ext cx="60675" cy="74396"/>
          </a:xfrm>
          <a:custGeom xmlns:a="http://schemas.openxmlformats.org/drawingml/2006/main">
            <a:pathLst>
              <a:path w="60675" h="74396">
                <a:moveTo>
                  <a:pt x="26372" y="74396"/>
                </a:moveTo>
                <a:cubicBezTo>
                  <a:pt x="21062" y="74396"/>
                  <a:pt x="16410" y="73381"/>
                  <a:pt x="12445" y="71391"/>
                </a:cubicBezTo>
                <a:cubicBezTo>
                  <a:pt x="8576" y="69415"/>
                  <a:pt x="5475" y="66671"/>
                  <a:pt x="3224" y="63241"/>
                </a:cubicBezTo>
                <a:cubicBezTo>
                  <a:pt x="1070" y="59714"/>
                  <a:pt x="0" y="55639"/>
                  <a:pt x="0" y="51029"/>
                </a:cubicBezTo>
                <a:cubicBezTo>
                  <a:pt x="0" y="45884"/>
                  <a:pt x="1290" y="41589"/>
                  <a:pt x="3856" y="38159"/>
                </a:cubicBezTo>
                <a:cubicBezTo>
                  <a:pt x="6545" y="34618"/>
                  <a:pt x="10140" y="31943"/>
                  <a:pt x="14586" y="30228"/>
                </a:cubicBezTo>
                <a:cubicBezTo>
                  <a:pt x="19141" y="28403"/>
                  <a:pt x="24122" y="27442"/>
                  <a:pt x="29597" y="27442"/>
                </a:cubicBezTo>
                <a:cubicBezTo>
                  <a:pt x="34152" y="27442"/>
                  <a:pt x="38213" y="27977"/>
                  <a:pt x="41808" y="28938"/>
                </a:cubicBezTo>
                <a:cubicBezTo>
                  <a:pt x="45348" y="29967"/>
                  <a:pt x="47914" y="30982"/>
                  <a:pt x="49533" y="31943"/>
                </a:cubicBezTo>
                <a:lnTo>
                  <a:pt x="49533" y="27662"/>
                </a:lnTo>
                <a:cubicBezTo>
                  <a:pt x="49533" y="22407"/>
                  <a:pt x="47654" y="18222"/>
                  <a:pt x="43949" y="15217"/>
                </a:cubicBezTo>
                <a:cubicBezTo>
                  <a:pt x="40203" y="12116"/>
                  <a:pt x="35648" y="10510"/>
                  <a:pt x="30228" y="10510"/>
                </a:cubicBezTo>
                <a:cubicBezTo>
                  <a:pt x="26372" y="10510"/>
                  <a:pt x="22736" y="11361"/>
                  <a:pt x="19306" y="13076"/>
                </a:cubicBezTo>
                <a:cubicBezTo>
                  <a:pt x="15971" y="14682"/>
                  <a:pt x="13406" y="16932"/>
                  <a:pt x="11581" y="19937"/>
                </a:cubicBezTo>
                <a:lnTo>
                  <a:pt x="2785" y="13502"/>
                </a:lnTo>
                <a:cubicBezTo>
                  <a:pt x="5475" y="9385"/>
                  <a:pt x="9221" y="6106"/>
                  <a:pt x="13941" y="3650"/>
                </a:cubicBezTo>
                <a:cubicBezTo>
                  <a:pt x="18757" y="1235"/>
                  <a:pt x="24232" y="0"/>
                  <a:pt x="30228" y="0"/>
                </a:cubicBezTo>
                <a:cubicBezTo>
                  <a:pt x="39668" y="0"/>
                  <a:pt x="47064" y="2525"/>
                  <a:pt x="52525" y="7505"/>
                </a:cubicBezTo>
                <a:cubicBezTo>
                  <a:pt x="57944" y="12541"/>
                  <a:pt x="60675" y="19292"/>
                  <a:pt x="60675" y="27868"/>
                </a:cubicBezTo>
                <a:lnTo>
                  <a:pt x="60675" y="72256"/>
                </a:lnTo>
                <a:lnTo>
                  <a:pt x="49533" y="72256"/>
                </a:lnTo>
                <a:lnTo>
                  <a:pt x="49533" y="62171"/>
                </a:lnTo>
                <a:lnTo>
                  <a:pt x="49094" y="62171"/>
                </a:lnTo>
                <a:cubicBezTo>
                  <a:pt x="47228" y="65340"/>
                  <a:pt x="44278" y="68180"/>
                  <a:pt x="40313" y="70746"/>
                </a:cubicBezTo>
                <a:cubicBezTo>
                  <a:pt x="36457" y="73161"/>
                  <a:pt x="31792" y="74396"/>
                  <a:pt x="26372" y="74396"/>
                </a:cubicBezTo>
                <a:close/>
                <a:moveTo>
                  <a:pt x="27442" y="64105"/>
                </a:moveTo>
                <a:cubicBezTo>
                  <a:pt x="31408" y="64105"/>
                  <a:pt x="35058" y="63145"/>
                  <a:pt x="38378" y="61100"/>
                </a:cubicBezTo>
                <a:cubicBezTo>
                  <a:pt x="41808" y="59124"/>
                  <a:pt x="44484" y="56490"/>
                  <a:pt x="46528" y="53169"/>
                </a:cubicBezTo>
                <a:cubicBezTo>
                  <a:pt x="48504" y="49739"/>
                  <a:pt x="49533" y="45993"/>
                  <a:pt x="49533" y="41808"/>
                </a:cubicBezTo>
                <a:cubicBezTo>
                  <a:pt x="47379" y="40409"/>
                  <a:pt x="44703" y="39229"/>
                  <a:pt x="41589" y="38378"/>
                </a:cubicBezTo>
                <a:cubicBezTo>
                  <a:pt x="38433" y="37418"/>
                  <a:pt x="35003" y="36869"/>
                  <a:pt x="31298" y="36869"/>
                </a:cubicBezTo>
                <a:cubicBezTo>
                  <a:pt x="24547" y="36869"/>
                  <a:pt x="19621" y="38323"/>
                  <a:pt x="16507" y="41163"/>
                </a:cubicBezTo>
                <a:cubicBezTo>
                  <a:pt x="13515" y="43894"/>
                  <a:pt x="12006" y="47269"/>
                  <a:pt x="12006" y="51235"/>
                </a:cubicBezTo>
                <a:cubicBezTo>
                  <a:pt x="12006" y="55104"/>
                  <a:pt x="13406" y="58260"/>
                  <a:pt x="16301" y="60675"/>
                </a:cubicBezTo>
                <a:cubicBezTo>
                  <a:pt x="19306" y="62980"/>
                  <a:pt x="22997" y="64105"/>
                  <a:pt x="27442" y="64105"/>
                </a:cubicBezTo>
                <a:close/>
                <a:moveTo>
                  <a:pt x="27442" y="64105"/>
                </a:moveTo>
              </a:path>
            </a:pathLst>
          </a:custGeom>
          <a:solidFill xmlns:a="http://schemas.openxmlformats.org/drawingml/2006/main">
            <a:srgbClr val="666666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31D6ECCE-834F-4AA0-8996-7E92E203A5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35638" y="2105616"/>
            <a:ext cx="60455" cy="72256"/>
          </a:xfrm>
          <a:custGeom xmlns:a="http://schemas.openxmlformats.org/drawingml/2006/main">
            <a:pathLst>
              <a:path w="60455" h="72256">
                <a:moveTo>
                  <a:pt x="0" y="72256"/>
                </a:moveTo>
                <a:lnTo>
                  <a:pt x="0" y="2140"/>
                </a:lnTo>
                <a:lnTo>
                  <a:pt x="11155" y="2140"/>
                </a:lnTo>
                <a:lnTo>
                  <a:pt x="11155" y="12431"/>
                </a:lnTo>
                <a:lnTo>
                  <a:pt x="11786" y="12431"/>
                </a:lnTo>
                <a:cubicBezTo>
                  <a:pt x="13611" y="9001"/>
                  <a:pt x="16616" y="6106"/>
                  <a:pt x="20801" y="3650"/>
                </a:cubicBezTo>
                <a:cubicBezTo>
                  <a:pt x="24918" y="1235"/>
                  <a:pt x="29473" y="0"/>
                  <a:pt x="34522" y="0"/>
                </a:cubicBezTo>
                <a:cubicBezTo>
                  <a:pt x="43098" y="0"/>
                  <a:pt x="49520" y="2525"/>
                  <a:pt x="53814" y="7505"/>
                </a:cubicBezTo>
                <a:cubicBezTo>
                  <a:pt x="58205" y="12541"/>
                  <a:pt x="60455" y="19086"/>
                  <a:pt x="60455" y="27223"/>
                </a:cubicBezTo>
                <a:lnTo>
                  <a:pt x="60455" y="72256"/>
                </a:lnTo>
                <a:lnTo>
                  <a:pt x="48669" y="72256"/>
                </a:lnTo>
                <a:lnTo>
                  <a:pt x="48669" y="29157"/>
                </a:lnTo>
                <a:cubicBezTo>
                  <a:pt x="48669" y="22297"/>
                  <a:pt x="47009" y="17522"/>
                  <a:pt x="43729" y="14791"/>
                </a:cubicBezTo>
                <a:cubicBezTo>
                  <a:pt x="40573" y="11951"/>
                  <a:pt x="36443" y="10510"/>
                  <a:pt x="31298" y="10510"/>
                </a:cubicBezTo>
                <a:cubicBezTo>
                  <a:pt x="27442" y="10510"/>
                  <a:pt x="24012" y="11581"/>
                  <a:pt x="21007" y="13721"/>
                </a:cubicBezTo>
                <a:cubicBezTo>
                  <a:pt x="18112" y="15862"/>
                  <a:pt x="15862" y="18647"/>
                  <a:pt x="14146" y="22077"/>
                </a:cubicBezTo>
                <a:cubicBezTo>
                  <a:pt x="12541" y="25508"/>
                  <a:pt x="11786" y="29103"/>
                  <a:pt x="11786" y="32807"/>
                </a:cubicBezTo>
                <a:lnTo>
                  <a:pt x="11786" y="72256"/>
                </a:lnTo>
                <a:lnTo>
                  <a:pt x="0" y="72256"/>
                </a:lnTo>
                <a:close/>
                <a:moveTo>
                  <a:pt x="0" y="72256"/>
                </a:moveTo>
              </a:path>
            </a:pathLst>
          </a:custGeom>
          <a:solidFill xmlns:a="http://schemas.openxmlformats.org/drawingml/2006/main">
            <a:srgbClr val="666666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C60F4D8B-EEA4-42F3-A3C7-088114850E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09073" y="2105616"/>
            <a:ext cx="66026" cy="74396"/>
          </a:xfrm>
          <a:custGeom xmlns:a="http://schemas.openxmlformats.org/drawingml/2006/main">
            <a:pathLst>
              <a:path w="66026" h="74396">
                <a:moveTo>
                  <a:pt x="35373" y="74396"/>
                </a:moveTo>
                <a:cubicBezTo>
                  <a:pt x="28513" y="74396"/>
                  <a:pt x="22338" y="72791"/>
                  <a:pt x="16932" y="69676"/>
                </a:cubicBezTo>
                <a:cubicBezTo>
                  <a:pt x="11622" y="66410"/>
                  <a:pt x="7492" y="61965"/>
                  <a:pt x="4501" y="56380"/>
                </a:cubicBezTo>
                <a:cubicBezTo>
                  <a:pt x="1496" y="50700"/>
                  <a:pt x="0" y="44319"/>
                  <a:pt x="0" y="37308"/>
                </a:cubicBezTo>
                <a:cubicBezTo>
                  <a:pt x="0" y="30173"/>
                  <a:pt x="1496" y="23792"/>
                  <a:pt x="4501" y="18222"/>
                </a:cubicBezTo>
                <a:cubicBezTo>
                  <a:pt x="7492" y="12541"/>
                  <a:pt x="11622" y="8095"/>
                  <a:pt x="16932" y="4926"/>
                </a:cubicBezTo>
                <a:cubicBezTo>
                  <a:pt x="22338" y="1660"/>
                  <a:pt x="28513" y="0"/>
                  <a:pt x="35373" y="0"/>
                </a:cubicBezTo>
                <a:cubicBezTo>
                  <a:pt x="43359" y="0"/>
                  <a:pt x="49835" y="1825"/>
                  <a:pt x="54885" y="5365"/>
                </a:cubicBezTo>
                <a:cubicBezTo>
                  <a:pt x="60030" y="8946"/>
                  <a:pt x="63556" y="13611"/>
                  <a:pt x="65601" y="19292"/>
                </a:cubicBezTo>
                <a:lnTo>
                  <a:pt x="55090" y="23792"/>
                </a:lnTo>
                <a:cubicBezTo>
                  <a:pt x="53375" y="19511"/>
                  <a:pt x="50809" y="16246"/>
                  <a:pt x="47379" y="13941"/>
                </a:cubicBezTo>
                <a:cubicBezTo>
                  <a:pt x="43949" y="11690"/>
                  <a:pt x="39764" y="10510"/>
                  <a:pt x="34934" y="10510"/>
                </a:cubicBezTo>
                <a:cubicBezTo>
                  <a:pt x="30763" y="10510"/>
                  <a:pt x="26907" y="11690"/>
                  <a:pt x="23367" y="13941"/>
                </a:cubicBezTo>
                <a:cubicBezTo>
                  <a:pt x="19937" y="16081"/>
                  <a:pt x="17042" y="19182"/>
                  <a:pt x="14791" y="23148"/>
                </a:cubicBezTo>
                <a:cubicBezTo>
                  <a:pt x="12637" y="27168"/>
                  <a:pt x="11567" y="31888"/>
                  <a:pt x="11567" y="37308"/>
                </a:cubicBezTo>
                <a:cubicBezTo>
                  <a:pt x="11567" y="42604"/>
                  <a:pt x="12637" y="47269"/>
                  <a:pt x="14791" y="51235"/>
                </a:cubicBezTo>
                <a:cubicBezTo>
                  <a:pt x="17042" y="55255"/>
                  <a:pt x="19937" y="58425"/>
                  <a:pt x="23367" y="60675"/>
                </a:cubicBezTo>
                <a:cubicBezTo>
                  <a:pt x="26907" y="62815"/>
                  <a:pt x="30763" y="63886"/>
                  <a:pt x="34934" y="63886"/>
                </a:cubicBezTo>
                <a:cubicBezTo>
                  <a:pt x="39929" y="63886"/>
                  <a:pt x="44210" y="62761"/>
                  <a:pt x="47804" y="60455"/>
                </a:cubicBezTo>
                <a:cubicBezTo>
                  <a:pt x="51345" y="58205"/>
                  <a:pt x="54020" y="54885"/>
                  <a:pt x="55735" y="50590"/>
                </a:cubicBezTo>
                <a:lnTo>
                  <a:pt x="66026" y="55104"/>
                </a:lnTo>
                <a:cubicBezTo>
                  <a:pt x="63721" y="60565"/>
                  <a:pt x="60030" y="65121"/>
                  <a:pt x="54885" y="68825"/>
                </a:cubicBezTo>
                <a:cubicBezTo>
                  <a:pt x="49835" y="72516"/>
                  <a:pt x="43359" y="74396"/>
                  <a:pt x="35373" y="74396"/>
                </a:cubicBezTo>
                <a:close/>
                <a:moveTo>
                  <a:pt x="35373" y="74396"/>
                </a:moveTo>
              </a:path>
            </a:pathLst>
          </a:custGeom>
          <a:solidFill xmlns:a="http://schemas.openxmlformats.org/drawingml/2006/main">
            <a:srgbClr val="666666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E98A205E-B122-4739-8FD9-B3FEEDA98D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86255" y="2078173"/>
            <a:ext cx="16932" cy="99698"/>
          </a:xfrm>
          <a:custGeom xmlns:a="http://schemas.openxmlformats.org/drawingml/2006/main">
            <a:pathLst>
              <a:path w="16932" h="99698">
                <a:moveTo>
                  <a:pt x="8356" y="16726"/>
                </a:moveTo>
                <a:cubicBezTo>
                  <a:pt x="6051" y="16726"/>
                  <a:pt x="4061" y="15971"/>
                  <a:pt x="2346" y="14366"/>
                </a:cubicBezTo>
                <a:cubicBezTo>
                  <a:pt x="741" y="12651"/>
                  <a:pt x="0" y="10661"/>
                  <a:pt x="0" y="8356"/>
                </a:cubicBezTo>
                <a:cubicBezTo>
                  <a:pt x="0" y="5955"/>
                  <a:pt x="741" y="3965"/>
                  <a:pt x="2346" y="2360"/>
                </a:cubicBezTo>
                <a:cubicBezTo>
                  <a:pt x="4061" y="810"/>
                  <a:pt x="6051" y="0"/>
                  <a:pt x="8356" y="0"/>
                </a:cubicBezTo>
                <a:cubicBezTo>
                  <a:pt x="10771" y="0"/>
                  <a:pt x="12747" y="810"/>
                  <a:pt x="14352" y="2360"/>
                </a:cubicBezTo>
                <a:cubicBezTo>
                  <a:pt x="16067" y="3965"/>
                  <a:pt x="16932" y="5955"/>
                  <a:pt x="16932" y="8356"/>
                </a:cubicBezTo>
                <a:cubicBezTo>
                  <a:pt x="16932" y="10661"/>
                  <a:pt x="16067" y="12651"/>
                  <a:pt x="14352" y="14366"/>
                </a:cubicBezTo>
                <a:cubicBezTo>
                  <a:pt x="12747" y="15971"/>
                  <a:pt x="10771" y="16726"/>
                  <a:pt x="8356" y="16726"/>
                </a:cubicBezTo>
                <a:close/>
                <a:moveTo>
                  <a:pt x="2785" y="99698"/>
                </a:moveTo>
                <a:lnTo>
                  <a:pt x="2785" y="29583"/>
                </a:lnTo>
                <a:lnTo>
                  <a:pt x="14352" y="29583"/>
                </a:lnTo>
                <a:lnTo>
                  <a:pt x="14352" y="99698"/>
                </a:lnTo>
                <a:lnTo>
                  <a:pt x="2785" y="99698"/>
                </a:lnTo>
                <a:close/>
                <a:moveTo>
                  <a:pt x="2785" y="99698"/>
                </a:moveTo>
              </a:path>
            </a:pathLst>
          </a:custGeom>
          <a:solidFill xmlns:a="http://schemas.openxmlformats.org/drawingml/2006/main">
            <a:srgbClr val="666666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85AB19E3-FFB7-4DC7-BDE0-6E35CF3D44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18787" y="2105616"/>
            <a:ext cx="60455" cy="72256"/>
          </a:xfrm>
          <a:custGeom xmlns:a="http://schemas.openxmlformats.org/drawingml/2006/main">
            <a:pathLst>
              <a:path w="60455" h="72256">
                <a:moveTo>
                  <a:pt x="0" y="72256"/>
                </a:moveTo>
                <a:lnTo>
                  <a:pt x="0" y="2140"/>
                </a:lnTo>
                <a:lnTo>
                  <a:pt x="11142" y="2140"/>
                </a:lnTo>
                <a:lnTo>
                  <a:pt x="11142" y="12431"/>
                </a:lnTo>
                <a:lnTo>
                  <a:pt x="11786" y="12431"/>
                </a:lnTo>
                <a:cubicBezTo>
                  <a:pt x="13611" y="9001"/>
                  <a:pt x="16616" y="6106"/>
                  <a:pt x="20788" y="3650"/>
                </a:cubicBezTo>
                <a:cubicBezTo>
                  <a:pt x="24918" y="1235"/>
                  <a:pt x="29473" y="0"/>
                  <a:pt x="34509" y="0"/>
                </a:cubicBezTo>
                <a:cubicBezTo>
                  <a:pt x="43084" y="0"/>
                  <a:pt x="49520" y="2525"/>
                  <a:pt x="53814" y="7505"/>
                </a:cubicBezTo>
                <a:cubicBezTo>
                  <a:pt x="58205" y="12541"/>
                  <a:pt x="60455" y="19086"/>
                  <a:pt x="60455" y="27223"/>
                </a:cubicBezTo>
                <a:lnTo>
                  <a:pt x="60455" y="72256"/>
                </a:lnTo>
                <a:lnTo>
                  <a:pt x="48669" y="72256"/>
                </a:lnTo>
                <a:lnTo>
                  <a:pt x="48669" y="29157"/>
                </a:lnTo>
                <a:cubicBezTo>
                  <a:pt x="48669" y="22297"/>
                  <a:pt x="46995" y="17522"/>
                  <a:pt x="43729" y="14791"/>
                </a:cubicBezTo>
                <a:cubicBezTo>
                  <a:pt x="40573" y="11951"/>
                  <a:pt x="36443" y="10510"/>
                  <a:pt x="31298" y="10510"/>
                </a:cubicBezTo>
                <a:cubicBezTo>
                  <a:pt x="27442" y="10510"/>
                  <a:pt x="24012" y="11581"/>
                  <a:pt x="21007" y="13721"/>
                </a:cubicBezTo>
                <a:cubicBezTo>
                  <a:pt x="18112" y="15862"/>
                  <a:pt x="15862" y="18647"/>
                  <a:pt x="14146" y="22077"/>
                </a:cubicBezTo>
                <a:cubicBezTo>
                  <a:pt x="12541" y="25508"/>
                  <a:pt x="11786" y="29103"/>
                  <a:pt x="11786" y="32807"/>
                </a:cubicBezTo>
                <a:lnTo>
                  <a:pt x="11786" y="72256"/>
                </a:lnTo>
                <a:lnTo>
                  <a:pt x="0" y="72256"/>
                </a:lnTo>
                <a:close/>
                <a:moveTo>
                  <a:pt x="0" y="72256"/>
                </a:moveTo>
              </a:path>
            </a:pathLst>
          </a:custGeom>
          <a:solidFill xmlns:a="http://schemas.openxmlformats.org/drawingml/2006/main">
            <a:srgbClr val="666666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9B1E7005-28EA-4D02-A57B-EE35DDB0A5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91509" y="2105616"/>
            <a:ext cx="68400" cy="104198"/>
          </a:xfrm>
          <a:custGeom xmlns:a="http://schemas.openxmlformats.org/drawingml/2006/main">
            <a:pathLst>
              <a:path w="68400" h="104198">
                <a:moveTo>
                  <a:pt x="34522" y="104198"/>
                </a:moveTo>
                <a:cubicBezTo>
                  <a:pt x="28526" y="104198"/>
                  <a:pt x="23381" y="103183"/>
                  <a:pt x="19086" y="101193"/>
                </a:cubicBezTo>
                <a:cubicBezTo>
                  <a:pt x="14901" y="99163"/>
                  <a:pt x="11471" y="96693"/>
                  <a:pt x="8795" y="93688"/>
                </a:cubicBezTo>
                <a:cubicBezTo>
                  <a:pt x="6229" y="90683"/>
                  <a:pt x="4350" y="87582"/>
                  <a:pt x="3224" y="84467"/>
                </a:cubicBezTo>
                <a:lnTo>
                  <a:pt x="13941" y="79967"/>
                </a:lnTo>
                <a:cubicBezTo>
                  <a:pt x="15491" y="83822"/>
                  <a:pt x="18016" y="87047"/>
                  <a:pt x="21446" y="89613"/>
                </a:cubicBezTo>
                <a:cubicBezTo>
                  <a:pt x="24986" y="92192"/>
                  <a:pt x="29377" y="93468"/>
                  <a:pt x="34522" y="93468"/>
                </a:cubicBezTo>
                <a:cubicBezTo>
                  <a:pt x="41808" y="93468"/>
                  <a:pt x="47393" y="91328"/>
                  <a:pt x="51248" y="87047"/>
                </a:cubicBezTo>
                <a:cubicBezTo>
                  <a:pt x="55214" y="82862"/>
                  <a:pt x="57245" y="77017"/>
                  <a:pt x="57245" y="69456"/>
                </a:cubicBezTo>
                <a:lnTo>
                  <a:pt x="57245" y="61526"/>
                </a:lnTo>
                <a:lnTo>
                  <a:pt x="56819" y="61526"/>
                </a:lnTo>
                <a:cubicBezTo>
                  <a:pt x="54514" y="64956"/>
                  <a:pt x="51303" y="67851"/>
                  <a:pt x="47173" y="70101"/>
                </a:cubicBezTo>
                <a:cubicBezTo>
                  <a:pt x="43153" y="72352"/>
                  <a:pt x="38378" y="73532"/>
                  <a:pt x="32807" y="73532"/>
                </a:cubicBezTo>
                <a:cubicBezTo>
                  <a:pt x="26811" y="73532"/>
                  <a:pt x="21281" y="72036"/>
                  <a:pt x="16301" y="69031"/>
                </a:cubicBezTo>
                <a:cubicBezTo>
                  <a:pt x="11265" y="65930"/>
                  <a:pt x="7300" y="61526"/>
                  <a:pt x="4295" y="55955"/>
                </a:cubicBezTo>
                <a:cubicBezTo>
                  <a:pt x="1400" y="50384"/>
                  <a:pt x="0" y="44059"/>
                  <a:pt x="0" y="36869"/>
                </a:cubicBezTo>
                <a:cubicBezTo>
                  <a:pt x="0" y="29583"/>
                  <a:pt x="1400" y="23148"/>
                  <a:pt x="4295" y="17577"/>
                </a:cubicBezTo>
                <a:cubicBezTo>
                  <a:pt x="7300" y="12006"/>
                  <a:pt x="11265" y="7711"/>
                  <a:pt x="16301" y="4720"/>
                </a:cubicBezTo>
                <a:cubicBezTo>
                  <a:pt x="21281" y="1605"/>
                  <a:pt x="26811" y="0"/>
                  <a:pt x="32807" y="0"/>
                </a:cubicBezTo>
                <a:cubicBezTo>
                  <a:pt x="38378" y="0"/>
                  <a:pt x="43153" y="1235"/>
                  <a:pt x="47173" y="3650"/>
                </a:cubicBezTo>
                <a:cubicBezTo>
                  <a:pt x="51303" y="5955"/>
                  <a:pt x="54514" y="8795"/>
                  <a:pt x="56819" y="12226"/>
                </a:cubicBezTo>
                <a:lnTo>
                  <a:pt x="57245" y="12226"/>
                </a:lnTo>
                <a:lnTo>
                  <a:pt x="57245" y="2140"/>
                </a:lnTo>
                <a:lnTo>
                  <a:pt x="68400" y="2140"/>
                </a:lnTo>
                <a:lnTo>
                  <a:pt x="68400" y="69456"/>
                </a:lnTo>
                <a:cubicBezTo>
                  <a:pt x="68400" y="77291"/>
                  <a:pt x="66891" y="83726"/>
                  <a:pt x="63899" y="88762"/>
                </a:cubicBezTo>
                <a:cubicBezTo>
                  <a:pt x="61004" y="93908"/>
                  <a:pt x="57039" y="97763"/>
                  <a:pt x="51893" y="100329"/>
                </a:cubicBezTo>
                <a:cubicBezTo>
                  <a:pt x="46748" y="102909"/>
                  <a:pt x="40958" y="104198"/>
                  <a:pt x="34522" y="104198"/>
                </a:cubicBezTo>
                <a:close/>
                <a:moveTo>
                  <a:pt x="34522" y="63035"/>
                </a:moveTo>
                <a:cubicBezTo>
                  <a:pt x="38652" y="63035"/>
                  <a:pt x="42453" y="62061"/>
                  <a:pt x="45884" y="60030"/>
                </a:cubicBezTo>
                <a:cubicBezTo>
                  <a:pt x="49424" y="57890"/>
                  <a:pt x="52209" y="54885"/>
                  <a:pt x="54253" y="51029"/>
                </a:cubicBezTo>
                <a:cubicBezTo>
                  <a:pt x="56229" y="47064"/>
                  <a:pt x="57245" y="42343"/>
                  <a:pt x="57245" y="36869"/>
                </a:cubicBezTo>
                <a:cubicBezTo>
                  <a:pt x="57245" y="31188"/>
                  <a:pt x="56229" y="26372"/>
                  <a:pt x="54253" y="22516"/>
                </a:cubicBezTo>
                <a:cubicBezTo>
                  <a:pt x="52209" y="18551"/>
                  <a:pt x="49424" y="15546"/>
                  <a:pt x="45884" y="13502"/>
                </a:cubicBezTo>
                <a:cubicBezTo>
                  <a:pt x="42453" y="11526"/>
                  <a:pt x="38652" y="10510"/>
                  <a:pt x="34522" y="10510"/>
                </a:cubicBezTo>
                <a:cubicBezTo>
                  <a:pt x="30337" y="10510"/>
                  <a:pt x="26482" y="11581"/>
                  <a:pt x="22942" y="13721"/>
                </a:cubicBezTo>
                <a:cubicBezTo>
                  <a:pt x="19511" y="15752"/>
                  <a:pt x="16726" y="18757"/>
                  <a:pt x="14586" y="22722"/>
                </a:cubicBezTo>
                <a:cubicBezTo>
                  <a:pt x="12555" y="26578"/>
                  <a:pt x="11581" y="31298"/>
                  <a:pt x="11581" y="36869"/>
                </a:cubicBezTo>
                <a:cubicBezTo>
                  <a:pt x="11581" y="42453"/>
                  <a:pt x="12555" y="47160"/>
                  <a:pt x="14586" y="51029"/>
                </a:cubicBezTo>
                <a:cubicBezTo>
                  <a:pt x="16726" y="54885"/>
                  <a:pt x="19511" y="57890"/>
                  <a:pt x="22942" y="60030"/>
                </a:cubicBezTo>
                <a:cubicBezTo>
                  <a:pt x="26482" y="62061"/>
                  <a:pt x="30337" y="63035"/>
                  <a:pt x="34522" y="63035"/>
                </a:cubicBezTo>
                <a:close/>
                <a:moveTo>
                  <a:pt x="34522" y="63035"/>
                </a:moveTo>
              </a:path>
            </a:pathLst>
          </a:custGeom>
          <a:solidFill xmlns:a="http://schemas.openxmlformats.org/drawingml/2006/main">
            <a:srgbClr val="666666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70116F95-110E-4E78-9DC9-B5345BED31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1281" y="2236131"/>
            <a:ext cx="72036" cy="74396"/>
          </a:xfrm>
          <a:custGeom xmlns:a="http://schemas.openxmlformats.org/drawingml/2006/main">
            <a:pathLst>
              <a:path w="72036" h="74396">
                <a:moveTo>
                  <a:pt x="36018" y="74396"/>
                </a:moveTo>
                <a:cubicBezTo>
                  <a:pt x="29006" y="74396"/>
                  <a:pt x="22791" y="72722"/>
                  <a:pt x="17371" y="69456"/>
                </a:cubicBezTo>
                <a:cubicBezTo>
                  <a:pt x="11910" y="66191"/>
                  <a:pt x="7615" y="61745"/>
                  <a:pt x="4514" y="56161"/>
                </a:cubicBezTo>
                <a:cubicBezTo>
                  <a:pt x="1509" y="50480"/>
                  <a:pt x="0" y="44155"/>
                  <a:pt x="0" y="37294"/>
                </a:cubicBezTo>
                <a:cubicBezTo>
                  <a:pt x="0" y="30337"/>
                  <a:pt x="1509" y="24012"/>
                  <a:pt x="4514" y="18427"/>
                </a:cubicBezTo>
                <a:cubicBezTo>
                  <a:pt x="7615" y="12747"/>
                  <a:pt x="11910" y="8246"/>
                  <a:pt x="17371" y="4926"/>
                </a:cubicBezTo>
                <a:cubicBezTo>
                  <a:pt x="22791" y="1660"/>
                  <a:pt x="29006" y="0"/>
                  <a:pt x="36018" y="0"/>
                </a:cubicBezTo>
                <a:cubicBezTo>
                  <a:pt x="42988" y="0"/>
                  <a:pt x="49204" y="1715"/>
                  <a:pt x="54679" y="5145"/>
                </a:cubicBezTo>
                <a:cubicBezTo>
                  <a:pt x="60085" y="8466"/>
                  <a:pt x="64325" y="12857"/>
                  <a:pt x="67330" y="18427"/>
                </a:cubicBezTo>
                <a:cubicBezTo>
                  <a:pt x="70431" y="24012"/>
                  <a:pt x="72036" y="30337"/>
                  <a:pt x="72036" y="37294"/>
                </a:cubicBezTo>
                <a:cubicBezTo>
                  <a:pt x="72036" y="44155"/>
                  <a:pt x="70431" y="50480"/>
                  <a:pt x="67330" y="56161"/>
                </a:cubicBezTo>
                <a:cubicBezTo>
                  <a:pt x="64325" y="61745"/>
                  <a:pt x="60085" y="66191"/>
                  <a:pt x="54679" y="69456"/>
                </a:cubicBezTo>
                <a:cubicBezTo>
                  <a:pt x="49204" y="72722"/>
                  <a:pt x="42988" y="74396"/>
                  <a:pt x="36018" y="74396"/>
                </a:cubicBezTo>
                <a:close/>
                <a:moveTo>
                  <a:pt x="36018" y="63886"/>
                </a:moveTo>
                <a:cubicBezTo>
                  <a:pt x="40313" y="63886"/>
                  <a:pt x="44223" y="62815"/>
                  <a:pt x="47818" y="60675"/>
                </a:cubicBezTo>
                <a:cubicBezTo>
                  <a:pt x="51509" y="58521"/>
                  <a:pt x="54514" y="55529"/>
                  <a:pt x="56819" y="51660"/>
                </a:cubicBezTo>
                <a:cubicBezTo>
                  <a:pt x="59070" y="47695"/>
                  <a:pt x="60250" y="42879"/>
                  <a:pt x="60250" y="37294"/>
                </a:cubicBezTo>
                <a:cubicBezTo>
                  <a:pt x="60250" y="31614"/>
                  <a:pt x="59070" y="26797"/>
                  <a:pt x="56819" y="22942"/>
                </a:cubicBezTo>
                <a:cubicBezTo>
                  <a:pt x="54514" y="18963"/>
                  <a:pt x="51509" y="15862"/>
                  <a:pt x="47818" y="13721"/>
                </a:cubicBezTo>
                <a:cubicBezTo>
                  <a:pt x="44223" y="11567"/>
                  <a:pt x="40313" y="10497"/>
                  <a:pt x="36018" y="10497"/>
                </a:cubicBezTo>
                <a:cubicBezTo>
                  <a:pt x="31847" y="10497"/>
                  <a:pt x="27881" y="11567"/>
                  <a:pt x="24012" y="13721"/>
                </a:cubicBezTo>
                <a:cubicBezTo>
                  <a:pt x="20266" y="15862"/>
                  <a:pt x="17261" y="18963"/>
                  <a:pt x="15011" y="22942"/>
                </a:cubicBezTo>
                <a:cubicBezTo>
                  <a:pt x="12706" y="26797"/>
                  <a:pt x="11581" y="31614"/>
                  <a:pt x="11581" y="37294"/>
                </a:cubicBezTo>
                <a:cubicBezTo>
                  <a:pt x="11581" y="42879"/>
                  <a:pt x="12706" y="47695"/>
                  <a:pt x="15011" y="51660"/>
                </a:cubicBezTo>
                <a:cubicBezTo>
                  <a:pt x="17261" y="55529"/>
                  <a:pt x="20266" y="58521"/>
                  <a:pt x="24012" y="60675"/>
                </a:cubicBezTo>
                <a:cubicBezTo>
                  <a:pt x="27881" y="62815"/>
                  <a:pt x="31847" y="63886"/>
                  <a:pt x="36018" y="63886"/>
                </a:cubicBezTo>
                <a:close/>
                <a:moveTo>
                  <a:pt x="36018" y="63886"/>
                </a:moveTo>
              </a:path>
            </a:pathLst>
          </a:custGeom>
          <a:solidFill xmlns:a="http://schemas.openxmlformats.org/drawingml/2006/main">
            <a:srgbClr val="666666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EC046663-7DAF-4378-A966-EFA8A7E0E0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75433" y="2236131"/>
            <a:ext cx="60469" cy="72242"/>
          </a:xfrm>
          <a:custGeom xmlns:a="http://schemas.openxmlformats.org/drawingml/2006/main">
            <a:pathLst>
              <a:path w="60469" h="72242">
                <a:moveTo>
                  <a:pt x="0" y="72242"/>
                </a:moveTo>
                <a:lnTo>
                  <a:pt x="0" y="2140"/>
                </a:lnTo>
                <a:lnTo>
                  <a:pt x="11155" y="2140"/>
                </a:lnTo>
                <a:lnTo>
                  <a:pt x="11155" y="12431"/>
                </a:lnTo>
                <a:lnTo>
                  <a:pt x="11800" y="12431"/>
                </a:lnTo>
                <a:cubicBezTo>
                  <a:pt x="13611" y="9001"/>
                  <a:pt x="16616" y="6106"/>
                  <a:pt x="20801" y="3636"/>
                </a:cubicBezTo>
                <a:cubicBezTo>
                  <a:pt x="24931" y="1235"/>
                  <a:pt x="29487" y="0"/>
                  <a:pt x="34522" y="0"/>
                </a:cubicBezTo>
                <a:cubicBezTo>
                  <a:pt x="43098" y="0"/>
                  <a:pt x="49533" y="2511"/>
                  <a:pt x="53814" y="7505"/>
                </a:cubicBezTo>
                <a:cubicBezTo>
                  <a:pt x="58205" y="12541"/>
                  <a:pt x="60469" y="19072"/>
                  <a:pt x="60469" y="27223"/>
                </a:cubicBezTo>
                <a:lnTo>
                  <a:pt x="60469" y="72242"/>
                </a:lnTo>
                <a:lnTo>
                  <a:pt x="48669" y="72242"/>
                </a:lnTo>
                <a:lnTo>
                  <a:pt x="48669" y="29157"/>
                </a:lnTo>
                <a:cubicBezTo>
                  <a:pt x="48669" y="22297"/>
                  <a:pt x="47009" y="17522"/>
                  <a:pt x="43743" y="14791"/>
                </a:cubicBezTo>
                <a:cubicBezTo>
                  <a:pt x="40573" y="11951"/>
                  <a:pt x="36457" y="10497"/>
                  <a:pt x="31298" y="10497"/>
                </a:cubicBezTo>
                <a:cubicBezTo>
                  <a:pt x="27442" y="10497"/>
                  <a:pt x="24012" y="11567"/>
                  <a:pt x="21007" y="13721"/>
                </a:cubicBezTo>
                <a:cubicBezTo>
                  <a:pt x="18126" y="15862"/>
                  <a:pt x="15875" y="18647"/>
                  <a:pt x="14146" y="22077"/>
                </a:cubicBezTo>
                <a:cubicBezTo>
                  <a:pt x="12541" y="25508"/>
                  <a:pt x="11800" y="29103"/>
                  <a:pt x="11800" y="32794"/>
                </a:cubicBezTo>
                <a:lnTo>
                  <a:pt x="11800" y="72242"/>
                </a:lnTo>
                <a:lnTo>
                  <a:pt x="0" y="72242"/>
                </a:lnTo>
                <a:close/>
                <a:moveTo>
                  <a:pt x="0" y="72242"/>
                </a:moveTo>
              </a:path>
            </a:pathLst>
          </a:custGeom>
          <a:solidFill xmlns:a="http://schemas.openxmlformats.org/drawingml/2006/main">
            <a:srgbClr val="666666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8D84A0E2-758A-4F86-BE3D-CBAE29A99A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86711" y="2209965"/>
            <a:ext cx="97118" cy="98408"/>
          </a:xfrm>
          <a:custGeom xmlns:a="http://schemas.openxmlformats.org/drawingml/2006/main">
            <a:pathLst>
              <a:path w="97118" h="98408">
                <a:moveTo>
                  <a:pt x="0" y="98408"/>
                </a:moveTo>
                <a:lnTo>
                  <a:pt x="0" y="0"/>
                </a:lnTo>
                <a:lnTo>
                  <a:pt x="16932" y="0"/>
                </a:lnTo>
                <a:lnTo>
                  <a:pt x="48230" y="80612"/>
                </a:lnTo>
                <a:lnTo>
                  <a:pt x="48875" y="80612"/>
                </a:lnTo>
                <a:lnTo>
                  <a:pt x="80173" y="0"/>
                </a:lnTo>
                <a:lnTo>
                  <a:pt x="97118" y="0"/>
                </a:lnTo>
                <a:lnTo>
                  <a:pt x="97118" y="98408"/>
                </a:lnTo>
                <a:lnTo>
                  <a:pt x="85538" y="98408"/>
                </a:lnTo>
                <a:lnTo>
                  <a:pt x="85538" y="35812"/>
                </a:lnTo>
                <a:lnTo>
                  <a:pt x="86183" y="17151"/>
                </a:lnTo>
                <a:lnTo>
                  <a:pt x="85538" y="17151"/>
                </a:lnTo>
                <a:lnTo>
                  <a:pt x="53375" y="98408"/>
                </a:lnTo>
                <a:lnTo>
                  <a:pt x="43729" y="98408"/>
                </a:lnTo>
                <a:lnTo>
                  <a:pt x="11567" y="17151"/>
                </a:lnTo>
                <a:lnTo>
                  <a:pt x="11142" y="17151"/>
                </a:lnTo>
                <a:lnTo>
                  <a:pt x="11567" y="35812"/>
                </a:lnTo>
                <a:lnTo>
                  <a:pt x="11567" y="98408"/>
                </a:lnTo>
                <a:lnTo>
                  <a:pt x="0" y="98408"/>
                </a:lnTo>
                <a:close/>
                <a:moveTo>
                  <a:pt x="0" y="98408"/>
                </a:moveTo>
              </a:path>
            </a:pathLst>
          </a:custGeom>
          <a:solidFill xmlns:a="http://schemas.openxmlformats.org/drawingml/2006/main">
            <a:srgbClr val="666666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CE095542-948D-44FA-8EC7-829A7F0EAA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97386" y="2236131"/>
            <a:ext cx="60675" cy="74396"/>
          </a:xfrm>
          <a:custGeom xmlns:a="http://schemas.openxmlformats.org/drawingml/2006/main">
            <a:pathLst>
              <a:path w="60675" h="74396">
                <a:moveTo>
                  <a:pt x="26372" y="74396"/>
                </a:moveTo>
                <a:cubicBezTo>
                  <a:pt x="21062" y="74396"/>
                  <a:pt x="16397" y="73367"/>
                  <a:pt x="12431" y="71391"/>
                </a:cubicBezTo>
                <a:cubicBezTo>
                  <a:pt x="8576" y="69402"/>
                  <a:pt x="5461" y="66671"/>
                  <a:pt x="3211" y="63241"/>
                </a:cubicBezTo>
                <a:cubicBezTo>
                  <a:pt x="1070" y="59701"/>
                  <a:pt x="0" y="55626"/>
                  <a:pt x="0" y="51015"/>
                </a:cubicBezTo>
                <a:cubicBezTo>
                  <a:pt x="0" y="45870"/>
                  <a:pt x="1290" y="41589"/>
                  <a:pt x="3856" y="38159"/>
                </a:cubicBezTo>
                <a:cubicBezTo>
                  <a:pt x="6545" y="34618"/>
                  <a:pt x="10126" y="31943"/>
                  <a:pt x="14586" y="30228"/>
                </a:cubicBezTo>
                <a:cubicBezTo>
                  <a:pt x="19141" y="28403"/>
                  <a:pt x="24122" y="27442"/>
                  <a:pt x="29583" y="27442"/>
                </a:cubicBezTo>
                <a:cubicBezTo>
                  <a:pt x="34138" y="27442"/>
                  <a:pt x="38213" y="27977"/>
                  <a:pt x="41808" y="28938"/>
                </a:cubicBezTo>
                <a:cubicBezTo>
                  <a:pt x="45348" y="29953"/>
                  <a:pt x="47914" y="30982"/>
                  <a:pt x="49520" y="31943"/>
                </a:cubicBezTo>
                <a:lnTo>
                  <a:pt x="49520" y="27648"/>
                </a:lnTo>
                <a:cubicBezTo>
                  <a:pt x="49520" y="22393"/>
                  <a:pt x="47654" y="18222"/>
                  <a:pt x="43949" y="15217"/>
                </a:cubicBezTo>
                <a:cubicBezTo>
                  <a:pt x="40203" y="12102"/>
                  <a:pt x="35648" y="10497"/>
                  <a:pt x="30228" y="10497"/>
                </a:cubicBezTo>
                <a:cubicBezTo>
                  <a:pt x="26372" y="10497"/>
                  <a:pt x="22722" y="11361"/>
                  <a:pt x="19292" y="13076"/>
                </a:cubicBezTo>
                <a:cubicBezTo>
                  <a:pt x="15971" y="14682"/>
                  <a:pt x="13406" y="16932"/>
                  <a:pt x="11581" y="19937"/>
                </a:cubicBezTo>
                <a:lnTo>
                  <a:pt x="2785" y="13502"/>
                </a:lnTo>
                <a:cubicBezTo>
                  <a:pt x="5461" y="9372"/>
                  <a:pt x="9221" y="6106"/>
                  <a:pt x="13941" y="3636"/>
                </a:cubicBezTo>
                <a:cubicBezTo>
                  <a:pt x="18757" y="1235"/>
                  <a:pt x="24232" y="0"/>
                  <a:pt x="30228" y="0"/>
                </a:cubicBezTo>
                <a:cubicBezTo>
                  <a:pt x="39668" y="0"/>
                  <a:pt x="47064" y="2511"/>
                  <a:pt x="52525" y="7505"/>
                </a:cubicBezTo>
                <a:cubicBezTo>
                  <a:pt x="57944" y="12541"/>
                  <a:pt x="60675" y="19292"/>
                  <a:pt x="60675" y="27868"/>
                </a:cubicBezTo>
                <a:lnTo>
                  <a:pt x="60675" y="72242"/>
                </a:lnTo>
                <a:lnTo>
                  <a:pt x="49520" y="72242"/>
                </a:lnTo>
                <a:lnTo>
                  <a:pt x="49520" y="62171"/>
                </a:lnTo>
                <a:lnTo>
                  <a:pt x="49094" y="62171"/>
                </a:lnTo>
                <a:cubicBezTo>
                  <a:pt x="47214" y="65326"/>
                  <a:pt x="44278" y="68167"/>
                  <a:pt x="40313" y="70746"/>
                </a:cubicBezTo>
                <a:cubicBezTo>
                  <a:pt x="36443" y="73161"/>
                  <a:pt x="31778" y="74396"/>
                  <a:pt x="26372" y="74396"/>
                </a:cubicBezTo>
                <a:close/>
                <a:moveTo>
                  <a:pt x="27442" y="64105"/>
                </a:moveTo>
                <a:cubicBezTo>
                  <a:pt x="31408" y="64105"/>
                  <a:pt x="35058" y="63131"/>
                  <a:pt x="38378" y="61100"/>
                </a:cubicBezTo>
                <a:cubicBezTo>
                  <a:pt x="41808" y="59111"/>
                  <a:pt x="44484" y="56490"/>
                  <a:pt x="46528" y="53169"/>
                </a:cubicBezTo>
                <a:cubicBezTo>
                  <a:pt x="48504" y="49739"/>
                  <a:pt x="49520" y="45980"/>
                  <a:pt x="49520" y="41808"/>
                </a:cubicBezTo>
                <a:cubicBezTo>
                  <a:pt x="47379" y="40409"/>
                  <a:pt x="44703" y="39229"/>
                  <a:pt x="41589" y="38378"/>
                </a:cubicBezTo>
                <a:cubicBezTo>
                  <a:pt x="38433" y="37404"/>
                  <a:pt x="35003" y="36869"/>
                  <a:pt x="31298" y="36869"/>
                </a:cubicBezTo>
                <a:cubicBezTo>
                  <a:pt x="24547" y="36869"/>
                  <a:pt x="19621" y="38323"/>
                  <a:pt x="16507" y="41163"/>
                </a:cubicBezTo>
                <a:cubicBezTo>
                  <a:pt x="13502" y="43894"/>
                  <a:pt x="12006" y="47269"/>
                  <a:pt x="12006" y="51235"/>
                </a:cubicBezTo>
                <a:cubicBezTo>
                  <a:pt x="12006" y="55090"/>
                  <a:pt x="13406" y="58260"/>
                  <a:pt x="16301" y="60675"/>
                </a:cubicBezTo>
                <a:cubicBezTo>
                  <a:pt x="19292" y="62980"/>
                  <a:pt x="22997" y="64105"/>
                  <a:pt x="27442" y="64105"/>
                </a:cubicBezTo>
                <a:close/>
                <a:moveTo>
                  <a:pt x="27442" y="64105"/>
                </a:moveTo>
              </a:path>
            </a:pathLst>
          </a:custGeom>
          <a:solidFill xmlns:a="http://schemas.openxmlformats.org/drawingml/2006/main">
            <a:srgbClr val="666666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1B4CF449-FD14-4671-A866-EFA57B8ED3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74197" y="2236131"/>
            <a:ext cx="40299" cy="72242"/>
          </a:xfrm>
          <a:custGeom xmlns:a="http://schemas.openxmlformats.org/drawingml/2006/main">
            <a:pathLst>
              <a:path w="40299" h="72242">
                <a:moveTo>
                  <a:pt x="0" y="72242"/>
                </a:moveTo>
                <a:lnTo>
                  <a:pt x="0" y="2140"/>
                </a:lnTo>
                <a:lnTo>
                  <a:pt x="11142" y="2140"/>
                </a:lnTo>
                <a:lnTo>
                  <a:pt x="11142" y="13502"/>
                </a:lnTo>
                <a:lnTo>
                  <a:pt x="11786" y="13502"/>
                </a:lnTo>
                <a:cubicBezTo>
                  <a:pt x="12651" y="10826"/>
                  <a:pt x="14146" y="8466"/>
                  <a:pt x="16287" y="6421"/>
                </a:cubicBezTo>
                <a:cubicBezTo>
                  <a:pt x="18427" y="4446"/>
                  <a:pt x="20897" y="2895"/>
                  <a:pt x="23792" y="1715"/>
                </a:cubicBezTo>
                <a:cubicBezTo>
                  <a:pt x="26633" y="590"/>
                  <a:pt x="29418" y="0"/>
                  <a:pt x="32149" y="0"/>
                </a:cubicBezTo>
                <a:cubicBezTo>
                  <a:pt x="34138" y="0"/>
                  <a:pt x="35689" y="151"/>
                  <a:pt x="36869" y="425"/>
                </a:cubicBezTo>
                <a:cubicBezTo>
                  <a:pt x="38159" y="741"/>
                  <a:pt x="39284" y="1070"/>
                  <a:pt x="40299" y="1496"/>
                </a:cubicBezTo>
                <a:lnTo>
                  <a:pt x="40299" y="14146"/>
                </a:lnTo>
                <a:cubicBezTo>
                  <a:pt x="37404" y="12747"/>
                  <a:pt x="34138" y="12006"/>
                  <a:pt x="30433" y="12006"/>
                </a:cubicBezTo>
                <a:cubicBezTo>
                  <a:pt x="27003" y="12006"/>
                  <a:pt x="23847" y="13021"/>
                  <a:pt x="21007" y="14997"/>
                </a:cubicBezTo>
                <a:cubicBezTo>
                  <a:pt x="18277" y="16877"/>
                  <a:pt x="16081" y="19402"/>
                  <a:pt x="14366" y="22503"/>
                </a:cubicBezTo>
                <a:cubicBezTo>
                  <a:pt x="12651" y="25672"/>
                  <a:pt x="11786" y="29157"/>
                  <a:pt x="11786" y="33013"/>
                </a:cubicBezTo>
                <a:lnTo>
                  <a:pt x="11786" y="72242"/>
                </a:lnTo>
                <a:lnTo>
                  <a:pt x="0" y="72242"/>
                </a:lnTo>
                <a:close/>
                <a:moveTo>
                  <a:pt x="0" y="72242"/>
                </a:moveTo>
              </a:path>
            </a:pathLst>
          </a:custGeom>
          <a:solidFill xmlns:a="http://schemas.openxmlformats.org/drawingml/2006/main">
            <a:srgbClr val="666666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35DB144F-5481-4C13-BE50-10626C7720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18036" y="2236131"/>
            <a:ext cx="57245" cy="74396"/>
          </a:xfrm>
          <a:custGeom xmlns:a="http://schemas.openxmlformats.org/drawingml/2006/main">
            <a:pathLst>
              <a:path w="57245" h="74396">
                <a:moveTo>
                  <a:pt x="29377" y="74396"/>
                </a:moveTo>
                <a:cubicBezTo>
                  <a:pt x="21487" y="74396"/>
                  <a:pt x="15066" y="72516"/>
                  <a:pt x="10071" y="68812"/>
                </a:cubicBezTo>
                <a:cubicBezTo>
                  <a:pt x="5200" y="65121"/>
                  <a:pt x="1825" y="60675"/>
                  <a:pt x="0" y="55529"/>
                </a:cubicBezTo>
                <a:lnTo>
                  <a:pt x="10291" y="51015"/>
                </a:lnTo>
                <a:cubicBezTo>
                  <a:pt x="12116" y="55200"/>
                  <a:pt x="14791" y="58425"/>
                  <a:pt x="18222" y="60675"/>
                </a:cubicBezTo>
                <a:cubicBezTo>
                  <a:pt x="21652" y="62980"/>
                  <a:pt x="25357" y="64105"/>
                  <a:pt x="29377" y="64105"/>
                </a:cubicBezTo>
                <a:cubicBezTo>
                  <a:pt x="33493" y="64105"/>
                  <a:pt x="37198" y="63241"/>
                  <a:pt x="40519" y="61526"/>
                </a:cubicBezTo>
                <a:cubicBezTo>
                  <a:pt x="43784" y="59810"/>
                  <a:pt x="45444" y="57245"/>
                  <a:pt x="45444" y="53814"/>
                </a:cubicBezTo>
                <a:cubicBezTo>
                  <a:pt x="45444" y="50700"/>
                  <a:pt x="44059" y="48230"/>
                  <a:pt x="41383" y="46515"/>
                </a:cubicBezTo>
                <a:cubicBezTo>
                  <a:pt x="38639" y="44800"/>
                  <a:pt x="34838" y="43414"/>
                  <a:pt x="30022" y="42234"/>
                </a:cubicBezTo>
                <a:lnTo>
                  <a:pt x="21432" y="39874"/>
                </a:lnTo>
                <a:cubicBezTo>
                  <a:pt x="18112" y="39009"/>
                  <a:pt x="15011" y="37843"/>
                  <a:pt x="12006" y="36224"/>
                </a:cubicBezTo>
                <a:cubicBezTo>
                  <a:pt x="9111" y="34509"/>
                  <a:pt x="6751" y="32368"/>
                  <a:pt x="4926" y="29802"/>
                </a:cubicBezTo>
                <a:cubicBezTo>
                  <a:pt x="3211" y="27113"/>
                  <a:pt x="2360" y="23902"/>
                  <a:pt x="2360" y="20143"/>
                </a:cubicBezTo>
                <a:cubicBezTo>
                  <a:pt x="2360" y="16026"/>
                  <a:pt x="3540" y="12431"/>
                  <a:pt x="6010" y="9426"/>
                </a:cubicBezTo>
                <a:cubicBezTo>
                  <a:pt x="8576" y="6325"/>
                  <a:pt x="11841" y="3965"/>
                  <a:pt x="15862" y="2360"/>
                </a:cubicBezTo>
                <a:cubicBezTo>
                  <a:pt x="19827" y="796"/>
                  <a:pt x="24122" y="0"/>
                  <a:pt x="28732" y="0"/>
                </a:cubicBezTo>
                <a:cubicBezTo>
                  <a:pt x="34728" y="0"/>
                  <a:pt x="40148" y="1276"/>
                  <a:pt x="45019" y="3856"/>
                </a:cubicBezTo>
                <a:cubicBezTo>
                  <a:pt x="50014" y="6421"/>
                  <a:pt x="53485" y="10181"/>
                  <a:pt x="55529" y="14997"/>
                </a:cubicBezTo>
                <a:lnTo>
                  <a:pt x="45239" y="19717"/>
                </a:lnTo>
                <a:cubicBezTo>
                  <a:pt x="43523" y="16287"/>
                  <a:pt x="41163" y="13927"/>
                  <a:pt x="38159" y="12651"/>
                </a:cubicBezTo>
                <a:cubicBezTo>
                  <a:pt x="35263" y="11251"/>
                  <a:pt x="32162" y="10497"/>
                  <a:pt x="28732" y="10497"/>
                </a:cubicBezTo>
                <a:cubicBezTo>
                  <a:pt x="24972" y="10497"/>
                  <a:pt x="21652" y="11361"/>
                  <a:pt x="18647" y="13076"/>
                </a:cubicBezTo>
                <a:cubicBezTo>
                  <a:pt x="15656" y="14682"/>
                  <a:pt x="14146" y="16932"/>
                  <a:pt x="14146" y="19937"/>
                </a:cubicBezTo>
                <a:cubicBezTo>
                  <a:pt x="14146" y="22832"/>
                  <a:pt x="15272" y="25027"/>
                  <a:pt x="17577" y="26578"/>
                </a:cubicBezTo>
                <a:cubicBezTo>
                  <a:pt x="19992" y="28032"/>
                  <a:pt x="22942" y="29157"/>
                  <a:pt x="26372" y="30008"/>
                </a:cubicBezTo>
                <a:lnTo>
                  <a:pt x="36443" y="32588"/>
                </a:lnTo>
                <a:cubicBezTo>
                  <a:pt x="50274" y="36169"/>
                  <a:pt x="57245" y="42975"/>
                  <a:pt x="57245" y="52950"/>
                </a:cubicBezTo>
                <a:cubicBezTo>
                  <a:pt x="57245" y="57396"/>
                  <a:pt x="55955" y="61265"/>
                  <a:pt x="53389" y="64531"/>
                </a:cubicBezTo>
                <a:cubicBezTo>
                  <a:pt x="50919" y="67686"/>
                  <a:pt x="47599" y="70101"/>
                  <a:pt x="43304" y="71816"/>
                </a:cubicBezTo>
                <a:cubicBezTo>
                  <a:pt x="39133" y="73532"/>
                  <a:pt x="34522" y="74396"/>
                  <a:pt x="29377" y="74396"/>
                </a:cubicBezTo>
                <a:close/>
                <a:moveTo>
                  <a:pt x="29377" y="74396"/>
                </a:moveTo>
              </a:path>
            </a:pathLst>
          </a:custGeom>
          <a:solidFill xmlns:a="http://schemas.openxmlformats.org/drawingml/2006/main">
            <a:srgbClr val="666666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F373971B-B2D6-457C-BEEB-D8438DC39A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86861" y="2291661"/>
            <a:ext cx="17577" cy="17577"/>
          </a:xfrm>
          <a:custGeom xmlns:a="http://schemas.openxmlformats.org/drawingml/2006/main">
            <a:pathLst>
              <a:path w="17577" h="17577">
                <a:moveTo>
                  <a:pt x="8782" y="17577"/>
                </a:moveTo>
                <a:cubicBezTo>
                  <a:pt x="6325" y="17577"/>
                  <a:pt x="4281" y="16712"/>
                  <a:pt x="2566" y="14997"/>
                </a:cubicBezTo>
                <a:cubicBezTo>
                  <a:pt x="851" y="13282"/>
                  <a:pt x="0" y="11251"/>
                  <a:pt x="0" y="8782"/>
                </a:cubicBezTo>
                <a:cubicBezTo>
                  <a:pt x="0" y="6367"/>
                  <a:pt x="851" y="4281"/>
                  <a:pt x="2566" y="2566"/>
                </a:cubicBezTo>
                <a:cubicBezTo>
                  <a:pt x="4281" y="851"/>
                  <a:pt x="6325" y="0"/>
                  <a:pt x="8782" y="0"/>
                </a:cubicBezTo>
                <a:cubicBezTo>
                  <a:pt x="11361" y="0"/>
                  <a:pt x="13392" y="851"/>
                  <a:pt x="14997" y="2566"/>
                </a:cubicBezTo>
                <a:cubicBezTo>
                  <a:pt x="16712" y="4281"/>
                  <a:pt x="17577" y="6367"/>
                  <a:pt x="17577" y="8782"/>
                </a:cubicBezTo>
                <a:cubicBezTo>
                  <a:pt x="17577" y="11251"/>
                  <a:pt x="16712" y="13282"/>
                  <a:pt x="14997" y="14997"/>
                </a:cubicBezTo>
                <a:cubicBezTo>
                  <a:pt x="13392" y="16712"/>
                  <a:pt x="11361" y="17577"/>
                  <a:pt x="8782" y="17577"/>
                </a:cubicBezTo>
                <a:close/>
                <a:moveTo>
                  <a:pt x="8782" y="17577"/>
                </a:moveTo>
              </a:path>
            </a:pathLst>
          </a:custGeom>
          <a:solidFill xmlns:a="http://schemas.openxmlformats.org/drawingml/2006/main">
            <a:srgbClr val="666666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987206E3-EECC-47DE-B4F3-2E7EE40130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47426" y="2207824"/>
            <a:ext cx="89832" cy="102703"/>
          </a:xfrm>
          <a:custGeom xmlns:a="http://schemas.openxmlformats.org/drawingml/2006/main">
            <a:pathLst>
              <a:path w="89832" h="102703">
                <a:moveTo>
                  <a:pt x="51015" y="102703"/>
                </a:moveTo>
                <a:cubicBezTo>
                  <a:pt x="43729" y="102703"/>
                  <a:pt x="36924" y="101413"/>
                  <a:pt x="30653" y="98833"/>
                </a:cubicBezTo>
                <a:cubicBezTo>
                  <a:pt x="24492" y="96268"/>
                  <a:pt x="19127" y="92727"/>
                  <a:pt x="14572" y="88117"/>
                </a:cubicBezTo>
                <a:cubicBezTo>
                  <a:pt x="9962" y="83397"/>
                  <a:pt x="6421" y="77936"/>
                  <a:pt x="3856" y="71611"/>
                </a:cubicBezTo>
                <a:cubicBezTo>
                  <a:pt x="1276" y="65340"/>
                  <a:pt x="0" y="58644"/>
                  <a:pt x="0" y="51454"/>
                </a:cubicBezTo>
                <a:cubicBezTo>
                  <a:pt x="0" y="44059"/>
                  <a:pt x="1276" y="37253"/>
                  <a:pt x="3856" y="31092"/>
                </a:cubicBezTo>
                <a:cubicBezTo>
                  <a:pt x="6421" y="24822"/>
                  <a:pt x="9962" y="19402"/>
                  <a:pt x="14572" y="14791"/>
                </a:cubicBezTo>
                <a:cubicBezTo>
                  <a:pt x="19127" y="10085"/>
                  <a:pt x="24492" y="6435"/>
                  <a:pt x="30653" y="3856"/>
                </a:cubicBezTo>
                <a:cubicBezTo>
                  <a:pt x="36924" y="1290"/>
                  <a:pt x="43729" y="0"/>
                  <a:pt x="51015" y="0"/>
                </a:cubicBezTo>
                <a:cubicBezTo>
                  <a:pt x="58425" y="0"/>
                  <a:pt x="65175" y="1454"/>
                  <a:pt x="71172" y="4295"/>
                </a:cubicBezTo>
                <a:cubicBezTo>
                  <a:pt x="77277" y="7025"/>
                  <a:pt x="82588" y="10936"/>
                  <a:pt x="87033" y="16081"/>
                </a:cubicBezTo>
                <a:lnTo>
                  <a:pt x="78677" y="24232"/>
                </a:lnTo>
                <a:cubicBezTo>
                  <a:pt x="71391" y="15546"/>
                  <a:pt x="62171" y="11155"/>
                  <a:pt x="51015" y="11155"/>
                </a:cubicBezTo>
                <a:cubicBezTo>
                  <a:pt x="43839" y="11155"/>
                  <a:pt x="37294" y="12816"/>
                  <a:pt x="31298" y="16081"/>
                </a:cubicBezTo>
                <a:cubicBezTo>
                  <a:pt x="25398" y="19402"/>
                  <a:pt x="20691" y="24012"/>
                  <a:pt x="17151" y="30022"/>
                </a:cubicBezTo>
                <a:cubicBezTo>
                  <a:pt x="13556" y="36018"/>
                  <a:pt x="11786" y="43208"/>
                  <a:pt x="11786" y="51454"/>
                </a:cubicBezTo>
                <a:cubicBezTo>
                  <a:pt x="11786" y="59605"/>
                  <a:pt x="13556" y="66685"/>
                  <a:pt x="17151" y="72681"/>
                </a:cubicBezTo>
                <a:cubicBezTo>
                  <a:pt x="20691" y="78691"/>
                  <a:pt x="25398" y="83342"/>
                  <a:pt x="31298" y="86622"/>
                </a:cubicBezTo>
                <a:cubicBezTo>
                  <a:pt x="37294" y="89942"/>
                  <a:pt x="43839" y="91547"/>
                  <a:pt x="51015" y="91547"/>
                </a:cubicBezTo>
                <a:cubicBezTo>
                  <a:pt x="57450" y="91547"/>
                  <a:pt x="63076" y="90258"/>
                  <a:pt x="67961" y="87692"/>
                </a:cubicBezTo>
                <a:cubicBezTo>
                  <a:pt x="72942" y="85002"/>
                  <a:pt x="77387" y="81421"/>
                  <a:pt x="81257" y="76976"/>
                </a:cubicBezTo>
                <a:lnTo>
                  <a:pt x="89832" y="85112"/>
                </a:lnTo>
                <a:cubicBezTo>
                  <a:pt x="85538" y="90258"/>
                  <a:pt x="80022" y="94498"/>
                  <a:pt x="73312" y="97763"/>
                </a:cubicBezTo>
                <a:cubicBezTo>
                  <a:pt x="66561" y="101029"/>
                  <a:pt x="59166" y="102703"/>
                  <a:pt x="51015" y="102703"/>
                </a:cubicBezTo>
                <a:close/>
                <a:moveTo>
                  <a:pt x="51015" y="102703"/>
                </a:moveTo>
              </a:path>
            </a:pathLst>
          </a:custGeom>
          <a:solidFill xmlns:a="http://schemas.openxmlformats.org/drawingml/2006/main">
            <a:srgbClr val="666666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B7BAAD3A-2FBD-4B49-A4A8-FC43046BA5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45190" y="2236131"/>
            <a:ext cx="72036" cy="74396"/>
          </a:xfrm>
          <a:custGeom xmlns:a="http://schemas.openxmlformats.org/drawingml/2006/main">
            <a:pathLst>
              <a:path w="72036" h="74396">
                <a:moveTo>
                  <a:pt x="36018" y="74396"/>
                </a:moveTo>
                <a:cubicBezTo>
                  <a:pt x="28993" y="74396"/>
                  <a:pt x="22777" y="72722"/>
                  <a:pt x="17357" y="69456"/>
                </a:cubicBezTo>
                <a:cubicBezTo>
                  <a:pt x="11896" y="66191"/>
                  <a:pt x="7602" y="61745"/>
                  <a:pt x="4501" y="56161"/>
                </a:cubicBezTo>
                <a:cubicBezTo>
                  <a:pt x="1496" y="50480"/>
                  <a:pt x="0" y="44155"/>
                  <a:pt x="0" y="37294"/>
                </a:cubicBezTo>
                <a:cubicBezTo>
                  <a:pt x="0" y="30337"/>
                  <a:pt x="1496" y="24012"/>
                  <a:pt x="4501" y="18427"/>
                </a:cubicBezTo>
                <a:cubicBezTo>
                  <a:pt x="7602" y="12747"/>
                  <a:pt x="11896" y="8246"/>
                  <a:pt x="17357" y="4926"/>
                </a:cubicBezTo>
                <a:cubicBezTo>
                  <a:pt x="22777" y="1660"/>
                  <a:pt x="28993" y="0"/>
                  <a:pt x="36018" y="0"/>
                </a:cubicBezTo>
                <a:cubicBezTo>
                  <a:pt x="42988" y="0"/>
                  <a:pt x="49204" y="1715"/>
                  <a:pt x="54665" y="5145"/>
                </a:cubicBezTo>
                <a:cubicBezTo>
                  <a:pt x="60085" y="8466"/>
                  <a:pt x="64311" y="12857"/>
                  <a:pt x="67316" y="18427"/>
                </a:cubicBezTo>
                <a:cubicBezTo>
                  <a:pt x="70431" y="24012"/>
                  <a:pt x="72036" y="30337"/>
                  <a:pt x="72036" y="37294"/>
                </a:cubicBezTo>
                <a:cubicBezTo>
                  <a:pt x="72036" y="44155"/>
                  <a:pt x="70431" y="50480"/>
                  <a:pt x="67316" y="56161"/>
                </a:cubicBezTo>
                <a:cubicBezTo>
                  <a:pt x="64311" y="61745"/>
                  <a:pt x="60085" y="66191"/>
                  <a:pt x="54665" y="69456"/>
                </a:cubicBezTo>
                <a:cubicBezTo>
                  <a:pt x="49204" y="72722"/>
                  <a:pt x="42988" y="74396"/>
                  <a:pt x="36018" y="74396"/>
                </a:cubicBezTo>
                <a:close/>
                <a:moveTo>
                  <a:pt x="36018" y="63886"/>
                </a:moveTo>
                <a:cubicBezTo>
                  <a:pt x="40299" y="63886"/>
                  <a:pt x="44210" y="62815"/>
                  <a:pt x="47804" y="60675"/>
                </a:cubicBezTo>
                <a:cubicBezTo>
                  <a:pt x="51509" y="58521"/>
                  <a:pt x="54500" y="55529"/>
                  <a:pt x="56806" y="51660"/>
                </a:cubicBezTo>
                <a:cubicBezTo>
                  <a:pt x="59056" y="47695"/>
                  <a:pt x="60236" y="42879"/>
                  <a:pt x="60236" y="37294"/>
                </a:cubicBezTo>
                <a:cubicBezTo>
                  <a:pt x="60236" y="31614"/>
                  <a:pt x="59056" y="26797"/>
                  <a:pt x="56806" y="22942"/>
                </a:cubicBezTo>
                <a:cubicBezTo>
                  <a:pt x="54500" y="18963"/>
                  <a:pt x="51509" y="15862"/>
                  <a:pt x="47804" y="13721"/>
                </a:cubicBezTo>
                <a:cubicBezTo>
                  <a:pt x="44210" y="11567"/>
                  <a:pt x="40299" y="10497"/>
                  <a:pt x="36018" y="10497"/>
                </a:cubicBezTo>
                <a:cubicBezTo>
                  <a:pt x="31833" y="10497"/>
                  <a:pt x="27868" y="11567"/>
                  <a:pt x="24012" y="13721"/>
                </a:cubicBezTo>
                <a:cubicBezTo>
                  <a:pt x="20252" y="15862"/>
                  <a:pt x="17247" y="18963"/>
                  <a:pt x="14997" y="22942"/>
                </a:cubicBezTo>
                <a:cubicBezTo>
                  <a:pt x="12692" y="26797"/>
                  <a:pt x="11567" y="31614"/>
                  <a:pt x="11567" y="37294"/>
                </a:cubicBezTo>
                <a:cubicBezTo>
                  <a:pt x="11567" y="42879"/>
                  <a:pt x="12692" y="47695"/>
                  <a:pt x="14997" y="51660"/>
                </a:cubicBezTo>
                <a:cubicBezTo>
                  <a:pt x="17247" y="55529"/>
                  <a:pt x="20252" y="58521"/>
                  <a:pt x="24012" y="60675"/>
                </a:cubicBezTo>
                <a:cubicBezTo>
                  <a:pt x="27868" y="62815"/>
                  <a:pt x="31833" y="63886"/>
                  <a:pt x="36018" y="63886"/>
                </a:cubicBezTo>
                <a:close/>
                <a:moveTo>
                  <a:pt x="36018" y="63886"/>
                </a:moveTo>
              </a:path>
            </a:pathLst>
          </a:custGeom>
          <a:solidFill xmlns:a="http://schemas.openxmlformats.org/drawingml/2006/main">
            <a:srgbClr val="666666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68EC7488-5E79-4784-A70F-9A7EAEFAF0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29973" y="2209965"/>
            <a:ext cx="11786" cy="98408"/>
          </a:xfrm>
          <a:custGeom xmlns:a="http://schemas.openxmlformats.org/drawingml/2006/main">
            <a:pathLst>
              <a:path w="11786" h="98408">
                <a:moveTo>
                  <a:pt x="0" y="0"/>
                </a:moveTo>
                <a:lnTo>
                  <a:pt x="11786" y="0"/>
                </a:lnTo>
                <a:lnTo>
                  <a:pt x="11786" y="98408"/>
                </a:lnTo>
                <a:lnTo>
                  <a:pt x="0" y="98408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666666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3814BFC8-2AD6-4A32-9800-87BD4199AC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54629" y="2236131"/>
            <a:ext cx="72036" cy="74396"/>
          </a:xfrm>
          <a:custGeom xmlns:a="http://schemas.openxmlformats.org/drawingml/2006/main">
            <a:pathLst>
              <a:path w="72036" h="74396">
                <a:moveTo>
                  <a:pt x="36018" y="74396"/>
                </a:moveTo>
                <a:cubicBezTo>
                  <a:pt x="29006" y="74396"/>
                  <a:pt x="22777" y="72722"/>
                  <a:pt x="17371" y="69456"/>
                </a:cubicBezTo>
                <a:cubicBezTo>
                  <a:pt x="11896" y="66191"/>
                  <a:pt x="7615" y="61745"/>
                  <a:pt x="4501" y="56161"/>
                </a:cubicBezTo>
                <a:cubicBezTo>
                  <a:pt x="1509" y="50480"/>
                  <a:pt x="0" y="44155"/>
                  <a:pt x="0" y="37294"/>
                </a:cubicBezTo>
                <a:cubicBezTo>
                  <a:pt x="0" y="30337"/>
                  <a:pt x="1509" y="24012"/>
                  <a:pt x="4501" y="18427"/>
                </a:cubicBezTo>
                <a:cubicBezTo>
                  <a:pt x="7615" y="12747"/>
                  <a:pt x="11896" y="8246"/>
                  <a:pt x="17371" y="4926"/>
                </a:cubicBezTo>
                <a:cubicBezTo>
                  <a:pt x="22777" y="1660"/>
                  <a:pt x="29006" y="0"/>
                  <a:pt x="36018" y="0"/>
                </a:cubicBezTo>
                <a:cubicBezTo>
                  <a:pt x="42988" y="0"/>
                  <a:pt x="49204" y="1715"/>
                  <a:pt x="54679" y="5145"/>
                </a:cubicBezTo>
                <a:cubicBezTo>
                  <a:pt x="60085" y="8466"/>
                  <a:pt x="64325" y="12857"/>
                  <a:pt x="67330" y="18427"/>
                </a:cubicBezTo>
                <a:cubicBezTo>
                  <a:pt x="70431" y="24012"/>
                  <a:pt x="72036" y="30337"/>
                  <a:pt x="72036" y="37294"/>
                </a:cubicBezTo>
                <a:cubicBezTo>
                  <a:pt x="72036" y="44155"/>
                  <a:pt x="70431" y="50480"/>
                  <a:pt x="67330" y="56161"/>
                </a:cubicBezTo>
                <a:cubicBezTo>
                  <a:pt x="64325" y="61745"/>
                  <a:pt x="60085" y="66191"/>
                  <a:pt x="54679" y="69456"/>
                </a:cubicBezTo>
                <a:cubicBezTo>
                  <a:pt x="49204" y="72722"/>
                  <a:pt x="42988" y="74396"/>
                  <a:pt x="36018" y="74396"/>
                </a:cubicBezTo>
                <a:close/>
                <a:moveTo>
                  <a:pt x="36018" y="63886"/>
                </a:moveTo>
                <a:cubicBezTo>
                  <a:pt x="40313" y="63886"/>
                  <a:pt x="44223" y="62815"/>
                  <a:pt x="47818" y="60675"/>
                </a:cubicBezTo>
                <a:cubicBezTo>
                  <a:pt x="51509" y="58521"/>
                  <a:pt x="54514" y="55529"/>
                  <a:pt x="56819" y="51660"/>
                </a:cubicBezTo>
                <a:cubicBezTo>
                  <a:pt x="59070" y="47695"/>
                  <a:pt x="60250" y="42879"/>
                  <a:pt x="60250" y="37294"/>
                </a:cubicBezTo>
                <a:cubicBezTo>
                  <a:pt x="60250" y="31614"/>
                  <a:pt x="59070" y="26797"/>
                  <a:pt x="56819" y="22942"/>
                </a:cubicBezTo>
                <a:cubicBezTo>
                  <a:pt x="54514" y="18963"/>
                  <a:pt x="51509" y="15862"/>
                  <a:pt x="47818" y="13721"/>
                </a:cubicBezTo>
                <a:cubicBezTo>
                  <a:pt x="44223" y="11567"/>
                  <a:pt x="40313" y="10497"/>
                  <a:pt x="36018" y="10497"/>
                </a:cubicBezTo>
                <a:cubicBezTo>
                  <a:pt x="31847" y="10497"/>
                  <a:pt x="27868" y="11567"/>
                  <a:pt x="24012" y="13721"/>
                </a:cubicBezTo>
                <a:cubicBezTo>
                  <a:pt x="20266" y="15862"/>
                  <a:pt x="17261" y="18963"/>
                  <a:pt x="15011" y="22942"/>
                </a:cubicBezTo>
                <a:cubicBezTo>
                  <a:pt x="12706" y="26797"/>
                  <a:pt x="11581" y="31614"/>
                  <a:pt x="11581" y="37294"/>
                </a:cubicBezTo>
                <a:cubicBezTo>
                  <a:pt x="11581" y="42879"/>
                  <a:pt x="12706" y="47695"/>
                  <a:pt x="15011" y="51660"/>
                </a:cubicBezTo>
                <a:cubicBezTo>
                  <a:pt x="17261" y="55529"/>
                  <a:pt x="20266" y="58521"/>
                  <a:pt x="24012" y="60675"/>
                </a:cubicBezTo>
                <a:cubicBezTo>
                  <a:pt x="27868" y="62815"/>
                  <a:pt x="31847" y="63886"/>
                  <a:pt x="36018" y="63886"/>
                </a:cubicBezTo>
                <a:close/>
                <a:moveTo>
                  <a:pt x="36018" y="63886"/>
                </a:moveTo>
              </a:path>
            </a:pathLst>
          </a:custGeom>
          <a:solidFill xmlns:a="http://schemas.openxmlformats.org/drawingml/2006/main">
            <a:srgbClr val="666666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A5958527-0A9F-49D4-8CA4-89FC5F71DA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38781" y="2208895"/>
            <a:ext cx="91547" cy="99478"/>
          </a:xfrm>
          <a:custGeom xmlns:a="http://schemas.openxmlformats.org/drawingml/2006/main">
            <a:pathLst>
              <a:path w="91547" h="99478">
                <a:moveTo>
                  <a:pt x="58960" y="99478"/>
                </a:moveTo>
                <a:lnTo>
                  <a:pt x="58960" y="39887"/>
                </a:lnTo>
                <a:lnTo>
                  <a:pt x="45884" y="39887"/>
                </a:lnTo>
                <a:lnTo>
                  <a:pt x="45884" y="29377"/>
                </a:lnTo>
                <a:lnTo>
                  <a:pt x="58960" y="29377"/>
                </a:lnTo>
                <a:lnTo>
                  <a:pt x="58960" y="21872"/>
                </a:lnTo>
                <a:cubicBezTo>
                  <a:pt x="58960" y="17316"/>
                  <a:pt x="59920" y="13406"/>
                  <a:pt x="61965" y="10085"/>
                </a:cubicBezTo>
                <a:cubicBezTo>
                  <a:pt x="63941" y="6806"/>
                  <a:pt x="66671" y="4295"/>
                  <a:pt x="70101" y="2580"/>
                </a:cubicBezTo>
                <a:cubicBezTo>
                  <a:pt x="73532" y="864"/>
                  <a:pt x="77236" y="0"/>
                  <a:pt x="81257" y="0"/>
                </a:cubicBezTo>
                <a:cubicBezTo>
                  <a:pt x="83932" y="0"/>
                  <a:pt x="86086" y="165"/>
                  <a:pt x="87692" y="439"/>
                </a:cubicBezTo>
                <a:cubicBezTo>
                  <a:pt x="89242" y="755"/>
                  <a:pt x="90532" y="1180"/>
                  <a:pt x="91547" y="1715"/>
                </a:cubicBezTo>
                <a:lnTo>
                  <a:pt x="91547" y="13076"/>
                </a:lnTo>
                <a:cubicBezTo>
                  <a:pt x="90367" y="12651"/>
                  <a:pt x="89023" y="12226"/>
                  <a:pt x="87472" y="11800"/>
                </a:cubicBezTo>
                <a:cubicBezTo>
                  <a:pt x="85867" y="11265"/>
                  <a:pt x="83932" y="10936"/>
                  <a:pt x="81682" y="10936"/>
                </a:cubicBezTo>
                <a:cubicBezTo>
                  <a:pt x="78787" y="10936"/>
                  <a:pt x="76221" y="11951"/>
                  <a:pt x="73971" y="13941"/>
                </a:cubicBezTo>
                <a:cubicBezTo>
                  <a:pt x="71666" y="15971"/>
                  <a:pt x="70540" y="19031"/>
                  <a:pt x="70540" y="23161"/>
                </a:cubicBezTo>
                <a:lnTo>
                  <a:pt x="70540" y="29377"/>
                </a:lnTo>
                <a:lnTo>
                  <a:pt x="88543" y="29377"/>
                </a:lnTo>
                <a:lnTo>
                  <a:pt x="88543" y="39887"/>
                </a:lnTo>
                <a:lnTo>
                  <a:pt x="70540" y="39887"/>
                </a:lnTo>
                <a:lnTo>
                  <a:pt x="70540" y="99478"/>
                </a:lnTo>
                <a:lnTo>
                  <a:pt x="58960" y="99478"/>
                </a:lnTo>
                <a:close/>
                <a:moveTo>
                  <a:pt x="0" y="99478"/>
                </a:moveTo>
                <a:lnTo>
                  <a:pt x="0" y="29377"/>
                </a:lnTo>
                <a:lnTo>
                  <a:pt x="11155" y="29377"/>
                </a:lnTo>
                <a:lnTo>
                  <a:pt x="11155" y="40519"/>
                </a:lnTo>
                <a:lnTo>
                  <a:pt x="11786" y="40519"/>
                </a:lnTo>
                <a:cubicBezTo>
                  <a:pt x="13502" y="36402"/>
                  <a:pt x="16342" y="33178"/>
                  <a:pt x="20362" y="30873"/>
                </a:cubicBezTo>
                <a:cubicBezTo>
                  <a:pt x="24341" y="28622"/>
                  <a:pt x="28622" y="27442"/>
                  <a:pt x="33233" y="27442"/>
                </a:cubicBezTo>
                <a:cubicBezTo>
                  <a:pt x="34522" y="27442"/>
                  <a:pt x="35428" y="27552"/>
                  <a:pt x="36018" y="27662"/>
                </a:cubicBezTo>
                <a:cubicBezTo>
                  <a:pt x="36718" y="27662"/>
                  <a:pt x="37418" y="27772"/>
                  <a:pt x="38159" y="27881"/>
                </a:cubicBezTo>
                <a:lnTo>
                  <a:pt x="38159" y="39887"/>
                </a:lnTo>
                <a:cubicBezTo>
                  <a:pt x="36553" y="39448"/>
                  <a:pt x="34413" y="39242"/>
                  <a:pt x="31737" y="39242"/>
                </a:cubicBezTo>
                <a:cubicBezTo>
                  <a:pt x="25837" y="39242"/>
                  <a:pt x="21062" y="41273"/>
                  <a:pt x="17371" y="45239"/>
                </a:cubicBezTo>
                <a:cubicBezTo>
                  <a:pt x="13611" y="49094"/>
                  <a:pt x="11786" y="54240"/>
                  <a:pt x="11786" y="60675"/>
                </a:cubicBezTo>
                <a:lnTo>
                  <a:pt x="11786" y="99478"/>
                </a:lnTo>
                <a:lnTo>
                  <a:pt x="0" y="99478"/>
                </a:lnTo>
                <a:close/>
                <a:moveTo>
                  <a:pt x="0" y="99478"/>
                </a:moveTo>
              </a:path>
            </a:pathLst>
          </a:custGeom>
          <a:solidFill xmlns:a="http://schemas.openxmlformats.org/drawingml/2006/main">
            <a:srgbClr val="666666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CBE39B22-AD4E-4B21-A7B1-623D4CF517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39755" y="2238272"/>
            <a:ext cx="60250" cy="72256"/>
          </a:xfrm>
          <a:custGeom xmlns:a="http://schemas.openxmlformats.org/drawingml/2006/main">
            <a:pathLst>
              <a:path w="60250" h="72256">
                <a:moveTo>
                  <a:pt x="25947" y="72256"/>
                </a:moveTo>
                <a:cubicBezTo>
                  <a:pt x="17371" y="72256"/>
                  <a:pt x="10826" y="69786"/>
                  <a:pt x="6435" y="64750"/>
                </a:cubicBezTo>
                <a:cubicBezTo>
                  <a:pt x="2154" y="59756"/>
                  <a:pt x="0" y="52895"/>
                  <a:pt x="0" y="44168"/>
                </a:cubicBezTo>
                <a:lnTo>
                  <a:pt x="0" y="0"/>
                </a:lnTo>
                <a:lnTo>
                  <a:pt x="11581" y="0"/>
                </a:lnTo>
                <a:lnTo>
                  <a:pt x="11581" y="42453"/>
                </a:lnTo>
                <a:cubicBezTo>
                  <a:pt x="11581" y="49314"/>
                  <a:pt x="13131" y="54240"/>
                  <a:pt x="16301" y="57245"/>
                </a:cubicBezTo>
                <a:cubicBezTo>
                  <a:pt x="19566" y="60250"/>
                  <a:pt x="23642" y="61745"/>
                  <a:pt x="28526" y="61745"/>
                </a:cubicBezTo>
                <a:cubicBezTo>
                  <a:pt x="32492" y="61745"/>
                  <a:pt x="36018" y="60675"/>
                  <a:pt x="39023" y="58534"/>
                </a:cubicBezTo>
                <a:cubicBezTo>
                  <a:pt x="42138" y="56380"/>
                  <a:pt x="44498" y="53595"/>
                  <a:pt x="46103" y="50165"/>
                </a:cubicBezTo>
                <a:cubicBezTo>
                  <a:pt x="47818" y="46734"/>
                  <a:pt x="48669" y="43249"/>
                  <a:pt x="48669" y="39668"/>
                </a:cubicBezTo>
                <a:lnTo>
                  <a:pt x="48669" y="0"/>
                </a:lnTo>
                <a:lnTo>
                  <a:pt x="60250" y="0"/>
                </a:lnTo>
                <a:lnTo>
                  <a:pt x="60250" y="70101"/>
                </a:lnTo>
                <a:lnTo>
                  <a:pt x="49108" y="70101"/>
                </a:lnTo>
                <a:lnTo>
                  <a:pt x="49108" y="60030"/>
                </a:lnTo>
                <a:lnTo>
                  <a:pt x="48669" y="60030"/>
                </a:lnTo>
                <a:cubicBezTo>
                  <a:pt x="46803" y="63351"/>
                  <a:pt x="43798" y="66191"/>
                  <a:pt x="39668" y="68606"/>
                </a:cubicBezTo>
                <a:cubicBezTo>
                  <a:pt x="35483" y="71021"/>
                  <a:pt x="30927" y="72256"/>
                  <a:pt x="25947" y="72256"/>
                </a:cubicBezTo>
                <a:close/>
                <a:moveTo>
                  <a:pt x="25947" y="72256"/>
                </a:moveTo>
              </a:path>
            </a:pathLst>
          </a:custGeom>
          <a:solidFill xmlns:a="http://schemas.openxmlformats.org/drawingml/2006/main">
            <a:srgbClr val="666666"/>
          </a:solidFill>
          <a:ln xmlns:a="http://schemas.openxmlformats.org/drawingml/2006/main" w="0" cap="flat">
            <a:noFill/>
            <a:miter/>
          </a:ln>
        </p:spPr>
      </p:sp>
      <p:sp>
        <p:nvSpPr>
          <p:cNvPr id="4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F62E3C1D-117E-4EB6-992B-B8EBE25E5B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17266" y="2209965"/>
            <a:ext cx="11786" cy="98408"/>
          </a:xfrm>
          <a:custGeom xmlns:a="http://schemas.openxmlformats.org/drawingml/2006/main">
            <a:pathLst>
              <a:path w="11786" h="98408">
                <a:moveTo>
                  <a:pt x="0" y="0"/>
                </a:moveTo>
                <a:lnTo>
                  <a:pt x="11786" y="0"/>
                </a:lnTo>
                <a:lnTo>
                  <a:pt x="11786" y="98408"/>
                </a:lnTo>
                <a:lnTo>
                  <a:pt x="0" y="98408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666666"/>
          </a:solidFill>
          <a:ln xmlns:a="http://schemas.openxmlformats.org/drawingml/2006/main" w="0" cap="flat">
            <a:noFill/>
            <a:miter/>
          </a:ln>
        </p:spPr>
      </p:sp>
      <p:sp>
        <p:nvSpPr>
          <p:cNvPr id="4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A1815203-40E9-4727-8943-614BFB20E2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70641" y="2208689"/>
            <a:ext cx="70540" cy="99684"/>
          </a:xfrm>
          <a:custGeom xmlns:a="http://schemas.openxmlformats.org/drawingml/2006/main">
            <a:pathLst>
              <a:path w="70540" h="99684">
                <a:moveTo>
                  <a:pt x="62184" y="16712"/>
                </a:moveTo>
                <a:cubicBezTo>
                  <a:pt x="59879" y="16712"/>
                  <a:pt x="57890" y="15971"/>
                  <a:pt x="56174" y="14366"/>
                </a:cubicBezTo>
                <a:cubicBezTo>
                  <a:pt x="54569" y="12651"/>
                  <a:pt x="53814" y="10661"/>
                  <a:pt x="53814" y="8356"/>
                </a:cubicBezTo>
                <a:cubicBezTo>
                  <a:pt x="53814" y="5941"/>
                  <a:pt x="54569" y="3965"/>
                  <a:pt x="56174" y="2360"/>
                </a:cubicBezTo>
                <a:cubicBezTo>
                  <a:pt x="57890" y="796"/>
                  <a:pt x="59879" y="0"/>
                  <a:pt x="62184" y="0"/>
                </a:cubicBezTo>
                <a:cubicBezTo>
                  <a:pt x="64599" y="0"/>
                  <a:pt x="66575" y="796"/>
                  <a:pt x="68180" y="2360"/>
                </a:cubicBezTo>
                <a:cubicBezTo>
                  <a:pt x="69745" y="3965"/>
                  <a:pt x="70540" y="5941"/>
                  <a:pt x="70540" y="8356"/>
                </a:cubicBezTo>
                <a:cubicBezTo>
                  <a:pt x="70540" y="10661"/>
                  <a:pt x="69745" y="12651"/>
                  <a:pt x="68180" y="14366"/>
                </a:cubicBezTo>
                <a:cubicBezTo>
                  <a:pt x="66575" y="15971"/>
                  <a:pt x="64599" y="16712"/>
                  <a:pt x="62184" y="16712"/>
                </a:cubicBezTo>
                <a:close/>
                <a:moveTo>
                  <a:pt x="12870" y="99684"/>
                </a:moveTo>
                <a:lnTo>
                  <a:pt x="12870" y="40093"/>
                </a:lnTo>
                <a:lnTo>
                  <a:pt x="0" y="40093"/>
                </a:lnTo>
                <a:lnTo>
                  <a:pt x="0" y="29583"/>
                </a:lnTo>
                <a:lnTo>
                  <a:pt x="12870" y="29583"/>
                </a:lnTo>
                <a:lnTo>
                  <a:pt x="12870" y="22077"/>
                </a:lnTo>
                <a:cubicBezTo>
                  <a:pt x="12870" y="17522"/>
                  <a:pt x="13831" y="13611"/>
                  <a:pt x="15875" y="10291"/>
                </a:cubicBezTo>
                <a:cubicBezTo>
                  <a:pt x="17851" y="7012"/>
                  <a:pt x="20582" y="4501"/>
                  <a:pt x="24012" y="2785"/>
                </a:cubicBezTo>
                <a:cubicBezTo>
                  <a:pt x="27442" y="1070"/>
                  <a:pt x="31202" y="206"/>
                  <a:pt x="35387" y="206"/>
                </a:cubicBezTo>
                <a:cubicBezTo>
                  <a:pt x="37953" y="206"/>
                  <a:pt x="39997" y="370"/>
                  <a:pt x="41603" y="645"/>
                </a:cubicBezTo>
                <a:cubicBezTo>
                  <a:pt x="43153" y="960"/>
                  <a:pt x="44498" y="1386"/>
                  <a:pt x="45678" y="1921"/>
                </a:cubicBezTo>
                <a:lnTo>
                  <a:pt x="45678" y="13282"/>
                </a:lnTo>
                <a:cubicBezTo>
                  <a:pt x="44388" y="12857"/>
                  <a:pt x="42933" y="12431"/>
                  <a:pt x="41383" y="12006"/>
                </a:cubicBezTo>
                <a:cubicBezTo>
                  <a:pt x="39942" y="11471"/>
                  <a:pt x="38062" y="11142"/>
                  <a:pt x="35812" y="11142"/>
                </a:cubicBezTo>
                <a:cubicBezTo>
                  <a:pt x="32917" y="11142"/>
                  <a:pt x="30337" y="12157"/>
                  <a:pt x="28087" y="14146"/>
                </a:cubicBezTo>
                <a:cubicBezTo>
                  <a:pt x="25782" y="16177"/>
                  <a:pt x="24657" y="19237"/>
                  <a:pt x="24657" y="23367"/>
                </a:cubicBezTo>
                <a:lnTo>
                  <a:pt x="24657" y="29583"/>
                </a:lnTo>
                <a:lnTo>
                  <a:pt x="68180" y="29583"/>
                </a:lnTo>
                <a:lnTo>
                  <a:pt x="68180" y="99684"/>
                </a:lnTo>
                <a:lnTo>
                  <a:pt x="56394" y="99684"/>
                </a:lnTo>
                <a:lnTo>
                  <a:pt x="56394" y="40093"/>
                </a:lnTo>
                <a:lnTo>
                  <a:pt x="24657" y="40093"/>
                </a:lnTo>
                <a:lnTo>
                  <a:pt x="24657" y="99684"/>
                </a:lnTo>
                <a:lnTo>
                  <a:pt x="12870" y="99684"/>
                </a:lnTo>
                <a:close/>
                <a:moveTo>
                  <a:pt x="12870" y="99684"/>
                </a:moveTo>
              </a:path>
            </a:pathLst>
          </a:custGeom>
          <a:solidFill xmlns:a="http://schemas.openxmlformats.org/drawingml/2006/main">
            <a:srgbClr val="666666"/>
          </a:solidFill>
          <a:ln xmlns:a="http://schemas.openxmlformats.org/drawingml/2006/main" w="0" cap="flat">
            <a:noFill/>
            <a:miter/>
          </a:ln>
        </p:spPr>
      </p:sp>
      <p:sp>
        <p:nvSpPr>
          <p:cNvPr id="4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2D291317-1A4C-4C20-8831-89C5007441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56947" y="2236131"/>
            <a:ext cx="40299" cy="72242"/>
          </a:xfrm>
          <a:custGeom xmlns:a="http://schemas.openxmlformats.org/drawingml/2006/main">
            <a:pathLst>
              <a:path w="40299" h="72242">
                <a:moveTo>
                  <a:pt x="0" y="72242"/>
                </a:moveTo>
                <a:lnTo>
                  <a:pt x="0" y="2140"/>
                </a:lnTo>
                <a:lnTo>
                  <a:pt x="11142" y="2140"/>
                </a:lnTo>
                <a:lnTo>
                  <a:pt x="11142" y="13502"/>
                </a:lnTo>
                <a:lnTo>
                  <a:pt x="11786" y="13502"/>
                </a:lnTo>
                <a:cubicBezTo>
                  <a:pt x="12637" y="10826"/>
                  <a:pt x="14146" y="8466"/>
                  <a:pt x="16287" y="6421"/>
                </a:cubicBezTo>
                <a:cubicBezTo>
                  <a:pt x="18427" y="4446"/>
                  <a:pt x="20897" y="2895"/>
                  <a:pt x="23792" y="1715"/>
                </a:cubicBezTo>
                <a:cubicBezTo>
                  <a:pt x="26633" y="590"/>
                  <a:pt x="29418" y="0"/>
                  <a:pt x="32149" y="0"/>
                </a:cubicBezTo>
                <a:cubicBezTo>
                  <a:pt x="34138" y="0"/>
                  <a:pt x="35689" y="151"/>
                  <a:pt x="36869" y="425"/>
                </a:cubicBezTo>
                <a:cubicBezTo>
                  <a:pt x="38159" y="741"/>
                  <a:pt x="39284" y="1070"/>
                  <a:pt x="40299" y="1496"/>
                </a:cubicBezTo>
                <a:lnTo>
                  <a:pt x="40299" y="14146"/>
                </a:lnTo>
                <a:cubicBezTo>
                  <a:pt x="37404" y="12747"/>
                  <a:pt x="34138" y="12006"/>
                  <a:pt x="30433" y="12006"/>
                </a:cubicBezTo>
                <a:cubicBezTo>
                  <a:pt x="27003" y="12006"/>
                  <a:pt x="23847" y="13021"/>
                  <a:pt x="21007" y="14997"/>
                </a:cubicBezTo>
                <a:cubicBezTo>
                  <a:pt x="18277" y="16877"/>
                  <a:pt x="16067" y="19402"/>
                  <a:pt x="14352" y="22503"/>
                </a:cubicBezTo>
                <a:cubicBezTo>
                  <a:pt x="12637" y="25672"/>
                  <a:pt x="11786" y="29157"/>
                  <a:pt x="11786" y="33013"/>
                </a:cubicBezTo>
                <a:lnTo>
                  <a:pt x="11786" y="72242"/>
                </a:lnTo>
                <a:lnTo>
                  <a:pt x="0" y="72242"/>
                </a:lnTo>
                <a:close/>
                <a:moveTo>
                  <a:pt x="0" y="72242"/>
                </a:moveTo>
              </a:path>
            </a:pathLst>
          </a:custGeom>
          <a:solidFill xmlns:a="http://schemas.openxmlformats.org/drawingml/2006/main">
            <a:srgbClr val="666666"/>
          </a:solidFill>
          <a:ln xmlns:a="http://schemas.openxmlformats.org/drawingml/2006/main" w="0" cap="flat">
            <a:noFill/>
            <a:miter/>
          </a:ln>
        </p:spPr>
      </p:sp>
      <p:sp>
        <p:nvSpPr>
          <p:cNvPr id="4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D7479836-C3A1-4B89-B4E9-5EEEFA2C87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00676" y="2236131"/>
            <a:ext cx="67535" cy="74396"/>
          </a:xfrm>
          <a:custGeom xmlns:a="http://schemas.openxmlformats.org/drawingml/2006/main">
            <a:pathLst>
              <a:path w="67535" h="74396">
                <a:moveTo>
                  <a:pt x="34948" y="74396"/>
                </a:moveTo>
                <a:cubicBezTo>
                  <a:pt x="28087" y="74396"/>
                  <a:pt x="21981" y="72777"/>
                  <a:pt x="16726" y="69676"/>
                </a:cubicBezTo>
                <a:cubicBezTo>
                  <a:pt x="11581" y="66410"/>
                  <a:pt x="7505" y="61951"/>
                  <a:pt x="4501" y="56380"/>
                </a:cubicBezTo>
                <a:cubicBezTo>
                  <a:pt x="1496" y="50809"/>
                  <a:pt x="0" y="44484"/>
                  <a:pt x="0" y="37294"/>
                </a:cubicBezTo>
                <a:cubicBezTo>
                  <a:pt x="0" y="30598"/>
                  <a:pt x="1345" y="24437"/>
                  <a:pt x="4075" y="18867"/>
                </a:cubicBezTo>
                <a:cubicBezTo>
                  <a:pt x="6915" y="13186"/>
                  <a:pt x="10826" y="8576"/>
                  <a:pt x="15862" y="5145"/>
                </a:cubicBezTo>
                <a:cubicBezTo>
                  <a:pt x="21007" y="1715"/>
                  <a:pt x="27017" y="0"/>
                  <a:pt x="33878" y="0"/>
                </a:cubicBezTo>
                <a:cubicBezTo>
                  <a:pt x="40848" y="0"/>
                  <a:pt x="46844" y="1605"/>
                  <a:pt x="51880" y="4706"/>
                </a:cubicBezTo>
                <a:cubicBezTo>
                  <a:pt x="56874" y="7711"/>
                  <a:pt x="60730" y="11951"/>
                  <a:pt x="63460" y="17357"/>
                </a:cubicBezTo>
                <a:cubicBezTo>
                  <a:pt x="66136" y="22667"/>
                  <a:pt x="67535" y="28828"/>
                  <a:pt x="67535" y="35798"/>
                </a:cubicBezTo>
                <a:cubicBezTo>
                  <a:pt x="67535" y="36553"/>
                  <a:pt x="67426" y="37253"/>
                  <a:pt x="67316" y="37939"/>
                </a:cubicBezTo>
                <a:cubicBezTo>
                  <a:pt x="67316" y="38529"/>
                  <a:pt x="67316" y="39009"/>
                  <a:pt x="67316" y="39448"/>
                </a:cubicBezTo>
                <a:lnTo>
                  <a:pt x="11786" y="39448"/>
                </a:lnTo>
                <a:cubicBezTo>
                  <a:pt x="12061" y="44909"/>
                  <a:pt x="13351" y="49465"/>
                  <a:pt x="15656" y="53169"/>
                </a:cubicBezTo>
                <a:cubicBezTo>
                  <a:pt x="18057" y="56751"/>
                  <a:pt x="21007" y="59495"/>
                  <a:pt x="24437" y="61306"/>
                </a:cubicBezTo>
                <a:cubicBezTo>
                  <a:pt x="27977" y="63021"/>
                  <a:pt x="31627" y="63886"/>
                  <a:pt x="35373" y="63886"/>
                </a:cubicBezTo>
                <a:cubicBezTo>
                  <a:pt x="40519" y="63886"/>
                  <a:pt x="44703" y="62706"/>
                  <a:pt x="48024" y="60236"/>
                </a:cubicBezTo>
                <a:cubicBezTo>
                  <a:pt x="51454" y="57835"/>
                  <a:pt x="54130" y="54830"/>
                  <a:pt x="56174" y="51235"/>
                </a:cubicBezTo>
                <a:lnTo>
                  <a:pt x="66040" y="55955"/>
                </a:lnTo>
                <a:cubicBezTo>
                  <a:pt x="63296" y="61416"/>
                  <a:pt x="59385" y="65820"/>
                  <a:pt x="54240" y="69251"/>
                </a:cubicBezTo>
                <a:cubicBezTo>
                  <a:pt x="49094" y="72681"/>
                  <a:pt x="42659" y="74396"/>
                  <a:pt x="34948" y="74396"/>
                </a:cubicBezTo>
                <a:close/>
                <a:moveTo>
                  <a:pt x="33878" y="10497"/>
                </a:moveTo>
                <a:cubicBezTo>
                  <a:pt x="28307" y="10497"/>
                  <a:pt x="23587" y="12322"/>
                  <a:pt x="19731" y="15862"/>
                </a:cubicBezTo>
                <a:cubicBezTo>
                  <a:pt x="15971" y="19457"/>
                  <a:pt x="13556" y="24122"/>
                  <a:pt x="12431" y="29802"/>
                </a:cubicBezTo>
                <a:lnTo>
                  <a:pt x="55104" y="29802"/>
                </a:lnTo>
                <a:cubicBezTo>
                  <a:pt x="54939" y="27113"/>
                  <a:pt x="54130" y="24328"/>
                  <a:pt x="52744" y="21432"/>
                </a:cubicBezTo>
                <a:cubicBezTo>
                  <a:pt x="51454" y="18427"/>
                  <a:pt x="49204" y="15862"/>
                  <a:pt x="46089" y="13721"/>
                </a:cubicBezTo>
                <a:cubicBezTo>
                  <a:pt x="43098" y="11567"/>
                  <a:pt x="39023" y="10497"/>
                  <a:pt x="33878" y="10497"/>
                </a:cubicBezTo>
                <a:close/>
                <a:moveTo>
                  <a:pt x="33878" y="10497"/>
                </a:moveTo>
              </a:path>
            </a:pathLst>
          </a:custGeom>
          <a:solidFill xmlns:a="http://schemas.openxmlformats.org/drawingml/2006/main">
            <a:srgbClr val="666666"/>
          </a:solidFill>
          <a:ln xmlns:a="http://schemas.openxmlformats.org/drawingml/2006/main" w="0" cap="flat">
            <a:noFill/>
            <a:miter/>
          </a:ln>
        </p:spPr>
      </p:sp>
      <p:sp>
        <p:nvSpPr>
          <p:cNvPr id="4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702D1402-8A20-4805-810C-CF19B55045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72603" y="2238272"/>
            <a:ext cx="105063" cy="70101"/>
          </a:xfrm>
          <a:custGeom xmlns:a="http://schemas.openxmlformats.org/drawingml/2006/main">
            <a:pathLst>
              <a:path w="105063" h="70101">
                <a:moveTo>
                  <a:pt x="22736" y="70101"/>
                </a:moveTo>
                <a:lnTo>
                  <a:pt x="0" y="0"/>
                </a:lnTo>
                <a:lnTo>
                  <a:pt x="12226" y="0"/>
                </a:lnTo>
                <a:lnTo>
                  <a:pt x="28732" y="55310"/>
                </a:lnTo>
                <a:lnTo>
                  <a:pt x="28952" y="55310"/>
                </a:lnTo>
                <a:lnTo>
                  <a:pt x="46748" y="0"/>
                </a:lnTo>
                <a:lnTo>
                  <a:pt x="58740" y="0"/>
                </a:lnTo>
                <a:lnTo>
                  <a:pt x="76331" y="55310"/>
                </a:lnTo>
                <a:lnTo>
                  <a:pt x="76537" y="55310"/>
                </a:lnTo>
                <a:lnTo>
                  <a:pt x="93043" y="0"/>
                </a:lnTo>
                <a:lnTo>
                  <a:pt x="105063" y="0"/>
                </a:lnTo>
                <a:lnTo>
                  <a:pt x="82327" y="70101"/>
                </a:lnTo>
                <a:lnTo>
                  <a:pt x="70540" y="70101"/>
                </a:lnTo>
                <a:lnTo>
                  <a:pt x="52319" y="14146"/>
                </a:lnTo>
                <a:lnTo>
                  <a:pt x="34303" y="70101"/>
                </a:lnTo>
                <a:lnTo>
                  <a:pt x="22736" y="70101"/>
                </a:lnTo>
                <a:close/>
                <a:moveTo>
                  <a:pt x="22736" y="70101"/>
                </a:moveTo>
              </a:path>
            </a:pathLst>
          </a:custGeom>
          <a:solidFill xmlns:a="http://schemas.openxmlformats.org/drawingml/2006/main">
            <a:srgbClr val="666666"/>
          </a:solidFill>
          <a:ln xmlns:a="http://schemas.openxmlformats.org/drawingml/2006/main" w="0" cap="flat">
            <a:noFill/>
            <a:miter/>
          </a:ln>
        </p:spPr>
      </p:sp>
      <p:sp>
        <p:nvSpPr>
          <p:cNvPr id="4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FF3A62CD-07E6-4AC8-829D-B6F072D27B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82001" y="2236131"/>
            <a:ext cx="72036" cy="74396"/>
          </a:xfrm>
          <a:custGeom xmlns:a="http://schemas.openxmlformats.org/drawingml/2006/main">
            <a:pathLst>
              <a:path w="72036" h="74396">
                <a:moveTo>
                  <a:pt x="36018" y="74396"/>
                </a:moveTo>
                <a:cubicBezTo>
                  <a:pt x="28993" y="74396"/>
                  <a:pt x="22777" y="72722"/>
                  <a:pt x="17371" y="69456"/>
                </a:cubicBezTo>
                <a:cubicBezTo>
                  <a:pt x="11896" y="66191"/>
                  <a:pt x="7615" y="61745"/>
                  <a:pt x="4501" y="56161"/>
                </a:cubicBezTo>
                <a:cubicBezTo>
                  <a:pt x="1496" y="50480"/>
                  <a:pt x="0" y="44155"/>
                  <a:pt x="0" y="37294"/>
                </a:cubicBezTo>
                <a:cubicBezTo>
                  <a:pt x="0" y="30337"/>
                  <a:pt x="1496" y="24012"/>
                  <a:pt x="4501" y="18427"/>
                </a:cubicBezTo>
                <a:cubicBezTo>
                  <a:pt x="7615" y="12747"/>
                  <a:pt x="11896" y="8246"/>
                  <a:pt x="17371" y="4926"/>
                </a:cubicBezTo>
                <a:cubicBezTo>
                  <a:pt x="22777" y="1660"/>
                  <a:pt x="28993" y="0"/>
                  <a:pt x="36018" y="0"/>
                </a:cubicBezTo>
                <a:cubicBezTo>
                  <a:pt x="42988" y="0"/>
                  <a:pt x="49204" y="1715"/>
                  <a:pt x="54665" y="5145"/>
                </a:cubicBezTo>
                <a:cubicBezTo>
                  <a:pt x="60085" y="8466"/>
                  <a:pt x="64311" y="12857"/>
                  <a:pt x="67316" y="18427"/>
                </a:cubicBezTo>
                <a:cubicBezTo>
                  <a:pt x="70431" y="24012"/>
                  <a:pt x="72036" y="30337"/>
                  <a:pt x="72036" y="37294"/>
                </a:cubicBezTo>
                <a:cubicBezTo>
                  <a:pt x="72036" y="44155"/>
                  <a:pt x="70431" y="50480"/>
                  <a:pt x="67316" y="56161"/>
                </a:cubicBezTo>
                <a:cubicBezTo>
                  <a:pt x="64311" y="61745"/>
                  <a:pt x="60085" y="66191"/>
                  <a:pt x="54665" y="69456"/>
                </a:cubicBezTo>
                <a:cubicBezTo>
                  <a:pt x="49204" y="72722"/>
                  <a:pt x="42988" y="74396"/>
                  <a:pt x="36018" y="74396"/>
                </a:cubicBezTo>
                <a:close/>
                <a:moveTo>
                  <a:pt x="36018" y="63886"/>
                </a:moveTo>
                <a:cubicBezTo>
                  <a:pt x="40299" y="63886"/>
                  <a:pt x="44223" y="62815"/>
                  <a:pt x="47804" y="60675"/>
                </a:cubicBezTo>
                <a:cubicBezTo>
                  <a:pt x="51509" y="58521"/>
                  <a:pt x="54514" y="55529"/>
                  <a:pt x="56819" y="51660"/>
                </a:cubicBezTo>
                <a:cubicBezTo>
                  <a:pt x="59070" y="47695"/>
                  <a:pt x="60250" y="42879"/>
                  <a:pt x="60250" y="37294"/>
                </a:cubicBezTo>
                <a:cubicBezTo>
                  <a:pt x="60250" y="31614"/>
                  <a:pt x="59070" y="26797"/>
                  <a:pt x="56819" y="22942"/>
                </a:cubicBezTo>
                <a:cubicBezTo>
                  <a:pt x="54514" y="18963"/>
                  <a:pt x="51509" y="15862"/>
                  <a:pt x="47804" y="13721"/>
                </a:cubicBezTo>
                <a:cubicBezTo>
                  <a:pt x="44223" y="11567"/>
                  <a:pt x="40299" y="10497"/>
                  <a:pt x="36018" y="10497"/>
                </a:cubicBezTo>
                <a:cubicBezTo>
                  <a:pt x="31833" y="10497"/>
                  <a:pt x="27868" y="11567"/>
                  <a:pt x="24012" y="13721"/>
                </a:cubicBezTo>
                <a:cubicBezTo>
                  <a:pt x="20252" y="15862"/>
                  <a:pt x="17261" y="18963"/>
                  <a:pt x="15011" y="22942"/>
                </a:cubicBezTo>
                <a:cubicBezTo>
                  <a:pt x="12706" y="26797"/>
                  <a:pt x="11581" y="31614"/>
                  <a:pt x="11581" y="37294"/>
                </a:cubicBezTo>
                <a:cubicBezTo>
                  <a:pt x="11581" y="42879"/>
                  <a:pt x="12706" y="47695"/>
                  <a:pt x="15011" y="51660"/>
                </a:cubicBezTo>
                <a:cubicBezTo>
                  <a:pt x="17261" y="55529"/>
                  <a:pt x="20252" y="58521"/>
                  <a:pt x="24012" y="60675"/>
                </a:cubicBezTo>
                <a:cubicBezTo>
                  <a:pt x="27868" y="62815"/>
                  <a:pt x="31833" y="63886"/>
                  <a:pt x="36018" y="63886"/>
                </a:cubicBezTo>
                <a:close/>
                <a:moveTo>
                  <a:pt x="36018" y="63886"/>
                </a:moveTo>
              </a:path>
            </a:pathLst>
          </a:custGeom>
          <a:solidFill xmlns:a="http://schemas.openxmlformats.org/drawingml/2006/main">
            <a:srgbClr val="666666"/>
          </a:solidFill>
          <a:ln xmlns:a="http://schemas.openxmlformats.org/drawingml/2006/main" w="0" cap="flat">
            <a:noFill/>
            <a:miter/>
          </a:ln>
        </p:spPr>
      </p:sp>
      <p:sp>
        <p:nvSpPr>
          <p:cNvPr id="4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301FB7D0-4DA2-46ED-9764-51A3EB5FAD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66153" y="2236131"/>
            <a:ext cx="40299" cy="72242"/>
          </a:xfrm>
          <a:custGeom xmlns:a="http://schemas.openxmlformats.org/drawingml/2006/main">
            <a:pathLst>
              <a:path w="40299" h="72242">
                <a:moveTo>
                  <a:pt x="0" y="72242"/>
                </a:moveTo>
                <a:lnTo>
                  <a:pt x="0" y="2140"/>
                </a:lnTo>
                <a:lnTo>
                  <a:pt x="11142" y="2140"/>
                </a:lnTo>
                <a:lnTo>
                  <a:pt x="11142" y="13502"/>
                </a:lnTo>
                <a:lnTo>
                  <a:pt x="11786" y="13502"/>
                </a:lnTo>
                <a:cubicBezTo>
                  <a:pt x="12651" y="10826"/>
                  <a:pt x="14146" y="8466"/>
                  <a:pt x="16287" y="6421"/>
                </a:cubicBezTo>
                <a:cubicBezTo>
                  <a:pt x="18427" y="4446"/>
                  <a:pt x="20897" y="2895"/>
                  <a:pt x="23792" y="1715"/>
                </a:cubicBezTo>
                <a:cubicBezTo>
                  <a:pt x="26633" y="590"/>
                  <a:pt x="29418" y="0"/>
                  <a:pt x="32149" y="0"/>
                </a:cubicBezTo>
                <a:cubicBezTo>
                  <a:pt x="34138" y="0"/>
                  <a:pt x="35689" y="151"/>
                  <a:pt x="36869" y="425"/>
                </a:cubicBezTo>
                <a:cubicBezTo>
                  <a:pt x="38159" y="741"/>
                  <a:pt x="39284" y="1070"/>
                  <a:pt x="40299" y="1496"/>
                </a:cubicBezTo>
                <a:lnTo>
                  <a:pt x="40299" y="14146"/>
                </a:lnTo>
                <a:cubicBezTo>
                  <a:pt x="37404" y="12747"/>
                  <a:pt x="34138" y="12006"/>
                  <a:pt x="30433" y="12006"/>
                </a:cubicBezTo>
                <a:cubicBezTo>
                  <a:pt x="27003" y="12006"/>
                  <a:pt x="23847" y="13021"/>
                  <a:pt x="21007" y="14997"/>
                </a:cubicBezTo>
                <a:cubicBezTo>
                  <a:pt x="18277" y="16877"/>
                  <a:pt x="16081" y="19402"/>
                  <a:pt x="14366" y="22503"/>
                </a:cubicBezTo>
                <a:cubicBezTo>
                  <a:pt x="12651" y="25672"/>
                  <a:pt x="11786" y="29157"/>
                  <a:pt x="11786" y="33013"/>
                </a:cubicBezTo>
                <a:lnTo>
                  <a:pt x="11786" y="72242"/>
                </a:lnTo>
                <a:lnTo>
                  <a:pt x="0" y="72242"/>
                </a:lnTo>
                <a:close/>
                <a:moveTo>
                  <a:pt x="0" y="72242"/>
                </a:moveTo>
              </a:path>
            </a:pathLst>
          </a:custGeom>
          <a:solidFill xmlns:a="http://schemas.openxmlformats.org/drawingml/2006/main">
            <a:srgbClr val="666666"/>
          </a:solidFill>
          <a:ln xmlns:a="http://schemas.openxmlformats.org/drawingml/2006/main" w="0" cap="flat">
            <a:noFill/>
            <a:miter/>
          </a:ln>
        </p:spPr>
      </p:sp>
      <p:sp>
        <p:nvSpPr>
          <p:cNvPr id="4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377D5719-D2EE-4E6D-B15B-F01E8A8CC2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18348" y="2209965"/>
            <a:ext cx="60469" cy="98408"/>
          </a:xfrm>
          <a:custGeom xmlns:a="http://schemas.openxmlformats.org/drawingml/2006/main">
            <a:pathLst>
              <a:path w="60469" h="98408">
                <a:moveTo>
                  <a:pt x="0" y="98408"/>
                </a:moveTo>
                <a:lnTo>
                  <a:pt x="0" y="0"/>
                </a:lnTo>
                <a:lnTo>
                  <a:pt x="11800" y="0"/>
                </a:lnTo>
                <a:lnTo>
                  <a:pt x="11800" y="61745"/>
                </a:lnTo>
                <a:lnTo>
                  <a:pt x="44813" y="28307"/>
                </a:lnTo>
                <a:lnTo>
                  <a:pt x="59605" y="28307"/>
                </a:lnTo>
                <a:lnTo>
                  <a:pt x="59605" y="28952"/>
                </a:lnTo>
                <a:lnTo>
                  <a:pt x="31957" y="56394"/>
                </a:lnTo>
                <a:lnTo>
                  <a:pt x="60469" y="97763"/>
                </a:lnTo>
                <a:lnTo>
                  <a:pt x="60469" y="98408"/>
                </a:lnTo>
                <a:lnTo>
                  <a:pt x="46309" y="98408"/>
                </a:lnTo>
                <a:lnTo>
                  <a:pt x="23806" y="64750"/>
                </a:lnTo>
                <a:lnTo>
                  <a:pt x="11800" y="76756"/>
                </a:lnTo>
                <a:lnTo>
                  <a:pt x="11800" y="98408"/>
                </a:lnTo>
                <a:lnTo>
                  <a:pt x="0" y="98408"/>
                </a:lnTo>
                <a:close/>
                <a:moveTo>
                  <a:pt x="0" y="98408"/>
                </a:moveTo>
              </a:path>
            </a:pathLst>
          </a:custGeom>
          <a:solidFill xmlns:a="http://schemas.openxmlformats.org/drawingml/2006/main">
            <a:srgbClr val="666666"/>
          </a:solidFill>
          <a:ln xmlns:a="http://schemas.openxmlformats.org/drawingml/2006/main" w="0" cap="flat">
            <a:noFill/>
            <a:miter/>
          </a:ln>
        </p:spPr>
      </p:sp>
      <p:sp>
        <p:nvSpPr>
          <p:cNvPr id="4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72C3539C-50AF-4ABD-ADCE-6D1B775762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81438" y="2236131"/>
            <a:ext cx="57245" cy="74396"/>
          </a:xfrm>
          <a:custGeom xmlns:a="http://schemas.openxmlformats.org/drawingml/2006/main">
            <a:pathLst>
              <a:path w="57245" h="74396">
                <a:moveTo>
                  <a:pt x="29377" y="74396"/>
                </a:moveTo>
                <a:cubicBezTo>
                  <a:pt x="21487" y="74396"/>
                  <a:pt x="15066" y="72516"/>
                  <a:pt x="10071" y="68812"/>
                </a:cubicBezTo>
                <a:cubicBezTo>
                  <a:pt x="5200" y="65121"/>
                  <a:pt x="1825" y="60675"/>
                  <a:pt x="0" y="55529"/>
                </a:cubicBezTo>
                <a:lnTo>
                  <a:pt x="10291" y="51015"/>
                </a:lnTo>
                <a:cubicBezTo>
                  <a:pt x="12116" y="55200"/>
                  <a:pt x="14791" y="58425"/>
                  <a:pt x="18222" y="60675"/>
                </a:cubicBezTo>
                <a:cubicBezTo>
                  <a:pt x="21652" y="62980"/>
                  <a:pt x="25357" y="64105"/>
                  <a:pt x="29377" y="64105"/>
                </a:cubicBezTo>
                <a:cubicBezTo>
                  <a:pt x="33493" y="64105"/>
                  <a:pt x="37198" y="63241"/>
                  <a:pt x="40519" y="61526"/>
                </a:cubicBezTo>
                <a:cubicBezTo>
                  <a:pt x="43784" y="59810"/>
                  <a:pt x="45458" y="57245"/>
                  <a:pt x="45458" y="53814"/>
                </a:cubicBezTo>
                <a:cubicBezTo>
                  <a:pt x="45458" y="50700"/>
                  <a:pt x="44059" y="48230"/>
                  <a:pt x="41383" y="46515"/>
                </a:cubicBezTo>
                <a:cubicBezTo>
                  <a:pt x="38639" y="44800"/>
                  <a:pt x="34838" y="43414"/>
                  <a:pt x="30022" y="42234"/>
                </a:cubicBezTo>
                <a:lnTo>
                  <a:pt x="21446" y="39874"/>
                </a:lnTo>
                <a:cubicBezTo>
                  <a:pt x="18112" y="39009"/>
                  <a:pt x="15011" y="37843"/>
                  <a:pt x="12006" y="36224"/>
                </a:cubicBezTo>
                <a:cubicBezTo>
                  <a:pt x="9111" y="34509"/>
                  <a:pt x="6751" y="32368"/>
                  <a:pt x="4926" y="29802"/>
                </a:cubicBezTo>
                <a:cubicBezTo>
                  <a:pt x="3211" y="27113"/>
                  <a:pt x="2360" y="23902"/>
                  <a:pt x="2360" y="20143"/>
                </a:cubicBezTo>
                <a:cubicBezTo>
                  <a:pt x="2360" y="16026"/>
                  <a:pt x="3540" y="12431"/>
                  <a:pt x="6010" y="9426"/>
                </a:cubicBezTo>
                <a:cubicBezTo>
                  <a:pt x="8576" y="6325"/>
                  <a:pt x="11841" y="3965"/>
                  <a:pt x="15862" y="2360"/>
                </a:cubicBezTo>
                <a:cubicBezTo>
                  <a:pt x="19827" y="796"/>
                  <a:pt x="24122" y="0"/>
                  <a:pt x="28732" y="0"/>
                </a:cubicBezTo>
                <a:cubicBezTo>
                  <a:pt x="34728" y="0"/>
                  <a:pt x="40148" y="1276"/>
                  <a:pt x="45019" y="3856"/>
                </a:cubicBezTo>
                <a:cubicBezTo>
                  <a:pt x="50014" y="6421"/>
                  <a:pt x="53499" y="10181"/>
                  <a:pt x="55529" y="14997"/>
                </a:cubicBezTo>
                <a:lnTo>
                  <a:pt x="45239" y="19717"/>
                </a:lnTo>
                <a:cubicBezTo>
                  <a:pt x="43523" y="16287"/>
                  <a:pt x="41163" y="13927"/>
                  <a:pt x="38159" y="12651"/>
                </a:cubicBezTo>
                <a:cubicBezTo>
                  <a:pt x="35263" y="11251"/>
                  <a:pt x="32162" y="10497"/>
                  <a:pt x="28732" y="10497"/>
                </a:cubicBezTo>
                <a:cubicBezTo>
                  <a:pt x="24972" y="10497"/>
                  <a:pt x="21652" y="11361"/>
                  <a:pt x="18647" y="13076"/>
                </a:cubicBezTo>
                <a:cubicBezTo>
                  <a:pt x="15656" y="14682"/>
                  <a:pt x="14146" y="16932"/>
                  <a:pt x="14146" y="19937"/>
                </a:cubicBezTo>
                <a:cubicBezTo>
                  <a:pt x="14146" y="22832"/>
                  <a:pt x="15272" y="25027"/>
                  <a:pt x="17577" y="26578"/>
                </a:cubicBezTo>
                <a:cubicBezTo>
                  <a:pt x="19992" y="28032"/>
                  <a:pt x="22942" y="29157"/>
                  <a:pt x="26372" y="30008"/>
                </a:cubicBezTo>
                <a:lnTo>
                  <a:pt x="36443" y="32588"/>
                </a:lnTo>
                <a:cubicBezTo>
                  <a:pt x="50274" y="36169"/>
                  <a:pt x="57245" y="42975"/>
                  <a:pt x="57245" y="52950"/>
                </a:cubicBezTo>
                <a:cubicBezTo>
                  <a:pt x="57245" y="57396"/>
                  <a:pt x="55955" y="61265"/>
                  <a:pt x="53389" y="64531"/>
                </a:cubicBezTo>
                <a:cubicBezTo>
                  <a:pt x="50919" y="67686"/>
                  <a:pt x="47599" y="70101"/>
                  <a:pt x="43304" y="71816"/>
                </a:cubicBezTo>
                <a:cubicBezTo>
                  <a:pt x="39133" y="73532"/>
                  <a:pt x="34522" y="74396"/>
                  <a:pt x="29377" y="74396"/>
                </a:cubicBezTo>
                <a:close/>
                <a:moveTo>
                  <a:pt x="29377" y="74396"/>
                </a:moveTo>
              </a:path>
            </a:pathLst>
          </a:custGeom>
          <a:solidFill xmlns:a="http://schemas.openxmlformats.org/drawingml/2006/main">
            <a:srgbClr val="666666"/>
          </a:solidFill>
          <a:ln xmlns:a="http://schemas.openxmlformats.org/drawingml/2006/main" w="0" cap="flat">
            <a:noFill/>
            <a:miter/>
          </a:ln>
        </p:spPr>
      </p:sp>
      <p:sp>
        <p:nvSpPr>
          <p:cNvPr id="4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3172BDC7-EFF2-4B2C-BEE0-4D82858196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20686" y="2349056"/>
            <a:ext cx="41369" cy="90903"/>
          </a:xfrm>
          <a:custGeom xmlns:a="http://schemas.openxmlformats.org/drawingml/2006/main">
            <a:pathLst>
              <a:path w="41369" h="90903">
                <a:moveTo>
                  <a:pt x="31723" y="90903"/>
                </a:moveTo>
                <a:cubicBezTo>
                  <a:pt x="25837" y="90903"/>
                  <a:pt x="21117" y="89187"/>
                  <a:pt x="17577" y="85757"/>
                </a:cubicBezTo>
                <a:cubicBezTo>
                  <a:pt x="13982" y="82327"/>
                  <a:pt x="12212" y="77552"/>
                  <a:pt x="12212" y="71391"/>
                </a:cubicBezTo>
                <a:lnTo>
                  <a:pt x="12212" y="30228"/>
                </a:lnTo>
                <a:lnTo>
                  <a:pt x="0" y="30228"/>
                </a:lnTo>
                <a:lnTo>
                  <a:pt x="0" y="19731"/>
                </a:lnTo>
                <a:lnTo>
                  <a:pt x="12212" y="19731"/>
                </a:lnTo>
                <a:lnTo>
                  <a:pt x="12212" y="0"/>
                </a:lnTo>
                <a:lnTo>
                  <a:pt x="23792" y="0"/>
                </a:lnTo>
                <a:lnTo>
                  <a:pt x="23792" y="19731"/>
                </a:lnTo>
                <a:lnTo>
                  <a:pt x="41163" y="19731"/>
                </a:lnTo>
                <a:lnTo>
                  <a:pt x="41163" y="30228"/>
                </a:lnTo>
                <a:lnTo>
                  <a:pt x="23792" y="30228"/>
                </a:lnTo>
                <a:lnTo>
                  <a:pt x="23792" y="68606"/>
                </a:lnTo>
                <a:cubicBezTo>
                  <a:pt x="23792" y="72201"/>
                  <a:pt x="24547" y="74986"/>
                  <a:pt x="26152" y="76976"/>
                </a:cubicBezTo>
                <a:cubicBezTo>
                  <a:pt x="27703" y="79006"/>
                  <a:pt x="30228" y="79967"/>
                  <a:pt x="33658" y="79967"/>
                </a:cubicBezTo>
                <a:cubicBezTo>
                  <a:pt x="35208" y="79967"/>
                  <a:pt x="36663" y="79761"/>
                  <a:pt x="37939" y="79322"/>
                </a:cubicBezTo>
                <a:cubicBezTo>
                  <a:pt x="39229" y="78897"/>
                  <a:pt x="40354" y="78416"/>
                  <a:pt x="41369" y="77826"/>
                </a:cubicBezTo>
                <a:lnTo>
                  <a:pt x="41369" y="89187"/>
                </a:lnTo>
                <a:cubicBezTo>
                  <a:pt x="40203" y="89777"/>
                  <a:pt x="38913" y="90148"/>
                  <a:pt x="37514" y="90477"/>
                </a:cubicBezTo>
                <a:cubicBezTo>
                  <a:pt x="36073" y="90738"/>
                  <a:pt x="34138" y="90903"/>
                  <a:pt x="31723" y="90903"/>
                </a:cubicBezTo>
                <a:close/>
                <a:moveTo>
                  <a:pt x="31723" y="90903"/>
                </a:moveTo>
              </a:path>
            </a:pathLst>
          </a:custGeom>
          <a:solidFill xmlns:a="http://schemas.openxmlformats.org/drawingml/2006/main">
            <a:srgbClr val="666666"/>
          </a:solidFill>
          <a:ln xmlns:a="http://schemas.openxmlformats.org/drawingml/2006/main" w="0" cap="flat">
            <a:noFill/>
            <a:miter/>
          </a:ln>
        </p:spPr>
      </p:sp>
      <p:sp>
        <p:nvSpPr>
          <p:cNvPr id="5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4DF52764-0877-4CEE-A02B-4DFCCDFC02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76366" y="2340480"/>
            <a:ext cx="60894" cy="98408"/>
          </a:xfrm>
          <a:custGeom xmlns:a="http://schemas.openxmlformats.org/drawingml/2006/main">
            <a:pathLst>
              <a:path w="60894" h="98408">
                <a:moveTo>
                  <a:pt x="0" y="98408"/>
                </a:moveTo>
                <a:lnTo>
                  <a:pt x="0" y="0"/>
                </a:lnTo>
                <a:lnTo>
                  <a:pt x="11800" y="0"/>
                </a:lnTo>
                <a:lnTo>
                  <a:pt x="11800" y="28952"/>
                </a:lnTo>
                <a:lnTo>
                  <a:pt x="11155" y="38598"/>
                </a:lnTo>
                <a:lnTo>
                  <a:pt x="11800" y="38598"/>
                </a:lnTo>
                <a:cubicBezTo>
                  <a:pt x="13625" y="35167"/>
                  <a:pt x="16616" y="32272"/>
                  <a:pt x="20801" y="29802"/>
                </a:cubicBezTo>
                <a:cubicBezTo>
                  <a:pt x="24931" y="27387"/>
                  <a:pt x="29487" y="26152"/>
                  <a:pt x="34522" y="26152"/>
                </a:cubicBezTo>
                <a:cubicBezTo>
                  <a:pt x="43373" y="26152"/>
                  <a:pt x="49959" y="28732"/>
                  <a:pt x="54253" y="33878"/>
                </a:cubicBezTo>
                <a:cubicBezTo>
                  <a:pt x="58644" y="39023"/>
                  <a:pt x="60894" y="45554"/>
                  <a:pt x="60894" y="53389"/>
                </a:cubicBezTo>
                <a:lnTo>
                  <a:pt x="60894" y="98408"/>
                </a:lnTo>
                <a:lnTo>
                  <a:pt x="49108" y="98408"/>
                </a:lnTo>
                <a:lnTo>
                  <a:pt x="49108" y="55310"/>
                </a:lnTo>
                <a:cubicBezTo>
                  <a:pt x="49108" y="48449"/>
                  <a:pt x="47393" y="43688"/>
                  <a:pt x="43963" y="40958"/>
                </a:cubicBezTo>
                <a:cubicBezTo>
                  <a:pt x="40532" y="38104"/>
                  <a:pt x="36457" y="36663"/>
                  <a:pt x="31737" y="36663"/>
                </a:cubicBezTo>
                <a:cubicBezTo>
                  <a:pt x="27977" y="36663"/>
                  <a:pt x="24547" y="37843"/>
                  <a:pt x="21446" y="40093"/>
                </a:cubicBezTo>
                <a:cubicBezTo>
                  <a:pt x="18441" y="42234"/>
                  <a:pt x="16081" y="45129"/>
                  <a:pt x="14366" y="48669"/>
                </a:cubicBezTo>
                <a:cubicBezTo>
                  <a:pt x="12651" y="52099"/>
                  <a:pt x="11800" y="55694"/>
                  <a:pt x="11800" y="59385"/>
                </a:cubicBezTo>
                <a:lnTo>
                  <a:pt x="11800" y="98408"/>
                </a:lnTo>
                <a:lnTo>
                  <a:pt x="0" y="98408"/>
                </a:lnTo>
                <a:close/>
                <a:moveTo>
                  <a:pt x="0" y="98408"/>
                </a:moveTo>
              </a:path>
            </a:pathLst>
          </a:custGeom>
          <a:solidFill xmlns:a="http://schemas.openxmlformats.org/drawingml/2006/main">
            <a:srgbClr val="666666"/>
          </a:solidFill>
          <a:ln xmlns:a="http://schemas.openxmlformats.org/drawingml/2006/main" w="0" cap="flat">
            <a:noFill/>
            <a:miter/>
          </a:ln>
        </p:spPr>
      </p:sp>
      <p:sp>
        <p:nvSpPr>
          <p:cNvPr id="5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B3BD422E-7B39-4D5F-91CB-14FCE0C07A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0227" y="2366633"/>
            <a:ext cx="67535" cy="74396"/>
          </a:xfrm>
          <a:custGeom xmlns:a="http://schemas.openxmlformats.org/drawingml/2006/main">
            <a:pathLst>
              <a:path w="67535" h="74396">
                <a:moveTo>
                  <a:pt x="34948" y="74396"/>
                </a:moveTo>
                <a:cubicBezTo>
                  <a:pt x="28087" y="74396"/>
                  <a:pt x="21981" y="72791"/>
                  <a:pt x="16726" y="69690"/>
                </a:cubicBezTo>
                <a:cubicBezTo>
                  <a:pt x="11581" y="66410"/>
                  <a:pt x="7505" y="61965"/>
                  <a:pt x="4501" y="56394"/>
                </a:cubicBezTo>
                <a:cubicBezTo>
                  <a:pt x="1509" y="50823"/>
                  <a:pt x="0" y="44498"/>
                  <a:pt x="0" y="37308"/>
                </a:cubicBezTo>
                <a:cubicBezTo>
                  <a:pt x="0" y="30612"/>
                  <a:pt x="1345" y="24451"/>
                  <a:pt x="4075" y="18867"/>
                </a:cubicBezTo>
                <a:cubicBezTo>
                  <a:pt x="6915" y="13186"/>
                  <a:pt x="10826" y="8576"/>
                  <a:pt x="15862" y="5145"/>
                </a:cubicBezTo>
                <a:cubicBezTo>
                  <a:pt x="21021" y="1715"/>
                  <a:pt x="27017" y="0"/>
                  <a:pt x="33878" y="0"/>
                </a:cubicBezTo>
                <a:cubicBezTo>
                  <a:pt x="40848" y="0"/>
                  <a:pt x="46844" y="1619"/>
                  <a:pt x="51893" y="4720"/>
                </a:cubicBezTo>
                <a:cubicBezTo>
                  <a:pt x="56874" y="7725"/>
                  <a:pt x="60730" y="11951"/>
                  <a:pt x="63460" y="17371"/>
                </a:cubicBezTo>
                <a:cubicBezTo>
                  <a:pt x="66150" y="22681"/>
                  <a:pt x="67535" y="28842"/>
                  <a:pt x="67535" y="35812"/>
                </a:cubicBezTo>
                <a:cubicBezTo>
                  <a:pt x="67535" y="36553"/>
                  <a:pt x="67426" y="37253"/>
                  <a:pt x="67316" y="37953"/>
                </a:cubicBezTo>
                <a:cubicBezTo>
                  <a:pt x="67316" y="38543"/>
                  <a:pt x="67316" y="39023"/>
                  <a:pt x="67316" y="39448"/>
                </a:cubicBezTo>
                <a:lnTo>
                  <a:pt x="11800" y="39448"/>
                </a:lnTo>
                <a:cubicBezTo>
                  <a:pt x="12061" y="44923"/>
                  <a:pt x="13351" y="49478"/>
                  <a:pt x="15656" y="53169"/>
                </a:cubicBezTo>
                <a:cubicBezTo>
                  <a:pt x="18071" y="56764"/>
                  <a:pt x="21021" y="59495"/>
                  <a:pt x="24451" y="61320"/>
                </a:cubicBezTo>
                <a:cubicBezTo>
                  <a:pt x="27977" y="63035"/>
                  <a:pt x="31627" y="63899"/>
                  <a:pt x="35373" y="63899"/>
                </a:cubicBezTo>
                <a:cubicBezTo>
                  <a:pt x="40519" y="63899"/>
                  <a:pt x="44703" y="62719"/>
                  <a:pt x="48024" y="60250"/>
                </a:cubicBezTo>
                <a:cubicBezTo>
                  <a:pt x="51454" y="57835"/>
                  <a:pt x="54144" y="54843"/>
                  <a:pt x="56174" y="51248"/>
                </a:cubicBezTo>
                <a:lnTo>
                  <a:pt x="66040" y="55969"/>
                </a:lnTo>
                <a:cubicBezTo>
                  <a:pt x="63309" y="61430"/>
                  <a:pt x="59385" y="65820"/>
                  <a:pt x="54240" y="69251"/>
                </a:cubicBezTo>
                <a:cubicBezTo>
                  <a:pt x="49094" y="72681"/>
                  <a:pt x="42673" y="74396"/>
                  <a:pt x="34948" y="74396"/>
                </a:cubicBezTo>
                <a:close/>
                <a:moveTo>
                  <a:pt x="33878" y="10510"/>
                </a:moveTo>
                <a:cubicBezTo>
                  <a:pt x="28307" y="10510"/>
                  <a:pt x="23587" y="12335"/>
                  <a:pt x="19731" y="15875"/>
                </a:cubicBezTo>
                <a:cubicBezTo>
                  <a:pt x="15971" y="19457"/>
                  <a:pt x="13570" y="24122"/>
                  <a:pt x="12431" y="29802"/>
                </a:cubicBezTo>
                <a:lnTo>
                  <a:pt x="55104" y="29802"/>
                </a:lnTo>
                <a:cubicBezTo>
                  <a:pt x="54939" y="27127"/>
                  <a:pt x="54144" y="24341"/>
                  <a:pt x="52744" y="21446"/>
                </a:cubicBezTo>
                <a:cubicBezTo>
                  <a:pt x="51454" y="18441"/>
                  <a:pt x="49204" y="15875"/>
                  <a:pt x="46103" y="13721"/>
                </a:cubicBezTo>
                <a:cubicBezTo>
                  <a:pt x="43098" y="11581"/>
                  <a:pt x="39023" y="10510"/>
                  <a:pt x="33878" y="10510"/>
                </a:cubicBezTo>
                <a:close/>
                <a:moveTo>
                  <a:pt x="33878" y="10510"/>
                </a:moveTo>
              </a:path>
            </a:pathLst>
          </a:custGeom>
          <a:solidFill xmlns:a="http://schemas.openxmlformats.org/drawingml/2006/main">
            <a:srgbClr val="666666"/>
          </a:solidFill>
          <a:ln xmlns:a="http://schemas.openxmlformats.org/drawingml/2006/main" w="0" cap="flat">
            <a:noFill/>
            <a:miter/>
          </a:ln>
        </p:spPr>
      </p:sp>
      <p:sp>
        <p:nvSpPr>
          <p:cNvPr id="5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9BF966EB-9E7C-477C-8F0A-5AB905E8E2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31223" y="2366633"/>
            <a:ext cx="60455" cy="72256"/>
          </a:xfrm>
          <a:custGeom xmlns:a="http://schemas.openxmlformats.org/drawingml/2006/main">
            <a:pathLst>
              <a:path w="60455" h="72256">
                <a:moveTo>
                  <a:pt x="0" y="72256"/>
                </a:moveTo>
                <a:lnTo>
                  <a:pt x="0" y="2154"/>
                </a:lnTo>
                <a:lnTo>
                  <a:pt x="11142" y="2154"/>
                </a:lnTo>
                <a:lnTo>
                  <a:pt x="11142" y="12445"/>
                </a:lnTo>
                <a:lnTo>
                  <a:pt x="11786" y="12445"/>
                </a:lnTo>
                <a:cubicBezTo>
                  <a:pt x="13611" y="9015"/>
                  <a:pt x="16616" y="6120"/>
                  <a:pt x="20788" y="3650"/>
                </a:cubicBezTo>
                <a:cubicBezTo>
                  <a:pt x="24918" y="1235"/>
                  <a:pt x="29473" y="0"/>
                  <a:pt x="34509" y="0"/>
                </a:cubicBezTo>
                <a:cubicBezTo>
                  <a:pt x="43084" y="0"/>
                  <a:pt x="49520" y="2525"/>
                  <a:pt x="53801" y="7505"/>
                </a:cubicBezTo>
                <a:cubicBezTo>
                  <a:pt x="58205" y="12541"/>
                  <a:pt x="60455" y="19086"/>
                  <a:pt x="60455" y="27236"/>
                </a:cubicBezTo>
                <a:lnTo>
                  <a:pt x="60455" y="72256"/>
                </a:lnTo>
                <a:lnTo>
                  <a:pt x="48655" y="72256"/>
                </a:lnTo>
                <a:lnTo>
                  <a:pt x="48655" y="29157"/>
                </a:lnTo>
                <a:cubicBezTo>
                  <a:pt x="48655" y="22297"/>
                  <a:pt x="46995" y="17536"/>
                  <a:pt x="43729" y="14805"/>
                </a:cubicBezTo>
                <a:cubicBezTo>
                  <a:pt x="40573" y="11951"/>
                  <a:pt x="36443" y="10510"/>
                  <a:pt x="31298" y="10510"/>
                </a:cubicBezTo>
                <a:cubicBezTo>
                  <a:pt x="27442" y="10510"/>
                  <a:pt x="24012" y="11581"/>
                  <a:pt x="21007" y="13721"/>
                </a:cubicBezTo>
                <a:cubicBezTo>
                  <a:pt x="18112" y="15875"/>
                  <a:pt x="15862" y="18661"/>
                  <a:pt x="14146" y="22091"/>
                </a:cubicBezTo>
                <a:cubicBezTo>
                  <a:pt x="12541" y="25521"/>
                  <a:pt x="11786" y="29103"/>
                  <a:pt x="11786" y="32807"/>
                </a:cubicBezTo>
                <a:lnTo>
                  <a:pt x="11786" y="72256"/>
                </a:lnTo>
                <a:lnTo>
                  <a:pt x="0" y="72256"/>
                </a:lnTo>
                <a:close/>
                <a:moveTo>
                  <a:pt x="0" y="72256"/>
                </a:moveTo>
              </a:path>
            </a:pathLst>
          </a:custGeom>
          <a:solidFill xmlns:a="http://schemas.openxmlformats.org/drawingml/2006/main">
            <a:srgbClr val="666666"/>
          </a:solidFill>
          <a:ln xmlns:a="http://schemas.openxmlformats.org/drawingml/2006/main" w="0" cap="flat">
            <a:noFill/>
            <a:miter/>
          </a:ln>
        </p:spPr>
      </p:sp>
      <p:sp>
        <p:nvSpPr>
          <p:cNvPr id="5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15C7CDAF-6503-485F-BB1B-377482EED9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36478" y="2366633"/>
            <a:ext cx="67535" cy="74396"/>
          </a:xfrm>
          <a:custGeom xmlns:a="http://schemas.openxmlformats.org/drawingml/2006/main">
            <a:pathLst>
              <a:path w="67535" h="74396">
                <a:moveTo>
                  <a:pt x="34948" y="74396"/>
                </a:moveTo>
                <a:cubicBezTo>
                  <a:pt x="28087" y="74396"/>
                  <a:pt x="21981" y="72791"/>
                  <a:pt x="16726" y="69690"/>
                </a:cubicBezTo>
                <a:cubicBezTo>
                  <a:pt x="11581" y="66410"/>
                  <a:pt x="7505" y="61965"/>
                  <a:pt x="4514" y="56394"/>
                </a:cubicBezTo>
                <a:cubicBezTo>
                  <a:pt x="1509" y="50823"/>
                  <a:pt x="0" y="44498"/>
                  <a:pt x="0" y="37308"/>
                </a:cubicBezTo>
                <a:cubicBezTo>
                  <a:pt x="0" y="30612"/>
                  <a:pt x="1345" y="24451"/>
                  <a:pt x="4075" y="18867"/>
                </a:cubicBezTo>
                <a:cubicBezTo>
                  <a:pt x="6915" y="13186"/>
                  <a:pt x="10840" y="8576"/>
                  <a:pt x="15875" y="5145"/>
                </a:cubicBezTo>
                <a:cubicBezTo>
                  <a:pt x="21021" y="1715"/>
                  <a:pt x="27017" y="0"/>
                  <a:pt x="33878" y="0"/>
                </a:cubicBezTo>
                <a:cubicBezTo>
                  <a:pt x="40848" y="0"/>
                  <a:pt x="46858" y="1619"/>
                  <a:pt x="51893" y="4720"/>
                </a:cubicBezTo>
                <a:cubicBezTo>
                  <a:pt x="56874" y="7725"/>
                  <a:pt x="60730" y="11951"/>
                  <a:pt x="63460" y="17371"/>
                </a:cubicBezTo>
                <a:cubicBezTo>
                  <a:pt x="66150" y="22681"/>
                  <a:pt x="67535" y="28842"/>
                  <a:pt x="67535" y="35812"/>
                </a:cubicBezTo>
                <a:cubicBezTo>
                  <a:pt x="67535" y="36553"/>
                  <a:pt x="67439" y="37253"/>
                  <a:pt x="67330" y="37953"/>
                </a:cubicBezTo>
                <a:cubicBezTo>
                  <a:pt x="67330" y="38543"/>
                  <a:pt x="67330" y="39023"/>
                  <a:pt x="67330" y="39448"/>
                </a:cubicBezTo>
                <a:lnTo>
                  <a:pt x="11800" y="39448"/>
                </a:lnTo>
                <a:cubicBezTo>
                  <a:pt x="12061" y="44923"/>
                  <a:pt x="13351" y="49478"/>
                  <a:pt x="15656" y="53169"/>
                </a:cubicBezTo>
                <a:cubicBezTo>
                  <a:pt x="18071" y="56764"/>
                  <a:pt x="21021" y="59495"/>
                  <a:pt x="24451" y="61320"/>
                </a:cubicBezTo>
                <a:cubicBezTo>
                  <a:pt x="27991" y="63035"/>
                  <a:pt x="31627" y="63899"/>
                  <a:pt x="35387" y="63899"/>
                </a:cubicBezTo>
                <a:cubicBezTo>
                  <a:pt x="40532" y="63899"/>
                  <a:pt x="44703" y="62719"/>
                  <a:pt x="48024" y="60250"/>
                </a:cubicBezTo>
                <a:cubicBezTo>
                  <a:pt x="51454" y="57835"/>
                  <a:pt x="54144" y="54843"/>
                  <a:pt x="56174" y="51248"/>
                </a:cubicBezTo>
                <a:lnTo>
                  <a:pt x="66040" y="55969"/>
                </a:lnTo>
                <a:cubicBezTo>
                  <a:pt x="63309" y="61430"/>
                  <a:pt x="59399" y="65820"/>
                  <a:pt x="54253" y="69251"/>
                </a:cubicBezTo>
                <a:cubicBezTo>
                  <a:pt x="49108" y="72681"/>
                  <a:pt x="42673" y="74396"/>
                  <a:pt x="34948" y="74396"/>
                </a:cubicBezTo>
                <a:close/>
                <a:moveTo>
                  <a:pt x="33878" y="10510"/>
                </a:moveTo>
                <a:cubicBezTo>
                  <a:pt x="28307" y="10510"/>
                  <a:pt x="23587" y="12335"/>
                  <a:pt x="19731" y="15875"/>
                </a:cubicBezTo>
                <a:cubicBezTo>
                  <a:pt x="15985" y="19457"/>
                  <a:pt x="13570" y="24122"/>
                  <a:pt x="12445" y="29802"/>
                </a:cubicBezTo>
                <a:lnTo>
                  <a:pt x="55104" y="29802"/>
                </a:lnTo>
                <a:cubicBezTo>
                  <a:pt x="54939" y="27127"/>
                  <a:pt x="54144" y="24341"/>
                  <a:pt x="52744" y="21446"/>
                </a:cubicBezTo>
                <a:cubicBezTo>
                  <a:pt x="51454" y="18441"/>
                  <a:pt x="49204" y="15875"/>
                  <a:pt x="46103" y="13721"/>
                </a:cubicBezTo>
                <a:cubicBezTo>
                  <a:pt x="43098" y="11581"/>
                  <a:pt x="39023" y="10510"/>
                  <a:pt x="33878" y="10510"/>
                </a:cubicBezTo>
                <a:close/>
                <a:moveTo>
                  <a:pt x="33878" y="10510"/>
                </a:moveTo>
              </a:path>
            </a:pathLst>
          </a:custGeom>
          <a:solidFill xmlns:a="http://schemas.openxmlformats.org/drawingml/2006/main">
            <a:srgbClr val="666666"/>
          </a:solidFill>
          <a:ln xmlns:a="http://schemas.openxmlformats.org/drawingml/2006/main" w="0" cap="flat">
            <a:noFill/>
            <a:miter/>
          </a:ln>
        </p:spPr>
      </p:sp>
      <p:sp>
        <p:nvSpPr>
          <p:cNvPr id="5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60D7BF20-203F-46AA-9671-A0100AD2C8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09214" y="2368787"/>
            <a:ext cx="63460" cy="70101"/>
          </a:xfrm>
          <a:custGeom xmlns:a="http://schemas.openxmlformats.org/drawingml/2006/main">
            <a:pathLst>
              <a:path w="63460" h="70101">
                <a:moveTo>
                  <a:pt x="0" y="70101"/>
                </a:moveTo>
                <a:lnTo>
                  <a:pt x="24876" y="34509"/>
                </a:lnTo>
                <a:lnTo>
                  <a:pt x="645" y="0"/>
                </a:lnTo>
                <a:lnTo>
                  <a:pt x="13721" y="0"/>
                </a:lnTo>
                <a:lnTo>
                  <a:pt x="31737" y="25933"/>
                </a:lnTo>
                <a:lnTo>
                  <a:pt x="49314" y="0"/>
                </a:lnTo>
                <a:lnTo>
                  <a:pt x="63035" y="0"/>
                </a:lnTo>
                <a:lnTo>
                  <a:pt x="38378" y="34509"/>
                </a:lnTo>
                <a:lnTo>
                  <a:pt x="63460" y="70101"/>
                </a:lnTo>
                <a:lnTo>
                  <a:pt x="49739" y="70101"/>
                </a:lnTo>
                <a:lnTo>
                  <a:pt x="31737" y="43084"/>
                </a:lnTo>
                <a:lnTo>
                  <a:pt x="13721" y="70101"/>
                </a:lnTo>
                <a:lnTo>
                  <a:pt x="0" y="70101"/>
                </a:lnTo>
                <a:close/>
                <a:moveTo>
                  <a:pt x="0" y="70101"/>
                </a:moveTo>
              </a:path>
            </a:pathLst>
          </a:custGeom>
          <a:solidFill xmlns:a="http://schemas.openxmlformats.org/drawingml/2006/main">
            <a:srgbClr val="666666"/>
          </a:solidFill>
          <a:ln xmlns:a="http://schemas.openxmlformats.org/drawingml/2006/main" w="0" cap="flat">
            <a:noFill/>
            <a:miter/>
          </a:ln>
        </p:spPr>
      </p:sp>
      <p:sp>
        <p:nvSpPr>
          <p:cNvPr id="5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83C9B06E-E5F2-4B60-8028-31D894738E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82595" y="2366633"/>
            <a:ext cx="69031" cy="101838"/>
          </a:xfrm>
          <a:custGeom xmlns:a="http://schemas.openxmlformats.org/drawingml/2006/main">
            <a:pathLst>
              <a:path w="69031" h="101838">
                <a:moveTo>
                  <a:pt x="0" y="101838"/>
                </a:moveTo>
                <a:lnTo>
                  <a:pt x="0" y="2154"/>
                </a:lnTo>
                <a:lnTo>
                  <a:pt x="11142" y="2154"/>
                </a:lnTo>
                <a:lnTo>
                  <a:pt x="11142" y="12651"/>
                </a:lnTo>
                <a:lnTo>
                  <a:pt x="11581" y="12651"/>
                </a:lnTo>
                <a:cubicBezTo>
                  <a:pt x="13556" y="9385"/>
                  <a:pt x="16616" y="6435"/>
                  <a:pt x="20801" y="3869"/>
                </a:cubicBezTo>
                <a:cubicBezTo>
                  <a:pt x="25082" y="1290"/>
                  <a:pt x="30008" y="0"/>
                  <a:pt x="35593" y="0"/>
                </a:cubicBezTo>
                <a:cubicBezTo>
                  <a:pt x="42014" y="0"/>
                  <a:pt x="47695" y="1660"/>
                  <a:pt x="52744" y="4940"/>
                </a:cubicBezTo>
                <a:cubicBezTo>
                  <a:pt x="57725" y="8095"/>
                  <a:pt x="61635" y="12445"/>
                  <a:pt x="64531" y="18016"/>
                </a:cubicBezTo>
                <a:cubicBezTo>
                  <a:pt x="67535" y="23587"/>
                  <a:pt x="69031" y="30022"/>
                  <a:pt x="69031" y="37308"/>
                </a:cubicBezTo>
                <a:cubicBezTo>
                  <a:pt x="69031" y="44498"/>
                  <a:pt x="67535" y="50823"/>
                  <a:pt x="64531" y="56394"/>
                </a:cubicBezTo>
                <a:cubicBezTo>
                  <a:pt x="61635" y="61965"/>
                  <a:pt x="57725" y="66410"/>
                  <a:pt x="52744" y="69690"/>
                </a:cubicBezTo>
                <a:cubicBezTo>
                  <a:pt x="47695" y="72791"/>
                  <a:pt x="42014" y="74396"/>
                  <a:pt x="35593" y="74396"/>
                </a:cubicBezTo>
                <a:cubicBezTo>
                  <a:pt x="30008" y="74396"/>
                  <a:pt x="25082" y="73120"/>
                  <a:pt x="20801" y="70540"/>
                </a:cubicBezTo>
                <a:cubicBezTo>
                  <a:pt x="16616" y="67975"/>
                  <a:pt x="13556" y="65134"/>
                  <a:pt x="11581" y="61965"/>
                </a:cubicBezTo>
                <a:lnTo>
                  <a:pt x="11142" y="61965"/>
                </a:lnTo>
                <a:lnTo>
                  <a:pt x="11581" y="71611"/>
                </a:lnTo>
                <a:lnTo>
                  <a:pt x="11581" y="101838"/>
                </a:lnTo>
                <a:lnTo>
                  <a:pt x="0" y="101838"/>
                </a:lnTo>
                <a:close/>
                <a:moveTo>
                  <a:pt x="34303" y="63899"/>
                </a:moveTo>
                <a:cubicBezTo>
                  <a:pt x="38268" y="63899"/>
                  <a:pt x="42069" y="62829"/>
                  <a:pt x="45664" y="60675"/>
                </a:cubicBezTo>
                <a:cubicBezTo>
                  <a:pt x="49204" y="58534"/>
                  <a:pt x="52099" y="55475"/>
                  <a:pt x="54240" y="51454"/>
                </a:cubicBezTo>
                <a:cubicBezTo>
                  <a:pt x="56380" y="47338"/>
                  <a:pt x="57450" y="42618"/>
                  <a:pt x="57450" y="37308"/>
                </a:cubicBezTo>
                <a:cubicBezTo>
                  <a:pt x="57450" y="31737"/>
                  <a:pt x="56380" y="26962"/>
                  <a:pt x="54240" y="22942"/>
                </a:cubicBezTo>
                <a:cubicBezTo>
                  <a:pt x="52099" y="18976"/>
                  <a:pt x="49204" y="15875"/>
                  <a:pt x="45664" y="13721"/>
                </a:cubicBezTo>
                <a:cubicBezTo>
                  <a:pt x="42069" y="11581"/>
                  <a:pt x="38268" y="10510"/>
                  <a:pt x="34303" y="10510"/>
                </a:cubicBezTo>
                <a:cubicBezTo>
                  <a:pt x="30283" y="10510"/>
                  <a:pt x="26482" y="11581"/>
                  <a:pt x="22942" y="13721"/>
                </a:cubicBezTo>
                <a:cubicBezTo>
                  <a:pt x="19511" y="15875"/>
                  <a:pt x="16616" y="18976"/>
                  <a:pt x="14366" y="22942"/>
                </a:cubicBezTo>
                <a:cubicBezTo>
                  <a:pt x="12226" y="26962"/>
                  <a:pt x="11142" y="31737"/>
                  <a:pt x="11142" y="37308"/>
                </a:cubicBezTo>
                <a:cubicBezTo>
                  <a:pt x="11142" y="42783"/>
                  <a:pt x="12226" y="47489"/>
                  <a:pt x="14366" y="51454"/>
                </a:cubicBezTo>
                <a:cubicBezTo>
                  <a:pt x="16616" y="55475"/>
                  <a:pt x="19511" y="58534"/>
                  <a:pt x="22942" y="60675"/>
                </a:cubicBezTo>
                <a:cubicBezTo>
                  <a:pt x="26482" y="62829"/>
                  <a:pt x="30283" y="63899"/>
                  <a:pt x="34303" y="63899"/>
                </a:cubicBezTo>
                <a:close/>
                <a:moveTo>
                  <a:pt x="34303" y="63899"/>
                </a:moveTo>
              </a:path>
            </a:pathLst>
          </a:custGeom>
          <a:solidFill xmlns:a="http://schemas.openxmlformats.org/drawingml/2006/main">
            <a:srgbClr val="666666"/>
          </a:solidFill>
          <a:ln xmlns:a="http://schemas.openxmlformats.org/drawingml/2006/main" w="0" cap="flat">
            <a:noFill/>
            <a:miter/>
          </a:ln>
        </p:spPr>
      </p:sp>
      <p:sp>
        <p:nvSpPr>
          <p:cNvPr id="5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366ABA0B-2C22-4E47-BEB1-D2E5234FF5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63796" y="2340480"/>
            <a:ext cx="11786" cy="98408"/>
          </a:xfrm>
          <a:custGeom xmlns:a="http://schemas.openxmlformats.org/drawingml/2006/main">
            <a:pathLst>
              <a:path w="11786" h="98408">
                <a:moveTo>
                  <a:pt x="0" y="0"/>
                </a:moveTo>
                <a:lnTo>
                  <a:pt x="11786" y="0"/>
                </a:lnTo>
                <a:lnTo>
                  <a:pt x="11786" y="98408"/>
                </a:lnTo>
                <a:lnTo>
                  <a:pt x="0" y="98408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666666"/>
          </a:solidFill>
          <a:ln xmlns:a="http://schemas.openxmlformats.org/drawingml/2006/main" w="0" cap="flat">
            <a:noFill/>
            <a:miter/>
          </a:ln>
        </p:spPr>
      </p:sp>
      <p:sp>
        <p:nvSpPr>
          <p:cNvPr id="5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D519C56F-2CE7-4B70-B431-85DC900A7C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88453" y="2366633"/>
            <a:ext cx="72036" cy="74396"/>
          </a:xfrm>
          <a:custGeom xmlns:a="http://schemas.openxmlformats.org/drawingml/2006/main">
            <a:pathLst>
              <a:path w="72036" h="74396">
                <a:moveTo>
                  <a:pt x="36018" y="74396"/>
                </a:moveTo>
                <a:cubicBezTo>
                  <a:pt x="28993" y="74396"/>
                  <a:pt x="22777" y="72736"/>
                  <a:pt x="17357" y="69470"/>
                </a:cubicBezTo>
                <a:cubicBezTo>
                  <a:pt x="11896" y="66205"/>
                  <a:pt x="7602" y="61745"/>
                  <a:pt x="4501" y="56174"/>
                </a:cubicBezTo>
                <a:cubicBezTo>
                  <a:pt x="1496" y="50494"/>
                  <a:pt x="0" y="44168"/>
                  <a:pt x="0" y="37308"/>
                </a:cubicBezTo>
                <a:cubicBezTo>
                  <a:pt x="0" y="30337"/>
                  <a:pt x="1496" y="24012"/>
                  <a:pt x="4501" y="18441"/>
                </a:cubicBezTo>
                <a:cubicBezTo>
                  <a:pt x="7602" y="12761"/>
                  <a:pt x="11896" y="8260"/>
                  <a:pt x="17357" y="4940"/>
                </a:cubicBezTo>
                <a:cubicBezTo>
                  <a:pt x="22777" y="1660"/>
                  <a:pt x="28993" y="0"/>
                  <a:pt x="36018" y="0"/>
                </a:cubicBezTo>
                <a:cubicBezTo>
                  <a:pt x="42988" y="0"/>
                  <a:pt x="49204" y="1715"/>
                  <a:pt x="54665" y="5145"/>
                </a:cubicBezTo>
                <a:cubicBezTo>
                  <a:pt x="60085" y="8480"/>
                  <a:pt x="64311" y="12870"/>
                  <a:pt x="67316" y="18441"/>
                </a:cubicBezTo>
                <a:cubicBezTo>
                  <a:pt x="70431" y="24012"/>
                  <a:pt x="72036" y="30337"/>
                  <a:pt x="72036" y="37308"/>
                </a:cubicBezTo>
                <a:cubicBezTo>
                  <a:pt x="72036" y="44168"/>
                  <a:pt x="70431" y="50494"/>
                  <a:pt x="67316" y="56174"/>
                </a:cubicBezTo>
                <a:cubicBezTo>
                  <a:pt x="64311" y="61745"/>
                  <a:pt x="60085" y="66205"/>
                  <a:pt x="54665" y="69470"/>
                </a:cubicBezTo>
                <a:cubicBezTo>
                  <a:pt x="49204" y="72736"/>
                  <a:pt x="42988" y="74396"/>
                  <a:pt x="36018" y="74396"/>
                </a:cubicBezTo>
                <a:close/>
                <a:moveTo>
                  <a:pt x="36018" y="63899"/>
                </a:moveTo>
                <a:cubicBezTo>
                  <a:pt x="40299" y="63899"/>
                  <a:pt x="44210" y="62829"/>
                  <a:pt x="47804" y="60675"/>
                </a:cubicBezTo>
                <a:cubicBezTo>
                  <a:pt x="51509" y="58534"/>
                  <a:pt x="54500" y="55529"/>
                  <a:pt x="56806" y="51674"/>
                </a:cubicBezTo>
                <a:cubicBezTo>
                  <a:pt x="59056" y="47708"/>
                  <a:pt x="60236" y="42879"/>
                  <a:pt x="60236" y="37308"/>
                </a:cubicBezTo>
                <a:cubicBezTo>
                  <a:pt x="60236" y="31627"/>
                  <a:pt x="59056" y="26811"/>
                  <a:pt x="56806" y="22942"/>
                </a:cubicBezTo>
                <a:cubicBezTo>
                  <a:pt x="54500" y="18976"/>
                  <a:pt x="51509" y="15875"/>
                  <a:pt x="47804" y="13721"/>
                </a:cubicBezTo>
                <a:cubicBezTo>
                  <a:pt x="44210" y="11581"/>
                  <a:pt x="40299" y="10510"/>
                  <a:pt x="36018" y="10510"/>
                </a:cubicBezTo>
                <a:cubicBezTo>
                  <a:pt x="31833" y="10510"/>
                  <a:pt x="27868" y="11581"/>
                  <a:pt x="24012" y="13721"/>
                </a:cubicBezTo>
                <a:cubicBezTo>
                  <a:pt x="20252" y="15875"/>
                  <a:pt x="17261" y="18976"/>
                  <a:pt x="15011" y="22942"/>
                </a:cubicBezTo>
                <a:cubicBezTo>
                  <a:pt x="12706" y="26811"/>
                  <a:pt x="11581" y="31627"/>
                  <a:pt x="11581" y="37308"/>
                </a:cubicBezTo>
                <a:cubicBezTo>
                  <a:pt x="11581" y="42879"/>
                  <a:pt x="12706" y="47708"/>
                  <a:pt x="15011" y="51674"/>
                </a:cubicBezTo>
                <a:cubicBezTo>
                  <a:pt x="17261" y="55529"/>
                  <a:pt x="20252" y="58534"/>
                  <a:pt x="24012" y="60675"/>
                </a:cubicBezTo>
                <a:cubicBezTo>
                  <a:pt x="27868" y="62829"/>
                  <a:pt x="31833" y="63899"/>
                  <a:pt x="36018" y="63899"/>
                </a:cubicBezTo>
                <a:close/>
                <a:moveTo>
                  <a:pt x="36018" y="63899"/>
                </a:moveTo>
              </a:path>
            </a:pathLst>
          </a:custGeom>
          <a:solidFill xmlns:a="http://schemas.openxmlformats.org/drawingml/2006/main">
            <a:srgbClr val="666666"/>
          </a:solidFill>
          <a:ln xmlns:a="http://schemas.openxmlformats.org/drawingml/2006/main" w="0" cap="flat">
            <a:noFill/>
            <a:miter/>
          </a:ln>
        </p:spPr>
      </p:sp>
      <p:sp>
        <p:nvSpPr>
          <p:cNvPr id="5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B0B63AD6-9743-4E0C-B8D5-C7A0787619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70300" y="2340480"/>
            <a:ext cx="69237" cy="100549"/>
          </a:xfrm>
          <a:custGeom xmlns:a="http://schemas.openxmlformats.org/drawingml/2006/main">
            <a:pathLst>
              <a:path w="69237" h="100549">
                <a:moveTo>
                  <a:pt x="33438" y="100549"/>
                </a:moveTo>
                <a:cubicBezTo>
                  <a:pt x="27113" y="100549"/>
                  <a:pt x="21432" y="98943"/>
                  <a:pt x="16287" y="95842"/>
                </a:cubicBezTo>
                <a:cubicBezTo>
                  <a:pt x="11251" y="92563"/>
                  <a:pt x="7286" y="88117"/>
                  <a:pt x="4281" y="82546"/>
                </a:cubicBezTo>
                <a:cubicBezTo>
                  <a:pt x="1386" y="76976"/>
                  <a:pt x="0" y="70650"/>
                  <a:pt x="0" y="63460"/>
                </a:cubicBezTo>
                <a:cubicBezTo>
                  <a:pt x="0" y="56174"/>
                  <a:pt x="1386" y="49739"/>
                  <a:pt x="4281" y="44168"/>
                </a:cubicBezTo>
                <a:cubicBezTo>
                  <a:pt x="7286" y="38598"/>
                  <a:pt x="11251" y="34248"/>
                  <a:pt x="16287" y="31092"/>
                </a:cubicBezTo>
                <a:cubicBezTo>
                  <a:pt x="21432" y="27813"/>
                  <a:pt x="27113" y="26152"/>
                  <a:pt x="33438" y="26152"/>
                </a:cubicBezTo>
                <a:cubicBezTo>
                  <a:pt x="39119" y="26152"/>
                  <a:pt x="44059" y="27442"/>
                  <a:pt x="48230" y="30022"/>
                </a:cubicBezTo>
                <a:cubicBezTo>
                  <a:pt x="52360" y="32588"/>
                  <a:pt x="55420" y="35538"/>
                  <a:pt x="57450" y="38803"/>
                </a:cubicBezTo>
                <a:lnTo>
                  <a:pt x="58095" y="38803"/>
                </a:lnTo>
                <a:lnTo>
                  <a:pt x="57450" y="28952"/>
                </a:lnTo>
                <a:lnTo>
                  <a:pt x="57450" y="0"/>
                </a:lnTo>
                <a:lnTo>
                  <a:pt x="69237" y="0"/>
                </a:lnTo>
                <a:lnTo>
                  <a:pt x="69237" y="98408"/>
                </a:lnTo>
                <a:lnTo>
                  <a:pt x="58095" y="98408"/>
                </a:lnTo>
                <a:lnTo>
                  <a:pt x="58095" y="88117"/>
                </a:lnTo>
                <a:lnTo>
                  <a:pt x="57450" y="88117"/>
                </a:lnTo>
                <a:cubicBezTo>
                  <a:pt x="55420" y="91287"/>
                  <a:pt x="52360" y="94127"/>
                  <a:pt x="48230" y="96693"/>
                </a:cubicBezTo>
                <a:cubicBezTo>
                  <a:pt x="44059" y="99272"/>
                  <a:pt x="39119" y="100549"/>
                  <a:pt x="33438" y="100549"/>
                </a:cubicBezTo>
                <a:close/>
                <a:moveTo>
                  <a:pt x="34728" y="90052"/>
                </a:moveTo>
                <a:cubicBezTo>
                  <a:pt x="38694" y="90052"/>
                  <a:pt x="42494" y="88982"/>
                  <a:pt x="46089" y="86827"/>
                </a:cubicBezTo>
                <a:cubicBezTo>
                  <a:pt x="49629" y="84687"/>
                  <a:pt x="52525" y="81627"/>
                  <a:pt x="54665" y="77607"/>
                </a:cubicBezTo>
                <a:cubicBezTo>
                  <a:pt x="56915" y="73641"/>
                  <a:pt x="58095" y="68935"/>
                  <a:pt x="58095" y="63460"/>
                </a:cubicBezTo>
                <a:cubicBezTo>
                  <a:pt x="58095" y="57890"/>
                  <a:pt x="56915" y="53115"/>
                  <a:pt x="54665" y="49094"/>
                </a:cubicBezTo>
                <a:cubicBezTo>
                  <a:pt x="52525" y="45129"/>
                  <a:pt x="49629" y="42028"/>
                  <a:pt x="46089" y="39874"/>
                </a:cubicBezTo>
                <a:cubicBezTo>
                  <a:pt x="42494" y="37733"/>
                  <a:pt x="38694" y="36663"/>
                  <a:pt x="34728" y="36663"/>
                </a:cubicBezTo>
                <a:cubicBezTo>
                  <a:pt x="30708" y="36663"/>
                  <a:pt x="26907" y="37733"/>
                  <a:pt x="23367" y="39874"/>
                </a:cubicBezTo>
                <a:cubicBezTo>
                  <a:pt x="19937" y="42028"/>
                  <a:pt x="17042" y="45129"/>
                  <a:pt x="14791" y="49094"/>
                </a:cubicBezTo>
                <a:cubicBezTo>
                  <a:pt x="12637" y="53115"/>
                  <a:pt x="11567" y="57890"/>
                  <a:pt x="11567" y="63460"/>
                </a:cubicBezTo>
                <a:cubicBezTo>
                  <a:pt x="11567" y="68770"/>
                  <a:pt x="12637" y="73490"/>
                  <a:pt x="14791" y="77607"/>
                </a:cubicBezTo>
                <a:cubicBezTo>
                  <a:pt x="17042" y="81627"/>
                  <a:pt x="19937" y="84687"/>
                  <a:pt x="23367" y="86827"/>
                </a:cubicBezTo>
                <a:cubicBezTo>
                  <a:pt x="26907" y="88982"/>
                  <a:pt x="30708" y="90052"/>
                  <a:pt x="34728" y="90052"/>
                </a:cubicBezTo>
                <a:close/>
                <a:moveTo>
                  <a:pt x="34728" y="90052"/>
                </a:moveTo>
              </a:path>
            </a:pathLst>
          </a:custGeom>
          <a:solidFill xmlns:a="http://schemas.openxmlformats.org/drawingml/2006/main">
            <a:srgbClr val="666666"/>
          </a:solidFill>
          <a:ln xmlns:a="http://schemas.openxmlformats.org/drawingml/2006/main" w="0" cap="flat">
            <a:noFill/>
            <a:miter/>
          </a:ln>
        </p:spPr>
      </p:sp>
      <p:sp>
        <p:nvSpPr>
          <p:cNvPr id="5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65FB1FCB-154D-4024-9970-2BC16419C3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52297" y="2366633"/>
            <a:ext cx="67535" cy="74396"/>
          </a:xfrm>
          <a:custGeom xmlns:a="http://schemas.openxmlformats.org/drawingml/2006/main">
            <a:pathLst>
              <a:path w="67535" h="74396">
                <a:moveTo>
                  <a:pt x="34948" y="74396"/>
                </a:moveTo>
                <a:cubicBezTo>
                  <a:pt x="28087" y="74396"/>
                  <a:pt x="21981" y="72791"/>
                  <a:pt x="16726" y="69690"/>
                </a:cubicBezTo>
                <a:cubicBezTo>
                  <a:pt x="11581" y="66410"/>
                  <a:pt x="7505" y="61965"/>
                  <a:pt x="4501" y="56394"/>
                </a:cubicBezTo>
                <a:cubicBezTo>
                  <a:pt x="1509" y="50823"/>
                  <a:pt x="0" y="44498"/>
                  <a:pt x="0" y="37308"/>
                </a:cubicBezTo>
                <a:cubicBezTo>
                  <a:pt x="0" y="30612"/>
                  <a:pt x="1345" y="24451"/>
                  <a:pt x="4075" y="18867"/>
                </a:cubicBezTo>
                <a:cubicBezTo>
                  <a:pt x="6915" y="13186"/>
                  <a:pt x="10826" y="8576"/>
                  <a:pt x="15862" y="5145"/>
                </a:cubicBezTo>
                <a:cubicBezTo>
                  <a:pt x="21007" y="1715"/>
                  <a:pt x="27017" y="0"/>
                  <a:pt x="33878" y="0"/>
                </a:cubicBezTo>
                <a:cubicBezTo>
                  <a:pt x="40848" y="0"/>
                  <a:pt x="46844" y="1619"/>
                  <a:pt x="51880" y="4720"/>
                </a:cubicBezTo>
                <a:cubicBezTo>
                  <a:pt x="56874" y="7725"/>
                  <a:pt x="60730" y="11951"/>
                  <a:pt x="63460" y="17371"/>
                </a:cubicBezTo>
                <a:cubicBezTo>
                  <a:pt x="66136" y="22681"/>
                  <a:pt x="67535" y="28842"/>
                  <a:pt x="67535" y="35812"/>
                </a:cubicBezTo>
                <a:cubicBezTo>
                  <a:pt x="67535" y="36553"/>
                  <a:pt x="67426" y="37253"/>
                  <a:pt x="67316" y="37953"/>
                </a:cubicBezTo>
                <a:cubicBezTo>
                  <a:pt x="67316" y="38543"/>
                  <a:pt x="67316" y="39023"/>
                  <a:pt x="67316" y="39448"/>
                </a:cubicBezTo>
                <a:lnTo>
                  <a:pt x="11800" y="39448"/>
                </a:lnTo>
                <a:cubicBezTo>
                  <a:pt x="12061" y="44923"/>
                  <a:pt x="13351" y="49478"/>
                  <a:pt x="15656" y="53169"/>
                </a:cubicBezTo>
                <a:cubicBezTo>
                  <a:pt x="18071" y="56764"/>
                  <a:pt x="21007" y="59495"/>
                  <a:pt x="24437" y="61320"/>
                </a:cubicBezTo>
                <a:cubicBezTo>
                  <a:pt x="27977" y="63035"/>
                  <a:pt x="31627" y="63899"/>
                  <a:pt x="35373" y="63899"/>
                </a:cubicBezTo>
                <a:cubicBezTo>
                  <a:pt x="40519" y="63899"/>
                  <a:pt x="44703" y="62719"/>
                  <a:pt x="48024" y="60250"/>
                </a:cubicBezTo>
                <a:cubicBezTo>
                  <a:pt x="51454" y="57835"/>
                  <a:pt x="54130" y="54843"/>
                  <a:pt x="56174" y="51248"/>
                </a:cubicBezTo>
                <a:lnTo>
                  <a:pt x="66040" y="55969"/>
                </a:lnTo>
                <a:cubicBezTo>
                  <a:pt x="63296" y="61430"/>
                  <a:pt x="59385" y="65820"/>
                  <a:pt x="54240" y="69251"/>
                </a:cubicBezTo>
                <a:cubicBezTo>
                  <a:pt x="49094" y="72681"/>
                  <a:pt x="42673" y="74396"/>
                  <a:pt x="34948" y="74396"/>
                </a:cubicBezTo>
                <a:close/>
                <a:moveTo>
                  <a:pt x="33878" y="10510"/>
                </a:moveTo>
                <a:cubicBezTo>
                  <a:pt x="28307" y="10510"/>
                  <a:pt x="23587" y="12335"/>
                  <a:pt x="19731" y="15875"/>
                </a:cubicBezTo>
                <a:cubicBezTo>
                  <a:pt x="15971" y="19457"/>
                  <a:pt x="13556" y="24122"/>
                  <a:pt x="12431" y="29802"/>
                </a:cubicBezTo>
                <a:lnTo>
                  <a:pt x="55104" y="29802"/>
                </a:lnTo>
                <a:cubicBezTo>
                  <a:pt x="54939" y="27127"/>
                  <a:pt x="54130" y="24341"/>
                  <a:pt x="52744" y="21446"/>
                </a:cubicBezTo>
                <a:cubicBezTo>
                  <a:pt x="51454" y="18441"/>
                  <a:pt x="49204" y="15875"/>
                  <a:pt x="46103" y="13721"/>
                </a:cubicBezTo>
                <a:cubicBezTo>
                  <a:pt x="43098" y="11581"/>
                  <a:pt x="39023" y="10510"/>
                  <a:pt x="33878" y="10510"/>
                </a:cubicBezTo>
                <a:close/>
                <a:moveTo>
                  <a:pt x="33878" y="10510"/>
                </a:moveTo>
              </a:path>
            </a:pathLst>
          </a:custGeom>
          <a:solidFill xmlns:a="http://schemas.openxmlformats.org/drawingml/2006/main">
            <a:srgbClr val="666666"/>
          </a:solidFill>
          <a:ln xmlns:a="http://schemas.openxmlformats.org/drawingml/2006/main" w="0" cap="flat">
            <a:noFill/>
            <a:miter/>
          </a:ln>
        </p:spPr>
      </p:sp>
      <p:sp>
        <p:nvSpPr>
          <p:cNvPr id="6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DA8023AB-DA6F-4050-98B3-A426B25A04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63672" y="2339191"/>
            <a:ext cx="16946" cy="99698"/>
          </a:xfrm>
          <a:custGeom xmlns:a="http://schemas.openxmlformats.org/drawingml/2006/main">
            <a:pathLst>
              <a:path w="16946" h="99698">
                <a:moveTo>
                  <a:pt x="8370" y="16726"/>
                </a:moveTo>
                <a:cubicBezTo>
                  <a:pt x="6065" y="16726"/>
                  <a:pt x="4075" y="15971"/>
                  <a:pt x="2360" y="14366"/>
                </a:cubicBezTo>
                <a:cubicBezTo>
                  <a:pt x="755" y="12651"/>
                  <a:pt x="0" y="10675"/>
                  <a:pt x="0" y="8370"/>
                </a:cubicBezTo>
                <a:cubicBezTo>
                  <a:pt x="0" y="5955"/>
                  <a:pt x="755" y="3965"/>
                  <a:pt x="2360" y="2360"/>
                </a:cubicBezTo>
                <a:cubicBezTo>
                  <a:pt x="4075" y="810"/>
                  <a:pt x="6065" y="0"/>
                  <a:pt x="8370" y="0"/>
                </a:cubicBezTo>
                <a:cubicBezTo>
                  <a:pt x="10785" y="0"/>
                  <a:pt x="12761" y="810"/>
                  <a:pt x="14366" y="2360"/>
                </a:cubicBezTo>
                <a:cubicBezTo>
                  <a:pt x="16081" y="3965"/>
                  <a:pt x="16946" y="5955"/>
                  <a:pt x="16946" y="8370"/>
                </a:cubicBezTo>
                <a:cubicBezTo>
                  <a:pt x="16946" y="10675"/>
                  <a:pt x="16081" y="12651"/>
                  <a:pt x="14366" y="14366"/>
                </a:cubicBezTo>
                <a:cubicBezTo>
                  <a:pt x="12761" y="15971"/>
                  <a:pt x="10785" y="16726"/>
                  <a:pt x="8370" y="16726"/>
                </a:cubicBezTo>
                <a:close/>
                <a:moveTo>
                  <a:pt x="2785" y="99698"/>
                </a:moveTo>
                <a:lnTo>
                  <a:pt x="2785" y="29597"/>
                </a:lnTo>
                <a:lnTo>
                  <a:pt x="14366" y="29597"/>
                </a:lnTo>
                <a:lnTo>
                  <a:pt x="14366" y="99698"/>
                </a:lnTo>
                <a:lnTo>
                  <a:pt x="2785" y="99698"/>
                </a:lnTo>
                <a:close/>
                <a:moveTo>
                  <a:pt x="2785" y="99698"/>
                </a:moveTo>
              </a:path>
            </a:pathLst>
          </a:custGeom>
          <a:solidFill xmlns:a="http://schemas.openxmlformats.org/drawingml/2006/main">
            <a:srgbClr val="666666"/>
          </a:solidFill>
          <a:ln xmlns:a="http://schemas.openxmlformats.org/drawingml/2006/main" w="0" cap="flat">
            <a:noFill/>
            <a:miter/>
          </a:ln>
        </p:spPr>
      </p:sp>
      <p:sp>
        <p:nvSpPr>
          <p:cNvPr id="6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D8D8B330-4B1C-431C-9476-30AA70880F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96205" y="2366633"/>
            <a:ext cx="60469" cy="72256"/>
          </a:xfrm>
          <a:custGeom xmlns:a="http://schemas.openxmlformats.org/drawingml/2006/main">
            <a:pathLst>
              <a:path w="60469" h="72256">
                <a:moveTo>
                  <a:pt x="0" y="72256"/>
                </a:moveTo>
                <a:lnTo>
                  <a:pt x="0" y="2154"/>
                </a:lnTo>
                <a:lnTo>
                  <a:pt x="11155" y="2154"/>
                </a:lnTo>
                <a:lnTo>
                  <a:pt x="11155" y="12445"/>
                </a:lnTo>
                <a:lnTo>
                  <a:pt x="11800" y="12445"/>
                </a:lnTo>
                <a:cubicBezTo>
                  <a:pt x="13625" y="9015"/>
                  <a:pt x="16616" y="6120"/>
                  <a:pt x="20801" y="3650"/>
                </a:cubicBezTo>
                <a:cubicBezTo>
                  <a:pt x="24931" y="1235"/>
                  <a:pt x="29487" y="0"/>
                  <a:pt x="34522" y="0"/>
                </a:cubicBezTo>
                <a:cubicBezTo>
                  <a:pt x="43098" y="0"/>
                  <a:pt x="49533" y="2525"/>
                  <a:pt x="53814" y="7505"/>
                </a:cubicBezTo>
                <a:cubicBezTo>
                  <a:pt x="58219" y="12541"/>
                  <a:pt x="60469" y="19086"/>
                  <a:pt x="60469" y="27236"/>
                </a:cubicBezTo>
                <a:lnTo>
                  <a:pt x="60469" y="72256"/>
                </a:lnTo>
                <a:lnTo>
                  <a:pt x="48669" y="72256"/>
                </a:lnTo>
                <a:lnTo>
                  <a:pt x="48669" y="29157"/>
                </a:lnTo>
                <a:cubicBezTo>
                  <a:pt x="48669" y="22297"/>
                  <a:pt x="47009" y="17536"/>
                  <a:pt x="43743" y="14805"/>
                </a:cubicBezTo>
                <a:cubicBezTo>
                  <a:pt x="40573" y="11951"/>
                  <a:pt x="36457" y="10510"/>
                  <a:pt x="31312" y="10510"/>
                </a:cubicBezTo>
                <a:cubicBezTo>
                  <a:pt x="27442" y="10510"/>
                  <a:pt x="24012" y="11581"/>
                  <a:pt x="21021" y="13721"/>
                </a:cubicBezTo>
                <a:cubicBezTo>
                  <a:pt x="18126" y="15875"/>
                  <a:pt x="15875" y="18661"/>
                  <a:pt x="14160" y="22091"/>
                </a:cubicBezTo>
                <a:cubicBezTo>
                  <a:pt x="12555" y="25521"/>
                  <a:pt x="11800" y="29103"/>
                  <a:pt x="11800" y="32807"/>
                </a:cubicBezTo>
                <a:lnTo>
                  <a:pt x="11800" y="72256"/>
                </a:lnTo>
                <a:lnTo>
                  <a:pt x="0" y="72256"/>
                </a:lnTo>
                <a:close/>
                <a:moveTo>
                  <a:pt x="0" y="72256"/>
                </a:moveTo>
              </a:path>
            </a:pathLst>
          </a:custGeom>
          <a:solidFill xmlns:a="http://schemas.openxmlformats.org/drawingml/2006/main">
            <a:srgbClr val="666666"/>
          </a:solidFill>
          <a:ln xmlns:a="http://schemas.openxmlformats.org/drawingml/2006/main" w="0" cap="flat">
            <a:noFill/>
            <a:miter/>
          </a:ln>
        </p:spPr>
      </p:sp>
      <p:sp>
        <p:nvSpPr>
          <p:cNvPr id="6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3E20BD1A-0A02-4BE3-A665-27AA718017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00403" y="2349056"/>
            <a:ext cx="41383" cy="90903"/>
          </a:xfrm>
          <a:custGeom xmlns:a="http://schemas.openxmlformats.org/drawingml/2006/main">
            <a:pathLst>
              <a:path w="41383" h="90903">
                <a:moveTo>
                  <a:pt x="31737" y="90903"/>
                </a:moveTo>
                <a:cubicBezTo>
                  <a:pt x="25837" y="90903"/>
                  <a:pt x="21117" y="89187"/>
                  <a:pt x="17577" y="85757"/>
                </a:cubicBezTo>
                <a:cubicBezTo>
                  <a:pt x="13996" y="82327"/>
                  <a:pt x="12226" y="77552"/>
                  <a:pt x="12226" y="71391"/>
                </a:cubicBezTo>
                <a:lnTo>
                  <a:pt x="12226" y="30228"/>
                </a:lnTo>
                <a:lnTo>
                  <a:pt x="0" y="30228"/>
                </a:lnTo>
                <a:lnTo>
                  <a:pt x="0" y="19731"/>
                </a:lnTo>
                <a:lnTo>
                  <a:pt x="12226" y="19731"/>
                </a:lnTo>
                <a:lnTo>
                  <a:pt x="12226" y="0"/>
                </a:lnTo>
                <a:lnTo>
                  <a:pt x="23806" y="0"/>
                </a:lnTo>
                <a:lnTo>
                  <a:pt x="23806" y="19731"/>
                </a:lnTo>
                <a:lnTo>
                  <a:pt x="41163" y="19731"/>
                </a:lnTo>
                <a:lnTo>
                  <a:pt x="41163" y="30228"/>
                </a:lnTo>
                <a:lnTo>
                  <a:pt x="23806" y="30228"/>
                </a:lnTo>
                <a:lnTo>
                  <a:pt x="23806" y="68606"/>
                </a:lnTo>
                <a:cubicBezTo>
                  <a:pt x="23806" y="72201"/>
                  <a:pt x="24547" y="74986"/>
                  <a:pt x="26152" y="76976"/>
                </a:cubicBezTo>
                <a:cubicBezTo>
                  <a:pt x="27717" y="79006"/>
                  <a:pt x="30228" y="79967"/>
                  <a:pt x="33658" y="79967"/>
                </a:cubicBezTo>
                <a:cubicBezTo>
                  <a:pt x="35222" y="79967"/>
                  <a:pt x="36663" y="79761"/>
                  <a:pt x="37953" y="79322"/>
                </a:cubicBezTo>
                <a:cubicBezTo>
                  <a:pt x="39242" y="78897"/>
                  <a:pt x="40368" y="78416"/>
                  <a:pt x="41383" y="77826"/>
                </a:cubicBezTo>
                <a:lnTo>
                  <a:pt x="41383" y="89187"/>
                </a:lnTo>
                <a:cubicBezTo>
                  <a:pt x="40203" y="89777"/>
                  <a:pt x="38913" y="90148"/>
                  <a:pt x="37527" y="90477"/>
                </a:cubicBezTo>
                <a:cubicBezTo>
                  <a:pt x="36073" y="90738"/>
                  <a:pt x="34138" y="90903"/>
                  <a:pt x="31737" y="90903"/>
                </a:cubicBezTo>
                <a:close/>
                <a:moveTo>
                  <a:pt x="31737" y="90903"/>
                </a:moveTo>
              </a:path>
            </a:pathLst>
          </a:custGeom>
          <a:solidFill xmlns:a="http://schemas.openxmlformats.org/drawingml/2006/main">
            <a:srgbClr val="666666"/>
          </a:solidFill>
          <a:ln xmlns:a="http://schemas.openxmlformats.org/drawingml/2006/main" w="0" cap="flat">
            <a:noFill/>
            <a:miter/>
          </a:ln>
        </p:spPr>
      </p:sp>
      <p:sp>
        <p:nvSpPr>
          <p:cNvPr id="6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15253ECC-1E82-4930-9179-580C86CC26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56097" y="2340480"/>
            <a:ext cx="60881" cy="98408"/>
          </a:xfrm>
          <a:custGeom xmlns:a="http://schemas.openxmlformats.org/drawingml/2006/main">
            <a:pathLst>
              <a:path w="60881" h="98408">
                <a:moveTo>
                  <a:pt x="0" y="98408"/>
                </a:moveTo>
                <a:lnTo>
                  <a:pt x="0" y="0"/>
                </a:lnTo>
                <a:lnTo>
                  <a:pt x="11786" y="0"/>
                </a:lnTo>
                <a:lnTo>
                  <a:pt x="11786" y="28952"/>
                </a:lnTo>
                <a:lnTo>
                  <a:pt x="11142" y="38598"/>
                </a:lnTo>
                <a:lnTo>
                  <a:pt x="11786" y="38598"/>
                </a:lnTo>
                <a:cubicBezTo>
                  <a:pt x="13611" y="35167"/>
                  <a:pt x="16616" y="32272"/>
                  <a:pt x="20788" y="29802"/>
                </a:cubicBezTo>
                <a:cubicBezTo>
                  <a:pt x="24918" y="27387"/>
                  <a:pt x="29473" y="26152"/>
                  <a:pt x="34509" y="26152"/>
                </a:cubicBezTo>
                <a:cubicBezTo>
                  <a:pt x="43359" y="26152"/>
                  <a:pt x="49945" y="28732"/>
                  <a:pt x="54240" y="33878"/>
                </a:cubicBezTo>
                <a:cubicBezTo>
                  <a:pt x="58630" y="39023"/>
                  <a:pt x="60881" y="45554"/>
                  <a:pt x="60881" y="53389"/>
                </a:cubicBezTo>
                <a:lnTo>
                  <a:pt x="60881" y="98408"/>
                </a:lnTo>
                <a:lnTo>
                  <a:pt x="49094" y="98408"/>
                </a:lnTo>
                <a:lnTo>
                  <a:pt x="49094" y="55310"/>
                </a:lnTo>
                <a:cubicBezTo>
                  <a:pt x="49094" y="48449"/>
                  <a:pt x="47379" y="43688"/>
                  <a:pt x="43949" y="40958"/>
                </a:cubicBezTo>
                <a:cubicBezTo>
                  <a:pt x="40519" y="38104"/>
                  <a:pt x="36443" y="36663"/>
                  <a:pt x="31723" y="36663"/>
                </a:cubicBezTo>
                <a:cubicBezTo>
                  <a:pt x="27977" y="36663"/>
                  <a:pt x="24547" y="37843"/>
                  <a:pt x="21432" y="40093"/>
                </a:cubicBezTo>
                <a:cubicBezTo>
                  <a:pt x="18441" y="42234"/>
                  <a:pt x="16081" y="45129"/>
                  <a:pt x="14366" y="48669"/>
                </a:cubicBezTo>
                <a:cubicBezTo>
                  <a:pt x="12651" y="52099"/>
                  <a:pt x="11786" y="55694"/>
                  <a:pt x="11786" y="59385"/>
                </a:cubicBezTo>
                <a:lnTo>
                  <a:pt x="11786" y="98408"/>
                </a:lnTo>
                <a:lnTo>
                  <a:pt x="0" y="98408"/>
                </a:lnTo>
                <a:close/>
                <a:moveTo>
                  <a:pt x="0" y="98408"/>
                </a:moveTo>
              </a:path>
            </a:pathLst>
          </a:custGeom>
          <a:solidFill xmlns:a="http://schemas.openxmlformats.org/drawingml/2006/main">
            <a:srgbClr val="666666"/>
          </a:solidFill>
          <a:ln xmlns:a="http://schemas.openxmlformats.org/drawingml/2006/main" w="0" cap="flat">
            <a:noFill/>
            <a:miter/>
          </a:ln>
        </p:spPr>
      </p:sp>
      <p:sp>
        <p:nvSpPr>
          <p:cNvPr id="6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37F59EBD-4020-4D9B-8795-A2651724BE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29958" y="2366633"/>
            <a:ext cx="67522" cy="74396"/>
          </a:xfrm>
          <a:custGeom xmlns:a="http://schemas.openxmlformats.org/drawingml/2006/main">
            <a:pathLst>
              <a:path w="67522" h="74396">
                <a:moveTo>
                  <a:pt x="34934" y="74396"/>
                </a:moveTo>
                <a:cubicBezTo>
                  <a:pt x="28073" y="74396"/>
                  <a:pt x="21968" y="72791"/>
                  <a:pt x="16712" y="69690"/>
                </a:cubicBezTo>
                <a:cubicBezTo>
                  <a:pt x="11567" y="66410"/>
                  <a:pt x="7492" y="61965"/>
                  <a:pt x="4501" y="56394"/>
                </a:cubicBezTo>
                <a:cubicBezTo>
                  <a:pt x="1496" y="50823"/>
                  <a:pt x="0" y="44498"/>
                  <a:pt x="0" y="37308"/>
                </a:cubicBezTo>
                <a:cubicBezTo>
                  <a:pt x="0" y="30612"/>
                  <a:pt x="1331" y="24451"/>
                  <a:pt x="4061" y="18867"/>
                </a:cubicBezTo>
                <a:cubicBezTo>
                  <a:pt x="6902" y="13186"/>
                  <a:pt x="10826" y="8576"/>
                  <a:pt x="15862" y="5145"/>
                </a:cubicBezTo>
                <a:cubicBezTo>
                  <a:pt x="21007" y="1715"/>
                  <a:pt x="27003" y="0"/>
                  <a:pt x="33864" y="0"/>
                </a:cubicBezTo>
                <a:cubicBezTo>
                  <a:pt x="40834" y="0"/>
                  <a:pt x="46844" y="1619"/>
                  <a:pt x="51880" y="4720"/>
                </a:cubicBezTo>
                <a:cubicBezTo>
                  <a:pt x="56860" y="7725"/>
                  <a:pt x="60716" y="11951"/>
                  <a:pt x="63460" y="17371"/>
                </a:cubicBezTo>
                <a:cubicBezTo>
                  <a:pt x="66136" y="22681"/>
                  <a:pt x="67522" y="28842"/>
                  <a:pt x="67522" y="35812"/>
                </a:cubicBezTo>
                <a:cubicBezTo>
                  <a:pt x="67522" y="36553"/>
                  <a:pt x="67426" y="37253"/>
                  <a:pt x="67316" y="37953"/>
                </a:cubicBezTo>
                <a:cubicBezTo>
                  <a:pt x="67316" y="38543"/>
                  <a:pt x="67316" y="39023"/>
                  <a:pt x="67316" y="39448"/>
                </a:cubicBezTo>
                <a:lnTo>
                  <a:pt x="11786" y="39448"/>
                </a:lnTo>
                <a:cubicBezTo>
                  <a:pt x="12061" y="44923"/>
                  <a:pt x="13337" y="49478"/>
                  <a:pt x="15642" y="53169"/>
                </a:cubicBezTo>
                <a:cubicBezTo>
                  <a:pt x="18057" y="56764"/>
                  <a:pt x="21007" y="59495"/>
                  <a:pt x="24437" y="61320"/>
                </a:cubicBezTo>
                <a:cubicBezTo>
                  <a:pt x="27977" y="63035"/>
                  <a:pt x="31614" y="63899"/>
                  <a:pt x="35373" y="63899"/>
                </a:cubicBezTo>
                <a:cubicBezTo>
                  <a:pt x="40519" y="63899"/>
                  <a:pt x="44690" y="62719"/>
                  <a:pt x="48024" y="60250"/>
                </a:cubicBezTo>
                <a:cubicBezTo>
                  <a:pt x="51454" y="57835"/>
                  <a:pt x="54130" y="54843"/>
                  <a:pt x="56161" y="51248"/>
                </a:cubicBezTo>
                <a:lnTo>
                  <a:pt x="66026" y="55969"/>
                </a:lnTo>
                <a:cubicBezTo>
                  <a:pt x="63296" y="61430"/>
                  <a:pt x="59385" y="65820"/>
                  <a:pt x="54240" y="69251"/>
                </a:cubicBezTo>
                <a:cubicBezTo>
                  <a:pt x="49094" y="72681"/>
                  <a:pt x="42659" y="74396"/>
                  <a:pt x="34934" y="74396"/>
                </a:cubicBezTo>
                <a:close/>
                <a:moveTo>
                  <a:pt x="33864" y="10510"/>
                </a:moveTo>
                <a:cubicBezTo>
                  <a:pt x="28293" y="10510"/>
                  <a:pt x="23573" y="12335"/>
                  <a:pt x="19717" y="15875"/>
                </a:cubicBezTo>
                <a:cubicBezTo>
                  <a:pt x="15971" y="19457"/>
                  <a:pt x="13556" y="24122"/>
                  <a:pt x="12431" y="29802"/>
                </a:cubicBezTo>
                <a:lnTo>
                  <a:pt x="55090" y="29802"/>
                </a:lnTo>
                <a:cubicBezTo>
                  <a:pt x="54926" y="27127"/>
                  <a:pt x="54130" y="24341"/>
                  <a:pt x="52730" y="21446"/>
                </a:cubicBezTo>
                <a:cubicBezTo>
                  <a:pt x="51454" y="18441"/>
                  <a:pt x="49204" y="15875"/>
                  <a:pt x="46089" y="13721"/>
                </a:cubicBezTo>
                <a:cubicBezTo>
                  <a:pt x="43084" y="11581"/>
                  <a:pt x="39009" y="10510"/>
                  <a:pt x="33864" y="10510"/>
                </a:cubicBezTo>
                <a:close/>
                <a:moveTo>
                  <a:pt x="33864" y="10510"/>
                </a:moveTo>
              </a:path>
            </a:pathLst>
          </a:custGeom>
          <a:solidFill xmlns:a="http://schemas.openxmlformats.org/drawingml/2006/main">
            <a:srgbClr val="666666"/>
          </a:solidFill>
          <a:ln xmlns:a="http://schemas.openxmlformats.org/drawingml/2006/main" w="0" cap="flat">
            <a:noFill/>
            <a:miter/>
          </a:ln>
        </p:spPr>
      </p:sp>
      <p:sp>
        <p:nvSpPr>
          <p:cNvPr id="6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68929353-4878-49B1-B0ED-F02649FC1D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42773" y="2340480"/>
            <a:ext cx="69251" cy="100549"/>
          </a:xfrm>
          <a:custGeom xmlns:a="http://schemas.openxmlformats.org/drawingml/2006/main">
            <a:pathLst>
              <a:path w="69251" h="100549">
                <a:moveTo>
                  <a:pt x="35593" y="100549"/>
                </a:moveTo>
                <a:cubicBezTo>
                  <a:pt x="30022" y="100549"/>
                  <a:pt x="25082" y="99272"/>
                  <a:pt x="20801" y="96693"/>
                </a:cubicBezTo>
                <a:cubicBezTo>
                  <a:pt x="16616" y="94127"/>
                  <a:pt x="13611" y="91287"/>
                  <a:pt x="11800" y="88117"/>
                </a:cubicBezTo>
                <a:lnTo>
                  <a:pt x="11155" y="88117"/>
                </a:lnTo>
                <a:lnTo>
                  <a:pt x="11155" y="98408"/>
                </a:lnTo>
                <a:lnTo>
                  <a:pt x="0" y="98408"/>
                </a:lnTo>
                <a:lnTo>
                  <a:pt x="0" y="0"/>
                </a:lnTo>
                <a:lnTo>
                  <a:pt x="11800" y="0"/>
                </a:lnTo>
                <a:lnTo>
                  <a:pt x="11800" y="28952"/>
                </a:lnTo>
                <a:lnTo>
                  <a:pt x="11155" y="38803"/>
                </a:lnTo>
                <a:lnTo>
                  <a:pt x="11800" y="38803"/>
                </a:lnTo>
                <a:cubicBezTo>
                  <a:pt x="13611" y="35538"/>
                  <a:pt x="16616" y="32588"/>
                  <a:pt x="20801" y="30022"/>
                </a:cubicBezTo>
                <a:cubicBezTo>
                  <a:pt x="25082" y="27442"/>
                  <a:pt x="30022" y="26152"/>
                  <a:pt x="35593" y="26152"/>
                </a:cubicBezTo>
                <a:cubicBezTo>
                  <a:pt x="42028" y="26152"/>
                  <a:pt x="47708" y="27813"/>
                  <a:pt x="52744" y="31092"/>
                </a:cubicBezTo>
                <a:cubicBezTo>
                  <a:pt x="57890" y="34248"/>
                  <a:pt x="61855" y="38598"/>
                  <a:pt x="64750" y="44168"/>
                </a:cubicBezTo>
                <a:cubicBezTo>
                  <a:pt x="67755" y="49739"/>
                  <a:pt x="69251" y="56174"/>
                  <a:pt x="69251" y="63460"/>
                </a:cubicBezTo>
                <a:cubicBezTo>
                  <a:pt x="69251" y="70650"/>
                  <a:pt x="67755" y="76976"/>
                  <a:pt x="64750" y="82546"/>
                </a:cubicBezTo>
                <a:cubicBezTo>
                  <a:pt x="61855" y="88117"/>
                  <a:pt x="57890" y="92563"/>
                  <a:pt x="52744" y="95842"/>
                </a:cubicBezTo>
                <a:cubicBezTo>
                  <a:pt x="47708" y="98943"/>
                  <a:pt x="42028" y="100549"/>
                  <a:pt x="35593" y="100549"/>
                </a:cubicBezTo>
                <a:close/>
                <a:moveTo>
                  <a:pt x="34522" y="90052"/>
                </a:moveTo>
                <a:cubicBezTo>
                  <a:pt x="38488" y="90052"/>
                  <a:pt x="42234" y="88982"/>
                  <a:pt x="45664" y="86827"/>
                </a:cubicBezTo>
                <a:cubicBezTo>
                  <a:pt x="49204" y="84687"/>
                  <a:pt x="52099" y="81627"/>
                  <a:pt x="54240" y="77607"/>
                </a:cubicBezTo>
                <a:cubicBezTo>
                  <a:pt x="56394" y="73490"/>
                  <a:pt x="57464" y="68770"/>
                  <a:pt x="57464" y="63460"/>
                </a:cubicBezTo>
                <a:cubicBezTo>
                  <a:pt x="57464" y="57890"/>
                  <a:pt x="56394" y="53115"/>
                  <a:pt x="54240" y="49094"/>
                </a:cubicBezTo>
                <a:cubicBezTo>
                  <a:pt x="52099" y="45129"/>
                  <a:pt x="49204" y="42028"/>
                  <a:pt x="45664" y="39874"/>
                </a:cubicBezTo>
                <a:cubicBezTo>
                  <a:pt x="42234" y="37733"/>
                  <a:pt x="38488" y="36663"/>
                  <a:pt x="34522" y="36663"/>
                </a:cubicBezTo>
                <a:cubicBezTo>
                  <a:pt x="30337" y="36663"/>
                  <a:pt x="26482" y="37733"/>
                  <a:pt x="22942" y="39874"/>
                </a:cubicBezTo>
                <a:cubicBezTo>
                  <a:pt x="19511" y="42028"/>
                  <a:pt x="16616" y="45129"/>
                  <a:pt x="14366" y="49094"/>
                </a:cubicBezTo>
                <a:cubicBezTo>
                  <a:pt x="12226" y="53115"/>
                  <a:pt x="11155" y="57890"/>
                  <a:pt x="11155" y="63460"/>
                </a:cubicBezTo>
                <a:cubicBezTo>
                  <a:pt x="11155" y="68935"/>
                  <a:pt x="12226" y="73641"/>
                  <a:pt x="14366" y="77607"/>
                </a:cubicBezTo>
                <a:cubicBezTo>
                  <a:pt x="16616" y="81627"/>
                  <a:pt x="19511" y="84687"/>
                  <a:pt x="22942" y="86827"/>
                </a:cubicBezTo>
                <a:cubicBezTo>
                  <a:pt x="26482" y="88982"/>
                  <a:pt x="30337" y="90052"/>
                  <a:pt x="34522" y="90052"/>
                </a:cubicBezTo>
                <a:close/>
                <a:moveTo>
                  <a:pt x="34522" y="90052"/>
                </a:moveTo>
              </a:path>
            </a:pathLst>
          </a:custGeom>
          <a:solidFill xmlns:a="http://schemas.openxmlformats.org/drawingml/2006/main">
            <a:srgbClr val="666666"/>
          </a:solidFill>
          <a:ln xmlns:a="http://schemas.openxmlformats.org/drawingml/2006/main" w="0" cap="flat">
            <a:noFill/>
            <a:miter/>
          </a:ln>
        </p:spPr>
      </p:sp>
      <p:sp>
        <p:nvSpPr>
          <p:cNvPr id="6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E611CEDA-DE91-4207-B97C-227CAA4A11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21615" y="2366633"/>
            <a:ext cx="60675" cy="74396"/>
          </a:xfrm>
          <a:custGeom xmlns:a="http://schemas.openxmlformats.org/drawingml/2006/main">
            <a:pathLst>
              <a:path w="60675" h="74396">
                <a:moveTo>
                  <a:pt x="26372" y="74396"/>
                </a:moveTo>
                <a:cubicBezTo>
                  <a:pt x="21062" y="74396"/>
                  <a:pt x="16410" y="73381"/>
                  <a:pt x="12445" y="71405"/>
                </a:cubicBezTo>
                <a:cubicBezTo>
                  <a:pt x="8576" y="69415"/>
                  <a:pt x="5475" y="66685"/>
                  <a:pt x="3224" y="63254"/>
                </a:cubicBezTo>
                <a:cubicBezTo>
                  <a:pt x="1070" y="59714"/>
                  <a:pt x="0" y="55639"/>
                  <a:pt x="0" y="51029"/>
                </a:cubicBezTo>
                <a:cubicBezTo>
                  <a:pt x="0" y="45884"/>
                  <a:pt x="1290" y="41603"/>
                  <a:pt x="3869" y="38172"/>
                </a:cubicBezTo>
                <a:cubicBezTo>
                  <a:pt x="6545" y="34632"/>
                  <a:pt x="10140" y="31957"/>
                  <a:pt x="14586" y="30241"/>
                </a:cubicBezTo>
                <a:cubicBezTo>
                  <a:pt x="19141" y="28416"/>
                  <a:pt x="24122" y="27442"/>
                  <a:pt x="29597" y="27442"/>
                </a:cubicBezTo>
                <a:cubicBezTo>
                  <a:pt x="34152" y="27442"/>
                  <a:pt x="38213" y="27977"/>
                  <a:pt x="41808" y="28952"/>
                </a:cubicBezTo>
                <a:cubicBezTo>
                  <a:pt x="45348" y="29967"/>
                  <a:pt x="47928" y="30982"/>
                  <a:pt x="49533" y="31957"/>
                </a:cubicBezTo>
                <a:lnTo>
                  <a:pt x="49533" y="27662"/>
                </a:lnTo>
                <a:cubicBezTo>
                  <a:pt x="49533" y="22407"/>
                  <a:pt x="47654" y="18235"/>
                  <a:pt x="43949" y="15230"/>
                </a:cubicBezTo>
                <a:cubicBezTo>
                  <a:pt x="40203" y="12116"/>
                  <a:pt x="35648" y="10510"/>
                  <a:pt x="30228" y="10510"/>
                </a:cubicBezTo>
                <a:cubicBezTo>
                  <a:pt x="26372" y="10510"/>
                  <a:pt x="22736" y="11375"/>
                  <a:pt x="19306" y="13090"/>
                </a:cubicBezTo>
                <a:cubicBezTo>
                  <a:pt x="15971" y="14695"/>
                  <a:pt x="13406" y="16946"/>
                  <a:pt x="11581" y="19951"/>
                </a:cubicBezTo>
                <a:lnTo>
                  <a:pt x="2785" y="13515"/>
                </a:lnTo>
                <a:cubicBezTo>
                  <a:pt x="5475" y="9385"/>
                  <a:pt x="9221" y="6120"/>
                  <a:pt x="13941" y="3650"/>
                </a:cubicBezTo>
                <a:cubicBezTo>
                  <a:pt x="18771" y="1235"/>
                  <a:pt x="24232" y="0"/>
                  <a:pt x="30228" y="0"/>
                </a:cubicBezTo>
                <a:cubicBezTo>
                  <a:pt x="39668" y="0"/>
                  <a:pt x="47064" y="2525"/>
                  <a:pt x="52525" y="7505"/>
                </a:cubicBezTo>
                <a:cubicBezTo>
                  <a:pt x="57944" y="12541"/>
                  <a:pt x="60675" y="19306"/>
                  <a:pt x="60675" y="27881"/>
                </a:cubicBezTo>
                <a:lnTo>
                  <a:pt x="60675" y="72256"/>
                </a:lnTo>
                <a:lnTo>
                  <a:pt x="49533" y="72256"/>
                </a:lnTo>
                <a:lnTo>
                  <a:pt x="49533" y="62184"/>
                </a:lnTo>
                <a:lnTo>
                  <a:pt x="49094" y="62184"/>
                </a:lnTo>
                <a:cubicBezTo>
                  <a:pt x="47228" y="65340"/>
                  <a:pt x="44278" y="68180"/>
                  <a:pt x="40313" y="70760"/>
                </a:cubicBezTo>
                <a:cubicBezTo>
                  <a:pt x="36457" y="73161"/>
                  <a:pt x="31792" y="74396"/>
                  <a:pt x="26372" y="74396"/>
                </a:cubicBezTo>
                <a:close/>
                <a:moveTo>
                  <a:pt x="27442" y="64105"/>
                </a:moveTo>
                <a:cubicBezTo>
                  <a:pt x="31408" y="64105"/>
                  <a:pt x="35058" y="63145"/>
                  <a:pt x="38378" y="61114"/>
                </a:cubicBezTo>
                <a:cubicBezTo>
                  <a:pt x="41808" y="59124"/>
                  <a:pt x="44498" y="56504"/>
                  <a:pt x="46528" y="53169"/>
                </a:cubicBezTo>
                <a:cubicBezTo>
                  <a:pt x="48504" y="49739"/>
                  <a:pt x="49533" y="45993"/>
                  <a:pt x="49533" y="41808"/>
                </a:cubicBezTo>
                <a:cubicBezTo>
                  <a:pt x="47379" y="40422"/>
                  <a:pt x="44703" y="39242"/>
                  <a:pt x="41603" y="38378"/>
                </a:cubicBezTo>
                <a:cubicBezTo>
                  <a:pt x="38433" y="37418"/>
                  <a:pt x="35003" y="36882"/>
                  <a:pt x="31312" y="36882"/>
                </a:cubicBezTo>
                <a:cubicBezTo>
                  <a:pt x="24547" y="36882"/>
                  <a:pt x="19621" y="38323"/>
                  <a:pt x="16507" y="41163"/>
                </a:cubicBezTo>
                <a:cubicBezTo>
                  <a:pt x="13515" y="43908"/>
                  <a:pt x="12006" y="47283"/>
                  <a:pt x="12006" y="51248"/>
                </a:cubicBezTo>
                <a:cubicBezTo>
                  <a:pt x="12006" y="55104"/>
                  <a:pt x="13406" y="58274"/>
                  <a:pt x="16301" y="60675"/>
                </a:cubicBezTo>
                <a:cubicBezTo>
                  <a:pt x="19306" y="62980"/>
                  <a:pt x="22997" y="64105"/>
                  <a:pt x="27442" y="64105"/>
                </a:cubicBezTo>
                <a:close/>
                <a:moveTo>
                  <a:pt x="27442" y="64105"/>
                </a:moveTo>
              </a:path>
            </a:pathLst>
          </a:custGeom>
          <a:solidFill xmlns:a="http://schemas.openxmlformats.org/drawingml/2006/main">
            <a:srgbClr val="666666"/>
          </a:solidFill>
          <a:ln xmlns:a="http://schemas.openxmlformats.org/drawingml/2006/main" w="0" cap="flat">
            <a:noFill/>
            <a:miter/>
          </a:ln>
        </p:spPr>
      </p:sp>
      <p:sp>
        <p:nvSpPr>
          <p:cNvPr id="6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4E822345-F656-443C-A313-FB25AFCEBC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94090" y="2366633"/>
            <a:ext cx="66026" cy="74396"/>
          </a:xfrm>
          <a:custGeom xmlns:a="http://schemas.openxmlformats.org/drawingml/2006/main">
            <a:pathLst>
              <a:path w="66026" h="74396">
                <a:moveTo>
                  <a:pt x="35373" y="74396"/>
                </a:moveTo>
                <a:cubicBezTo>
                  <a:pt x="28513" y="74396"/>
                  <a:pt x="22352" y="72791"/>
                  <a:pt x="16932" y="69690"/>
                </a:cubicBezTo>
                <a:cubicBezTo>
                  <a:pt x="11622" y="66410"/>
                  <a:pt x="7492" y="61965"/>
                  <a:pt x="4501" y="56394"/>
                </a:cubicBezTo>
                <a:cubicBezTo>
                  <a:pt x="1496" y="50713"/>
                  <a:pt x="0" y="44333"/>
                  <a:pt x="0" y="37308"/>
                </a:cubicBezTo>
                <a:cubicBezTo>
                  <a:pt x="0" y="30187"/>
                  <a:pt x="1496" y="23806"/>
                  <a:pt x="4501" y="18235"/>
                </a:cubicBezTo>
                <a:cubicBezTo>
                  <a:pt x="7492" y="12541"/>
                  <a:pt x="11622" y="8095"/>
                  <a:pt x="16932" y="4940"/>
                </a:cubicBezTo>
                <a:cubicBezTo>
                  <a:pt x="22352" y="1660"/>
                  <a:pt x="28513" y="0"/>
                  <a:pt x="35373" y="0"/>
                </a:cubicBezTo>
                <a:cubicBezTo>
                  <a:pt x="43359" y="0"/>
                  <a:pt x="49835" y="1825"/>
                  <a:pt x="54885" y="5365"/>
                </a:cubicBezTo>
                <a:cubicBezTo>
                  <a:pt x="60030" y="8960"/>
                  <a:pt x="63556" y="13625"/>
                  <a:pt x="65601" y="19306"/>
                </a:cubicBezTo>
                <a:lnTo>
                  <a:pt x="55090" y="23806"/>
                </a:lnTo>
                <a:cubicBezTo>
                  <a:pt x="53375" y="19511"/>
                  <a:pt x="50809" y="16246"/>
                  <a:pt x="47379" y="13941"/>
                </a:cubicBezTo>
                <a:cubicBezTo>
                  <a:pt x="43949" y="11690"/>
                  <a:pt x="39764" y="10510"/>
                  <a:pt x="34934" y="10510"/>
                </a:cubicBezTo>
                <a:cubicBezTo>
                  <a:pt x="30763" y="10510"/>
                  <a:pt x="26907" y="11690"/>
                  <a:pt x="23367" y="13941"/>
                </a:cubicBezTo>
                <a:cubicBezTo>
                  <a:pt x="19937" y="16081"/>
                  <a:pt x="17042" y="19196"/>
                  <a:pt x="14791" y="23161"/>
                </a:cubicBezTo>
                <a:cubicBezTo>
                  <a:pt x="12637" y="27182"/>
                  <a:pt x="11567" y="31902"/>
                  <a:pt x="11567" y="37308"/>
                </a:cubicBezTo>
                <a:cubicBezTo>
                  <a:pt x="11567" y="42618"/>
                  <a:pt x="12637" y="47283"/>
                  <a:pt x="14791" y="51248"/>
                </a:cubicBezTo>
                <a:cubicBezTo>
                  <a:pt x="17042" y="55269"/>
                  <a:pt x="19937" y="58425"/>
                  <a:pt x="23367" y="60675"/>
                </a:cubicBezTo>
                <a:cubicBezTo>
                  <a:pt x="26907" y="62829"/>
                  <a:pt x="30763" y="63899"/>
                  <a:pt x="34934" y="63899"/>
                </a:cubicBezTo>
                <a:cubicBezTo>
                  <a:pt x="39929" y="63899"/>
                  <a:pt x="44210" y="62774"/>
                  <a:pt x="47804" y="60469"/>
                </a:cubicBezTo>
                <a:cubicBezTo>
                  <a:pt x="51345" y="58219"/>
                  <a:pt x="54020" y="54885"/>
                  <a:pt x="55735" y="50604"/>
                </a:cubicBezTo>
                <a:lnTo>
                  <a:pt x="66026" y="55104"/>
                </a:lnTo>
                <a:cubicBezTo>
                  <a:pt x="63721" y="60565"/>
                  <a:pt x="60030" y="65134"/>
                  <a:pt x="54885" y="68825"/>
                </a:cubicBezTo>
                <a:cubicBezTo>
                  <a:pt x="49835" y="72530"/>
                  <a:pt x="43359" y="74396"/>
                  <a:pt x="35373" y="74396"/>
                </a:cubicBezTo>
                <a:close/>
                <a:moveTo>
                  <a:pt x="35373" y="74396"/>
                </a:moveTo>
              </a:path>
            </a:pathLst>
          </a:custGeom>
          <a:solidFill xmlns:a="http://schemas.openxmlformats.org/drawingml/2006/main">
            <a:srgbClr val="666666"/>
          </a:solidFill>
          <a:ln xmlns:a="http://schemas.openxmlformats.org/drawingml/2006/main" w="0" cap="flat">
            <a:noFill/>
            <a:miter/>
          </a:ln>
        </p:spPr>
      </p:sp>
      <p:sp>
        <p:nvSpPr>
          <p:cNvPr id="6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30A35DC4-EF23-4181-8FE7-4B7FA9CB52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72767" y="2340480"/>
            <a:ext cx="60455" cy="98408"/>
          </a:xfrm>
          <a:custGeom xmlns:a="http://schemas.openxmlformats.org/drawingml/2006/main">
            <a:pathLst>
              <a:path w="60455" h="98408">
                <a:moveTo>
                  <a:pt x="0" y="98408"/>
                </a:moveTo>
                <a:lnTo>
                  <a:pt x="0" y="0"/>
                </a:lnTo>
                <a:lnTo>
                  <a:pt x="11786" y="0"/>
                </a:lnTo>
                <a:lnTo>
                  <a:pt x="11786" y="61745"/>
                </a:lnTo>
                <a:lnTo>
                  <a:pt x="44813" y="28307"/>
                </a:lnTo>
                <a:lnTo>
                  <a:pt x="59605" y="28307"/>
                </a:lnTo>
                <a:lnTo>
                  <a:pt x="59605" y="28952"/>
                </a:lnTo>
                <a:lnTo>
                  <a:pt x="31943" y="56394"/>
                </a:lnTo>
                <a:lnTo>
                  <a:pt x="60455" y="97763"/>
                </a:lnTo>
                <a:lnTo>
                  <a:pt x="60455" y="98408"/>
                </a:lnTo>
                <a:lnTo>
                  <a:pt x="46309" y="98408"/>
                </a:lnTo>
                <a:lnTo>
                  <a:pt x="23792" y="64750"/>
                </a:lnTo>
                <a:lnTo>
                  <a:pt x="11786" y="76756"/>
                </a:lnTo>
                <a:lnTo>
                  <a:pt x="11786" y="98408"/>
                </a:lnTo>
                <a:lnTo>
                  <a:pt x="0" y="98408"/>
                </a:lnTo>
                <a:close/>
                <a:moveTo>
                  <a:pt x="0" y="98408"/>
                </a:moveTo>
              </a:path>
            </a:pathLst>
          </a:custGeom>
          <a:solidFill xmlns:a="http://schemas.openxmlformats.org/drawingml/2006/main">
            <a:srgbClr val="666666"/>
          </a:solidFill>
          <a:ln xmlns:a="http://schemas.openxmlformats.org/drawingml/2006/main" w="0" cap="flat">
            <a:noFill/>
            <a:miter/>
          </a:ln>
        </p:spPr>
      </p:sp>
      <p:sp>
        <p:nvSpPr>
          <p:cNvPr id="6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AE7ED7BC-F569-4817-88D4-A52D202E8B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37078" y="2366633"/>
            <a:ext cx="68400" cy="104198"/>
          </a:xfrm>
          <a:custGeom xmlns:a="http://schemas.openxmlformats.org/drawingml/2006/main">
            <a:pathLst>
              <a:path w="68400" h="104198">
                <a:moveTo>
                  <a:pt x="34522" y="104198"/>
                </a:moveTo>
                <a:cubicBezTo>
                  <a:pt x="28526" y="104198"/>
                  <a:pt x="23381" y="103183"/>
                  <a:pt x="19086" y="101193"/>
                </a:cubicBezTo>
                <a:cubicBezTo>
                  <a:pt x="14901" y="99163"/>
                  <a:pt x="11471" y="96693"/>
                  <a:pt x="8795" y="93702"/>
                </a:cubicBezTo>
                <a:cubicBezTo>
                  <a:pt x="6229" y="90697"/>
                  <a:pt x="4350" y="87582"/>
                  <a:pt x="3224" y="84481"/>
                </a:cubicBezTo>
                <a:lnTo>
                  <a:pt x="13941" y="79981"/>
                </a:lnTo>
                <a:cubicBezTo>
                  <a:pt x="15491" y="83836"/>
                  <a:pt x="18016" y="87047"/>
                  <a:pt x="21446" y="89627"/>
                </a:cubicBezTo>
                <a:cubicBezTo>
                  <a:pt x="24986" y="92192"/>
                  <a:pt x="29377" y="93482"/>
                  <a:pt x="34522" y="93482"/>
                </a:cubicBezTo>
                <a:cubicBezTo>
                  <a:pt x="41808" y="93482"/>
                  <a:pt x="47393" y="91342"/>
                  <a:pt x="51248" y="87047"/>
                </a:cubicBezTo>
                <a:cubicBezTo>
                  <a:pt x="55214" y="82862"/>
                  <a:pt x="57245" y="77030"/>
                  <a:pt x="57245" y="69470"/>
                </a:cubicBezTo>
                <a:lnTo>
                  <a:pt x="57245" y="61539"/>
                </a:lnTo>
                <a:lnTo>
                  <a:pt x="56819" y="61539"/>
                </a:lnTo>
                <a:cubicBezTo>
                  <a:pt x="54514" y="64970"/>
                  <a:pt x="51303" y="67865"/>
                  <a:pt x="47173" y="70115"/>
                </a:cubicBezTo>
                <a:cubicBezTo>
                  <a:pt x="43153" y="72365"/>
                  <a:pt x="38378" y="73545"/>
                  <a:pt x="32807" y="73545"/>
                </a:cubicBezTo>
                <a:cubicBezTo>
                  <a:pt x="26811" y="73545"/>
                  <a:pt x="21281" y="72036"/>
                  <a:pt x="16301" y="69045"/>
                </a:cubicBezTo>
                <a:cubicBezTo>
                  <a:pt x="11265" y="65930"/>
                  <a:pt x="7300" y="61539"/>
                  <a:pt x="4295" y="55969"/>
                </a:cubicBezTo>
                <a:cubicBezTo>
                  <a:pt x="1400" y="50384"/>
                  <a:pt x="0" y="44059"/>
                  <a:pt x="0" y="36882"/>
                </a:cubicBezTo>
                <a:cubicBezTo>
                  <a:pt x="0" y="29597"/>
                  <a:pt x="1400" y="23161"/>
                  <a:pt x="4295" y="17591"/>
                </a:cubicBezTo>
                <a:cubicBezTo>
                  <a:pt x="7300" y="12006"/>
                  <a:pt x="11265" y="7725"/>
                  <a:pt x="16301" y="4720"/>
                </a:cubicBezTo>
                <a:cubicBezTo>
                  <a:pt x="21281" y="1619"/>
                  <a:pt x="26811" y="0"/>
                  <a:pt x="32807" y="0"/>
                </a:cubicBezTo>
                <a:cubicBezTo>
                  <a:pt x="38378" y="0"/>
                  <a:pt x="43153" y="1235"/>
                  <a:pt x="47173" y="3650"/>
                </a:cubicBezTo>
                <a:cubicBezTo>
                  <a:pt x="51303" y="5955"/>
                  <a:pt x="54514" y="8795"/>
                  <a:pt x="56819" y="12226"/>
                </a:cubicBezTo>
                <a:lnTo>
                  <a:pt x="57245" y="12226"/>
                </a:lnTo>
                <a:lnTo>
                  <a:pt x="57245" y="2154"/>
                </a:lnTo>
                <a:lnTo>
                  <a:pt x="68400" y="2154"/>
                </a:lnTo>
                <a:lnTo>
                  <a:pt x="68400" y="69470"/>
                </a:lnTo>
                <a:cubicBezTo>
                  <a:pt x="68400" y="77291"/>
                  <a:pt x="66891" y="83726"/>
                  <a:pt x="63899" y="88762"/>
                </a:cubicBezTo>
                <a:cubicBezTo>
                  <a:pt x="61004" y="93908"/>
                  <a:pt x="57039" y="97763"/>
                  <a:pt x="51893" y="100343"/>
                </a:cubicBezTo>
                <a:cubicBezTo>
                  <a:pt x="46748" y="102909"/>
                  <a:pt x="40958" y="104198"/>
                  <a:pt x="34522" y="104198"/>
                </a:cubicBezTo>
                <a:close/>
                <a:moveTo>
                  <a:pt x="34522" y="63035"/>
                </a:moveTo>
                <a:cubicBezTo>
                  <a:pt x="38652" y="63035"/>
                  <a:pt x="42453" y="62074"/>
                  <a:pt x="45884" y="60030"/>
                </a:cubicBezTo>
                <a:cubicBezTo>
                  <a:pt x="49424" y="57890"/>
                  <a:pt x="52209" y="54885"/>
                  <a:pt x="54253" y="51029"/>
                </a:cubicBezTo>
                <a:cubicBezTo>
                  <a:pt x="56229" y="47064"/>
                  <a:pt x="57245" y="42343"/>
                  <a:pt x="57245" y="36882"/>
                </a:cubicBezTo>
                <a:cubicBezTo>
                  <a:pt x="57245" y="31202"/>
                  <a:pt x="56229" y="26372"/>
                  <a:pt x="54253" y="22516"/>
                </a:cubicBezTo>
                <a:cubicBezTo>
                  <a:pt x="52209" y="18551"/>
                  <a:pt x="49424" y="15546"/>
                  <a:pt x="45884" y="13515"/>
                </a:cubicBezTo>
                <a:cubicBezTo>
                  <a:pt x="42453" y="11526"/>
                  <a:pt x="38652" y="10510"/>
                  <a:pt x="34522" y="10510"/>
                </a:cubicBezTo>
                <a:cubicBezTo>
                  <a:pt x="30337" y="10510"/>
                  <a:pt x="26482" y="11581"/>
                  <a:pt x="22942" y="13721"/>
                </a:cubicBezTo>
                <a:cubicBezTo>
                  <a:pt x="19511" y="15766"/>
                  <a:pt x="16726" y="18771"/>
                  <a:pt x="14586" y="22736"/>
                </a:cubicBezTo>
                <a:cubicBezTo>
                  <a:pt x="12555" y="26592"/>
                  <a:pt x="11581" y="31312"/>
                  <a:pt x="11581" y="36882"/>
                </a:cubicBezTo>
                <a:cubicBezTo>
                  <a:pt x="11581" y="42453"/>
                  <a:pt x="12555" y="47173"/>
                  <a:pt x="14586" y="51029"/>
                </a:cubicBezTo>
                <a:cubicBezTo>
                  <a:pt x="16726" y="54885"/>
                  <a:pt x="19511" y="57890"/>
                  <a:pt x="22942" y="60030"/>
                </a:cubicBezTo>
                <a:cubicBezTo>
                  <a:pt x="26482" y="62074"/>
                  <a:pt x="30337" y="63035"/>
                  <a:pt x="34522" y="63035"/>
                </a:cubicBezTo>
                <a:close/>
                <a:moveTo>
                  <a:pt x="34522" y="63035"/>
                </a:moveTo>
              </a:path>
            </a:pathLst>
          </a:custGeom>
          <a:solidFill xmlns:a="http://schemas.openxmlformats.org/drawingml/2006/main">
            <a:srgbClr val="666666"/>
          </a:solidFill>
          <a:ln xmlns:a="http://schemas.openxmlformats.org/drawingml/2006/main" w="0" cap="flat">
            <a:noFill/>
            <a:miter/>
          </a:ln>
        </p:spPr>
      </p:sp>
      <p:sp>
        <p:nvSpPr>
          <p:cNvPr id="7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F8BF4C07-DC28-4815-B45C-2A2EFCAEF8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22739" y="2366633"/>
            <a:ext cx="40299" cy="72256"/>
          </a:xfrm>
          <a:custGeom xmlns:a="http://schemas.openxmlformats.org/drawingml/2006/main">
            <a:pathLst>
              <a:path w="40299" h="72256">
                <a:moveTo>
                  <a:pt x="0" y="72256"/>
                </a:moveTo>
                <a:lnTo>
                  <a:pt x="0" y="2154"/>
                </a:lnTo>
                <a:lnTo>
                  <a:pt x="11142" y="2154"/>
                </a:lnTo>
                <a:lnTo>
                  <a:pt x="11142" y="13515"/>
                </a:lnTo>
                <a:lnTo>
                  <a:pt x="11786" y="13515"/>
                </a:lnTo>
                <a:cubicBezTo>
                  <a:pt x="12651" y="10826"/>
                  <a:pt x="14146" y="8480"/>
                  <a:pt x="16287" y="6435"/>
                </a:cubicBezTo>
                <a:cubicBezTo>
                  <a:pt x="18427" y="4459"/>
                  <a:pt x="20897" y="2895"/>
                  <a:pt x="23792" y="1715"/>
                </a:cubicBezTo>
                <a:cubicBezTo>
                  <a:pt x="26633" y="590"/>
                  <a:pt x="29418" y="0"/>
                  <a:pt x="32149" y="0"/>
                </a:cubicBezTo>
                <a:cubicBezTo>
                  <a:pt x="34138" y="0"/>
                  <a:pt x="35689" y="165"/>
                  <a:pt x="36869" y="439"/>
                </a:cubicBezTo>
                <a:cubicBezTo>
                  <a:pt x="38159" y="755"/>
                  <a:pt x="39284" y="1084"/>
                  <a:pt x="40299" y="1509"/>
                </a:cubicBezTo>
                <a:lnTo>
                  <a:pt x="40299" y="14160"/>
                </a:lnTo>
                <a:cubicBezTo>
                  <a:pt x="37404" y="12761"/>
                  <a:pt x="34138" y="12006"/>
                  <a:pt x="30433" y="12006"/>
                </a:cubicBezTo>
                <a:cubicBezTo>
                  <a:pt x="27003" y="12006"/>
                  <a:pt x="23847" y="13035"/>
                  <a:pt x="21007" y="15011"/>
                </a:cubicBezTo>
                <a:cubicBezTo>
                  <a:pt x="18277" y="16891"/>
                  <a:pt x="16081" y="19402"/>
                  <a:pt x="14366" y="22516"/>
                </a:cubicBezTo>
                <a:cubicBezTo>
                  <a:pt x="12651" y="25672"/>
                  <a:pt x="11786" y="29157"/>
                  <a:pt x="11786" y="33027"/>
                </a:cubicBezTo>
                <a:lnTo>
                  <a:pt x="11786" y="72256"/>
                </a:lnTo>
                <a:lnTo>
                  <a:pt x="0" y="72256"/>
                </a:lnTo>
                <a:close/>
                <a:moveTo>
                  <a:pt x="0" y="72256"/>
                </a:moveTo>
              </a:path>
            </a:pathLst>
          </a:custGeom>
          <a:solidFill xmlns:a="http://schemas.openxmlformats.org/drawingml/2006/main">
            <a:srgbClr val="666666"/>
          </a:solidFill>
          <a:ln xmlns:a="http://schemas.openxmlformats.org/drawingml/2006/main" w="0" cap="flat">
            <a:noFill/>
            <a:miter/>
          </a:ln>
        </p:spPr>
      </p:sp>
      <p:sp>
        <p:nvSpPr>
          <p:cNvPr id="7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5D8D8B73-BEEB-4BB3-A054-417B1BC1B7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66524" y="2366633"/>
            <a:ext cx="72036" cy="74396"/>
          </a:xfrm>
          <a:custGeom xmlns:a="http://schemas.openxmlformats.org/drawingml/2006/main">
            <a:pathLst>
              <a:path w="72036" h="74396">
                <a:moveTo>
                  <a:pt x="36018" y="74396"/>
                </a:moveTo>
                <a:cubicBezTo>
                  <a:pt x="28993" y="74396"/>
                  <a:pt x="22777" y="72736"/>
                  <a:pt x="17371" y="69470"/>
                </a:cubicBezTo>
                <a:cubicBezTo>
                  <a:pt x="11896" y="66205"/>
                  <a:pt x="7615" y="61745"/>
                  <a:pt x="4501" y="56174"/>
                </a:cubicBezTo>
                <a:cubicBezTo>
                  <a:pt x="1496" y="50494"/>
                  <a:pt x="0" y="44168"/>
                  <a:pt x="0" y="37308"/>
                </a:cubicBezTo>
                <a:cubicBezTo>
                  <a:pt x="0" y="30337"/>
                  <a:pt x="1496" y="24012"/>
                  <a:pt x="4501" y="18441"/>
                </a:cubicBezTo>
                <a:cubicBezTo>
                  <a:pt x="7615" y="12761"/>
                  <a:pt x="11896" y="8260"/>
                  <a:pt x="17371" y="4940"/>
                </a:cubicBezTo>
                <a:cubicBezTo>
                  <a:pt x="22777" y="1660"/>
                  <a:pt x="28993" y="0"/>
                  <a:pt x="36018" y="0"/>
                </a:cubicBezTo>
                <a:cubicBezTo>
                  <a:pt x="42988" y="0"/>
                  <a:pt x="49204" y="1715"/>
                  <a:pt x="54665" y="5145"/>
                </a:cubicBezTo>
                <a:cubicBezTo>
                  <a:pt x="60085" y="8480"/>
                  <a:pt x="64325" y="12870"/>
                  <a:pt x="67316" y="18441"/>
                </a:cubicBezTo>
                <a:cubicBezTo>
                  <a:pt x="70431" y="24012"/>
                  <a:pt x="72036" y="30337"/>
                  <a:pt x="72036" y="37308"/>
                </a:cubicBezTo>
                <a:cubicBezTo>
                  <a:pt x="72036" y="44168"/>
                  <a:pt x="70431" y="50494"/>
                  <a:pt x="67316" y="56174"/>
                </a:cubicBezTo>
                <a:cubicBezTo>
                  <a:pt x="64325" y="61745"/>
                  <a:pt x="60085" y="66205"/>
                  <a:pt x="54665" y="69470"/>
                </a:cubicBezTo>
                <a:cubicBezTo>
                  <a:pt x="49204" y="72736"/>
                  <a:pt x="42988" y="74396"/>
                  <a:pt x="36018" y="74396"/>
                </a:cubicBezTo>
                <a:close/>
                <a:moveTo>
                  <a:pt x="36018" y="63899"/>
                </a:moveTo>
                <a:cubicBezTo>
                  <a:pt x="40313" y="63899"/>
                  <a:pt x="44223" y="62829"/>
                  <a:pt x="47804" y="60675"/>
                </a:cubicBezTo>
                <a:cubicBezTo>
                  <a:pt x="51509" y="58534"/>
                  <a:pt x="54514" y="55529"/>
                  <a:pt x="56819" y="51674"/>
                </a:cubicBezTo>
                <a:cubicBezTo>
                  <a:pt x="59070" y="47708"/>
                  <a:pt x="60250" y="42879"/>
                  <a:pt x="60250" y="37308"/>
                </a:cubicBezTo>
                <a:cubicBezTo>
                  <a:pt x="60250" y="31627"/>
                  <a:pt x="59070" y="26811"/>
                  <a:pt x="56819" y="22942"/>
                </a:cubicBezTo>
                <a:cubicBezTo>
                  <a:pt x="54514" y="18976"/>
                  <a:pt x="51509" y="15875"/>
                  <a:pt x="47804" y="13721"/>
                </a:cubicBezTo>
                <a:cubicBezTo>
                  <a:pt x="44223" y="11581"/>
                  <a:pt x="40313" y="10510"/>
                  <a:pt x="36018" y="10510"/>
                </a:cubicBezTo>
                <a:cubicBezTo>
                  <a:pt x="31833" y="10510"/>
                  <a:pt x="27868" y="11581"/>
                  <a:pt x="24012" y="13721"/>
                </a:cubicBezTo>
                <a:cubicBezTo>
                  <a:pt x="20266" y="15875"/>
                  <a:pt x="17261" y="18976"/>
                  <a:pt x="15011" y="22942"/>
                </a:cubicBezTo>
                <a:cubicBezTo>
                  <a:pt x="12706" y="26811"/>
                  <a:pt x="11581" y="31627"/>
                  <a:pt x="11581" y="37308"/>
                </a:cubicBezTo>
                <a:cubicBezTo>
                  <a:pt x="11581" y="42879"/>
                  <a:pt x="12706" y="47708"/>
                  <a:pt x="15011" y="51674"/>
                </a:cubicBezTo>
                <a:cubicBezTo>
                  <a:pt x="17261" y="55529"/>
                  <a:pt x="20266" y="58534"/>
                  <a:pt x="24012" y="60675"/>
                </a:cubicBezTo>
                <a:cubicBezTo>
                  <a:pt x="27868" y="62829"/>
                  <a:pt x="31833" y="63899"/>
                  <a:pt x="36018" y="63899"/>
                </a:cubicBezTo>
                <a:close/>
                <a:moveTo>
                  <a:pt x="36018" y="63899"/>
                </a:moveTo>
              </a:path>
            </a:pathLst>
          </a:custGeom>
          <a:solidFill xmlns:a="http://schemas.openxmlformats.org/drawingml/2006/main">
            <a:srgbClr val="666666"/>
          </a:solidFill>
          <a:ln xmlns:a="http://schemas.openxmlformats.org/drawingml/2006/main" w="0" cap="flat">
            <a:noFill/>
            <a:miter/>
          </a:ln>
        </p:spPr>
      </p:sp>
      <p:sp>
        <p:nvSpPr>
          <p:cNvPr id="7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6046E423-CB41-43B8-B1AD-89F8B5274D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0881" y="2368787"/>
            <a:ext cx="60250" cy="72242"/>
          </a:xfrm>
          <a:custGeom xmlns:a="http://schemas.openxmlformats.org/drawingml/2006/main">
            <a:pathLst>
              <a:path w="60250" h="72242">
                <a:moveTo>
                  <a:pt x="25947" y="72242"/>
                </a:moveTo>
                <a:cubicBezTo>
                  <a:pt x="17371" y="72242"/>
                  <a:pt x="10840" y="69786"/>
                  <a:pt x="6435" y="64736"/>
                </a:cubicBezTo>
                <a:cubicBezTo>
                  <a:pt x="2154" y="59756"/>
                  <a:pt x="0" y="52895"/>
                  <a:pt x="0" y="44155"/>
                </a:cubicBezTo>
                <a:lnTo>
                  <a:pt x="0" y="0"/>
                </a:lnTo>
                <a:lnTo>
                  <a:pt x="11581" y="0"/>
                </a:lnTo>
                <a:lnTo>
                  <a:pt x="11581" y="42439"/>
                </a:lnTo>
                <a:cubicBezTo>
                  <a:pt x="11581" y="49300"/>
                  <a:pt x="13145" y="54240"/>
                  <a:pt x="16301" y="57245"/>
                </a:cubicBezTo>
                <a:cubicBezTo>
                  <a:pt x="19566" y="60236"/>
                  <a:pt x="23642" y="61745"/>
                  <a:pt x="28526" y="61745"/>
                </a:cubicBezTo>
                <a:cubicBezTo>
                  <a:pt x="32492" y="61745"/>
                  <a:pt x="36032" y="60675"/>
                  <a:pt x="39023" y="58521"/>
                </a:cubicBezTo>
                <a:cubicBezTo>
                  <a:pt x="42138" y="56380"/>
                  <a:pt x="44498" y="53595"/>
                  <a:pt x="46103" y="50165"/>
                </a:cubicBezTo>
                <a:cubicBezTo>
                  <a:pt x="47818" y="46734"/>
                  <a:pt x="48669" y="43249"/>
                  <a:pt x="48669" y="39654"/>
                </a:cubicBezTo>
                <a:lnTo>
                  <a:pt x="48669" y="0"/>
                </a:lnTo>
                <a:lnTo>
                  <a:pt x="60250" y="0"/>
                </a:lnTo>
                <a:lnTo>
                  <a:pt x="60250" y="70101"/>
                </a:lnTo>
                <a:lnTo>
                  <a:pt x="49108" y="70101"/>
                </a:lnTo>
                <a:lnTo>
                  <a:pt x="49108" y="60030"/>
                </a:lnTo>
                <a:lnTo>
                  <a:pt x="48669" y="60030"/>
                </a:lnTo>
                <a:cubicBezTo>
                  <a:pt x="46803" y="63351"/>
                  <a:pt x="43798" y="66191"/>
                  <a:pt x="39668" y="68606"/>
                </a:cubicBezTo>
                <a:cubicBezTo>
                  <a:pt x="35483" y="71007"/>
                  <a:pt x="30927" y="72242"/>
                  <a:pt x="25947" y="72242"/>
                </a:cubicBezTo>
                <a:close/>
                <a:moveTo>
                  <a:pt x="25947" y="72242"/>
                </a:moveTo>
              </a:path>
            </a:pathLst>
          </a:custGeom>
          <a:solidFill xmlns:a="http://schemas.openxmlformats.org/drawingml/2006/main">
            <a:srgbClr val="666666"/>
          </a:solidFill>
          <a:ln xmlns:a="http://schemas.openxmlformats.org/drawingml/2006/main" w="0" cap="flat">
            <a:noFill/>
            <a:miter/>
          </a:ln>
        </p:spPr>
      </p:sp>
      <p:sp>
        <p:nvSpPr>
          <p:cNvPr id="7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93748540-0226-4CBC-9323-28AC32DED7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28392" y="2366633"/>
            <a:ext cx="60455" cy="72256"/>
          </a:xfrm>
          <a:custGeom xmlns:a="http://schemas.openxmlformats.org/drawingml/2006/main">
            <a:pathLst>
              <a:path w="60455" h="72256">
                <a:moveTo>
                  <a:pt x="0" y="72256"/>
                </a:moveTo>
                <a:lnTo>
                  <a:pt x="0" y="2154"/>
                </a:lnTo>
                <a:lnTo>
                  <a:pt x="11142" y="2154"/>
                </a:lnTo>
                <a:lnTo>
                  <a:pt x="11142" y="12445"/>
                </a:lnTo>
                <a:lnTo>
                  <a:pt x="11786" y="12445"/>
                </a:lnTo>
                <a:cubicBezTo>
                  <a:pt x="13611" y="9015"/>
                  <a:pt x="16616" y="6120"/>
                  <a:pt x="20801" y="3650"/>
                </a:cubicBezTo>
                <a:cubicBezTo>
                  <a:pt x="24918" y="1235"/>
                  <a:pt x="29473" y="0"/>
                  <a:pt x="34522" y="0"/>
                </a:cubicBezTo>
                <a:cubicBezTo>
                  <a:pt x="43098" y="0"/>
                  <a:pt x="49520" y="2525"/>
                  <a:pt x="53814" y="7505"/>
                </a:cubicBezTo>
                <a:cubicBezTo>
                  <a:pt x="58205" y="12541"/>
                  <a:pt x="60455" y="19086"/>
                  <a:pt x="60455" y="27236"/>
                </a:cubicBezTo>
                <a:lnTo>
                  <a:pt x="60455" y="72256"/>
                </a:lnTo>
                <a:lnTo>
                  <a:pt x="48669" y="72256"/>
                </a:lnTo>
                <a:lnTo>
                  <a:pt x="48669" y="29157"/>
                </a:lnTo>
                <a:cubicBezTo>
                  <a:pt x="48669" y="22297"/>
                  <a:pt x="47009" y="17536"/>
                  <a:pt x="43729" y="14805"/>
                </a:cubicBezTo>
                <a:cubicBezTo>
                  <a:pt x="40573" y="11951"/>
                  <a:pt x="36443" y="10510"/>
                  <a:pt x="31298" y="10510"/>
                </a:cubicBezTo>
                <a:cubicBezTo>
                  <a:pt x="27442" y="10510"/>
                  <a:pt x="24012" y="11581"/>
                  <a:pt x="21007" y="13721"/>
                </a:cubicBezTo>
                <a:cubicBezTo>
                  <a:pt x="18112" y="15875"/>
                  <a:pt x="15862" y="18661"/>
                  <a:pt x="14146" y="22091"/>
                </a:cubicBezTo>
                <a:cubicBezTo>
                  <a:pt x="12541" y="25521"/>
                  <a:pt x="11786" y="29103"/>
                  <a:pt x="11786" y="32807"/>
                </a:cubicBezTo>
                <a:lnTo>
                  <a:pt x="11786" y="72256"/>
                </a:lnTo>
                <a:lnTo>
                  <a:pt x="0" y="72256"/>
                </a:lnTo>
                <a:close/>
                <a:moveTo>
                  <a:pt x="0" y="72256"/>
                </a:moveTo>
              </a:path>
            </a:pathLst>
          </a:custGeom>
          <a:solidFill xmlns:a="http://schemas.openxmlformats.org/drawingml/2006/main">
            <a:srgbClr val="666666"/>
          </a:solidFill>
          <a:ln xmlns:a="http://schemas.openxmlformats.org/drawingml/2006/main" w="0" cap="flat">
            <a:noFill/>
            <a:miter/>
          </a:ln>
        </p:spPr>
      </p:sp>
      <p:sp>
        <p:nvSpPr>
          <p:cNvPr id="7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C16BD070-E0E4-44AD-B50D-968C3120C6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01814" y="2340480"/>
            <a:ext cx="69251" cy="100549"/>
          </a:xfrm>
          <a:custGeom xmlns:a="http://schemas.openxmlformats.org/drawingml/2006/main">
            <a:pathLst>
              <a:path w="69251" h="100549">
                <a:moveTo>
                  <a:pt x="33452" y="100549"/>
                </a:moveTo>
                <a:cubicBezTo>
                  <a:pt x="27127" y="100549"/>
                  <a:pt x="21446" y="98943"/>
                  <a:pt x="16301" y="95842"/>
                </a:cubicBezTo>
                <a:cubicBezTo>
                  <a:pt x="11265" y="92563"/>
                  <a:pt x="7300" y="88117"/>
                  <a:pt x="4295" y="82546"/>
                </a:cubicBezTo>
                <a:cubicBezTo>
                  <a:pt x="1400" y="76976"/>
                  <a:pt x="0" y="70650"/>
                  <a:pt x="0" y="63460"/>
                </a:cubicBezTo>
                <a:cubicBezTo>
                  <a:pt x="0" y="56174"/>
                  <a:pt x="1400" y="49739"/>
                  <a:pt x="4295" y="44168"/>
                </a:cubicBezTo>
                <a:cubicBezTo>
                  <a:pt x="7300" y="38598"/>
                  <a:pt x="11265" y="34248"/>
                  <a:pt x="16301" y="31092"/>
                </a:cubicBezTo>
                <a:cubicBezTo>
                  <a:pt x="21446" y="27813"/>
                  <a:pt x="27127" y="26152"/>
                  <a:pt x="33452" y="26152"/>
                </a:cubicBezTo>
                <a:cubicBezTo>
                  <a:pt x="39133" y="26152"/>
                  <a:pt x="44059" y="27442"/>
                  <a:pt x="48244" y="30022"/>
                </a:cubicBezTo>
                <a:cubicBezTo>
                  <a:pt x="52374" y="32588"/>
                  <a:pt x="55433" y="35538"/>
                  <a:pt x="57464" y="38803"/>
                </a:cubicBezTo>
                <a:lnTo>
                  <a:pt x="58109" y="38803"/>
                </a:lnTo>
                <a:lnTo>
                  <a:pt x="57464" y="28952"/>
                </a:lnTo>
                <a:lnTo>
                  <a:pt x="57464" y="0"/>
                </a:lnTo>
                <a:lnTo>
                  <a:pt x="69251" y="0"/>
                </a:lnTo>
                <a:lnTo>
                  <a:pt x="69251" y="98408"/>
                </a:lnTo>
                <a:lnTo>
                  <a:pt x="58109" y="98408"/>
                </a:lnTo>
                <a:lnTo>
                  <a:pt x="58109" y="88117"/>
                </a:lnTo>
                <a:lnTo>
                  <a:pt x="57464" y="88117"/>
                </a:lnTo>
                <a:cubicBezTo>
                  <a:pt x="55433" y="91287"/>
                  <a:pt x="52374" y="94127"/>
                  <a:pt x="48244" y="96693"/>
                </a:cubicBezTo>
                <a:cubicBezTo>
                  <a:pt x="44059" y="99272"/>
                  <a:pt x="39133" y="100549"/>
                  <a:pt x="33452" y="100549"/>
                </a:cubicBezTo>
                <a:close/>
                <a:moveTo>
                  <a:pt x="34742" y="90052"/>
                </a:moveTo>
                <a:cubicBezTo>
                  <a:pt x="38707" y="90052"/>
                  <a:pt x="42508" y="88982"/>
                  <a:pt x="46103" y="86827"/>
                </a:cubicBezTo>
                <a:cubicBezTo>
                  <a:pt x="49643" y="84687"/>
                  <a:pt x="52538" y="81627"/>
                  <a:pt x="54679" y="77607"/>
                </a:cubicBezTo>
                <a:cubicBezTo>
                  <a:pt x="56929" y="73641"/>
                  <a:pt x="58109" y="68935"/>
                  <a:pt x="58109" y="63460"/>
                </a:cubicBezTo>
                <a:cubicBezTo>
                  <a:pt x="58109" y="57890"/>
                  <a:pt x="56929" y="53115"/>
                  <a:pt x="54679" y="49094"/>
                </a:cubicBezTo>
                <a:cubicBezTo>
                  <a:pt x="52538" y="45129"/>
                  <a:pt x="49643" y="42028"/>
                  <a:pt x="46103" y="39874"/>
                </a:cubicBezTo>
                <a:cubicBezTo>
                  <a:pt x="42508" y="37733"/>
                  <a:pt x="38707" y="36663"/>
                  <a:pt x="34742" y="36663"/>
                </a:cubicBezTo>
                <a:cubicBezTo>
                  <a:pt x="30722" y="36663"/>
                  <a:pt x="26907" y="37733"/>
                  <a:pt x="23381" y="39874"/>
                </a:cubicBezTo>
                <a:cubicBezTo>
                  <a:pt x="19951" y="42028"/>
                  <a:pt x="17055" y="45129"/>
                  <a:pt x="14805" y="49094"/>
                </a:cubicBezTo>
                <a:cubicBezTo>
                  <a:pt x="12651" y="53115"/>
                  <a:pt x="11581" y="57890"/>
                  <a:pt x="11581" y="63460"/>
                </a:cubicBezTo>
                <a:cubicBezTo>
                  <a:pt x="11581" y="68770"/>
                  <a:pt x="12651" y="73490"/>
                  <a:pt x="14805" y="77607"/>
                </a:cubicBezTo>
                <a:cubicBezTo>
                  <a:pt x="17055" y="81627"/>
                  <a:pt x="19951" y="84687"/>
                  <a:pt x="23381" y="86827"/>
                </a:cubicBezTo>
                <a:cubicBezTo>
                  <a:pt x="26907" y="88982"/>
                  <a:pt x="30722" y="90052"/>
                  <a:pt x="34742" y="90052"/>
                </a:cubicBezTo>
                <a:close/>
                <a:moveTo>
                  <a:pt x="34742" y="90052"/>
                </a:moveTo>
              </a:path>
            </a:pathLst>
          </a:custGeom>
          <a:solidFill xmlns:a="http://schemas.openxmlformats.org/drawingml/2006/main">
            <a:srgbClr val="666666"/>
          </a:solidFill>
          <a:ln xmlns:a="http://schemas.openxmlformats.org/drawingml/2006/main" w="0" cap="flat">
            <a:noFill/>
            <a:miter/>
          </a:ln>
        </p:spPr>
      </p:sp>
      <p:sp>
        <p:nvSpPr>
          <p:cNvPr id="7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D30B1313-3CBB-4F9C-80AF-5CA1C66BD3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87091" y="2422162"/>
            <a:ext cx="17591" cy="17591"/>
          </a:xfrm>
          <a:custGeom xmlns:a="http://schemas.openxmlformats.org/drawingml/2006/main">
            <a:pathLst>
              <a:path w="17591" h="17591">
                <a:moveTo>
                  <a:pt x="8795" y="17591"/>
                </a:moveTo>
                <a:cubicBezTo>
                  <a:pt x="6325" y="17591"/>
                  <a:pt x="4295" y="16726"/>
                  <a:pt x="2580" y="15011"/>
                </a:cubicBezTo>
                <a:cubicBezTo>
                  <a:pt x="864" y="13296"/>
                  <a:pt x="0" y="11265"/>
                  <a:pt x="0" y="8795"/>
                </a:cubicBezTo>
                <a:cubicBezTo>
                  <a:pt x="0" y="6380"/>
                  <a:pt x="864" y="4295"/>
                  <a:pt x="2580" y="2580"/>
                </a:cubicBezTo>
                <a:cubicBezTo>
                  <a:pt x="4295" y="864"/>
                  <a:pt x="6325" y="0"/>
                  <a:pt x="8795" y="0"/>
                </a:cubicBezTo>
                <a:cubicBezTo>
                  <a:pt x="11361" y="0"/>
                  <a:pt x="13406" y="864"/>
                  <a:pt x="15011" y="2580"/>
                </a:cubicBezTo>
                <a:cubicBezTo>
                  <a:pt x="16726" y="4295"/>
                  <a:pt x="17591" y="6380"/>
                  <a:pt x="17591" y="8795"/>
                </a:cubicBezTo>
                <a:cubicBezTo>
                  <a:pt x="17591" y="11265"/>
                  <a:pt x="16726" y="13296"/>
                  <a:pt x="15011" y="15011"/>
                </a:cubicBezTo>
                <a:cubicBezTo>
                  <a:pt x="13406" y="16726"/>
                  <a:pt x="11361" y="17591"/>
                  <a:pt x="8795" y="17591"/>
                </a:cubicBezTo>
                <a:close/>
                <a:moveTo>
                  <a:pt x="8795" y="17591"/>
                </a:moveTo>
              </a:path>
            </a:pathLst>
          </a:custGeom>
          <a:solidFill xmlns:a="http://schemas.openxmlformats.org/drawingml/2006/main">
            <a:srgbClr val="666666"/>
          </a:solidFill>
          <a:ln xmlns:a="http://schemas.openxmlformats.org/drawingml/2006/main" w="0" cap="flat">
            <a:noFill/>
            <a:miter/>
          </a:ln>
        </p:spPr>
      </p:sp>
      <p:sp>
        <p:nvSpPr>
          <p:cNvPr id="7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6BD4AE8A-F556-4E6E-B55F-67B0ABE2C8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70080" y="2472766"/>
            <a:ext cx="641038" cy="276989"/>
          </a:xfrm>
          <a:custGeom xmlns:a="http://schemas.openxmlformats.org/drawingml/2006/main">
            <a:pathLst>
              <a:path w="641038" h="276989">
                <a:moveTo>
                  <a:pt x="120760" y="0"/>
                </a:moveTo>
                <a:lnTo>
                  <a:pt x="520333" y="0"/>
                </a:lnTo>
                <a:cubicBezTo>
                  <a:pt x="587224" y="0"/>
                  <a:pt x="641038" y="61800"/>
                  <a:pt x="641038" y="138501"/>
                </a:cubicBezTo>
                <a:cubicBezTo>
                  <a:pt x="641038" y="215189"/>
                  <a:pt x="587224" y="276989"/>
                  <a:pt x="520333" y="276989"/>
                </a:cubicBezTo>
                <a:lnTo>
                  <a:pt x="120760" y="276989"/>
                </a:lnTo>
                <a:cubicBezTo>
                  <a:pt x="53869" y="276989"/>
                  <a:pt x="0" y="215189"/>
                  <a:pt x="0" y="138501"/>
                </a:cubicBezTo>
                <a:cubicBezTo>
                  <a:pt x="0" y="61800"/>
                  <a:pt x="53869" y="0"/>
                  <a:pt x="120760" y="0"/>
                </a:cubicBezTo>
                <a:close/>
                <a:moveTo>
                  <a:pt x="120760" y="0"/>
                </a:moveTo>
              </a:path>
            </a:pathLst>
          </a:custGeom>
          <a:solidFill xmlns:a="http://schemas.openxmlformats.org/drawingml/2006/main">
            <a:srgbClr val="D5E5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7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108C7D6D-E06F-4D3D-A795-DC54AAE05F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70080" y="2472766"/>
            <a:ext cx="641038" cy="276989"/>
          </a:xfrm>
          <a:custGeom xmlns:a="http://schemas.openxmlformats.org/drawingml/2006/main">
            <a:pathLst>
              <a:path w="641038" h="276989" fill="none">
                <a:moveTo>
                  <a:pt x="120760" y="0"/>
                </a:moveTo>
                <a:lnTo>
                  <a:pt x="520333" y="0"/>
                </a:lnTo>
                <a:cubicBezTo>
                  <a:pt x="587224" y="0"/>
                  <a:pt x="641038" y="61800"/>
                  <a:pt x="641038" y="138501"/>
                </a:cubicBezTo>
                <a:cubicBezTo>
                  <a:pt x="641038" y="215189"/>
                  <a:pt x="587224" y="276989"/>
                  <a:pt x="520333" y="276989"/>
                </a:cubicBezTo>
                <a:lnTo>
                  <a:pt x="120760" y="276989"/>
                </a:lnTo>
                <a:cubicBezTo>
                  <a:pt x="53869" y="276989"/>
                  <a:pt x="0" y="215189"/>
                  <a:pt x="0" y="138501"/>
                </a:cubicBezTo>
                <a:cubicBezTo>
                  <a:pt x="0" y="61800"/>
                  <a:pt x="53869" y="0"/>
                  <a:pt x="120760" y="0"/>
                </a:cubicBezTo>
                <a:close/>
                <a:moveTo>
                  <a:pt x="120760" y="0"/>
                </a:moveTo>
              </a:path>
            </a:pathLst>
          </a:custGeom>
          <a:noFill xmlns:a="http://schemas.openxmlformats.org/drawingml/2006/main"/>
          <a:ln xmlns:a="http://schemas.openxmlformats.org/drawingml/2006/main" w="10303" cap="flat">
            <a:solidFill>
              <a:srgbClr val="000000"/>
            </a:solidFill>
            <a:miter/>
          </a:ln>
        </p:spPr>
      </p:sp>
      <p:sp>
        <p:nvSpPr>
          <p:cNvPr id="7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D038C5EC-901D-426A-ADE9-9B2DD64270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51831" y="2560128"/>
            <a:ext cx="49520" cy="109124"/>
          </a:xfrm>
          <a:custGeom xmlns:a="http://schemas.openxmlformats.org/drawingml/2006/main">
            <a:pathLst>
              <a:path w="49520" h="109124">
                <a:moveTo>
                  <a:pt x="37953" y="109124"/>
                </a:moveTo>
                <a:cubicBezTo>
                  <a:pt x="30927" y="109124"/>
                  <a:pt x="25302" y="107094"/>
                  <a:pt x="21007" y="102909"/>
                </a:cubicBezTo>
                <a:cubicBezTo>
                  <a:pt x="16726" y="98779"/>
                  <a:pt x="14586" y="93043"/>
                  <a:pt x="14586" y="85757"/>
                </a:cubicBezTo>
                <a:lnTo>
                  <a:pt x="14586" y="36443"/>
                </a:lnTo>
                <a:lnTo>
                  <a:pt x="0" y="36443"/>
                </a:lnTo>
                <a:lnTo>
                  <a:pt x="0" y="23792"/>
                </a:lnTo>
                <a:lnTo>
                  <a:pt x="14586" y="23792"/>
                </a:lnTo>
                <a:lnTo>
                  <a:pt x="14586" y="0"/>
                </a:lnTo>
                <a:lnTo>
                  <a:pt x="28513" y="0"/>
                </a:lnTo>
                <a:lnTo>
                  <a:pt x="28513" y="23792"/>
                </a:lnTo>
                <a:lnTo>
                  <a:pt x="49094" y="23792"/>
                </a:lnTo>
                <a:lnTo>
                  <a:pt x="49094" y="36443"/>
                </a:lnTo>
                <a:lnTo>
                  <a:pt x="28513" y="36443"/>
                </a:lnTo>
                <a:lnTo>
                  <a:pt x="28513" y="82327"/>
                </a:lnTo>
                <a:cubicBezTo>
                  <a:pt x="28513" y="86773"/>
                  <a:pt x="29432" y="90203"/>
                  <a:pt x="31298" y="92618"/>
                </a:cubicBezTo>
                <a:cubicBezTo>
                  <a:pt x="33123" y="94923"/>
                  <a:pt x="36128" y="96048"/>
                  <a:pt x="40313" y="96048"/>
                </a:cubicBezTo>
                <a:cubicBezTo>
                  <a:pt x="42124" y="96048"/>
                  <a:pt x="43839" y="95828"/>
                  <a:pt x="45458" y="95403"/>
                </a:cubicBezTo>
                <a:cubicBezTo>
                  <a:pt x="47009" y="94868"/>
                  <a:pt x="48340" y="94113"/>
                  <a:pt x="49520" y="93263"/>
                </a:cubicBezTo>
                <a:lnTo>
                  <a:pt x="49520" y="106984"/>
                </a:lnTo>
                <a:cubicBezTo>
                  <a:pt x="48079" y="107738"/>
                  <a:pt x="46528" y="108164"/>
                  <a:pt x="44813" y="108479"/>
                </a:cubicBezTo>
                <a:cubicBezTo>
                  <a:pt x="43098" y="108905"/>
                  <a:pt x="40793" y="109124"/>
                  <a:pt x="37953" y="109124"/>
                </a:cubicBezTo>
                <a:close/>
                <a:moveTo>
                  <a:pt x="37953" y="109124"/>
                </a:move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7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FE59D237-D844-4C2E-9FA2-9053703DF4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09830" y="2581355"/>
            <a:ext cx="80818" cy="89187"/>
          </a:xfrm>
          <a:custGeom xmlns:a="http://schemas.openxmlformats.org/drawingml/2006/main">
            <a:pathLst>
              <a:path w="80818" h="89187">
                <a:moveTo>
                  <a:pt x="41795" y="89187"/>
                </a:moveTo>
                <a:cubicBezTo>
                  <a:pt x="33658" y="89187"/>
                  <a:pt x="26413" y="87253"/>
                  <a:pt x="20143" y="83397"/>
                </a:cubicBezTo>
                <a:cubicBezTo>
                  <a:pt x="13817" y="79541"/>
                  <a:pt x="8891" y="74341"/>
                  <a:pt x="5351" y="67741"/>
                </a:cubicBezTo>
                <a:cubicBezTo>
                  <a:pt x="1770" y="61045"/>
                  <a:pt x="0" y="53375"/>
                  <a:pt x="0" y="44800"/>
                </a:cubicBezTo>
                <a:cubicBezTo>
                  <a:pt x="0" y="36814"/>
                  <a:pt x="1605" y="29363"/>
                  <a:pt x="4926" y="22503"/>
                </a:cubicBezTo>
                <a:cubicBezTo>
                  <a:pt x="8356" y="15642"/>
                  <a:pt x="13076" y="10236"/>
                  <a:pt x="19072" y="6216"/>
                </a:cubicBezTo>
                <a:cubicBezTo>
                  <a:pt x="25192" y="2086"/>
                  <a:pt x="32423" y="0"/>
                  <a:pt x="40724" y="0"/>
                </a:cubicBezTo>
                <a:cubicBezTo>
                  <a:pt x="48984" y="0"/>
                  <a:pt x="56161" y="1880"/>
                  <a:pt x="62171" y="5571"/>
                </a:cubicBezTo>
                <a:cubicBezTo>
                  <a:pt x="68167" y="9166"/>
                  <a:pt x="72722" y="14256"/>
                  <a:pt x="75892" y="20788"/>
                </a:cubicBezTo>
                <a:cubicBezTo>
                  <a:pt x="79157" y="27223"/>
                  <a:pt x="80818" y="34618"/>
                  <a:pt x="80818" y="42879"/>
                </a:cubicBezTo>
                <a:cubicBezTo>
                  <a:pt x="80818" y="43729"/>
                  <a:pt x="80708" y="44539"/>
                  <a:pt x="80612" y="45239"/>
                </a:cubicBezTo>
                <a:cubicBezTo>
                  <a:pt x="80612" y="45980"/>
                  <a:pt x="80612" y="46624"/>
                  <a:pt x="80612" y="47160"/>
                </a:cubicBezTo>
                <a:lnTo>
                  <a:pt x="13927" y="47160"/>
                </a:lnTo>
                <a:cubicBezTo>
                  <a:pt x="14352" y="53759"/>
                  <a:pt x="15917" y="59275"/>
                  <a:pt x="18647" y="63666"/>
                </a:cubicBezTo>
                <a:cubicBezTo>
                  <a:pt x="21487" y="67961"/>
                  <a:pt x="24972" y="71172"/>
                  <a:pt x="29157" y="73326"/>
                </a:cubicBezTo>
                <a:cubicBezTo>
                  <a:pt x="33438" y="75466"/>
                  <a:pt x="37788" y="76537"/>
                  <a:pt x="42234" y="76537"/>
                </a:cubicBezTo>
                <a:cubicBezTo>
                  <a:pt x="48340" y="76537"/>
                  <a:pt x="53430" y="75137"/>
                  <a:pt x="57450" y="72242"/>
                </a:cubicBezTo>
                <a:cubicBezTo>
                  <a:pt x="61580" y="69251"/>
                  <a:pt x="64791" y="65601"/>
                  <a:pt x="67096" y="61320"/>
                </a:cubicBezTo>
                <a:lnTo>
                  <a:pt x="79102" y="67096"/>
                </a:lnTo>
                <a:cubicBezTo>
                  <a:pt x="75782" y="73532"/>
                  <a:pt x="71062" y="78842"/>
                  <a:pt x="64956" y="82972"/>
                </a:cubicBezTo>
                <a:cubicBezTo>
                  <a:pt x="58795" y="87102"/>
                  <a:pt x="51070" y="89187"/>
                  <a:pt x="41795" y="89187"/>
                </a:cubicBezTo>
                <a:close/>
                <a:moveTo>
                  <a:pt x="40724" y="12651"/>
                </a:moveTo>
                <a:cubicBezTo>
                  <a:pt x="33864" y="12651"/>
                  <a:pt x="28128" y="14791"/>
                  <a:pt x="23573" y="19072"/>
                </a:cubicBezTo>
                <a:cubicBezTo>
                  <a:pt x="19127" y="23367"/>
                  <a:pt x="16177" y="28883"/>
                  <a:pt x="14791" y="35593"/>
                </a:cubicBezTo>
                <a:lnTo>
                  <a:pt x="66026" y="35593"/>
                </a:lnTo>
                <a:cubicBezTo>
                  <a:pt x="65861" y="32478"/>
                  <a:pt x="64956" y="29103"/>
                  <a:pt x="63241" y="25508"/>
                </a:cubicBezTo>
                <a:cubicBezTo>
                  <a:pt x="61526" y="21968"/>
                  <a:pt x="58850" y="18976"/>
                  <a:pt x="55310" y="16507"/>
                </a:cubicBezTo>
                <a:cubicBezTo>
                  <a:pt x="51715" y="13927"/>
                  <a:pt x="46844" y="12651"/>
                  <a:pt x="40724" y="12651"/>
                </a:cubicBezTo>
                <a:close/>
                <a:moveTo>
                  <a:pt x="40724" y="12651"/>
                </a:move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8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660C7860-6E3B-4EB2-80AF-F109257D66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97138" y="2583921"/>
            <a:ext cx="76111" cy="84042"/>
          </a:xfrm>
          <a:custGeom xmlns:a="http://schemas.openxmlformats.org/drawingml/2006/main">
            <a:pathLst>
              <a:path w="76111" h="84042">
                <a:moveTo>
                  <a:pt x="0" y="84042"/>
                </a:moveTo>
                <a:lnTo>
                  <a:pt x="29583" y="41383"/>
                </a:lnTo>
                <a:lnTo>
                  <a:pt x="645" y="0"/>
                </a:lnTo>
                <a:lnTo>
                  <a:pt x="16507" y="0"/>
                </a:lnTo>
                <a:lnTo>
                  <a:pt x="38159" y="31092"/>
                </a:lnTo>
                <a:lnTo>
                  <a:pt x="58960" y="0"/>
                </a:lnTo>
                <a:lnTo>
                  <a:pt x="75466" y="0"/>
                </a:lnTo>
                <a:lnTo>
                  <a:pt x="46089" y="41383"/>
                </a:lnTo>
                <a:lnTo>
                  <a:pt x="76111" y="84042"/>
                </a:lnTo>
                <a:lnTo>
                  <a:pt x="59605" y="84042"/>
                </a:lnTo>
                <a:lnTo>
                  <a:pt x="37953" y="51674"/>
                </a:lnTo>
                <a:lnTo>
                  <a:pt x="16287" y="84042"/>
                </a:lnTo>
                <a:lnTo>
                  <a:pt x="0" y="84042"/>
                </a:lnTo>
                <a:close/>
                <a:moveTo>
                  <a:pt x="0" y="84042"/>
                </a:move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8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382518B3-7C37-4E56-98AD-38F0E65258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0000" y="2560128"/>
            <a:ext cx="49520" cy="109124"/>
          </a:xfrm>
          <a:custGeom xmlns:a="http://schemas.openxmlformats.org/drawingml/2006/main">
            <a:pathLst>
              <a:path w="49520" h="109124">
                <a:moveTo>
                  <a:pt x="37953" y="109124"/>
                </a:moveTo>
                <a:cubicBezTo>
                  <a:pt x="30927" y="109124"/>
                  <a:pt x="25302" y="107094"/>
                  <a:pt x="21007" y="102909"/>
                </a:cubicBezTo>
                <a:cubicBezTo>
                  <a:pt x="16726" y="98779"/>
                  <a:pt x="14572" y="93043"/>
                  <a:pt x="14572" y="85757"/>
                </a:cubicBezTo>
                <a:lnTo>
                  <a:pt x="14572" y="36443"/>
                </a:lnTo>
                <a:lnTo>
                  <a:pt x="0" y="36443"/>
                </a:lnTo>
                <a:lnTo>
                  <a:pt x="0" y="23792"/>
                </a:lnTo>
                <a:lnTo>
                  <a:pt x="14572" y="23792"/>
                </a:lnTo>
                <a:lnTo>
                  <a:pt x="14572" y="0"/>
                </a:lnTo>
                <a:lnTo>
                  <a:pt x="28513" y="0"/>
                </a:lnTo>
                <a:lnTo>
                  <a:pt x="28513" y="23792"/>
                </a:lnTo>
                <a:lnTo>
                  <a:pt x="49094" y="23792"/>
                </a:lnTo>
                <a:lnTo>
                  <a:pt x="49094" y="36443"/>
                </a:lnTo>
                <a:lnTo>
                  <a:pt x="28513" y="36443"/>
                </a:lnTo>
                <a:lnTo>
                  <a:pt x="28513" y="82327"/>
                </a:lnTo>
                <a:cubicBezTo>
                  <a:pt x="28513" y="86773"/>
                  <a:pt x="29418" y="90203"/>
                  <a:pt x="31298" y="92618"/>
                </a:cubicBezTo>
                <a:cubicBezTo>
                  <a:pt x="33123" y="94923"/>
                  <a:pt x="36128" y="96048"/>
                  <a:pt x="40299" y="96048"/>
                </a:cubicBezTo>
                <a:cubicBezTo>
                  <a:pt x="42124" y="96048"/>
                  <a:pt x="43839" y="95828"/>
                  <a:pt x="45444" y="95403"/>
                </a:cubicBezTo>
                <a:cubicBezTo>
                  <a:pt x="47009" y="94868"/>
                  <a:pt x="48340" y="94113"/>
                  <a:pt x="49520" y="93263"/>
                </a:cubicBezTo>
                <a:lnTo>
                  <a:pt x="49520" y="106984"/>
                </a:lnTo>
                <a:cubicBezTo>
                  <a:pt x="48079" y="107738"/>
                  <a:pt x="46528" y="108164"/>
                  <a:pt x="44813" y="108479"/>
                </a:cubicBezTo>
                <a:cubicBezTo>
                  <a:pt x="43098" y="108905"/>
                  <a:pt x="40793" y="109124"/>
                  <a:pt x="37953" y="109124"/>
                </a:cubicBezTo>
                <a:close/>
                <a:moveTo>
                  <a:pt x="37953" y="109124"/>
                </a:move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8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3D80BBB0-17D0-43D1-A7F6-92898506D9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5" y="550036"/>
            <a:ext cx="13842123" cy="363336"/>
          </a:xfrm>
          <a:custGeom xmlns:a="http://schemas.openxmlformats.org/drawingml/2006/main">
            <a:pathLst>
              <a:path w="13842123" h="363336">
                <a:moveTo>
                  <a:pt x="106874" y="0"/>
                </a:moveTo>
                <a:lnTo>
                  <a:pt x="13735249" y="0"/>
                </a:lnTo>
                <a:cubicBezTo>
                  <a:pt x="13794469" y="0"/>
                  <a:pt x="13842123" y="47654"/>
                  <a:pt x="13842123" y="106874"/>
                </a:cubicBezTo>
                <a:lnTo>
                  <a:pt x="13842123" y="256462"/>
                </a:lnTo>
                <a:cubicBezTo>
                  <a:pt x="13842123" y="315696"/>
                  <a:pt x="13794469" y="363336"/>
                  <a:pt x="13735249" y="363336"/>
                </a:cubicBezTo>
                <a:lnTo>
                  <a:pt x="106874" y="363336"/>
                </a:lnTo>
                <a:cubicBezTo>
                  <a:pt x="47654" y="363336"/>
                  <a:pt x="0" y="315696"/>
                  <a:pt x="0" y="256462"/>
                </a:cubicBezTo>
                <a:lnTo>
                  <a:pt x="0" y="106874"/>
                </a:lnTo>
                <a:cubicBezTo>
                  <a:pt x="0" y="47654"/>
                  <a:pt x="47654" y="0"/>
                  <a:pt x="106874" y="0"/>
                </a:cubicBezTo>
                <a:close/>
                <a:moveTo>
                  <a:pt x="106874" y="0"/>
                </a:moveTo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8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25E2FC1E-AC45-4588-A8C9-53799D39D1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5" y="550036"/>
            <a:ext cx="13842123" cy="363336"/>
          </a:xfrm>
          <a:custGeom xmlns:a="http://schemas.openxmlformats.org/drawingml/2006/main">
            <a:pathLst>
              <a:path w="13842123" h="363336" fill="none">
                <a:moveTo>
                  <a:pt x="106874" y="0"/>
                </a:moveTo>
                <a:lnTo>
                  <a:pt x="13735249" y="0"/>
                </a:lnTo>
                <a:cubicBezTo>
                  <a:pt x="13794469" y="0"/>
                  <a:pt x="13842123" y="47654"/>
                  <a:pt x="13842123" y="106874"/>
                </a:cubicBezTo>
                <a:lnTo>
                  <a:pt x="13842123" y="256462"/>
                </a:lnTo>
                <a:cubicBezTo>
                  <a:pt x="13842123" y="315696"/>
                  <a:pt x="13794469" y="363336"/>
                  <a:pt x="13735249" y="363336"/>
                </a:cubicBezTo>
                <a:lnTo>
                  <a:pt x="106874" y="363336"/>
                </a:lnTo>
                <a:cubicBezTo>
                  <a:pt x="47654" y="363336"/>
                  <a:pt x="0" y="315696"/>
                  <a:pt x="0" y="256462"/>
                </a:cubicBezTo>
                <a:lnTo>
                  <a:pt x="0" y="106874"/>
                </a:lnTo>
                <a:cubicBezTo>
                  <a:pt x="0" y="47654"/>
                  <a:pt x="47654" y="0"/>
                  <a:pt x="106874" y="0"/>
                </a:cubicBezTo>
                <a:close/>
                <a:moveTo>
                  <a:pt x="106874" y="0"/>
                </a:moveTo>
              </a:path>
            </a:pathLst>
          </a:custGeom>
          <a:noFill xmlns:a="http://schemas.openxmlformats.org/drawingml/2006/main"/>
          <a:ln xmlns:a="http://schemas.openxmlformats.org/drawingml/2006/main" w="45312" cap="flat">
            <a:solidFill>
              <a:srgbClr val="000000"/>
            </a:solidFill>
            <a:miter/>
          </a:ln>
        </p:spPr>
      </p:sp>
      <p:sp>
        <p:nvSpPr>
          <p:cNvPr id="8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B076DC24-EFA6-414C-A95C-20EC10F79A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0997" y="655949"/>
            <a:ext cx="125850" cy="137637"/>
          </a:xfrm>
          <a:custGeom xmlns:a="http://schemas.openxmlformats.org/drawingml/2006/main">
            <a:pathLst>
              <a:path w="125850" h="137637">
                <a:moveTo>
                  <a:pt x="48449" y="137637"/>
                </a:moveTo>
                <a:lnTo>
                  <a:pt x="0" y="0"/>
                </a:lnTo>
                <a:lnTo>
                  <a:pt x="27868" y="0"/>
                </a:lnTo>
                <a:lnTo>
                  <a:pt x="56394" y="83178"/>
                </a:lnTo>
                <a:lnTo>
                  <a:pt x="61320" y="100549"/>
                </a:lnTo>
                <a:lnTo>
                  <a:pt x="62815" y="100549"/>
                </a:lnTo>
                <a:lnTo>
                  <a:pt x="68400" y="83178"/>
                </a:lnTo>
                <a:lnTo>
                  <a:pt x="97983" y="0"/>
                </a:lnTo>
                <a:lnTo>
                  <a:pt x="125850" y="0"/>
                </a:lnTo>
                <a:lnTo>
                  <a:pt x="75686" y="137637"/>
                </a:lnTo>
                <a:lnTo>
                  <a:pt x="48449" y="137637"/>
                </a:lnTo>
                <a:close/>
                <a:moveTo>
                  <a:pt x="48449" y="137637"/>
                </a:move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8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45782521-FE24-461C-9810-F114F1E9BC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5849" y="652300"/>
            <a:ext cx="32588" cy="141287"/>
          </a:xfrm>
          <a:custGeom xmlns:a="http://schemas.openxmlformats.org/drawingml/2006/main">
            <a:pathLst>
              <a:path w="32588" h="141287">
                <a:moveTo>
                  <a:pt x="16507" y="32588"/>
                </a:moveTo>
                <a:cubicBezTo>
                  <a:pt x="11896" y="32588"/>
                  <a:pt x="7986" y="31037"/>
                  <a:pt x="4720" y="27868"/>
                </a:cubicBezTo>
                <a:cubicBezTo>
                  <a:pt x="1564" y="24602"/>
                  <a:pt x="0" y="20746"/>
                  <a:pt x="0" y="16301"/>
                </a:cubicBezTo>
                <a:cubicBezTo>
                  <a:pt x="0" y="11732"/>
                  <a:pt x="1564" y="7876"/>
                  <a:pt x="4720" y="4720"/>
                </a:cubicBezTo>
                <a:cubicBezTo>
                  <a:pt x="7986" y="1605"/>
                  <a:pt x="11896" y="0"/>
                  <a:pt x="16507" y="0"/>
                </a:cubicBezTo>
                <a:cubicBezTo>
                  <a:pt x="20911" y="0"/>
                  <a:pt x="24712" y="1605"/>
                  <a:pt x="27881" y="4720"/>
                </a:cubicBezTo>
                <a:cubicBezTo>
                  <a:pt x="30982" y="7876"/>
                  <a:pt x="32588" y="11732"/>
                  <a:pt x="32588" y="16301"/>
                </a:cubicBezTo>
                <a:cubicBezTo>
                  <a:pt x="32588" y="20746"/>
                  <a:pt x="30982" y="24602"/>
                  <a:pt x="27881" y="27868"/>
                </a:cubicBezTo>
                <a:cubicBezTo>
                  <a:pt x="24712" y="31037"/>
                  <a:pt x="20911" y="32588"/>
                  <a:pt x="16507" y="32588"/>
                </a:cubicBezTo>
                <a:close/>
                <a:moveTo>
                  <a:pt x="3869" y="141287"/>
                </a:moveTo>
                <a:lnTo>
                  <a:pt x="3869" y="43304"/>
                </a:lnTo>
                <a:lnTo>
                  <a:pt x="28952" y="43304"/>
                </a:lnTo>
                <a:lnTo>
                  <a:pt x="28952" y="141287"/>
                </a:lnTo>
                <a:lnTo>
                  <a:pt x="3869" y="141287"/>
                </a:lnTo>
                <a:close/>
                <a:moveTo>
                  <a:pt x="3869" y="141287"/>
                </a:move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8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81BE4499-E910-48AE-BCB7-04F567A6B0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94518" y="655949"/>
            <a:ext cx="101838" cy="140642"/>
          </a:xfrm>
          <a:custGeom xmlns:a="http://schemas.openxmlformats.org/drawingml/2006/main">
            <a:pathLst>
              <a:path w="101838" h="140642">
                <a:moveTo>
                  <a:pt x="47599" y="140642"/>
                </a:moveTo>
                <a:cubicBezTo>
                  <a:pt x="38598" y="140642"/>
                  <a:pt x="30447" y="138488"/>
                  <a:pt x="23161" y="134207"/>
                </a:cubicBezTo>
                <a:cubicBezTo>
                  <a:pt x="15971" y="129816"/>
                  <a:pt x="10346" y="123641"/>
                  <a:pt x="6216" y="115765"/>
                </a:cubicBezTo>
                <a:cubicBezTo>
                  <a:pt x="2044" y="107944"/>
                  <a:pt x="0" y="98943"/>
                  <a:pt x="0" y="88748"/>
                </a:cubicBezTo>
                <a:cubicBezTo>
                  <a:pt x="0" y="78457"/>
                  <a:pt x="2044" y="69456"/>
                  <a:pt x="6216" y="61745"/>
                </a:cubicBezTo>
                <a:cubicBezTo>
                  <a:pt x="10346" y="53910"/>
                  <a:pt x="15971" y="47750"/>
                  <a:pt x="23161" y="43304"/>
                </a:cubicBezTo>
                <a:cubicBezTo>
                  <a:pt x="30447" y="38913"/>
                  <a:pt x="38598" y="36663"/>
                  <a:pt x="47599" y="36663"/>
                </a:cubicBezTo>
                <a:cubicBezTo>
                  <a:pt x="54720" y="36663"/>
                  <a:pt x="60785" y="38268"/>
                  <a:pt x="65820" y="41369"/>
                </a:cubicBezTo>
                <a:cubicBezTo>
                  <a:pt x="70801" y="44374"/>
                  <a:pt x="74506" y="47804"/>
                  <a:pt x="76976" y="51660"/>
                </a:cubicBezTo>
                <a:lnTo>
                  <a:pt x="78471" y="51660"/>
                </a:lnTo>
                <a:lnTo>
                  <a:pt x="76976" y="37733"/>
                </a:lnTo>
                <a:lnTo>
                  <a:pt x="76976" y="0"/>
                </a:lnTo>
                <a:lnTo>
                  <a:pt x="101838" y="0"/>
                </a:lnTo>
                <a:lnTo>
                  <a:pt x="101838" y="137637"/>
                </a:lnTo>
                <a:lnTo>
                  <a:pt x="78471" y="137637"/>
                </a:lnTo>
                <a:lnTo>
                  <a:pt x="78471" y="125850"/>
                </a:lnTo>
                <a:lnTo>
                  <a:pt x="76976" y="125850"/>
                </a:lnTo>
                <a:cubicBezTo>
                  <a:pt x="74506" y="129706"/>
                  <a:pt x="70801" y="133136"/>
                  <a:pt x="65820" y="136141"/>
                </a:cubicBezTo>
                <a:cubicBezTo>
                  <a:pt x="60785" y="139132"/>
                  <a:pt x="54720" y="140642"/>
                  <a:pt x="47599" y="140642"/>
                </a:cubicBezTo>
                <a:close/>
                <a:moveTo>
                  <a:pt x="51674" y="117480"/>
                </a:moveTo>
                <a:cubicBezTo>
                  <a:pt x="56394" y="117480"/>
                  <a:pt x="60730" y="116300"/>
                  <a:pt x="64750" y="113831"/>
                </a:cubicBezTo>
                <a:cubicBezTo>
                  <a:pt x="68880" y="111429"/>
                  <a:pt x="72146" y="108054"/>
                  <a:pt x="74616" y="103759"/>
                </a:cubicBezTo>
                <a:cubicBezTo>
                  <a:pt x="77181" y="99478"/>
                  <a:pt x="78471" y="94484"/>
                  <a:pt x="78471" y="88748"/>
                </a:cubicBezTo>
                <a:cubicBezTo>
                  <a:pt x="78471" y="82917"/>
                  <a:pt x="77181" y="77826"/>
                  <a:pt x="74616" y="73532"/>
                </a:cubicBezTo>
                <a:cubicBezTo>
                  <a:pt x="72146" y="69237"/>
                  <a:pt x="68880" y="65971"/>
                  <a:pt x="64750" y="63666"/>
                </a:cubicBezTo>
                <a:cubicBezTo>
                  <a:pt x="60730" y="61251"/>
                  <a:pt x="56394" y="60030"/>
                  <a:pt x="51674" y="60030"/>
                </a:cubicBezTo>
                <a:cubicBezTo>
                  <a:pt x="47064" y="60030"/>
                  <a:pt x="42769" y="61251"/>
                  <a:pt x="38803" y="63666"/>
                </a:cubicBezTo>
                <a:cubicBezTo>
                  <a:pt x="34783" y="65971"/>
                  <a:pt x="31517" y="69237"/>
                  <a:pt x="28952" y="73532"/>
                </a:cubicBezTo>
                <a:cubicBezTo>
                  <a:pt x="26482" y="77717"/>
                  <a:pt x="25302" y="82752"/>
                  <a:pt x="25302" y="88748"/>
                </a:cubicBezTo>
                <a:cubicBezTo>
                  <a:pt x="25302" y="94484"/>
                  <a:pt x="26482" y="99574"/>
                  <a:pt x="28952" y="103979"/>
                </a:cubicBezTo>
                <a:cubicBezTo>
                  <a:pt x="31517" y="108260"/>
                  <a:pt x="34783" y="111635"/>
                  <a:pt x="38803" y="114050"/>
                </a:cubicBezTo>
                <a:cubicBezTo>
                  <a:pt x="42769" y="116355"/>
                  <a:pt x="47064" y="117480"/>
                  <a:pt x="51674" y="117480"/>
                </a:cubicBezTo>
                <a:close/>
                <a:moveTo>
                  <a:pt x="51674" y="117480"/>
                </a:move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8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6A6D5285-A3E5-4D0A-BB87-A82909FDF0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4742" y="692612"/>
            <a:ext cx="98833" cy="103979"/>
          </a:xfrm>
          <a:custGeom xmlns:a="http://schemas.openxmlformats.org/drawingml/2006/main">
            <a:pathLst>
              <a:path w="98833" h="103979">
                <a:moveTo>
                  <a:pt x="51235" y="103979"/>
                </a:moveTo>
                <a:cubicBezTo>
                  <a:pt x="41369" y="103979"/>
                  <a:pt x="32588" y="101729"/>
                  <a:pt x="24863" y="97324"/>
                </a:cubicBezTo>
                <a:cubicBezTo>
                  <a:pt x="17151" y="92933"/>
                  <a:pt x="11046" y="86773"/>
                  <a:pt x="6641" y="78897"/>
                </a:cubicBezTo>
                <a:cubicBezTo>
                  <a:pt x="2195" y="71062"/>
                  <a:pt x="0" y="62116"/>
                  <a:pt x="0" y="52085"/>
                </a:cubicBezTo>
                <a:cubicBezTo>
                  <a:pt x="0" y="42824"/>
                  <a:pt x="2140" y="34248"/>
                  <a:pt x="6435" y="26358"/>
                </a:cubicBezTo>
                <a:cubicBezTo>
                  <a:pt x="10826" y="18373"/>
                  <a:pt x="16822" y="11992"/>
                  <a:pt x="24437" y="7286"/>
                </a:cubicBezTo>
                <a:cubicBezTo>
                  <a:pt x="31998" y="2456"/>
                  <a:pt x="40628" y="0"/>
                  <a:pt x="50384" y="0"/>
                </a:cubicBezTo>
                <a:cubicBezTo>
                  <a:pt x="60785" y="0"/>
                  <a:pt x="69566" y="2250"/>
                  <a:pt x="76756" y="6641"/>
                </a:cubicBezTo>
                <a:cubicBezTo>
                  <a:pt x="84042" y="11087"/>
                  <a:pt x="89503" y="17097"/>
                  <a:pt x="93263" y="24643"/>
                </a:cubicBezTo>
                <a:cubicBezTo>
                  <a:pt x="96954" y="32094"/>
                  <a:pt x="98833" y="40409"/>
                  <a:pt x="98833" y="49520"/>
                </a:cubicBezTo>
                <a:cubicBezTo>
                  <a:pt x="98833" y="51550"/>
                  <a:pt x="98724" y="53320"/>
                  <a:pt x="98614" y="54885"/>
                </a:cubicBezTo>
                <a:cubicBezTo>
                  <a:pt x="98463" y="56325"/>
                  <a:pt x="98298" y="57341"/>
                  <a:pt x="98189" y="57876"/>
                </a:cubicBezTo>
                <a:lnTo>
                  <a:pt x="24863" y="57876"/>
                </a:lnTo>
                <a:cubicBezTo>
                  <a:pt x="25988" y="65601"/>
                  <a:pt x="29048" y="71542"/>
                  <a:pt x="34083" y="75672"/>
                </a:cubicBezTo>
                <a:cubicBezTo>
                  <a:pt x="39078" y="79692"/>
                  <a:pt x="44909" y="81682"/>
                  <a:pt x="51660" y="81682"/>
                </a:cubicBezTo>
                <a:cubicBezTo>
                  <a:pt x="57670" y="81682"/>
                  <a:pt x="62706" y="80392"/>
                  <a:pt x="66891" y="77813"/>
                </a:cubicBezTo>
                <a:cubicBezTo>
                  <a:pt x="71021" y="75247"/>
                  <a:pt x="74231" y="71981"/>
                  <a:pt x="76537" y="67961"/>
                </a:cubicBezTo>
                <a:lnTo>
                  <a:pt x="96899" y="77813"/>
                </a:lnTo>
                <a:cubicBezTo>
                  <a:pt x="92288" y="85963"/>
                  <a:pt x="86292" y="92398"/>
                  <a:pt x="78897" y="97118"/>
                </a:cubicBezTo>
                <a:cubicBezTo>
                  <a:pt x="71446" y="101674"/>
                  <a:pt x="62225" y="103979"/>
                  <a:pt x="51235" y="103979"/>
                </a:cubicBezTo>
                <a:close/>
                <a:moveTo>
                  <a:pt x="50590" y="20582"/>
                </a:moveTo>
                <a:cubicBezTo>
                  <a:pt x="44854" y="20582"/>
                  <a:pt x="39709" y="22283"/>
                  <a:pt x="35154" y="25713"/>
                </a:cubicBezTo>
                <a:cubicBezTo>
                  <a:pt x="30708" y="29144"/>
                  <a:pt x="27552" y="33974"/>
                  <a:pt x="25727" y="40079"/>
                </a:cubicBezTo>
                <a:lnTo>
                  <a:pt x="74602" y="40079"/>
                </a:lnTo>
                <a:cubicBezTo>
                  <a:pt x="74286" y="37088"/>
                  <a:pt x="73161" y="34083"/>
                  <a:pt x="71172" y="31078"/>
                </a:cubicBezTo>
                <a:cubicBezTo>
                  <a:pt x="69305" y="28073"/>
                  <a:pt x="66671" y="25617"/>
                  <a:pt x="63241" y="23573"/>
                </a:cubicBezTo>
                <a:cubicBezTo>
                  <a:pt x="59810" y="21597"/>
                  <a:pt x="55584" y="20582"/>
                  <a:pt x="50590" y="20582"/>
                </a:cubicBezTo>
                <a:close/>
                <a:moveTo>
                  <a:pt x="50590" y="20582"/>
                </a:move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8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0F6C664D-9979-40B7-BFB7-CCDC2944C1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28477" y="692612"/>
            <a:ext cx="104404" cy="103979"/>
          </a:xfrm>
          <a:custGeom xmlns:a="http://schemas.openxmlformats.org/drawingml/2006/main">
            <a:pathLst>
              <a:path w="104404" h="103979">
                <a:moveTo>
                  <a:pt x="52305" y="103979"/>
                </a:moveTo>
                <a:cubicBezTo>
                  <a:pt x="42014" y="103979"/>
                  <a:pt x="32903" y="101729"/>
                  <a:pt x="25082" y="97324"/>
                </a:cubicBezTo>
                <a:cubicBezTo>
                  <a:pt x="17206" y="92769"/>
                  <a:pt x="11046" y="86553"/>
                  <a:pt x="6641" y="78677"/>
                </a:cubicBezTo>
                <a:cubicBezTo>
                  <a:pt x="2195" y="70856"/>
                  <a:pt x="0" y="61951"/>
                  <a:pt x="0" y="52085"/>
                </a:cubicBezTo>
                <a:cubicBezTo>
                  <a:pt x="0" y="42234"/>
                  <a:pt x="2195" y="33384"/>
                  <a:pt x="6641" y="25508"/>
                </a:cubicBezTo>
                <a:cubicBezTo>
                  <a:pt x="11046" y="17522"/>
                  <a:pt x="17206" y="11306"/>
                  <a:pt x="25082" y="6861"/>
                </a:cubicBezTo>
                <a:cubicBezTo>
                  <a:pt x="32903" y="2291"/>
                  <a:pt x="42014" y="0"/>
                  <a:pt x="52305" y="0"/>
                </a:cubicBezTo>
                <a:cubicBezTo>
                  <a:pt x="62596" y="0"/>
                  <a:pt x="71611" y="2291"/>
                  <a:pt x="79322" y="6861"/>
                </a:cubicBezTo>
                <a:cubicBezTo>
                  <a:pt x="87157" y="11457"/>
                  <a:pt x="93317" y="17687"/>
                  <a:pt x="97763" y="25508"/>
                </a:cubicBezTo>
                <a:cubicBezTo>
                  <a:pt x="102154" y="33384"/>
                  <a:pt x="104404" y="42234"/>
                  <a:pt x="104404" y="52085"/>
                </a:cubicBezTo>
                <a:cubicBezTo>
                  <a:pt x="104404" y="61951"/>
                  <a:pt x="102154" y="70856"/>
                  <a:pt x="97763" y="78677"/>
                </a:cubicBezTo>
                <a:cubicBezTo>
                  <a:pt x="93317" y="86553"/>
                  <a:pt x="87157" y="92769"/>
                  <a:pt x="79322" y="97324"/>
                </a:cubicBezTo>
                <a:cubicBezTo>
                  <a:pt x="71611" y="101729"/>
                  <a:pt x="62596" y="103979"/>
                  <a:pt x="52305" y="103979"/>
                </a:cubicBezTo>
                <a:close/>
                <a:moveTo>
                  <a:pt x="52305" y="80598"/>
                </a:moveTo>
                <a:cubicBezTo>
                  <a:pt x="57135" y="80598"/>
                  <a:pt x="61580" y="79528"/>
                  <a:pt x="65601" y="77387"/>
                </a:cubicBezTo>
                <a:cubicBezTo>
                  <a:pt x="69566" y="75137"/>
                  <a:pt x="72791" y="71816"/>
                  <a:pt x="75247" y="67522"/>
                </a:cubicBezTo>
                <a:cubicBezTo>
                  <a:pt x="77826" y="63241"/>
                  <a:pt x="79116" y="58095"/>
                  <a:pt x="79116" y="52085"/>
                </a:cubicBezTo>
                <a:cubicBezTo>
                  <a:pt x="79116" y="45980"/>
                  <a:pt x="77826" y="40834"/>
                  <a:pt x="75247" y="36649"/>
                </a:cubicBezTo>
                <a:cubicBezTo>
                  <a:pt x="72791" y="32368"/>
                  <a:pt x="69566" y="29103"/>
                  <a:pt x="65601" y="26797"/>
                </a:cubicBezTo>
                <a:cubicBezTo>
                  <a:pt x="61580" y="24547"/>
                  <a:pt x="57135" y="23367"/>
                  <a:pt x="52305" y="23367"/>
                </a:cubicBezTo>
                <a:cubicBezTo>
                  <a:pt x="47599" y="23367"/>
                  <a:pt x="43139" y="24547"/>
                  <a:pt x="39023" y="26797"/>
                </a:cubicBezTo>
                <a:cubicBezTo>
                  <a:pt x="34838" y="29103"/>
                  <a:pt x="31517" y="32368"/>
                  <a:pt x="28938" y="36649"/>
                </a:cubicBezTo>
                <a:cubicBezTo>
                  <a:pt x="26482" y="40834"/>
                  <a:pt x="25302" y="45980"/>
                  <a:pt x="25302" y="52085"/>
                </a:cubicBezTo>
                <a:cubicBezTo>
                  <a:pt x="25302" y="58095"/>
                  <a:pt x="26482" y="63241"/>
                  <a:pt x="28938" y="67522"/>
                </a:cubicBezTo>
                <a:cubicBezTo>
                  <a:pt x="31517" y="71816"/>
                  <a:pt x="34838" y="75137"/>
                  <a:pt x="39023" y="77387"/>
                </a:cubicBezTo>
                <a:cubicBezTo>
                  <a:pt x="43139" y="79528"/>
                  <a:pt x="47599" y="80598"/>
                  <a:pt x="52305" y="80598"/>
                </a:cubicBezTo>
                <a:close/>
                <a:moveTo>
                  <a:pt x="52305" y="80598"/>
                </a:move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8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6D72451A-2AF5-4BFD-855A-A03583EA33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55397" y="655949"/>
            <a:ext cx="95403" cy="137637"/>
          </a:xfrm>
          <a:custGeom xmlns:a="http://schemas.openxmlformats.org/drawingml/2006/main">
            <a:pathLst>
              <a:path w="95403" h="137637">
                <a:moveTo>
                  <a:pt x="0" y="137637"/>
                </a:moveTo>
                <a:lnTo>
                  <a:pt x="0" y="0"/>
                </a:lnTo>
                <a:lnTo>
                  <a:pt x="48449" y="0"/>
                </a:lnTo>
                <a:cubicBezTo>
                  <a:pt x="57299" y="0"/>
                  <a:pt x="65230" y="1866"/>
                  <a:pt x="72256" y="5571"/>
                </a:cubicBezTo>
                <a:cubicBezTo>
                  <a:pt x="79377" y="9317"/>
                  <a:pt x="85002" y="14462"/>
                  <a:pt x="89187" y="21007"/>
                </a:cubicBezTo>
                <a:cubicBezTo>
                  <a:pt x="93317" y="27442"/>
                  <a:pt x="95403" y="34934"/>
                  <a:pt x="95403" y="43523"/>
                </a:cubicBezTo>
                <a:cubicBezTo>
                  <a:pt x="95403" y="52085"/>
                  <a:pt x="93317" y="59701"/>
                  <a:pt x="89187" y="66246"/>
                </a:cubicBezTo>
                <a:cubicBezTo>
                  <a:pt x="85002" y="72832"/>
                  <a:pt x="79377" y="77977"/>
                  <a:pt x="72256" y="81682"/>
                </a:cubicBezTo>
                <a:cubicBezTo>
                  <a:pt x="65230" y="85263"/>
                  <a:pt x="57299" y="87033"/>
                  <a:pt x="48449" y="87033"/>
                </a:cubicBezTo>
                <a:lnTo>
                  <a:pt x="25947" y="87033"/>
                </a:lnTo>
                <a:lnTo>
                  <a:pt x="25947" y="137637"/>
                </a:lnTo>
                <a:lnTo>
                  <a:pt x="0" y="137637"/>
                </a:lnTo>
                <a:close/>
                <a:moveTo>
                  <a:pt x="25947" y="62596"/>
                </a:moveTo>
                <a:lnTo>
                  <a:pt x="49314" y="62596"/>
                </a:lnTo>
                <a:cubicBezTo>
                  <a:pt x="56010" y="62596"/>
                  <a:pt x="61100" y="60675"/>
                  <a:pt x="64531" y="56806"/>
                </a:cubicBezTo>
                <a:cubicBezTo>
                  <a:pt x="68071" y="52950"/>
                  <a:pt x="69896" y="48559"/>
                  <a:pt x="69896" y="43523"/>
                </a:cubicBezTo>
                <a:cubicBezTo>
                  <a:pt x="69896" y="38694"/>
                  <a:pt x="68071" y="34303"/>
                  <a:pt x="64531" y="30433"/>
                </a:cubicBezTo>
                <a:cubicBezTo>
                  <a:pt x="61100" y="26578"/>
                  <a:pt x="56010" y="24643"/>
                  <a:pt x="49314" y="24643"/>
                </a:cubicBezTo>
                <a:lnTo>
                  <a:pt x="25947" y="24643"/>
                </a:lnTo>
                <a:lnTo>
                  <a:pt x="25947" y="62596"/>
                </a:lnTo>
                <a:close/>
                <a:moveTo>
                  <a:pt x="25947" y="62596"/>
                </a:move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9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7451F0F6-255D-4B1D-8E0C-DB43261BF1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7071" y="692612"/>
            <a:ext cx="104404" cy="103979"/>
          </a:xfrm>
          <a:custGeom xmlns:a="http://schemas.openxmlformats.org/drawingml/2006/main">
            <a:pathLst>
              <a:path w="104404" h="103979">
                <a:moveTo>
                  <a:pt x="52319" y="103979"/>
                </a:moveTo>
                <a:cubicBezTo>
                  <a:pt x="42028" y="103979"/>
                  <a:pt x="32917" y="101729"/>
                  <a:pt x="25082" y="97324"/>
                </a:cubicBezTo>
                <a:cubicBezTo>
                  <a:pt x="17206" y="92769"/>
                  <a:pt x="11046" y="86553"/>
                  <a:pt x="6641" y="78677"/>
                </a:cubicBezTo>
                <a:cubicBezTo>
                  <a:pt x="2195" y="70856"/>
                  <a:pt x="0" y="61951"/>
                  <a:pt x="0" y="52085"/>
                </a:cubicBezTo>
                <a:cubicBezTo>
                  <a:pt x="0" y="42234"/>
                  <a:pt x="2195" y="33384"/>
                  <a:pt x="6641" y="25508"/>
                </a:cubicBezTo>
                <a:cubicBezTo>
                  <a:pt x="11046" y="17522"/>
                  <a:pt x="17206" y="11306"/>
                  <a:pt x="25082" y="6861"/>
                </a:cubicBezTo>
                <a:cubicBezTo>
                  <a:pt x="32917" y="2291"/>
                  <a:pt x="42028" y="0"/>
                  <a:pt x="52319" y="0"/>
                </a:cubicBezTo>
                <a:cubicBezTo>
                  <a:pt x="62610" y="0"/>
                  <a:pt x="71611" y="2291"/>
                  <a:pt x="79322" y="6861"/>
                </a:cubicBezTo>
                <a:cubicBezTo>
                  <a:pt x="87157" y="11457"/>
                  <a:pt x="93317" y="17687"/>
                  <a:pt x="97763" y="25508"/>
                </a:cubicBezTo>
                <a:cubicBezTo>
                  <a:pt x="102154" y="33384"/>
                  <a:pt x="104404" y="42234"/>
                  <a:pt x="104404" y="52085"/>
                </a:cubicBezTo>
                <a:cubicBezTo>
                  <a:pt x="104404" y="61951"/>
                  <a:pt x="102154" y="70856"/>
                  <a:pt x="97763" y="78677"/>
                </a:cubicBezTo>
                <a:cubicBezTo>
                  <a:pt x="93317" y="86553"/>
                  <a:pt x="87157" y="92769"/>
                  <a:pt x="79322" y="97324"/>
                </a:cubicBezTo>
                <a:cubicBezTo>
                  <a:pt x="71611" y="101729"/>
                  <a:pt x="62610" y="103979"/>
                  <a:pt x="52319" y="103979"/>
                </a:cubicBezTo>
                <a:close/>
                <a:moveTo>
                  <a:pt x="52319" y="80598"/>
                </a:moveTo>
                <a:cubicBezTo>
                  <a:pt x="57135" y="80598"/>
                  <a:pt x="61580" y="79528"/>
                  <a:pt x="65601" y="77387"/>
                </a:cubicBezTo>
                <a:cubicBezTo>
                  <a:pt x="69566" y="75137"/>
                  <a:pt x="72791" y="71816"/>
                  <a:pt x="75247" y="67522"/>
                </a:cubicBezTo>
                <a:cubicBezTo>
                  <a:pt x="77826" y="63241"/>
                  <a:pt x="79116" y="58095"/>
                  <a:pt x="79116" y="52085"/>
                </a:cubicBezTo>
                <a:cubicBezTo>
                  <a:pt x="79116" y="45980"/>
                  <a:pt x="77826" y="40834"/>
                  <a:pt x="75247" y="36649"/>
                </a:cubicBezTo>
                <a:cubicBezTo>
                  <a:pt x="72791" y="32368"/>
                  <a:pt x="69566" y="29103"/>
                  <a:pt x="65601" y="26797"/>
                </a:cubicBezTo>
                <a:cubicBezTo>
                  <a:pt x="61580" y="24547"/>
                  <a:pt x="57135" y="23367"/>
                  <a:pt x="52319" y="23367"/>
                </a:cubicBezTo>
                <a:cubicBezTo>
                  <a:pt x="47599" y="23367"/>
                  <a:pt x="43153" y="24547"/>
                  <a:pt x="39023" y="26797"/>
                </a:cubicBezTo>
                <a:cubicBezTo>
                  <a:pt x="34838" y="29103"/>
                  <a:pt x="31517" y="32368"/>
                  <a:pt x="28938" y="36649"/>
                </a:cubicBezTo>
                <a:cubicBezTo>
                  <a:pt x="26482" y="40834"/>
                  <a:pt x="25302" y="45980"/>
                  <a:pt x="25302" y="52085"/>
                </a:cubicBezTo>
                <a:cubicBezTo>
                  <a:pt x="25302" y="58095"/>
                  <a:pt x="26482" y="63241"/>
                  <a:pt x="28938" y="67522"/>
                </a:cubicBezTo>
                <a:cubicBezTo>
                  <a:pt x="31517" y="71816"/>
                  <a:pt x="34838" y="75137"/>
                  <a:pt x="39023" y="77387"/>
                </a:cubicBezTo>
                <a:cubicBezTo>
                  <a:pt x="43153" y="79528"/>
                  <a:pt x="47599" y="80598"/>
                  <a:pt x="52319" y="80598"/>
                </a:cubicBezTo>
                <a:close/>
                <a:moveTo>
                  <a:pt x="52319" y="80598"/>
                </a:move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9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96CC4B2F-97E3-41FF-A6B9-1FB4F536FD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75196" y="692612"/>
            <a:ext cx="98847" cy="103979"/>
          </a:xfrm>
          <a:custGeom xmlns:a="http://schemas.openxmlformats.org/drawingml/2006/main">
            <a:pathLst>
              <a:path w="98847" h="103979">
                <a:moveTo>
                  <a:pt x="51248" y="103979"/>
                </a:moveTo>
                <a:cubicBezTo>
                  <a:pt x="41383" y="103979"/>
                  <a:pt x="32588" y="101729"/>
                  <a:pt x="24876" y="97324"/>
                </a:cubicBezTo>
                <a:cubicBezTo>
                  <a:pt x="17151" y="92933"/>
                  <a:pt x="11046" y="86773"/>
                  <a:pt x="6655" y="78897"/>
                </a:cubicBezTo>
                <a:cubicBezTo>
                  <a:pt x="2209" y="71062"/>
                  <a:pt x="0" y="62116"/>
                  <a:pt x="0" y="52085"/>
                </a:cubicBezTo>
                <a:cubicBezTo>
                  <a:pt x="0" y="42824"/>
                  <a:pt x="2154" y="34248"/>
                  <a:pt x="6435" y="26358"/>
                </a:cubicBezTo>
                <a:cubicBezTo>
                  <a:pt x="10840" y="18373"/>
                  <a:pt x="16836" y="11992"/>
                  <a:pt x="24451" y="7286"/>
                </a:cubicBezTo>
                <a:cubicBezTo>
                  <a:pt x="32011" y="2456"/>
                  <a:pt x="40628" y="0"/>
                  <a:pt x="50384" y="0"/>
                </a:cubicBezTo>
                <a:cubicBezTo>
                  <a:pt x="60785" y="0"/>
                  <a:pt x="69580" y="2250"/>
                  <a:pt x="76756" y="6641"/>
                </a:cubicBezTo>
                <a:cubicBezTo>
                  <a:pt x="84042" y="11087"/>
                  <a:pt x="89517" y="17097"/>
                  <a:pt x="93263" y="24643"/>
                </a:cubicBezTo>
                <a:cubicBezTo>
                  <a:pt x="96967" y="32094"/>
                  <a:pt x="98847" y="40409"/>
                  <a:pt x="98847" y="49520"/>
                </a:cubicBezTo>
                <a:cubicBezTo>
                  <a:pt x="98847" y="51550"/>
                  <a:pt x="98737" y="53320"/>
                  <a:pt x="98628" y="54885"/>
                </a:cubicBezTo>
                <a:cubicBezTo>
                  <a:pt x="98463" y="56325"/>
                  <a:pt x="98312" y="57341"/>
                  <a:pt x="98202" y="57876"/>
                </a:cubicBezTo>
                <a:lnTo>
                  <a:pt x="24876" y="57876"/>
                </a:lnTo>
                <a:cubicBezTo>
                  <a:pt x="26002" y="65601"/>
                  <a:pt x="29061" y="71542"/>
                  <a:pt x="34097" y="75672"/>
                </a:cubicBezTo>
                <a:cubicBezTo>
                  <a:pt x="39078" y="79692"/>
                  <a:pt x="44923" y="81682"/>
                  <a:pt x="51674" y="81682"/>
                </a:cubicBezTo>
                <a:cubicBezTo>
                  <a:pt x="57684" y="81682"/>
                  <a:pt x="62719" y="80392"/>
                  <a:pt x="66891" y="77813"/>
                </a:cubicBezTo>
                <a:cubicBezTo>
                  <a:pt x="71021" y="75247"/>
                  <a:pt x="74245" y="71981"/>
                  <a:pt x="76550" y="67961"/>
                </a:cubicBezTo>
                <a:lnTo>
                  <a:pt x="96912" y="77813"/>
                </a:lnTo>
                <a:cubicBezTo>
                  <a:pt x="92302" y="85963"/>
                  <a:pt x="86306" y="92398"/>
                  <a:pt x="78897" y="97118"/>
                </a:cubicBezTo>
                <a:cubicBezTo>
                  <a:pt x="71446" y="101674"/>
                  <a:pt x="62239" y="103979"/>
                  <a:pt x="51248" y="103979"/>
                </a:cubicBezTo>
                <a:close/>
                <a:moveTo>
                  <a:pt x="50604" y="20582"/>
                </a:moveTo>
                <a:cubicBezTo>
                  <a:pt x="44868" y="20582"/>
                  <a:pt x="39723" y="22283"/>
                  <a:pt x="35167" y="25713"/>
                </a:cubicBezTo>
                <a:cubicBezTo>
                  <a:pt x="30722" y="29144"/>
                  <a:pt x="27552" y="33974"/>
                  <a:pt x="25727" y="40079"/>
                </a:cubicBezTo>
                <a:lnTo>
                  <a:pt x="74616" y="40079"/>
                </a:lnTo>
                <a:cubicBezTo>
                  <a:pt x="74300" y="37088"/>
                  <a:pt x="73175" y="34083"/>
                  <a:pt x="71185" y="31078"/>
                </a:cubicBezTo>
                <a:cubicBezTo>
                  <a:pt x="69305" y="28073"/>
                  <a:pt x="66685" y="25617"/>
                  <a:pt x="63254" y="23573"/>
                </a:cubicBezTo>
                <a:cubicBezTo>
                  <a:pt x="59824" y="21597"/>
                  <a:pt x="55584" y="20582"/>
                  <a:pt x="50604" y="20582"/>
                </a:cubicBezTo>
                <a:close/>
                <a:moveTo>
                  <a:pt x="50604" y="20582"/>
                </a:move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9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587776BC-DDDE-4A30-A9A2-4E7326DA21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83580" y="667955"/>
            <a:ext cx="67110" cy="127126"/>
          </a:xfrm>
          <a:custGeom xmlns:a="http://schemas.openxmlformats.org/drawingml/2006/main">
            <a:pathLst>
              <a:path w="67110" h="127126">
                <a:moveTo>
                  <a:pt x="49520" y="127126"/>
                </a:moveTo>
                <a:cubicBezTo>
                  <a:pt x="39339" y="127126"/>
                  <a:pt x="31408" y="124286"/>
                  <a:pt x="25727" y="118551"/>
                </a:cubicBezTo>
                <a:cubicBezTo>
                  <a:pt x="19992" y="112705"/>
                  <a:pt x="17151" y="104624"/>
                  <a:pt x="17151" y="94333"/>
                </a:cubicBezTo>
                <a:lnTo>
                  <a:pt x="17151" y="49094"/>
                </a:lnTo>
                <a:lnTo>
                  <a:pt x="0" y="49094"/>
                </a:lnTo>
                <a:lnTo>
                  <a:pt x="0" y="27648"/>
                </a:lnTo>
                <a:lnTo>
                  <a:pt x="17151" y="27648"/>
                </a:lnTo>
                <a:lnTo>
                  <a:pt x="17151" y="0"/>
                </a:lnTo>
                <a:lnTo>
                  <a:pt x="42234" y="0"/>
                </a:lnTo>
                <a:lnTo>
                  <a:pt x="42234" y="27648"/>
                </a:lnTo>
                <a:lnTo>
                  <a:pt x="66246" y="27648"/>
                </a:lnTo>
                <a:lnTo>
                  <a:pt x="66246" y="49094"/>
                </a:lnTo>
                <a:lnTo>
                  <a:pt x="42234" y="49094"/>
                </a:lnTo>
                <a:lnTo>
                  <a:pt x="42234" y="89613"/>
                </a:lnTo>
                <a:cubicBezTo>
                  <a:pt x="42234" y="94223"/>
                  <a:pt x="43139" y="97708"/>
                  <a:pt x="45019" y="100123"/>
                </a:cubicBezTo>
                <a:cubicBezTo>
                  <a:pt x="47009" y="102415"/>
                  <a:pt x="50219" y="103553"/>
                  <a:pt x="54665" y="103553"/>
                </a:cubicBezTo>
                <a:cubicBezTo>
                  <a:pt x="57245" y="103553"/>
                  <a:pt x="59385" y="103224"/>
                  <a:pt x="61100" y="102469"/>
                </a:cubicBezTo>
                <a:cubicBezTo>
                  <a:pt x="62925" y="101619"/>
                  <a:pt x="64956" y="100549"/>
                  <a:pt x="67110" y="99259"/>
                </a:cubicBezTo>
                <a:lnTo>
                  <a:pt x="67110" y="123916"/>
                </a:lnTo>
                <a:cubicBezTo>
                  <a:pt x="61526" y="126056"/>
                  <a:pt x="55639" y="127126"/>
                  <a:pt x="49520" y="127126"/>
                </a:cubicBezTo>
                <a:close/>
                <a:moveTo>
                  <a:pt x="49520" y="127126"/>
                </a:move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9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0FA378EF-ED9C-40FF-96D7-9883418A82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60665" y="643724"/>
            <a:ext cx="52964" cy="176015"/>
          </a:xfrm>
          <a:custGeom xmlns:a="http://schemas.openxmlformats.org/drawingml/2006/main">
            <a:pathLst>
              <a:path w="52964" h="176015">
                <a:moveTo>
                  <a:pt x="33878" y="176015"/>
                </a:moveTo>
                <a:cubicBezTo>
                  <a:pt x="28732" y="170279"/>
                  <a:pt x="23587" y="162939"/>
                  <a:pt x="18441" y="153938"/>
                </a:cubicBezTo>
                <a:cubicBezTo>
                  <a:pt x="13296" y="145087"/>
                  <a:pt x="8905" y="135071"/>
                  <a:pt x="5365" y="123916"/>
                </a:cubicBezTo>
                <a:cubicBezTo>
                  <a:pt x="1770" y="112664"/>
                  <a:pt x="0" y="100658"/>
                  <a:pt x="0" y="87898"/>
                </a:cubicBezTo>
                <a:cubicBezTo>
                  <a:pt x="0" y="75357"/>
                  <a:pt x="1770" y="63460"/>
                  <a:pt x="5365" y="52319"/>
                </a:cubicBezTo>
                <a:cubicBezTo>
                  <a:pt x="8905" y="41054"/>
                  <a:pt x="13296" y="30982"/>
                  <a:pt x="18441" y="22077"/>
                </a:cubicBezTo>
                <a:cubicBezTo>
                  <a:pt x="23587" y="13076"/>
                  <a:pt x="28732" y="5735"/>
                  <a:pt x="33878" y="0"/>
                </a:cubicBezTo>
                <a:lnTo>
                  <a:pt x="52964" y="13076"/>
                </a:lnTo>
                <a:cubicBezTo>
                  <a:pt x="44649" y="23367"/>
                  <a:pt x="37953" y="34838"/>
                  <a:pt x="32807" y="47379"/>
                </a:cubicBezTo>
                <a:cubicBezTo>
                  <a:pt x="27772" y="59810"/>
                  <a:pt x="25302" y="73326"/>
                  <a:pt x="25302" y="87898"/>
                </a:cubicBezTo>
                <a:cubicBezTo>
                  <a:pt x="25302" y="102634"/>
                  <a:pt x="27772" y="116314"/>
                  <a:pt x="32807" y="128855"/>
                </a:cubicBezTo>
                <a:cubicBezTo>
                  <a:pt x="37953" y="141287"/>
                  <a:pt x="44649" y="152648"/>
                  <a:pt x="52964" y="162939"/>
                </a:cubicBezTo>
                <a:lnTo>
                  <a:pt x="33878" y="176015"/>
                </a:lnTo>
                <a:close/>
                <a:moveTo>
                  <a:pt x="33878" y="176015"/>
                </a:move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9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7BB0B4BF-6D9A-471D-A491-725299210F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3030" y="655949"/>
            <a:ext cx="84248" cy="137637"/>
          </a:xfrm>
          <a:custGeom xmlns:a="http://schemas.openxmlformats.org/drawingml/2006/main">
            <a:pathLst>
              <a:path w="84248" h="137637">
                <a:moveTo>
                  <a:pt x="0" y="137637"/>
                </a:moveTo>
                <a:lnTo>
                  <a:pt x="0" y="0"/>
                </a:lnTo>
                <a:lnTo>
                  <a:pt x="25933" y="0"/>
                </a:lnTo>
                <a:lnTo>
                  <a:pt x="25933" y="112980"/>
                </a:lnTo>
                <a:lnTo>
                  <a:pt x="84248" y="112980"/>
                </a:lnTo>
                <a:lnTo>
                  <a:pt x="84248" y="137637"/>
                </a:lnTo>
                <a:lnTo>
                  <a:pt x="0" y="137637"/>
                </a:lnTo>
                <a:close/>
                <a:moveTo>
                  <a:pt x="0" y="137637"/>
                </a:move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9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69F82811-8316-41A8-B9FD-E162082E59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38875" y="655949"/>
            <a:ext cx="84262" cy="137637"/>
          </a:xfrm>
          <a:custGeom xmlns:a="http://schemas.openxmlformats.org/drawingml/2006/main">
            <a:pathLst>
              <a:path w="84262" h="137637">
                <a:moveTo>
                  <a:pt x="0" y="137637"/>
                </a:moveTo>
                <a:lnTo>
                  <a:pt x="0" y="0"/>
                </a:lnTo>
                <a:lnTo>
                  <a:pt x="25947" y="0"/>
                </a:lnTo>
                <a:lnTo>
                  <a:pt x="25947" y="112980"/>
                </a:lnTo>
                <a:lnTo>
                  <a:pt x="84262" y="112980"/>
                </a:lnTo>
                <a:lnTo>
                  <a:pt x="84262" y="137637"/>
                </a:lnTo>
                <a:lnTo>
                  <a:pt x="0" y="137637"/>
                </a:lnTo>
                <a:close/>
                <a:moveTo>
                  <a:pt x="0" y="137637"/>
                </a:move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9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EF712444-0F18-4965-9B92-22B44A6A33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44734" y="655949"/>
            <a:ext cx="141712" cy="137637"/>
          </a:xfrm>
          <a:custGeom xmlns:a="http://schemas.openxmlformats.org/drawingml/2006/main">
            <a:pathLst>
              <a:path w="141712" h="137637">
                <a:moveTo>
                  <a:pt x="0" y="137637"/>
                </a:moveTo>
                <a:lnTo>
                  <a:pt x="0" y="0"/>
                </a:lnTo>
                <a:lnTo>
                  <a:pt x="33452" y="0"/>
                </a:lnTo>
                <a:lnTo>
                  <a:pt x="70115" y="96679"/>
                </a:lnTo>
                <a:lnTo>
                  <a:pt x="71611" y="96679"/>
                </a:lnTo>
                <a:lnTo>
                  <a:pt x="108054" y="0"/>
                </a:lnTo>
                <a:lnTo>
                  <a:pt x="141712" y="0"/>
                </a:lnTo>
                <a:lnTo>
                  <a:pt x="141712" y="137637"/>
                </a:lnTo>
                <a:lnTo>
                  <a:pt x="115985" y="137637"/>
                </a:lnTo>
                <a:lnTo>
                  <a:pt x="115985" y="69882"/>
                </a:lnTo>
                <a:lnTo>
                  <a:pt x="117494" y="46954"/>
                </a:lnTo>
                <a:lnTo>
                  <a:pt x="115985" y="46954"/>
                </a:lnTo>
                <a:lnTo>
                  <a:pt x="81051" y="137637"/>
                </a:lnTo>
                <a:lnTo>
                  <a:pt x="60894" y="137637"/>
                </a:lnTo>
                <a:lnTo>
                  <a:pt x="25727" y="46954"/>
                </a:lnTo>
                <a:lnTo>
                  <a:pt x="24012" y="46954"/>
                </a:lnTo>
                <a:lnTo>
                  <a:pt x="25727" y="69882"/>
                </a:lnTo>
                <a:lnTo>
                  <a:pt x="25727" y="137637"/>
                </a:lnTo>
                <a:lnTo>
                  <a:pt x="0" y="137637"/>
                </a:lnTo>
                <a:close/>
                <a:moveTo>
                  <a:pt x="0" y="137637"/>
                </a:move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9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3BEDF817-0137-46AC-93C2-3B50E944BE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06012" y="643724"/>
            <a:ext cx="52744" cy="176015"/>
          </a:xfrm>
          <a:custGeom xmlns:a="http://schemas.openxmlformats.org/drawingml/2006/main">
            <a:pathLst>
              <a:path w="52744" h="176015">
                <a:moveTo>
                  <a:pt x="19086" y="176015"/>
                </a:moveTo>
                <a:lnTo>
                  <a:pt x="0" y="162939"/>
                </a:lnTo>
                <a:cubicBezTo>
                  <a:pt x="8260" y="152648"/>
                  <a:pt x="14901" y="141287"/>
                  <a:pt x="19937" y="128855"/>
                </a:cubicBezTo>
                <a:cubicBezTo>
                  <a:pt x="25082" y="116314"/>
                  <a:pt x="27662" y="102634"/>
                  <a:pt x="27662" y="87898"/>
                </a:cubicBezTo>
                <a:cubicBezTo>
                  <a:pt x="27662" y="73326"/>
                  <a:pt x="25082" y="59810"/>
                  <a:pt x="19937" y="47379"/>
                </a:cubicBezTo>
                <a:cubicBezTo>
                  <a:pt x="14901" y="34838"/>
                  <a:pt x="8260" y="23367"/>
                  <a:pt x="0" y="13076"/>
                </a:cubicBezTo>
                <a:lnTo>
                  <a:pt x="19086" y="0"/>
                </a:lnTo>
                <a:cubicBezTo>
                  <a:pt x="24067" y="5735"/>
                  <a:pt x="29157" y="13076"/>
                  <a:pt x="34303" y="22077"/>
                </a:cubicBezTo>
                <a:cubicBezTo>
                  <a:pt x="39558" y="30982"/>
                  <a:pt x="43949" y="41054"/>
                  <a:pt x="47379" y="52319"/>
                </a:cubicBezTo>
                <a:cubicBezTo>
                  <a:pt x="50919" y="63460"/>
                  <a:pt x="52744" y="75357"/>
                  <a:pt x="52744" y="87898"/>
                </a:cubicBezTo>
                <a:cubicBezTo>
                  <a:pt x="52744" y="100658"/>
                  <a:pt x="50919" y="112664"/>
                  <a:pt x="47379" y="123916"/>
                </a:cubicBezTo>
                <a:cubicBezTo>
                  <a:pt x="43949" y="135071"/>
                  <a:pt x="39558" y="145087"/>
                  <a:pt x="34303" y="153938"/>
                </a:cubicBezTo>
                <a:cubicBezTo>
                  <a:pt x="29157" y="162939"/>
                  <a:pt x="24067" y="170279"/>
                  <a:pt x="19086" y="176015"/>
                </a:cubicBezTo>
                <a:close/>
                <a:moveTo>
                  <a:pt x="19086" y="176015"/>
                </a:move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9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335EF5D9-F911-427D-8651-3D8A89454A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317" y="1105632"/>
            <a:ext cx="658135" cy="234165"/>
          </a:xfrm>
          <a:custGeom xmlns:a="http://schemas.openxmlformats.org/drawingml/2006/main">
            <a:pathLst>
              <a:path w="658135" h="234165">
                <a:moveTo>
                  <a:pt x="79116" y="0"/>
                </a:moveTo>
                <a:lnTo>
                  <a:pt x="579032" y="0"/>
                </a:lnTo>
                <a:cubicBezTo>
                  <a:pt x="622871" y="0"/>
                  <a:pt x="658135" y="35263"/>
                  <a:pt x="658135" y="79116"/>
                </a:cubicBezTo>
                <a:lnTo>
                  <a:pt x="658135" y="155063"/>
                </a:lnTo>
                <a:cubicBezTo>
                  <a:pt x="658135" y="198902"/>
                  <a:pt x="622871" y="234165"/>
                  <a:pt x="579032" y="234165"/>
                </a:cubicBezTo>
                <a:lnTo>
                  <a:pt x="79116" y="234165"/>
                </a:lnTo>
                <a:cubicBezTo>
                  <a:pt x="35332" y="234165"/>
                  <a:pt x="0" y="198902"/>
                  <a:pt x="0" y="155063"/>
                </a:cubicBezTo>
                <a:lnTo>
                  <a:pt x="0" y="79116"/>
                </a:lnTo>
                <a:cubicBezTo>
                  <a:pt x="0" y="35263"/>
                  <a:pt x="35332" y="0"/>
                  <a:pt x="79116" y="0"/>
                </a:cubicBezTo>
                <a:close/>
                <a:moveTo>
                  <a:pt x="79116" y="0"/>
                </a:moveTo>
              </a:path>
            </a:pathLst>
          </a:custGeom>
          <a:solidFill xmlns:a="http://schemas.openxmlformats.org/drawingml/2006/main">
            <a:srgbClr val="FFEEAA"/>
          </a:solidFill>
          <a:ln xmlns:a="http://schemas.openxmlformats.org/drawingml/2006/main" w="0" cap="flat">
            <a:noFill/>
            <a:miter/>
          </a:ln>
        </p:spPr>
      </p:sp>
      <p:sp>
        <p:nvSpPr>
          <p:cNvPr id="9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C34BCD38-A4D3-4AFA-B5A7-D9608DFB16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317" y="1105632"/>
            <a:ext cx="658135" cy="234165"/>
          </a:xfrm>
          <a:custGeom xmlns:a="http://schemas.openxmlformats.org/drawingml/2006/main">
            <a:pathLst>
              <a:path w="658135" h="234165" fill="none">
                <a:moveTo>
                  <a:pt x="79116" y="0"/>
                </a:moveTo>
                <a:lnTo>
                  <a:pt x="579032" y="0"/>
                </a:lnTo>
                <a:cubicBezTo>
                  <a:pt x="622871" y="0"/>
                  <a:pt x="658135" y="35263"/>
                  <a:pt x="658135" y="79116"/>
                </a:cubicBezTo>
                <a:lnTo>
                  <a:pt x="658135" y="155063"/>
                </a:lnTo>
                <a:cubicBezTo>
                  <a:pt x="658135" y="198902"/>
                  <a:pt x="622871" y="234165"/>
                  <a:pt x="579032" y="234165"/>
                </a:cubicBezTo>
                <a:lnTo>
                  <a:pt x="79116" y="234165"/>
                </a:lnTo>
                <a:cubicBezTo>
                  <a:pt x="35332" y="234165"/>
                  <a:pt x="0" y="198902"/>
                  <a:pt x="0" y="155063"/>
                </a:cubicBezTo>
                <a:lnTo>
                  <a:pt x="0" y="79116"/>
                </a:lnTo>
                <a:cubicBezTo>
                  <a:pt x="0" y="35263"/>
                  <a:pt x="35332" y="0"/>
                  <a:pt x="79116" y="0"/>
                </a:cubicBezTo>
                <a:close/>
                <a:moveTo>
                  <a:pt x="79116" y="0"/>
                </a:moveTo>
              </a:path>
            </a:pathLst>
          </a:custGeom>
          <a:noFill xmlns:a="http://schemas.openxmlformats.org/drawingml/2006/main"/>
          <a:ln xmlns:a="http://schemas.openxmlformats.org/drawingml/2006/main" w="14197" cap="flat">
            <a:solidFill>
              <a:srgbClr val="000000"/>
            </a:solidFill>
            <a:miter/>
          </a:ln>
        </p:spPr>
      </p:sp>
      <p:sp>
        <p:nvSpPr>
          <p:cNvPr id="10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F2CD4E43-C625-481A-8731-57162A232F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74929" y="1193804"/>
            <a:ext cx="63035" cy="70746"/>
          </a:xfrm>
          <a:custGeom xmlns:a="http://schemas.openxmlformats.org/drawingml/2006/main">
            <a:pathLst>
              <a:path w="63035" h="70746">
                <a:moveTo>
                  <a:pt x="63035" y="70746"/>
                </a:moveTo>
                <a:lnTo>
                  <a:pt x="0" y="40519"/>
                </a:lnTo>
                <a:lnTo>
                  <a:pt x="0" y="30228"/>
                </a:lnTo>
                <a:lnTo>
                  <a:pt x="63035" y="0"/>
                </a:lnTo>
                <a:lnTo>
                  <a:pt x="63035" y="12857"/>
                </a:lnTo>
                <a:lnTo>
                  <a:pt x="14791" y="34948"/>
                </a:lnTo>
                <a:lnTo>
                  <a:pt x="14791" y="35593"/>
                </a:lnTo>
                <a:lnTo>
                  <a:pt x="63035" y="57890"/>
                </a:lnTo>
                <a:lnTo>
                  <a:pt x="63035" y="70746"/>
                </a:lnTo>
                <a:close/>
                <a:moveTo>
                  <a:pt x="63035" y="70746"/>
                </a:move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0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537E2CD2-E102-4AD5-966D-02F126D4AF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58011" y="1155852"/>
            <a:ext cx="82958" cy="120485"/>
          </a:xfrm>
          <a:custGeom xmlns:a="http://schemas.openxmlformats.org/drawingml/2006/main">
            <a:pathLst>
              <a:path w="82958" h="120485">
                <a:moveTo>
                  <a:pt x="42659" y="120485"/>
                </a:moveTo>
                <a:cubicBezTo>
                  <a:pt x="35908" y="120485"/>
                  <a:pt x="30063" y="118990"/>
                  <a:pt x="25082" y="115985"/>
                </a:cubicBezTo>
                <a:cubicBezTo>
                  <a:pt x="20047" y="112884"/>
                  <a:pt x="16397" y="109344"/>
                  <a:pt x="14146" y="105488"/>
                </a:cubicBezTo>
                <a:lnTo>
                  <a:pt x="13502" y="105488"/>
                </a:lnTo>
                <a:lnTo>
                  <a:pt x="13502" y="117920"/>
                </a:lnTo>
                <a:lnTo>
                  <a:pt x="0" y="117920"/>
                </a:lnTo>
                <a:lnTo>
                  <a:pt x="0" y="0"/>
                </a:lnTo>
                <a:lnTo>
                  <a:pt x="14146" y="0"/>
                </a:lnTo>
                <a:lnTo>
                  <a:pt x="14146" y="34728"/>
                </a:lnTo>
                <a:lnTo>
                  <a:pt x="13502" y="46528"/>
                </a:lnTo>
                <a:lnTo>
                  <a:pt x="14146" y="46528"/>
                </a:lnTo>
                <a:cubicBezTo>
                  <a:pt x="16397" y="42563"/>
                  <a:pt x="20047" y="39023"/>
                  <a:pt x="25082" y="36018"/>
                </a:cubicBezTo>
                <a:cubicBezTo>
                  <a:pt x="30063" y="32917"/>
                  <a:pt x="35908" y="31298"/>
                  <a:pt x="42659" y="31298"/>
                </a:cubicBezTo>
                <a:cubicBezTo>
                  <a:pt x="50370" y="31298"/>
                  <a:pt x="57231" y="33233"/>
                  <a:pt x="63241" y="37088"/>
                </a:cubicBezTo>
                <a:cubicBezTo>
                  <a:pt x="69347" y="40958"/>
                  <a:pt x="74177" y="46254"/>
                  <a:pt x="77607" y="52964"/>
                </a:cubicBezTo>
                <a:cubicBezTo>
                  <a:pt x="81147" y="59550"/>
                  <a:pt x="82958" y="67220"/>
                  <a:pt x="82958" y="75892"/>
                </a:cubicBezTo>
                <a:cubicBezTo>
                  <a:pt x="82958" y="84632"/>
                  <a:pt x="81147" y="92357"/>
                  <a:pt x="77607" y="99053"/>
                </a:cubicBezTo>
                <a:cubicBezTo>
                  <a:pt x="74177" y="105804"/>
                  <a:pt x="69347" y="111059"/>
                  <a:pt x="63241" y="114915"/>
                </a:cubicBezTo>
                <a:cubicBezTo>
                  <a:pt x="57231" y="118619"/>
                  <a:pt x="50370" y="120485"/>
                  <a:pt x="42659" y="120485"/>
                </a:cubicBezTo>
                <a:close/>
                <a:moveTo>
                  <a:pt x="41163" y="107848"/>
                </a:moveTo>
                <a:cubicBezTo>
                  <a:pt x="45980" y="107848"/>
                  <a:pt x="50480" y="106558"/>
                  <a:pt x="54665" y="103979"/>
                </a:cubicBezTo>
                <a:cubicBezTo>
                  <a:pt x="58946" y="101413"/>
                  <a:pt x="62376" y="97708"/>
                  <a:pt x="64956" y="92837"/>
                </a:cubicBezTo>
                <a:cubicBezTo>
                  <a:pt x="67522" y="88007"/>
                  <a:pt x="68812" y="82327"/>
                  <a:pt x="68812" y="75892"/>
                </a:cubicBezTo>
                <a:cubicBezTo>
                  <a:pt x="68812" y="69360"/>
                  <a:pt x="67522" y="63680"/>
                  <a:pt x="64956" y="58960"/>
                </a:cubicBezTo>
                <a:cubicBezTo>
                  <a:pt x="62376" y="54144"/>
                  <a:pt x="58946" y="50384"/>
                  <a:pt x="54665" y="47818"/>
                </a:cubicBezTo>
                <a:cubicBezTo>
                  <a:pt x="50480" y="45239"/>
                  <a:pt x="45980" y="43949"/>
                  <a:pt x="41163" y="43949"/>
                </a:cubicBezTo>
                <a:cubicBezTo>
                  <a:pt x="36443" y="43949"/>
                  <a:pt x="31943" y="45239"/>
                  <a:pt x="27648" y="47818"/>
                </a:cubicBezTo>
                <a:cubicBezTo>
                  <a:pt x="23367" y="50384"/>
                  <a:pt x="19937" y="54144"/>
                  <a:pt x="17357" y="58960"/>
                </a:cubicBezTo>
                <a:cubicBezTo>
                  <a:pt x="14791" y="63680"/>
                  <a:pt x="13502" y="69360"/>
                  <a:pt x="13502" y="75892"/>
                </a:cubicBezTo>
                <a:cubicBezTo>
                  <a:pt x="13502" y="82492"/>
                  <a:pt x="14791" y="88227"/>
                  <a:pt x="17357" y="93043"/>
                </a:cubicBezTo>
                <a:cubicBezTo>
                  <a:pt x="19937" y="97763"/>
                  <a:pt x="23367" y="101413"/>
                  <a:pt x="27648" y="103979"/>
                </a:cubicBezTo>
                <a:cubicBezTo>
                  <a:pt x="31943" y="106558"/>
                  <a:pt x="36443" y="107848"/>
                  <a:pt x="41163" y="107848"/>
                </a:cubicBezTo>
                <a:close/>
                <a:moveTo>
                  <a:pt x="41163" y="107848"/>
                </a:move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0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F2C2F638-9B95-46DA-A0BE-A0A39D489D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52879" y="1187150"/>
            <a:ext cx="86183" cy="89187"/>
          </a:xfrm>
          <a:custGeom xmlns:a="http://schemas.openxmlformats.org/drawingml/2006/main">
            <a:pathLst>
              <a:path w="86183" h="89187">
                <a:moveTo>
                  <a:pt x="43084" y="89187"/>
                </a:moveTo>
                <a:cubicBezTo>
                  <a:pt x="34618" y="89187"/>
                  <a:pt x="27113" y="87266"/>
                  <a:pt x="20582" y="83411"/>
                </a:cubicBezTo>
                <a:cubicBezTo>
                  <a:pt x="14146" y="79445"/>
                  <a:pt x="9056" y="74080"/>
                  <a:pt x="5351" y="67330"/>
                </a:cubicBezTo>
                <a:cubicBezTo>
                  <a:pt x="1770" y="60620"/>
                  <a:pt x="0" y="53073"/>
                  <a:pt x="0" y="44594"/>
                </a:cubicBezTo>
                <a:cubicBezTo>
                  <a:pt x="0" y="36347"/>
                  <a:pt x="1770" y="28842"/>
                  <a:pt x="5351" y="22091"/>
                </a:cubicBezTo>
                <a:cubicBezTo>
                  <a:pt x="9056" y="15230"/>
                  <a:pt x="14146" y="9866"/>
                  <a:pt x="20582" y="6010"/>
                </a:cubicBezTo>
                <a:cubicBezTo>
                  <a:pt x="27113" y="2044"/>
                  <a:pt x="34618" y="0"/>
                  <a:pt x="43084" y="0"/>
                </a:cubicBezTo>
                <a:cubicBezTo>
                  <a:pt x="51509" y="0"/>
                  <a:pt x="58960" y="2044"/>
                  <a:pt x="65381" y="6010"/>
                </a:cubicBezTo>
                <a:cubicBezTo>
                  <a:pt x="71926" y="10030"/>
                  <a:pt x="77017" y="15436"/>
                  <a:pt x="80612" y="22297"/>
                </a:cubicBezTo>
                <a:cubicBezTo>
                  <a:pt x="84303" y="29061"/>
                  <a:pt x="86183" y="36457"/>
                  <a:pt x="86183" y="44594"/>
                </a:cubicBezTo>
                <a:cubicBezTo>
                  <a:pt x="86183" y="53073"/>
                  <a:pt x="84303" y="60620"/>
                  <a:pt x="80612" y="67330"/>
                </a:cubicBezTo>
                <a:cubicBezTo>
                  <a:pt x="77017" y="74080"/>
                  <a:pt x="71926" y="79445"/>
                  <a:pt x="65381" y="83411"/>
                </a:cubicBezTo>
                <a:cubicBezTo>
                  <a:pt x="58960" y="87266"/>
                  <a:pt x="51509" y="89187"/>
                  <a:pt x="43084" y="89187"/>
                </a:cubicBezTo>
                <a:close/>
                <a:moveTo>
                  <a:pt x="43084" y="76550"/>
                </a:moveTo>
                <a:cubicBezTo>
                  <a:pt x="48079" y="76550"/>
                  <a:pt x="52785" y="75370"/>
                  <a:pt x="57231" y="72900"/>
                </a:cubicBezTo>
                <a:cubicBezTo>
                  <a:pt x="61635" y="70321"/>
                  <a:pt x="65230" y="66685"/>
                  <a:pt x="67961" y="61965"/>
                </a:cubicBezTo>
                <a:cubicBezTo>
                  <a:pt x="70801" y="57149"/>
                  <a:pt x="72242" y="51358"/>
                  <a:pt x="72242" y="44594"/>
                </a:cubicBezTo>
                <a:cubicBezTo>
                  <a:pt x="72242" y="37898"/>
                  <a:pt x="70801" y="32162"/>
                  <a:pt x="67961" y="27442"/>
                </a:cubicBezTo>
                <a:cubicBezTo>
                  <a:pt x="65230" y="22626"/>
                  <a:pt x="61635" y="18976"/>
                  <a:pt x="57231" y="16520"/>
                </a:cubicBezTo>
                <a:cubicBezTo>
                  <a:pt x="52785" y="13941"/>
                  <a:pt x="48079" y="12651"/>
                  <a:pt x="43084" y="12651"/>
                </a:cubicBezTo>
                <a:cubicBezTo>
                  <a:pt x="38049" y="12651"/>
                  <a:pt x="33274" y="13941"/>
                  <a:pt x="28718" y="16520"/>
                </a:cubicBezTo>
                <a:cubicBezTo>
                  <a:pt x="24273" y="18976"/>
                  <a:pt x="20637" y="22626"/>
                  <a:pt x="17796" y="27442"/>
                </a:cubicBezTo>
                <a:cubicBezTo>
                  <a:pt x="15052" y="32162"/>
                  <a:pt x="13721" y="37898"/>
                  <a:pt x="13721" y="44594"/>
                </a:cubicBezTo>
                <a:cubicBezTo>
                  <a:pt x="13721" y="51358"/>
                  <a:pt x="15052" y="57149"/>
                  <a:pt x="17796" y="61965"/>
                </a:cubicBezTo>
                <a:cubicBezTo>
                  <a:pt x="20637" y="66685"/>
                  <a:pt x="24273" y="70321"/>
                  <a:pt x="28718" y="72900"/>
                </a:cubicBezTo>
                <a:cubicBezTo>
                  <a:pt x="33274" y="75370"/>
                  <a:pt x="38049" y="76550"/>
                  <a:pt x="43084" y="76550"/>
                </a:cubicBezTo>
                <a:close/>
                <a:moveTo>
                  <a:pt x="43084" y="76550"/>
                </a:move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0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5DF6AB09-ECB9-49E1-87A4-FBE73C9E4D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43616" y="1189729"/>
            <a:ext cx="82327" cy="84042"/>
          </a:xfrm>
          <a:custGeom xmlns:a="http://schemas.openxmlformats.org/drawingml/2006/main">
            <a:pathLst>
              <a:path w="82327" h="84042">
                <a:moveTo>
                  <a:pt x="34083" y="84042"/>
                </a:moveTo>
                <a:lnTo>
                  <a:pt x="0" y="0"/>
                </a:lnTo>
                <a:lnTo>
                  <a:pt x="15011" y="0"/>
                </a:lnTo>
                <a:lnTo>
                  <a:pt x="41163" y="67535"/>
                </a:lnTo>
                <a:lnTo>
                  <a:pt x="41383" y="67535"/>
                </a:lnTo>
                <a:lnTo>
                  <a:pt x="67741" y="0"/>
                </a:lnTo>
                <a:lnTo>
                  <a:pt x="82327" y="0"/>
                </a:lnTo>
                <a:lnTo>
                  <a:pt x="48244" y="84042"/>
                </a:lnTo>
                <a:lnTo>
                  <a:pt x="34083" y="84042"/>
                </a:lnTo>
                <a:close/>
                <a:moveTo>
                  <a:pt x="34083" y="84042"/>
                </a:move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0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448DC598-1105-4C04-A378-C625033846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18918" y="1297783"/>
            <a:ext cx="78471" cy="11581"/>
          </a:xfrm>
          <a:custGeom xmlns:a="http://schemas.openxmlformats.org/drawingml/2006/main">
            <a:pathLst>
              <a:path w="78471" h="11581">
                <a:moveTo>
                  <a:pt x="0" y="0"/>
                </a:moveTo>
                <a:lnTo>
                  <a:pt x="78471" y="0"/>
                </a:lnTo>
                <a:lnTo>
                  <a:pt x="78471" y="11581"/>
                </a:lnTo>
                <a:lnTo>
                  <a:pt x="0" y="11581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0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8B0C50A4-4A91-448C-A0C0-F5B282F954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03289" y="1187150"/>
            <a:ext cx="86183" cy="89187"/>
          </a:xfrm>
          <a:custGeom xmlns:a="http://schemas.openxmlformats.org/drawingml/2006/main">
            <a:pathLst>
              <a:path w="86183" h="89187">
                <a:moveTo>
                  <a:pt x="43084" y="89187"/>
                </a:moveTo>
                <a:cubicBezTo>
                  <a:pt x="34618" y="89187"/>
                  <a:pt x="27113" y="87266"/>
                  <a:pt x="20582" y="83411"/>
                </a:cubicBezTo>
                <a:cubicBezTo>
                  <a:pt x="14146" y="79445"/>
                  <a:pt x="9056" y="74080"/>
                  <a:pt x="5351" y="67330"/>
                </a:cubicBezTo>
                <a:cubicBezTo>
                  <a:pt x="1770" y="60620"/>
                  <a:pt x="0" y="53073"/>
                  <a:pt x="0" y="44594"/>
                </a:cubicBezTo>
                <a:cubicBezTo>
                  <a:pt x="0" y="36347"/>
                  <a:pt x="1770" y="28842"/>
                  <a:pt x="5351" y="22091"/>
                </a:cubicBezTo>
                <a:cubicBezTo>
                  <a:pt x="9056" y="15230"/>
                  <a:pt x="14146" y="9866"/>
                  <a:pt x="20582" y="6010"/>
                </a:cubicBezTo>
                <a:cubicBezTo>
                  <a:pt x="27113" y="2044"/>
                  <a:pt x="34618" y="0"/>
                  <a:pt x="43084" y="0"/>
                </a:cubicBezTo>
                <a:cubicBezTo>
                  <a:pt x="51509" y="0"/>
                  <a:pt x="58960" y="2044"/>
                  <a:pt x="65381" y="6010"/>
                </a:cubicBezTo>
                <a:cubicBezTo>
                  <a:pt x="71926" y="10030"/>
                  <a:pt x="77017" y="15436"/>
                  <a:pt x="80612" y="22297"/>
                </a:cubicBezTo>
                <a:cubicBezTo>
                  <a:pt x="84303" y="29061"/>
                  <a:pt x="86183" y="36457"/>
                  <a:pt x="86183" y="44594"/>
                </a:cubicBezTo>
                <a:cubicBezTo>
                  <a:pt x="86183" y="53073"/>
                  <a:pt x="84303" y="60620"/>
                  <a:pt x="80612" y="67330"/>
                </a:cubicBezTo>
                <a:cubicBezTo>
                  <a:pt x="77017" y="74080"/>
                  <a:pt x="71926" y="79445"/>
                  <a:pt x="65381" y="83411"/>
                </a:cubicBezTo>
                <a:cubicBezTo>
                  <a:pt x="58960" y="87266"/>
                  <a:pt x="51509" y="89187"/>
                  <a:pt x="43084" y="89187"/>
                </a:cubicBezTo>
                <a:close/>
                <a:moveTo>
                  <a:pt x="43084" y="76550"/>
                </a:moveTo>
                <a:cubicBezTo>
                  <a:pt x="48079" y="76550"/>
                  <a:pt x="52785" y="75370"/>
                  <a:pt x="57231" y="72900"/>
                </a:cubicBezTo>
                <a:cubicBezTo>
                  <a:pt x="61635" y="70321"/>
                  <a:pt x="65230" y="66685"/>
                  <a:pt x="67961" y="61965"/>
                </a:cubicBezTo>
                <a:cubicBezTo>
                  <a:pt x="70801" y="57149"/>
                  <a:pt x="72242" y="51358"/>
                  <a:pt x="72242" y="44594"/>
                </a:cubicBezTo>
                <a:cubicBezTo>
                  <a:pt x="72242" y="37898"/>
                  <a:pt x="70801" y="32162"/>
                  <a:pt x="67961" y="27442"/>
                </a:cubicBezTo>
                <a:cubicBezTo>
                  <a:pt x="65230" y="22626"/>
                  <a:pt x="61635" y="18976"/>
                  <a:pt x="57231" y="16520"/>
                </a:cubicBezTo>
                <a:cubicBezTo>
                  <a:pt x="52785" y="13941"/>
                  <a:pt x="48079" y="12651"/>
                  <a:pt x="43084" y="12651"/>
                </a:cubicBezTo>
                <a:cubicBezTo>
                  <a:pt x="38049" y="12651"/>
                  <a:pt x="33274" y="13941"/>
                  <a:pt x="28718" y="16520"/>
                </a:cubicBezTo>
                <a:cubicBezTo>
                  <a:pt x="24273" y="18976"/>
                  <a:pt x="20637" y="22626"/>
                  <a:pt x="17796" y="27442"/>
                </a:cubicBezTo>
                <a:cubicBezTo>
                  <a:pt x="15052" y="32162"/>
                  <a:pt x="13721" y="37898"/>
                  <a:pt x="13721" y="44594"/>
                </a:cubicBezTo>
                <a:cubicBezTo>
                  <a:pt x="13721" y="51358"/>
                  <a:pt x="15052" y="57149"/>
                  <a:pt x="17796" y="61965"/>
                </a:cubicBezTo>
                <a:cubicBezTo>
                  <a:pt x="20637" y="66685"/>
                  <a:pt x="24273" y="70321"/>
                  <a:pt x="28718" y="72900"/>
                </a:cubicBezTo>
                <a:cubicBezTo>
                  <a:pt x="33274" y="75370"/>
                  <a:pt x="38049" y="76550"/>
                  <a:pt x="43084" y="76550"/>
                </a:cubicBezTo>
                <a:close/>
                <a:moveTo>
                  <a:pt x="43084" y="76550"/>
                </a:move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0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EC97FEAC-1E84-46E2-952B-C3E2F85071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05073" y="1193804"/>
            <a:ext cx="63021" cy="70746"/>
          </a:xfrm>
          <a:custGeom xmlns:a="http://schemas.openxmlformats.org/drawingml/2006/main">
            <a:pathLst>
              <a:path w="63021" h="70746">
                <a:moveTo>
                  <a:pt x="0" y="70746"/>
                </a:moveTo>
                <a:lnTo>
                  <a:pt x="0" y="57890"/>
                </a:lnTo>
                <a:lnTo>
                  <a:pt x="48230" y="35593"/>
                </a:lnTo>
                <a:lnTo>
                  <a:pt x="48230" y="34948"/>
                </a:lnTo>
                <a:lnTo>
                  <a:pt x="0" y="12857"/>
                </a:lnTo>
                <a:lnTo>
                  <a:pt x="0" y="0"/>
                </a:lnTo>
                <a:lnTo>
                  <a:pt x="63021" y="30228"/>
                </a:lnTo>
                <a:lnTo>
                  <a:pt x="63021" y="40519"/>
                </a:lnTo>
                <a:lnTo>
                  <a:pt x="0" y="70746"/>
                </a:lnTo>
                <a:close/>
                <a:moveTo>
                  <a:pt x="0" y="70746"/>
                </a:move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0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95DEC277-71A7-497D-8620-7135BB8C6F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03067" y="1105632"/>
            <a:ext cx="1019275" cy="234165"/>
          </a:xfrm>
          <a:custGeom xmlns:a="http://schemas.openxmlformats.org/drawingml/2006/main">
            <a:pathLst>
              <a:path w="1019275" h="234165">
                <a:moveTo>
                  <a:pt x="106874" y="0"/>
                </a:moveTo>
                <a:lnTo>
                  <a:pt x="912401" y="0"/>
                </a:lnTo>
                <a:cubicBezTo>
                  <a:pt x="971635" y="0"/>
                  <a:pt x="1019275" y="36924"/>
                  <a:pt x="1019275" y="82752"/>
                </a:cubicBezTo>
                <a:lnTo>
                  <a:pt x="1019275" y="151413"/>
                </a:lnTo>
                <a:cubicBezTo>
                  <a:pt x="1019275" y="197241"/>
                  <a:pt x="971635" y="234165"/>
                  <a:pt x="912401" y="234165"/>
                </a:cubicBezTo>
                <a:lnTo>
                  <a:pt x="106874" y="234165"/>
                </a:lnTo>
                <a:cubicBezTo>
                  <a:pt x="47654" y="234165"/>
                  <a:pt x="0" y="197241"/>
                  <a:pt x="0" y="151413"/>
                </a:cubicBezTo>
                <a:lnTo>
                  <a:pt x="0" y="82752"/>
                </a:lnTo>
                <a:cubicBezTo>
                  <a:pt x="0" y="36924"/>
                  <a:pt x="47654" y="0"/>
                  <a:pt x="106874" y="0"/>
                </a:cubicBezTo>
                <a:close/>
                <a:moveTo>
                  <a:pt x="106874" y="0"/>
                </a:moveTo>
              </a:path>
            </a:pathLst>
          </a:custGeom>
          <a:solidFill xmlns:a="http://schemas.openxmlformats.org/drawingml/2006/main">
            <a:srgbClr val="D5E5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0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A7C036AD-6B67-4BF1-8014-D3C2E41C53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03067" y="1105632"/>
            <a:ext cx="1019275" cy="234165"/>
          </a:xfrm>
          <a:custGeom xmlns:a="http://schemas.openxmlformats.org/drawingml/2006/main">
            <a:pathLst>
              <a:path w="1019275" h="234165" fill="none">
                <a:moveTo>
                  <a:pt x="106874" y="0"/>
                </a:moveTo>
                <a:lnTo>
                  <a:pt x="912401" y="0"/>
                </a:lnTo>
                <a:cubicBezTo>
                  <a:pt x="971635" y="0"/>
                  <a:pt x="1019275" y="36924"/>
                  <a:pt x="1019275" y="82752"/>
                </a:cubicBezTo>
                <a:lnTo>
                  <a:pt x="1019275" y="151413"/>
                </a:lnTo>
                <a:cubicBezTo>
                  <a:pt x="1019275" y="197241"/>
                  <a:pt x="971635" y="234165"/>
                  <a:pt x="912401" y="234165"/>
                </a:cubicBezTo>
                <a:lnTo>
                  <a:pt x="106874" y="234165"/>
                </a:lnTo>
                <a:cubicBezTo>
                  <a:pt x="47654" y="234165"/>
                  <a:pt x="0" y="197241"/>
                  <a:pt x="0" y="151413"/>
                </a:cubicBezTo>
                <a:lnTo>
                  <a:pt x="0" y="82752"/>
                </a:lnTo>
                <a:cubicBezTo>
                  <a:pt x="0" y="36924"/>
                  <a:pt x="47654" y="0"/>
                  <a:pt x="106874" y="0"/>
                </a:cubicBezTo>
                <a:close/>
                <a:moveTo>
                  <a:pt x="106874" y="0"/>
                </a:moveTo>
              </a:path>
            </a:pathLst>
          </a:custGeom>
          <a:noFill xmlns:a="http://schemas.openxmlformats.org/drawingml/2006/main"/>
          <a:ln xmlns:a="http://schemas.openxmlformats.org/drawingml/2006/main" w="14197" cap="flat">
            <a:solidFill>
              <a:srgbClr val="000000"/>
            </a:solidFill>
            <a:miter/>
          </a:ln>
        </p:spPr>
      </p:sp>
      <p:sp>
        <p:nvSpPr>
          <p:cNvPr id="10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07DAEFCD-4C2D-4608-9398-6183F580DC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6030" y="1166143"/>
            <a:ext cx="49520" cy="108918"/>
          </a:xfrm>
          <a:custGeom xmlns:a="http://schemas.openxmlformats.org/drawingml/2006/main">
            <a:pathLst>
              <a:path w="49520" h="108918">
                <a:moveTo>
                  <a:pt x="37953" y="108918"/>
                </a:moveTo>
                <a:cubicBezTo>
                  <a:pt x="30927" y="108918"/>
                  <a:pt x="25302" y="106929"/>
                  <a:pt x="21007" y="102909"/>
                </a:cubicBezTo>
                <a:cubicBezTo>
                  <a:pt x="16726" y="98779"/>
                  <a:pt x="14586" y="93002"/>
                  <a:pt x="14586" y="85551"/>
                </a:cubicBezTo>
                <a:lnTo>
                  <a:pt x="14586" y="36238"/>
                </a:lnTo>
                <a:lnTo>
                  <a:pt x="0" y="36238"/>
                </a:lnTo>
                <a:lnTo>
                  <a:pt x="0" y="23587"/>
                </a:lnTo>
                <a:lnTo>
                  <a:pt x="14586" y="23587"/>
                </a:lnTo>
                <a:lnTo>
                  <a:pt x="14586" y="0"/>
                </a:lnTo>
                <a:lnTo>
                  <a:pt x="28513" y="0"/>
                </a:lnTo>
                <a:lnTo>
                  <a:pt x="28513" y="23587"/>
                </a:lnTo>
                <a:lnTo>
                  <a:pt x="49094" y="23587"/>
                </a:lnTo>
                <a:lnTo>
                  <a:pt x="49094" y="36238"/>
                </a:lnTo>
                <a:lnTo>
                  <a:pt x="28513" y="36238"/>
                </a:lnTo>
                <a:lnTo>
                  <a:pt x="28513" y="82121"/>
                </a:lnTo>
                <a:cubicBezTo>
                  <a:pt x="28513" y="86567"/>
                  <a:pt x="29377" y="89997"/>
                  <a:pt x="31092" y="92412"/>
                </a:cubicBezTo>
                <a:cubicBezTo>
                  <a:pt x="32903" y="94717"/>
                  <a:pt x="36018" y="95842"/>
                  <a:pt x="40299" y="95842"/>
                </a:cubicBezTo>
                <a:cubicBezTo>
                  <a:pt x="42124" y="95842"/>
                  <a:pt x="43784" y="95623"/>
                  <a:pt x="45239" y="95197"/>
                </a:cubicBezTo>
                <a:cubicBezTo>
                  <a:pt x="46789" y="94662"/>
                  <a:pt x="48244" y="93908"/>
                  <a:pt x="49520" y="93043"/>
                </a:cubicBezTo>
                <a:lnTo>
                  <a:pt x="49520" y="106764"/>
                </a:lnTo>
                <a:cubicBezTo>
                  <a:pt x="48079" y="107519"/>
                  <a:pt x="46528" y="107944"/>
                  <a:pt x="44813" y="108274"/>
                </a:cubicBezTo>
                <a:cubicBezTo>
                  <a:pt x="43098" y="108699"/>
                  <a:pt x="40793" y="108918"/>
                  <a:pt x="37953" y="108918"/>
                </a:cubicBezTo>
                <a:close/>
                <a:moveTo>
                  <a:pt x="37953" y="108918"/>
                </a:move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1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4ECAB9B5-1200-4AF7-A5E2-368FBC3BDF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63974" y="1187150"/>
            <a:ext cx="80818" cy="89187"/>
          </a:xfrm>
          <a:custGeom xmlns:a="http://schemas.openxmlformats.org/drawingml/2006/main">
            <a:pathLst>
              <a:path w="80818" h="89187">
                <a:moveTo>
                  <a:pt x="41808" y="89187"/>
                </a:moveTo>
                <a:cubicBezTo>
                  <a:pt x="33658" y="89187"/>
                  <a:pt x="26413" y="87321"/>
                  <a:pt x="20143" y="83617"/>
                </a:cubicBezTo>
                <a:cubicBezTo>
                  <a:pt x="13817" y="79761"/>
                  <a:pt x="8891" y="74506"/>
                  <a:pt x="5351" y="67755"/>
                </a:cubicBezTo>
                <a:cubicBezTo>
                  <a:pt x="1770" y="61059"/>
                  <a:pt x="0" y="53389"/>
                  <a:pt x="0" y="44813"/>
                </a:cubicBezTo>
                <a:cubicBezTo>
                  <a:pt x="0" y="36828"/>
                  <a:pt x="1605" y="29487"/>
                  <a:pt x="4926" y="22736"/>
                </a:cubicBezTo>
                <a:cubicBezTo>
                  <a:pt x="8192" y="15875"/>
                  <a:pt x="12912" y="10401"/>
                  <a:pt x="19072" y="6229"/>
                </a:cubicBezTo>
                <a:cubicBezTo>
                  <a:pt x="25192" y="2099"/>
                  <a:pt x="32368" y="0"/>
                  <a:pt x="40519" y="0"/>
                </a:cubicBezTo>
                <a:cubicBezTo>
                  <a:pt x="48930" y="0"/>
                  <a:pt x="56065" y="1880"/>
                  <a:pt x="61951" y="5585"/>
                </a:cubicBezTo>
                <a:cubicBezTo>
                  <a:pt x="67961" y="9166"/>
                  <a:pt x="72571" y="14270"/>
                  <a:pt x="75892" y="20801"/>
                </a:cubicBezTo>
                <a:cubicBezTo>
                  <a:pt x="79157" y="27236"/>
                  <a:pt x="80818" y="34632"/>
                  <a:pt x="80818" y="42879"/>
                </a:cubicBezTo>
                <a:cubicBezTo>
                  <a:pt x="80818" y="43743"/>
                  <a:pt x="80708" y="44594"/>
                  <a:pt x="80612" y="45458"/>
                </a:cubicBezTo>
                <a:cubicBezTo>
                  <a:pt x="80612" y="46213"/>
                  <a:pt x="80502" y="46748"/>
                  <a:pt x="80392" y="47173"/>
                </a:cubicBezTo>
                <a:lnTo>
                  <a:pt x="13927" y="47173"/>
                </a:lnTo>
                <a:cubicBezTo>
                  <a:pt x="14366" y="53924"/>
                  <a:pt x="15917" y="59399"/>
                  <a:pt x="18647" y="63680"/>
                </a:cubicBezTo>
                <a:cubicBezTo>
                  <a:pt x="21487" y="67975"/>
                  <a:pt x="24972" y="71185"/>
                  <a:pt x="29157" y="73326"/>
                </a:cubicBezTo>
                <a:cubicBezTo>
                  <a:pt x="33438" y="75466"/>
                  <a:pt x="37788" y="76550"/>
                  <a:pt x="42234" y="76550"/>
                </a:cubicBezTo>
                <a:cubicBezTo>
                  <a:pt x="48340" y="76550"/>
                  <a:pt x="53430" y="75151"/>
                  <a:pt x="57450" y="72256"/>
                </a:cubicBezTo>
                <a:cubicBezTo>
                  <a:pt x="61416" y="69251"/>
                  <a:pt x="64640" y="65615"/>
                  <a:pt x="67096" y="61320"/>
                </a:cubicBezTo>
                <a:lnTo>
                  <a:pt x="78897" y="67110"/>
                </a:lnTo>
                <a:cubicBezTo>
                  <a:pt x="75562" y="73545"/>
                  <a:pt x="70856" y="78855"/>
                  <a:pt x="64736" y="82972"/>
                </a:cubicBezTo>
                <a:cubicBezTo>
                  <a:pt x="58576" y="87102"/>
                  <a:pt x="50919" y="89187"/>
                  <a:pt x="41808" y="89187"/>
                </a:cubicBezTo>
                <a:close/>
                <a:moveTo>
                  <a:pt x="40519" y="12651"/>
                </a:moveTo>
                <a:cubicBezTo>
                  <a:pt x="33768" y="12651"/>
                  <a:pt x="28128" y="14805"/>
                  <a:pt x="23573" y="19086"/>
                </a:cubicBezTo>
                <a:cubicBezTo>
                  <a:pt x="19127" y="23381"/>
                  <a:pt x="16177" y="28952"/>
                  <a:pt x="14791" y="35812"/>
                </a:cubicBezTo>
                <a:lnTo>
                  <a:pt x="66026" y="35812"/>
                </a:lnTo>
                <a:cubicBezTo>
                  <a:pt x="65861" y="32547"/>
                  <a:pt x="64956" y="29116"/>
                  <a:pt x="63241" y="25521"/>
                </a:cubicBezTo>
                <a:cubicBezTo>
                  <a:pt x="61526" y="21981"/>
                  <a:pt x="58795" y="18976"/>
                  <a:pt x="55090" y="16520"/>
                </a:cubicBezTo>
                <a:cubicBezTo>
                  <a:pt x="51509" y="13941"/>
                  <a:pt x="46624" y="12651"/>
                  <a:pt x="40519" y="12651"/>
                </a:cubicBezTo>
                <a:close/>
                <a:moveTo>
                  <a:pt x="40519" y="12651"/>
                </a:move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1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BBF5B178-A1B1-4991-B6E1-39C0163BC1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51172" y="1189729"/>
            <a:ext cx="75892" cy="84042"/>
          </a:xfrm>
          <a:custGeom xmlns:a="http://schemas.openxmlformats.org/drawingml/2006/main">
            <a:pathLst>
              <a:path w="75892" h="84042">
                <a:moveTo>
                  <a:pt x="0" y="84042"/>
                </a:moveTo>
                <a:lnTo>
                  <a:pt x="29583" y="41383"/>
                </a:lnTo>
                <a:lnTo>
                  <a:pt x="645" y="0"/>
                </a:lnTo>
                <a:lnTo>
                  <a:pt x="16507" y="0"/>
                </a:lnTo>
                <a:lnTo>
                  <a:pt x="37953" y="31092"/>
                </a:lnTo>
                <a:lnTo>
                  <a:pt x="58960" y="0"/>
                </a:lnTo>
                <a:lnTo>
                  <a:pt x="75466" y="0"/>
                </a:lnTo>
                <a:lnTo>
                  <a:pt x="45884" y="41383"/>
                </a:lnTo>
                <a:lnTo>
                  <a:pt x="75892" y="84042"/>
                </a:lnTo>
                <a:lnTo>
                  <a:pt x="59605" y="84042"/>
                </a:lnTo>
                <a:lnTo>
                  <a:pt x="37953" y="51674"/>
                </a:lnTo>
                <a:lnTo>
                  <a:pt x="16301" y="84042"/>
                </a:lnTo>
                <a:lnTo>
                  <a:pt x="0" y="84042"/>
                </a:lnTo>
                <a:close/>
                <a:moveTo>
                  <a:pt x="0" y="84042"/>
                </a:move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1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B1320A8D-5B32-4AB0-86C0-5385C5DF45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33925" y="1166143"/>
            <a:ext cx="49533" cy="108918"/>
          </a:xfrm>
          <a:custGeom xmlns:a="http://schemas.openxmlformats.org/drawingml/2006/main">
            <a:pathLst>
              <a:path w="49533" h="108918">
                <a:moveTo>
                  <a:pt x="37953" y="108918"/>
                </a:moveTo>
                <a:cubicBezTo>
                  <a:pt x="30927" y="108918"/>
                  <a:pt x="25302" y="106929"/>
                  <a:pt x="21021" y="102909"/>
                </a:cubicBezTo>
                <a:cubicBezTo>
                  <a:pt x="16726" y="98779"/>
                  <a:pt x="14586" y="93002"/>
                  <a:pt x="14586" y="85551"/>
                </a:cubicBezTo>
                <a:lnTo>
                  <a:pt x="14586" y="36238"/>
                </a:lnTo>
                <a:lnTo>
                  <a:pt x="0" y="36238"/>
                </a:lnTo>
                <a:lnTo>
                  <a:pt x="0" y="23587"/>
                </a:lnTo>
                <a:lnTo>
                  <a:pt x="14586" y="23587"/>
                </a:lnTo>
                <a:lnTo>
                  <a:pt x="14586" y="0"/>
                </a:lnTo>
                <a:lnTo>
                  <a:pt x="28513" y="0"/>
                </a:lnTo>
                <a:lnTo>
                  <a:pt x="28513" y="23587"/>
                </a:lnTo>
                <a:lnTo>
                  <a:pt x="49094" y="23587"/>
                </a:lnTo>
                <a:lnTo>
                  <a:pt x="49094" y="36238"/>
                </a:lnTo>
                <a:lnTo>
                  <a:pt x="28513" y="36238"/>
                </a:lnTo>
                <a:lnTo>
                  <a:pt x="28513" y="82121"/>
                </a:lnTo>
                <a:cubicBezTo>
                  <a:pt x="28513" y="86567"/>
                  <a:pt x="29377" y="89997"/>
                  <a:pt x="31092" y="92412"/>
                </a:cubicBezTo>
                <a:cubicBezTo>
                  <a:pt x="32917" y="94717"/>
                  <a:pt x="36018" y="95842"/>
                  <a:pt x="40313" y="95842"/>
                </a:cubicBezTo>
                <a:cubicBezTo>
                  <a:pt x="42138" y="95842"/>
                  <a:pt x="43798" y="95623"/>
                  <a:pt x="45239" y="95197"/>
                </a:cubicBezTo>
                <a:cubicBezTo>
                  <a:pt x="46803" y="94662"/>
                  <a:pt x="48244" y="93908"/>
                  <a:pt x="49533" y="93043"/>
                </a:cubicBezTo>
                <a:lnTo>
                  <a:pt x="49533" y="106764"/>
                </a:lnTo>
                <a:cubicBezTo>
                  <a:pt x="48079" y="107519"/>
                  <a:pt x="46528" y="107944"/>
                  <a:pt x="44813" y="108274"/>
                </a:cubicBezTo>
                <a:cubicBezTo>
                  <a:pt x="43098" y="108699"/>
                  <a:pt x="40793" y="108918"/>
                  <a:pt x="37953" y="108918"/>
                </a:cubicBezTo>
                <a:close/>
                <a:moveTo>
                  <a:pt x="37953" y="108918"/>
                </a:move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1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2EB62A96-509D-4640-8924-83847002BD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32387" y="1166143"/>
            <a:ext cx="49533" cy="108918"/>
          </a:xfrm>
          <a:custGeom xmlns:a="http://schemas.openxmlformats.org/drawingml/2006/main">
            <a:pathLst>
              <a:path w="49533" h="108918">
                <a:moveTo>
                  <a:pt x="37953" y="108918"/>
                </a:moveTo>
                <a:cubicBezTo>
                  <a:pt x="30927" y="108918"/>
                  <a:pt x="25302" y="106929"/>
                  <a:pt x="21007" y="102909"/>
                </a:cubicBezTo>
                <a:cubicBezTo>
                  <a:pt x="16726" y="98779"/>
                  <a:pt x="14586" y="93002"/>
                  <a:pt x="14586" y="85551"/>
                </a:cubicBezTo>
                <a:lnTo>
                  <a:pt x="14586" y="36238"/>
                </a:lnTo>
                <a:lnTo>
                  <a:pt x="0" y="36238"/>
                </a:lnTo>
                <a:lnTo>
                  <a:pt x="0" y="23587"/>
                </a:lnTo>
                <a:lnTo>
                  <a:pt x="14586" y="23587"/>
                </a:lnTo>
                <a:lnTo>
                  <a:pt x="14586" y="0"/>
                </a:lnTo>
                <a:lnTo>
                  <a:pt x="28513" y="0"/>
                </a:lnTo>
                <a:lnTo>
                  <a:pt x="28513" y="23587"/>
                </a:lnTo>
                <a:lnTo>
                  <a:pt x="49094" y="23587"/>
                </a:lnTo>
                <a:lnTo>
                  <a:pt x="49094" y="36238"/>
                </a:lnTo>
                <a:lnTo>
                  <a:pt x="28513" y="36238"/>
                </a:lnTo>
                <a:lnTo>
                  <a:pt x="28513" y="82121"/>
                </a:lnTo>
                <a:cubicBezTo>
                  <a:pt x="28513" y="86567"/>
                  <a:pt x="29377" y="89997"/>
                  <a:pt x="31092" y="92412"/>
                </a:cubicBezTo>
                <a:cubicBezTo>
                  <a:pt x="32917" y="94717"/>
                  <a:pt x="36018" y="95842"/>
                  <a:pt x="40313" y="95842"/>
                </a:cubicBezTo>
                <a:cubicBezTo>
                  <a:pt x="42124" y="95842"/>
                  <a:pt x="43798" y="95623"/>
                  <a:pt x="45239" y="95197"/>
                </a:cubicBezTo>
                <a:cubicBezTo>
                  <a:pt x="46789" y="94662"/>
                  <a:pt x="48244" y="93908"/>
                  <a:pt x="49533" y="93043"/>
                </a:cubicBezTo>
                <a:lnTo>
                  <a:pt x="49533" y="106764"/>
                </a:lnTo>
                <a:cubicBezTo>
                  <a:pt x="48079" y="107519"/>
                  <a:pt x="46528" y="107944"/>
                  <a:pt x="44813" y="108274"/>
                </a:cubicBezTo>
                <a:cubicBezTo>
                  <a:pt x="43098" y="108699"/>
                  <a:pt x="40793" y="108918"/>
                  <a:pt x="37953" y="108918"/>
                </a:cubicBezTo>
                <a:close/>
                <a:moveTo>
                  <a:pt x="37953" y="108918"/>
                </a:move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1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2EF1CA81-B4C4-4B3B-AC28-1F8ABA8D82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90332" y="1187150"/>
            <a:ext cx="86183" cy="89187"/>
          </a:xfrm>
          <a:custGeom xmlns:a="http://schemas.openxmlformats.org/drawingml/2006/main">
            <a:pathLst>
              <a:path w="86183" h="89187">
                <a:moveTo>
                  <a:pt x="43084" y="89187"/>
                </a:moveTo>
                <a:cubicBezTo>
                  <a:pt x="34618" y="89187"/>
                  <a:pt x="27113" y="87266"/>
                  <a:pt x="20582" y="83411"/>
                </a:cubicBezTo>
                <a:cubicBezTo>
                  <a:pt x="14146" y="79445"/>
                  <a:pt x="9056" y="74080"/>
                  <a:pt x="5351" y="67330"/>
                </a:cubicBezTo>
                <a:cubicBezTo>
                  <a:pt x="1770" y="60620"/>
                  <a:pt x="0" y="53073"/>
                  <a:pt x="0" y="44594"/>
                </a:cubicBezTo>
                <a:cubicBezTo>
                  <a:pt x="0" y="36347"/>
                  <a:pt x="1770" y="28842"/>
                  <a:pt x="5351" y="22091"/>
                </a:cubicBezTo>
                <a:cubicBezTo>
                  <a:pt x="9056" y="15230"/>
                  <a:pt x="14146" y="9866"/>
                  <a:pt x="20582" y="6010"/>
                </a:cubicBezTo>
                <a:cubicBezTo>
                  <a:pt x="27113" y="2044"/>
                  <a:pt x="34618" y="0"/>
                  <a:pt x="43084" y="0"/>
                </a:cubicBezTo>
                <a:cubicBezTo>
                  <a:pt x="51509" y="0"/>
                  <a:pt x="58960" y="2044"/>
                  <a:pt x="65381" y="6010"/>
                </a:cubicBezTo>
                <a:cubicBezTo>
                  <a:pt x="71926" y="10030"/>
                  <a:pt x="77017" y="15436"/>
                  <a:pt x="80612" y="22297"/>
                </a:cubicBezTo>
                <a:cubicBezTo>
                  <a:pt x="84303" y="29061"/>
                  <a:pt x="86183" y="36457"/>
                  <a:pt x="86183" y="44594"/>
                </a:cubicBezTo>
                <a:cubicBezTo>
                  <a:pt x="86183" y="53073"/>
                  <a:pt x="84303" y="60620"/>
                  <a:pt x="80612" y="67330"/>
                </a:cubicBezTo>
                <a:cubicBezTo>
                  <a:pt x="77017" y="74080"/>
                  <a:pt x="71926" y="79445"/>
                  <a:pt x="65381" y="83411"/>
                </a:cubicBezTo>
                <a:cubicBezTo>
                  <a:pt x="58960" y="87266"/>
                  <a:pt x="51509" y="89187"/>
                  <a:pt x="43084" y="89187"/>
                </a:cubicBezTo>
                <a:close/>
                <a:moveTo>
                  <a:pt x="43084" y="76550"/>
                </a:moveTo>
                <a:cubicBezTo>
                  <a:pt x="48079" y="76550"/>
                  <a:pt x="52785" y="75370"/>
                  <a:pt x="57245" y="72900"/>
                </a:cubicBezTo>
                <a:cubicBezTo>
                  <a:pt x="61635" y="70321"/>
                  <a:pt x="65230" y="66685"/>
                  <a:pt x="67961" y="61965"/>
                </a:cubicBezTo>
                <a:cubicBezTo>
                  <a:pt x="70801" y="57149"/>
                  <a:pt x="72242" y="51358"/>
                  <a:pt x="72242" y="44594"/>
                </a:cubicBezTo>
                <a:cubicBezTo>
                  <a:pt x="72242" y="37898"/>
                  <a:pt x="70801" y="32162"/>
                  <a:pt x="67961" y="27442"/>
                </a:cubicBezTo>
                <a:cubicBezTo>
                  <a:pt x="65230" y="22626"/>
                  <a:pt x="61635" y="18976"/>
                  <a:pt x="57245" y="16520"/>
                </a:cubicBezTo>
                <a:cubicBezTo>
                  <a:pt x="52785" y="13941"/>
                  <a:pt x="48079" y="12651"/>
                  <a:pt x="43084" y="12651"/>
                </a:cubicBezTo>
                <a:cubicBezTo>
                  <a:pt x="38049" y="12651"/>
                  <a:pt x="33287" y="13941"/>
                  <a:pt x="28732" y="16520"/>
                </a:cubicBezTo>
                <a:cubicBezTo>
                  <a:pt x="24273" y="18976"/>
                  <a:pt x="20637" y="22626"/>
                  <a:pt x="17796" y="27442"/>
                </a:cubicBezTo>
                <a:cubicBezTo>
                  <a:pt x="15052" y="32162"/>
                  <a:pt x="13721" y="37898"/>
                  <a:pt x="13721" y="44594"/>
                </a:cubicBezTo>
                <a:cubicBezTo>
                  <a:pt x="13721" y="51358"/>
                  <a:pt x="15052" y="57149"/>
                  <a:pt x="17796" y="61965"/>
                </a:cubicBezTo>
                <a:cubicBezTo>
                  <a:pt x="20637" y="66685"/>
                  <a:pt x="24273" y="70321"/>
                  <a:pt x="28732" y="72900"/>
                </a:cubicBezTo>
                <a:cubicBezTo>
                  <a:pt x="33287" y="75370"/>
                  <a:pt x="38049" y="76550"/>
                  <a:pt x="43084" y="76550"/>
                </a:cubicBezTo>
                <a:close/>
                <a:moveTo>
                  <a:pt x="43084" y="76550"/>
                </a:move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1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3345856B-196C-4592-895E-F78F43DE9B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91896" y="1155852"/>
            <a:ext cx="72461" cy="117920"/>
          </a:xfrm>
          <a:custGeom xmlns:a="http://schemas.openxmlformats.org/drawingml/2006/main">
            <a:pathLst>
              <a:path w="72461" h="117920">
                <a:moveTo>
                  <a:pt x="0" y="117920"/>
                </a:moveTo>
                <a:lnTo>
                  <a:pt x="0" y="0"/>
                </a:lnTo>
                <a:lnTo>
                  <a:pt x="14146" y="0"/>
                </a:lnTo>
                <a:lnTo>
                  <a:pt x="14146" y="74177"/>
                </a:lnTo>
                <a:lnTo>
                  <a:pt x="53595" y="33878"/>
                </a:lnTo>
                <a:lnTo>
                  <a:pt x="71391" y="33878"/>
                </a:lnTo>
                <a:lnTo>
                  <a:pt x="71391" y="34522"/>
                </a:lnTo>
                <a:lnTo>
                  <a:pt x="38378" y="67755"/>
                </a:lnTo>
                <a:lnTo>
                  <a:pt x="72461" y="117275"/>
                </a:lnTo>
                <a:lnTo>
                  <a:pt x="72461" y="117920"/>
                </a:lnTo>
                <a:lnTo>
                  <a:pt x="55529" y="117920"/>
                </a:lnTo>
                <a:lnTo>
                  <a:pt x="28513" y="77607"/>
                </a:lnTo>
                <a:lnTo>
                  <a:pt x="14146" y="91973"/>
                </a:lnTo>
                <a:lnTo>
                  <a:pt x="14146" y="117920"/>
                </a:lnTo>
                <a:lnTo>
                  <a:pt x="0" y="117920"/>
                </a:lnTo>
                <a:close/>
                <a:moveTo>
                  <a:pt x="0" y="117920"/>
                </a:move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1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389082A0-0F7B-41E4-9BBF-C5DFA89B0B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68281" y="1187150"/>
            <a:ext cx="80818" cy="89187"/>
          </a:xfrm>
          <a:custGeom xmlns:a="http://schemas.openxmlformats.org/drawingml/2006/main">
            <a:pathLst>
              <a:path w="80818" h="89187">
                <a:moveTo>
                  <a:pt x="41795" y="89187"/>
                </a:moveTo>
                <a:cubicBezTo>
                  <a:pt x="33658" y="89187"/>
                  <a:pt x="26413" y="87321"/>
                  <a:pt x="20143" y="83617"/>
                </a:cubicBezTo>
                <a:cubicBezTo>
                  <a:pt x="13817" y="79761"/>
                  <a:pt x="8891" y="74506"/>
                  <a:pt x="5351" y="67755"/>
                </a:cubicBezTo>
                <a:cubicBezTo>
                  <a:pt x="1756" y="61059"/>
                  <a:pt x="0" y="53389"/>
                  <a:pt x="0" y="44813"/>
                </a:cubicBezTo>
                <a:cubicBezTo>
                  <a:pt x="0" y="36828"/>
                  <a:pt x="1605" y="29487"/>
                  <a:pt x="4926" y="22736"/>
                </a:cubicBezTo>
                <a:cubicBezTo>
                  <a:pt x="8192" y="15875"/>
                  <a:pt x="12912" y="10401"/>
                  <a:pt x="19072" y="6229"/>
                </a:cubicBezTo>
                <a:cubicBezTo>
                  <a:pt x="25192" y="2099"/>
                  <a:pt x="32368" y="0"/>
                  <a:pt x="40519" y="0"/>
                </a:cubicBezTo>
                <a:cubicBezTo>
                  <a:pt x="48930" y="0"/>
                  <a:pt x="56065" y="1880"/>
                  <a:pt x="61951" y="5585"/>
                </a:cubicBezTo>
                <a:cubicBezTo>
                  <a:pt x="67961" y="9166"/>
                  <a:pt x="72571" y="14270"/>
                  <a:pt x="75892" y="20801"/>
                </a:cubicBezTo>
                <a:cubicBezTo>
                  <a:pt x="79157" y="27236"/>
                  <a:pt x="80818" y="34632"/>
                  <a:pt x="80818" y="42879"/>
                </a:cubicBezTo>
                <a:cubicBezTo>
                  <a:pt x="80818" y="43743"/>
                  <a:pt x="80708" y="44594"/>
                  <a:pt x="80612" y="45458"/>
                </a:cubicBezTo>
                <a:cubicBezTo>
                  <a:pt x="80612" y="46213"/>
                  <a:pt x="80502" y="46748"/>
                  <a:pt x="80392" y="47173"/>
                </a:cubicBezTo>
                <a:lnTo>
                  <a:pt x="13927" y="47173"/>
                </a:lnTo>
                <a:cubicBezTo>
                  <a:pt x="14352" y="53924"/>
                  <a:pt x="15917" y="59399"/>
                  <a:pt x="18647" y="63680"/>
                </a:cubicBezTo>
                <a:cubicBezTo>
                  <a:pt x="21487" y="67975"/>
                  <a:pt x="24972" y="71185"/>
                  <a:pt x="29157" y="73326"/>
                </a:cubicBezTo>
                <a:cubicBezTo>
                  <a:pt x="33438" y="75466"/>
                  <a:pt x="37774" y="76550"/>
                  <a:pt x="42234" y="76550"/>
                </a:cubicBezTo>
                <a:cubicBezTo>
                  <a:pt x="48340" y="76550"/>
                  <a:pt x="53430" y="75151"/>
                  <a:pt x="57450" y="72256"/>
                </a:cubicBezTo>
                <a:cubicBezTo>
                  <a:pt x="61416" y="69251"/>
                  <a:pt x="64627" y="65615"/>
                  <a:pt x="67096" y="61320"/>
                </a:cubicBezTo>
                <a:lnTo>
                  <a:pt x="78897" y="67110"/>
                </a:lnTo>
                <a:cubicBezTo>
                  <a:pt x="75562" y="73545"/>
                  <a:pt x="70856" y="78855"/>
                  <a:pt x="64736" y="82972"/>
                </a:cubicBezTo>
                <a:cubicBezTo>
                  <a:pt x="58576" y="87102"/>
                  <a:pt x="50905" y="89187"/>
                  <a:pt x="41795" y="89187"/>
                </a:cubicBezTo>
                <a:close/>
                <a:moveTo>
                  <a:pt x="40519" y="12651"/>
                </a:moveTo>
                <a:cubicBezTo>
                  <a:pt x="33754" y="12651"/>
                  <a:pt x="28128" y="14805"/>
                  <a:pt x="23573" y="19086"/>
                </a:cubicBezTo>
                <a:cubicBezTo>
                  <a:pt x="19127" y="23381"/>
                  <a:pt x="16177" y="28952"/>
                  <a:pt x="14791" y="35812"/>
                </a:cubicBezTo>
                <a:lnTo>
                  <a:pt x="66026" y="35812"/>
                </a:lnTo>
                <a:cubicBezTo>
                  <a:pt x="65861" y="32547"/>
                  <a:pt x="64956" y="29116"/>
                  <a:pt x="63241" y="25521"/>
                </a:cubicBezTo>
                <a:cubicBezTo>
                  <a:pt x="61526" y="21981"/>
                  <a:pt x="58795" y="18976"/>
                  <a:pt x="55090" y="16520"/>
                </a:cubicBezTo>
                <a:cubicBezTo>
                  <a:pt x="51495" y="13941"/>
                  <a:pt x="46624" y="12651"/>
                  <a:pt x="40519" y="12651"/>
                </a:cubicBezTo>
                <a:close/>
                <a:moveTo>
                  <a:pt x="40519" y="12651"/>
                </a:move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1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5BB8A625-F9C9-4340-91AF-8F140331FF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65290" y="1187150"/>
            <a:ext cx="72461" cy="86622"/>
          </a:xfrm>
          <a:custGeom xmlns:a="http://schemas.openxmlformats.org/drawingml/2006/main">
            <a:pathLst>
              <a:path w="72461" h="86622">
                <a:moveTo>
                  <a:pt x="0" y="86622"/>
                </a:moveTo>
                <a:lnTo>
                  <a:pt x="0" y="2580"/>
                </a:lnTo>
                <a:lnTo>
                  <a:pt x="13502" y="2580"/>
                </a:lnTo>
                <a:lnTo>
                  <a:pt x="13502" y="15011"/>
                </a:lnTo>
                <a:lnTo>
                  <a:pt x="14146" y="15011"/>
                </a:lnTo>
                <a:cubicBezTo>
                  <a:pt x="16287" y="11046"/>
                  <a:pt x="19827" y="7505"/>
                  <a:pt x="24863" y="4514"/>
                </a:cubicBezTo>
                <a:cubicBezTo>
                  <a:pt x="29857" y="1509"/>
                  <a:pt x="35263" y="0"/>
                  <a:pt x="41163" y="0"/>
                </a:cubicBezTo>
                <a:cubicBezTo>
                  <a:pt x="51564" y="0"/>
                  <a:pt x="59385" y="3005"/>
                  <a:pt x="64531" y="9015"/>
                </a:cubicBezTo>
                <a:cubicBezTo>
                  <a:pt x="69786" y="15011"/>
                  <a:pt x="72461" y="22942"/>
                  <a:pt x="72461" y="32807"/>
                </a:cubicBezTo>
                <a:lnTo>
                  <a:pt x="72461" y="86622"/>
                </a:lnTo>
                <a:lnTo>
                  <a:pt x="58315" y="86622"/>
                </a:lnTo>
                <a:lnTo>
                  <a:pt x="58315" y="34948"/>
                </a:lnTo>
                <a:cubicBezTo>
                  <a:pt x="58315" y="26811"/>
                  <a:pt x="56380" y="21131"/>
                  <a:pt x="52525" y="17796"/>
                </a:cubicBezTo>
                <a:cubicBezTo>
                  <a:pt x="48669" y="14366"/>
                  <a:pt x="43633" y="12651"/>
                  <a:pt x="37514" y="12651"/>
                </a:cubicBezTo>
                <a:cubicBezTo>
                  <a:pt x="32794" y="12651"/>
                  <a:pt x="28622" y="13941"/>
                  <a:pt x="25082" y="16520"/>
                </a:cubicBezTo>
                <a:cubicBezTo>
                  <a:pt x="21652" y="19086"/>
                  <a:pt x="18921" y="22462"/>
                  <a:pt x="16932" y="26592"/>
                </a:cubicBezTo>
                <a:cubicBezTo>
                  <a:pt x="15066" y="30612"/>
                  <a:pt x="14146" y="34893"/>
                  <a:pt x="14146" y="39448"/>
                </a:cubicBezTo>
                <a:lnTo>
                  <a:pt x="14146" y="86622"/>
                </a:lnTo>
                <a:lnTo>
                  <a:pt x="0" y="86622"/>
                </a:lnTo>
                <a:close/>
                <a:moveTo>
                  <a:pt x="0" y="86622"/>
                </a:move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1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2857D797-DB79-4DFD-ADBC-A9262F7598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50827" y="1187150"/>
            <a:ext cx="68606" cy="89187"/>
          </a:xfrm>
          <a:custGeom xmlns:a="http://schemas.openxmlformats.org/drawingml/2006/main">
            <a:pathLst>
              <a:path w="68606" h="89187">
                <a:moveTo>
                  <a:pt x="35373" y="89187"/>
                </a:moveTo>
                <a:cubicBezTo>
                  <a:pt x="25947" y="89187"/>
                  <a:pt x="18222" y="86937"/>
                  <a:pt x="12226" y="82546"/>
                </a:cubicBezTo>
                <a:cubicBezTo>
                  <a:pt x="6325" y="78156"/>
                  <a:pt x="2250" y="72846"/>
                  <a:pt x="0" y="66685"/>
                </a:cubicBezTo>
                <a:lnTo>
                  <a:pt x="12431" y="61114"/>
                </a:lnTo>
                <a:cubicBezTo>
                  <a:pt x="14695" y="66150"/>
                  <a:pt x="17851" y="70060"/>
                  <a:pt x="21872" y="72900"/>
                </a:cubicBezTo>
                <a:cubicBezTo>
                  <a:pt x="26002" y="75631"/>
                  <a:pt x="30502" y="76976"/>
                  <a:pt x="35373" y="76976"/>
                </a:cubicBezTo>
                <a:cubicBezTo>
                  <a:pt x="40368" y="76976"/>
                  <a:pt x="44813" y="76015"/>
                  <a:pt x="48669" y="73971"/>
                </a:cubicBezTo>
                <a:cubicBezTo>
                  <a:pt x="52525" y="71830"/>
                  <a:pt x="54459" y="68715"/>
                  <a:pt x="54459" y="64544"/>
                </a:cubicBezTo>
                <a:cubicBezTo>
                  <a:pt x="54459" y="60840"/>
                  <a:pt x="52799" y="57999"/>
                  <a:pt x="49533" y="55969"/>
                </a:cubicBezTo>
                <a:cubicBezTo>
                  <a:pt x="46364" y="53814"/>
                  <a:pt x="41863" y="52044"/>
                  <a:pt x="36018" y="50604"/>
                </a:cubicBezTo>
                <a:lnTo>
                  <a:pt x="25947" y="48024"/>
                </a:lnTo>
                <a:cubicBezTo>
                  <a:pt x="21926" y="46899"/>
                  <a:pt x="18126" y="45348"/>
                  <a:pt x="14586" y="43318"/>
                </a:cubicBezTo>
                <a:cubicBezTo>
                  <a:pt x="11155" y="41328"/>
                  <a:pt x="8370" y="38762"/>
                  <a:pt x="6216" y="35593"/>
                </a:cubicBezTo>
                <a:cubicBezTo>
                  <a:pt x="4075" y="32492"/>
                  <a:pt x="3005" y="28677"/>
                  <a:pt x="3005" y="24232"/>
                </a:cubicBezTo>
                <a:cubicBezTo>
                  <a:pt x="3005" y="19251"/>
                  <a:pt x="4404" y="14956"/>
                  <a:pt x="7300" y="11375"/>
                </a:cubicBezTo>
                <a:cubicBezTo>
                  <a:pt x="10291" y="7670"/>
                  <a:pt x="14201" y="4885"/>
                  <a:pt x="19086" y="3005"/>
                </a:cubicBezTo>
                <a:cubicBezTo>
                  <a:pt x="23902" y="1029"/>
                  <a:pt x="29048" y="0"/>
                  <a:pt x="34522" y="0"/>
                </a:cubicBezTo>
                <a:cubicBezTo>
                  <a:pt x="41644" y="0"/>
                  <a:pt x="48134" y="1619"/>
                  <a:pt x="54034" y="4720"/>
                </a:cubicBezTo>
                <a:cubicBezTo>
                  <a:pt x="59879" y="7890"/>
                  <a:pt x="63995" y="12390"/>
                  <a:pt x="66465" y="18235"/>
                </a:cubicBezTo>
                <a:lnTo>
                  <a:pt x="54240" y="23806"/>
                </a:lnTo>
                <a:cubicBezTo>
                  <a:pt x="52209" y="19511"/>
                  <a:pt x="49424" y="16616"/>
                  <a:pt x="45884" y="15011"/>
                </a:cubicBezTo>
                <a:cubicBezTo>
                  <a:pt x="42453" y="13296"/>
                  <a:pt x="38598" y="12445"/>
                  <a:pt x="34303" y="12445"/>
                </a:cubicBezTo>
                <a:cubicBezTo>
                  <a:pt x="30022" y="12445"/>
                  <a:pt x="26056" y="13515"/>
                  <a:pt x="22516" y="15656"/>
                </a:cubicBezTo>
                <a:cubicBezTo>
                  <a:pt x="18921" y="17700"/>
                  <a:pt x="17151" y="20376"/>
                  <a:pt x="17151" y="23806"/>
                </a:cubicBezTo>
                <a:cubicBezTo>
                  <a:pt x="17151" y="27401"/>
                  <a:pt x="18496" y="30132"/>
                  <a:pt x="21227" y="31957"/>
                </a:cubicBezTo>
                <a:cubicBezTo>
                  <a:pt x="24067" y="33672"/>
                  <a:pt x="27497" y="35058"/>
                  <a:pt x="31517" y="36018"/>
                </a:cubicBezTo>
                <a:lnTo>
                  <a:pt x="43743" y="39242"/>
                </a:lnTo>
                <a:cubicBezTo>
                  <a:pt x="60304" y="43523"/>
                  <a:pt x="68606" y="51619"/>
                  <a:pt x="68606" y="63460"/>
                </a:cubicBezTo>
                <a:cubicBezTo>
                  <a:pt x="68606" y="68770"/>
                  <a:pt x="67110" y="73326"/>
                  <a:pt x="64105" y="77181"/>
                </a:cubicBezTo>
                <a:cubicBezTo>
                  <a:pt x="61210" y="81051"/>
                  <a:pt x="57245" y="84042"/>
                  <a:pt x="52099" y="86196"/>
                </a:cubicBezTo>
                <a:cubicBezTo>
                  <a:pt x="47064" y="88172"/>
                  <a:pt x="41493" y="89187"/>
                  <a:pt x="35373" y="89187"/>
                </a:cubicBezTo>
                <a:close/>
                <a:moveTo>
                  <a:pt x="35373" y="89187"/>
                </a:move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1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11AEDDEB-C0E2-4739-8D13-6978D4AB49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3815" y="1101722"/>
            <a:ext cx="1844849" cy="235084"/>
          </a:xfrm>
          <a:custGeom xmlns:a="http://schemas.openxmlformats.org/drawingml/2006/main">
            <a:pathLst>
              <a:path w="1844849" h="235084">
                <a:moveTo>
                  <a:pt x="106874" y="0"/>
                </a:moveTo>
                <a:lnTo>
                  <a:pt x="1737975" y="0"/>
                </a:lnTo>
                <a:cubicBezTo>
                  <a:pt x="1797195" y="0"/>
                  <a:pt x="1844849" y="37898"/>
                  <a:pt x="1844849" y="85002"/>
                </a:cubicBezTo>
                <a:lnTo>
                  <a:pt x="1844849" y="150068"/>
                </a:lnTo>
                <a:cubicBezTo>
                  <a:pt x="1844849" y="197187"/>
                  <a:pt x="1797195" y="235084"/>
                  <a:pt x="1737975" y="235084"/>
                </a:cubicBezTo>
                <a:lnTo>
                  <a:pt x="106874" y="235084"/>
                </a:lnTo>
                <a:cubicBezTo>
                  <a:pt x="47640" y="235084"/>
                  <a:pt x="0" y="197187"/>
                  <a:pt x="0" y="150068"/>
                </a:cubicBezTo>
                <a:lnTo>
                  <a:pt x="0" y="85002"/>
                </a:lnTo>
                <a:cubicBezTo>
                  <a:pt x="0" y="37898"/>
                  <a:pt x="47640" y="0"/>
                  <a:pt x="106874" y="0"/>
                </a:cubicBezTo>
                <a:close/>
                <a:moveTo>
                  <a:pt x="106874" y="0"/>
                </a:moveTo>
              </a:path>
            </a:pathLst>
          </a:custGeom>
          <a:solidFill xmlns:a="http://schemas.openxmlformats.org/drawingml/2006/main">
            <a:srgbClr val="FFEEAA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2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5692A41D-9988-44C1-B8DB-A5887AEDCB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3815" y="1101722"/>
            <a:ext cx="1844849" cy="235084"/>
          </a:xfrm>
          <a:custGeom xmlns:a="http://schemas.openxmlformats.org/drawingml/2006/main">
            <a:pathLst>
              <a:path w="1844849" h="235084" fill="none">
                <a:moveTo>
                  <a:pt x="106874" y="0"/>
                </a:moveTo>
                <a:lnTo>
                  <a:pt x="1737975" y="0"/>
                </a:lnTo>
                <a:cubicBezTo>
                  <a:pt x="1797195" y="0"/>
                  <a:pt x="1844849" y="37898"/>
                  <a:pt x="1844849" y="85002"/>
                </a:cubicBezTo>
                <a:lnTo>
                  <a:pt x="1844849" y="150068"/>
                </a:lnTo>
                <a:cubicBezTo>
                  <a:pt x="1844849" y="197187"/>
                  <a:pt x="1797195" y="235084"/>
                  <a:pt x="1737975" y="235084"/>
                </a:cubicBezTo>
                <a:lnTo>
                  <a:pt x="106874" y="235084"/>
                </a:lnTo>
                <a:cubicBezTo>
                  <a:pt x="47640" y="235084"/>
                  <a:pt x="0" y="197187"/>
                  <a:pt x="0" y="150068"/>
                </a:cubicBezTo>
                <a:lnTo>
                  <a:pt x="0" y="85002"/>
                </a:lnTo>
                <a:cubicBezTo>
                  <a:pt x="0" y="37898"/>
                  <a:pt x="47640" y="0"/>
                  <a:pt x="106874" y="0"/>
                </a:cubicBezTo>
                <a:close/>
                <a:moveTo>
                  <a:pt x="106874" y="0"/>
                </a:moveTo>
              </a:path>
            </a:pathLst>
          </a:custGeom>
          <a:noFill xmlns:a="http://schemas.openxmlformats.org/drawingml/2006/main"/>
          <a:ln xmlns:a="http://schemas.openxmlformats.org/drawingml/2006/main" w="14197" cap="flat">
            <a:solidFill>
              <a:srgbClr val="000000"/>
            </a:solidFill>
            <a:miter/>
          </a:ln>
        </p:spPr>
      </p:sp>
      <p:sp>
        <p:nvSpPr>
          <p:cNvPr id="12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CF689492-2B80-40AD-B6B9-9D673FF86D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55007" y="1177888"/>
            <a:ext cx="82327" cy="84042"/>
          </a:xfrm>
          <a:custGeom xmlns:a="http://schemas.openxmlformats.org/drawingml/2006/main">
            <a:pathLst>
              <a:path w="82327" h="84042">
                <a:moveTo>
                  <a:pt x="34083" y="84042"/>
                </a:moveTo>
                <a:lnTo>
                  <a:pt x="0" y="0"/>
                </a:lnTo>
                <a:lnTo>
                  <a:pt x="14997" y="0"/>
                </a:lnTo>
                <a:lnTo>
                  <a:pt x="41163" y="67535"/>
                </a:lnTo>
                <a:lnTo>
                  <a:pt x="41369" y="67535"/>
                </a:lnTo>
                <a:lnTo>
                  <a:pt x="67741" y="0"/>
                </a:lnTo>
                <a:lnTo>
                  <a:pt x="82327" y="0"/>
                </a:lnTo>
                <a:lnTo>
                  <a:pt x="48230" y="84042"/>
                </a:lnTo>
                <a:lnTo>
                  <a:pt x="34083" y="84042"/>
                </a:lnTo>
                <a:close/>
                <a:moveTo>
                  <a:pt x="34083" y="84042"/>
                </a:move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2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E309BB1D-ADA3-40E5-B834-BA7E82FC5A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47131" y="1142295"/>
            <a:ext cx="20156" cy="119635"/>
          </a:xfrm>
          <a:custGeom xmlns:a="http://schemas.openxmlformats.org/drawingml/2006/main">
            <a:pathLst>
              <a:path w="20156" h="119635">
                <a:moveTo>
                  <a:pt x="10085" y="20156"/>
                </a:moveTo>
                <a:cubicBezTo>
                  <a:pt x="7355" y="20156"/>
                  <a:pt x="4994" y="19182"/>
                  <a:pt x="3005" y="17151"/>
                </a:cubicBezTo>
                <a:cubicBezTo>
                  <a:pt x="974" y="15162"/>
                  <a:pt x="0" y="12816"/>
                  <a:pt x="0" y="10071"/>
                </a:cubicBezTo>
                <a:cubicBezTo>
                  <a:pt x="0" y="7231"/>
                  <a:pt x="974" y="4871"/>
                  <a:pt x="3005" y="3005"/>
                </a:cubicBezTo>
                <a:cubicBezTo>
                  <a:pt x="4994" y="1015"/>
                  <a:pt x="7355" y="0"/>
                  <a:pt x="10085" y="0"/>
                </a:cubicBezTo>
                <a:cubicBezTo>
                  <a:pt x="12925" y="0"/>
                  <a:pt x="15285" y="1015"/>
                  <a:pt x="17151" y="3005"/>
                </a:cubicBezTo>
                <a:cubicBezTo>
                  <a:pt x="19141" y="4871"/>
                  <a:pt x="20156" y="7231"/>
                  <a:pt x="20156" y="10071"/>
                </a:cubicBezTo>
                <a:cubicBezTo>
                  <a:pt x="20156" y="12816"/>
                  <a:pt x="19141" y="15162"/>
                  <a:pt x="17151" y="17151"/>
                </a:cubicBezTo>
                <a:cubicBezTo>
                  <a:pt x="15285" y="19182"/>
                  <a:pt x="12925" y="20156"/>
                  <a:pt x="10085" y="20156"/>
                </a:cubicBezTo>
                <a:close/>
                <a:moveTo>
                  <a:pt x="3224" y="119635"/>
                </a:moveTo>
                <a:lnTo>
                  <a:pt x="3224" y="35593"/>
                </a:lnTo>
                <a:lnTo>
                  <a:pt x="17151" y="35593"/>
                </a:lnTo>
                <a:lnTo>
                  <a:pt x="17151" y="119635"/>
                </a:lnTo>
                <a:lnTo>
                  <a:pt x="3224" y="119635"/>
                </a:lnTo>
                <a:close/>
                <a:moveTo>
                  <a:pt x="3224" y="119635"/>
                </a:move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2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0E00A38D-C860-4343-9B37-8CBB5DACEF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80048" y="1175308"/>
            <a:ext cx="68606" cy="89187"/>
          </a:xfrm>
          <a:custGeom xmlns:a="http://schemas.openxmlformats.org/drawingml/2006/main">
            <a:pathLst>
              <a:path w="68606" h="89187">
                <a:moveTo>
                  <a:pt x="35373" y="89187"/>
                </a:moveTo>
                <a:cubicBezTo>
                  <a:pt x="25933" y="89187"/>
                  <a:pt x="18222" y="86937"/>
                  <a:pt x="12212" y="82546"/>
                </a:cubicBezTo>
                <a:cubicBezTo>
                  <a:pt x="6325" y="78142"/>
                  <a:pt x="2250" y="72846"/>
                  <a:pt x="0" y="66685"/>
                </a:cubicBezTo>
                <a:lnTo>
                  <a:pt x="12431" y="61100"/>
                </a:lnTo>
                <a:cubicBezTo>
                  <a:pt x="14682" y="66150"/>
                  <a:pt x="17851" y="70060"/>
                  <a:pt x="21872" y="72900"/>
                </a:cubicBezTo>
                <a:cubicBezTo>
                  <a:pt x="25988" y="75631"/>
                  <a:pt x="30488" y="76976"/>
                  <a:pt x="35373" y="76976"/>
                </a:cubicBezTo>
                <a:cubicBezTo>
                  <a:pt x="40354" y="76976"/>
                  <a:pt x="44800" y="76001"/>
                  <a:pt x="48669" y="73971"/>
                </a:cubicBezTo>
                <a:cubicBezTo>
                  <a:pt x="52525" y="71830"/>
                  <a:pt x="54459" y="68715"/>
                  <a:pt x="54459" y="64531"/>
                </a:cubicBezTo>
                <a:cubicBezTo>
                  <a:pt x="54459" y="60840"/>
                  <a:pt x="52785" y="57999"/>
                  <a:pt x="49520" y="55955"/>
                </a:cubicBezTo>
                <a:cubicBezTo>
                  <a:pt x="46364" y="53814"/>
                  <a:pt x="41863" y="52044"/>
                  <a:pt x="36018" y="50604"/>
                </a:cubicBezTo>
                <a:lnTo>
                  <a:pt x="25933" y="48024"/>
                </a:lnTo>
                <a:cubicBezTo>
                  <a:pt x="21913" y="46899"/>
                  <a:pt x="18112" y="45348"/>
                  <a:pt x="14572" y="43304"/>
                </a:cubicBezTo>
                <a:cubicBezTo>
                  <a:pt x="11142" y="41328"/>
                  <a:pt x="8356" y="38749"/>
                  <a:pt x="6216" y="35593"/>
                </a:cubicBezTo>
                <a:cubicBezTo>
                  <a:pt x="4075" y="32478"/>
                  <a:pt x="3005" y="28677"/>
                  <a:pt x="3005" y="24232"/>
                </a:cubicBezTo>
                <a:cubicBezTo>
                  <a:pt x="3005" y="19251"/>
                  <a:pt x="4391" y="14956"/>
                  <a:pt x="7286" y="11361"/>
                </a:cubicBezTo>
                <a:cubicBezTo>
                  <a:pt x="10291" y="7670"/>
                  <a:pt x="14201" y="4885"/>
                  <a:pt x="19072" y="3005"/>
                </a:cubicBezTo>
                <a:cubicBezTo>
                  <a:pt x="23902" y="1015"/>
                  <a:pt x="29048" y="0"/>
                  <a:pt x="34509" y="0"/>
                </a:cubicBezTo>
                <a:cubicBezTo>
                  <a:pt x="41644" y="0"/>
                  <a:pt x="48134" y="1605"/>
                  <a:pt x="54020" y="4720"/>
                </a:cubicBezTo>
                <a:cubicBezTo>
                  <a:pt x="59865" y="7876"/>
                  <a:pt x="63995" y="12390"/>
                  <a:pt x="66465" y="18222"/>
                </a:cubicBezTo>
                <a:lnTo>
                  <a:pt x="54240" y="23806"/>
                </a:lnTo>
                <a:cubicBezTo>
                  <a:pt x="52195" y="19511"/>
                  <a:pt x="49410" y="16616"/>
                  <a:pt x="45884" y="15011"/>
                </a:cubicBezTo>
                <a:cubicBezTo>
                  <a:pt x="42453" y="13296"/>
                  <a:pt x="38584" y="12431"/>
                  <a:pt x="34303" y="12431"/>
                </a:cubicBezTo>
                <a:cubicBezTo>
                  <a:pt x="30008" y="12431"/>
                  <a:pt x="26043" y="13515"/>
                  <a:pt x="22503" y="15656"/>
                </a:cubicBezTo>
                <a:cubicBezTo>
                  <a:pt x="18921" y="17687"/>
                  <a:pt x="17151" y="20376"/>
                  <a:pt x="17151" y="23806"/>
                </a:cubicBezTo>
                <a:cubicBezTo>
                  <a:pt x="17151" y="27387"/>
                  <a:pt x="18482" y="30118"/>
                  <a:pt x="21227" y="31943"/>
                </a:cubicBezTo>
                <a:cubicBezTo>
                  <a:pt x="24067" y="33658"/>
                  <a:pt x="27497" y="35058"/>
                  <a:pt x="31517" y="36018"/>
                </a:cubicBezTo>
                <a:lnTo>
                  <a:pt x="43729" y="39242"/>
                </a:lnTo>
                <a:cubicBezTo>
                  <a:pt x="60291" y="43523"/>
                  <a:pt x="68606" y="51619"/>
                  <a:pt x="68606" y="63460"/>
                </a:cubicBezTo>
                <a:cubicBezTo>
                  <a:pt x="68606" y="68770"/>
                  <a:pt x="67096" y="73326"/>
                  <a:pt x="64105" y="77181"/>
                </a:cubicBezTo>
                <a:cubicBezTo>
                  <a:pt x="61210" y="81037"/>
                  <a:pt x="57245" y="84042"/>
                  <a:pt x="52099" y="86183"/>
                </a:cubicBezTo>
                <a:cubicBezTo>
                  <a:pt x="47064" y="88172"/>
                  <a:pt x="41479" y="89187"/>
                  <a:pt x="35373" y="89187"/>
                </a:cubicBezTo>
                <a:close/>
                <a:moveTo>
                  <a:pt x="35373" y="89187"/>
                </a:move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2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D9B44F26-8DA8-4FC8-B4D2-44F24A1921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63280" y="1177888"/>
            <a:ext cx="72256" cy="86608"/>
          </a:xfrm>
          <a:custGeom xmlns:a="http://schemas.openxmlformats.org/drawingml/2006/main">
            <a:pathLst>
              <a:path w="72256" h="86608">
                <a:moveTo>
                  <a:pt x="31092" y="86608"/>
                </a:moveTo>
                <a:cubicBezTo>
                  <a:pt x="20801" y="86608"/>
                  <a:pt x="12980" y="83603"/>
                  <a:pt x="7725" y="77607"/>
                </a:cubicBezTo>
                <a:cubicBezTo>
                  <a:pt x="2580" y="71597"/>
                  <a:pt x="0" y="63405"/>
                  <a:pt x="0" y="52950"/>
                </a:cubicBezTo>
                <a:lnTo>
                  <a:pt x="0" y="0"/>
                </a:lnTo>
                <a:lnTo>
                  <a:pt x="14146" y="0"/>
                </a:lnTo>
                <a:lnTo>
                  <a:pt x="14146" y="50809"/>
                </a:lnTo>
                <a:cubicBezTo>
                  <a:pt x="14146" y="59111"/>
                  <a:pt x="15971" y="65066"/>
                  <a:pt x="19731" y="68606"/>
                </a:cubicBezTo>
                <a:cubicBezTo>
                  <a:pt x="23587" y="72187"/>
                  <a:pt x="28362" y="73957"/>
                  <a:pt x="34097" y="73957"/>
                </a:cubicBezTo>
                <a:cubicBezTo>
                  <a:pt x="39078" y="73957"/>
                  <a:pt x="43359" y="72681"/>
                  <a:pt x="46954" y="70101"/>
                </a:cubicBezTo>
                <a:cubicBezTo>
                  <a:pt x="50658" y="67535"/>
                  <a:pt x="53444" y="64256"/>
                  <a:pt x="55310" y="60236"/>
                </a:cubicBezTo>
                <a:cubicBezTo>
                  <a:pt x="57299" y="56119"/>
                  <a:pt x="58315" y="51880"/>
                  <a:pt x="58315" y="47585"/>
                </a:cubicBezTo>
                <a:lnTo>
                  <a:pt x="58315" y="0"/>
                </a:lnTo>
                <a:lnTo>
                  <a:pt x="72256" y="0"/>
                </a:lnTo>
                <a:lnTo>
                  <a:pt x="72256" y="84042"/>
                </a:lnTo>
                <a:lnTo>
                  <a:pt x="58960" y="84042"/>
                </a:lnTo>
                <a:lnTo>
                  <a:pt x="58960" y="71816"/>
                </a:lnTo>
                <a:lnTo>
                  <a:pt x="58315" y="71816"/>
                </a:lnTo>
                <a:cubicBezTo>
                  <a:pt x="56174" y="75837"/>
                  <a:pt x="52579" y="79322"/>
                  <a:pt x="47599" y="82327"/>
                </a:cubicBezTo>
                <a:cubicBezTo>
                  <a:pt x="42563" y="85167"/>
                  <a:pt x="37088" y="86608"/>
                  <a:pt x="31092" y="86608"/>
                </a:cubicBezTo>
                <a:close/>
                <a:moveTo>
                  <a:pt x="31092" y="86608"/>
                </a:move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2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91E2D76E-5F81-480F-92BE-A761804789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50752" y="1175308"/>
            <a:ext cx="72900" cy="89187"/>
          </a:xfrm>
          <a:custGeom xmlns:a="http://schemas.openxmlformats.org/drawingml/2006/main">
            <a:pathLst>
              <a:path w="72900" h="89187">
                <a:moveTo>
                  <a:pt x="31737" y="89187"/>
                </a:moveTo>
                <a:cubicBezTo>
                  <a:pt x="25412" y="89187"/>
                  <a:pt x="19937" y="87953"/>
                  <a:pt x="15230" y="85551"/>
                </a:cubicBezTo>
                <a:cubicBezTo>
                  <a:pt x="10510" y="83136"/>
                  <a:pt x="6751" y="79871"/>
                  <a:pt x="4075" y="75686"/>
                </a:cubicBezTo>
                <a:cubicBezTo>
                  <a:pt x="1345" y="71391"/>
                  <a:pt x="0" y="66630"/>
                  <a:pt x="0" y="61320"/>
                </a:cubicBezTo>
                <a:cubicBezTo>
                  <a:pt x="0" y="55214"/>
                  <a:pt x="1550" y="50068"/>
                  <a:pt x="4720" y="45884"/>
                </a:cubicBezTo>
                <a:cubicBezTo>
                  <a:pt x="7986" y="41589"/>
                  <a:pt x="12280" y="38378"/>
                  <a:pt x="17577" y="36238"/>
                </a:cubicBezTo>
                <a:cubicBezTo>
                  <a:pt x="22997" y="34097"/>
                  <a:pt x="28952" y="33013"/>
                  <a:pt x="35373" y="33013"/>
                </a:cubicBezTo>
                <a:cubicBezTo>
                  <a:pt x="40958" y="33013"/>
                  <a:pt x="45884" y="33658"/>
                  <a:pt x="50165" y="34948"/>
                </a:cubicBezTo>
                <a:cubicBezTo>
                  <a:pt x="54459" y="36128"/>
                  <a:pt x="57519" y="37253"/>
                  <a:pt x="59385" y="38378"/>
                </a:cubicBezTo>
                <a:lnTo>
                  <a:pt x="59385" y="33233"/>
                </a:lnTo>
                <a:cubicBezTo>
                  <a:pt x="59385" y="26962"/>
                  <a:pt x="57080" y="21981"/>
                  <a:pt x="52525" y="18222"/>
                </a:cubicBezTo>
                <a:cubicBezTo>
                  <a:pt x="48079" y="14366"/>
                  <a:pt x="42673" y="12431"/>
                  <a:pt x="36238" y="12431"/>
                </a:cubicBezTo>
                <a:cubicBezTo>
                  <a:pt x="31627" y="12431"/>
                  <a:pt x="27333" y="13515"/>
                  <a:pt x="23367" y="15656"/>
                </a:cubicBezTo>
                <a:cubicBezTo>
                  <a:pt x="19347" y="17687"/>
                  <a:pt x="16191" y="20472"/>
                  <a:pt x="13941" y="24012"/>
                </a:cubicBezTo>
                <a:lnTo>
                  <a:pt x="3224" y="16081"/>
                </a:lnTo>
                <a:cubicBezTo>
                  <a:pt x="6655" y="11265"/>
                  <a:pt x="11210" y="7396"/>
                  <a:pt x="16946" y="4501"/>
                </a:cubicBezTo>
                <a:cubicBezTo>
                  <a:pt x="22626" y="1509"/>
                  <a:pt x="29048" y="0"/>
                  <a:pt x="36238" y="0"/>
                </a:cubicBezTo>
                <a:cubicBezTo>
                  <a:pt x="47654" y="0"/>
                  <a:pt x="56600" y="3115"/>
                  <a:pt x="63035" y="9221"/>
                </a:cubicBezTo>
                <a:cubicBezTo>
                  <a:pt x="69580" y="15230"/>
                  <a:pt x="72900" y="23312"/>
                  <a:pt x="72900" y="33452"/>
                </a:cubicBezTo>
                <a:lnTo>
                  <a:pt x="72900" y="86622"/>
                </a:lnTo>
                <a:lnTo>
                  <a:pt x="59385" y="86622"/>
                </a:lnTo>
                <a:lnTo>
                  <a:pt x="59385" y="74616"/>
                </a:lnTo>
                <a:lnTo>
                  <a:pt x="58740" y="74616"/>
                </a:lnTo>
                <a:cubicBezTo>
                  <a:pt x="56600" y="78361"/>
                  <a:pt x="53169" y="81682"/>
                  <a:pt x="48449" y="84687"/>
                </a:cubicBezTo>
                <a:cubicBezTo>
                  <a:pt x="43743" y="87692"/>
                  <a:pt x="38159" y="89187"/>
                  <a:pt x="31737" y="89187"/>
                </a:cubicBezTo>
                <a:close/>
                <a:moveTo>
                  <a:pt x="33013" y="76976"/>
                </a:moveTo>
                <a:cubicBezTo>
                  <a:pt x="37843" y="76976"/>
                  <a:pt x="42289" y="75796"/>
                  <a:pt x="46309" y="73326"/>
                </a:cubicBezTo>
                <a:cubicBezTo>
                  <a:pt x="50274" y="70911"/>
                  <a:pt x="53444" y="67700"/>
                  <a:pt x="55749" y="63680"/>
                </a:cubicBezTo>
                <a:cubicBezTo>
                  <a:pt x="58164" y="59550"/>
                  <a:pt x="59385" y="55049"/>
                  <a:pt x="59385" y="50165"/>
                </a:cubicBezTo>
                <a:cubicBezTo>
                  <a:pt x="56929" y="48449"/>
                  <a:pt x="53814" y="47118"/>
                  <a:pt x="49959" y="46103"/>
                </a:cubicBezTo>
                <a:cubicBezTo>
                  <a:pt x="46199" y="44978"/>
                  <a:pt x="42083" y="44388"/>
                  <a:pt x="37527" y="44388"/>
                </a:cubicBezTo>
                <a:cubicBezTo>
                  <a:pt x="29487" y="44388"/>
                  <a:pt x="23642" y="46048"/>
                  <a:pt x="19937" y="49314"/>
                </a:cubicBezTo>
                <a:cubicBezTo>
                  <a:pt x="16191" y="52634"/>
                  <a:pt x="14366" y="56600"/>
                  <a:pt x="14366" y="61320"/>
                </a:cubicBezTo>
                <a:cubicBezTo>
                  <a:pt x="14366" y="66040"/>
                  <a:pt x="16081" y="69841"/>
                  <a:pt x="19511" y="72681"/>
                </a:cubicBezTo>
                <a:cubicBezTo>
                  <a:pt x="23052" y="75576"/>
                  <a:pt x="27552" y="76976"/>
                  <a:pt x="33013" y="76976"/>
                </a:cubicBezTo>
                <a:close/>
                <a:moveTo>
                  <a:pt x="33013" y="76976"/>
                </a:move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2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B048E0C4-E568-4176-8439-4D4C6DE86B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42890" y="1144010"/>
            <a:ext cx="14146" cy="117920"/>
          </a:xfrm>
          <a:custGeom xmlns:a="http://schemas.openxmlformats.org/drawingml/2006/main">
            <a:pathLst>
              <a:path w="14146" h="117920">
                <a:moveTo>
                  <a:pt x="0" y="0"/>
                </a:moveTo>
                <a:lnTo>
                  <a:pt x="14146" y="0"/>
                </a:lnTo>
                <a:lnTo>
                  <a:pt x="14146" y="117920"/>
                </a:lnTo>
                <a:lnTo>
                  <a:pt x="0" y="117920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2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06110BE5-1271-4633-83A8-ED6AD123E0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10261" y="1154301"/>
            <a:ext cx="49533" cy="108905"/>
          </a:xfrm>
          <a:custGeom xmlns:a="http://schemas.openxmlformats.org/drawingml/2006/main">
            <a:pathLst>
              <a:path w="49533" h="108905">
                <a:moveTo>
                  <a:pt x="37953" y="108905"/>
                </a:moveTo>
                <a:cubicBezTo>
                  <a:pt x="30927" y="108905"/>
                  <a:pt x="25302" y="106929"/>
                  <a:pt x="21007" y="102909"/>
                </a:cubicBezTo>
                <a:cubicBezTo>
                  <a:pt x="16726" y="98779"/>
                  <a:pt x="14586" y="92988"/>
                  <a:pt x="14586" y="85538"/>
                </a:cubicBezTo>
                <a:lnTo>
                  <a:pt x="14586" y="36238"/>
                </a:lnTo>
                <a:lnTo>
                  <a:pt x="0" y="36238"/>
                </a:lnTo>
                <a:lnTo>
                  <a:pt x="0" y="23587"/>
                </a:lnTo>
                <a:lnTo>
                  <a:pt x="14586" y="23587"/>
                </a:lnTo>
                <a:lnTo>
                  <a:pt x="14586" y="0"/>
                </a:lnTo>
                <a:lnTo>
                  <a:pt x="28513" y="0"/>
                </a:lnTo>
                <a:lnTo>
                  <a:pt x="28513" y="23587"/>
                </a:lnTo>
                <a:lnTo>
                  <a:pt x="49094" y="23587"/>
                </a:lnTo>
                <a:lnTo>
                  <a:pt x="49094" y="36238"/>
                </a:lnTo>
                <a:lnTo>
                  <a:pt x="28513" y="36238"/>
                </a:lnTo>
                <a:lnTo>
                  <a:pt x="28513" y="82107"/>
                </a:lnTo>
                <a:cubicBezTo>
                  <a:pt x="28513" y="86567"/>
                  <a:pt x="29377" y="89997"/>
                  <a:pt x="31092" y="92398"/>
                </a:cubicBezTo>
                <a:cubicBezTo>
                  <a:pt x="32917" y="94703"/>
                  <a:pt x="36018" y="95828"/>
                  <a:pt x="40313" y="95828"/>
                </a:cubicBezTo>
                <a:cubicBezTo>
                  <a:pt x="42138" y="95828"/>
                  <a:pt x="43798" y="95623"/>
                  <a:pt x="45239" y="95184"/>
                </a:cubicBezTo>
                <a:cubicBezTo>
                  <a:pt x="46789" y="94648"/>
                  <a:pt x="48244" y="93908"/>
                  <a:pt x="49533" y="93043"/>
                </a:cubicBezTo>
                <a:lnTo>
                  <a:pt x="49533" y="106764"/>
                </a:lnTo>
                <a:cubicBezTo>
                  <a:pt x="48079" y="107519"/>
                  <a:pt x="46528" y="107944"/>
                  <a:pt x="44813" y="108274"/>
                </a:cubicBezTo>
                <a:cubicBezTo>
                  <a:pt x="43098" y="108699"/>
                  <a:pt x="40793" y="108905"/>
                  <a:pt x="37953" y="108905"/>
                </a:cubicBezTo>
                <a:close/>
                <a:moveTo>
                  <a:pt x="37953" y="108905"/>
                </a:move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2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8CDCF8BC-5695-47E4-B378-A493932A7E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68205" y="1175308"/>
            <a:ext cx="86183" cy="89187"/>
          </a:xfrm>
          <a:custGeom xmlns:a="http://schemas.openxmlformats.org/drawingml/2006/main">
            <a:pathLst>
              <a:path w="86183" h="89187">
                <a:moveTo>
                  <a:pt x="43098" y="89187"/>
                </a:moveTo>
                <a:cubicBezTo>
                  <a:pt x="34618" y="89187"/>
                  <a:pt x="27113" y="87266"/>
                  <a:pt x="20582" y="83397"/>
                </a:cubicBezTo>
                <a:cubicBezTo>
                  <a:pt x="14146" y="79432"/>
                  <a:pt x="9056" y="74080"/>
                  <a:pt x="5365" y="67316"/>
                </a:cubicBezTo>
                <a:cubicBezTo>
                  <a:pt x="1770" y="60620"/>
                  <a:pt x="0" y="53060"/>
                  <a:pt x="0" y="44594"/>
                </a:cubicBezTo>
                <a:cubicBezTo>
                  <a:pt x="0" y="36347"/>
                  <a:pt x="1770" y="28842"/>
                  <a:pt x="5365" y="22091"/>
                </a:cubicBezTo>
                <a:cubicBezTo>
                  <a:pt x="9056" y="15230"/>
                  <a:pt x="14146" y="9866"/>
                  <a:pt x="20582" y="6010"/>
                </a:cubicBezTo>
                <a:cubicBezTo>
                  <a:pt x="27113" y="2044"/>
                  <a:pt x="34618" y="0"/>
                  <a:pt x="43098" y="0"/>
                </a:cubicBezTo>
                <a:cubicBezTo>
                  <a:pt x="51509" y="0"/>
                  <a:pt x="58960" y="2044"/>
                  <a:pt x="65381" y="6010"/>
                </a:cubicBezTo>
                <a:cubicBezTo>
                  <a:pt x="71926" y="10030"/>
                  <a:pt x="77017" y="15436"/>
                  <a:pt x="80612" y="22297"/>
                </a:cubicBezTo>
                <a:cubicBezTo>
                  <a:pt x="84303" y="29048"/>
                  <a:pt x="86183" y="36443"/>
                  <a:pt x="86183" y="44594"/>
                </a:cubicBezTo>
                <a:cubicBezTo>
                  <a:pt x="86183" y="53060"/>
                  <a:pt x="84303" y="60620"/>
                  <a:pt x="80612" y="67316"/>
                </a:cubicBezTo>
                <a:cubicBezTo>
                  <a:pt x="77017" y="74080"/>
                  <a:pt x="71926" y="79432"/>
                  <a:pt x="65381" y="83397"/>
                </a:cubicBezTo>
                <a:cubicBezTo>
                  <a:pt x="58960" y="87266"/>
                  <a:pt x="51509" y="89187"/>
                  <a:pt x="43098" y="89187"/>
                </a:cubicBezTo>
                <a:close/>
                <a:moveTo>
                  <a:pt x="43098" y="76537"/>
                </a:moveTo>
                <a:cubicBezTo>
                  <a:pt x="48079" y="76537"/>
                  <a:pt x="52799" y="75357"/>
                  <a:pt x="57245" y="72900"/>
                </a:cubicBezTo>
                <a:cubicBezTo>
                  <a:pt x="61635" y="70321"/>
                  <a:pt x="65230" y="66685"/>
                  <a:pt x="67961" y="61965"/>
                </a:cubicBezTo>
                <a:cubicBezTo>
                  <a:pt x="70801" y="57135"/>
                  <a:pt x="72242" y="51345"/>
                  <a:pt x="72242" y="44594"/>
                </a:cubicBezTo>
                <a:cubicBezTo>
                  <a:pt x="72242" y="37898"/>
                  <a:pt x="70801" y="32162"/>
                  <a:pt x="67961" y="27442"/>
                </a:cubicBezTo>
                <a:cubicBezTo>
                  <a:pt x="65230" y="22626"/>
                  <a:pt x="61635" y="18976"/>
                  <a:pt x="57245" y="16507"/>
                </a:cubicBezTo>
                <a:cubicBezTo>
                  <a:pt x="52799" y="13941"/>
                  <a:pt x="48079" y="12651"/>
                  <a:pt x="43098" y="12651"/>
                </a:cubicBezTo>
                <a:cubicBezTo>
                  <a:pt x="38049" y="12651"/>
                  <a:pt x="33287" y="13941"/>
                  <a:pt x="28732" y="16507"/>
                </a:cubicBezTo>
                <a:cubicBezTo>
                  <a:pt x="24273" y="18976"/>
                  <a:pt x="20637" y="22626"/>
                  <a:pt x="17796" y="27442"/>
                </a:cubicBezTo>
                <a:cubicBezTo>
                  <a:pt x="15066" y="32162"/>
                  <a:pt x="13721" y="37898"/>
                  <a:pt x="13721" y="44594"/>
                </a:cubicBezTo>
                <a:cubicBezTo>
                  <a:pt x="13721" y="51345"/>
                  <a:pt x="15066" y="57135"/>
                  <a:pt x="17796" y="61965"/>
                </a:cubicBezTo>
                <a:cubicBezTo>
                  <a:pt x="20637" y="66685"/>
                  <a:pt x="24273" y="70321"/>
                  <a:pt x="28732" y="72900"/>
                </a:cubicBezTo>
                <a:cubicBezTo>
                  <a:pt x="33287" y="75357"/>
                  <a:pt x="38049" y="76537"/>
                  <a:pt x="43098" y="76537"/>
                </a:cubicBezTo>
                <a:close/>
                <a:moveTo>
                  <a:pt x="43098" y="76537"/>
                </a:move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2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66434567-4374-4139-9FFC-1457C523CB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69824" y="1144010"/>
            <a:ext cx="72461" cy="117920"/>
          </a:xfrm>
          <a:custGeom xmlns:a="http://schemas.openxmlformats.org/drawingml/2006/main">
            <a:pathLst>
              <a:path w="72461" h="117920">
                <a:moveTo>
                  <a:pt x="0" y="117920"/>
                </a:moveTo>
                <a:lnTo>
                  <a:pt x="0" y="0"/>
                </a:lnTo>
                <a:lnTo>
                  <a:pt x="14146" y="0"/>
                </a:lnTo>
                <a:lnTo>
                  <a:pt x="14146" y="74177"/>
                </a:lnTo>
                <a:lnTo>
                  <a:pt x="53595" y="33878"/>
                </a:lnTo>
                <a:lnTo>
                  <a:pt x="71391" y="33878"/>
                </a:lnTo>
                <a:lnTo>
                  <a:pt x="71391" y="34522"/>
                </a:lnTo>
                <a:lnTo>
                  <a:pt x="38378" y="67741"/>
                </a:lnTo>
                <a:lnTo>
                  <a:pt x="72461" y="117275"/>
                </a:lnTo>
                <a:lnTo>
                  <a:pt x="72461" y="117920"/>
                </a:lnTo>
                <a:lnTo>
                  <a:pt x="55529" y="117920"/>
                </a:lnTo>
                <a:lnTo>
                  <a:pt x="28513" y="77607"/>
                </a:lnTo>
                <a:lnTo>
                  <a:pt x="14146" y="91973"/>
                </a:lnTo>
                <a:lnTo>
                  <a:pt x="14146" y="117920"/>
                </a:lnTo>
                <a:lnTo>
                  <a:pt x="0" y="117920"/>
                </a:lnTo>
                <a:close/>
                <a:moveTo>
                  <a:pt x="0" y="117920"/>
                </a:move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3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571CF725-9ADA-41EC-AF4B-4B167B61C8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6209" y="1175308"/>
            <a:ext cx="80818" cy="89187"/>
          </a:xfrm>
          <a:custGeom xmlns:a="http://schemas.openxmlformats.org/drawingml/2006/main">
            <a:pathLst>
              <a:path w="80818" h="89187">
                <a:moveTo>
                  <a:pt x="41795" y="89187"/>
                </a:moveTo>
                <a:cubicBezTo>
                  <a:pt x="33658" y="89187"/>
                  <a:pt x="26413" y="87308"/>
                  <a:pt x="20143" y="83617"/>
                </a:cubicBezTo>
                <a:cubicBezTo>
                  <a:pt x="13817" y="79761"/>
                  <a:pt x="8891" y="74506"/>
                  <a:pt x="5351" y="67755"/>
                </a:cubicBezTo>
                <a:cubicBezTo>
                  <a:pt x="1756" y="61045"/>
                  <a:pt x="0" y="53389"/>
                  <a:pt x="0" y="44813"/>
                </a:cubicBezTo>
                <a:cubicBezTo>
                  <a:pt x="0" y="36828"/>
                  <a:pt x="1605" y="29487"/>
                  <a:pt x="4926" y="22722"/>
                </a:cubicBezTo>
                <a:cubicBezTo>
                  <a:pt x="8192" y="15862"/>
                  <a:pt x="12912" y="10401"/>
                  <a:pt x="19072" y="6216"/>
                </a:cubicBezTo>
                <a:cubicBezTo>
                  <a:pt x="25178" y="2099"/>
                  <a:pt x="32368" y="0"/>
                  <a:pt x="40519" y="0"/>
                </a:cubicBezTo>
                <a:cubicBezTo>
                  <a:pt x="48930" y="0"/>
                  <a:pt x="56051" y="1880"/>
                  <a:pt x="61951" y="5571"/>
                </a:cubicBezTo>
                <a:cubicBezTo>
                  <a:pt x="67961" y="9166"/>
                  <a:pt x="72571" y="14256"/>
                  <a:pt x="75892" y="20801"/>
                </a:cubicBezTo>
                <a:cubicBezTo>
                  <a:pt x="79157" y="27236"/>
                  <a:pt x="80818" y="34632"/>
                  <a:pt x="80818" y="42879"/>
                </a:cubicBezTo>
                <a:cubicBezTo>
                  <a:pt x="80818" y="43743"/>
                  <a:pt x="80708" y="44594"/>
                  <a:pt x="80612" y="45458"/>
                </a:cubicBezTo>
                <a:cubicBezTo>
                  <a:pt x="80612" y="46199"/>
                  <a:pt x="80502" y="46734"/>
                  <a:pt x="80392" y="47173"/>
                </a:cubicBezTo>
                <a:lnTo>
                  <a:pt x="13927" y="47173"/>
                </a:lnTo>
                <a:cubicBezTo>
                  <a:pt x="14352" y="53924"/>
                  <a:pt x="15917" y="59385"/>
                  <a:pt x="18647" y="63680"/>
                </a:cubicBezTo>
                <a:cubicBezTo>
                  <a:pt x="21487" y="67961"/>
                  <a:pt x="24972" y="71185"/>
                  <a:pt x="29157" y="73326"/>
                </a:cubicBezTo>
                <a:cubicBezTo>
                  <a:pt x="33438" y="75466"/>
                  <a:pt x="37774" y="76537"/>
                  <a:pt x="42234" y="76537"/>
                </a:cubicBezTo>
                <a:cubicBezTo>
                  <a:pt x="48340" y="76537"/>
                  <a:pt x="53430" y="75151"/>
                  <a:pt x="57450" y="72256"/>
                </a:cubicBezTo>
                <a:cubicBezTo>
                  <a:pt x="61416" y="69251"/>
                  <a:pt x="64627" y="65601"/>
                  <a:pt x="67096" y="61320"/>
                </a:cubicBezTo>
                <a:lnTo>
                  <a:pt x="78897" y="67110"/>
                </a:lnTo>
                <a:cubicBezTo>
                  <a:pt x="75562" y="73545"/>
                  <a:pt x="70856" y="78842"/>
                  <a:pt x="64736" y="82972"/>
                </a:cubicBezTo>
                <a:cubicBezTo>
                  <a:pt x="58576" y="87102"/>
                  <a:pt x="50905" y="89187"/>
                  <a:pt x="41795" y="89187"/>
                </a:cubicBezTo>
                <a:close/>
                <a:moveTo>
                  <a:pt x="40519" y="12651"/>
                </a:moveTo>
                <a:cubicBezTo>
                  <a:pt x="33754" y="12651"/>
                  <a:pt x="28128" y="14791"/>
                  <a:pt x="23573" y="19086"/>
                </a:cubicBezTo>
                <a:cubicBezTo>
                  <a:pt x="19127" y="23367"/>
                  <a:pt x="16177" y="28952"/>
                  <a:pt x="14791" y="35812"/>
                </a:cubicBezTo>
                <a:lnTo>
                  <a:pt x="66026" y="35812"/>
                </a:lnTo>
                <a:cubicBezTo>
                  <a:pt x="65861" y="32533"/>
                  <a:pt x="64956" y="29103"/>
                  <a:pt x="63241" y="25521"/>
                </a:cubicBezTo>
                <a:cubicBezTo>
                  <a:pt x="61526" y="21981"/>
                  <a:pt x="58795" y="18976"/>
                  <a:pt x="55090" y="16507"/>
                </a:cubicBezTo>
                <a:cubicBezTo>
                  <a:pt x="51495" y="13941"/>
                  <a:pt x="46624" y="12651"/>
                  <a:pt x="40519" y="12651"/>
                </a:cubicBezTo>
                <a:close/>
                <a:moveTo>
                  <a:pt x="40519" y="12651"/>
                </a:move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3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EA71CEEB-DA33-413D-81D0-BD918E74A5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163" y="1175308"/>
            <a:ext cx="72461" cy="86622"/>
          </a:xfrm>
          <a:custGeom xmlns:a="http://schemas.openxmlformats.org/drawingml/2006/main">
            <a:pathLst>
              <a:path w="72461" h="86622">
                <a:moveTo>
                  <a:pt x="0" y="86622"/>
                </a:moveTo>
                <a:lnTo>
                  <a:pt x="0" y="2580"/>
                </a:lnTo>
                <a:lnTo>
                  <a:pt x="13502" y="2580"/>
                </a:lnTo>
                <a:lnTo>
                  <a:pt x="13502" y="15011"/>
                </a:lnTo>
                <a:lnTo>
                  <a:pt x="14146" y="15011"/>
                </a:lnTo>
                <a:cubicBezTo>
                  <a:pt x="16287" y="11046"/>
                  <a:pt x="19827" y="7505"/>
                  <a:pt x="24863" y="4501"/>
                </a:cubicBezTo>
                <a:cubicBezTo>
                  <a:pt x="29857" y="1509"/>
                  <a:pt x="35263" y="0"/>
                  <a:pt x="41163" y="0"/>
                </a:cubicBezTo>
                <a:cubicBezTo>
                  <a:pt x="51564" y="0"/>
                  <a:pt x="59385" y="3005"/>
                  <a:pt x="64531" y="9001"/>
                </a:cubicBezTo>
                <a:cubicBezTo>
                  <a:pt x="69786" y="15011"/>
                  <a:pt x="72461" y="22942"/>
                  <a:pt x="72461" y="32807"/>
                </a:cubicBezTo>
                <a:lnTo>
                  <a:pt x="72461" y="86622"/>
                </a:lnTo>
                <a:lnTo>
                  <a:pt x="58315" y="86622"/>
                </a:lnTo>
                <a:lnTo>
                  <a:pt x="58315" y="34948"/>
                </a:lnTo>
                <a:cubicBezTo>
                  <a:pt x="58315" y="26797"/>
                  <a:pt x="56380" y="21117"/>
                  <a:pt x="52525" y="17796"/>
                </a:cubicBezTo>
                <a:cubicBezTo>
                  <a:pt x="48669" y="14366"/>
                  <a:pt x="43633" y="12651"/>
                  <a:pt x="37514" y="12651"/>
                </a:cubicBezTo>
                <a:cubicBezTo>
                  <a:pt x="32807" y="12651"/>
                  <a:pt x="28622" y="13941"/>
                  <a:pt x="25082" y="16507"/>
                </a:cubicBezTo>
                <a:cubicBezTo>
                  <a:pt x="21652" y="19086"/>
                  <a:pt x="18921" y="22462"/>
                  <a:pt x="16932" y="26592"/>
                </a:cubicBezTo>
                <a:cubicBezTo>
                  <a:pt x="15066" y="30612"/>
                  <a:pt x="14146" y="34893"/>
                  <a:pt x="14146" y="39448"/>
                </a:cubicBezTo>
                <a:lnTo>
                  <a:pt x="14146" y="86622"/>
                </a:lnTo>
                <a:lnTo>
                  <a:pt x="0" y="86622"/>
                </a:lnTo>
                <a:close/>
                <a:moveTo>
                  <a:pt x="0" y="86622"/>
                </a:move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3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EBEB5689-EA40-4EBF-AD64-88F3DDAF5B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28701" y="1175308"/>
            <a:ext cx="68606" cy="89187"/>
          </a:xfrm>
          <a:custGeom xmlns:a="http://schemas.openxmlformats.org/drawingml/2006/main">
            <a:pathLst>
              <a:path w="68606" h="89187">
                <a:moveTo>
                  <a:pt x="35373" y="89187"/>
                </a:moveTo>
                <a:cubicBezTo>
                  <a:pt x="25947" y="89187"/>
                  <a:pt x="18222" y="86937"/>
                  <a:pt x="12226" y="82546"/>
                </a:cubicBezTo>
                <a:cubicBezTo>
                  <a:pt x="6325" y="78142"/>
                  <a:pt x="2250" y="72846"/>
                  <a:pt x="0" y="66685"/>
                </a:cubicBezTo>
                <a:lnTo>
                  <a:pt x="12445" y="61100"/>
                </a:lnTo>
                <a:cubicBezTo>
                  <a:pt x="14695" y="66150"/>
                  <a:pt x="17851" y="70060"/>
                  <a:pt x="21872" y="72900"/>
                </a:cubicBezTo>
                <a:cubicBezTo>
                  <a:pt x="26002" y="75631"/>
                  <a:pt x="30502" y="76976"/>
                  <a:pt x="35373" y="76976"/>
                </a:cubicBezTo>
                <a:cubicBezTo>
                  <a:pt x="40368" y="76976"/>
                  <a:pt x="44813" y="76001"/>
                  <a:pt x="48669" y="73971"/>
                </a:cubicBezTo>
                <a:cubicBezTo>
                  <a:pt x="52525" y="71830"/>
                  <a:pt x="54459" y="68715"/>
                  <a:pt x="54459" y="64531"/>
                </a:cubicBezTo>
                <a:cubicBezTo>
                  <a:pt x="54459" y="60840"/>
                  <a:pt x="52799" y="57999"/>
                  <a:pt x="49533" y="55955"/>
                </a:cubicBezTo>
                <a:cubicBezTo>
                  <a:pt x="46364" y="53814"/>
                  <a:pt x="41863" y="52044"/>
                  <a:pt x="36018" y="50604"/>
                </a:cubicBezTo>
                <a:lnTo>
                  <a:pt x="25947" y="48024"/>
                </a:lnTo>
                <a:cubicBezTo>
                  <a:pt x="21926" y="46899"/>
                  <a:pt x="18126" y="45348"/>
                  <a:pt x="14586" y="43304"/>
                </a:cubicBezTo>
                <a:cubicBezTo>
                  <a:pt x="11155" y="41328"/>
                  <a:pt x="8370" y="38749"/>
                  <a:pt x="6216" y="35593"/>
                </a:cubicBezTo>
                <a:cubicBezTo>
                  <a:pt x="4075" y="32478"/>
                  <a:pt x="3005" y="28677"/>
                  <a:pt x="3005" y="24232"/>
                </a:cubicBezTo>
                <a:cubicBezTo>
                  <a:pt x="3005" y="19251"/>
                  <a:pt x="4404" y="14956"/>
                  <a:pt x="7300" y="11361"/>
                </a:cubicBezTo>
                <a:cubicBezTo>
                  <a:pt x="10291" y="7670"/>
                  <a:pt x="14201" y="4885"/>
                  <a:pt x="19086" y="3005"/>
                </a:cubicBezTo>
                <a:cubicBezTo>
                  <a:pt x="23902" y="1015"/>
                  <a:pt x="29061" y="0"/>
                  <a:pt x="34522" y="0"/>
                </a:cubicBezTo>
                <a:cubicBezTo>
                  <a:pt x="41644" y="0"/>
                  <a:pt x="48134" y="1605"/>
                  <a:pt x="54034" y="4720"/>
                </a:cubicBezTo>
                <a:cubicBezTo>
                  <a:pt x="59879" y="7876"/>
                  <a:pt x="63995" y="12390"/>
                  <a:pt x="66465" y="18222"/>
                </a:cubicBezTo>
                <a:lnTo>
                  <a:pt x="54240" y="23806"/>
                </a:lnTo>
                <a:cubicBezTo>
                  <a:pt x="52209" y="19511"/>
                  <a:pt x="49424" y="16616"/>
                  <a:pt x="45884" y="15011"/>
                </a:cubicBezTo>
                <a:cubicBezTo>
                  <a:pt x="42453" y="13296"/>
                  <a:pt x="38598" y="12431"/>
                  <a:pt x="34303" y="12431"/>
                </a:cubicBezTo>
                <a:cubicBezTo>
                  <a:pt x="30022" y="12431"/>
                  <a:pt x="26056" y="13515"/>
                  <a:pt x="22516" y="15656"/>
                </a:cubicBezTo>
                <a:cubicBezTo>
                  <a:pt x="18921" y="17687"/>
                  <a:pt x="17151" y="20376"/>
                  <a:pt x="17151" y="23806"/>
                </a:cubicBezTo>
                <a:cubicBezTo>
                  <a:pt x="17151" y="27387"/>
                  <a:pt x="18496" y="30118"/>
                  <a:pt x="21227" y="31943"/>
                </a:cubicBezTo>
                <a:cubicBezTo>
                  <a:pt x="24067" y="33658"/>
                  <a:pt x="27497" y="35058"/>
                  <a:pt x="31517" y="36018"/>
                </a:cubicBezTo>
                <a:lnTo>
                  <a:pt x="43743" y="39242"/>
                </a:lnTo>
                <a:cubicBezTo>
                  <a:pt x="60304" y="43523"/>
                  <a:pt x="68606" y="51619"/>
                  <a:pt x="68606" y="63460"/>
                </a:cubicBezTo>
                <a:cubicBezTo>
                  <a:pt x="68606" y="68770"/>
                  <a:pt x="67110" y="73326"/>
                  <a:pt x="64105" y="77181"/>
                </a:cubicBezTo>
                <a:cubicBezTo>
                  <a:pt x="61210" y="81037"/>
                  <a:pt x="57245" y="84042"/>
                  <a:pt x="52099" y="86183"/>
                </a:cubicBezTo>
                <a:cubicBezTo>
                  <a:pt x="47064" y="88172"/>
                  <a:pt x="41493" y="89187"/>
                  <a:pt x="35373" y="89187"/>
                </a:cubicBezTo>
                <a:close/>
                <a:moveTo>
                  <a:pt x="35373" y="89187"/>
                </a:move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3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283DABC9-C689-4D9C-8C72-8C4E723182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02452" y="1105632"/>
            <a:ext cx="827563" cy="231174"/>
          </a:xfrm>
          <a:custGeom xmlns:a="http://schemas.openxmlformats.org/drawingml/2006/main">
            <a:pathLst>
              <a:path w="827563" h="231174">
                <a:moveTo>
                  <a:pt x="106874" y="0"/>
                </a:moveTo>
                <a:lnTo>
                  <a:pt x="720689" y="0"/>
                </a:lnTo>
                <a:cubicBezTo>
                  <a:pt x="779855" y="0"/>
                  <a:pt x="827563" y="36498"/>
                  <a:pt x="827563" y="81902"/>
                </a:cubicBezTo>
                <a:lnTo>
                  <a:pt x="827563" y="149327"/>
                </a:lnTo>
                <a:cubicBezTo>
                  <a:pt x="827563" y="194676"/>
                  <a:pt x="779855" y="231174"/>
                  <a:pt x="720689" y="231174"/>
                </a:cubicBezTo>
                <a:lnTo>
                  <a:pt x="106874" y="231174"/>
                </a:lnTo>
                <a:cubicBezTo>
                  <a:pt x="47708" y="231174"/>
                  <a:pt x="0" y="194676"/>
                  <a:pt x="0" y="149327"/>
                </a:cubicBezTo>
                <a:lnTo>
                  <a:pt x="0" y="81902"/>
                </a:lnTo>
                <a:cubicBezTo>
                  <a:pt x="0" y="36498"/>
                  <a:pt x="47708" y="0"/>
                  <a:pt x="106874" y="0"/>
                </a:cubicBezTo>
                <a:close/>
                <a:moveTo>
                  <a:pt x="106874" y="0"/>
                </a:moveTo>
              </a:path>
            </a:pathLst>
          </a:custGeom>
          <a:solidFill xmlns:a="http://schemas.openxmlformats.org/drawingml/2006/main">
            <a:srgbClr val="FFEEAA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3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BA1BCBE9-0864-493C-8153-FDCAB46F3A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02452" y="1105632"/>
            <a:ext cx="827563" cy="231174"/>
          </a:xfrm>
          <a:custGeom xmlns:a="http://schemas.openxmlformats.org/drawingml/2006/main">
            <a:pathLst>
              <a:path w="827563" h="231174" fill="none">
                <a:moveTo>
                  <a:pt x="106874" y="0"/>
                </a:moveTo>
                <a:lnTo>
                  <a:pt x="720689" y="0"/>
                </a:lnTo>
                <a:cubicBezTo>
                  <a:pt x="779855" y="0"/>
                  <a:pt x="827563" y="36498"/>
                  <a:pt x="827563" y="81902"/>
                </a:cubicBezTo>
                <a:lnTo>
                  <a:pt x="827563" y="149327"/>
                </a:lnTo>
                <a:cubicBezTo>
                  <a:pt x="827563" y="194676"/>
                  <a:pt x="779855" y="231174"/>
                  <a:pt x="720689" y="231174"/>
                </a:cubicBezTo>
                <a:lnTo>
                  <a:pt x="106874" y="231174"/>
                </a:lnTo>
                <a:cubicBezTo>
                  <a:pt x="47708" y="231174"/>
                  <a:pt x="0" y="194676"/>
                  <a:pt x="0" y="149327"/>
                </a:cubicBezTo>
                <a:lnTo>
                  <a:pt x="0" y="81902"/>
                </a:lnTo>
                <a:cubicBezTo>
                  <a:pt x="0" y="36498"/>
                  <a:pt x="47708" y="0"/>
                  <a:pt x="106874" y="0"/>
                </a:cubicBezTo>
                <a:close/>
                <a:moveTo>
                  <a:pt x="106874" y="0"/>
                </a:moveTo>
              </a:path>
            </a:pathLst>
          </a:custGeom>
          <a:noFill xmlns:a="http://schemas.openxmlformats.org/drawingml/2006/main"/>
          <a:ln xmlns:a="http://schemas.openxmlformats.org/drawingml/2006/main" w="14197" cap="flat">
            <a:solidFill>
              <a:srgbClr val="000000"/>
            </a:solidFill>
            <a:miter/>
          </a:ln>
        </p:spPr>
      </p:sp>
      <p:sp>
        <p:nvSpPr>
          <p:cNvPr id="13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582713F9-B780-4AA5-8579-7D9FFB4B57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68547" y="1179164"/>
            <a:ext cx="82327" cy="84042"/>
          </a:xfrm>
          <a:custGeom xmlns:a="http://schemas.openxmlformats.org/drawingml/2006/main">
            <a:pathLst>
              <a:path w="82327" h="84042">
                <a:moveTo>
                  <a:pt x="34083" y="84042"/>
                </a:moveTo>
                <a:lnTo>
                  <a:pt x="0" y="0"/>
                </a:lnTo>
                <a:lnTo>
                  <a:pt x="14997" y="0"/>
                </a:lnTo>
                <a:lnTo>
                  <a:pt x="41163" y="67535"/>
                </a:lnTo>
                <a:lnTo>
                  <a:pt x="41369" y="67535"/>
                </a:lnTo>
                <a:lnTo>
                  <a:pt x="67741" y="0"/>
                </a:lnTo>
                <a:lnTo>
                  <a:pt x="82327" y="0"/>
                </a:lnTo>
                <a:lnTo>
                  <a:pt x="48230" y="84042"/>
                </a:lnTo>
                <a:lnTo>
                  <a:pt x="34083" y="84042"/>
                </a:lnTo>
                <a:close/>
                <a:moveTo>
                  <a:pt x="34083" y="84042"/>
                </a:move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3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6BFF0529-5889-4EEC-B79B-AAA557389E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60684" y="1143585"/>
            <a:ext cx="20143" cy="119621"/>
          </a:xfrm>
          <a:custGeom xmlns:a="http://schemas.openxmlformats.org/drawingml/2006/main">
            <a:pathLst>
              <a:path w="20143" h="119621">
                <a:moveTo>
                  <a:pt x="10071" y="20143"/>
                </a:moveTo>
                <a:cubicBezTo>
                  <a:pt x="7341" y="20143"/>
                  <a:pt x="4981" y="19182"/>
                  <a:pt x="2991" y="17151"/>
                </a:cubicBezTo>
                <a:cubicBezTo>
                  <a:pt x="960" y="15162"/>
                  <a:pt x="0" y="12802"/>
                  <a:pt x="0" y="10071"/>
                </a:cubicBezTo>
                <a:cubicBezTo>
                  <a:pt x="0" y="7231"/>
                  <a:pt x="960" y="4871"/>
                  <a:pt x="2991" y="2991"/>
                </a:cubicBezTo>
                <a:cubicBezTo>
                  <a:pt x="4981" y="1015"/>
                  <a:pt x="7341" y="0"/>
                  <a:pt x="10071" y="0"/>
                </a:cubicBezTo>
                <a:cubicBezTo>
                  <a:pt x="12912" y="0"/>
                  <a:pt x="15272" y="1015"/>
                  <a:pt x="17151" y="2991"/>
                </a:cubicBezTo>
                <a:cubicBezTo>
                  <a:pt x="19127" y="4871"/>
                  <a:pt x="20143" y="7231"/>
                  <a:pt x="20143" y="10071"/>
                </a:cubicBezTo>
                <a:cubicBezTo>
                  <a:pt x="20143" y="12802"/>
                  <a:pt x="19127" y="15162"/>
                  <a:pt x="17151" y="17151"/>
                </a:cubicBezTo>
                <a:cubicBezTo>
                  <a:pt x="15272" y="19182"/>
                  <a:pt x="12912" y="20143"/>
                  <a:pt x="10071" y="20143"/>
                </a:cubicBezTo>
                <a:close/>
                <a:moveTo>
                  <a:pt x="3211" y="119621"/>
                </a:moveTo>
                <a:lnTo>
                  <a:pt x="3211" y="35579"/>
                </a:lnTo>
                <a:lnTo>
                  <a:pt x="17151" y="35579"/>
                </a:lnTo>
                <a:lnTo>
                  <a:pt x="17151" y="119621"/>
                </a:lnTo>
                <a:lnTo>
                  <a:pt x="3211" y="119621"/>
                </a:lnTo>
                <a:close/>
                <a:moveTo>
                  <a:pt x="3211" y="119621"/>
                </a:move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3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BE86AB43-E8C1-43A6-A0F4-CD29455925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93587" y="1176598"/>
            <a:ext cx="68606" cy="89187"/>
          </a:xfrm>
          <a:custGeom xmlns:a="http://schemas.openxmlformats.org/drawingml/2006/main">
            <a:pathLst>
              <a:path w="68606" h="89187">
                <a:moveTo>
                  <a:pt x="35373" y="89187"/>
                </a:moveTo>
                <a:cubicBezTo>
                  <a:pt x="25947" y="89187"/>
                  <a:pt x="18222" y="86937"/>
                  <a:pt x="12226" y="82546"/>
                </a:cubicBezTo>
                <a:cubicBezTo>
                  <a:pt x="6325" y="78142"/>
                  <a:pt x="2250" y="72846"/>
                  <a:pt x="0" y="66671"/>
                </a:cubicBezTo>
                <a:lnTo>
                  <a:pt x="12431" y="61100"/>
                </a:lnTo>
                <a:cubicBezTo>
                  <a:pt x="14682" y="66136"/>
                  <a:pt x="17851" y="70046"/>
                  <a:pt x="21872" y="72887"/>
                </a:cubicBezTo>
                <a:cubicBezTo>
                  <a:pt x="25988" y="75631"/>
                  <a:pt x="30502" y="76962"/>
                  <a:pt x="35373" y="76962"/>
                </a:cubicBezTo>
                <a:cubicBezTo>
                  <a:pt x="40354" y="76962"/>
                  <a:pt x="44813" y="76001"/>
                  <a:pt x="48669" y="73971"/>
                </a:cubicBezTo>
                <a:cubicBezTo>
                  <a:pt x="52525" y="71816"/>
                  <a:pt x="54459" y="68715"/>
                  <a:pt x="54459" y="64531"/>
                </a:cubicBezTo>
                <a:cubicBezTo>
                  <a:pt x="54459" y="60840"/>
                  <a:pt x="52799" y="57999"/>
                  <a:pt x="49520" y="55955"/>
                </a:cubicBezTo>
                <a:cubicBezTo>
                  <a:pt x="46364" y="53814"/>
                  <a:pt x="41863" y="52044"/>
                  <a:pt x="36018" y="50590"/>
                </a:cubicBezTo>
                <a:lnTo>
                  <a:pt x="25947" y="48024"/>
                </a:lnTo>
                <a:cubicBezTo>
                  <a:pt x="21926" y="46899"/>
                  <a:pt x="18112" y="45348"/>
                  <a:pt x="14572" y="43304"/>
                </a:cubicBezTo>
                <a:cubicBezTo>
                  <a:pt x="11142" y="41328"/>
                  <a:pt x="8356" y="38749"/>
                  <a:pt x="6216" y="35593"/>
                </a:cubicBezTo>
                <a:cubicBezTo>
                  <a:pt x="4075" y="32478"/>
                  <a:pt x="3005" y="28677"/>
                  <a:pt x="3005" y="24232"/>
                </a:cubicBezTo>
                <a:cubicBezTo>
                  <a:pt x="3005" y="19237"/>
                  <a:pt x="4391" y="14956"/>
                  <a:pt x="7286" y="11361"/>
                </a:cubicBezTo>
                <a:cubicBezTo>
                  <a:pt x="10291" y="7670"/>
                  <a:pt x="14201" y="4871"/>
                  <a:pt x="19086" y="3005"/>
                </a:cubicBezTo>
                <a:cubicBezTo>
                  <a:pt x="23902" y="1015"/>
                  <a:pt x="29048" y="0"/>
                  <a:pt x="34522" y="0"/>
                </a:cubicBezTo>
                <a:cubicBezTo>
                  <a:pt x="41644" y="0"/>
                  <a:pt x="48134" y="1605"/>
                  <a:pt x="54020" y="4720"/>
                </a:cubicBezTo>
                <a:cubicBezTo>
                  <a:pt x="59865" y="7876"/>
                  <a:pt x="63995" y="12376"/>
                  <a:pt x="66465" y="18222"/>
                </a:cubicBezTo>
                <a:lnTo>
                  <a:pt x="54240" y="23792"/>
                </a:lnTo>
                <a:cubicBezTo>
                  <a:pt x="52209" y="19511"/>
                  <a:pt x="49424" y="16616"/>
                  <a:pt x="45884" y="15011"/>
                </a:cubicBezTo>
                <a:cubicBezTo>
                  <a:pt x="42453" y="13296"/>
                  <a:pt x="38584" y="12431"/>
                  <a:pt x="34303" y="12431"/>
                </a:cubicBezTo>
                <a:cubicBezTo>
                  <a:pt x="30008" y="12431"/>
                  <a:pt x="26043" y="13502"/>
                  <a:pt x="22516" y="15656"/>
                </a:cubicBezTo>
                <a:cubicBezTo>
                  <a:pt x="18921" y="17687"/>
                  <a:pt x="17151" y="20362"/>
                  <a:pt x="17151" y="23792"/>
                </a:cubicBezTo>
                <a:cubicBezTo>
                  <a:pt x="17151" y="27387"/>
                  <a:pt x="18496" y="30118"/>
                  <a:pt x="21227" y="31943"/>
                </a:cubicBezTo>
                <a:cubicBezTo>
                  <a:pt x="24067" y="33658"/>
                  <a:pt x="27497" y="35058"/>
                  <a:pt x="31517" y="36018"/>
                </a:cubicBezTo>
                <a:lnTo>
                  <a:pt x="43729" y="39229"/>
                </a:lnTo>
                <a:cubicBezTo>
                  <a:pt x="60291" y="43523"/>
                  <a:pt x="68606" y="51619"/>
                  <a:pt x="68606" y="63460"/>
                </a:cubicBezTo>
                <a:cubicBezTo>
                  <a:pt x="68606" y="68770"/>
                  <a:pt x="67110" y="73326"/>
                  <a:pt x="64105" y="77181"/>
                </a:cubicBezTo>
                <a:cubicBezTo>
                  <a:pt x="61210" y="81037"/>
                  <a:pt x="57245" y="84042"/>
                  <a:pt x="52099" y="86183"/>
                </a:cubicBezTo>
                <a:cubicBezTo>
                  <a:pt x="47064" y="88172"/>
                  <a:pt x="41479" y="89187"/>
                  <a:pt x="35373" y="89187"/>
                </a:cubicBezTo>
                <a:close/>
                <a:moveTo>
                  <a:pt x="35373" y="89187"/>
                </a:move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3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CE853B4A-CC48-4B7A-B519-C3DC46A30F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76820" y="1179164"/>
            <a:ext cx="72256" cy="86622"/>
          </a:xfrm>
          <a:custGeom xmlns:a="http://schemas.openxmlformats.org/drawingml/2006/main">
            <a:pathLst>
              <a:path w="72256" h="86622">
                <a:moveTo>
                  <a:pt x="31092" y="86622"/>
                </a:moveTo>
                <a:cubicBezTo>
                  <a:pt x="20801" y="86622"/>
                  <a:pt x="12980" y="83617"/>
                  <a:pt x="7725" y="77621"/>
                </a:cubicBezTo>
                <a:cubicBezTo>
                  <a:pt x="2580" y="71611"/>
                  <a:pt x="0" y="63419"/>
                  <a:pt x="0" y="52964"/>
                </a:cubicBezTo>
                <a:lnTo>
                  <a:pt x="0" y="0"/>
                </a:lnTo>
                <a:lnTo>
                  <a:pt x="14160" y="0"/>
                </a:lnTo>
                <a:lnTo>
                  <a:pt x="14160" y="50823"/>
                </a:lnTo>
                <a:cubicBezTo>
                  <a:pt x="14160" y="59124"/>
                  <a:pt x="15971" y="65079"/>
                  <a:pt x="19731" y="68606"/>
                </a:cubicBezTo>
                <a:cubicBezTo>
                  <a:pt x="23587" y="72201"/>
                  <a:pt x="28362" y="73971"/>
                  <a:pt x="34097" y="73971"/>
                </a:cubicBezTo>
                <a:cubicBezTo>
                  <a:pt x="39078" y="73971"/>
                  <a:pt x="43359" y="72681"/>
                  <a:pt x="46954" y="70115"/>
                </a:cubicBezTo>
                <a:cubicBezTo>
                  <a:pt x="50658" y="67535"/>
                  <a:pt x="53444" y="64270"/>
                  <a:pt x="55324" y="60250"/>
                </a:cubicBezTo>
                <a:cubicBezTo>
                  <a:pt x="57299" y="56119"/>
                  <a:pt x="58315" y="51893"/>
                  <a:pt x="58315" y="47599"/>
                </a:cubicBezTo>
                <a:lnTo>
                  <a:pt x="58315" y="0"/>
                </a:lnTo>
                <a:lnTo>
                  <a:pt x="72256" y="0"/>
                </a:lnTo>
                <a:lnTo>
                  <a:pt x="72256" y="84042"/>
                </a:lnTo>
                <a:lnTo>
                  <a:pt x="58960" y="84042"/>
                </a:lnTo>
                <a:lnTo>
                  <a:pt x="58960" y="71830"/>
                </a:lnTo>
                <a:lnTo>
                  <a:pt x="58315" y="71830"/>
                </a:lnTo>
                <a:cubicBezTo>
                  <a:pt x="56174" y="75850"/>
                  <a:pt x="52579" y="79336"/>
                  <a:pt x="47599" y="82327"/>
                </a:cubicBezTo>
                <a:cubicBezTo>
                  <a:pt x="42563" y="85167"/>
                  <a:pt x="37088" y="86622"/>
                  <a:pt x="31092" y="86622"/>
                </a:cubicBezTo>
                <a:close/>
                <a:moveTo>
                  <a:pt x="31092" y="86622"/>
                </a:move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3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828B28FF-99F6-4878-84BC-7290916950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64292" y="1176598"/>
            <a:ext cx="72900" cy="89187"/>
          </a:xfrm>
          <a:custGeom xmlns:a="http://schemas.openxmlformats.org/drawingml/2006/main">
            <a:pathLst>
              <a:path w="72900" h="89187">
                <a:moveTo>
                  <a:pt x="31737" y="89187"/>
                </a:moveTo>
                <a:cubicBezTo>
                  <a:pt x="25412" y="89187"/>
                  <a:pt x="19937" y="87953"/>
                  <a:pt x="15230" y="85538"/>
                </a:cubicBezTo>
                <a:cubicBezTo>
                  <a:pt x="10510" y="83136"/>
                  <a:pt x="6765" y="79857"/>
                  <a:pt x="4075" y="75686"/>
                </a:cubicBezTo>
                <a:cubicBezTo>
                  <a:pt x="1345" y="71391"/>
                  <a:pt x="0" y="66616"/>
                  <a:pt x="0" y="61320"/>
                </a:cubicBezTo>
                <a:cubicBezTo>
                  <a:pt x="0" y="55200"/>
                  <a:pt x="1564" y="50055"/>
                  <a:pt x="4720" y="45884"/>
                </a:cubicBezTo>
                <a:cubicBezTo>
                  <a:pt x="7986" y="41589"/>
                  <a:pt x="12280" y="38378"/>
                  <a:pt x="17591" y="36238"/>
                </a:cubicBezTo>
                <a:cubicBezTo>
                  <a:pt x="22997" y="34083"/>
                  <a:pt x="28952" y="33013"/>
                  <a:pt x="35373" y="33013"/>
                </a:cubicBezTo>
                <a:cubicBezTo>
                  <a:pt x="40958" y="33013"/>
                  <a:pt x="45884" y="33658"/>
                  <a:pt x="50178" y="34948"/>
                </a:cubicBezTo>
                <a:cubicBezTo>
                  <a:pt x="54459" y="36128"/>
                  <a:pt x="57519" y="37253"/>
                  <a:pt x="59385" y="38378"/>
                </a:cubicBezTo>
                <a:lnTo>
                  <a:pt x="59385" y="33233"/>
                </a:lnTo>
                <a:cubicBezTo>
                  <a:pt x="59385" y="26962"/>
                  <a:pt x="57094" y="21968"/>
                  <a:pt x="52525" y="18222"/>
                </a:cubicBezTo>
                <a:cubicBezTo>
                  <a:pt x="48079" y="14366"/>
                  <a:pt x="42673" y="12431"/>
                  <a:pt x="36238" y="12431"/>
                </a:cubicBezTo>
                <a:cubicBezTo>
                  <a:pt x="31627" y="12431"/>
                  <a:pt x="27346" y="13502"/>
                  <a:pt x="23367" y="15656"/>
                </a:cubicBezTo>
                <a:cubicBezTo>
                  <a:pt x="19361" y="17687"/>
                  <a:pt x="16191" y="20472"/>
                  <a:pt x="13941" y="24012"/>
                </a:cubicBezTo>
                <a:lnTo>
                  <a:pt x="3224" y="16081"/>
                </a:lnTo>
                <a:cubicBezTo>
                  <a:pt x="6655" y="11251"/>
                  <a:pt x="11210" y="7396"/>
                  <a:pt x="16946" y="4501"/>
                </a:cubicBezTo>
                <a:cubicBezTo>
                  <a:pt x="22626" y="1496"/>
                  <a:pt x="29061" y="0"/>
                  <a:pt x="36238" y="0"/>
                </a:cubicBezTo>
                <a:cubicBezTo>
                  <a:pt x="47654" y="0"/>
                  <a:pt x="56600" y="3115"/>
                  <a:pt x="63035" y="9221"/>
                </a:cubicBezTo>
                <a:cubicBezTo>
                  <a:pt x="69580" y="15217"/>
                  <a:pt x="72900" y="23312"/>
                  <a:pt x="72900" y="33438"/>
                </a:cubicBezTo>
                <a:lnTo>
                  <a:pt x="72900" y="86608"/>
                </a:lnTo>
                <a:lnTo>
                  <a:pt x="59385" y="86608"/>
                </a:lnTo>
                <a:lnTo>
                  <a:pt x="59385" y="74602"/>
                </a:lnTo>
                <a:lnTo>
                  <a:pt x="58754" y="74602"/>
                </a:lnTo>
                <a:cubicBezTo>
                  <a:pt x="56600" y="78361"/>
                  <a:pt x="53169" y="81682"/>
                  <a:pt x="48463" y="84687"/>
                </a:cubicBezTo>
                <a:cubicBezTo>
                  <a:pt x="43743" y="87692"/>
                  <a:pt x="38172" y="89187"/>
                  <a:pt x="31737" y="89187"/>
                </a:cubicBezTo>
                <a:close/>
                <a:moveTo>
                  <a:pt x="33027" y="76962"/>
                </a:moveTo>
                <a:cubicBezTo>
                  <a:pt x="37843" y="76962"/>
                  <a:pt x="42289" y="75782"/>
                  <a:pt x="46309" y="73326"/>
                </a:cubicBezTo>
                <a:cubicBezTo>
                  <a:pt x="50274" y="70911"/>
                  <a:pt x="53444" y="67700"/>
                  <a:pt x="55749" y="63680"/>
                </a:cubicBezTo>
                <a:cubicBezTo>
                  <a:pt x="58164" y="59550"/>
                  <a:pt x="59385" y="55049"/>
                  <a:pt x="59385" y="50165"/>
                </a:cubicBezTo>
                <a:cubicBezTo>
                  <a:pt x="56929" y="48449"/>
                  <a:pt x="53814" y="47118"/>
                  <a:pt x="49959" y="46089"/>
                </a:cubicBezTo>
                <a:cubicBezTo>
                  <a:pt x="46213" y="44964"/>
                  <a:pt x="42083" y="44374"/>
                  <a:pt x="37527" y="44374"/>
                </a:cubicBezTo>
                <a:cubicBezTo>
                  <a:pt x="29487" y="44374"/>
                  <a:pt x="23642" y="46034"/>
                  <a:pt x="19937" y="49314"/>
                </a:cubicBezTo>
                <a:cubicBezTo>
                  <a:pt x="16191" y="52634"/>
                  <a:pt x="14366" y="56600"/>
                  <a:pt x="14366" y="61320"/>
                </a:cubicBezTo>
                <a:cubicBezTo>
                  <a:pt x="14366" y="66026"/>
                  <a:pt x="16081" y="69841"/>
                  <a:pt x="19511" y="72681"/>
                </a:cubicBezTo>
                <a:cubicBezTo>
                  <a:pt x="23052" y="75576"/>
                  <a:pt x="27552" y="76962"/>
                  <a:pt x="33027" y="76962"/>
                </a:cubicBezTo>
                <a:close/>
                <a:moveTo>
                  <a:pt x="33027" y="76962"/>
                </a:move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4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57802710-CCD4-4499-9C37-4290A480E2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56484" y="1145300"/>
            <a:ext cx="14146" cy="117920"/>
          </a:xfrm>
          <a:custGeom xmlns:a="http://schemas.openxmlformats.org/drawingml/2006/main">
            <a:pathLst>
              <a:path w="14146" h="117920">
                <a:moveTo>
                  <a:pt x="0" y="0"/>
                </a:moveTo>
                <a:lnTo>
                  <a:pt x="14146" y="0"/>
                </a:lnTo>
                <a:lnTo>
                  <a:pt x="14146" y="117920"/>
                </a:lnTo>
                <a:lnTo>
                  <a:pt x="0" y="117920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4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1864E97B-FCDA-4350-8281-9C0D9E905C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25090" y="1176598"/>
            <a:ext cx="86183" cy="89187"/>
          </a:xfrm>
          <a:custGeom xmlns:a="http://schemas.openxmlformats.org/drawingml/2006/main">
            <a:pathLst>
              <a:path w="86183" h="89187">
                <a:moveTo>
                  <a:pt x="43098" y="89187"/>
                </a:moveTo>
                <a:cubicBezTo>
                  <a:pt x="34632" y="89187"/>
                  <a:pt x="27127" y="87253"/>
                  <a:pt x="20582" y="83397"/>
                </a:cubicBezTo>
                <a:cubicBezTo>
                  <a:pt x="14146" y="79432"/>
                  <a:pt x="9056" y="74067"/>
                  <a:pt x="5365" y="67316"/>
                </a:cubicBezTo>
                <a:cubicBezTo>
                  <a:pt x="1770" y="60620"/>
                  <a:pt x="0" y="53060"/>
                  <a:pt x="0" y="44594"/>
                </a:cubicBezTo>
                <a:cubicBezTo>
                  <a:pt x="0" y="36334"/>
                  <a:pt x="1770" y="28828"/>
                  <a:pt x="5365" y="22077"/>
                </a:cubicBezTo>
                <a:cubicBezTo>
                  <a:pt x="9056" y="15217"/>
                  <a:pt x="14146" y="9866"/>
                  <a:pt x="20582" y="5996"/>
                </a:cubicBezTo>
                <a:cubicBezTo>
                  <a:pt x="27127" y="2031"/>
                  <a:pt x="34632" y="0"/>
                  <a:pt x="43098" y="0"/>
                </a:cubicBezTo>
                <a:cubicBezTo>
                  <a:pt x="51509" y="0"/>
                  <a:pt x="58960" y="2031"/>
                  <a:pt x="65395" y="5996"/>
                </a:cubicBezTo>
                <a:cubicBezTo>
                  <a:pt x="71926" y="10016"/>
                  <a:pt x="77017" y="15436"/>
                  <a:pt x="80612" y="22297"/>
                </a:cubicBezTo>
                <a:cubicBezTo>
                  <a:pt x="84316" y="29048"/>
                  <a:pt x="86183" y="36443"/>
                  <a:pt x="86183" y="44594"/>
                </a:cubicBezTo>
                <a:cubicBezTo>
                  <a:pt x="86183" y="53060"/>
                  <a:pt x="84316" y="60620"/>
                  <a:pt x="80612" y="67316"/>
                </a:cubicBezTo>
                <a:cubicBezTo>
                  <a:pt x="77017" y="74067"/>
                  <a:pt x="71926" y="79432"/>
                  <a:pt x="65395" y="83397"/>
                </a:cubicBezTo>
                <a:cubicBezTo>
                  <a:pt x="58960" y="87253"/>
                  <a:pt x="51509" y="89187"/>
                  <a:pt x="43098" y="89187"/>
                </a:cubicBezTo>
                <a:close/>
                <a:moveTo>
                  <a:pt x="43098" y="76537"/>
                </a:moveTo>
                <a:cubicBezTo>
                  <a:pt x="48079" y="76537"/>
                  <a:pt x="52799" y="75357"/>
                  <a:pt x="57245" y="72887"/>
                </a:cubicBezTo>
                <a:cubicBezTo>
                  <a:pt x="61635" y="70321"/>
                  <a:pt x="65230" y="66671"/>
                  <a:pt x="67961" y="61965"/>
                </a:cubicBezTo>
                <a:cubicBezTo>
                  <a:pt x="70801" y="57135"/>
                  <a:pt x="72256" y="51345"/>
                  <a:pt x="72256" y="44594"/>
                </a:cubicBezTo>
                <a:cubicBezTo>
                  <a:pt x="72256" y="37898"/>
                  <a:pt x="70801" y="32162"/>
                  <a:pt x="67961" y="27442"/>
                </a:cubicBezTo>
                <a:cubicBezTo>
                  <a:pt x="65230" y="22612"/>
                  <a:pt x="61635" y="18976"/>
                  <a:pt x="57245" y="16507"/>
                </a:cubicBezTo>
                <a:cubicBezTo>
                  <a:pt x="52799" y="13941"/>
                  <a:pt x="48079" y="12651"/>
                  <a:pt x="43098" y="12651"/>
                </a:cubicBezTo>
                <a:cubicBezTo>
                  <a:pt x="38062" y="12651"/>
                  <a:pt x="33287" y="13941"/>
                  <a:pt x="28732" y="16507"/>
                </a:cubicBezTo>
                <a:cubicBezTo>
                  <a:pt x="24286" y="18976"/>
                  <a:pt x="20637" y="22612"/>
                  <a:pt x="17796" y="27442"/>
                </a:cubicBezTo>
                <a:cubicBezTo>
                  <a:pt x="15066" y="32162"/>
                  <a:pt x="13721" y="37898"/>
                  <a:pt x="13721" y="44594"/>
                </a:cubicBezTo>
                <a:cubicBezTo>
                  <a:pt x="13721" y="51345"/>
                  <a:pt x="15066" y="57135"/>
                  <a:pt x="17796" y="61965"/>
                </a:cubicBezTo>
                <a:cubicBezTo>
                  <a:pt x="20637" y="66671"/>
                  <a:pt x="24286" y="70321"/>
                  <a:pt x="28732" y="72887"/>
                </a:cubicBezTo>
                <a:cubicBezTo>
                  <a:pt x="33287" y="75357"/>
                  <a:pt x="38062" y="76537"/>
                  <a:pt x="43098" y="76537"/>
                </a:cubicBezTo>
                <a:close/>
                <a:moveTo>
                  <a:pt x="43098" y="76537"/>
                </a:move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4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AC4E14EF-697C-40AE-87AF-7CDB7773BC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26064" y="1179164"/>
            <a:ext cx="72256" cy="86622"/>
          </a:xfrm>
          <a:custGeom xmlns:a="http://schemas.openxmlformats.org/drawingml/2006/main">
            <a:pathLst>
              <a:path w="72256" h="86622">
                <a:moveTo>
                  <a:pt x="31092" y="86622"/>
                </a:moveTo>
                <a:cubicBezTo>
                  <a:pt x="20801" y="86622"/>
                  <a:pt x="12980" y="83617"/>
                  <a:pt x="7725" y="77621"/>
                </a:cubicBezTo>
                <a:cubicBezTo>
                  <a:pt x="2580" y="71611"/>
                  <a:pt x="0" y="63419"/>
                  <a:pt x="0" y="52964"/>
                </a:cubicBezTo>
                <a:lnTo>
                  <a:pt x="0" y="0"/>
                </a:lnTo>
                <a:lnTo>
                  <a:pt x="14160" y="0"/>
                </a:lnTo>
                <a:lnTo>
                  <a:pt x="14160" y="50823"/>
                </a:lnTo>
                <a:cubicBezTo>
                  <a:pt x="14160" y="59124"/>
                  <a:pt x="15985" y="65079"/>
                  <a:pt x="19731" y="68606"/>
                </a:cubicBezTo>
                <a:cubicBezTo>
                  <a:pt x="23587" y="72201"/>
                  <a:pt x="28362" y="73971"/>
                  <a:pt x="34097" y="73971"/>
                </a:cubicBezTo>
                <a:cubicBezTo>
                  <a:pt x="39078" y="73971"/>
                  <a:pt x="43373" y="72681"/>
                  <a:pt x="46954" y="70115"/>
                </a:cubicBezTo>
                <a:cubicBezTo>
                  <a:pt x="50658" y="67535"/>
                  <a:pt x="53444" y="64270"/>
                  <a:pt x="55324" y="60250"/>
                </a:cubicBezTo>
                <a:cubicBezTo>
                  <a:pt x="57299" y="56119"/>
                  <a:pt x="58315" y="51893"/>
                  <a:pt x="58315" y="47599"/>
                </a:cubicBezTo>
                <a:lnTo>
                  <a:pt x="58315" y="0"/>
                </a:lnTo>
                <a:lnTo>
                  <a:pt x="72256" y="0"/>
                </a:lnTo>
                <a:lnTo>
                  <a:pt x="72256" y="84042"/>
                </a:lnTo>
                <a:lnTo>
                  <a:pt x="58960" y="84042"/>
                </a:lnTo>
                <a:lnTo>
                  <a:pt x="58960" y="71830"/>
                </a:lnTo>
                <a:lnTo>
                  <a:pt x="58315" y="71830"/>
                </a:lnTo>
                <a:cubicBezTo>
                  <a:pt x="56174" y="75850"/>
                  <a:pt x="52593" y="79336"/>
                  <a:pt x="47599" y="82327"/>
                </a:cubicBezTo>
                <a:cubicBezTo>
                  <a:pt x="42563" y="85167"/>
                  <a:pt x="37102" y="86622"/>
                  <a:pt x="31092" y="86622"/>
                </a:cubicBezTo>
                <a:close/>
                <a:moveTo>
                  <a:pt x="31092" y="86622"/>
                </a:move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4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F01F986B-9A9A-4810-9A67-34700F6859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14346" y="1155591"/>
            <a:ext cx="49520" cy="108905"/>
          </a:xfrm>
          <a:custGeom xmlns:a="http://schemas.openxmlformats.org/drawingml/2006/main">
            <a:pathLst>
              <a:path w="49520" h="108905">
                <a:moveTo>
                  <a:pt x="37953" y="108905"/>
                </a:moveTo>
                <a:cubicBezTo>
                  <a:pt x="30927" y="108905"/>
                  <a:pt x="25302" y="106929"/>
                  <a:pt x="21007" y="102909"/>
                </a:cubicBezTo>
                <a:cubicBezTo>
                  <a:pt x="16726" y="98779"/>
                  <a:pt x="14586" y="92988"/>
                  <a:pt x="14586" y="85538"/>
                </a:cubicBezTo>
                <a:lnTo>
                  <a:pt x="14586" y="36224"/>
                </a:lnTo>
                <a:lnTo>
                  <a:pt x="0" y="36224"/>
                </a:lnTo>
                <a:lnTo>
                  <a:pt x="0" y="23573"/>
                </a:lnTo>
                <a:lnTo>
                  <a:pt x="14586" y="23573"/>
                </a:lnTo>
                <a:lnTo>
                  <a:pt x="14586" y="0"/>
                </a:lnTo>
                <a:lnTo>
                  <a:pt x="28513" y="0"/>
                </a:lnTo>
                <a:lnTo>
                  <a:pt x="28513" y="23573"/>
                </a:lnTo>
                <a:lnTo>
                  <a:pt x="49094" y="23573"/>
                </a:lnTo>
                <a:lnTo>
                  <a:pt x="49094" y="36224"/>
                </a:lnTo>
                <a:lnTo>
                  <a:pt x="28513" y="36224"/>
                </a:lnTo>
                <a:lnTo>
                  <a:pt x="28513" y="82107"/>
                </a:lnTo>
                <a:cubicBezTo>
                  <a:pt x="28513" y="86553"/>
                  <a:pt x="29377" y="89983"/>
                  <a:pt x="31092" y="92398"/>
                </a:cubicBezTo>
                <a:cubicBezTo>
                  <a:pt x="32917" y="94703"/>
                  <a:pt x="36018" y="95828"/>
                  <a:pt x="40313" y="95828"/>
                </a:cubicBezTo>
                <a:cubicBezTo>
                  <a:pt x="42124" y="95828"/>
                  <a:pt x="43784" y="95609"/>
                  <a:pt x="45239" y="95184"/>
                </a:cubicBezTo>
                <a:cubicBezTo>
                  <a:pt x="46789" y="94648"/>
                  <a:pt x="48244" y="93894"/>
                  <a:pt x="49520" y="93043"/>
                </a:cubicBezTo>
                <a:lnTo>
                  <a:pt x="49520" y="106764"/>
                </a:lnTo>
                <a:cubicBezTo>
                  <a:pt x="48079" y="107519"/>
                  <a:pt x="46528" y="107944"/>
                  <a:pt x="44813" y="108260"/>
                </a:cubicBezTo>
                <a:cubicBezTo>
                  <a:pt x="43098" y="108699"/>
                  <a:pt x="40793" y="108905"/>
                  <a:pt x="37953" y="108905"/>
                </a:cubicBezTo>
                <a:close/>
                <a:moveTo>
                  <a:pt x="37953" y="108905"/>
                </a:move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4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E8AE237E-6477-4634-9184-26CE3655EC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4574" y="1105632"/>
            <a:ext cx="1142230" cy="231174"/>
          </a:xfrm>
          <a:custGeom xmlns:a="http://schemas.openxmlformats.org/drawingml/2006/main">
            <a:pathLst>
              <a:path w="1142230" h="231174">
                <a:moveTo>
                  <a:pt x="106874" y="0"/>
                </a:moveTo>
                <a:lnTo>
                  <a:pt x="1035356" y="0"/>
                </a:lnTo>
                <a:cubicBezTo>
                  <a:pt x="1094577" y="0"/>
                  <a:pt x="1142230" y="37953"/>
                  <a:pt x="1142230" y="85002"/>
                </a:cubicBezTo>
                <a:lnTo>
                  <a:pt x="1142230" y="146158"/>
                </a:lnTo>
                <a:cubicBezTo>
                  <a:pt x="1142230" y="193276"/>
                  <a:pt x="1094577" y="231174"/>
                  <a:pt x="1035356" y="231174"/>
                </a:cubicBezTo>
                <a:lnTo>
                  <a:pt x="106874" y="231174"/>
                </a:lnTo>
                <a:cubicBezTo>
                  <a:pt x="47640" y="231174"/>
                  <a:pt x="0" y="193276"/>
                  <a:pt x="0" y="146158"/>
                </a:cubicBezTo>
                <a:lnTo>
                  <a:pt x="0" y="85002"/>
                </a:lnTo>
                <a:cubicBezTo>
                  <a:pt x="0" y="37953"/>
                  <a:pt x="47640" y="0"/>
                  <a:pt x="106874" y="0"/>
                </a:cubicBezTo>
                <a:close/>
                <a:moveTo>
                  <a:pt x="106874" y="0"/>
                </a:moveTo>
              </a:path>
            </a:pathLst>
          </a:custGeom>
          <a:solidFill xmlns:a="http://schemas.openxmlformats.org/drawingml/2006/main">
            <a:srgbClr val="DDE9A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4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6F593CC3-396D-492C-9100-C2E71D4FE8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4574" y="1105632"/>
            <a:ext cx="1142230" cy="231174"/>
          </a:xfrm>
          <a:custGeom xmlns:a="http://schemas.openxmlformats.org/drawingml/2006/main">
            <a:pathLst>
              <a:path w="1142230" h="231174" fill="none">
                <a:moveTo>
                  <a:pt x="106874" y="0"/>
                </a:moveTo>
                <a:lnTo>
                  <a:pt x="1035356" y="0"/>
                </a:lnTo>
                <a:cubicBezTo>
                  <a:pt x="1094577" y="0"/>
                  <a:pt x="1142230" y="37953"/>
                  <a:pt x="1142230" y="85002"/>
                </a:cubicBezTo>
                <a:lnTo>
                  <a:pt x="1142230" y="146158"/>
                </a:lnTo>
                <a:cubicBezTo>
                  <a:pt x="1142230" y="193276"/>
                  <a:pt x="1094577" y="231174"/>
                  <a:pt x="1035356" y="231174"/>
                </a:cubicBezTo>
                <a:lnTo>
                  <a:pt x="106874" y="231174"/>
                </a:lnTo>
                <a:cubicBezTo>
                  <a:pt x="47640" y="231174"/>
                  <a:pt x="0" y="193276"/>
                  <a:pt x="0" y="146158"/>
                </a:cubicBezTo>
                <a:lnTo>
                  <a:pt x="0" y="85002"/>
                </a:lnTo>
                <a:cubicBezTo>
                  <a:pt x="0" y="37953"/>
                  <a:pt x="47640" y="0"/>
                  <a:pt x="106874" y="0"/>
                </a:cubicBezTo>
                <a:close/>
                <a:moveTo>
                  <a:pt x="106874" y="0"/>
                </a:moveTo>
              </a:path>
            </a:pathLst>
          </a:custGeom>
          <a:noFill xmlns:a="http://schemas.openxmlformats.org/drawingml/2006/main"/>
          <a:ln xmlns:a="http://schemas.openxmlformats.org/drawingml/2006/main" w="14197" cap="flat">
            <a:solidFill>
              <a:srgbClr val="000000"/>
            </a:solidFill>
            <a:miter/>
          </a:ln>
        </p:spPr>
      </p:sp>
      <p:sp>
        <p:nvSpPr>
          <p:cNvPr id="14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18FB4EAA-04D5-4D1C-B2A0-F7AB22C116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57153" y="1175308"/>
            <a:ext cx="72900" cy="89187"/>
          </a:xfrm>
          <a:custGeom xmlns:a="http://schemas.openxmlformats.org/drawingml/2006/main">
            <a:pathLst>
              <a:path w="72900" h="89187">
                <a:moveTo>
                  <a:pt x="31737" y="89187"/>
                </a:moveTo>
                <a:cubicBezTo>
                  <a:pt x="25412" y="89187"/>
                  <a:pt x="19937" y="87953"/>
                  <a:pt x="15230" y="85551"/>
                </a:cubicBezTo>
                <a:cubicBezTo>
                  <a:pt x="10510" y="83136"/>
                  <a:pt x="6751" y="79871"/>
                  <a:pt x="4075" y="75686"/>
                </a:cubicBezTo>
                <a:cubicBezTo>
                  <a:pt x="1345" y="71391"/>
                  <a:pt x="0" y="66630"/>
                  <a:pt x="0" y="61320"/>
                </a:cubicBezTo>
                <a:cubicBezTo>
                  <a:pt x="0" y="55214"/>
                  <a:pt x="1550" y="50068"/>
                  <a:pt x="4720" y="45884"/>
                </a:cubicBezTo>
                <a:cubicBezTo>
                  <a:pt x="7986" y="41589"/>
                  <a:pt x="12280" y="38378"/>
                  <a:pt x="17577" y="36238"/>
                </a:cubicBezTo>
                <a:cubicBezTo>
                  <a:pt x="22997" y="34097"/>
                  <a:pt x="28952" y="33013"/>
                  <a:pt x="35373" y="33013"/>
                </a:cubicBezTo>
                <a:cubicBezTo>
                  <a:pt x="40944" y="33013"/>
                  <a:pt x="45884" y="33658"/>
                  <a:pt x="50165" y="34948"/>
                </a:cubicBezTo>
                <a:cubicBezTo>
                  <a:pt x="54459" y="36128"/>
                  <a:pt x="57519" y="37253"/>
                  <a:pt x="59385" y="38378"/>
                </a:cubicBezTo>
                <a:lnTo>
                  <a:pt x="59385" y="33233"/>
                </a:lnTo>
                <a:cubicBezTo>
                  <a:pt x="59385" y="26962"/>
                  <a:pt x="57080" y="21981"/>
                  <a:pt x="52525" y="18222"/>
                </a:cubicBezTo>
                <a:cubicBezTo>
                  <a:pt x="48079" y="14366"/>
                  <a:pt x="42673" y="12431"/>
                  <a:pt x="36238" y="12431"/>
                </a:cubicBezTo>
                <a:cubicBezTo>
                  <a:pt x="31627" y="12431"/>
                  <a:pt x="27333" y="13515"/>
                  <a:pt x="23367" y="15656"/>
                </a:cubicBezTo>
                <a:cubicBezTo>
                  <a:pt x="19347" y="17687"/>
                  <a:pt x="16191" y="20472"/>
                  <a:pt x="13941" y="24012"/>
                </a:cubicBezTo>
                <a:lnTo>
                  <a:pt x="3211" y="16081"/>
                </a:lnTo>
                <a:cubicBezTo>
                  <a:pt x="6641" y="11265"/>
                  <a:pt x="11210" y="7396"/>
                  <a:pt x="16932" y="4501"/>
                </a:cubicBezTo>
                <a:cubicBezTo>
                  <a:pt x="22626" y="1509"/>
                  <a:pt x="29048" y="0"/>
                  <a:pt x="36238" y="0"/>
                </a:cubicBezTo>
                <a:cubicBezTo>
                  <a:pt x="47654" y="0"/>
                  <a:pt x="56600" y="3115"/>
                  <a:pt x="63035" y="9221"/>
                </a:cubicBezTo>
                <a:cubicBezTo>
                  <a:pt x="69566" y="15230"/>
                  <a:pt x="72900" y="23312"/>
                  <a:pt x="72900" y="33452"/>
                </a:cubicBezTo>
                <a:lnTo>
                  <a:pt x="72900" y="86622"/>
                </a:lnTo>
                <a:lnTo>
                  <a:pt x="59385" y="86622"/>
                </a:lnTo>
                <a:lnTo>
                  <a:pt x="59385" y="74616"/>
                </a:lnTo>
                <a:lnTo>
                  <a:pt x="58740" y="74616"/>
                </a:lnTo>
                <a:cubicBezTo>
                  <a:pt x="56600" y="78361"/>
                  <a:pt x="53169" y="81682"/>
                  <a:pt x="48449" y="84687"/>
                </a:cubicBezTo>
                <a:cubicBezTo>
                  <a:pt x="43743" y="87692"/>
                  <a:pt x="38159" y="89187"/>
                  <a:pt x="31737" y="89187"/>
                </a:cubicBezTo>
                <a:close/>
                <a:moveTo>
                  <a:pt x="33013" y="76976"/>
                </a:moveTo>
                <a:cubicBezTo>
                  <a:pt x="37843" y="76976"/>
                  <a:pt x="42289" y="75796"/>
                  <a:pt x="46309" y="73326"/>
                </a:cubicBezTo>
                <a:cubicBezTo>
                  <a:pt x="50274" y="70911"/>
                  <a:pt x="53444" y="67700"/>
                  <a:pt x="55749" y="63680"/>
                </a:cubicBezTo>
                <a:cubicBezTo>
                  <a:pt x="58150" y="59550"/>
                  <a:pt x="59385" y="55049"/>
                  <a:pt x="59385" y="50165"/>
                </a:cubicBezTo>
                <a:cubicBezTo>
                  <a:pt x="56929" y="48449"/>
                  <a:pt x="53814" y="47118"/>
                  <a:pt x="49959" y="46103"/>
                </a:cubicBezTo>
                <a:cubicBezTo>
                  <a:pt x="46199" y="44978"/>
                  <a:pt x="42083" y="44388"/>
                  <a:pt x="37514" y="44388"/>
                </a:cubicBezTo>
                <a:cubicBezTo>
                  <a:pt x="29487" y="44388"/>
                  <a:pt x="23642" y="46048"/>
                  <a:pt x="19937" y="49314"/>
                </a:cubicBezTo>
                <a:cubicBezTo>
                  <a:pt x="16191" y="52634"/>
                  <a:pt x="14366" y="56600"/>
                  <a:pt x="14366" y="61320"/>
                </a:cubicBezTo>
                <a:cubicBezTo>
                  <a:pt x="14366" y="66040"/>
                  <a:pt x="16081" y="69841"/>
                  <a:pt x="19511" y="72681"/>
                </a:cubicBezTo>
                <a:cubicBezTo>
                  <a:pt x="23052" y="75576"/>
                  <a:pt x="27552" y="76976"/>
                  <a:pt x="33013" y="76976"/>
                </a:cubicBezTo>
                <a:close/>
                <a:moveTo>
                  <a:pt x="33013" y="76976"/>
                </a:move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4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5902D203-72AA-4648-BA59-C085C2851D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8645" y="1177888"/>
            <a:ext cx="72256" cy="86608"/>
          </a:xfrm>
          <a:custGeom xmlns:a="http://schemas.openxmlformats.org/drawingml/2006/main">
            <a:pathLst>
              <a:path w="72256" h="86608">
                <a:moveTo>
                  <a:pt x="31092" y="86608"/>
                </a:moveTo>
                <a:cubicBezTo>
                  <a:pt x="20801" y="86608"/>
                  <a:pt x="12966" y="83603"/>
                  <a:pt x="7725" y="77607"/>
                </a:cubicBezTo>
                <a:cubicBezTo>
                  <a:pt x="2580" y="71597"/>
                  <a:pt x="0" y="63405"/>
                  <a:pt x="0" y="52950"/>
                </a:cubicBezTo>
                <a:lnTo>
                  <a:pt x="0" y="0"/>
                </a:lnTo>
                <a:lnTo>
                  <a:pt x="14146" y="0"/>
                </a:lnTo>
                <a:lnTo>
                  <a:pt x="14146" y="50809"/>
                </a:lnTo>
                <a:cubicBezTo>
                  <a:pt x="14146" y="59111"/>
                  <a:pt x="15971" y="65066"/>
                  <a:pt x="19731" y="68606"/>
                </a:cubicBezTo>
                <a:cubicBezTo>
                  <a:pt x="23587" y="72187"/>
                  <a:pt x="28348" y="73957"/>
                  <a:pt x="34083" y="73957"/>
                </a:cubicBezTo>
                <a:cubicBezTo>
                  <a:pt x="39078" y="73957"/>
                  <a:pt x="43359" y="72681"/>
                  <a:pt x="46954" y="70101"/>
                </a:cubicBezTo>
                <a:cubicBezTo>
                  <a:pt x="50658" y="67535"/>
                  <a:pt x="53444" y="64256"/>
                  <a:pt x="55310" y="60236"/>
                </a:cubicBezTo>
                <a:cubicBezTo>
                  <a:pt x="57299" y="56119"/>
                  <a:pt x="58315" y="51880"/>
                  <a:pt x="58315" y="47585"/>
                </a:cubicBezTo>
                <a:lnTo>
                  <a:pt x="58315" y="0"/>
                </a:lnTo>
                <a:lnTo>
                  <a:pt x="72256" y="0"/>
                </a:lnTo>
                <a:lnTo>
                  <a:pt x="72256" y="84042"/>
                </a:lnTo>
                <a:lnTo>
                  <a:pt x="58960" y="84042"/>
                </a:lnTo>
                <a:lnTo>
                  <a:pt x="58960" y="71816"/>
                </a:lnTo>
                <a:lnTo>
                  <a:pt x="58315" y="71816"/>
                </a:lnTo>
                <a:cubicBezTo>
                  <a:pt x="56174" y="75837"/>
                  <a:pt x="52579" y="79322"/>
                  <a:pt x="47599" y="82327"/>
                </a:cubicBezTo>
                <a:cubicBezTo>
                  <a:pt x="42563" y="85167"/>
                  <a:pt x="37088" y="86608"/>
                  <a:pt x="31092" y="86608"/>
                </a:cubicBezTo>
                <a:close/>
                <a:moveTo>
                  <a:pt x="31092" y="86608"/>
                </a:move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4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E8126E2A-0112-4335-AD0E-74F7896644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6543" y="1144010"/>
            <a:ext cx="82766" cy="120485"/>
          </a:xfrm>
          <a:custGeom xmlns:a="http://schemas.openxmlformats.org/drawingml/2006/main">
            <a:pathLst>
              <a:path w="82766" h="120485">
                <a:moveTo>
                  <a:pt x="40093" y="120485"/>
                </a:moveTo>
                <a:cubicBezTo>
                  <a:pt x="32492" y="120485"/>
                  <a:pt x="25631" y="118606"/>
                  <a:pt x="19511" y="114915"/>
                </a:cubicBezTo>
                <a:cubicBezTo>
                  <a:pt x="13515" y="111059"/>
                  <a:pt x="8685" y="105804"/>
                  <a:pt x="5145" y="99053"/>
                </a:cubicBezTo>
                <a:cubicBezTo>
                  <a:pt x="1715" y="92343"/>
                  <a:pt x="0" y="84632"/>
                  <a:pt x="0" y="75892"/>
                </a:cubicBezTo>
                <a:cubicBezTo>
                  <a:pt x="0" y="67206"/>
                  <a:pt x="1715" y="59550"/>
                  <a:pt x="5145" y="52950"/>
                </a:cubicBezTo>
                <a:cubicBezTo>
                  <a:pt x="8685" y="46254"/>
                  <a:pt x="13515" y="40944"/>
                  <a:pt x="19511" y="37088"/>
                </a:cubicBezTo>
                <a:cubicBezTo>
                  <a:pt x="25631" y="33233"/>
                  <a:pt x="32492" y="31298"/>
                  <a:pt x="40093" y="31298"/>
                </a:cubicBezTo>
                <a:cubicBezTo>
                  <a:pt x="46954" y="31298"/>
                  <a:pt x="52799" y="32903"/>
                  <a:pt x="57670" y="36018"/>
                </a:cubicBezTo>
                <a:cubicBezTo>
                  <a:pt x="62664" y="39023"/>
                  <a:pt x="66355" y="42563"/>
                  <a:pt x="68825" y="46528"/>
                </a:cubicBezTo>
                <a:lnTo>
                  <a:pt x="69470" y="46528"/>
                </a:lnTo>
                <a:lnTo>
                  <a:pt x="68825" y="34728"/>
                </a:lnTo>
                <a:lnTo>
                  <a:pt x="68825" y="0"/>
                </a:lnTo>
                <a:lnTo>
                  <a:pt x="82766" y="0"/>
                </a:lnTo>
                <a:lnTo>
                  <a:pt x="82766" y="117920"/>
                </a:lnTo>
                <a:lnTo>
                  <a:pt x="69470" y="117920"/>
                </a:lnTo>
                <a:lnTo>
                  <a:pt x="69470" y="105474"/>
                </a:lnTo>
                <a:lnTo>
                  <a:pt x="68825" y="105474"/>
                </a:lnTo>
                <a:cubicBezTo>
                  <a:pt x="66355" y="109344"/>
                  <a:pt x="62664" y="112870"/>
                  <a:pt x="57670" y="115985"/>
                </a:cubicBezTo>
                <a:cubicBezTo>
                  <a:pt x="52799" y="118990"/>
                  <a:pt x="46954" y="120485"/>
                  <a:pt x="40093" y="120485"/>
                </a:cubicBezTo>
                <a:close/>
                <a:moveTo>
                  <a:pt x="41603" y="107834"/>
                </a:moveTo>
                <a:cubicBezTo>
                  <a:pt x="46419" y="107834"/>
                  <a:pt x="50919" y="106558"/>
                  <a:pt x="55104" y="103979"/>
                </a:cubicBezTo>
                <a:cubicBezTo>
                  <a:pt x="59385" y="101413"/>
                  <a:pt x="62815" y="97763"/>
                  <a:pt x="65395" y="93043"/>
                </a:cubicBezTo>
                <a:cubicBezTo>
                  <a:pt x="68071" y="88227"/>
                  <a:pt x="69470" y="82492"/>
                  <a:pt x="69470" y="75892"/>
                </a:cubicBezTo>
                <a:cubicBezTo>
                  <a:pt x="69470" y="69360"/>
                  <a:pt x="68071" y="63680"/>
                  <a:pt x="65395" y="58960"/>
                </a:cubicBezTo>
                <a:cubicBezTo>
                  <a:pt x="62815" y="54130"/>
                  <a:pt x="59385" y="50384"/>
                  <a:pt x="55104" y="47804"/>
                </a:cubicBezTo>
                <a:cubicBezTo>
                  <a:pt x="50919" y="45239"/>
                  <a:pt x="46419" y="43949"/>
                  <a:pt x="41603" y="43949"/>
                </a:cubicBezTo>
                <a:cubicBezTo>
                  <a:pt x="36718" y="43949"/>
                  <a:pt x="32162" y="45239"/>
                  <a:pt x="27881" y="47804"/>
                </a:cubicBezTo>
                <a:cubicBezTo>
                  <a:pt x="23696" y="50384"/>
                  <a:pt x="20266" y="54130"/>
                  <a:pt x="17591" y="58960"/>
                </a:cubicBezTo>
                <a:cubicBezTo>
                  <a:pt x="15011" y="63680"/>
                  <a:pt x="13721" y="69360"/>
                  <a:pt x="13721" y="75892"/>
                </a:cubicBezTo>
                <a:cubicBezTo>
                  <a:pt x="13721" y="82327"/>
                  <a:pt x="15011" y="88007"/>
                  <a:pt x="17591" y="92837"/>
                </a:cubicBezTo>
                <a:cubicBezTo>
                  <a:pt x="20266" y="97708"/>
                  <a:pt x="23696" y="101413"/>
                  <a:pt x="27881" y="103979"/>
                </a:cubicBezTo>
                <a:cubicBezTo>
                  <a:pt x="32162" y="106558"/>
                  <a:pt x="36718" y="107834"/>
                  <a:pt x="41603" y="107834"/>
                </a:cubicBezTo>
                <a:close/>
                <a:moveTo>
                  <a:pt x="41603" y="107834"/>
                </a:move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4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22CBB3A7-2B6A-41B0-8D03-1AD5BD8AE3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8217" y="1142295"/>
            <a:ext cx="20156" cy="119635"/>
          </a:xfrm>
          <a:custGeom xmlns:a="http://schemas.openxmlformats.org/drawingml/2006/main">
            <a:pathLst>
              <a:path w="20156" h="119635">
                <a:moveTo>
                  <a:pt x="10085" y="20156"/>
                </a:moveTo>
                <a:cubicBezTo>
                  <a:pt x="7355" y="20156"/>
                  <a:pt x="4994" y="19182"/>
                  <a:pt x="3005" y="17151"/>
                </a:cubicBezTo>
                <a:cubicBezTo>
                  <a:pt x="974" y="15162"/>
                  <a:pt x="0" y="12816"/>
                  <a:pt x="0" y="10071"/>
                </a:cubicBezTo>
                <a:cubicBezTo>
                  <a:pt x="0" y="7231"/>
                  <a:pt x="974" y="4871"/>
                  <a:pt x="3005" y="3005"/>
                </a:cubicBezTo>
                <a:cubicBezTo>
                  <a:pt x="4994" y="1015"/>
                  <a:pt x="7355" y="0"/>
                  <a:pt x="10085" y="0"/>
                </a:cubicBezTo>
                <a:cubicBezTo>
                  <a:pt x="12925" y="0"/>
                  <a:pt x="15285" y="1015"/>
                  <a:pt x="17151" y="3005"/>
                </a:cubicBezTo>
                <a:cubicBezTo>
                  <a:pt x="19141" y="4871"/>
                  <a:pt x="20156" y="7231"/>
                  <a:pt x="20156" y="10071"/>
                </a:cubicBezTo>
                <a:cubicBezTo>
                  <a:pt x="20156" y="12816"/>
                  <a:pt x="19141" y="15162"/>
                  <a:pt x="17151" y="17151"/>
                </a:cubicBezTo>
                <a:cubicBezTo>
                  <a:pt x="15285" y="19182"/>
                  <a:pt x="12925" y="20156"/>
                  <a:pt x="10085" y="20156"/>
                </a:cubicBezTo>
                <a:close/>
                <a:moveTo>
                  <a:pt x="3224" y="119635"/>
                </a:moveTo>
                <a:lnTo>
                  <a:pt x="3224" y="35593"/>
                </a:lnTo>
                <a:lnTo>
                  <a:pt x="17151" y="35593"/>
                </a:lnTo>
                <a:lnTo>
                  <a:pt x="17151" y="119635"/>
                </a:lnTo>
                <a:lnTo>
                  <a:pt x="3224" y="119635"/>
                </a:lnTo>
                <a:close/>
                <a:moveTo>
                  <a:pt x="3224" y="119635"/>
                </a:move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5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8990FA7C-B762-46F1-AD74-4335F5B6D8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72039" y="1175308"/>
            <a:ext cx="86196" cy="89187"/>
          </a:xfrm>
          <a:custGeom xmlns:a="http://schemas.openxmlformats.org/drawingml/2006/main">
            <a:pathLst>
              <a:path w="86196" h="89187">
                <a:moveTo>
                  <a:pt x="43098" y="89187"/>
                </a:moveTo>
                <a:cubicBezTo>
                  <a:pt x="34632" y="89187"/>
                  <a:pt x="27127" y="87266"/>
                  <a:pt x="20582" y="83397"/>
                </a:cubicBezTo>
                <a:cubicBezTo>
                  <a:pt x="14160" y="79432"/>
                  <a:pt x="9070" y="74080"/>
                  <a:pt x="5365" y="67316"/>
                </a:cubicBezTo>
                <a:cubicBezTo>
                  <a:pt x="1770" y="60620"/>
                  <a:pt x="0" y="53060"/>
                  <a:pt x="0" y="44594"/>
                </a:cubicBezTo>
                <a:cubicBezTo>
                  <a:pt x="0" y="36347"/>
                  <a:pt x="1770" y="28842"/>
                  <a:pt x="5365" y="22091"/>
                </a:cubicBezTo>
                <a:cubicBezTo>
                  <a:pt x="9070" y="15230"/>
                  <a:pt x="14160" y="9866"/>
                  <a:pt x="20582" y="6010"/>
                </a:cubicBezTo>
                <a:cubicBezTo>
                  <a:pt x="27127" y="2044"/>
                  <a:pt x="34632" y="0"/>
                  <a:pt x="43098" y="0"/>
                </a:cubicBezTo>
                <a:cubicBezTo>
                  <a:pt x="51509" y="0"/>
                  <a:pt x="58960" y="2044"/>
                  <a:pt x="65395" y="6010"/>
                </a:cubicBezTo>
                <a:cubicBezTo>
                  <a:pt x="71940" y="10030"/>
                  <a:pt x="77030" y="15436"/>
                  <a:pt x="80612" y="22297"/>
                </a:cubicBezTo>
                <a:cubicBezTo>
                  <a:pt x="84316" y="29048"/>
                  <a:pt x="86196" y="36443"/>
                  <a:pt x="86196" y="44594"/>
                </a:cubicBezTo>
                <a:cubicBezTo>
                  <a:pt x="86196" y="53060"/>
                  <a:pt x="84316" y="60620"/>
                  <a:pt x="80612" y="67316"/>
                </a:cubicBezTo>
                <a:cubicBezTo>
                  <a:pt x="77030" y="74080"/>
                  <a:pt x="71940" y="79432"/>
                  <a:pt x="65395" y="83397"/>
                </a:cubicBezTo>
                <a:cubicBezTo>
                  <a:pt x="58960" y="87266"/>
                  <a:pt x="51509" y="89187"/>
                  <a:pt x="43098" y="89187"/>
                </a:cubicBezTo>
                <a:close/>
                <a:moveTo>
                  <a:pt x="43098" y="76537"/>
                </a:moveTo>
                <a:cubicBezTo>
                  <a:pt x="48079" y="76537"/>
                  <a:pt x="52799" y="75357"/>
                  <a:pt x="57245" y="72900"/>
                </a:cubicBezTo>
                <a:cubicBezTo>
                  <a:pt x="61649" y="70321"/>
                  <a:pt x="65230" y="66685"/>
                  <a:pt x="67961" y="61965"/>
                </a:cubicBezTo>
                <a:cubicBezTo>
                  <a:pt x="70815" y="57135"/>
                  <a:pt x="72256" y="51345"/>
                  <a:pt x="72256" y="44594"/>
                </a:cubicBezTo>
                <a:cubicBezTo>
                  <a:pt x="72256" y="37898"/>
                  <a:pt x="70815" y="32162"/>
                  <a:pt x="67961" y="27442"/>
                </a:cubicBezTo>
                <a:cubicBezTo>
                  <a:pt x="65230" y="22626"/>
                  <a:pt x="61649" y="18976"/>
                  <a:pt x="57245" y="16507"/>
                </a:cubicBezTo>
                <a:cubicBezTo>
                  <a:pt x="52799" y="13941"/>
                  <a:pt x="48079" y="12651"/>
                  <a:pt x="43098" y="12651"/>
                </a:cubicBezTo>
                <a:cubicBezTo>
                  <a:pt x="38062" y="12651"/>
                  <a:pt x="33287" y="13941"/>
                  <a:pt x="28732" y="16507"/>
                </a:cubicBezTo>
                <a:cubicBezTo>
                  <a:pt x="24286" y="18976"/>
                  <a:pt x="20637" y="22626"/>
                  <a:pt x="17796" y="27442"/>
                </a:cubicBezTo>
                <a:cubicBezTo>
                  <a:pt x="15066" y="32162"/>
                  <a:pt x="13721" y="37898"/>
                  <a:pt x="13721" y="44594"/>
                </a:cubicBezTo>
                <a:cubicBezTo>
                  <a:pt x="13721" y="51345"/>
                  <a:pt x="15066" y="57135"/>
                  <a:pt x="17796" y="61965"/>
                </a:cubicBezTo>
                <a:cubicBezTo>
                  <a:pt x="20637" y="66685"/>
                  <a:pt x="24286" y="70321"/>
                  <a:pt x="28732" y="72900"/>
                </a:cubicBezTo>
                <a:cubicBezTo>
                  <a:pt x="33287" y="75357"/>
                  <a:pt x="38062" y="76537"/>
                  <a:pt x="43098" y="76537"/>
                </a:cubicBezTo>
                <a:close/>
                <a:moveTo>
                  <a:pt x="43098" y="76537"/>
                </a:move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5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B56AFEB4-B2F7-4BAA-8E23-15C53830AD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07110" y="1154301"/>
            <a:ext cx="49520" cy="108905"/>
          </a:xfrm>
          <a:custGeom xmlns:a="http://schemas.openxmlformats.org/drawingml/2006/main">
            <a:pathLst>
              <a:path w="49520" h="108905">
                <a:moveTo>
                  <a:pt x="37953" y="108905"/>
                </a:moveTo>
                <a:cubicBezTo>
                  <a:pt x="30927" y="108905"/>
                  <a:pt x="25302" y="106929"/>
                  <a:pt x="21007" y="102909"/>
                </a:cubicBezTo>
                <a:cubicBezTo>
                  <a:pt x="16726" y="98779"/>
                  <a:pt x="14586" y="92988"/>
                  <a:pt x="14586" y="85538"/>
                </a:cubicBezTo>
                <a:lnTo>
                  <a:pt x="14586" y="36238"/>
                </a:lnTo>
                <a:lnTo>
                  <a:pt x="0" y="36238"/>
                </a:lnTo>
                <a:lnTo>
                  <a:pt x="0" y="23587"/>
                </a:lnTo>
                <a:lnTo>
                  <a:pt x="14586" y="23587"/>
                </a:lnTo>
                <a:lnTo>
                  <a:pt x="14586" y="0"/>
                </a:lnTo>
                <a:lnTo>
                  <a:pt x="28513" y="0"/>
                </a:lnTo>
                <a:lnTo>
                  <a:pt x="28513" y="23587"/>
                </a:lnTo>
                <a:lnTo>
                  <a:pt x="49094" y="23587"/>
                </a:lnTo>
                <a:lnTo>
                  <a:pt x="49094" y="36238"/>
                </a:lnTo>
                <a:lnTo>
                  <a:pt x="28513" y="36238"/>
                </a:lnTo>
                <a:lnTo>
                  <a:pt x="28513" y="82107"/>
                </a:lnTo>
                <a:cubicBezTo>
                  <a:pt x="28513" y="86567"/>
                  <a:pt x="29377" y="89997"/>
                  <a:pt x="31092" y="92398"/>
                </a:cubicBezTo>
                <a:cubicBezTo>
                  <a:pt x="32917" y="94703"/>
                  <a:pt x="36018" y="95828"/>
                  <a:pt x="40313" y="95828"/>
                </a:cubicBezTo>
                <a:cubicBezTo>
                  <a:pt x="42124" y="95828"/>
                  <a:pt x="43784" y="95623"/>
                  <a:pt x="45239" y="95184"/>
                </a:cubicBezTo>
                <a:cubicBezTo>
                  <a:pt x="46789" y="94648"/>
                  <a:pt x="48244" y="93908"/>
                  <a:pt x="49520" y="93043"/>
                </a:cubicBezTo>
                <a:lnTo>
                  <a:pt x="49520" y="106764"/>
                </a:lnTo>
                <a:cubicBezTo>
                  <a:pt x="48079" y="107519"/>
                  <a:pt x="46528" y="107944"/>
                  <a:pt x="44813" y="108274"/>
                </a:cubicBezTo>
                <a:cubicBezTo>
                  <a:pt x="43098" y="108699"/>
                  <a:pt x="40793" y="108905"/>
                  <a:pt x="37953" y="108905"/>
                </a:cubicBezTo>
                <a:close/>
                <a:moveTo>
                  <a:pt x="37953" y="108905"/>
                </a:move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5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848AC351-98B2-4ECB-9C1E-593B21E01F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65055" y="1175308"/>
            <a:ext cx="86183" cy="89187"/>
          </a:xfrm>
          <a:custGeom xmlns:a="http://schemas.openxmlformats.org/drawingml/2006/main">
            <a:pathLst>
              <a:path w="86183" h="89187">
                <a:moveTo>
                  <a:pt x="43084" y="89187"/>
                </a:moveTo>
                <a:cubicBezTo>
                  <a:pt x="34618" y="89187"/>
                  <a:pt x="27113" y="87266"/>
                  <a:pt x="20582" y="83397"/>
                </a:cubicBezTo>
                <a:cubicBezTo>
                  <a:pt x="14146" y="79432"/>
                  <a:pt x="9056" y="74080"/>
                  <a:pt x="5351" y="67316"/>
                </a:cubicBezTo>
                <a:cubicBezTo>
                  <a:pt x="1770" y="60620"/>
                  <a:pt x="0" y="53060"/>
                  <a:pt x="0" y="44594"/>
                </a:cubicBezTo>
                <a:cubicBezTo>
                  <a:pt x="0" y="36347"/>
                  <a:pt x="1770" y="28842"/>
                  <a:pt x="5351" y="22091"/>
                </a:cubicBezTo>
                <a:cubicBezTo>
                  <a:pt x="9056" y="15230"/>
                  <a:pt x="14146" y="9866"/>
                  <a:pt x="20582" y="6010"/>
                </a:cubicBezTo>
                <a:cubicBezTo>
                  <a:pt x="27113" y="2044"/>
                  <a:pt x="34618" y="0"/>
                  <a:pt x="43084" y="0"/>
                </a:cubicBezTo>
                <a:cubicBezTo>
                  <a:pt x="51509" y="0"/>
                  <a:pt x="58960" y="2044"/>
                  <a:pt x="65381" y="6010"/>
                </a:cubicBezTo>
                <a:cubicBezTo>
                  <a:pt x="71926" y="10030"/>
                  <a:pt x="77017" y="15436"/>
                  <a:pt x="80612" y="22297"/>
                </a:cubicBezTo>
                <a:cubicBezTo>
                  <a:pt x="84303" y="29048"/>
                  <a:pt x="86183" y="36443"/>
                  <a:pt x="86183" y="44594"/>
                </a:cubicBezTo>
                <a:cubicBezTo>
                  <a:pt x="86183" y="53060"/>
                  <a:pt x="84303" y="60620"/>
                  <a:pt x="80612" y="67316"/>
                </a:cubicBezTo>
                <a:cubicBezTo>
                  <a:pt x="77017" y="74080"/>
                  <a:pt x="71926" y="79432"/>
                  <a:pt x="65381" y="83397"/>
                </a:cubicBezTo>
                <a:cubicBezTo>
                  <a:pt x="58960" y="87266"/>
                  <a:pt x="51509" y="89187"/>
                  <a:pt x="43084" y="89187"/>
                </a:cubicBezTo>
                <a:close/>
                <a:moveTo>
                  <a:pt x="43084" y="76537"/>
                </a:moveTo>
                <a:cubicBezTo>
                  <a:pt x="48079" y="76537"/>
                  <a:pt x="52785" y="75357"/>
                  <a:pt x="57245" y="72900"/>
                </a:cubicBezTo>
                <a:cubicBezTo>
                  <a:pt x="61635" y="70321"/>
                  <a:pt x="65230" y="66685"/>
                  <a:pt x="67961" y="61965"/>
                </a:cubicBezTo>
                <a:cubicBezTo>
                  <a:pt x="70801" y="57135"/>
                  <a:pt x="72242" y="51345"/>
                  <a:pt x="72242" y="44594"/>
                </a:cubicBezTo>
                <a:cubicBezTo>
                  <a:pt x="72242" y="37898"/>
                  <a:pt x="70801" y="32162"/>
                  <a:pt x="67961" y="27442"/>
                </a:cubicBezTo>
                <a:cubicBezTo>
                  <a:pt x="65230" y="22626"/>
                  <a:pt x="61635" y="18976"/>
                  <a:pt x="57245" y="16507"/>
                </a:cubicBezTo>
                <a:cubicBezTo>
                  <a:pt x="52785" y="13941"/>
                  <a:pt x="48079" y="12651"/>
                  <a:pt x="43084" y="12651"/>
                </a:cubicBezTo>
                <a:cubicBezTo>
                  <a:pt x="38049" y="12651"/>
                  <a:pt x="33287" y="13941"/>
                  <a:pt x="28732" y="16507"/>
                </a:cubicBezTo>
                <a:cubicBezTo>
                  <a:pt x="24273" y="18976"/>
                  <a:pt x="20637" y="22626"/>
                  <a:pt x="17796" y="27442"/>
                </a:cubicBezTo>
                <a:cubicBezTo>
                  <a:pt x="15052" y="32162"/>
                  <a:pt x="13721" y="37898"/>
                  <a:pt x="13721" y="44594"/>
                </a:cubicBezTo>
                <a:cubicBezTo>
                  <a:pt x="13721" y="51345"/>
                  <a:pt x="15052" y="57135"/>
                  <a:pt x="17796" y="61965"/>
                </a:cubicBezTo>
                <a:cubicBezTo>
                  <a:pt x="20637" y="66685"/>
                  <a:pt x="24273" y="70321"/>
                  <a:pt x="28732" y="72900"/>
                </a:cubicBezTo>
                <a:cubicBezTo>
                  <a:pt x="33287" y="75357"/>
                  <a:pt x="38049" y="76537"/>
                  <a:pt x="43084" y="76537"/>
                </a:cubicBezTo>
                <a:close/>
                <a:moveTo>
                  <a:pt x="43084" y="76537"/>
                </a:move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5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7620EDDD-8077-4DBE-962C-CF796CDC53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66619" y="1144010"/>
            <a:ext cx="72461" cy="117920"/>
          </a:xfrm>
          <a:custGeom xmlns:a="http://schemas.openxmlformats.org/drawingml/2006/main">
            <a:pathLst>
              <a:path w="72461" h="117920">
                <a:moveTo>
                  <a:pt x="0" y="117920"/>
                </a:moveTo>
                <a:lnTo>
                  <a:pt x="0" y="0"/>
                </a:lnTo>
                <a:lnTo>
                  <a:pt x="14146" y="0"/>
                </a:lnTo>
                <a:lnTo>
                  <a:pt x="14146" y="74177"/>
                </a:lnTo>
                <a:lnTo>
                  <a:pt x="53595" y="33878"/>
                </a:lnTo>
                <a:lnTo>
                  <a:pt x="71391" y="33878"/>
                </a:lnTo>
                <a:lnTo>
                  <a:pt x="71391" y="34522"/>
                </a:lnTo>
                <a:lnTo>
                  <a:pt x="38378" y="67741"/>
                </a:lnTo>
                <a:lnTo>
                  <a:pt x="72461" y="117275"/>
                </a:lnTo>
                <a:lnTo>
                  <a:pt x="72461" y="117920"/>
                </a:lnTo>
                <a:lnTo>
                  <a:pt x="55529" y="117920"/>
                </a:lnTo>
                <a:lnTo>
                  <a:pt x="28513" y="77607"/>
                </a:lnTo>
                <a:lnTo>
                  <a:pt x="14146" y="91973"/>
                </a:lnTo>
                <a:lnTo>
                  <a:pt x="14146" y="117920"/>
                </a:lnTo>
                <a:lnTo>
                  <a:pt x="0" y="117920"/>
                </a:lnTo>
                <a:close/>
                <a:moveTo>
                  <a:pt x="0" y="117920"/>
                </a:move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5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56E0A2AC-D33B-4B59-ADCE-6024765319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42990" y="1175308"/>
            <a:ext cx="80831" cy="89187"/>
          </a:xfrm>
          <a:custGeom xmlns:a="http://schemas.openxmlformats.org/drawingml/2006/main">
            <a:pathLst>
              <a:path w="80831" h="89187">
                <a:moveTo>
                  <a:pt x="41808" y="89187"/>
                </a:moveTo>
                <a:cubicBezTo>
                  <a:pt x="33672" y="89187"/>
                  <a:pt x="26427" y="87308"/>
                  <a:pt x="20156" y="83617"/>
                </a:cubicBezTo>
                <a:cubicBezTo>
                  <a:pt x="13831" y="79761"/>
                  <a:pt x="8905" y="74506"/>
                  <a:pt x="5365" y="67755"/>
                </a:cubicBezTo>
                <a:cubicBezTo>
                  <a:pt x="1770" y="61045"/>
                  <a:pt x="0" y="53389"/>
                  <a:pt x="0" y="44813"/>
                </a:cubicBezTo>
                <a:cubicBezTo>
                  <a:pt x="0" y="36828"/>
                  <a:pt x="1619" y="29487"/>
                  <a:pt x="4940" y="22722"/>
                </a:cubicBezTo>
                <a:cubicBezTo>
                  <a:pt x="8205" y="15862"/>
                  <a:pt x="12925" y="10401"/>
                  <a:pt x="19086" y="6216"/>
                </a:cubicBezTo>
                <a:cubicBezTo>
                  <a:pt x="25192" y="2099"/>
                  <a:pt x="32382" y="0"/>
                  <a:pt x="40532" y="0"/>
                </a:cubicBezTo>
                <a:cubicBezTo>
                  <a:pt x="48943" y="0"/>
                  <a:pt x="56065" y="1880"/>
                  <a:pt x="61965" y="5571"/>
                </a:cubicBezTo>
                <a:cubicBezTo>
                  <a:pt x="67975" y="9166"/>
                  <a:pt x="72585" y="14256"/>
                  <a:pt x="75905" y="20801"/>
                </a:cubicBezTo>
                <a:cubicBezTo>
                  <a:pt x="79171" y="27236"/>
                  <a:pt x="80831" y="34632"/>
                  <a:pt x="80831" y="42879"/>
                </a:cubicBezTo>
                <a:cubicBezTo>
                  <a:pt x="80831" y="43743"/>
                  <a:pt x="80721" y="44594"/>
                  <a:pt x="80625" y="45458"/>
                </a:cubicBezTo>
                <a:cubicBezTo>
                  <a:pt x="80625" y="46199"/>
                  <a:pt x="80516" y="46734"/>
                  <a:pt x="80406" y="47173"/>
                </a:cubicBezTo>
                <a:lnTo>
                  <a:pt x="13941" y="47173"/>
                </a:lnTo>
                <a:cubicBezTo>
                  <a:pt x="14366" y="53924"/>
                  <a:pt x="15930" y="59385"/>
                  <a:pt x="18661" y="63680"/>
                </a:cubicBezTo>
                <a:cubicBezTo>
                  <a:pt x="21501" y="67961"/>
                  <a:pt x="24986" y="71185"/>
                  <a:pt x="29171" y="73326"/>
                </a:cubicBezTo>
                <a:cubicBezTo>
                  <a:pt x="33452" y="75466"/>
                  <a:pt x="37788" y="76537"/>
                  <a:pt x="42247" y="76537"/>
                </a:cubicBezTo>
                <a:cubicBezTo>
                  <a:pt x="48353" y="76537"/>
                  <a:pt x="53444" y="75151"/>
                  <a:pt x="57464" y="72256"/>
                </a:cubicBezTo>
                <a:cubicBezTo>
                  <a:pt x="61430" y="69251"/>
                  <a:pt x="64640" y="65601"/>
                  <a:pt x="67110" y="61320"/>
                </a:cubicBezTo>
                <a:lnTo>
                  <a:pt x="78897" y="67110"/>
                </a:lnTo>
                <a:cubicBezTo>
                  <a:pt x="75576" y="73545"/>
                  <a:pt x="70870" y="78842"/>
                  <a:pt x="64750" y="82972"/>
                </a:cubicBezTo>
                <a:cubicBezTo>
                  <a:pt x="58589" y="87102"/>
                  <a:pt x="50919" y="89187"/>
                  <a:pt x="41808" y="89187"/>
                </a:cubicBezTo>
                <a:close/>
                <a:moveTo>
                  <a:pt x="40532" y="12651"/>
                </a:moveTo>
                <a:cubicBezTo>
                  <a:pt x="33768" y="12651"/>
                  <a:pt x="28142" y="14791"/>
                  <a:pt x="23587" y="19086"/>
                </a:cubicBezTo>
                <a:cubicBezTo>
                  <a:pt x="19141" y="23367"/>
                  <a:pt x="16191" y="28952"/>
                  <a:pt x="14805" y="35812"/>
                </a:cubicBezTo>
                <a:lnTo>
                  <a:pt x="66040" y="35812"/>
                </a:lnTo>
                <a:cubicBezTo>
                  <a:pt x="65875" y="32533"/>
                  <a:pt x="64970" y="29103"/>
                  <a:pt x="63254" y="25521"/>
                </a:cubicBezTo>
                <a:cubicBezTo>
                  <a:pt x="61539" y="21981"/>
                  <a:pt x="58809" y="18976"/>
                  <a:pt x="55104" y="16507"/>
                </a:cubicBezTo>
                <a:cubicBezTo>
                  <a:pt x="51509" y="13941"/>
                  <a:pt x="46638" y="12651"/>
                  <a:pt x="40532" y="12651"/>
                </a:cubicBezTo>
                <a:close/>
                <a:moveTo>
                  <a:pt x="40532" y="12651"/>
                </a:move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5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5FA31A25-23E6-4955-8867-16D67FA9E2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40013" y="1175308"/>
            <a:ext cx="72461" cy="86622"/>
          </a:xfrm>
          <a:custGeom xmlns:a="http://schemas.openxmlformats.org/drawingml/2006/main">
            <a:pathLst>
              <a:path w="72461" h="86622">
                <a:moveTo>
                  <a:pt x="0" y="86622"/>
                </a:moveTo>
                <a:lnTo>
                  <a:pt x="0" y="2580"/>
                </a:lnTo>
                <a:lnTo>
                  <a:pt x="13502" y="2580"/>
                </a:lnTo>
                <a:lnTo>
                  <a:pt x="13502" y="15011"/>
                </a:lnTo>
                <a:lnTo>
                  <a:pt x="14146" y="15011"/>
                </a:lnTo>
                <a:cubicBezTo>
                  <a:pt x="16287" y="11046"/>
                  <a:pt x="19827" y="7505"/>
                  <a:pt x="24863" y="4501"/>
                </a:cubicBezTo>
                <a:cubicBezTo>
                  <a:pt x="29857" y="1509"/>
                  <a:pt x="35263" y="0"/>
                  <a:pt x="41163" y="0"/>
                </a:cubicBezTo>
                <a:cubicBezTo>
                  <a:pt x="51564" y="0"/>
                  <a:pt x="59385" y="3005"/>
                  <a:pt x="64531" y="9001"/>
                </a:cubicBezTo>
                <a:cubicBezTo>
                  <a:pt x="69786" y="15011"/>
                  <a:pt x="72461" y="22942"/>
                  <a:pt x="72461" y="32807"/>
                </a:cubicBezTo>
                <a:lnTo>
                  <a:pt x="72461" y="86622"/>
                </a:lnTo>
                <a:lnTo>
                  <a:pt x="58315" y="86622"/>
                </a:lnTo>
                <a:lnTo>
                  <a:pt x="58315" y="34948"/>
                </a:lnTo>
                <a:cubicBezTo>
                  <a:pt x="58315" y="26797"/>
                  <a:pt x="56380" y="21117"/>
                  <a:pt x="52525" y="17796"/>
                </a:cubicBezTo>
                <a:cubicBezTo>
                  <a:pt x="48669" y="14366"/>
                  <a:pt x="43620" y="12651"/>
                  <a:pt x="37514" y="12651"/>
                </a:cubicBezTo>
                <a:cubicBezTo>
                  <a:pt x="32794" y="12651"/>
                  <a:pt x="28622" y="13941"/>
                  <a:pt x="25082" y="16507"/>
                </a:cubicBezTo>
                <a:cubicBezTo>
                  <a:pt x="21652" y="19086"/>
                  <a:pt x="18921" y="22462"/>
                  <a:pt x="16932" y="26592"/>
                </a:cubicBezTo>
                <a:cubicBezTo>
                  <a:pt x="15052" y="30612"/>
                  <a:pt x="14146" y="34893"/>
                  <a:pt x="14146" y="39448"/>
                </a:cubicBezTo>
                <a:lnTo>
                  <a:pt x="14146" y="86622"/>
                </a:lnTo>
                <a:lnTo>
                  <a:pt x="0" y="86622"/>
                </a:lnTo>
                <a:close/>
                <a:moveTo>
                  <a:pt x="0" y="86622"/>
                </a:move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5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1B7077C5-D168-4EB4-A500-3D843517FE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25550" y="1175308"/>
            <a:ext cx="68606" cy="89187"/>
          </a:xfrm>
          <a:custGeom xmlns:a="http://schemas.openxmlformats.org/drawingml/2006/main">
            <a:pathLst>
              <a:path w="68606" h="89187">
                <a:moveTo>
                  <a:pt x="35373" y="89187"/>
                </a:moveTo>
                <a:cubicBezTo>
                  <a:pt x="25947" y="89187"/>
                  <a:pt x="18222" y="86937"/>
                  <a:pt x="12226" y="82546"/>
                </a:cubicBezTo>
                <a:cubicBezTo>
                  <a:pt x="6325" y="78142"/>
                  <a:pt x="2250" y="72846"/>
                  <a:pt x="0" y="66685"/>
                </a:cubicBezTo>
                <a:lnTo>
                  <a:pt x="12431" y="61100"/>
                </a:lnTo>
                <a:cubicBezTo>
                  <a:pt x="14695" y="66150"/>
                  <a:pt x="17851" y="70060"/>
                  <a:pt x="21872" y="72900"/>
                </a:cubicBezTo>
                <a:cubicBezTo>
                  <a:pt x="26002" y="75631"/>
                  <a:pt x="30502" y="76976"/>
                  <a:pt x="35373" y="76976"/>
                </a:cubicBezTo>
                <a:cubicBezTo>
                  <a:pt x="40368" y="76976"/>
                  <a:pt x="44813" y="76001"/>
                  <a:pt x="48669" y="73971"/>
                </a:cubicBezTo>
                <a:cubicBezTo>
                  <a:pt x="52525" y="71830"/>
                  <a:pt x="54459" y="68715"/>
                  <a:pt x="54459" y="64531"/>
                </a:cubicBezTo>
                <a:cubicBezTo>
                  <a:pt x="54459" y="60840"/>
                  <a:pt x="52799" y="57999"/>
                  <a:pt x="49533" y="55955"/>
                </a:cubicBezTo>
                <a:cubicBezTo>
                  <a:pt x="46364" y="53814"/>
                  <a:pt x="41863" y="52044"/>
                  <a:pt x="36018" y="50604"/>
                </a:cubicBezTo>
                <a:lnTo>
                  <a:pt x="25947" y="48024"/>
                </a:lnTo>
                <a:cubicBezTo>
                  <a:pt x="21926" y="46899"/>
                  <a:pt x="18126" y="45348"/>
                  <a:pt x="14586" y="43304"/>
                </a:cubicBezTo>
                <a:cubicBezTo>
                  <a:pt x="11155" y="41328"/>
                  <a:pt x="8370" y="38749"/>
                  <a:pt x="6216" y="35593"/>
                </a:cubicBezTo>
                <a:cubicBezTo>
                  <a:pt x="4075" y="32478"/>
                  <a:pt x="3005" y="28677"/>
                  <a:pt x="3005" y="24232"/>
                </a:cubicBezTo>
                <a:cubicBezTo>
                  <a:pt x="3005" y="19251"/>
                  <a:pt x="4404" y="14956"/>
                  <a:pt x="7286" y="11361"/>
                </a:cubicBezTo>
                <a:cubicBezTo>
                  <a:pt x="10291" y="7670"/>
                  <a:pt x="14201" y="4885"/>
                  <a:pt x="19086" y="3005"/>
                </a:cubicBezTo>
                <a:cubicBezTo>
                  <a:pt x="23902" y="1015"/>
                  <a:pt x="29048" y="0"/>
                  <a:pt x="34522" y="0"/>
                </a:cubicBezTo>
                <a:cubicBezTo>
                  <a:pt x="41644" y="0"/>
                  <a:pt x="48134" y="1605"/>
                  <a:pt x="54034" y="4720"/>
                </a:cubicBezTo>
                <a:cubicBezTo>
                  <a:pt x="59865" y="7876"/>
                  <a:pt x="63995" y="12390"/>
                  <a:pt x="66465" y="18222"/>
                </a:cubicBezTo>
                <a:lnTo>
                  <a:pt x="54240" y="23806"/>
                </a:lnTo>
                <a:cubicBezTo>
                  <a:pt x="52209" y="19511"/>
                  <a:pt x="49424" y="16616"/>
                  <a:pt x="45884" y="15011"/>
                </a:cubicBezTo>
                <a:cubicBezTo>
                  <a:pt x="42453" y="13296"/>
                  <a:pt x="38598" y="12431"/>
                  <a:pt x="34303" y="12431"/>
                </a:cubicBezTo>
                <a:cubicBezTo>
                  <a:pt x="30022" y="12431"/>
                  <a:pt x="26056" y="13515"/>
                  <a:pt x="22516" y="15656"/>
                </a:cubicBezTo>
                <a:cubicBezTo>
                  <a:pt x="18921" y="17687"/>
                  <a:pt x="17151" y="20376"/>
                  <a:pt x="17151" y="23806"/>
                </a:cubicBezTo>
                <a:cubicBezTo>
                  <a:pt x="17151" y="27387"/>
                  <a:pt x="18496" y="30118"/>
                  <a:pt x="21227" y="31943"/>
                </a:cubicBezTo>
                <a:cubicBezTo>
                  <a:pt x="24067" y="33658"/>
                  <a:pt x="27497" y="35058"/>
                  <a:pt x="31517" y="36018"/>
                </a:cubicBezTo>
                <a:lnTo>
                  <a:pt x="43743" y="39242"/>
                </a:lnTo>
                <a:cubicBezTo>
                  <a:pt x="60304" y="43523"/>
                  <a:pt x="68606" y="51619"/>
                  <a:pt x="68606" y="63460"/>
                </a:cubicBezTo>
                <a:cubicBezTo>
                  <a:pt x="68606" y="68770"/>
                  <a:pt x="67110" y="73326"/>
                  <a:pt x="64105" y="77181"/>
                </a:cubicBezTo>
                <a:cubicBezTo>
                  <a:pt x="61210" y="81037"/>
                  <a:pt x="57245" y="84042"/>
                  <a:pt x="52099" y="86183"/>
                </a:cubicBezTo>
                <a:cubicBezTo>
                  <a:pt x="47064" y="88172"/>
                  <a:pt x="41493" y="89187"/>
                  <a:pt x="35373" y="89187"/>
                </a:cubicBezTo>
                <a:close/>
                <a:moveTo>
                  <a:pt x="35373" y="89187"/>
                </a:move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5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31BBC8C1-CE0C-4AF8-8A34-82BCB8A042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62791" y="1105632"/>
            <a:ext cx="814364" cy="231174"/>
          </a:xfrm>
          <a:custGeom xmlns:a="http://schemas.openxmlformats.org/drawingml/2006/main">
            <a:pathLst>
              <a:path w="814364" h="231174">
                <a:moveTo>
                  <a:pt x="106874" y="0"/>
                </a:moveTo>
                <a:lnTo>
                  <a:pt x="707490" y="0"/>
                </a:lnTo>
                <a:cubicBezTo>
                  <a:pt x="766669" y="0"/>
                  <a:pt x="814364" y="37953"/>
                  <a:pt x="814364" y="85002"/>
                </a:cubicBezTo>
                <a:lnTo>
                  <a:pt x="814364" y="146158"/>
                </a:lnTo>
                <a:cubicBezTo>
                  <a:pt x="814364" y="193276"/>
                  <a:pt x="766669" y="231174"/>
                  <a:pt x="707490" y="231174"/>
                </a:cubicBezTo>
                <a:lnTo>
                  <a:pt x="106874" y="231174"/>
                </a:lnTo>
                <a:cubicBezTo>
                  <a:pt x="47695" y="231174"/>
                  <a:pt x="0" y="193276"/>
                  <a:pt x="0" y="146158"/>
                </a:cubicBezTo>
                <a:lnTo>
                  <a:pt x="0" y="85002"/>
                </a:lnTo>
                <a:cubicBezTo>
                  <a:pt x="0" y="37953"/>
                  <a:pt x="47695" y="0"/>
                  <a:pt x="106874" y="0"/>
                </a:cubicBezTo>
                <a:close/>
                <a:moveTo>
                  <a:pt x="106874" y="0"/>
                </a:moveTo>
              </a:path>
            </a:pathLst>
          </a:custGeom>
          <a:solidFill xmlns:a="http://schemas.openxmlformats.org/drawingml/2006/main">
            <a:srgbClr val="DDE9A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5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0F7C6BA8-CFA7-40D6-BA02-4B8D48948F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62791" y="1105632"/>
            <a:ext cx="814364" cy="231174"/>
          </a:xfrm>
          <a:custGeom xmlns:a="http://schemas.openxmlformats.org/drawingml/2006/main">
            <a:pathLst>
              <a:path w="814364" h="231174" fill="none">
                <a:moveTo>
                  <a:pt x="106874" y="0"/>
                </a:moveTo>
                <a:lnTo>
                  <a:pt x="707490" y="0"/>
                </a:lnTo>
                <a:cubicBezTo>
                  <a:pt x="766669" y="0"/>
                  <a:pt x="814364" y="37953"/>
                  <a:pt x="814364" y="85002"/>
                </a:cubicBezTo>
                <a:lnTo>
                  <a:pt x="814364" y="146158"/>
                </a:lnTo>
                <a:cubicBezTo>
                  <a:pt x="814364" y="193276"/>
                  <a:pt x="766669" y="231174"/>
                  <a:pt x="707490" y="231174"/>
                </a:cubicBezTo>
                <a:lnTo>
                  <a:pt x="106874" y="231174"/>
                </a:lnTo>
                <a:cubicBezTo>
                  <a:pt x="47695" y="231174"/>
                  <a:pt x="0" y="193276"/>
                  <a:pt x="0" y="146158"/>
                </a:cubicBezTo>
                <a:lnTo>
                  <a:pt x="0" y="85002"/>
                </a:lnTo>
                <a:cubicBezTo>
                  <a:pt x="0" y="37953"/>
                  <a:pt x="47695" y="0"/>
                  <a:pt x="106874" y="0"/>
                </a:cubicBezTo>
                <a:close/>
                <a:moveTo>
                  <a:pt x="106874" y="0"/>
                </a:moveTo>
              </a:path>
            </a:pathLst>
          </a:custGeom>
          <a:noFill xmlns:a="http://schemas.openxmlformats.org/drawingml/2006/main"/>
          <a:ln xmlns:a="http://schemas.openxmlformats.org/drawingml/2006/main" w="14197" cap="flat">
            <a:solidFill>
              <a:srgbClr val="000000"/>
            </a:solidFill>
            <a:miter/>
          </a:ln>
        </p:spPr>
      </p:sp>
      <p:sp>
        <p:nvSpPr>
          <p:cNvPr id="15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CF7B385B-9DF1-4776-821E-69264EFFF8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16495" y="1176598"/>
            <a:ext cx="72887" cy="89187"/>
          </a:xfrm>
          <a:custGeom xmlns:a="http://schemas.openxmlformats.org/drawingml/2006/main">
            <a:pathLst>
              <a:path w="72887" h="89187">
                <a:moveTo>
                  <a:pt x="31723" y="89187"/>
                </a:moveTo>
                <a:cubicBezTo>
                  <a:pt x="25398" y="89187"/>
                  <a:pt x="19937" y="87953"/>
                  <a:pt x="15217" y="85538"/>
                </a:cubicBezTo>
                <a:cubicBezTo>
                  <a:pt x="10497" y="83136"/>
                  <a:pt x="6751" y="79857"/>
                  <a:pt x="4061" y="75686"/>
                </a:cubicBezTo>
                <a:cubicBezTo>
                  <a:pt x="1331" y="71391"/>
                  <a:pt x="0" y="66616"/>
                  <a:pt x="0" y="61320"/>
                </a:cubicBezTo>
                <a:cubicBezTo>
                  <a:pt x="0" y="55200"/>
                  <a:pt x="1550" y="50055"/>
                  <a:pt x="4706" y="45884"/>
                </a:cubicBezTo>
                <a:cubicBezTo>
                  <a:pt x="7986" y="41589"/>
                  <a:pt x="12267" y="38378"/>
                  <a:pt x="17577" y="36238"/>
                </a:cubicBezTo>
                <a:cubicBezTo>
                  <a:pt x="22983" y="34083"/>
                  <a:pt x="28938" y="33013"/>
                  <a:pt x="35373" y="33013"/>
                </a:cubicBezTo>
                <a:cubicBezTo>
                  <a:pt x="40944" y="33013"/>
                  <a:pt x="45870" y="33658"/>
                  <a:pt x="50165" y="34948"/>
                </a:cubicBezTo>
                <a:cubicBezTo>
                  <a:pt x="54445" y="36128"/>
                  <a:pt x="57505" y="37253"/>
                  <a:pt x="59385" y="38378"/>
                </a:cubicBezTo>
                <a:lnTo>
                  <a:pt x="59385" y="33233"/>
                </a:lnTo>
                <a:cubicBezTo>
                  <a:pt x="59385" y="26962"/>
                  <a:pt x="57080" y="21968"/>
                  <a:pt x="52525" y="18222"/>
                </a:cubicBezTo>
                <a:cubicBezTo>
                  <a:pt x="48079" y="14366"/>
                  <a:pt x="42659" y="12431"/>
                  <a:pt x="36224" y="12431"/>
                </a:cubicBezTo>
                <a:cubicBezTo>
                  <a:pt x="31614" y="12431"/>
                  <a:pt x="27333" y="13502"/>
                  <a:pt x="23367" y="15656"/>
                </a:cubicBezTo>
                <a:cubicBezTo>
                  <a:pt x="19347" y="17687"/>
                  <a:pt x="16177" y="20472"/>
                  <a:pt x="13927" y="24012"/>
                </a:cubicBezTo>
                <a:lnTo>
                  <a:pt x="3211" y="16081"/>
                </a:lnTo>
                <a:cubicBezTo>
                  <a:pt x="6641" y="11251"/>
                  <a:pt x="11196" y="7396"/>
                  <a:pt x="16932" y="4501"/>
                </a:cubicBezTo>
                <a:cubicBezTo>
                  <a:pt x="22612" y="1496"/>
                  <a:pt x="29048" y="0"/>
                  <a:pt x="36224" y="0"/>
                </a:cubicBezTo>
                <a:cubicBezTo>
                  <a:pt x="47640" y="0"/>
                  <a:pt x="56600" y="3115"/>
                  <a:pt x="63021" y="9221"/>
                </a:cubicBezTo>
                <a:cubicBezTo>
                  <a:pt x="69566" y="15217"/>
                  <a:pt x="72887" y="23312"/>
                  <a:pt x="72887" y="33438"/>
                </a:cubicBezTo>
                <a:lnTo>
                  <a:pt x="72887" y="86608"/>
                </a:lnTo>
                <a:lnTo>
                  <a:pt x="59385" y="86608"/>
                </a:lnTo>
                <a:lnTo>
                  <a:pt x="59385" y="74602"/>
                </a:lnTo>
                <a:lnTo>
                  <a:pt x="58740" y="74602"/>
                </a:lnTo>
                <a:cubicBezTo>
                  <a:pt x="56600" y="78361"/>
                  <a:pt x="53169" y="81682"/>
                  <a:pt x="48449" y="84687"/>
                </a:cubicBezTo>
                <a:cubicBezTo>
                  <a:pt x="43729" y="87692"/>
                  <a:pt x="38159" y="89187"/>
                  <a:pt x="31723" y="89187"/>
                </a:cubicBezTo>
                <a:close/>
                <a:moveTo>
                  <a:pt x="33013" y="76962"/>
                </a:moveTo>
                <a:cubicBezTo>
                  <a:pt x="37829" y="76962"/>
                  <a:pt x="42289" y="75782"/>
                  <a:pt x="46309" y="73326"/>
                </a:cubicBezTo>
                <a:cubicBezTo>
                  <a:pt x="50274" y="70911"/>
                  <a:pt x="53430" y="67700"/>
                  <a:pt x="55735" y="63680"/>
                </a:cubicBezTo>
                <a:cubicBezTo>
                  <a:pt x="58150" y="59550"/>
                  <a:pt x="59385" y="55049"/>
                  <a:pt x="59385" y="50165"/>
                </a:cubicBezTo>
                <a:cubicBezTo>
                  <a:pt x="56915" y="48449"/>
                  <a:pt x="53814" y="47118"/>
                  <a:pt x="49945" y="46089"/>
                </a:cubicBezTo>
                <a:cubicBezTo>
                  <a:pt x="46199" y="44964"/>
                  <a:pt x="42069" y="44374"/>
                  <a:pt x="37514" y="44374"/>
                </a:cubicBezTo>
                <a:cubicBezTo>
                  <a:pt x="29473" y="44374"/>
                  <a:pt x="23628" y="46034"/>
                  <a:pt x="19937" y="49314"/>
                </a:cubicBezTo>
                <a:cubicBezTo>
                  <a:pt x="16177" y="52634"/>
                  <a:pt x="14352" y="56600"/>
                  <a:pt x="14352" y="61320"/>
                </a:cubicBezTo>
                <a:cubicBezTo>
                  <a:pt x="14352" y="66026"/>
                  <a:pt x="16081" y="69841"/>
                  <a:pt x="19511" y="72681"/>
                </a:cubicBezTo>
                <a:cubicBezTo>
                  <a:pt x="23038" y="75576"/>
                  <a:pt x="27538" y="76962"/>
                  <a:pt x="33013" y="76962"/>
                </a:cubicBezTo>
                <a:close/>
                <a:moveTo>
                  <a:pt x="33013" y="76962"/>
                </a:move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6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E7C65C19-F2FD-45BC-B777-68C98605B4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07988" y="1179164"/>
            <a:ext cx="72242" cy="86622"/>
          </a:xfrm>
          <a:custGeom xmlns:a="http://schemas.openxmlformats.org/drawingml/2006/main">
            <a:pathLst>
              <a:path w="72242" h="86622">
                <a:moveTo>
                  <a:pt x="31078" y="86622"/>
                </a:moveTo>
                <a:cubicBezTo>
                  <a:pt x="20788" y="86622"/>
                  <a:pt x="12966" y="83617"/>
                  <a:pt x="7711" y="77621"/>
                </a:cubicBezTo>
                <a:cubicBezTo>
                  <a:pt x="2566" y="71611"/>
                  <a:pt x="0" y="63419"/>
                  <a:pt x="0" y="52964"/>
                </a:cubicBezTo>
                <a:lnTo>
                  <a:pt x="0" y="0"/>
                </a:lnTo>
                <a:lnTo>
                  <a:pt x="14146" y="0"/>
                </a:lnTo>
                <a:lnTo>
                  <a:pt x="14146" y="50823"/>
                </a:lnTo>
                <a:cubicBezTo>
                  <a:pt x="14146" y="59124"/>
                  <a:pt x="15971" y="65079"/>
                  <a:pt x="19717" y="68606"/>
                </a:cubicBezTo>
                <a:cubicBezTo>
                  <a:pt x="23573" y="72201"/>
                  <a:pt x="28348" y="73971"/>
                  <a:pt x="34083" y="73971"/>
                </a:cubicBezTo>
                <a:cubicBezTo>
                  <a:pt x="39064" y="73971"/>
                  <a:pt x="43359" y="72681"/>
                  <a:pt x="46940" y="70115"/>
                </a:cubicBezTo>
                <a:cubicBezTo>
                  <a:pt x="50645" y="67535"/>
                  <a:pt x="53430" y="64270"/>
                  <a:pt x="55310" y="60250"/>
                </a:cubicBezTo>
                <a:cubicBezTo>
                  <a:pt x="57286" y="56119"/>
                  <a:pt x="58315" y="51893"/>
                  <a:pt x="58315" y="47599"/>
                </a:cubicBezTo>
                <a:lnTo>
                  <a:pt x="58315" y="0"/>
                </a:lnTo>
                <a:lnTo>
                  <a:pt x="72242" y="0"/>
                </a:lnTo>
                <a:lnTo>
                  <a:pt x="72242" y="84042"/>
                </a:lnTo>
                <a:lnTo>
                  <a:pt x="58946" y="84042"/>
                </a:lnTo>
                <a:lnTo>
                  <a:pt x="58946" y="71830"/>
                </a:lnTo>
                <a:lnTo>
                  <a:pt x="58315" y="71830"/>
                </a:lnTo>
                <a:cubicBezTo>
                  <a:pt x="56161" y="75850"/>
                  <a:pt x="52579" y="79336"/>
                  <a:pt x="47585" y="82327"/>
                </a:cubicBezTo>
                <a:cubicBezTo>
                  <a:pt x="42549" y="85167"/>
                  <a:pt x="37088" y="86622"/>
                  <a:pt x="31078" y="86622"/>
                </a:cubicBezTo>
                <a:close/>
                <a:moveTo>
                  <a:pt x="31078" y="86622"/>
                </a:move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6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0D37ED3A-9DF6-4C9E-91C3-A8F612A7EB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5886" y="1145300"/>
            <a:ext cx="82752" cy="120485"/>
          </a:xfrm>
          <a:custGeom xmlns:a="http://schemas.openxmlformats.org/drawingml/2006/main">
            <a:pathLst>
              <a:path w="82752" h="120485">
                <a:moveTo>
                  <a:pt x="40093" y="120485"/>
                </a:moveTo>
                <a:cubicBezTo>
                  <a:pt x="32478" y="120485"/>
                  <a:pt x="25617" y="118606"/>
                  <a:pt x="19511" y="114915"/>
                </a:cubicBezTo>
                <a:cubicBezTo>
                  <a:pt x="13502" y="111045"/>
                  <a:pt x="8685" y="105804"/>
                  <a:pt x="5145" y="99039"/>
                </a:cubicBezTo>
                <a:cubicBezTo>
                  <a:pt x="1715" y="92343"/>
                  <a:pt x="0" y="84632"/>
                  <a:pt x="0" y="75892"/>
                </a:cubicBezTo>
                <a:cubicBezTo>
                  <a:pt x="0" y="67206"/>
                  <a:pt x="1715" y="59550"/>
                  <a:pt x="5145" y="52950"/>
                </a:cubicBezTo>
                <a:cubicBezTo>
                  <a:pt x="8685" y="46254"/>
                  <a:pt x="13502" y="40944"/>
                  <a:pt x="19511" y="37088"/>
                </a:cubicBezTo>
                <a:cubicBezTo>
                  <a:pt x="25617" y="33233"/>
                  <a:pt x="32478" y="31298"/>
                  <a:pt x="40093" y="31298"/>
                </a:cubicBezTo>
                <a:cubicBezTo>
                  <a:pt x="46954" y="31298"/>
                  <a:pt x="52799" y="32903"/>
                  <a:pt x="57670" y="36018"/>
                </a:cubicBezTo>
                <a:cubicBezTo>
                  <a:pt x="62651" y="39009"/>
                  <a:pt x="66355" y="42549"/>
                  <a:pt x="68812" y="46515"/>
                </a:cubicBezTo>
                <a:lnTo>
                  <a:pt x="69456" y="46515"/>
                </a:lnTo>
                <a:lnTo>
                  <a:pt x="68812" y="34728"/>
                </a:lnTo>
                <a:lnTo>
                  <a:pt x="68812" y="0"/>
                </a:lnTo>
                <a:lnTo>
                  <a:pt x="82752" y="0"/>
                </a:lnTo>
                <a:lnTo>
                  <a:pt x="82752" y="117906"/>
                </a:lnTo>
                <a:lnTo>
                  <a:pt x="69456" y="117906"/>
                </a:lnTo>
                <a:lnTo>
                  <a:pt x="69456" y="105474"/>
                </a:lnTo>
                <a:lnTo>
                  <a:pt x="68812" y="105474"/>
                </a:lnTo>
                <a:cubicBezTo>
                  <a:pt x="66355" y="109330"/>
                  <a:pt x="62651" y="112870"/>
                  <a:pt x="57670" y="115985"/>
                </a:cubicBezTo>
                <a:cubicBezTo>
                  <a:pt x="52799" y="118990"/>
                  <a:pt x="46954" y="120485"/>
                  <a:pt x="40093" y="120485"/>
                </a:cubicBezTo>
                <a:close/>
                <a:moveTo>
                  <a:pt x="41589" y="107834"/>
                </a:moveTo>
                <a:cubicBezTo>
                  <a:pt x="46419" y="107834"/>
                  <a:pt x="50919" y="106545"/>
                  <a:pt x="55090" y="103979"/>
                </a:cubicBezTo>
                <a:cubicBezTo>
                  <a:pt x="59385" y="101399"/>
                  <a:pt x="62815" y="97763"/>
                  <a:pt x="65381" y="93043"/>
                </a:cubicBezTo>
                <a:cubicBezTo>
                  <a:pt x="68071" y="88213"/>
                  <a:pt x="69456" y="82478"/>
                  <a:pt x="69456" y="75892"/>
                </a:cubicBezTo>
                <a:cubicBezTo>
                  <a:pt x="69456" y="69347"/>
                  <a:pt x="68071" y="63666"/>
                  <a:pt x="65381" y="58960"/>
                </a:cubicBezTo>
                <a:cubicBezTo>
                  <a:pt x="62815" y="54130"/>
                  <a:pt x="59385" y="50384"/>
                  <a:pt x="55090" y="47804"/>
                </a:cubicBezTo>
                <a:cubicBezTo>
                  <a:pt x="50919" y="45239"/>
                  <a:pt x="46419" y="43949"/>
                  <a:pt x="41589" y="43949"/>
                </a:cubicBezTo>
                <a:cubicBezTo>
                  <a:pt x="36718" y="43949"/>
                  <a:pt x="32162" y="45239"/>
                  <a:pt x="27868" y="47804"/>
                </a:cubicBezTo>
                <a:cubicBezTo>
                  <a:pt x="23683" y="50384"/>
                  <a:pt x="20252" y="54130"/>
                  <a:pt x="17577" y="58960"/>
                </a:cubicBezTo>
                <a:cubicBezTo>
                  <a:pt x="15011" y="63666"/>
                  <a:pt x="13721" y="69347"/>
                  <a:pt x="13721" y="75892"/>
                </a:cubicBezTo>
                <a:cubicBezTo>
                  <a:pt x="13721" y="82327"/>
                  <a:pt x="15011" y="88007"/>
                  <a:pt x="17577" y="92824"/>
                </a:cubicBezTo>
                <a:cubicBezTo>
                  <a:pt x="20252" y="97708"/>
                  <a:pt x="23683" y="101399"/>
                  <a:pt x="27868" y="103979"/>
                </a:cubicBezTo>
                <a:cubicBezTo>
                  <a:pt x="32162" y="106545"/>
                  <a:pt x="36718" y="107834"/>
                  <a:pt x="41589" y="107834"/>
                </a:cubicBezTo>
                <a:close/>
                <a:moveTo>
                  <a:pt x="41589" y="107834"/>
                </a:move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6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9121E0F5-B77B-4D87-BF5D-CCDB884EA3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297559" y="1143585"/>
            <a:ext cx="20156" cy="119621"/>
          </a:xfrm>
          <a:custGeom xmlns:a="http://schemas.openxmlformats.org/drawingml/2006/main">
            <a:pathLst>
              <a:path w="20156" h="119621">
                <a:moveTo>
                  <a:pt x="10071" y="20143"/>
                </a:moveTo>
                <a:cubicBezTo>
                  <a:pt x="7341" y="20143"/>
                  <a:pt x="4981" y="19182"/>
                  <a:pt x="3005" y="17151"/>
                </a:cubicBezTo>
                <a:cubicBezTo>
                  <a:pt x="960" y="15162"/>
                  <a:pt x="0" y="12802"/>
                  <a:pt x="0" y="10071"/>
                </a:cubicBezTo>
                <a:cubicBezTo>
                  <a:pt x="0" y="7231"/>
                  <a:pt x="960" y="4871"/>
                  <a:pt x="3005" y="2991"/>
                </a:cubicBezTo>
                <a:cubicBezTo>
                  <a:pt x="4981" y="1015"/>
                  <a:pt x="7341" y="0"/>
                  <a:pt x="10071" y="0"/>
                </a:cubicBezTo>
                <a:cubicBezTo>
                  <a:pt x="12912" y="0"/>
                  <a:pt x="15272" y="1015"/>
                  <a:pt x="17151" y="2991"/>
                </a:cubicBezTo>
                <a:cubicBezTo>
                  <a:pt x="19141" y="4871"/>
                  <a:pt x="20156" y="7231"/>
                  <a:pt x="20156" y="10071"/>
                </a:cubicBezTo>
                <a:cubicBezTo>
                  <a:pt x="20156" y="12802"/>
                  <a:pt x="19141" y="15162"/>
                  <a:pt x="17151" y="17151"/>
                </a:cubicBezTo>
                <a:cubicBezTo>
                  <a:pt x="15272" y="19182"/>
                  <a:pt x="12912" y="20143"/>
                  <a:pt x="10071" y="20143"/>
                </a:cubicBezTo>
                <a:close/>
                <a:moveTo>
                  <a:pt x="3211" y="119621"/>
                </a:moveTo>
                <a:lnTo>
                  <a:pt x="3211" y="35579"/>
                </a:lnTo>
                <a:lnTo>
                  <a:pt x="17151" y="35579"/>
                </a:lnTo>
                <a:lnTo>
                  <a:pt x="17151" y="119621"/>
                </a:lnTo>
                <a:lnTo>
                  <a:pt x="3211" y="119621"/>
                </a:lnTo>
                <a:close/>
                <a:moveTo>
                  <a:pt x="3211" y="119621"/>
                </a:move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6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13392ACC-A827-4F5B-9CBB-B458FC030A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31382" y="1176598"/>
            <a:ext cx="86183" cy="89187"/>
          </a:xfrm>
          <a:custGeom xmlns:a="http://schemas.openxmlformats.org/drawingml/2006/main">
            <a:pathLst>
              <a:path w="86183" h="89187">
                <a:moveTo>
                  <a:pt x="43084" y="89187"/>
                </a:moveTo>
                <a:cubicBezTo>
                  <a:pt x="34618" y="89187"/>
                  <a:pt x="27113" y="87253"/>
                  <a:pt x="20582" y="83397"/>
                </a:cubicBezTo>
                <a:cubicBezTo>
                  <a:pt x="14146" y="79432"/>
                  <a:pt x="9056" y="74067"/>
                  <a:pt x="5351" y="67316"/>
                </a:cubicBezTo>
                <a:cubicBezTo>
                  <a:pt x="1770" y="60620"/>
                  <a:pt x="0" y="53060"/>
                  <a:pt x="0" y="44594"/>
                </a:cubicBezTo>
                <a:cubicBezTo>
                  <a:pt x="0" y="36334"/>
                  <a:pt x="1770" y="28828"/>
                  <a:pt x="5351" y="22077"/>
                </a:cubicBezTo>
                <a:cubicBezTo>
                  <a:pt x="9056" y="15217"/>
                  <a:pt x="14146" y="9866"/>
                  <a:pt x="20582" y="5996"/>
                </a:cubicBezTo>
                <a:cubicBezTo>
                  <a:pt x="27113" y="2031"/>
                  <a:pt x="34618" y="0"/>
                  <a:pt x="43084" y="0"/>
                </a:cubicBezTo>
                <a:cubicBezTo>
                  <a:pt x="51509" y="0"/>
                  <a:pt x="58960" y="2031"/>
                  <a:pt x="65381" y="5996"/>
                </a:cubicBezTo>
                <a:cubicBezTo>
                  <a:pt x="71926" y="10016"/>
                  <a:pt x="77017" y="15436"/>
                  <a:pt x="80612" y="22297"/>
                </a:cubicBezTo>
                <a:cubicBezTo>
                  <a:pt x="84303" y="29048"/>
                  <a:pt x="86183" y="36443"/>
                  <a:pt x="86183" y="44594"/>
                </a:cubicBezTo>
                <a:cubicBezTo>
                  <a:pt x="86183" y="53060"/>
                  <a:pt x="84303" y="60620"/>
                  <a:pt x="80612" y="67316"/>
                </a:cubicBezTo>
                <a:cubicBezTo>
                  <a:pt x="77017" y="74067"/>
                  <a:pt x="71926" y="79432"/>
                  <a:pt x="65381" y="83397"/>
                </a:cubicBezTo>
                <a:cubicBezTo>
                  <a:pt x="58960" y="87253"/>
                  <a:pt x="51509" y="89187"/>
                  <a:pt x="43084" y="89187"/>
                </a:cubicBezTo>
                <a:close/>
                <a:moveTo>
                  <a:pt x="43084" y="76537"/>
                </a:moveTo>
                <a:cubicBezTo>
                  <a:pt x="48079" y="76537"/>
                  <a:pt x="52785" y="75357"/>
                  <a:pt x="57245" y="72887"/>
                </a:cubicBezTo>
                <a:cubicBezTo>
                  <a:pt x="61635" y="70321"/>
                  <a:pt x="65230" y="66671"/>
                  <a:pt x="67961" y="61965"/>
                </a:cubicBezTo>
                <a:cubicBezTo>
                  <a:pt x="70801" y="57135"/>
                  <a:pt x="72242" y="51345"/>
                  <a:pt x="72242" y="44594"/>
                </a:cubicBezTo>
                <a:cubicBezTo>
                  <a:pt x="72242" y="37898"/>
                  <a:pt x="70801" y="32162"/>
                  <a:pt x="67961" y="27442"/>
                </a:cubicBezTo>
                <a:cubicBezTo>
                  <a:pt x="65230" y="22612"/>
                  <a:pt x="61635" y="18976"/>
                  <a:pt x="57245" y="16507"/>
                </a:cubicBezTo>
                <a:cubicBezTo>
                  <a:pt x="52785" y="13941"/>
                  <a:pt x="48079" y="12651"/>
                  <a:pt x="43084" y="12651"/>
                </a:cubicBezTo>
                <a:cubicBezTo>
                  <a:pt x="38049" y="12651"/>
                  <a:pt x="33287" y="13941"/>
                  <a:pt x="28732" y="16507"/>
                </a:cubicBezTo>
                <a:cubicBezTo>
                  <a:pt x="24273" y="18976"/>
                  <a:pt x="20637" y="22612"/>
                  <a:pt x="17796" y="27442"/>
                </a:cubicBezTo>
                <a:cubicBezTo>
                  <a:pt x="15052" y="32162"/>
                  <a:pt x="13721" y="37898"/>
                  <a:pt x="13721" y="44594"/>
                </a:cubicBezTo>
                <a:cubicBezTo>
                  <a:pt x="13721" y="51345"/>
                  <a:pt x="15052" y="57135"/>
                  <a:pt x="17796" y="61965"/>
                </a:cubicBezTo>
                <a:cubicBezTo>
                  <a:pt x="20637" y="66671"/>
                  <a:pt x="24273" y="70321"/>
                  <a:pt x="28732" y="72887"/>
                </a:cubicBezTo>
                <a:cubicBezTo>
                  <a:pt x="33287" y="75357"/>
                  <a:pt x="38049" y="76537"/>
                  <a:pt x="43084" y="76537"/>
                </a:cubicBezTo>
                <a:close/>
                <a:moveTo>
                  <a:pt x="43084" y="76537"/>
                </a:move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6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1D42F995-CAC5-4A10-B688-D67C36514A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467729" y="1176598"/>
            <a:ext cx="86196" cy="89187"/>
          </a:xfrm>
          <a:custGeom xmlns:a="http://schemas.openxmlformats.org/drawingml/2006/main">
            <a:pathLst>
              <a:path w="86196" h="89187">
                <a:moveTo>
                  <a:pt x="43098" y="89187"/>
                </a:moveTo>
                <a:cubicBezTo>
                  <a:pt x="34632" y="89187"/>
                  <a:pt x="27127" y="87253"/>
                  <a:pt x="20582" y="83397"/>
                </a:cubicBezTo>
                <a:cubicBezTo>
                  <a:pt x="14160" y="79432"/>
                  <a:pt x="9056" y="74067"/>
                  <a:pt x="5365" y="67316"/>
                </a:cubicBezTo>
                <a:cubicBezTo>
                  <a:pt x="1770" y="60620"/>
                  <a:pt x="0" y="53060"/>
                  <a:pt x="0" y="44594"/>
                </a:cubicBezTo>
                <a:cubicBezTo>
                  <a:pt x="0" y="36334"/>
                  <a:pt x="1770" y="28828"/>
                  <a:pt x="5365" y="22077"/>
                </a:cubicBezTo>
                <a:cubicBezTo>
                  <a:pt x="9056" y="15217"/>
                  <a:pt x="14160" y="9866"/>
                  <a:pt x="20582" y="5996"/>
                </a:cubicBezTo>
                <a:cubicBezTo>
                  <a:pt x="27127" y="2031"/>
                  <a:pt x="34632" y="0"/>
                  <a:pt x="43098" y="0"/>
                </a:cubicBezTo>
                <a:cubicBezTo>
                  <a:pt x="51509" y="0"/>
                  <a:pt x="58960" y="2031"/>
                  <a:pt x="65395" y="5996"/>
                </a:cubicBezTo>
                <a:cubicBezTo>
                  <a:pt x="71940" y="10016"/>
                  <a:pt x="77030" y="15436"/>
                  <a:pt x="80612" y="22297"/>
                </a:cubicBezTo>
                <a:cubicBezTo>
                  <a:pt x="84316" y="29048"/>
                  <a:pt x="86196" y="36443"/>
                  <a:pt x="86196" y="44594"/>
                </a:cubicBezTo>
                <a:cubicBezTo>
                  <a:pt x="86196" y="53060"/>
                  <a:pt x="84316" y="60620"/>
                  <a:pt x="80612" y="67316"/>
                </a:cubicBezTo>
                <a:cubicBezTo>
                  <a:pt x="77030" y="74067"/>
                  <a:pt x="71940" y="79432"/>
                  <a:pt x="65395" y="83397"/>
                </a:cubicBezTo>
                <a:cubicBezTo>
                  <a:pt x="58960" y="87253"/>
                  <a:pt x="51509" y="89187"/>
                  <a:pt x="43098" y="89187"/>
                </a:cubicBezTo>
                <a:close/>
                <a:moveTo>
                  <a:pt x="43098" y="76537"/>
                </a:moveTo>
                <a:cubicBezTo>
                  <a:pt x="48079" y="76537"/>
                  <a:pt x="52799" y="75357"/>
                  <a:pt x="57245" y="72887"/>
                </a:cubicBezTo>
                <a:cubicBezTo>
                  <a:pt x="61649" y="70321"/>
                  <a:pt x="65230" y="66671"/>
                  <a:pt x="67961" y="61965"/>
                </a:cubicBezTo>
                <a:cubicBezTo>
                  <a:pt x="70801" y="57135"/>
                  <a:pt x="72256" y="51345"/>
                  <a:pt x="72256" y="44594"/>
                </a:cubicBezTo>
                <a:cubicBezTo>
                  <a:pt x="72256" y="37898"/>
                  <a:pt x="70801" y="32162"/>
                  <a:pt x="67961" y="27442"/>
                </a:cubicBezTo>
                <a:cubicBezTo>
                  <a:pt x="65230" y="22612"/>
                  <a:pt x="61649" y="18976"/>
                  <a:pt x="57245" y="16507"/>
                </a:cubicBezTo>
                <a:cubicBezTo>
                  <a:pt x="52799" y="13941"/>
                  <a:pt x="48079" y="12651"/>
                  <a:pt x="43098" y="12651"/>
                </a:cubicBezTo>
                <a:cubicBezTo>
                  <a:pt x="38062" y="12651"/>
                  <a:pt x="33287" y="13941"/>
                  <a:pt x="28732" y="16507"/>
                </a:cubicBezTo>
                <a:cubicBezTo>
                  <a:pt x="24286" y="18976"/>
                  <a:pt x="20637" y="22612"/>
                  <a:pt x="17796" y="27442"/>
                </a:cubicBezTo>
                <a:cubicBezTo>
                  <a:pt x="15066" y="32162"/>
                  <a:pt x="13721" y="37898"/>
                  <a:pt x="13721" y="44594"/>
                </a:cubicBezTo>
                <a:cubicBezTo>
                  <a:pt x="13721" y="51345"/>
                  <a:pt x="15066" y="57135"/>
                  <a:pt x="17796" y="61965"/>
                </a:cubicBezTo>
                <a:cubicBezTo>
                  <a:pt x="20637" y="66671"/>
                  <a:pt x="24286" y="70321"/>
                  <a:pt x="28732" y="72887"/>
                </a:cubicBezTo>
                <a:cubicBezTo>
                  <a:pt x="33287" y="75357"/>
                  <a:pt x="38062" y="76537"/>
                  <a:pt x="43098" y="76537"/>
                </a:cubicBezTo>
                <a:close/>
                <a:moveTo>
                  <a:pt x="43098" y="76537"/>
                </a:move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6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1A54FBB9-4884-431F-9098-221596BCC8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68662" y="1179164"/>
            <a:ext cx="72242" cy="86622"/>
          </a:xfrm>
          <a:custGeom xmlns:a="http://schemas.openxmlformats.org/drawingml/2006/main">
            <a:pathLst>
              <a:path w="72242" h="86622">
                <a:moveTo>
                  <a:pt x="31078" y="86622"/>
                </a:moveTo>
                <a:cubicBezTo>
                  <a:pt x="20788" y="86622"/>
                  <a:pt x="12966" y="83617"/>
                  <a:pt x="7711" y="77621"/>
                </a:cubicBezTo>
                <a:cubicBezTo>
                  <a:pt x="2566" y="71611"/>
                  <a:pt x="0" y="63419"/>
                  <a:pt x="0" y="52964"/>
                </a:cubicBezTo>
                <a:lnTo>
                  <a:pt x="0" y="0"/>
                </a:lnTo>
                <a:lnTo>
                  <a:pt x="14146" y="0"/>
                </a:lnTo>
                <a:lnTo>
                  <a:pt x="14146" y="50823"/>
                </a:lnTo>
                <a:cubicBezTo>
                  <a:pt x="14146" y="59124"/>
                  <a:pt x="15971" y="65079"/>
                  <a:pt x="19717" y="68606"/>
                </a:cubicBezTo>
                <a:cubicBezTo>
                  <a:pt x="23587" y="72201"/>
                  <a:pt x="28348" y="73971"/>
                  <a:pt x="34083" y="73971"/>
                </a:cubicBezTo>
                <a:cubicBezTo>
                  <a:pt x="39064" y="73971"/>
                  <a:pt x="43359" y="72681"/>
                  <a:pt x="46954" y="70115"/>
                </a:cubicBezTo>
                <a:cubicBezTo>
                  <a:pt x="50645" y="67535"/>
                  <a:pt x="53430" y="64270"/>
                  <a:pt x="55310" y="60250"/>
                </a:cubicBezTo>
                <a:cubicBezTo>
                  <a:pt x="57299" y="56119"/>
                  <a:pt x="58315" y="51893"/>
                  <a:pt x="58315" y="47599"/>
                </a:cubicBezTo>
                <a:lnTo>
                  <a:pt x="58315" y="0"/>
                </a:lnTo>
                <a:lnTo>
                  <a:pt x="72242" y="0"/>
                </a:lnTo>
                <a:lnTo>
                  <a:pt x="72242" y="84042"/>
                </a:lnTo>
                <a:lnTo>
                  <a:pt x="58960" y="84042"/>
                </a:lnTo>
                <a:lnTo>
                  <a:pt x="58960" y="71830"/>
                </a:lnTo>
                <a:lnTo>
                  <a:pt x="58315" y="71830"/>
                </a:lnTo>
                <a:cubicBezTo>
                  <a:pt x="56174" y="75850"/>
                  <a:pt x="52579" y="79336"/>
                  <a:pt x="47599" y="82327"/>
                </a:cubicBezTo>
                <a:cubicBezTo>
                  <a:pt x="42549" y="85167"/>
                  <a:pt x="37088" y="86622"/>
                  <a:pt x="31078" y="86622"/>
                </a:cubicBezTo>
                <a:close/>
                <a:moveTo>
                  <a:pt x="31078" y="86622"/>
                </a:move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6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DF165C2B-6689-4E77-AC23-3D184B942C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656930" y="1155591"/>
            <a:ext cx="49533" cy="108905"/>
          </a:xfrm>
          <a:custGeom xmlns:a="http://schemas.openxmlformats.org/drawingml/2006/main">
            <a:pathLst>
              <a:path w="49533" h="108905">
                <a:moveTo>
                  <a:pt x="37953" y="108905"/>
                </a:moveTo>
                <a:cubicBezTo>
                  <a:pt x="30927" y="108905"/>
                  <a:pt x="25302" y="106929"/>
                  <a:pt x="21021" y="102909"/>
                </a:cubicBezTo>
                <a:cubicBezTo>
                  <a:pt x="16726" y="98779"/>
                  <a:pt x="14586" y="92988"/>
                  <a:pt x="14586" y="85538"/>
                </a:cubicBezTo>
                <a:lnTo>
                  <a:pt x="14586" y="36224"/>
                </a:lnTo>
                <a:lnTo>
                  <a:pt x="0" y="36224"/>
                </a:lnTo>
                <a:lnTo>
                  <a:pt x="0" y="23573"/>
                </a:lnTo>
                <a:lnTo>
                  <a:pt x="14586" y="23573"/>
                </a:lnTo>
                <a:lnTo>
                  <a:pt x="14586" y="0"/>
                </a:lnTo>
                <a:lnTo>
                  <a:pt x="28526" y="0"/>
                </a:lnTo>
                <a:lnTo>
                  <a:pt x="28526" y="23573"/>
                </a:lnTo>
                <a:lnTo>
                  <a:pt x="49108" y="23573"/>
                </a:lnTo>
                <a:lnTo>
                  <a:pt x="49108" y="36224"/>
                </a:lnTo>
                <a:lnTo>
                  <a:pt x="28526" y="36224"/>
                </a:lnTo>
                <a:lnTo>
                  <a:pt x="28526" y="82107"/>
                </a:lnTo>
                <a:cubicBezTo>
                  <a:pt x="28526" y="86553"/>
                  <a:pt x="29377" y="89983"/>
                  <a:pt x="31092" y="92398"/>
                </a:cubicBezTo>
                <a:cubicBezTo>
                  <a:pt x="32917" y="94703"/>
                  <a:pt x="36018" y="95828"/>
                  <a:pt x="40313" y="95828"/>
                </a:cubicBezTo>
                <a:cubicBezTo>
                  <a:pt x="42138" y="95828"/>
                  <a:pt x="43798" y="95609"/>
                  <a:pt x="45239" y="95184"/>
                </a:cubicBezTo>
                <a:cubicBezTo>
                  <a:pt x="46803" y="94648"/>
                  <a:pt x="48244" y="93894"/>
                  <a:pt x="49533" y="93043"/>
                </a:cubicBezTo>
                <a:lnTo>
                  <a:pt x="49533" y="106764"/>
                </a:lnTo>
                <a:cubicBezTo>
                  <a:pt x="48079" y="107519"/>
                  <a:pt x="46528" y="107944"/>
                  <a:pt x="44813" y="108260"/>
                </a:cubicBezTo>
                <a:cubicBezTo>
                  <a:pt x="43098" y="108699"/>
                  <a:pt x="40793" y="108905"/>
                  <a:pt x="37953" y="108905"/>
                </a:cubicBezTo>
                <a:close/>
                <a:moveTo>
                  <a:pt x="37953" y="108905"/>
                </a:move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6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84590D5F-8753-4FB0-9706-6A68625D66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04027" y="1427915"/>
            <a:ext cx="1016394" cy="618686"/>
          </a:xfrm>
          <a:custGeom xmlns:a="http://schemas.openxmlformats.org/drawingml/2006/main">
            <a:pathLst>
              <a:path w="1016394" h="618686">
                <a:moveTo>
                  <a:pt x="163158" y="0"/>
                </a:moveTo>
                <a:lnTo>
                  <a:pt x="788486" y="0"/>
                </a:lnTo>
                <a:lnTo>
                  <a:pt x="1016394" y="618686"/>
                </a:lnTo>
                <a:lnTo>
                  <a:pt x="0" y="618686"/>
                </a:lnTo>
                <a:lnTo>
                  <a:pt x="163158" y="0"/>
                </a:lnTo>
                <a:close/>
                <a:moveTo>
                  <a:pt x="163158" y="0"/>
                </a:moveTo>
              </a:path>
            </a:pathLst>
          </a:custGeom>
          <a:solidFill xmlns:a="http://schemas.openxmlformats.org/drawingml/2006/main">
            <a:srgbClr val="D5E5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6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CBA393C1-F847-414F-BD01-3F7D44DFBF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04027" y="1427915"/>
            <a:ext cx="1016394" cy="618686"/>
          </a:xfrm>
          <a:custGeom xmlns:a="http://schemas.openxmlformats.org/drawingml/2006/main">
            <a:pathLst>
              <a:path w="1016394" h="618686" fill="none">
                <a:moveTo>
                  <a:pt x="163158" y="0"/>
                </a:moveTo>
                <a:lnTo>
                  <a:pt x="788486" y="0"/>
                </a:lnTo>
                <a:lnTo>
                  <a:pt x="1016394" y="618686"/>
                </a:lnTo>
                <a:lnTo>
                  <a:pt x="0" y="618686"/>
                </a:lnTo>
                <a:lnTo>
                  <a:pt x="163158" y="0"/>
                </a:lnTo>
                <a:close/>
                <a:moveTo>
                  <a:pt x="163158" y="0"/>
                </a:moveTo>
              </a:path>
            </a:pathLst>
          </a:custGeom>
          <a:noFill xmlns:a="http://schemas.openxmlformats.org/drawingml/2006/main"/>
          <a:ln xmlns:a="http://schemas.openxmlformats.org/drawingml/2006/main" w="14197" cap="flat">
            <a:solidFill>
              <a:srgbClr val="000000"/>
            </a:solidFill>
            <a:miter/>
          </a:ln>
        </p:spPr>
      </p:sp>
      <p:sp>
        <p:nvSpPr>
          <p:cNvPr id="16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1B14E849-8E6A-4ABD-8605-CA68B06740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27997" y="1573702"/>
            <a:ext cx="56174" cy="115559"/>
          </a:xfrm>
          <a:custGeom xmlns:a="http://schemas.openxmlformats.org/drawingml/2006/main">
            <a:pathLst>
              <a:path w="56174" h="115559">
                <a:moveTo>
                  <a:pt x="25727" y="0"/>
                </a:moveTo>
                <a:lnTo>
                  <a:pt x="25727" y="25521"/>
                </a:lnTo>
                <a:lnTo>
                  <a:pt x="56174" y="25521"/>
                </a:lnTo>
                <a:lnTo>
                  <a:pt x="56174" y="37088"/>
                </a:lnTo>
                <a:lnTo>
                  <a:pt x="25727" y="37088"/>
                </a:lnTo>
                <a:lnTo>
                  <a:pt x="25727" y="85977"/>
                </a:lnTo>
                <a:cubicBezTo>
                  <a:pt x="25727" y="93263"/>
                  <a:pt x="26688" y="97983"/>
                  <a:pt x="28732" y="100123"/>
                </a:cubicBezTo>
                <a:cubicBezTo>
                  <a:pt x="30708" y="102168"/>
                  <a:pt x="34783" y="103128"/>
                  <a:pt x="40944" y="103128"/>
                </a:cubicBezTo>
                <a:lnTo>
                  <a:pt x="56174" y="103128"/>
                </a:lnTo>
                <a:lnTo>
                  <a:pt x="56174" y="115559"/>
                </a:lnTo>
                <a:lnTo>
                  <a:pt x="40944" y="115559"/>
                </a:lnTo>
                <a:cubicBezTo>
                  <a:pt x="29473" y="115559"/>
                  <a:pt x="21542" y="113419"/>
                  <a:pt x="17151" y="109124"/>
                </a:cubicBezTo>
                <a:cubicBezTo>
                  <a:pt x="12857" y="104843"/>
                  <a:pt x="10716" y="97118"/>
                  <a:pt x="10716" y="85977"/>
                </a:cubicBezTo>
                <a:lnTo>
                  <a:pt x="10716" y="37088"/>
                </a:lnTo>
                <a:lnTo>
                  <a:pt x="0" y="37088"/>
                </a:lnTo>
                <a:lnTo>
                  <a:pt x="0" y="25521"/>
                </a:lnTo>
                <a:lnTo>
                  <a:pt x="10716" y="25521"/>
                </a:lnTo>
                <a:lnTo>
                  <a:pt x="10716" y="0"/>
                </a:lnTo>
                <a:lnTo>
                  <a:pt x="25727" y="0"/>
                </a:lnTo>
                <a:close/>
                <a:moveTo>
                  <a:pt x="25727" y="0"/>
                </a:move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7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CB6B6E27-4D95-4548-A2EE-40A69375E9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00732" y="1569201"/>
            <a:ext cx="77813" cy="122420"/>
          </a:xfrm>
          <a:custGeom xmlns:a="http://schemas.openxmlformats.org/drawingml/2006/main">
            <a:pathLst>
              <a:path w="77813" h="122420">
                <a:moveTo>
                  <a:pt x="5145" y="0"/>
                </a:moveTo>
                <a:lnTo>
                  <a:pt x="68812" y="0"/>
                </a:lnTo>
                <a:lnTo>
                  <a:pt x="68812" y="13721"/>
                </a:lnTo>
                <a:lnTo>
                  <a:pt x="19937" y="13721"/>
                </a:lnTo>
                <a:lnTo>
                  <a:pt x="19937" y="43098"/>
                </a:lnTo>
                <a:cubicBezTo>
                  <a:pt x="22352" y="42234"/>
                  <a:pt x="24698" y="41699"/>
                  <a:pt x="27003" y="41383"/>
                </a:cubicBezTo>
                <a:cubicBezTo>
                  <a:pt x="29418" y="40958"/>
                  <a:pt x="31778" y="40738"/>
                  <a:pt x="34083" y="40738"/>
                </a:cubicBezTo>
                <a:cubicBezTo>
                  <a:pt x="47489" y="40738"/>
                  <a:pt x="58150" y="44484"/>
                  <a:pt x="66026" y="51880"/>
                </a:cubicBezTo>
                <a:cubicBezTo>
                  <a:pt x="73847" y="59179"/>
                  <a:pt x="77813" y="69031"/>
                  <a:pt x="77813" y="81476"/>
                </a:cubicBezTo>
                <a:cubicBezTo>
                  <a:pt x="77813" y="94498"/>
                  <a:pt x="73751" y="104569"/>
                  <a:pt x="65601" y="111704"/>
                </a:cubicBezTo>
                <a:cubicBezTo>
                  <a:pt x="57560" y="118880"/>
                  <a:pt x="46309" y="122420"/>
                  <a:pt x="31723" y="122420"/>
                </a:cubicBezTo>
                <a:cubicBezTo>
                  <a:pt x="26578" y="122420"/>
                  <a:pt x="21323" y="121995"/>
                  <a:pt x="16067" y="121130"/>
                </a:cubicBezTo>
                <a:cubicBezTo>
                  <a:pt x="10936" y="120280"/>
                  <a:pt x="5571" y="118990"/>
                  <a:pt x="0" y="117275"/>
                </a:cubicBezTo>
                <a:lnTo>
                  <a:pt x="0" y="100988"/>
                </a:lnTo>
                <a:cubicBezTo>
                  <a:pt x="4816" y="103553"/>
                  <a:pt x="9852" y="105488"/>
                  <a:pt x="14997" y="106764"/>
                </a:cubicBezTo>
                <a:cubicBezTo>
                  <a:pt x="20143" y="108054"/>
                  <a:pt x="25562" y="108699"/>
                  <a:pt x="31298" y="108699"/>
                </a:cubicBezTo>
                <a:cubicBezTo>
                  <a:pt x="40573" y="108699"/>
                  <a:pt x="47914" y="106284"/>
                  <a:pt x="53375" y="101413"/>
                </a:cubicBezTo>
                <a:cubicBezTo>
                  <a:pt x="58795" y="96583"/>
                  <a:pt x="61526" y="89942"/>
                  <a:pt x="61526" y="81476"/>
                </a:cubicBezTo>
                <a:cubicBezTo>
                  <a:pt x="61526" y="73216"/>
                  <a:pt x="58795" y="66630"/>
                  <a:pt x="53375" y="61745"/>
                </a:cubicBezTo>
                <a:cubicBezTo>
                  <a:pt x="47914" y="56929"/>
                  <a:pt x="40573" y="54459"/>
                  <a:pt x="31298" y="54459"/>
                </a:cubicBezTo>
                <a:cubicBezTo>
                  <a:pt x="27003" y="54459"/>
                  <a:pt x="22612" y="54994"/>
                  <a:pt x="18222" y="55955"/>
                </a:cubicBezTo>
                <a:cubicBezTo>
                  <a:pt x="13927" y="56819"/>
                  <a:pt x="9536" y="58260"/>
                  <a:pt x="5145" y="60250"/>
                </a:cubicBezTo>
                <a:lnTo>
                  <a:pt x="5145" y="0"/>
                </a:lnTo>
                <a:close/>
                <a:moveTo>
                  <a:pt x="5145" y="0"/>
                </a:move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7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E139A42C-ECC3-4AFA-A422-7D3809CEEB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81922" y="1802886"/>
            <a:ext cx="83617" cy="94552"/>
          </a:xfrm>
          <a:custGeom xmlns:a="http://schemas.openxmlformats.org/drawingml/2006/main">
            <a:pathLst>
              <a:path w="83617" h="94552">
                <a:moveTo>
                  <a:pt x="83617" y="43523"/>
                </a:moveTo>
                <a:lnTo>
                  <a:pt x="83617" y="50604"/>
                </a:lnTo>
                <a:lnTo>
                  <a:pt x="15436" y="50604"/>
                </a:lnTo>
                <a:cubicBezTo>
                  <a:pt x="16136" y="60894"/>
                  <a:pt x="19196" y="68715"/>
                  <a:pt x="24657" y="73971"/>
                </a:cubicBezTo>
                <a:cubicBezTo>
                  <a:pt x="30228" y="79281"/>
                  <a:pt x="37843" y="81902"/>
                  <a:pt x="47599" y="81902"/>
                </a:cubicBezTo>
                <a:cubicBezTo>
                  <a:pt x="53279" y="81902"/>
                  <a:pt x="58795" y="81257"/>
                  <a:pt x="64105" y="79981"/>
                </a:cubicBezTo>
                <a:cubicBezTo>
                  <a:pt x="69525" y="78581"/>
                  <a:pt x="74876" y="76440"/>
                  <a:pt x="80186" y="73545"/>
                </a:cubicBezTo>
                <a:lnTo>
                  <a:pt x="80186" y="87692"/>
                </a:lnTo>
                <a:cubicBezTo>
                  <a:pt x="74725" y="89832"/>
                  <a:pt x="69251" y="91493"/>
                  <a:pt x="63680" y="92618"/>
                </a:cubicBezTo>
                <a:cubicBezTo>
                  <a:pt x="58109" y="93908"/>
                  <a:pt x="52428" y="94552"/>
                  <a:pt x="46734" y="94552"/>
                </a:cubicBezTo>
                <a:cubicBezTo>
                  <a:pt x="32437" y="94552"/>
                  <a:pt x="21062" y="90422"/>
                  <a:pt x="12651" y="82121"/>
                </a:cubicBezTo>
                <a:cubicBezTo>
                  <a:pt x="4185" y="73710"/>
                  <a:pt x="0" y="62335"/>
                  <a:pt x="0" y="48024"/>
                </a:cubicBezTo>
                <a:cubicBezTo>
                  <a:pt x="0" y="33342"/>
                  <a:pt x="3965" y="21666"/>
                  <a:pt x="12006" y="13090"/>
                </a:cubicBezTo>
                <a:cubicBezTo>
                  <a:pt x="19992" y="4404"/>
                  <a:pt x="30722" y="0"/>
                  <a:pt x="44168" y="0"/>
                </a:cubicBezTo>
                <a:cubicBezTo>
                  <a:pt x="56284" y="0"/>
                  <a:pt x="65875" y="3979"/>
                  <a:pt x="72900" y="11800"/>
                </a:cubicBezTo>
                <a:cubicBezTo>
                  <a:pt x="80022" y="19511"/>
                  <a:pt x="83617" y="30132"/>
                  <a:pt x="83617" y="43523"/>
                </a:cubicBezTo>
                <a:close/>
                <a:moveTo>
                  <a:pt x="68825" y="39023"/>
                </a:moveTo>
                <a:cubicBezTo>
                  <a:pt x="68661" y="31037"/>
                  <a:pt x="66355" y="24602"/>
                  <a:pt x="61965" y="19731"/>
                </a:cubicBezTo>
                <a:cubicBezTo>
                  <a:pt x="57519" y="14901"/>
                  <a:pt x="51674" y="12445"/>
                  <a:pt x="44388" y="12445"/>
                </a:cubicBezTo>
                <a:cubicBezTo>
                  <a:pt x="36073" y="12445"/>
                  <a:pt x="29432" y="14805"/>
                  <a:pt x="24451" y="19511"/>
                </a:cubicBezTo>
                <a:cubicBezTo>
                  <a:pt x="19566" y="24232"/>
                  <a:pt x="16781" y="30831"/>
                  <a:pt x="16081" y="39242"/>
                </a:cubicBezTo>
                <a:lnTo>
                  <a:pt x="68825" y="39023"/>
                </a:lnTo>
                <a:close/>
                <a:moveTo>
                  <a:pt x="68825" y="39023"/>
                </a:move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7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6C0069AA-C86F-43B2-9089-F4B332727D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89235" y="1802886"/>
            <a:ext cx="75466" cy="92192"/>
          </a:xfrm>
          <a:custGeom xmlns:a="http://schemas.openxmlformats.org/drawingml/2006/main">
            <a:pathLst>
              <a:path w="75466" h="92192">
                <a:moveTo>
                  <a:pt x="75466" y="37733"/>
                </a:moveTo>
                <a:lnTo>
                  <a:pt x="75466" y="92192"/>
                </a:lnTo>
                <a:lnTo>
                  <a:pt x="60661" y="92192"/>
                </a:lnTo>
                <a:lnTo>
                  <a:pt x="60661" y="38378"/>
                </a:lnTo>
                <a:cubicBezTo>
                  <a:pt x="60661" y="29802"/>
                  <a:pt x="58946" y="23477"/>
                  <a:pt x="55516" y="19306"/>
                </a:cubicBezTo>
                <a:cubicBezTo>
                  <a:pt x="52195" y="15011"/>
                  <a:pt x="47269" y="12870"/>
                  <a:pt x="40724" y="12870"/>
                </a:cubicBezTo>
                <a:cubicBezTo>
                  <a:pt x="32684" y="12870"/>
                  <a:pt x="26358" y="15436"/>
                  <a:pt x="21652" y="20582"/>
                </a:cubicBezTo>
                <a:cubicBezTo>
                  <a:pt x="17042" y="25631"/>
                  <a:pt x="14791" y="32547"/>
                  <a:pt x="14791" y="41383"/>
                </a:cubicBezTo>
                <a:lnTo>
                  <a:pt x="14791" y="92192"/>
                </a:lnTo>
                <a:lnTo>
                  <a:pt x="0" y="92192"/>
                </a:lnTo>
                <a:lnTo>
                  <a:pt x="0" y="2154"/>
                </a:lnTo>
                <a:lnTo>
                  <a:pt x="14791" y="2154"/>
                </a:lnTo>
                <a:lnTo>
                  <a:pt x="14791" y="16081"/>
                </a:lnTo>
                <a:cubicBezTo>
                  <a:pt x="18318" y="10675"/>
                  <a:pt x="22503" y="6655"/>
                  <a:pt x="27223" y="4075"/>
                </a:cubicBezTo>
                <a:cubicBezTo>
                  <a:pt x="32039" y="1400"/>
                  <a:pt x="37623" y="0"/>
                  <a:pt x="43949" y="0"/>
                </a:cubicBezTo>
                <a:cubicBezTo>
                  <a:pt x="54240" y="0"/>
                  <a:pt x="62006" y="3224"/>
                  <a:pt x="67316" y="9660"/>
                </a:cubicBezTo>
                <a:cubicBezTo>
                  <a:pt x="72722" y="15985"/>
                  <a:pt x="75466" y="25302"/>
                  <a:pt x="75466" y="37733"/>
                </a:cubicBezTo>
                <a:close/>
                <a:moveTo>
                  <a:pt x="75466" y="37733"/>
                </a:move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7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1E69B22C-C928-45A5-80EE-DE6C839A17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87588" y="1802886"/>
            <a:ext cx="71391" cy="94552"/>
          </a:xfrm>
          <a:custGeom xmlns:a="http://schemas.openxmlformats.org/drawingml/2006/main">
            <a:pathLst>
              <a:path w="71391" h="94552">
                <a:moveTo>
                  <a:pt x="71391" y="5585"/>
                </a:moveTo>
                <a:lnTo>
                  <a:pt x="71391" y="19511"/>
                </a:lnTo>
                <a:cubicBezTo>
                  <a:pt x="67096" y="17110"/>
                  <a:pt x="62870" y="15340"/>
                  <a:pt x="58740" y="14160"/>
                </a:cubicBezTo>
                <a:cubicBezTo>
                  <a:pt x="54555" y="13035"/>
                  <a:pt x="50370" y="12445"/>
                  <a:pt x="46089" y="12445"/>
                </a:cubicBezTo>
                <a:cubicBezTo>
                  <a:pt x="36334" y="12445"/>
                  <a:pt x="28828" y="15546"/>
                  <a:pt x="23573" y="21666"/>
                </a:cubicBezTo>
                <a:cubicBezTo>
                  <a:pt x="18277" y="27662"/>
                  <a:pt x="15642" y="36183"/>
                  <a:pt x="15642" y="47173"/>
                </a:cubicBezTo>
                <a:cubicBezTo>
                  <a:pt x="15642" y="58219"/>
                  <a:pt x="18277" y="66795"/>
                  <a:pt x="23573" y="72900"/>
                </a:cubicBezTo>
                <a:cubicBezTo>
                  <a:pt x="28828" y="78897"/>
                  <a:pt x="36334" y="81902"/>
                  <a:pt x="46089" y="81902"/>
                </a:cubicBezTo>
                <a:cubicBezTo>
                  <a:pt x="50370" y="81902"/>
                  <a:pt x="54555" y="81366"/>
                  <a:pt x="58740" y="80186"/>
                </a:cubicBezTo>
                <a:cubicBezTo>
                  <a:pt x="62870" y="79061"/>
                  <a:pt x="67096" y="77346"/>
                  <a:pt x="71391" y="75041"/>
                </a:cubicBezTo>
                <a:lnTo>
                  <a:pt x="71391" y="88762"/>
                </a:lnTo>
                <a:cubicBezTo>
                  <a:pt x="67206" y="90642"/>
                  <a:pt x="62911" y="92083"/>
                  <a:pt x="58521" y="93057"/>
                </a:cubicBezTo>
                <a:cubicBezTo>
                  <a:pt x="54075" y="94017"/>
                  <a:pt x="49355" y="94552"/>
                  <a:pt x="44374" y="94552"/>
                </a:cubicBezTo>
                <a:cubicBezTo>
                  <a:pt x="30763" y="94552"/>
                  <a:pt x="19992" y="90367"/>
                  <a:pt x="12006" y="81902"/>
                </a:cubicBezTo>
                <a:cubicBezTo>
                  <a:pt x="3965" y="73326"/>
                  <a:pt x="0" y="61745"/>
                  <a:pt x="0" y="47173"/>
                </a:cubicBezTo>
                <a:cubicBezTo>
                  <a:pt x="0" y="32588"/>
                  <a:pt x="3965" y="21131"/>
                  <a:pt x="12006" y="12651"/>
                </a:cubicBezTo>
                <a:cubicBezTo>
                  <a:pt x="20143" y="4240"/>
                  <a:pt x="31298" y="0"/>
                  <a:pt x="45444" y="0"/>
                </a:cubicBezTo>
                <a:cubicBezTo>
                  <a:pt x="49835" y="0"/>
                  <a:pt x="54240" y="549"/>
                  <a:pt x="58521" y="1509"/>
                </a:cubicBezTo>
                <a:cubicBezTo>
                  <a:pt x="62911" y="2360"/>
                  <a:pt x="67206" y="3760"/>
                  <a:pt x="71391" y="5585"/>
                </a:cubicBezTo>
                <a:close/>
                <a:moveTo>
                  <a:pt x="71391" y="5585"/>
                </a:move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7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C008A6F2-FEBC-48A2-943E-7367E41DA9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78106" y="1802886"/>
            <a:ext cx="82752" cy="94552"/>
          </a:xfrm>
          <a:custGeom xmlns:a="http://schemas.openxmlformats.org/drawingml/2006/main">
            <a:pathLst>
              <a:path w="82752" h="94552">
                <a:moveTo>
                  <a:pt x="41383" y="12445"/>
                </a:moveTo>
                <a:cubicBezTo>
                  <a:pt x="33507" y="12445"/>
                  <a:pt x="27236" y="15601"/>
                  <a:pt x="22516" y="21872"/>
                </a:cubicBezTo>
                <a:cubicBezTo>
                  <a:pt x="17906" y="28032"/>
                  <a:pt x="15656" y="36457"/>
                  <a:pt x="15656" y="47173"/>
                </a:cubicBezTo>
                <a:cubicBezTo>
                  <a:pt x="15656" y="58054"/>
                  <a:pt x="17906" y="66575"/>
                  <a:pt x="22516" y="72681"/>
                </a:cubicBezTo>
                <a:cubicBezTo>
                  <a:pt x="27072" y="78855"/>
                  <a:pt x="33342" y="81902"/>
                  <a:pt x="41383" y="81902"/>
                </a:cubicBezTo>
                <a:cubicBezTo>
                  <a:pt x="49204" y="81902"/>
                  <a:pt x="55420" y="78855"/>
                  <a:pt x="60030" y="72681"/>
                </a:cubicBezTo>
                <a:cubicBezTo>
                  <a:pt x="64750" y="66410"/>
                  <a:pt x="67110" y="57890"/>
                  <a:pt x="67110" y="47173"/>
                </a:cubicBezTo>
                <a:cubicBezTo>
                  <a:pt x="67110" y="36608"/>
                  <a:pt x="64750" y="28197"/>
                  <a:pt x="60030" y="21872"/>
                </a:cubicBezTo>
                <a:cubicBezTo>
                  <a:pt x="55420" y="15601"/>
                  <a:pt x="49204" y="12445"/>
                  <a:pt x="41383" y="12445"/>
                </a:cubicBezTo>
                <a:close/>
                <a:moveTo>
                  <a:pt x="41383" y="0"/>
                </a:moveTo>
                <a:cubicBezTo>
                  <a:pt x="54240" y="0"/>
                  <a:pt x="64325" y="4240"/>
                  <a:pt x="71611" y="12651"/>
                </a:cubicBezTo>
                <a:cubicBezTo>
                  <a:pt x="79006" y="20966"/>
                  <a:pt x="82752" y="32492"/>
                  <a:pt x="82752" y="47173"/>
                </a:cubicBezTo>
                <a:cubicBezTo>
                  <a:pt x="82752" y="61910"/>
                  <a:pt x="79006" y="73490"/>
                  <a:pt x="71611" y="81902"/>
                </a:cubicBezTo>
                <a:cubicBezTo>
                  <a:pt x="64325" y="90367"/>
                  <a:pt x="54240" y="94552"/>
                  <a:pt x="41383" y="94552"/>
                </a:cubicBezTo>
                <a:cubicBezTo>
                  <a:pt x="28513" y="94552"/>
                  <a:pt x="18331" y="90367"/>
                  <a:pt x="10936" y="81902"/>
                </a:cubicBezTo>
                <a:cubicBezTo>
                  <a:pt x="3650" y="73490"/>
                  <a:pt x="0" y="61910"/>
                  <a:pt x="0" y="47173"/>
                </a:cubicBezTo>
                <a:cubicBezTo>
                  <a:pt x="0" y="32492"/>
                  <a:pt x="3650" y="20966"/>
                  <a:pt x="10936" y="12651"/>
                </a:cubicBezTo>
                <a:cubicBezTo>
                  <a:pt x="18331" y="4240"/>
                  <a:pt x="28513" y="0"/>
                  <a:pt x="41383" y="0"/>
                </a:cubicBezTo>
                <a:close/>
                <a:moveTo>
                  <a:pt x="41383" y="0"/>
                </a:move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7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87D5BCE4-A0E5-4B24-AC86-9D16167844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78874" y="1769873"/>
            <a:ext cx="80612" cy="127565"/>
          </a:xfrm>
          <a:custGeom xmlns:a="http://schemas.openxmlformats.org/drawingml/2006/main">
            <a:pathLst>
              <a:path w="80612" h="127565">
                <a:moveTo>
                  <a:pt x="65820" y="48888"/>
                </a:moveTo>
                <a:lnTo>
                  <a:pt x="65820" y="0"/>
                </a:lnTo>
                <a:lnTo>
                  <a:pt x="80612" y="0"/>
                </a:lnTo>
                <a:lnTo>
                  <a:pt x="80612" y="125205"/>
                </a:lnTo>
                <a:lnTo>
                  <a:pt x="65820" y="125205"/>
                </a:lnTo>
                <a:lnTo>
                  <a:pt x="65820" y="111704"/>
                </a:lnTo>
                <a:cubicBezTo>
                  <a:pt x="62651" y="117014"/>
                  <a:pt x="58740" y="121034"/>
                  <a:pt x="54020" y="123710"/>
                </a:cubicBezTo>
                <a:cubicBezTo>
                  <a:pt x="49314" y="126276"/>
                  <a:pt x="43578" y="127565"/>
                  <a:pt x="36869" y="127565"/>
                </a:cubicBezTo>
                <a:cubicBezTo>
                  <a:pt x="25988" y="127565"/>
                  <a:pt x="17151" y="123230"/>
                  <a:pt x="10291" y="114489"/>
                </a:cubicBezTo>
                <a:cubicBezTo>
                  <a:pt x="3430" y="105804"/>
                  <a:pt x="0" y="94333"/>
                  <a:pt x="0" y="80186"/>
                </a:cubicBezTo>
                <a:cubicBezTo>
                  <a:pt x="0" y="66040"/>
                  <a:pt x="3430" y="54679"/>
                  <a:pt x="10291" y="46103"/>
                </a:cubicBezTo>
                <a:cubicBezTo>
                  <a:pt x="17151" y="37418"/>
                  <a:pt x="25988" y="33013"/>
                  <a:pt x="36869" y="33013"/>
                </a:cubicBezTo>
                <a:cubicBezTo>
                  <a:pt x="43578" y="33013"/>
                  <a:pt x="49314" y="34303"/>
                  <a:pt x="54020" y="36882"/>
                </a:cubicBezTo>
                <a:cubicBezTo>
                  <a:pt x="58740" y="39448"/>
                  <a:pt x="62651" y="43469"/>
                  <a:pt x="65820" y="48888"/>
                </a:cubicBezTo>
                <a:close/>
                <a:moveTo>
                  <a:pt x="15436" y="80186"/>
                </a:moveTo>
                <a:cubicBezTo>
                  <a:pt x="15436" y="91067"/>
                  <a:pt x="17632" y="99643"/>
                  <a:pt x="22077" y="105914"/>
                </a:cubicBezTo>
                <a:cubicBezTo>
                  <a:pt x="26482" y="112074"/>
                  <a:pt x="32643" y="115134"/>
                  <a:pt x="40519" y="115134"/>
                </a:cubicBezTo>
                <a:cubicBezTo>
                  <a:pt x="48340" y="115134"/>
                  <a:pt x="54514" y="112074"/>
                  <a:pt x="58960" y="105914"/>
                </a:cubicBezTo>
                <a:cubicBezTo>
                  <a:pt x="63515" y="99643"/>
                  <a:pt x="65820" y="91067"/>
                  <a:pt x="65820" y="80186"/>
                </a:cubicBezTo>
                <a:cubicBezTo>
                  <a:pt x="65820" y="69360"/>
                  <a:pt x="63515" y="60840"/>
                  <a:pt x="58960" y="54679"/>
                </a:cubicBezTo>
                <a:cubicBezTo>
                  <a:pt x="54514" y="48559"/>
                  <a:pt x="48340" y="45458"/>
                  <a:pt x="40519" y="45458"/>
                </a:cubicBezTo>
                <a:cubicBezTo>
                  <a:pt x="32643" y="45458"/>
                  <a:pt x="26482" y="48559"/>
                  <a:pt x="22077" y="54679"/>
                </a:cubicBezTo>
                <a:cubicBezTo>
                  <a:pt x="17632" y="60840"/>
                  <a:pt x="15436" y="69360"/>
                  <a:pt x="15436" y="80186"/>
                </a:cubicBezTo>
                <a:close/>
                <a:moveTo>
                  <a:pt x="15436" y="80186"/>
                </a:move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7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3C39BDD7-00FD-4506-A67F-AD4718D2F0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3388" y="1802886"/>
            <a:ext cx="83617" cy="94552"/>
          </a:xfrm>
          <a:custGeom xmlns:a="http://schemas.openxmlformats.org/drawingml/2006/main">
            <a:pathLst>
              <a:path w="83617" h="94552">
                <a:moveTo>
                  <a:pt x="83617" y="43523"/>
                </a:moveTo>
                <a:lnTo>
                  <a:pt x="83617" y="50604"/>
                </a:lnTo>
                <a:lnTo>
                  <a:pt x="15436" y="50604"/>
                </a:lnTo>
                <a:cubicBezTo>
                  <a:pt x="16136" y="60894"/>
                  <a:pt x="19196" y="68715"/>
                  <a:pt x="24657" y="73971"/>
                </a:cubicBezTo>
                <a:cubicBezTo>
                  <a:pt x="30228" y="79281"/>
                  <a:pt x="37843" y="81902"/>
                  <a:pt x="47599" y="81902"/>
                </a:cubicBezTo>
                <a:cubicBezTo>
                  <a:pt x="53279" y="81902"/>
                  <a:pt x="58795" y="81257"/>
                  <a:pt x="64105" y="79981"/>
                </a:cubicBezTo>
                <a:cubicBezTo>
                  <a:pt x="69525" y="78581"/>
                  <a:pt x="74876" y="76440"/>
                  <a:pt x="80186" y="73545"/>
                </a:cubicBezTo>
                <a:lnTo>
                  <a:pt x="80186" y="87692"/>
                </a:lnTo>
                <a:cubicBezTo>
                  <a:pt x="74712" y="89832"/>
                  <a:pt x="69251" y="91493"/>
                  <a:pt x="63680" y="92618"/>
                </a:cubicBezTo>
                <a:cubicBezTo>
                  <a:pt x="58109" y="93908"/>
                  <a:pt x="52415" y="94552"/>
                  <a:pt x="46734" y="94552"/>
                </a:cubicBezTo>
                <a:cubicBezTo>
                  <a:pt x="32423" y="94552"/>
                  <a:pt x="21062" y="90422"/>
                  <a:pt x="12651" y="82121"/>
                </a:cubicBezTo>
                <a:cubicBezTo>
                  <a:pt x="4185" y="73710"/>
                  <a:pt x="0" y="62335"/>
                  <a:pt x="0" y="48024"/>
                </a:cubicBezTo>
                <a:cubicBezTo>
                  <a:pt x="0" y="33342"/>
                  <a:pt x="3965" y="21666"/>
                  <a:pt x="12006" y="13090"/>
                </a:cubicBezTo>
                <a:cubicBezTo>
                  <a:pt x="19992" y="4404"/>
                  <a:pt x="30708" y="0"/>
                  <a:pt x="44168" y="0"/>
                </a:cubicBezTo>
                <a:cubicBezTo>
                  <a:pt x="56284" y="0"/>
                  <a:pt x="65875" y="3979"/>
                  <a:pt x="72900" y="11800"/>
                </a:cubicBezTo>
                <a:cubicBezTo>
                  <a:pt x="80022" y="19511"/>
                  <a:pt x="83617" y="30132"/>
                  <a:pt x="83617" y="43523"/>
                </a:cubicBezTo>
                <a:close/>
                <a:moveTo>
                  <a:pt x="68825" y="39023"/>
                </a:moveTo>
                <a:cubicBezTo>
                  <a:pt x="68661" y="31037"/>
                  <a:pt x="66355" y="24602"/>
                  <a:pt x="61965" y="19731"/>
                </a:cubicBezTo>
                <a:cubicBezTo>
                  <a:pt x="57519" y="14901"/>
                  <a:pt x="51674" y="12445"/>
                  <a:pt x="44388" y="12445"/>
                </a:cubicBezTo>
                <a:cubicBezTo>
                  <a:pt x="36073" y="12445"/>
                  <a:pt x="29432" y="14805"/>
                  <a:pt x="24437" y="19511"/>
                </a:cubicBezTo>
                <a:cubicBezTo>
                  <a:pt x="19566" y="24232"/>
                  <a:pt x="16781" y="30831"/>
                  <a:pt x="16081" y="39242"/>
                </a:cubicBezTo>
                <a:lnTo>
                  <a:pt x="68825" y="39023"/>
                </a:lnTo>
                <a:close/>
                <a:moveTo>
                  <a:pt x="68825" y="39023"/>
                </a:move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7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7779B61B-5C0F-41F9-9144-4B9F88ACBD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90688" y="1802886"/>
            <a:ext cx="52744" cy="92192"/>
          </a:xfrm>
          <a:custGeom xmlns:a="http://schemas.openxmlformats.org/drawingml/2006/main">
            <a:pathLst>
              <a:path w="52744" h="92192">
                <a:moveTo>
                  <a:pt x="52744" y="15875"/>
                </a:moveTo>
                <a:cubicBezTo>
                  <a:pt x="51029" y="15011"/>
                  <a:pt x="49149" y="14366"/>
                  <a:pt x="47173" y="13941"/>
                </a:cubicBezTo>
                <a:cubicBezTo>
                  <a:pt x="45293" y="13406"/>
                  <a:pt x="43153" y="13090"/>
                  <a:pt x="40738" y="13090"/>
                </a:cubicBezTo>
                <a:cubicBezTo>
                  <a:pt x="32437" y="13090"/>
                  <a:pt x="26002" y="15820"/>
                  <a:pt x="21446" y="21227"/>
                </a:cubicBezTo>
                <a:cubicBezTo>
                  <a:pt x="17000" y="26701"/>
                  <a:pt x="14805" y="34522"/>
                  <a:pt x="14805" y="44813"/>
                </a:cubicBezTo>
                <a:lnTo>
                  <a:pt x="14805" y="92192"/>
                </a:lnTo>
                <a:lnTo>
                  <a:pt x="0" y="92192"/>
                </a:lnTo>
                <a:lnTo>
                  <a:pt x="0" y="2154"/>
                </a:lnTo>
                <a:lnTo>
                  <a:pt x="14805" y="2154"/>
                </a:lnTo>
                <a:lnTo>
                  <a:pt x="14805" y="16081"/>
                </a:lnTo>
                <a:cubicBezTo>
                  <a:pt x="17906" y="10675"/>
                  <a:pt x="21981" y="6655"/>
                  <a:pt x="27017" y="4075"/>
                </a:cubicBezTo>
                <a:cubicBezTo>
                  <a:pt x="31998" y="1400"/>
                  <a:pt x="38062" y="0"/>
                  <a:pt x="45239" y="0"/>
                </a:cubicBezTo>
                <a:cubicBezTo>
                  <a:pt x="46213" y="0"/>
                  <a:pt x="47283" y="110"/>
                  <a:pt x="48463" y="220"/>
                </a:cubicBezTo>
                <a:cubicBezTo>
                  <a:pt x="49739" y="384"/>
                  <a:pt x="51084" y="590"/>
                  <a:pt x="52538" y="864"/>
                </a:cubicBezTo>
                <a:lnTo>
                  <a:pt x="52744" y="15875"/>
                </a:lnTo>
                <a:close/>
                <a:moveTo>
                  <a:pt x="52744" y="15875"/>
                </a:move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7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44A4DDFE-1498-4AB1-A76C-23312BFD97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05175" y="1427915"/>
            <a:ext cx="3018062" cy="618686"/>
          </a:xfrm>
          <a:custGeom xmlns:a="http://schemas.openxmlformats.org/drawingml/2006/main">
            <a:pathLst>
              <a:path w="3018062" h="618686">
                <a:moveTo>
                  <a:pt x="1196580" y="0"/>
                </a:moveTo>
                <a:lnTo>
                  <a:pt x="1821907" y="0"/>
                </a:lnTo>
                <a:lnTo>
                  <a:pt x="3018062" y="618686"/>
                </a:lnTo>
                <a:lnTo>
                  <a:pt x="0" y="618686"/>
                </a:lnTo>
                <a:lnTo>
                  <a:pt x="1196580" y="0"/>
                </a:lnTo>
                <a:close/>
                <a:moveTo>
                  <a:pt x="1196580" y="0"/>
                </a:moveTo>
              </a:path>
            </a:pathLst>
          </a:custGeom>
          <a:solidFill xmlns:a="http://schemas.openxmlformats.org/drawingml/2006/main">
            <a:srgbClr val="FFEEAA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7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DCD2ED18-BB06-4628-980C-32C4D3290E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05175" y="1427915"/>
            <a:ext cx="3018062" cy="618686"/>
          </a:xfrm>
          <a:custGeom xmlns:a="http://schemas.openxmlformats.org/drawingml/2006/main">
            <a:pathLst>
              <a:path w="3018062" h="618686" fill="none">
                <a:moveTo>
                  <a:pt x="1196580" y="0"/>
                </a:moveTo>
                <a:lnTo>
                  <a:pt x="1821907" y="0"/>
                </a:lnTo>
                <a:lnTo>
                  <a:pt x="3018062" y="618686"/>
                </a:lnTo>
                <a:lnTo>
                  <a:pt x="0" y="618686"/>
                </a:lnTo>
                <a:lnTo>
                  <a:pt x="1196580" y="0"/>
                </a:lnTo>
                <a:close/>
                <a:moveTo>
                  <a:pt x="1196580" y="0"/>
                </a:moveTo>
              </a:path>
            </a:pathLst>
          </a:custGeom>
          <a:noFill xmlns:a="http://schemas.openxmlformats.org/drawingml/2006/main"/>
          <a:ln xmlns:a="http://schemas.openxmlformats.org/drawingml/2006/main" w="14197" cap="flat">
            <a:solidFill>
              <a:srgbClr val="000000"/>
            </a:solidFill>
            <a:miter/>
          </a:ln>
        </p:spPr>
      </p:sp>
      <p:sp>
        <p:nvSpPr>
          <p:cNvPr id="18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42435DDF-7718-46FA-B0D7-1783808E85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94990" y="1569201"/>
            <a:ext cx="109975" cy="120060"/>
          </a:xfrm>
          <a:custGeom xmlns:a="http://schemas.openxmlformats.org/drawingml/2006/main">
            <a:pathLst>
              <a:path w="109975" h="120060">
                <a:moveTo>
                  <a:pt x="0" y="0"/>
                </a:moveTo>
                <a:lnTo>
                  <a:pt x="24218" y="0"/>
                </a:lnTo>
                <a:lnTo>
                  <a:pt x="54885" y="81682"/>
                </a:lnTo>
                <a:lnTo>
                  <a:pt x="85757" y="0"/>
                </a:lnTo>
                <a:lnTo>
                  <a:pt x="109975" y="0"/>
                </a:lnTo>
                <a:lnTo>
                  <a:pt x="109975" y="120060"/>
                </a:lnTo>
                <a:lnTo>
                  <a:pt x="94113" y="120060"/>
                </a:lnTo>
                <a:lnTo>
                  <a:pt x="94113" y="14586"/>
                </a:lnTo>
                <a:lnTo>
                  <a:pt x="63021" y="96912"/>
                </a:lnTo>
                <a:lnTo>
                  <a:pt x="46734" y="96912"/>
                </a:lnTo>
                <a:lnTo>
                  <a:pt x="15862" y="14586"/>
                </a:lnTo>
                <a:lnTo>
                  <a:pt x="15862" y="120060"/>
                </a:lnTo>
                <a:lnTo>
                  <a:pt x="0" y="120060"/>
                </a:lnTo>
                <a:lnTo>
                  <a:pt x="0" y="0"/>
                </a:lnTo>
                <a:close/>
                <a:moveTo>
                  <a:pt x="0" y="0"/>
                </a:move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8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92232D80-2664-4164-85BB-1C5ECC712C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22226" y="1569201"/>
            <a:ext cx="109989" cy="120060"/>
          </a:xfrm>
          <a:custGeom xmlns:a="http://schemas.openxmlformats.org/drawingml/2006/main">
            <a:pathLst>
              <a:path w="109989" h="120060">
                <a:moveTo>
                  <a:pt x="55104" y="16081"/>
                </a:moveTo>
                <a:lnTo>
                  <a:pt x="33013" y="75686"/>
                </a:lnTo>
                <a:lnTo>
                  <a:pt x="77181" y="75686"/>
                </a:lnTo>
                <a:lnTo>
                  <a:pt x="55104" y="16081"/>
                </a:lnTo>
                <a:close/>
                <a:moveTo>
                  <a:pt x="45884" y="0"/>
                </a:moveTo>
                <a:lnTo>
                  <a:pt x="64325" y="0"/>
                </a:lnTo>
                <a:lnTo>
                  <a:pt x="109989" y="120060"/>
                </a:lnTo>
                <a:lnTo>
                  <a:pt x="93043" y="120060"/>
                </a:lnTo>
                <a:lnTo>
                  <a:pt x="82107" y="89187"/>
                </a:lnTo>
                <a:lnTo>
                  <a:pt x="28087" y="89187"/>
                </a:lnTo>
                <a:lnTo>
                  <a:pt x="17151" y="120060"/>
                </a:lnTo>
                <a:lnTo>
                  <a:pt x="0" y="120060"/>
                </a:lnTo>
                <a:lnTo>
                  <a:pt x="45884" y="0"/>
                </a:lnTo>
                <a:close/>
                <a:moveTo>
                  <a:pt x="45884" y="0"/>
                </a:move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8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FAE7F6D9-CDF5-45FB-A182-0D3DCDCB92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39926" y="1567061"/>
            <a:ext cx="104843" cy="124561"/>
          </a:xfrm>
          <a:custGeom xmlns:a="http://schemas.openxmlformats.org/drawingml/2006/main">
            <a:pathLst>
              <a:path w="104843" h="124561">
                <a:moveTo>
                  <a:pt x="88762" y="105049"/>
                </a:moveTo>
                <a:lnTo>
                  <a:pt x="88762" y="72887"/>
                </a:lnTo>
                <a:lnTo>
                  <a:pt x="62171" y="72887"/>
                </a:lnTo>
                <a:lnTo>
                  <a:pt x="62171" y="59385"/>
                </a:lnTo>
                <a:lnTo>
                  <a:pt x="104843" y="59385"/>
                </a:lnTo>
                <a:lnTo>
                  <a:pt x="104843" y="111059"/>
                </a:lnTo>
                <a:cubicBezTo>
                  <a:pt x="98518" y="115505"/>
                  <a:pt x="91602" y="118880"/>
                  <a:pt x="84042" y="121130"/>
                </a:cubicBezTo>
                <a:cubicBezTo>
                  <a:pt x="76591" y="123381"/>
                  <a:pt x="68606" y="124561"/>
                  <a:pt x="60030" y="124561"/>
                </a:cubicBezTo>
                <a:cubicBezTo>
                  <a:pt x="41163" y="124561"/>
                  <a:pt x="26427" y="119100"/>
                  <a:pt x="15862" y="108054"/>
                </a:cubicBezTo>
                <a:cubicBezTo>
                  <a:pt x="5255" y="97063"/>
                  <a:pt x="0" y="81847"/>
                  <a:pt x="0" y="62390"/>
                </a:cubicBezTo>
                <a:cubicBezTo>
                  <a:pt x="0" y="42659"/>
                  <a:pt x="5255" y="27387"/>
                  <a:pt x="15862" y="16507"/>
                </a:cubicBezTo>
                <a:cubicBezTo>
                  <a:pt x="26427" y="5516"/>
                  <a:pt x="41163" y="0"/>
                  <a:pt x="60030" y="0"/>
                </a:cubicBezTo>
                <a:cubicBezTo>
                  <a:pt x="67755" y="0"/>
                  <a:pt x="75096" y="1015"/>
                  <a:pt x="82121" y="3005"/>
                </a:cubicBezTo>
                <a:cubicBezTo>
                  <a:pt x="89242" y="4871"/>
                  <a:pt x="95842" y="7670"/>
                  <a:pt x="101838" y="11361"/>
                </a:cubicBezTo>
                <a:lnTo>
                  <a:pt x="101838" y="28732"/>
                </a:lnTo>
                <a:cubicBezTo>
                  <a:pt x="95842" y="23587"/>
                  <a:pt x="89407" y="19717"/>
                  <a:pt x="82546" y="17151"/>
                </a:cubicBezTo>
                <a:cubicBezTo>
                  <a:pt x="75796" y="14572"/>
                  <a:pt x="68715" y="13296"/>
                  <a:pt x="61320" y="13296"/>
                </a:cubicBezTo>
                <a:cubicBezTo>
                  <a:pt x="46583" y="13296"/>
                  <a:pt x="35483" y="17467"/>
                  <a:pt x="28087" y="25727"/>
                </a:cubicBezTo>
                <a:cubicBezTo>
                  <a:pt x="20801" y="33878"/>
                  <a:pt x="17151" y="46089"/>
                  <a:pt x="17151" y="62390"/>
                </a:cubicBezTo>
                <a:cubicBezTo>
                  <a:pt x="17151" y="78581"/>
                  <a:pt x="20801" y="90793"/>
                  <a:pt x="28087" y="99053"/>
                </a:cubicBezTo>
                <a:cubicBezTo>
                  <a:pt x="35483" y="107190"/>
                  <a:pt x="46583" y="111265"/>
                  <a:pt x="61320" y="111265"/>
                </a:cubicBezTo>
                <a:cubicBezTo>
                  <a:pt x="67000" y="111265"/>
                  <a:pt x="72091" y="110785"/>
                  <a:pt x="76537" y="109769"/>
                </a:cubicBezTo>
                <a:cubicBezTo>
                  <a:pt x="81092" y="108809"/>
                  <a:pt x="85167" y="107190"/>
                  <a:pt x="88762" y="105049"/>
                </a:cubicBezTo>
                <a:close/>
                <a:moveTo>
                  <a:pt x="88762" y="105049"/>
                </a:move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8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6E957710-83A9-447A-9AED-4916C01CC7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59561" y="1569201"/>
            <a:ext cx="109989" cy="120060"/>
          </a:xfrm>
          <a:custGeom xmlns:a="http://schemas.openxmlformats.org/drawingml/2006/main">
            <a:pathLst>
              <a:path w="109989" h="120060">
                <a:moveTo>
                  <a:pt x="45884" y="120060"/>
                </a:moveTo>
                <a:lnTo>
                  <a:pt x="0" y="0"/>
                </a:lnTo>
                <a:lnTo>
                  <a:pt x="16932" y="0"/>
                </a:lnTo>
                <a:lnTo>
                  <a:pt x="55104" y="100988"/>
                </a:lnTo>
                <a:lnTo>
                  <a:pt x="93043" y="0"/>
                </a:lnTo>
                <a:lnTo>
                  <a:pt x="109989" y="0"/>
                </a:lnTo>
                <a:lnTo>
                  <a:pt x="64311" y="120060"/>
                </a:lnTo>
                <a:lnTo>
                  <a:pt x="45884" y="120060"/>
                </a:lnTo>
                <a:close/>
                <a:moveTo>
                  <a:pt x="45884" y="120060"/>
                </a:move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8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E4CFE9A8-3201-41CC-8CD8-0DA6D5E7F2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87017" y="1569201"/>
            <a:ext cx="16301" cy="120060"/>
          </a:xfrm>
          <a:custGeom xmlns:a="http://schemas.openxmlformats.org/drawingml/2006/main">
            <a:pathLst>
              <a:path w="16301" h="120060">
                <a:moveTo>
                  <a:pt x="0" y="0"/>
                </a:moveTo>
                <a:lnTo>
                  <a:pt x="16301" y="0"/>
                </a:lnTo>
                <a:lnTo>
                  <a:pt x="16301" y="120060"/>
                </a:lnTo>
                <a:lnTo>
                  <a:pt x="0" y="120060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8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7DC14864-1B46-442F-AA8F-FBD9633410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19069" y="1569201"/>
            <a:ext cx="101413" cy="120060"/>
          </a:xfrm>
          <a:custGeom xmlns:a="http://schemas.openxmlformats.org/drawingml/2006/main">
            <a:pathLst>
              <a:path w="101413" h="120060">
                <a:moveTo>
                  <a:pt x="0" y="0"/>
                </a:moveTo>
                <a:lnTo>
                  <a:pt x="101413" y="0"/>
                </a:lnTo>
                <a:lnTo>
                  <a:pt x="101413" y="13721"/>
                </a:lnTo>
                <a:lnTo>
                  <a:pt x="58960" y="13721"/>
                </a:lnTo>
                <a:lnTo>
                  <a:pt x="58960" y="120060"/>
                </a:lnTo>
                <a:lnTo>
                  <a:pt x="42659" y="120060"/>
                </a:lnTo>
                <a:lnTo>
                  <a:pt x="42659" y="13721"/>
                </a:lnTo>
                <a:lnTo>
                  <a:pt x="0" y="13721"/>
                </a:lnTo>
                <a:lnTo>
                  <a:pt x="0" y="0"/>
                </a:lnTo>
                <a:close/>
                <a:moveTo>
                  <a:pt x="0" y="0"/>
                </a:move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8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2D4320D5-F26B-4165-B269-FE3BA15983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13073" y="1637601"/>
            <a:ext cx="43304" cy="13076"/>
          </a:xfrm>
          <a:custGeom xmlns:a="http://schemas.openxmlformats.org/drawingml/2006/main">
            <a:pathLst>
              <a:path w="43304" h="13076">
                <a:moveTo>
                  <a:pt x="0" y="0"/>
                </a:moveTo>
                <a:lnTo>
                  <a:pt x="43304" y="0"/>
                </a:lnTo>
                <a:lnTo>
                  <a:pt x="43304" y="13076"/>
                </a:lnTo>
                <a:lnTo>
                  <a:pt x="0" y="13076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8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31D1CEBC-022D-46E3-957A-3FC6B0ECD9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64857" y="1599223"/>
            <a:ext cx="87692" cy="90038"/>
          </a:xfrm>
          <a:custGeom xmlns:a="http://schemas.openxmlformats.org/drawingml/2006/main">
            <a:pathLst>
              <a:path w="87692" h="90038">
                <a:moveTo>
                  <a:pt x="0" y="0"/>
                </a:moveTo>
                <a:lnTo>
                  <a:pt x="15656" y="0"/>
                </a:lnTo>
                <a:lnTo>
                  <a:pt x="43729" y="75466"/>
                </a:lnTo>
                <a:lnTo>
                  <a:pt x="72036" y="0"/>
                </a:lnTo>
                <a:lnTo>
                  <a:pt x="87692" y="0"/>
                </a:lnTo>
                <a:lnTo>
                  <a:pt x="53814" y="90038"/>
                </a:lnTo>
                <a:lnTo>
                  <a:pt x="33658" y="90038"/>
                </a:lnTo>
                <a:lnTo>
                  <a:pt x="0" y="0"/>
                </a:lnTo>
                <a:close/>
                <a:moveTo>
                  <a:pt x="0" y="0"/>
                </a:move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8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BD0D6CB6-0144-4753-A206-C71DB532DE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69370" y="1567061"/>
            <a:ext cx="76331" cy="122201"/>
          </a:xfrm>
          <a:custGeom xmlns:a="http://schemas.openxmlformats.org/drawingml/2006/main">
            <a:pathLst>
              <a:path w="76331" h="122201">
                <a:moveTo>
                  <a:pt x="19511" y="108479"/>
                </a:moveTo>
                <a:lnTo>
                  <a:pt x="76331" y="108479"/>
                </a:lnTo>
                <a:lnTo>
                  <a:pt x="76331" y="122201"/>
                </a:lnTo>
                <a:lnTo>
                  <a:pt x="0" y="122201"/>
                </a:lnTo>
                <a:lnTo>
                  <a:pt x="0" y="108479"/>
                </a:lnTo>
                <a:cubicBezTo>
                  <a:pt x="6106" y="102209"/>
                  <a:pt x="14476" y="93688"/>
                  <a:pt x="25082" y="82972"/>
                </a:cubicBezTo>
                <a:cubicBezTo>
                  <a:pt x="35798" y="72146"/>
                  <a:pt x="42508" y="65121"/>
                  <a:pt x="45239" y="61965"/>
                </a:cubicBezTo>
                <a:cubicBezTo>
                  <a:pt x="50494" y="56284"/>
                  <a:pt x="54130" y="51399"/>
                  <a:pt x="56174" y="47379"/>
                </a:cubicBezTo>
                <a:cubicBezTo>
                  <a:pt x="58315" y="43249"/>
                  <a:pt x="59385" y="39229"/>
                  <a:pt x="59385" y="35373"/>
                </a:cubicBezTo>
                <a:cubicBezTo>
                  <a:pt x="59385" y="28938"/>
                  <a:pt x="57080" y="23738"/>
                  <a:pt x="52525" y="19717"/>
                </a:cubicBezTo>
                <a:cubicBezTo>
                  <a:pt x="48079" y="15752"/>
                  <a:pt x="42289" y="13721"/>
                  <a:pt x="35167" y="13721"/>
                </a:cubicBezTo>
                <a:cubicBezTo>
                  <a:pt x="30022" y="13721"/>
                  <a:pt x="24547" y="14572"/>
                  <a:pt x="18867" y="16287"/>
                </a:cubicBezTo>
                <a:cubicBezTo>
                  <a:pt x="13296" y="18002"/>
                  <a:pt x="7286" y="20746"/>
                  <a:pt x="864" y="24437"/>
                </a:cubicBezTo>
                <a:lnTo>
                  <a:pt x="864" y="7931"/>
                </a:lnTo>
                <a:cubicBezTo>
                  <a:pt x="7396" y="5365"/>
                  <a:pt x="13502" y="3430"/>
                  <a:pt x="19086" y="2140"/>
                </a:cubicBezTo>
                <a:cubicBezTo>
                  <a:pt x="24767" y="755"/>
                  <a:pt x="30022" y="0"/>
                  <a:pt x="34728" y="0"/>
                </a:cubicBezTo>
                <a:cubicBezTo>
                  <a:pt x="47173" y="0"/>
                  <a:pt x="57080" y="3156"/>
                  <a:pt x="64531" y="9426"/>
                </a:cubicBezTo>
                <a:cubicBezTo>
                  <a:pt x="71926" y="15601"/>
                  <a:pt x="75686" y="23902"/>
                  <a:pt x="75686" y="34303"/>
                </a:cubicBezTo>
                <a:cubicBezTo>
                  <a:pt x="75686" y="39174"/>
                  <a:pt x="74712" y="43839"/>
                  <a:pt x="72900" y="48244"/>
                </a:cubicBezTo>
                <a:cubicBezTo>
                  <a:pt x="71021" y="52689"/>
                  <a:pt x="67645" y="57890"/>
                  <a:pt x="62815" y="63886"/>
                </a:cubicBezTo>
                <a:cubicBezTo>
                  <a:pt x="61375" y="65491"/>
                  <a:pt x="57080" y="70005"/>
                  <a:pt x="49959" y="77401"/>
                </a:cubicBezTo>
                <a:cubicBezTo>
                  <a:pt x="42769" y="84852"/>
                  <a:pt x="32643" y="95184"/>
                  <a:pt x="19511" y="108479"/>
                </a:cubicBezTo>
                <a:close/>
                <a:moveTo>
                  <a:pt x="19511" y="108479"/>
                </a:move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8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B84569EB-97B3-4AEB-B31C-8357AABD4A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94304" y="1802886"/>
            <a:ext cx="83617" cy="94552"/>
          </a:xfrm>
          <a:custGeom xmlns:a="http://schemas.openxmlformats.org/drawingml/2006/main">
            <a:pathLst>
              <a:path w="83617" h="94552">
                <a:moveTo>
                  <a:pt x="83617" y="43523"/>
                </a:moveTo>
                <a:lnTo>
                  <a:pt x="83617" y="50604"/>
                </a:lnTo>
                <a:lnTo>
                  <a:pt x="15436" y="50604"/>
                </a:lnTo>
                <a:cubicBezTo>
                  <a:pt x="16136" y="60894"/>
                  <a:pt x="19182" y="68715"/>
                  <a:pt x="24657" y="73971"/>
                </a:cubicBezTo>
                <a:cubicBezTo>
                  <a:pt x="30228" y="79281"/>
                  <a:pt x="37843" y="81902"/>
                  <a:pt x="47599" y="81902"/>
                </a:cubicBezTo>
                <a:cubicBezTo>
                  <a:pt x="53279" y="81902"/>
                  <a:pt x="58795" y="81257"/>
                  <a:pt x="64105" y="79981"/>
                </a:cubicBezTo>
                <a:cubicBezTo>
                  <a:pt x="69511" y="78581"/>
                  <a:pt x="74876" y="76440"/>
                  <a:pt x="80186" y="73545"/>
                </a:cubicBezTo>
                <a:lnTo>
                  <a:pt x="80186" y="87692"/>
                </a:lnTo>
                <a:cubicBezTo>
                  <a:pt x="74712" y="89832"/>
                  <a:pt x="69251" y="91493"/>
                  <a:pt x="63680" y="92618"/>
                </a:cubicBezTo>
                <a:cubicBezTo>
                  <a:pt x="58095" y="93908"/>
                  <a:pt x="52415" y="94552"/>
                  <a:pt x="46734" y="94552"/>
                </a:cubicBezTo>
                <a:cubicBezTo>
                  <a:pt x="32423" y="94552"/>
                  <a:pt x="21062" y="90422"/>
                  <a:pt x="12651" y="82121"/>
                </a:cubicBezTo>
                <a:cubicBezTo>
                  <a:pt x="4185" y="73710"/>
                  <a:pt x="0" y="62335"/>
                  <a:pt x="0" y="48024"/>
                </a:cubicBezTo>
                <a:cubicBezTo>
                  <a:pt x="0" y="33342"/>
                  <a:pt x="3965" y="21666"/>
                  <a:pt x="12006" y="13090"/>
                </a:cubicBezTo>
                <a:cubicBezTo>
                  <a:pt x="19992" y="4404"/>
                  <a:pt x="30708" y="0"/>
                  <a:pt x="44168" y="0"/>
                </a:cubicBezTo>
                <a:cubicBezTo>
                  <a:pt x="56270" y="0"/>
                  <a:pt x="65875" y="3979"/>
                  <a:pt x="72887" y="11800"/>
                </a:cubicBezTo>
                <a:cubicBezTo>
                  <a:pt x="80022" y="19511"/>
                  <a:pt x="83617" y="30132"/>
                  <a:pt x="83617" y="43523"/>
                </a:cubicBezTo>
                <a:close/>
                <a:moveTo>
                  <a:pt x="68812" y="39023"/>
                </a:moveTo>
                <a:cubicBezTo>
                  <a:pt x="68661" y="31037"/>
                  <a:pt x="66355" y="24602"/>
                  <a:pt x="61951" y="19731"/>
                </a:cubicBezTo>
                <a:cubicBezTo>
                  <a:pt x="57505" y="14901"/>
                  <a:pt x="51660" y="12445"/>
                  <a:pt x="44374" y="12445"/>
                </a:cubicBezTo>
                <a:cubicBezTo>
                  <a:pt x="36073" y="12445"/>
                  <a:pt x="29418" y="14805"/>
                  <a:pt x="24437" y="19511"/>
                </a:cubicBezTo>
                <a:cubicBezTo>
                  <a:pt x="19566" y="24232"/>
                  <a:pt x="16781" y="30831"/>
                  <a:pt x="16081" y="39242"/>
                </a:cubicBezTo>
                <a:lnTo>
                  <a:pt x="68812" y="39023"/>
                </a:lnTo>
                <a:close/>
                <a:moveTo>
                  <a:pt x="68812" y="39023"/>
                </a:move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9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12DA7512-3635-43AA-BFD2-7B63839BBA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01603" y="1802886"/>
            <a:ext cx="75466" cy="92192"/>
          </a:xfrm>
          <a:custGeom xmlns:a="http://schemas.openxmlformats.org/drawingml/2006/main">
            <a:pathLst>
              <a:path w="75466" h="92192">
                <a:moveTo>
                  <a:pt x="75466" y="37733"/>
                </a:moveTo>
                <a:lnTo>
                  <a:pt x="75466" y="92192"/>
                </a:lnTo>
                <a:lnTo>
                  <a:pt x="60675" y="92192"/>
                </a:lnTo>
                <a:lnTo>
                  <a:pt x="60675" y="38378"/>
                </a:lnTo>
                <a:cubicBezTo>
                  <a:pt x="60675" y="29802"/>
                  <a:pt x="58960" y="23477"/>
                  <a:pt x="55529" y="19306"/>
                </a:cubicBezTo>
                <a:cubicBezTo>
                  <a:pt x="52209" y="15011"/>
                  <a:pt x="47269" y="12870"/>
                  <a:pt x="40738" y="12870"/>
                </a:cubicBezTo>
                <a:cubicBezTo>
                  <a:pt x="32697" y="12870"/>
                  <a:pt x="26372" y="15436"/>
                  <a:pt x="21652" y="20582"/>
                </a:cubicBezTo>
                <a:cubicBezTo>
                  <a:pt x="17042" y="25631"/>
                  <a:pt x="14791" y="32547"/>
                  <a:pt x="14791" y="41383"/>
                </a:cubicBezTo>
                <a:lnTo>
                  <a:pt x="14791" y="92192"/>
                </a:lnTo>
                <a:lnTo>
                  <a:pt x="0" y="92192"/>
                </a:lnTo>
                <a:lnTo>
                  <a:pt x="0" y="2154"/>
                </a:lnTo>
                <a:lnTo>
                  <a:pt x="14791" y="2154"/>
                </a:lnTo>
                <a:lnTo>
                  <a:pt x="14791" y="16081"/>
                </a:lnTo>
                <a:cubicBezTo>
                  <a:pt x="18331" y="10675"/>
                  <a:pt x="22516" y="6655"/>
                  <a:pt x="27236" y="4075"/>
                </a:cubicBezTo>
                <a:cubicBezTo>
                  <a:pt x="32053" y="1400"/>
                  <a:pt x="37623" y="0"/>
                  <a:pt x="43949" y="0"/>
                </a:cubicBezTo>
                <a:cubicBezTo>
                  <a:pt x="54240" y="0"/>
                  <a:pt x="62020" y="3224"/>
                  <a:pt x="67316" y="9660"/>
                </a:cubicBezTo>
                <a:cubicBezTo>
                  <a:pt x="72736" y="15985"/>
                  <a:pt x="75466" y="25302"/>
                  <a:pt x="75466" y="37733"/>
                </a:cubicBezTo>
                <a:close/>
                <a:moveTo>
                  <a:pt x="75466" y="37733"/>
                </a:move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9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C9C93A63-329C-4FE7-85DE-1EB4ABF280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99956" y="1802886"/>
            <a:ext cx="71391" cy="94552"/>
          </a:xfrm>
          <a:custGeom xmlns:a="http://schemas.openxmlformats.org/drawingml/2006/main">
            <a:pathLst>
              <a:path w="71391" h="94552">
                <a:moveTo>
                  <a:pt x="71391" y="5585"/>
                </a:moveTo>
                <a:lnTo>
                  <a:pt x="71391" y="19511"/>
                </a:lnTo>
                <a:cubicBezTo>
                  <a:pt x="67110" y="17110"/>
                  <a:pt x="62870" y="15340"/>
                  <a:pt x="58740" y="14160"/>
                </a:cubicBezTo>
                <a:cubicBezTo>
                  <a:pt x="54569" y="13035"/>
                  <a:pt x="50384" y="12445"/>
                  <a:pt x="46103" y="12445"/>
                </a:cubicBezTo>
                <a:cubicBezTo>
                  <a:pt x="36347" y="12445"/>
                  <a:pt x="28842" y="15546"/>
                  <a:pt x="23587" y="21666"/>
                </a:cubicBezTo>
                <a:cubicBezTo>
                  <a:pt x="18277" y="27662"/>
                  <a:pt x="15656" y="36183"/>
                  <a:pt x="15656" y="47173"/>
                </a:cubicBezTo>
                <a:cubicBezTo>
                  <a:pt x="15656" y="58219"/>
                  <a:pt x="18277" y="66795"/>
                  <a:pt x="23587" y="72900"/>
                </a:cubicBezTo>
                <a:cubicBezTo>
                  <a:pt x="28842" y="78897"/>
                  <a:pt x="36347" y="81902"/>
                  <a:pt x="46103" y="81902"/>
                </a:cubicBezTo>
                <a:cubicBezTo>
                  <a:pt x="50384" y="81902"/>
                  <a:pt x="54569" y="81366"/>
                  <a:pt x="58740" y="80186"/>
                </a:cubicBezTo>
                <a:cubicBezTo>
                  <a:pt x="62870" y="79061"/>
                  <a:pt x="67110" y="77346"/>
                  <a:pt x="71391" y="75041"/>
                </a:cubicBezTo>
                <a:lnTo>
                  <a:pt x="71391" y="88762"/>
                </a:lnTo>
                <a:cubicBezTo>
                  <a:pt x="67220" y="90642"/>
                  <a:pt x="62925" y="92083"/>
                  <a:pt x="58534" y="93057"/>
                </a:cubicBezTo>
                <a:cubicBezTo>
                  <a:pt x="54089" y="94017"/>
                  <a:pt x="49369" y="94552"/>
                  <a:pt x="44388" y="94552"/>
                </a:cubicBezTo>
                <a:cubicBezTo>
                  <a:pt x="30763" y="94552"/>
                  <a:pt x="19992" y="90367"/>
                  <a:pt x="12006" y="81902"/>
                </a:cubicBezTo>
                <a:cubicBezTo>
                  <a:pt x="3965" y="73326"/>
                  <a:pt x="0" y="61745"/>
                  <a:pt x="0" y="47173"/>
                </a:cubicBezTo>
                <a:cubicBezTo>
                  <a:pt x="0" y="32588"/>
                  <a:pt x="3965" y="21131"/>
                  <a:pt x="12006" y="12651"/>
                </a:cubicBezTo>
                <a:cubicBezTo>
                  <a:pt x="20156" y="4240"/>
                  <a:pt x="31298" y="0"/>
                  <a:pt x="45458" y="0"/>
                </a:cubicBezTo>
                <a:cubicBezTo>
                  <a:pt x="49849" y="0"/>
                  <a:pt x="54240" y="549"/>
                  <a:pt x="58534" y="1509"/>
                </a:cubicBezTo>
                <a:cubicBezTo>
                  <a:pt x="62925" y="2360"/>
                  <a:pt x="67220" y="3760"/>
                  <a:pt x="71391" y="5585"/>
                </a:cubicBezTo>
                <a:close/>
                <a:moveTo>
                  <a:pt x="71391" y="5585"/>
                </a:move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9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82459831-D4FF-4103-B62B-D920C513BA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90489" y="1802886"/>
            <a:ext cx="82752" cy="94552"/>
          </a:xfrm>
          <a:custGeom xmlns:a="http://schemas.openxmlformats.org/drawingml/2006/main">
            <a:pathLst>
              <a:path w="82752" h="94552">
                <a:moveTo>
                  <a:pt x="41369" y="12445"/>
                </a:moveTo>
                <a:cubicBezTo>
                  <a:pt x="33493" y="12445"/>
                  <a:pt x="27223" y="15601"/>
                  <a:pt x="22503" y="21872"/>
                </a:cubicBezTo>
                <a:cubicBezTo>
                  <a:pt x="17906" y="28032"/>
                  <a:pt x="15642" y="36457"/>
                  <a:pt x="15642" y="47173"/>
                </a:cubicBezTo>
                <a:cubicBezTo>
                  <a:pt x="15642" y="58054"/>
                  <a:pt x="17906" y="66575"/>
                  <a:pt x="22503" y="72681"/>
                </a:cubicBezTo>
                <a:cubicBezTo>
                  <a:pt x="27058" y="78855"/>
                  <a:pt x="33329" y="81902"/>
                  <a:pt x="41369" y="81902"/>
                </a:cubicBezTo>
                <a:cubicBezTo>
                  <a:pt x="49204" y="81902"/>
                  <a:pt x="55420" y="78855"/>
                  <a:pt x="60030" y="72681"/>
                </a:cubicBezTo>
                <a:cubicBezTo>
                  <a:pt x="64750" y="66410"/>
                  <a:pt x="67096" y="57890"/>
                  <a:pt x="67096" y="47173"/>
                </a:cubicBezTo>
                <a:cubicBezTo>
                  <a:pt x="67096" y="36608"/>
                  <a:pt x="64750" y="28197"/>
                  <a:pt x="60030" y="21872"/>
                </a:cubicBezTo>
                <a:cubicBezTo>
                  <a:pt x="55420" y="15601"/>
                  <a:pt x="49204" y="12445"/>
                  <a:pt x="41369" y="12445"/>
                </a:cubicBezTo>
                <a:close/>
                <a:moveTo>
                  <a:pt x="41369" y="0"/>
                </a:moveTo>
                <a:cubicBezTo>
                  <a:pt x="54240" y="0"/>
                  <a:pt x="64311" y="4240"/>
                  <a:pt x="71611" y="12651"/>
                </a:cubicBezTo>
                <a:cubicBezTo>
                  <a:pt x="79006" y="20966"/>
                  <a:pt x="82752" y="32492"/>
                  <a:pt x="82752" y="47173"/>
                </a:cubicBezTo>
                <a:cubicBezTo>
                  <a:pt x="82752" y="61910"/>
                  <a:pt x="79006" y="73490"/>
                  <a:pt x="71611" y="81902"/>
                </a:cubicBezTo>
                <a:cubicBezTo>
                  <a:pt x="64311" y="90367"/>
                  <a:pt x="54240" y="94552"/>
                  <a:pt x="41369" y="94552"/>
                </a:cubicBezTo>
                <a:cubicBezTo>
                  <a:pt x="28513" y="94552"/>
                  <a:pt x="18331" y="90367"/>
                  <a:pt x="10936" y="81902"/>
                </a:cubicBezTo>
                <a:cubicBezTo>
                  <a:pt x="3636" y="73490"/>
                  <a:pt x="0" y="61910"/>
                  <a:pt x="0" y="47173"/>
                </a:cubicBezTo>
                <a:cubicBezTo>
                  <a:pt x="0" y="32492"/>
                  <a:pt x="3636" y="20966"/>
                  <a:pt x="10936" y="12651"/>
                </a:cubicBezTo>
                <a:cubicBezTo>
                  <a:pt x="18331" y="4240"/>
                  <a:pt x="28513" y="0"/>
                  <a:pt x="41369" y="0"/>
                </a:cubicBezTo>
                <a:close/>
                <a:moveTo>
                  <a:pt x="41369" y="0"/>
                </a:move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9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4CF13A5F-FBAF-49AD-A17D-9665AAD072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1202" y="1769873"/>
            <a:ext cx="80612" cy="127565"/>
          </a:xfrm>
          <a:custGeom xmlns:a="http://schemas.openxmlformats.org/drawingml/2006/main">
            <a:pathLst>
              <a:path w="80612" h="127565">
                <a:moveTo>
                  <a:pt x="65820" y="48888"/>
                </a:moveTo>
                <a:lnTo>
                  <a:pt x="65820" y="0"/>
                </a:lnTo>
                <a:lnTo>
                  <a:pt x="80612" y="0"/>
                </a:lnTo>
                <a:lnTo>
                  <a:pt x="80612" y="125205"/>
                </a:lnTo>
                <a:lnTo>
                  <a:pt x="65820" y="125205"/>
                </a:lnTo>
                <a:lnTo>
                  <a:pt x="65820" y="111704"/>
                </a:lnTo>
                <a:cubicBezTo>
                  <a:pt x="62651" y="117014"/>
                  <a:pt x="58740" y="121034"/>
                  <a:pt x="54020" y="123710"/>
                </a:cubicBezTo>
                <a:cubicBezTo>
                  <a:pt x="49300" y="126276"/>
                  <a:pt x="43565" y="127565"/>
                  <a:pt x="36869" y="127565"/>
                </a:cubicBezTo>
                <a:cubicBezTo>
                  <a:pt x="25988" y="127565"/>
                  <a:pt x="17151" y="123230"/>
                  <a:pt x="10291" y="114489"/>
                </a:cubicBezTo>
                <a:cubicBezTo>
                  <a:pt x="3430" y="105804"/>
                  <a:pt x="0" y="94333"/>
                  <a:pt x="0" y="80186"/>
                </a:cubicBezTo>
                <a:cubicBezTo>
                  <a:pt x="0" y="66040"/>
                  <a:pt x="3430" y="54679"/>
                  <a:pt x="10291" y="46103"/>
                </a:cubicBezTo>
                <a:cubicBezTo>
                  <a:pt x="17151" y="37418"/>
                  <a:pt x="25988" y="33013"/>
                  <a:pt x="36869" y="33013"/>
                </a:cubicBezTo>
                <a:cubicBezTo>
                  <a:pt x="43565" y="33013"/>
                  <a:pt x="49300" y="34303"/>
                  <a:pt x="54020" y="36882"/>
                </a:cubicBezTo>
                <a:cubicBezTo>
                  <a:pt x="58740" y="39448"/>
                  <a:pt x="62651" y="43469"/>
                  <a:pt x="65820" y="48888"/>
                </a:cubicBezTo>
                <a:close/>
                <a:moveTo>
                  <a:pt x="15436" y="80186"/>
                </a:moveTo>
                <a:cubicBezTo>
                  <a:pt x="15436" y="91067"/>
                  <a:pt x="17632" y="99643"/>
                  <a:pt x="22077" y="105914"/>
                </a:cubicBezTo>
                <a:cubicBezTo>
                  <a:pt x="26468" y="112074"/>
                  <a:pt x="32643" y="115134"/>
                  <a:pt x="40519" y="115134"/>
                </a:cubicBezTo>
                <a:cubicBezTo>
                  <a:pt x="48340" y="115134"/>
                  <a:pt x="54500" y="112074"/>
                  <a:pt x="58960" y="105914"/>
                </a:cubicBezTo>
                <a:cubicBezTo>
                  <a:pt x="63515" y="99643"/>
                  <a:pt x="65820" y="91067"/>
                  <a:pt x="65820" y="80186"/>
                </a:cubicBezTo>
                <a:cubicBezTo>
                  <a:pt x="65820" y="69360"/>
                  <a:pt x="63515" y="60840"/>
                  <a:pt x="58960" y="54679"/>
                </a:cubicBezTo>
                <a:cubicBezTo>
                  <a:pt x="54500" y="48559"/>
                  <a:pt x="48340" y="45458"/>
                  <a:pt x="40519" y="45458"/>
                </a:cubicBezTo>
                <a:cubicBezTo>
                  <a:pt x="32643" y="45458"/>
                  <a:pt x="26468" y="48559"/>
                  <a:pt x="22077" y="54679"/>
                </a:cubicBezTo>
                <a:cubicBezTo>
                  <a:pt x="17632" y="60840"/>
                  <a:pt x="15436" y="69360"/>
                  <a:pt x="15436" y="80186"/>
                </a:cubicBezTo>
                <a:close/>
                <a:moveTo>
                  <a:pt x="15436" y="80186"/>
                </a:move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9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FC92CB37-6BD9-4109-BE86-024C27AD4E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95716" y="1802886"/>
            <a:ext cx="83617" cy="94552"/>
          </a:xfrm>
          <a:custGeom xmlns:a="http://schemas.openxmlformats.org/drawingml/2006/main">
            <a:pathLst>
              <a:path w="83617" h="94552">
                <a:moveTo>
                  <a:pt x="83617" y="43523"/>
                </a:moveTo>
                <a:lnTo>
                  <a:pt x="83617" y="50604"/>
                </a:lnTo>
                <a:lnTo>
                  <a:pt x="15436" y="50604"/>
                </a:lnTo>
                <a:cubicBezTo>
                  <a:pt x="16136" y="60894"/>
                  <a:pt x="19182" y="68715"/>
                  <a:pt x="24657" y="73971"/>
                </a:cubicBezTo>
                <a:cubicBezTo>
                  <a:pt x="30228" y="79281"/>
                  <a:pt x="37843" y="81902"/>
                  <a:pt x="47599" y="81902"/>
                </a:cubicBezTo>
                <a:cubicBezTo>
                  <a:pt x="53279" y="81902"/>
                  <a:pt x="58795" y="81257"/>
                  <a:pt x="64105" y="79981"/>
                </a:cubicBezTo>
                <a:cubicBezTo>
                  <a:pt x="69511" y="78581"/>
                  <a:pt x="74876" y="76440"/>
                  <a:pt x="80186" y="73545"/>
                </a:cubicBezTo>
                <a:lnTo>
                  <a:pt x="80186" y="87692"/>
                </a:lnTo>
                <a:cubicBezTo>
                  <a:pt x="74712" y="89832"/>
                  <a:pt x="69251" y="91493"/>
                  <a:pt x="63666" y="92618"/>
                </a:cubicBezTo>
                <a:cubicBezTo>
                  <a:pt x="58095" y="93908"/>
                  <a:pt x="52415" y="94552"/>
                  <a:pt x="46734" y="94552"/>
                </a:cubicBezTo>
                <a:cubicBezTo>
                  <a:pt x="32423" y="94552"/>
                  <a:pt x="21062" y="90422"/>
                  <a:pt x="12651" y="82121"/>
                </a:cubicBezTo>
                <a:cubicBezTo>
                  <a:pt x="4185" y="73710"/>
                  <a:pt x="0" y="62335"/>
                  <a:pt x="0" y="48024"/>
                </a:cubicBezTo>
                <a:cubicBezTo>
                  <a:pt x="0" y="33342"/>
                  <a:pt x="3965" y="21666"/>
                  <a:pt x="12006" y="13090"/>
                </a:cubicBezTo>
                <a:cubicBezTo>
                  <a:pt x="19992" y="4404"/>
                  <a:pt x="30708" y="0"/>
                  <a:pt x="44168" y="0"/>
                </a:cubicBezTo>
                <a:cubicBezTo>
                  <a:pt x="56270" y="0"/>
                  <a:pt x="65875" y="3979"/>
                  <a:pt x="72887" y="11800"/>
                </a:cubicBezTo>
                <a:cubicBezTo>
                  <a:pt x="80022" y="19511"/>
                  <a:pt x="83617" y="30132"/>
                  <a:pt x="83617" y="43523"/>
                </a:cubicBezTo>
                <a:close/>
                <a:moveTo>
                  <a:pt x="68812" y="39023"/>
                </a:moveTo>
                <a:cubicBezTo>
                  <a:pt x="68661" y="31037"/>
                  <a:pt x="66355" y="24602"/>
                  <a:pt x="61951" y="19731"/>
                </a:cubicBezTo>
                <a:cubicBezTo>
                  <a:pt x="57505" y="14901"/>
                  <a:pt x="51660" y="12445"/>
                  <a:pt x="44374" y="12445"/>
                </a:cubicBezTo>
                <a:cubicBezTo>
                  <a:pt x="36073" y="12445"/>
                  <a:pt x="29418" y="14805"/>
                  <a:pt x="24437" y="19511"/>
                </a:cubicBezTo>
                <a:cubicBezTo>
                  <a:pt x="19566" y="24232"/>
                  <a:pt x="16767" y="30831"/>
                  <a:pt x="16081" y="39242"/>
                </a:cubicBezTo>
                <a:lnTo>
                  <a:pt x="68812" y="39023"/>
                </a:lnTo>
                <a:close/>
                <a:moveTo>
                  <a:pt x="68812" y="39023"/>
                </a:move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9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1D880C03-F72F-41C5-8D56-6F04EA5B68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03015" y="1802886"/>
            <a:ext cx="52744" cy="92192"/>
          </a:xfrm>
          <a:custGeom xmlns:a="http://schemas.openxmlformats.org/drawingml/2006/main">
            <a:pathLst>
              <a:path w="52744" h="92192">
                <a:moveTo>
                  <a:pt x="52744" y="15875"/>
                </a:moveTo>
                <a:cubicBezTo>
                  <a:pt x="51029" y="15011"/>
                  <a:pt x="49149" y="14366"/>
                  <a:pt x="47173" y="13941"/>
                </a:cubicBezTo>
                <a:cubicBezTo>
                  <a:pt x="45293" y="13406"/>
                  <a:pt x="43153" y="13090"/>
                  <a:pt x="40738" y="13090"/>
                </a:cubicBezTo>
                <a:cubicBezTo>
                  <a:pt x="32423" y="13090"/>
                  <a:pt x="26002" y="15820"/>
                  <a:pt x="21446" y="21227"/>
                </a:cubicBezTo>
                <a:cubicBezTo>
                  <a:pt x="16987" y="26701"/>
                  <a:pt x="14791" y="34522"/>
                  <a:pt x="14791" y="44813"/>
                </a:cubicBezTo>
                <a:lnTo>
                  <a:pt x="14791" y="92192"/>
                </a:lnTo>
                <a:lnTo>
                  <a:pt x="0" y="92192"/>
                </a:lnTo>
                <a:lnTo>
                  <a:pt x="0" y="2154"/>
                </a:lnTo>
                <a:lnTo>
                  <a:pt x="14791" y="2154"/>
                </a:lnTo>
                <a:lnTo>
                  <a:pt x="14791" y="16081"/>
                </a:lnTo>
                <a:cubicBezTo>
                  <a:pt x="17906" y="10675"/>
                  <a:pt x="21981" y="6655"/>
                  <a:pt x="27017" y="4075"/>
                </a:cubicBezTo>
                <a:cubicBezTo>
                  <a:pt x="31998" y="1400"/>
                  <a:pt x="38062" y="0"/>
                  <a:pt x="45239" y="0"/>
                </a:cubicBezTo>
                <a:cubicBezTo>
                  <a:pt x="46199" y="0"/>
                  <a:pt x="47269" y="110"/>
                  <a:pt x="48449" y="220"/>
                </a:cubicBezTo>
                <a:cubicBezTo>
                  <a:pt x="49739" y="384"/>
                  <a:pt x="51084" y="590"/>
                  <a:pt x="52525" y="864"/>
                </a:cubicBezTo>
                <a:lnTo>
                  <a:pt x="52744" y="15875"/>
                </a:lnTo>
                <a:close/>
                <a:moveTo>
                  <a:pt x="52744" y="15875"/>
                </a:move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9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EB4D2F04-7298-4593-B0CB-8079944D97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7005" y="1427915"/>
            <a:ext cx="1016394" cy="618686"/>
          </a:xfrm>
          <a:custGeom xmlns:a="http://schemas.openxmlformats.org/drawingml/2006/main">
            <a:pathLst>
              <a:path w="1016394" h="618686">
                <a:moveTo>
                  <a:pt x="163158" y="0"/>
                </a:moveTo>
                <a:lnTo>
                  <a:pt x="788486" y="0"/>
                </a:lnTo>
                <a:lnTo>
                  <a:pt x="1016394" y="618686"/>
                </a:lnTo>
                <a:lnTo>
                  <a:pt x="0" y="618686"/>
                </a:lnTo>
                <a:lnTo>
                  <a:pt x="163158" y="0"/>
                </a:lnTo>
                <a:close/>
                <a:moveTo>
                  <a:pt x="163158" y="0"/>
                </a:moveTo>
              </a:path>
            </a:pathLst>
          </a:custGeom>
          <a:solidFill xmlns:a="http://schemas.openxmlformats.org/drawingml/2006/main">
            <a:srgbClr val="DDE9A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9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4E80141B-6E8D-4A54-BD9D-0BACFB399D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7005" y="1427915"/>
            <a:ext cx="1016394" cy="618686"/>
          </a:xfrm>
          <a:custGeom xmlns:a="http://schemas.openxmlformats.org/drawingml/2006/main">
            <a:pathLst>
              <a:path w="1016394" h="618686" fill="none">
                <a:moveTo>
                  <a:pt x="163158" y="0"/>
                </a:moveTo>
                <a:lnTo>
                  <a:pt x="788486" y="0"/>
                </a:lnTo>
                <a:lnTo>
                  <a:pt x="1016394" y="618686"/>
                </a:lnTo>
                <a:lnTo>
                  <a:pt x="0" y="618686"/>
                </a:lnTo>
                <a:lnTo>
                  <a:pt x="163158" y="0"/>
                </a:lnTo>
                <a:close/>
                <a:moveTo>
                  <a:pt x="163158" y="0"/>
                </a:moveTo>
              </a:path>
            </a:pathLst>
          </a:custGeom>
          <a:noFill xmlns:a="http://schemas.openxmlformats.org/drawingml/2006/main"/>
          <a:ln xmlns:a="http://schemas.openxmlformats.org/drawingml/2006/main" w="14197" cap="flat">
            <a:solidFill>
              <a:srgbClr val="000000"/>
            </a:solidFill>
            <a:miter/>
          </a:ln>
        </p:spPr>
      </p:sp>
      <p:sp>
        <p:nvSpPr>
          <p:cNvPr id="19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9E15D608-55B8-4126-BC1F-ADA407AD78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72835" y="1464152"/>
            <a:ext cx="84467" cy="124561"/>
          </a:xfrm>
          <a:custGeom xmlns:a="http://schemas.openxmlformats.org/drawingml/2006/main">
            <a:pathLst>
              <a:path w="84467" h="124561">
                <a:moveTo>
                  <a:pt x="77181" y="5996"/>
                </a:moveTo>
                <a:lnTo>
                  <a:pt x="77181" y="21872"/>
                </a:lnTo>
                <a:cubicBezTo>
                  <a:pt x="71021" y="19031"/>
                  <a:pt x="65175" y="16877"/>
                  <a:pt x="59605" y="15436"/>
                </a:cubicBezTo>
                <a:cubicBezTo>
                  <a:pt x="54130" y="13886"/>
                  <a:pt x="48930" y="13076"/>
                  <a:pt x="43949" y="13076"/>
                </a:cubicBezTo>
                <a:cubicBezTo>
                  <a:pt x="35058" y="13076"/>
                  <a:pt x="28197" y="14791"/>
                  <a:pt x="23367" y="18222"/>
                </a:cubicBezTo>
                <a:cubicBezTo>
                  <a:pt x="18647" y="21652"/>
                  <a:pt x="16287" y="26578"/>
                  <a:pt x="16287" y="33013"/>
                </a:cubicBezTo>
                <a:cubicBezTo>
                  <a:pt x="16287" y="38323"/>
                  <a:pt x="17851" y="42343"/>
                  <a:pt x="21007" y="45019"/>
                </a:cubicBezTo>
                <a:cubicBezTo>
                  <a:pt x="24122" y="47750"/>
                  <a:pt x="30228" y="49904"/>
                  <a:pt x="39229" y="51454"/>
                </a:cubicBezTo>
                <a:lnTo>
                  <a:pt x="48875" y="53595"/>
                </a:lnTo>
                <a:cubicBezTo>
                  <a:pt x="60990" y="55900"/>
                  <a:pt x="69950" y="59975"/>
                  <a:pt x="75672" y="65820"/>
                </a:cubicBezTo>
                <a:cubicBezTo>
                  <a:pt x="81517" y="71556"/>
                  <a:pt x="84467" y="79267"/>
                  <a:pt x="84467" y="88968"/>
                </a:cubicBezTo>
                <a:cubicBezTo>
                  <a:pt x="84467" y="100713"/>
                  <a:pt x="80502" y="109550"/>
                  <a:pt x="72681" y="115559"/>
                </a:cubicBezTo>
                <a:cubicBezTo>
                  <a:pt x="64956" y="121556"/>
                  <a:pt x="53485" y="124561"/>
                  <a:pt x="38378" y="124561"/>
                </a:cubicBezTo>
                <a:cubicBezTo>
                  <a:pt x="32807" y="124561"/>
                  <a:pt x="26797" y="123916"/>
                  <a:pt x="20362" y="122626"/>
                </a:cubicBezTo>
                <a:cubicBezTo>
                  <a:pt x="13927" y="121350"/>
                  <a:pt x="7286" y="119415"/>
                  <a:pt x="425" y="116849"/>
                </a:cubicBezTo>
                <a:lnTo>
                  <a:pt x="425" y="100123"/>
                </a:lnTo>
                <a:cubicBezTo>
                  <a:pt x="6970" y="103869"/>
                  <a:pt x="13392" y="106654"/>
                  <a:pt x="19717" y="108479"/>
                </a:cubicBezTo>
                <a:cubicBezTo>
                  <a:pt x="26152" y="110359"/>
                  <a:pt x="32368" y="111265"/>
                  <a:pt x="38378" y="111265"/>
                </a:cubicBezTo>
                <a:cubicBezTo>
                  <a:pt x="47654" y="111265"/>
                  <a:pt x="54775" y="109495"/>
                  <a:pt x="59810" y="105914"/>
                </a:cubicBezTo>
                <a:cubicBezTo>
                  <a:pt x="64956" y="102209"/>
                  <a:pt x="67535" y="97008"/>
                  <a:pt x="67535" y="90258"/>
                </a:cubicBezTo>
                <a:cubicBezTo>
                  <a:pt x="67535" y="84412"/>
                  <a:pt x="65656" y="79857"/>
                  <a:pt x="61951" y="76537"/>
                </a:cubicBezTo>
                <a:cubicBezTo>
                  <a:pt x="58370" y="73106"/>
                  <a:pt x="52415" y="70636"/>
                  <a:pt x="44168" y="69031"/>
                </a:cubicBezTo>
                <a:lnTo>
                  <a:pt x="34303" y="67110"/>
                </a:lnTo>
                <a:cubicBezTo>
                  <a:pt x="22132" y="64695"/>
                  <a:pt x="13351" y="60881"/>
                  <a:pt x="7931" y="55735"/>
                </a:cubicBezTo>
                <a:cubicBezTo>
                  <a:pt x="2621" y="50590"/>
                  <a:pt x="0" y="43469"/>
                  <a:pt x="0" y="34303"/>
                </a:cubicBezTo>
                <a:cubicBezTo>
                  <a:pt x="0" y="23587"/>
                  <a:pt x="3691" y="15217"/>
                  <a:pt x="11142" y="9221"/>
                </a:cubicBezTo>
                <a:cubicBezTo>
                  <a:pt x="18537" y="3115"/>
                  <a:pt x="28828" y="0"/>
                  <a:pt x="42014" y="0"/>
                </a:cubicBezTo>
                <a:cubicBezTo>
                  <a:pt x="47695" y="0"/>
                  <a:pt x="53430" y="535"/>
                  <a:pt x="59166" y="1496"/>
                </a:cubicBezTo>
                <a:cubicBezTo>
                  <a:pt x="65011" y="2525"/>
                  <a:pt x="71021" y="4020"/>
                  <a:pt x="77181" y="5996"/>
                </a:cubicBezTo>
                <a:close/>
                <a:moveTo>
                  <a:pt x="77181" y="5996"/>
                </a:move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9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9B2AE79C-7F25-4D49-A081-5FB40CC5D9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75415" y="1494160"/>
            <a:ext cx="82766" cy="94552"/>
          </a:xfrm>
          <a:custGeom xmlns:a="http://schemas.openxmlformats.org/drawingml/2006/main">
            <a:pathLst>
              <a:path w="82766" h="94552">
                <a:moveTo>
                  <a:pt x="41383" y="12445"/>
                </a:moveTo>
                <a:cubicBezTo>
                  <a:pt x="33507" y="12445"/>
                  <a:pt x="27236" y="15601"/>
                  <a:pt x="22516" y="21872"/>
                </a:cubicBezTo>
                <a:cubicBezTo>
                  <a:pt x="17906" y="28032"/>
                  <a:pt x="15656" y="36457"/>
                  <a:pt x="15656" y="47173"/>
                </a:cubicBezTo>
                <a:cubicBezTo>
                  <a:pt x="15656" y="58054"/>
                  <a:pt x="17906" y="66575"/>
                  <a:pt x="22516" y="72681"/>
                </a:cubicBezTo>
                <a:cubicBezTo>
                  <a:pt x="27072" y="78855"/>
                  <a:pt x="33342" y="81902"/>
                  <a:pt x="41383" y="81902"/>
                </a:cubicBezTo>
                <a:cubicBezTo>
                  <a:pt x="49204" y="81902"/>
                  <a:pt x="55420" y="78855"/>
                  <a:pt x="60030" y="72681"/>
                </a:cubicBezTo>
                <a:cubicBezTo>
                  <a:pt x="64750" y="66410"/>
                  <a:pt x="67110" y="57890"/>
                  <a:pt x="67110" y="47173"/>
                </a:cubicBezTo>
                <a:cubicBezTo>
                  <a:pt x="67110" y="36608"/>
                  <a:pt x="64750" y="28197"/>
                  <a:pt x="60030" y="21872"/>
                </a:cubicBezTo>
                <a:cubicBezTo>
                  <a:pt x="55420" y="15601"/>
                  <a:pt x="49204" y="12445"/>
                  <a:pt x="41383" y="12445"/>
                </a:cubicBezTo>
                <a:close/>
                <a:moveTo>
                  <a:pt x="41383" y="0"/>
                </a:moveTo>
                <a:cubicBezTo>
                  <a:pt x="54253" y="0"/>
                  <a:pt x="64325" y="4240"/>
                  <a:pt x="71611" y="12651"/>
                </a:cubicBezTo>
                <a:cubicBezTo>
                  <a:pt x="79006" y="20966"/>
                  <a:pt x="82766" y="32492"/>
                  <a:pt x="82766" y="47173"/>
                </a:cubicBezTo>
                <a:cubicBezTo>
                  <a:pt x="82766" y="61910"/>
                  <a:pt x="79006" y="73490"/>
                  <a:pt x="71611" y="81902"/>
                </a:cubicBezTo>
                <a:cubicBezTo>
                  <a:pt x="64325" y="90367"/>
                  <a:pt x="54253" y="94552"/>
                  <a:pt x="41383" y="94552"/>
                </a:cubicBezTo>
                <a:cubicBezTo>
                  <a:pt x="28526" y="94552"/>
                  <a:pt x="18331" y="90367"/>
                  <a:pt x="10936" y="81902"/>
                </a:cubicBezTo>
                <a:cubicBezTo>
                  <a:pt x="3650" y="73490"/>
                  <a:pt x="0" y="61910"/>
                  <a:pt x="0" y="47173"/>
                </a:cubicBezTo>
                <a:cubicBezTo>
                  <a:pt x="0" y="32492"/>
                  <a:pt x="3650" y="20966"/>
                  <a:pt x="10936" y="12651"/>
                </a:cubicBezTo>
                <a:cubicBezTo>
                  <a:pt x="18331" y="4240"/>
                  <a:pt x="28526" y="0"/>
                  <a:pt x="41383" y="0"/>
                </a:cubicBezTo>
                <a:close/>
                <a:moveTo>
                  <a:pt x="41383" y="0"/>
                </a:move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0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D9F485B2-26AC-4DCE-81F2-532E8B526B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81068" y="1494160"/>
            <a:ext cx="75466" cy="94552"/>
          </a:xfrm>
          <a:custGeom xmlns:a="http://schemas.openxmlformats.org/drawingml/2006/main">
            <a:pathLst>
              <a:path w="75466" h="94552">
                <a:moveTo>
                  <a:pt x="0" y="56600"/>
                </a:moveTo>
                <a:lnTo>
                  <a:pt x="0" y="2154"/>
                </a:lnTo>
                <a:lnTo>
                  <a:pt x="14791" y="2154"/>
                </a:lnTo>
                <a:lnTo>
                  <a:pt x="14791" y="56174"/>
                </a:lnTo>
                <a:cubicBezTo>
                  <a:pt x="14791" y="64640"/>
                  <a:pt x="16397" y="70966"/>
                  <a:pt x="19717" y="75260"/>
                </a:cubicBezTo>
                <a:cubicBezTo>
                  <a:pt x="23148" y="79541"/>
                  <a:pt x="28128" y="81696"/>
                  <a:pt x="34728" y="81696"/>
                </a:cubicBezTo>
                <a:cubicBezTo>
                  <a:pt x="42714" y="81696"/>
                  <a:pt x="48984" y="79226"/>
                  <a:pt x="53595" y="74190"/>
                </a:cubicBezTo>
                <a:cubicBezTo>
                  <a:pt x="58315" y="69045"/>
                  <a:pt x="60675" y="62074"/>
                  <a:pt x="60675" y="53169"/>
                </a:cubicBezTo>
                <a:lnTo>
                  <a:pt x="60675" y="2154"/>
                </a:lnTo>
                <a:lnTo>
                  <a:pt x="75466" y="2154"/>
                </a:lnTo>
                <a:lnTo>
                  <a:pt x="75466" y="92192"/>
                </a:lnTo>
                <a:lnTo>
                  <a:pt x="60675" y="92192"/>
                </a:lnTo>
                <a:lnTo>
                  <a:pt x="60675" y="78265"/>
                </a:lnTo>
                <a:cubicBezTo>
                  <a:pt x="57080" y="83836"/>
                  <a:pt x="52950" y="88021"/>
                  <a:pt x="48230" y="90697"/>
                </a:cubicBezTo>
                <a:cubicBezTo>
                  <a:pt x="43523" y="93263"/>
                  <a:pt x="37994" y="94552"/>
                  <a:pt x="31723" y="94552"/>
                </a:cubicBezTo>
                <a:cubicBezTo>
                  <a:pt x="21268" y="94552"/>
                  <a:pt x="13337" y="91342"/>
                  <a:pt x="7931" y="84906"/>
                </a:cubicBezTo>
                <a:cubicBezTo>
                  <a:pt x="2621" y="78471"/>
                  <a:pt x="0" y="69045"/>
                  <a:pt x="0" y="56600"/>
                </a:cubicBezTo>
                <a:close/>
                <a:moveTo>
                  <a:pt x="37294" y="0"/>
                </a:moveTo>
                <a:close/>
                <a:moveTo>
                  <a:pt x="37294" y="0"/>
                </a:move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0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A231462F-9F21-483F-B1F1-3583916FF5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86487" y="1494160"/>
            <a:ext cx="75466" cy="92192"/>
          </a:xfrm>
          <a:custGeom xmlns:a="http://schemas.openxmlformats.org/drawingml/2006/main">
            <a:pathLst>
              <a:path w="75466" h="92192">
                <a:moveTo>
                  <a:pt x="75466" y="37733"/>
                </a:moveTo>
                <a:lnTo>
                  <a:pt x="75466" y="92192"/>
                </a:lnTo>
                <a:lnTo>
                  <a:pt x="60675" y="92192"/>
                </a:lnTo>
                <a:lnTo>
                  <a:pt x="60675" y="38378"/>
                </a:lnTo>
                <a:cubicBezTo>
                  <a:pt x="60675" y="29802"/>
                  <a:pt x="58960" y="23477"/>
                  <a:pt x="55529" y="19306"/>
                </a:cubicBezTo>
                <a:cubicBezTo>
                  <a:pt x="52209" y="15011"/>
                  <a:pt x="47283" y="12870"/>
                  <a:pt x="40738" y="12870"/>
                </a:cubicBezTo>
                <a:cubicBezTo>
                  <a:pt x="32697" y="12870"/>
                  <a:pt x="26372" y="15436"/>
                  <a:pt x="21652" y="20582"/>
                </a:cubicBezTo>
                <a:cubicBezTo>
                  <a:pt x="17042" y="25631"/>
                  <a:pt x="14791" y="32547"/>
                  <a:pt x="14791" y="41383"/>
                </a:cubicBezTo>
                <a:lnTo>
                  <a:pt x="14791" y="92192"/>
                </a:lnTo>
                <a:lnTo>
                  <a:pt x="0" y="92192"/>
                </a:lnTo>
                <a:lnTo>
                  <a:pt x="0" y="2154"/>
                </a:lnTo>
                <a:lnTo>
                  <a:pt x="14791" y="2154"/>
                </a:lnTo>
                <a:lnTo>
                  <a:pt x="14791" y="16081"/>
                </a:lnTo>
                <a:cubicBezTo>
                  <a:pt x="18331" y="10675"/>
                  <a:pt x="22516" y="6655"/>
                  <a:pt x="27236" y="4075"/>
                </a:cubicBezTo>
                <a:cubicBezTo>
                  <a:pt x="32053" y="1400"/>
                  <a:pt x="37623" y="0"/>
                  <a:pt x="43949" y="0"/>
                </a:cubicBezTo>
                <a:cubicBezTo>
                  <a:pt x="54240" y="0"/>
                  <a:pt x="62020" y="3224"/>
                  <a:pt x="67316" y="9660"/>
                </a:cubicBezTo>
                <a:cubicBezTo>
                  <a:pt x="72736" y="15985"/>
                  <a:pt x="75466" y="25302"/>
                  <a:pt x="75466" y="37733"/>
                </a:cubicBezTo>
                <a:close/>
                <a:moveTo>
                  <a:pt x="75466" y="37733"/>
                </a:move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0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B1ACF0FA-2467-4FD2-B3BB-28B4B3BC0C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84840" y="1461147"/>
            <a:ext cx="80612" cy="127565"/>
          </a:xfrm>
          <a:custGeom xmlns:a="http://schemas.openxmlformats.org/drawingml/2006/main">
            <a:pathLst>
              <a:path w="80612" h="127565">
                <a:moveTo>
                  <a:pt x="65820" y="48888"/>
                </a:moveTo>
                <a:lnTo>
                  <a:pt x="65820" y="0"/>
                </a:lnTo>
                <a:lnTo>
                  <a:pt x="80612" y="0"/>
                </a:lnTo>
                <a:lnTo>
                  <a:pt x="80612" y="125205"/>
                </a:lnTo>
                <a:lnTo>
                  <a:pt x="65820" y="125205"/>
                </a:lnTo>
                <a:lnTo>
                  <a:pt x="65820" y="111704"/>
                </a:lnTo>
                <a:cubicBezTo>
                  <a:pt x="62664" y="117014"/>
                  <a:pt x="58740" y="121034"/>
                  <a:pt x="54034" y="123710"/>
                </a:cubicBezTo>
                <a:cubicBezTo>
                  <a:pt x="49314" y="126276"/>
                  <a:pt x="43578" y="127565"/>
                  <a:pt x="36882" y="127565"/>
                </a:cubicBezTo>
                <a:cubicBezTo>
                  <a:pt x="26002" y="127565"/>
                  <a:pt x="17151" y="123230"/>
                  <a:pt x="10291" y="114489"/>
                </a:cubicBezTo>
                <a:cubicBezTo>
                  <a:pt x="3430" y="105804"/>
                  <a:pt x="0" y="94333"/>
                  <a:pt x="0" y="80186"/>
                </a:cubicBezTo>
                <a:cubicBezTo>
                  <a:pt x="0" y="66040"/>
                  <a:pt x="3430" y="54679"/>
                  <a:pt x="10291" y="46103"/>
                </a:cubicBezTo>
                <a:cubicBezTo>
                  <a:pt x="17151" y="37418"/>
                  <a:pt x="26002" y="33013"/>
                  <a:pt x="36882" y="33013"/>
                </a:cubicBezTo>
                <a:cubicBezTo>
                  <a:pt x="43578" y="33013"/>
                  <a:pt x="49314" y="34303"/>
                  <a:pt x="54034" y="36882"/>
                </a:cubicBezTo>
                <a:cubicBezTo>
                  <a:pt x="58740" y="39448"/>
                  <a:pt x="62664" y="43469"/>
                  <a:pt x="65820" y="48888"/>
                </a:cubicBezTo>
                <a:close/>
                <a:moveTo>
                  <a:pt x="15436" y="80186"/>
                </a:moveTo>
                <a:cubicBezTo>
                  <a:pt x="15436" y="91067"/>
                  <a:pt x="17632" y="99643"/>
                  <a:pt x="22091" y="105914"/>
                </a:cubicBezTo>
                <a:cubicBezTo>
                  <a:pt x="26482" y="112074"/>
                  <a:pt x="32643" y="115134"/>
                  <a:pt x="40519" y="115134"/>
                </a:cubicBezTo>
                <a:cubicBezTo>
                  <a:pt x="48353" y="115134"/>
                  <a:pt x="54514" y="112074"/>
                  <a:pt x="58960" y="105914"/>
                </a:cubicBezTo>
                <a:cubicBezTo>
                  <a:pt x="63515" y="99643"/>
                  <a:pt x="65820" y="91067"/>
                  <a:pt x="65820" y="80186"/>
                </a:cubicBezTo>
                <a:cubicBezTo>
                  <a:pt x="65820" y="69360"/>
                  <a:pt x="63515" y="60840"/>
                  <a:pt x="58960" y="54679"/>
                </a:cubicBezTo>
                <a:cubicBezTo>
                  <a:pt x="54514" y="48559"/>
                  <a:pt x="48353" y="45458"/>
                  <a:pt x="40519" y="45458"/>
                </a:cubicBezTo>
                <a:cubicBezTo>
                  <a:pt x="32643" y="45458"/>
                  <a:pt x="26482" y="48559"/>
                  <a:pt x="22091" y="54679"/>
                </a:cubicBezTo>
                <a:cubicBezTo>
                  <a:pt x="17632" y="60840"/>
                  <a:pt x="15436" y="69360"/>
                  <a:pt x="15436" y="80186"/>
                </a:cubicBezTo>
                <a:close/>
                <a:moveTo>
                  <a:pt x="15436" y="80186"/>
                </a:move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0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394D981B-FA44-42BB-B70A-3102619A18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4183" y="1669969"/>
            <a:ext cx="84481" cy="124561"/>
          </a:xfrm>
          <a:custGeom xmlns:a="http://schemas.openxmlformats.org/drawingml/2006/main">
            <a:pathLst>
              <a:path w="84481" h="124561">
                <a:moveTo>
                  <a:pt x="77181" y="5996"/>
                </a:moveTo>
                <a:lnTo>
                  <a:pt x="77181" y="21872"/>
                </a:lnTo>
                <a:cubicBezTo>
                  <a:pt x="71021" y="19031"/>
                  <a:pt x="65175" y="16877"/>
                  <a:pt x="59605" y="15436"/>
                </a:cubicBezTo>
                <a:cubicBezTo>
                  <a:pt x="54144" y="13886"/>
                  <a:pt x="48943" y="13076"/>
                  <a:pt x="43963" y="13076"/>
                </a:cubicBezTo>
                <a:cubicBezTo>
                  <a:pt x="35058" y="13076"/>
                  <a:pt x="28197" y="14791"/>
                  <a:pt x="23381" y="18222"/>
                </a:cubicBezTo>
                <a:cubicBezTo>
                  <a:pt x="18661" y="21652"/>
                  <a:pt x="16301" y="26578"/>
                  <a:pt x="16301" y="33013"/>
                </a:cubicBezTo>
                <a:cubicBezTo>
                  <a:pt x="16301" y="38323"/>
                  <a:pt x="17851" y="42343"/>
                  <a:pt x="21021" y="45019"/>
                </a:cubicBezTo>
                <a:cubicBezTo>
                  <a:pt x="24122" y="47750"/>
                  <a:pt x="30241" y="49904"/>
                  <a:pt x="39242" y="51454"/>
                </a:cubicBezTo>
                <a:lnTo>
                  <a:pt x="48888" y="53595"/>
                </a:lnTo>
                <a:cubicBezTo>
                  <a:pt x="61004" y="55900"/>
                  <a:pt x="69950" y="59975"/>
                  <a:pt x="75686" y="65820"/>
                </a:cubicBezTo>
                <a:cubicBezTo>
                  <a:pt x="81531" y="71556"/>
                  <a:pt x="84481" y="79267"/>
                  <a:pt x="84481" y="88968"/>
                </a:cubicBezTo>
                <a:cubicBezTo>
                  <a:pt x="84481" y="100713"/>
                  <a:pt x="80516" y="109550"/>
                  <a:pt x="72681" y="115559"/>
                </a:cubicBezTo>
                <a:cubicBezTo>
                  <a:pt x="64970" y="121556"/>
                  <a:pt x="53499" y="124561"/>
                  <a:pt x="38378" y="124561"/>
                </a:cubicBezTo>
                <a:cubicBezTo>
                  <a:pt x="32807" y="124561"/>
                  <a:pt x="26811" y="123916"/>
                  <a:pt x="20376" y="122626"/>
                </a:cubicBezTo>
                <a:cubicBezTo>
                  <a:pt x="13941" y="121350"/>
                  <a:pt x="7300" y="119415"/>
                  <a:pt x="439" y="116849"/>
                </a:cubicBezTo>
                <a:lnTo>
                  <a:pt x="439" y="100123"/>
                </a:lnTo>
                <a:cubicBezTo>
                  <a:pt x="6970" y="103869"/>
                  <a:pt x="13406" y="106654"/>
                  <a:pt x="19731" y="108479"/>
                </a:cubicBezTo>
                <a:cubicBezTo>
                  <a:pt x="26166" y="110359"/>
                  <a:pt x="32382" y="111265"/>
                  <a:pt x="38378" y="111265"/>
                </a:cubicBezTo>
                <a:cubicBezTo>
                  <a:pt x="47654" y="111265"/>
                  <a:pt x="54789" y="109495"/>
                  <a:pt x="59824" y="105914"/>
                </a:cubicBezTo>
                <a:cubicBezTo>
                  <a:pt x="64970" y="102209"/>
                  <a:pt x="67535" y="97008"/>
                  <a:pt x="67535" y="90258"/>
                </a:cubicBezTo>
                <a:cubicBezTo>
                  <a:pt x="67535" y="84412"/>
                  <a:pt x="65669" y="79857"/>
                  <a:pt x="61965" y="76537"/>
                </a:cubicBezTo>
                <a:cubicBezTo>
                  <a:pt x="58370" y="73106"/>
                  <a:pt x="52428" y="70636"/>
                  <a:pt x="44168" y="69031"/>
                </a:cubicBezTo>
                <a:lnTo>
                  <a:pt x="34303" y="67110"/>
                </a:lnTo>
                <a:cubicBezTo>
                  <a:pt x="22146" y="64695"/>
                  <a:pt x="13351" y="60881"/>
                  <a:pt x="7945" y="55735"/>
                </a:cubicBezTo>
                <a:cubicBezTo>
                  <a:pt x="2634" y="50590"/>
                  <a:pt x="0" y="43469"/>
                  <a:pt x="0" y="34303"/>
                </a:cubicBezTo>
                <a:cubicBezTo>
                  <a:pt x="0" y="23587"/>
                  <a:pt x="3705" y="15217"/>
                  <a:pt x="11155" y="9221"/>
                </a:cubicBezTo>
                <a:cubicBezTo>
                  <a:pt x="18551" y="3115"/>
                  <a:pt x="28842" y="0"/>
                  <a:pt x="42028" y="0"/>
                </a:cubicBezTo>
                <a:cubicBezTo>
                  <a:pt x="47708" y="0"/>
                  <a:pt x="53444" y="535"/>
                  <a:pt x="59179" y="1496"/>
                </a:cubicBezTo>
                <a:cubicBezTo>
                  <a:pt x="65024" y="2525"/>
                  <a:pt x="71021" y="4020"/>
                  <a:pt x="77181" y="5996"/>
                </a:cubicBezTo>
                <a:close/>
                <a:moveTo>
                  <a:pt x="77181" y="5996"/>
                </a:move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0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06D7F4EB-0944-4614-AD98-75D5284827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2275" y="1676610"/>
            <a:ext cx="56174" cy="115559"/>
          </a:xfrm>
          <a:custGeom xmlns:a="http://schemas.openxmlformats.org/drawingml/2006/main">
            <a:pathLst>
              <a:path w="56174" h="115559">
                <a:moveTo>
                  <a:pt x="25727" y="0"/>
                </a:moveTo>
                <a:lnTo>
                  <a:pt x="25727" y="25521"/>
                </a:lnTo>
                <a:lnTo>
                  <a:pt x="56174" y="25521"/>
                </a:lnTo>
                <a:lnTo>
                  <a:pt x="56174" y="37088"/>
                </a:lnTo>
                <a:lnTo>
                  <a:pt x="25727" y="37088"/>
                </a:lnTo>
                <a:lnTo>
                  <a:pt x="25727" y="85977"/>
                </a:lnTo>
                <a:cubicBezTo>
                  <a:pt x="25727" y="93263"/>
                  <a:pt x="26688" y="97983"/>
                  <a:pt x="28732" y="100123"/>
                </a:cubicBezTo>
                <a:cubicBezTo>
                  <a:pt x="30708" y="102168"/>
                  <a:pt x="34783" y="103128"/>
                  <a:pt x="40944" y="103128"/>
                </a:cubicBezTo>
                <a:lnTo>
                  <a:pt x="56174" y="103128"/>
                </a:lnTo>
                <a:lnTo>
                  <a:pt x="56174" y="115559"/>
                </a:lnTo>
                <a:lnTo>
                  <a:pt x="40944" y="115559"/>
                </a:lnTo>
                <a:cubicBezTo>
                  <a:pt x="29473" y="115559"/>
                  <a:pt x="21542" y="113419"/>
                  <a:pt x="17151" y="109124"/>
                </a:cubicBezTo>
                <a:cubicBezTo>
                  <a:pt x="12857" y="104843"/>
                  <a:pt x="10716" y="97118"/>
                  <a:pt x="10716" y="85977"/>
                </a:cubicBezTo>
                <a:lnTo>
                  <a:pt x="10716" y="37088"/>
                </a:lnTo>
                <a:lnTo>
                  <a:pt x="0" y="37088"/>
                </a:lnTo>
                <a:lnTo>
                  <a:pt x="0" y="25521"/>
                </a:lnTo>
                <a:lnTo>
                  <a:pt x="10716" y="25521"/>
                </a:lnTo>
                <a:lnTo>
                  <a:pt x="10716" y="0"/>
                </a:lnTo>
                <a:lnTo>
                  <a:pt x="25727" y="0"/>
                </a:lnTo>
                <a:close/>
                <a:moveTo>
                  <a:pt x="25727" y="0"/>
                </a:move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0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E576A919-AC41-4542-BB58-E93388368C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07371" y="1699977"/>
            <a:ext cx="52730" cy="92192"/>
          </a:xfrm>
          <a:custGeom xmlns:a="http://schemas.openxmlformats.org/drawingml/2006/main">
            <a:pathLst>
              <a:path w="52730" h="92192">
                <a:moveTo>
                  <a:pt x="52730" y="15875"/>
                </a:moveTo>
                <a:cubicBezTo>
                  <a:pt x="51015" y="15011"/>
                  <a:pt x="49149" y="14366"/>
                  <a:pt x="47160" y="13941"/>
                </a:cubicBezTo>
                <a:cubicBezTo>
                  <a:pt x="45280" y="13406"/>
                  <a:pt x="43139" y="13090"/>
                  <a:pt x="40724" y="13090"/>
                </a:cubicBezTo>
                <a:cubicBezTo>
                  <a:pt x="32423" y="13090"/>
                  <a:pt x="25988" y="15820"/>
                  <a:pt x="21432" y="21227"/>
                </a:cubicBezTo>
                <a:cubicBezTo>
                  <a:pt x="16987" y="26701"/>
                  <a:pt x="14791" y="34522"/>
                  <a:pt x="14791" y="44813"/>
                </a:cubicBezTo>
                <a:lnTo>
                  <a:pt x="14791" y="92192"/>
                </a:lnTo>
                <a:lnTo>
                  <a:pt x="0" y="92192"/>
                </a:lnTo>
                <a:lnTo>
                  <a:pt x="0" y="2154"/>
                </a:lnTo>
                <a:lnTo>
                  <a:pt x="14791" y="2154"/>
                </a:lnTo>
                <a:lnTo>
                  <a:pt x="14791" y="16081"/>
                </a:lnTo>
                <a:cubicBezTo>
                  <a:pt x="17892" y="10675"/>
                  <a:pt x="21968" y="6655"/>
                  <a:pt x="27003" y="4075"/>
                </a:cubicBezTo>
                <a:cubicBezTo>
                  <a:pt x="31998" y="1400"/>
                  <a:pt x="38049" y="0"/>
                  <a:pt x="45225" y="0"/>
                </a:cubicBezTo>
                <a:cubicBezTo>
                  <a:pt x="46199" y="0"/>
                  <a:pt x="47269" y="110"/>
                  <a:pt x="48449" y="220"/>
                </a:cubicBezTo>
                <a:cubicBezTo>
                  <a:pt x="49739" y="384"/>
                  <a:pt x="51070" y="590"/>
                  <a:pt x="52525" y="864"/>
                </a:cubicBezTo>
                <a:lnTo>
                  <a:pt x="52730" y="15875"/>
                </a:lnTo>
                <a:close/>
                <a:moveTo>
                  <a:pt x="52730" y="15875"/>
                </a:move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0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422247C9-1853-4107-B359-18146C9733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65412" y="1699977"/>
            <a:ext cx="83617" cy="94552"/>
          </a:xfrm>
          <a:custGeom xmlns:a="http://schemas.openxmlformats.org/drawingml/2006/main">
            <a:pathLst>
              <a:path w="83617" h="94552">
                <a:moveTo>
                  <a:pt x="83617" y="43523"/>
                </a:moveTo>
                <a:lnTo>
                  <a:pt x="83617" y="50604"/>
                </a:lnTo>
                <a:lnTo>
                  <a:pt x="15436" y="50604"/>
                </a:lnTo>
                <a:cubicBezTo>
                  <a:pt x="16136" y="60894"/>
                  <a:pt x="19182" y="68715"/>
                  <a:pt x="24657" y="73971"/>
                </a:cubicBezTo>
                <a:cubicBezTo>
                  <a:pt x="30228" y="79281"/>
                  <a:pt x="37843" y="81902"/>
                  <a:pt x="47599" y="81902"/>
                </a:cubicBezTo>
                <a:cubicBezTo>
                  <a:pt x="53279" y="81902"/>
                  <a:pt x="58795" y="81257"/>
                  <a:pt x="64105" y="79981"/>
                </a:cubicBezTo>
                <a:cubicBezTo>
                  <a:pt x="69511" y="78581"/>
                  <a:pt x="74876" y="76440"/>
                  <a:pt x="80186" y="73545"/>
                </a:cubicBezTo>
                <a:lnTo>
                  <a:pt x="80186" y="87692"/>
                </a:lnTo>
                <a:cubicBezTo>
                  <a:pt x="74712" y="89832"/>
                  <a:pt x="69251" y="91493"/>
                  <a:pt x="63680" y="92618"/>
                </a:cubicBezTo>
                <a:cubicBezTo>
                  <a:pt x="58095" y="93908"/>
                  <a:pt x="52415" y="94552"/>
                  <a:pt x="46734" y="94552"/>
                </a:cubicBezTo>
                <a:cubicBezTo>
                  <a:pt x="32423" y="94552"/>
                  <a:pt x="21062" y="90422"/>
                  <a:pt x="12651" y="82121"/>
                </a:cubicBezTo>
                <a:cubicBezTo>
                  <a:pt x="4185" y="73710"/>
                  <a:pt x="0" y="62335"/>
                  <a:pt x="0" y="48024"/>
                </a:cubicBezTo>
                <a:cubicBezTo>
                  <a:pt x="0" y="33342"/>
                  <a:pt x="3965" y="21666"/>
                  <a:pt x="12006" y="13090"/>
                </a:cubicBezTo>
                <a:cubicBezTo>
                  <a:pt x="19992" y="4404"/>
                  <a:pt x="30708" y="0"/>
                  <a:pt x="44168" y="0"/>
                </a:cubicBezTo>
                <a:cubicBezTo>
                  <a:pt x="56284" y="0"/>
                  <a:pt x="65875" y="3979"/>
                  <a:pt x="72900" y="11800"/>
                </a:cubicBezTo>
                <a:cubicBezTo>
                  <a:pt x="80022" y="19511"/>
                  <a:pt x="83617" y="30132"/>
                  <a:pt x="83617" y="43523"/>
                </a:cubicBezTo>
                <a:close/>
                <a:moveTo>
                  <a:pt x="68825" y="39023"/>
                </a:moveTo>
                <a:cubicBezTo>
                  <a:pt x="68661" y="31037"/>
                  <a:pt x="66355" y="24602"/>
                  <a:pt x="61965" y="19731"/>
                </a:cubicBezTo>
                <a:cubicBezTo>
                  <a:pt x="57505" y="14901"/>
                  <a:pt x="51674" y="12445"/>
                  <a:pt x="44374" y="12445"/>
                </a:cubicBezTo>
                <a:cubicBezTo>
                  <a:pt x="36073" y="12445"/>
                  <a:pt x="29432" y="14805"/>
                  <a:pt x="24437" y="19511"/>
                </a:cubicBezTo>
                <a:cubicBezTo>
                  <a:pt x="19566" y="24232"/>
                  <a:pt x="16781" y="30831"/>
                  <a:pt x="16081" y="39242"/>
                </a:cubicBezTo>
                <a:lnTo>
                  <a:pt x="68825" y="39023"/>
                </a:lnTo>
                <a:close/>
                <a:moveTo>
                  <a:pt x="68825" y="39023"/>
                </a:move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0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4D17281C-308D-4BE1-B9AC-BB10DBA91A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67566" y="1699977"/>
            <a:ext cx="76111" cy="94552"/>
          </a:xfrm>
          <a:custGeom xmlns:a="http://schemas.openxmlformats.org/drawingml/2006/main">
            <a:pathLst>
              <a:path w="76111" h="94552">
                <a:moveTo>
                  <a:pt x="46528" y="46954"/>
                </a:moveTo>
                <a:cubicBezTo>
                  <a:pt x="34632" y="46954"/>
                  <a:pt x="26372" y="48353"/>
                  <a:pt x="21652" y="51029"/>
                </a:cubicBezTo>
                <a:cubicBezTo>
                  <a:pt x="17055" y="53759"/>
                  <a:pt x="14791" y="58425"/>
                  <a:pt x="14791" y="64970"/>
                </a:cubicBezTo>
                <a:cubicBezTo>
                  <a:pt x="14791" y="70280"/>
                  <a:pt x="16507" y="74506"/>
                  <a:pt x="19937" y="77621"/>
                </a:cubicBezTo>
                <a:cubicBezTo>
                  <a:pt x="23477" y="80612"/>
                  <a:pt x="28197" y="82121"/>
                  <a:pt x="34097" y="82121"/>
                </a:cubicBezTo>
                <a:cubicBezTo>
                  <a:pt x="42343" y="82121"/>
                  <a:pt x="48943" y="79281"/>
                  <a:pt x="53814" y="73545"/>
                </a:cubicBezTo>
                <a:cubicBezTo>
                  <a:pt x="58795" y="67700"/>
                  <a:pt x="61320" y="59934"/>
                  <a:pt x="61320" y="50178"/>
                </a:cubicBezTo>
                <a:lnTo>
                  <a:pt x="61320" y="46954"/>
                </a:lnTo>
                <a:lnTo>
                  <a:pt x="46528" y="46954"/>
                </a:lnTo>
                <a:close/>
                <a:moveTo>
                  <a:pt x="76111" y="40738"/>
                </a:moveTo>
                <a:lnTo>
                  <a:pt x="76111" y="92192"/>
                </a:lnTo>
                <a:lnTo>
                  <a:pt x="61320" y="92192"/>
                </a:lnTo>
                <a:lnTo>
                  <a:pt x="61320" y="78471"/>
                </a:lnTo>
                <a:cubicBezTo>
                  <a:pt x="57890" y="83946"/>
                  <a:pt x="53663" y="88021"/>
                  <a:pt x="48669" y="90697"/>
                </a:cubicBezTo>
                <a:cubicBezTo>
                  <a:pt x="43633" y="93263"/>
                  <a:pt x="37527" y="94552"/>
                  <a:pt x="30228" y="94552"/>
                </a:cubicBezTo>
                <a:cubicBezTo>
                  <a:pt x="20911" y="94552"/>
                  <a:pt x="13570" y="91987"/>
                  <a:pt x="8150" y="86841"/>
                </a:cubicBezTo>
                <a:cubicBezTo>
                  <a:pt x="2689" y="81586"/>
                  <a:pt x="0" y="74616"/>
                  <a:pt x="0" y="66040"/>
                </a:cubicBezTo>
                <a:cubicBezTo>
                  <a:pt x="0" y="55914"/>
                  <a:pt x="3334" y="48244"/>
                  <a:pt x="10085" y="43098"/>
                </a:cubicBezTo>
                <a:cubicBezTo>
                  <a:pt x="16946" y="37953"/>
                  <a:pt x="27072" y="35387"/>
                  <a:pt x="40519" y="35387"/>
                </a:cubicBezTo>
                <a:lnTo>
                  <a:pt x="61320" y="35387"/>
                </a:lnTo>
                <a:lnTo>
                  <a:pt x="61320" y="33878"/>
                </a:lnTo>
                <a:cubicBezTo>
                  <a:pt x="61320" y="27017"/>
                  <a:pt x="59015" y="21762"/>
                  <a:pt x="54459" y="18016"/>
                </a:cubicBezTo>
                <a:cubicBezTo>
                  <a:pt x="50014" y="14311"/>
                  <a:pt x="43798" y="12445"/>
                  <a:pt x="35812" y="12445"/>
                </a:cubicBezTo>
                <a:cubicBezTo>
                  <a:pt x="30667" y="12445"/>
                  <a:pt x="25576" y="13090"/>
                  <a:pt x="20582" y="14366"/>
                </a:cubicBezTo>
                <a:cubicBezTo>
                  <a:pt x="15711" y="15656"/>
                  <a:pt x="11046" y="17536"/>
                  <a:pt x="6655" y="19951"/>
                </a:cubicBezTo>
                <a:lnTo>
                  <a:pt x="6655" y="6229"/>
                </a:lnTo>
                <a:cubicBezTo>
                  <a:pt x="12061" y="4075"/>
                  <a:pt x="17261" y="2525"/>
                  <a:pt x="22297" y="1509"/>
                </a:cubicBezTo>
                <a:cubicBezTo>
                  <a:pt x="27442" y="549"/>
                  <a:pt x="32437" y="0"/>
                  <a:pt x="37308" y="0"/>
                </a:cubicBezTo>
                <a:cubicBezTo>
                  <a:pt x="50274" y="0"/>
                  <a:pt x="60030" y="3389"/>
                  <a:pt x="66465" y="10085"/>
                </a:cubicBezTo>
                <a:cubicBezTo>
                  <a:pt x="72900" y="16836"/>
                  <a:pt x="76111" y="27017"/>
                  <a:pt x="76111" y="40738"/>
                </a:cubicBezTo>
                <a:close/>
                <a:moveTo>
                  <a:pt x="76111" y="40738"/>
                </a:move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0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21CDB459-8EE5-4B39-A6BC-B30A8A7414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73644" y="1699977"/>
            <a:ext cx="131421" cy="92192"/>
          </a:xfrm>
          <a:custGeom xmlns:a="http://schemas.openxmlformats.org/drawingml/2006/main">
            <a:pathLst>
              <a:path w="131421" h="92192">
                <a:moveTo>
                  <a:pt x="70527" y="19511"/>
                </a:moveTo>
                <a:cubicBezTo>
                  <a:pt x="74231" y="12816"/>
                  <a:pt x="78677" y="7890"/>
                  <a:pt x="83822" y="4720"/>
                </a:cubicBezTo>
                <a:cubicBezTo>
                  <a:pt x="88968" y="1619"/>
                  <a:pt x="95033" y="0"/>
                  <a:pt x="102044" y="0"/>
                </a:cubicBezTo>
                <a:cubicBezTo>
                  <a:pt x="111484" y="0"/>
                  <a:pt x="118660" y="3334"/>
                  <a:pt x="123696" y="9866"/>
                </a:cubicBezTo>
                <a:cubicBezTo>
                  <a:pt x="128842" y="16465"/>
                  <a:pt x="131421" y="25727"/>
                  <a:pt x="131421" y="37733"/>
                </a:cubicBezTo>
                <a:lnTo>
                  <a:pt x="131421" y="92192"/>
                </a:lnTo>
                <a:lnTo>
                  <a:pt x="116630" y="92192"/>
                </a:lnTo>
                <a:lnTo>
                  <a:pt x="116630" y="38378"/>
                </a:lnTo>
                <a:cubicBezTo>
                  <a:pt x="116630" y="29706"/>
                  <a:pt x="115024" y="23271"/>
                  <a:pt x="111910" y="19086"/>
                </a:cubicBezTo>
                <a:cubicBezTo>
                  <a:pt x="108905" y="14956"/>
                  <a:pt x="104240" y="12870"/>
                  <a:pt x="97969" y="12870"/>
                </a:cubicBezTo>
                <a:cubicBezTo>
                  <a:pt x="90258" y="12870"/>
                  <a:pt x="84152" y="15436"/>
                  <a:pt x="79747" y="20582"/>
                </a:cubicBezTo>
                <a:cubicBezTo>
                  <a:pt x="75302" y="25631"/>
                  <a:pt x="73106" y="32547"/>
                  <a:pt x="73106" y="41383"/>
                </a:cubicBezTo>
                <a:lnTo>
                  <a:pt x="73106" y="92192"/>
                </a:lnTo>
                <a:lnTo>
                  <a:pt x="58315" y="92192"/>
                </a:lnTo>
                <a:lnTo>
                  <a:pt x="58315" y="38378"/>
                </a:lnTo>
                <a:cubicBezTo>
                  <a:pt x="58315" y="29706"/>
                  <a:pt x="56709" y="23271"/>
                  <a:pt x="53595" y="19086"/>
                </a:cubicBezTo>
                <a:cubicBezTo>
                  <a:pt x="50590" y="14956"/>
                  <a:pt x="45884" y="12870"/>
                  <a:pt x="39448" y="12870"/>
                </a:cubicBezTo>
                <a:cubicBezTo>
                  <a:pt x="31833" y="12870"/>
                  <a:pt x="25837" y="15436"/>
                  <a:pt x="21432" y="20582"/>
                </a:cubicBezTo>
                <a:cubicBezTo>
                  <a:pt x="16987" y="25631"/>
                  <a:pt x="14791" y="32547"/>
                  <a:pt x="14791" y="41383"/>
                </a:cubicBezTo>
                <a:lnTo>
                  <a:pt x="14791" y="92192"/>
                </a:lnTo>
                <a:lnTo>
                  <a:pt x="0" y="92192"/>
                </a:lnTo>
                <a:lnTo>
                  <a:pt x="0" y="2154"/>
                </a:lnTo>
                <a:lnTo>
                  <a:pt x="14791" y="2154"/>
                </a:lnTo>
                <a:lnTo>
                  <a:pt x="14791" y="16081"/>
                </a:lnTo>
                <a:cubicBezTo>
                  <a:pt x="18222" y="10675"/>
                  <a:pt x="22297" y="6655"/>
                  <a:pt x="27017" y="4075"/>
                </a:cubicBezTo>
                <a:cubicBezTo>
                  <a:pt x="31723" y="1400"/>
                  <a:pt x="37308" y="0"/>
                  <a:pt x="43729" y="0"/>
                </a:cubicBezTo>
                <a:cubicBezTo>
                  <a:pt x="50274" y="0"/>
                  <a:pt x="55845" y="1674"/>
                  <a:pt x="60455" y="4940"/>
                </a:cubicBezTo>
                <a:cubicBezTo>
                  <a:pt x="65011" y="8260"/>
                  <a:pt x="68386" y="13090"/>
                  <a:pt x="70527" y="19511"/>
                </a:cubicBezTo>
                <a:close/>
                <a:moveTo>
                  <a:pt x="70527" y="19511"/>
                </a:move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0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335FA7A3-E203-44B8-A804-FC95157156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94899" y="1905795"/>
            <a:ext cx="83617" cy="94552"/>
          </a:xfrm>
          <a:custGeom xmlns:a="http://schemas.openxmlformats.org/drawingml/2006/main">
            <a:pathLst>
              <a:path w="83617" h="94552">
                <a:moveTo>
                  <a:pt x="83617" y="43523"/>
                </a:moveTo>
                <a:lnTo>
                  <a:pt x="83617" y="50604"/>
                </a:lnTo>
                <a:lnTo>
                  <a:pt x="15436" y="50604"/>
                </a:lnTo>
                <a:cubicBezTo>
                  <a:pt x="16136" y="60894"/>
                  <a:pt x="19196" y="68715"/>
                  <a:pt x="24657" y="73971"/>
                </a:cubicBezTo>
                <a:cubicBezTo>
                  <a:pt x="30228" y="79281"/>
                  <a:pt x="37843" y="81902"/>
                  <a:pt x="47599" y="81902"/>
                </a:cubicBezTo>
                <a:cubicBezTo>
                  <a:pt x="53279" y="81902"/>
                  <a:pt x="58795" y="81257"/>
                  <a:pt x="64105" y="79981"/>
                </a:cubicBezTo>
                <a:cubicBezTo>
                  <a:pt x="69525" y="78581"/>
                  <a:pt x="74876" y="76440"/>
                  <a:pt x="80186" y="73545"/>
                </a:cubicBezTo>
                <a:lnTo>
                  <a:pt x="80186" y="87692"/>
                </a:lnTo>
                <a:cubicBezTo>
                  <a:pt x="74712" y="89832"/>
                  <a:pt x="69251" y="91493"/>
                  <a:pt x="63680" y="92618"/>
                </a:cubicBezTo>
                <a:cubicBezTo>
                  <a:pt x="58109" y="93908"/>
                  <a:pt x="52428" y="94552"/>
                  <a:pt x="46734" y="94552"/>
                </a:cubicBezTo>
                <a:cubicBezTo>
                  <a:pt x="32423" y="94552"/>
                  <a:pt x="21062" y="90422"/>
                  <a:pt x="12651" y="82121"/>
                </a:cubicBezTo>
                <a:cubicBezTo>
                  <a:pt x="4185" y="73710"/>
                  <a:pt x="0" y="62335"/>
                  <a:pt x="0" y="48024"/>
                </a:cubicBezTo>
                <a:cubicBezTo>
                  <a:pt x="0" y="33342"/>
                  <a:pt x="3965" y="21666"/>
                  <a:pt x="12006" y="13090"/>
                </a:cubicBezTo>
                <a:cubicBezTo>
                  <a:pt x="19992" y="4404"/>
                  <a:pt x="30708" y="0"/>
                  <a:pt x="44168" y="0"/>
                </a:cubicBezTo>
                <a:cubicBezTo>
                  <a:pt x="56284" y="0"/>
                  <a:pt x="65875" y="3979"/>
                  <a:pt x="72900" y="11800"/>
                </a:cubicBezTo>
                <a:cubicBezTo>
                  <a:pt x="80022" y="19511"/>
                  <a:pt x="83617" y="30132"/>
                  <a:pt x="83617" y="43523"/>
                </a:cubicBezTo>
                <a:close/>
                <a:moveTo>
                  <a:pt x="68825" y="39023"/>
                </a:moveTo>
                <a:cubicBezTo>
                  <a:pt x="68661" y="31037"/>
                  <a:pt x="66355" y="24602"/>
                  <a:pt x="61965" y="19731"/>
                </a:cubicBezTo>
                <a:cubicBezTo>
                  <a:pt x="57519" y="14901"/>
                  <a:pt x="51674" y="12445"/>
                  <a:pt x="44388" y="12445"/>
                </a:cubicBezTo>
                <a:cubicBezTo>
                  <a:pt x="36073" y="12445"/>
                  <a:pt x="29432" y="14805"/>
                  <a:pt x="24437" y="19511"/>
                </a:cubicBezTo>
                <a:cubicBezTo>
                  <a:pt x="19566" y="24232"/>
                  <a:pt x="16781" y="30831"/>
                  <a:pt x="16081" y="39242"/>
                </a:cubicBezTo>
                <a:lnTo>
                  <a:pt x="68825" y="39023"/>
                </a:lnTo>
                <a:close/>
                <a:moveTo>
                  <a:pt x="68825" y="39023"/>
                </a:move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1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01B21A39-0056-4C82-B392-786221BEA7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02212" y="1905795"/>
            <a:ext cx="75466" cy="92192"/>
          </a:xfrm>
          <a:custGeom xmlns:a="http://schemas.openxmlformats.org/drawingml/2006/main">
            <a:pathLst>
              <a:path w="75466" h="92192">
                <a:moveTo>
                  <a:pt x="75466" y="37733"/>
                </a:moveTo>
                <a:lnTo>
                  <a:pt x="75466" y="92192"/>
                </a:lnTo>
                <a:lnTo>
                  <a:pt x="60661" y="92192"/>
                </a:lnTo>
                <a:lnTo>
                  <a:pt x="60661" y="38378"/>
                </a:lnTo>
                <a:cubicBezTo>
                  <a:pt x="60661" y="29802"/>
                  <a:pt x="58946" y="23477"/>
                  <a:pt x="55516" y="19306"/>
                </a:cubicBezTo>
                <a:cubicBezTo>
                  <a:pt x="52195" y="15011"/>
                  <a:pt x="47269" y="12870"/>
                  <a:pt x="40724" y="12870"/>
                </a:cubicBezTo>
                <a:cubicBezTo>
                  <a:pt x="32684" y="12870"/>
                  <a:pt x="26358" y="15436"/>
                  <a:pt x="21652" y="20582"/>
                </a:cubicBezTo>
                <a:cubicBezTo>
                  <a:pt x="17042" y="25631"/>
                  <a:pt x="14791" y="32547"/>
                  <a:pt x="14791" y="41383"/>
                </a:cubicBezTo>
                <a:lnTo>
                  <a:pt x="14791" y="92192"/>
                </a:lnTo>
                <a:lnTo>
                  <a:pt x="0" y="92192"/>
                </a:lnTo>
                <a:lnTo>
                  <a:pt x="0" y="2154"/>
                </a:lnTo>
                <a:lnTo>
                  <a:pt x="14791" y="2154"/>
                </a:lnTo>
                <a:lnTo>
                  <a:pt x="14791" y="16081"/>
                </a:lnTo>
                <a:cubicBezTo>
                  <a:pt x="18318" y="10675"/>
                  <a:pt x="22503" y="6655"/>
                  <a:pt x="27223" y="4075"/>
                </a:cubicBezTo>
                <a:cubicBezTo>
                  <a:pt x="32039" y="1400"/>
                  <a:pt x="37623" y="0"/>
                  <a:pt x="43949" y="0"/>
                </a:cubicBezTo>
                <a:cubicBezTo>
                  <a:pt x="54240" y="0"/>
                  <a:pt x="62006" y="3224"/>
                  <a:pt x="67316" y="9660"/>
                </a:cubicBezTo>
                <a:cubicBezTo>
                  <a:pt x="72722" y="15985"/>
                  <a:pt x="75466" y="25302"/>
                  <a:pt x="75466" y="37733"/>
                </a:cubicBezTo>
                <a:close/>
                <a:moveTo>
                  <a:pt x="75466" y="37733"/>
                </a:move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1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A136DEE4-38AF-4DD9-989D-C34A53E885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00552" y="1905795"/>
            <a:ext cx="71405" cy="94552"/>
          </a:xfrm>
          <a:custGeom xmlns:a="http://schemas.openxmlformats.org/drawingml/2006/main">
            <a:pathLst>
              <a:path w="71405" h="94552">
                <a:moveTo>
                  <a:pt x="71405" y="5585"/>
                </a:moveTo>
                <a:lnTo>
                  <a:pt x="71405" y="19511"/>
                </a:lnTo>
                <a:cubicBezTo>
                  <a:pt x="67110" y="17110"/>
                  <a:pt x="62884" y="15340"/>
                  <a:pt x="58754" y="14160"/>
                </a:cubicBezTo>
                <a:cubicBezTo>
                  <a:pt x="54569" y="13035"/>
                  <a:pt x="50384" y="12445"/>
                  <a:pt x="46103" y="12445"/>
                </a:cubicBezTo>
                <a:cubicBezTo>
                  <a:pt x="36347" y="12445"/>
                  <a:pt x="28842" y="15546"/>
                  <a:pt x="23587" y="21666"/>
                </a:cubicBezTo>
                <a:cubicBezTo>
                  <a:pt x="18290" y="27662"/>
                  <a:pt x="15656" y="36183"/>
                  <a:pt x="15656" y="47173"/>
                </a:cubicBezTo>
                <a:cubicBezTo>
                  <a:pt x="15656" y="58219"/>
                  <a:pt x="18290" y="66795"/>
                  <a:pt x="23587" y="72900"/>
                </a:cubicBezTo>
                <a:cubicBezTo>
                  <a:pt x="28842" y="78897"/>
                  <a:pt x="36347" y="81902"/>
                  <a:pt x="46103" y="81902"/>
                </a:cubicBezTo>
                <a:cubicBezTo>
                  <a:pt x="50384" y="81902"/>
                  <a:pt x="54569" y="81366"/>
                  <a:pt x="58754" y="80186"/>
                </a:cubicBezTo>
                <a:cubicBezTo>
                  <a:pt x="62884" y="79061"/>
                  <a:pt x="67110" y="77346"/>
                  <a:pt x="71405" y="75041"/>
                </a:cubicBezTo>
                <a:lnTo>
                  <a:pt x="71405" y="88762"/>
                </a:lnTo>
                <a:cubicBezTo>
                  <a:pt x="67220" y="90642"/>
                  <a:pt x="62925" y="92083"/>
                  <a:pt x="58534" y="93057"/>
                </a:cubicBezTo>
                <a:cubicBezTo>
                  <a:pt x="54089" y="94017"/>
                  <a:pt x="49369" y="94552"/>
                  <a:pt x="44388" y="94552"/>
                </a:cubicBezTo>
                <a:cubicBezTo>
                  <a:pt x="30777" y="94552"/>
                  <a:pt x="19992" y="90367"/>
                  <a:pt x="12006" y="81902"/>
                </a:cubicBezTo>
                <a:cubicBezTo>
                  <a:pt x="3979" y="73326"/>
                  <a:pt x="0" y="61745"/>
                  <a:pt x="0" y="47173"/>
                </a:cubicBezTo>
                <a:cubicBezTo>
                  <a:pt x="0" y="32588"/>
                  <a:pt x="3979" y="21131"/>
                  <a:pt x="12006" y="12651"/>
                </a:cubicBezTo>
                <a:cubicBezTo>
                  <a:pt x="20156" y="4240"/>
                  <a:pt x="31312" y="0"/>
                  <a:pt x="45458" y="0"/>
                </a:cubicBezTo>
                <a:cubicBezTo>
                  <a:pt x="49849" y="0"/>
                  <a:pt x="54253" y="549"/>
                  <a:pt x="58534" y="1509"/>
                </a:cubicBezTo>
                <a:cubicBezTo>
                  <a:pt x="62925" y="2360"/>
                  <a:pt x="67220" y="3760"/>
                  <a:pt x="71405" y="5585"/>
                </a:cubicBezTo>
                <a:close/>
                <a:moveTo>
                  <a:pt x="71405" y="5585"/>
                </a:move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1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BD0F3D79-1847-4EEE-AC2D-269BB6F7B6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91084" y="1905795"/>
            <a:ext cx="82752" cy="94552"/>
          </a:xfrm>
          <a:custGeom xmlns:a="http://schemas.openxmlformats.org/drawingml/2006/main">
            <a:pathLst>
              <a:path w="82752" h="94552">
                <a:moveTo>
                  <a:pt x="41383" y="12445"/>
                </a:moveTo>
                <a:cubicBezTo>
                  <a:pt x="33507" y="12445"/>
                  <a:pt x="27236" y="15601"/>
                  <a:pt x="22516" y="21872"/>
                </a:cubicBezTo>
                <a:cubicBezTo>
                  <a:pt x="17906" y="28032"/>
                  <a:pt x="15656" y="36457"/>
                  <a:pt x="15656" y="47173"/>
                </a:cubicBezTo>
                <a:cubicBezTo>
                  <a:pt x="15656" y="58054"/>
                  <a:pt x="17906" y="66575"/>
                  <a:pt x="22516" y="72681"/>
                </a:cubicBezTo>
                <a:cubicBezTo>
                  <a:pt x="27072" y="78855"/>
                  <a:pt x="33342" y="81902"/>
                  <a:pt x="41383" y="81902"/>
                </a:cubicBezTo>
                <a:cubicBezTo>
                  <a:pt x="49204" y="81902"/>
                  <a:pt x="55420" y="78855"/>
                  <a:pt x="60030" y="72681"/>
                </a:cubicBezTo>
                <a:cubicBezTo>
                  <a:pt x="64750" y="66410"/>
                  <a:pt x="67110" y="57890"/>
                  <a:pt x="67110" y="47173"/>
                </a:cubicBezTo>
                <a:cubicBezTo>
                  <a:pt x="67110" y="36608"/>
                  <a:pt x="64750" y="28197"/>
                  <a:pt x="60030" y="21872"/>
                </a:cubicBezTo>
                <a:cubicBezTo>
                  <a:pt x="55420" y="15601"/>
                  <a:pt x="49204" y="12445"/>
                  <a:pt x="41383" y="12445"/>
                </a:cubicBezTo>
                <a:close/>
                <a:moveTo>
                  <a:pt x="41383" y="0"/>
                </a:moveTo>
                <a:cubicBezTo>
                  <a:pt x="54240" y="0"/>
                  <a:pt x="64325" y="4240"/>
                  <a:pt x="71611" y="12651"/>
                </a:cubicBezTo>
                <a:cubicBezTo>
                  <a:pt x="79006" y="20966"/>
                  <a:pt x="82752" y="32492"/>
                  <a:pt x="82752" y="47173"/>
                </a:cubicBezTo>
                <a:cubicBezTo>
                  <a:pt x="82752" y="61910"/>
                  <a:pt x="79006" y="73490"/>
                  <a:pt x="71611" y="81902"/>
                </a:cubicBezTo>
                <a:cubicBezTo>
                  <a:pt x="64325" y="90367"/>
                  <a:pt x="54240" y="94552"/>
                  <a:pt x="41383" y="94552"/>
                </a:cubicBezTo>
                <a:cubicBezTo>
                  <a:pt x="28513" y="94552"/>
                  <a:pt x="18331" y="90367"/>
                  <a:pt x="10936" y="81902"/>
                </a:cubicBezTo>
                <a:cubicBezTo>
                  <a:pt x="3650" y="73490"/>
                  <a:pt x="0" y="61910"/>
                  <a:pt x="0" y="47173"/>
                </a:cubicBezTo>
                <a:cubicBezTo>
                  <a:pt x="0" y="32492"/>
                  <a:pt x="3650" y="20966"/>
                  <a:pt x="10936" y="12651"/>
                </a:cubicBezTo>
                <a:cubicBezTo>
                  <a:pt x="18331" y="4240"/>
                  <a:pt x="28513" y="0"/>
                  <a:pt x="41383" y="0"/>
                </a:cubicBezTo>
                <a:close/>
                <a:moveTo>
                  <a:pt x="41383" y="0"/>
                </a:move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1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7A391555-054A-4FBC-96D5-D54B3E0EEB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91852" y="1872782"/>
            <a:ext cx="80612" cy="127565"/>
          </a:xfrm>
          <a:custGeom xmlns:a="http://schemas.openxmlformats.org/drawingml/2006/main">
            <a:pathLst>
              <a:path w="80612" h="127565">
                <a:moveTo>
                  <a:pt x="65820" y="48888"/>
                </a:moveTo>
                <a:lnTo>
                  <a:pt x="65820" y="0"/>
                </a:lnTo>
                <a:lnTo>
                  <a:pt x="80612" y="0"/>
                </a:lnTo>
                <a:lnTo>
                  <a:pt x="80612" y="125205"/>
                </a:lnTo>
                <a:lnTo>
                  <a:pt x="65820" y="125205"/>
                </a:lnTo>
                <a:lnTo>
                  <a:pt x="65820" y="111704"/>
                </a:lnTo>
                <a:cubicBezTo>
                  <a:pt x="62651" y="117014"/>
                  <a:pt x="58740" y="121034"/>
                  <a:pt x="54020" y="123710"/>
                </a:cubicBezTo>
                <a:cubicBezTo>
                  <a:pt x="49314" y="126276"/>
                  <a:pt x="43578" y="127565"/>
                  <a:pt x="36869" y="127565"/>
                </a:cubicBezTo>
                <a:cubicBezTo>
                  <a:pt x="25988" y="127565"/>
                  <a:pt x="17151" y="123230"/>
                  <a:pt x="10291" y="114489"/>
                </a:cubicBezTo>
                <a:cubicBezTo>
                  <a:pt x="3430" y="105804"/>
                  <a:pt x="0" y="94333"/>
                  <a:pt x="0" y="80186"/>
                </a:cubicBezTo>
                <a:cubicBezTo>
                  <a:pt x="0" y="66040"/>
                  <a:pt x="3430" y="54679"/>
                  <a:pt x="10291" y="46103"/>
                </a:cubicBezTo>
                <a:cubicBezTo>
                  <a:pt x="17151" y="37418"/>
                  <a:pt x="25988" y="33013"/>
                  <a:pt x="36869" y="33013"/>
                </a:cubicBezTo>
                <a:cubicBezTo>
                  <a:pt x="43578" y="33013"/>
                  <a:pt x="49314" y="34303"/>
                  <a:pt x="54020" y="36882"/>
                </a:cubicBezTo>
                <a:cubicBezTo>
                  <a:pt x="58740" y="39448"/>
                  <a:pt x="62651" y="43469"/>
                  <a:pt x="65820" y="48888"/>
                </a:cubicBezTo>
                <a:close/>
                <a:moveTo>
                  <a:pt x="15436" y="80186"/>
                </a:moveTo>
                <a:cubicBezTo>
                  <a:pt x="15436" y="91067"/>
                  <a:pt x="17632" y="99643"/>
                  <a:pt x="22077" y="105914"/>
                </a:cubicBezTo>
                <a:cubicBezTo>
                  <a:pt x="26482" y="112074"/>
                  <a:pt x="32643" y="115134"/>
                  <a:pt x="40519" y="115134"/>
                </a:cubicBezTo>
                <a:cubicBezTo>
                  <a:pt x="48340" y="115134"/>
                  <a:pt x="54514" y="112074"/>
                  <a:pt x="58960" y="105914"/>
                </a:cubicBezTo>
                <a:cubicBezTo>
                  <a:pt x="63515" y="99643"/>
                  <a:pt x="65820" y="91067"/>
                  <a:pt x="65820" y="80186"/>
                </a:cubicBezTo>
                <a:cubicBezTo>
                  <a:pt x="65820" y="69360"/>
                  <a:pt x="63515" y="60840"/>
                  <a:pt x="58960" y="54679"/>
                </a:cubicBezTo>
                <a:cubicBezTo>
                  <a:pt x="54514" y="48559"/>
                  <a:pt x="48340" y="45458"/>
                  <a:pt x="40519" y="45458"/>
                </a:cubicBezTo>
                <a:cubicBezTo>
                  <a:pt x="32643" y="45458"/>
                  <a:pt x="26482" y="48559"/>
                  <a:pt x="22077" y="54679"/>
                </a:cubicBezTo>
                <a:cubicBezTo>
                  <a:pt x="17632" y="60840"/>
                  <a:pt x="15436" y="69360"/>
                  <a:pt x="15436" y="80186"/>
                </a:cubicBezTo>
                <a:close/>
                <a:moveTo>
                  <a:pt x="15436" y="80186"/>
                </a:move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1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25ADB4EF-5DAA-4C0F-836A-00C0CF9EC7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96366" y="1905795"/>
            <a:ext cx="83617" cy="94552"/>
          </a:xfrm>
          <a:custGeom xmlns:a="http://schemas.openxmlformats.org/drawingml/2006/main">
            <a:pathLst>
              <a:path w="83617" h="94552">
                <a:moveTo>
                  <a:pt x="83617" y="43523"/>
                </a:moveTo>
                <a:lnTo>
                  <a:pt x="83617" y="50604"/>
                </a:lnTo>
                <a:lnTo>
                  <a:pt x="15436" y="50604"/>
                </a:lnTo>
                <a:cubicBezTo>
                  <a:pt x="16136" y="60894"/>
                  <a:pt x="19182" y="68715"/>
                  <a:pt x="24657" y="73971"/>
                </a:cubicBezTo>
                <a:cubicBezTo>
                  <a:pt x="30228" y="79281"/>
                  <a:pt x="37843" y="81902"/>
                  <a:pt x="47599" y="81902"/>
                </a:cubicBezTo>
                <a:cubicBezTo>
                  <a:pt x="53279" y="81902"/>
                  <a:pt x="58795" y="81257"/>
                  <a:pt x="64105" y="79981"/>
                </a:cubicBezTo>
                <a:cubicBezTo>
                  <a:pt x="69511" y="78581"/>
                  <a:pt x="74876" y="76440"/>
                  <a:pt x="80186" y="73545"/>
                </a:cubicBezTo>
                <a:lnTo>
                  <a:pt x="80186" y="87692"/>
                </a:lnTo>
                <a:cubicBezTo>
                  <a:pt x="74712" y="89832"/>
                  <a:pt x="69251" y="91493"/>
                  <a:pt x="63680" y="92618"/>
                </a:cubicBezTo>
                <a:cubicBezTo>
                  <a:pt x="58095" y="93908"/>
                  <a:pt x="52415" y="94552"/>
                  <a:pt x="46734" y="94552"/>
                </a:cubicBezTo>
                <a:cubicBezTo>
                  <a:pt x="32423" y="94552"/>
                  <a:pt x="21062" y="90422"/>
                  <a:pt x="12651" y="82121"/>
                </a:cubicBezTo>
                <a:cubicBezTo>
                  <a:pt x="4185" y="73710"/>
                  <a:pt x="0" y="62335"/>
                  <a:pt x="0" y="48024"/>
                </a:cubicBezTo>
                <a:cubicBezTo>
                  <a:pt x="0" y="33342"/>
                  <a:pt x="3965" y="21666"/>
                  <a:pt x="12006" y="13090"/>
                </a:cubicBezTo>
                <a:cubicBezTo>
                  <a:pt x="19992" y="4404"/>
                  <a:pt x="30708" y="0"/>
                  <a:pt x="44168" y="0"/>
                </a:cubicBezTo>
                <a:cubicBezTo>
                  <a:pt x="56284" y="0"/>
                  <a:pt x="65875" y="3979"/>
                  <a:pt x="72900" y="11800"/>
                </a:cubicBezTo>
                <a:cubicBezTo>
                  <a:pt x="80022" y="19511"/>
                  <a:pt x="83617" y="30132"/>
                  <a:pt x="83617" y="43523"/>
                </a:cubicBezTo>
                <a:close/>
                <a:moveTo>
                  <a:pt x="68825" y="39023"/>
                </a:moveTo>
                <a:cubicBezTo>
                  <a:pt x="68661" y="31037"/>
                  <a:pt x="66355" y="24602"/>
                  <a:pt x="61965" y="19731"/>
                </a:cubicBezTo>
                <a:cubicBezTo>
                  <a:pt x="57505" y="14901"/>
                  <a:pt x="51674" y="12445"/>
                  <a:pt x="44374" y="12445"/>
                </a:cubicBezTo>
                <a:cubicBezTo>
                  <a:pt x="36073" y="12445"/>
                  <a:pt x="29432" y="14805"/>
                  <a:pt x="24437" y="19511"/>
                </a:cubicBezTo>
                <a:cubicBezTo>
                  <a:pt x="19566" y="24232"/>
                  <a:pt x="16781" y="30831"/>
                  <a:pt x="16081" y="39242"/>
                </a:cubicBezTo>
                <a:lnTo>
                  <a:pt x="68825" y="39023"/>
                </a:lnTo>
                <a:close/>
                <a:moveTo>
                  <a:pt x="68825" y="39023"/>
                </a:move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1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499EB097-5923-4C3D-BE64-A96AA247F5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03665" y="1905795"/>
            <a:ext cx="52744" cy="92192"/>
          </a:xfrm>
          <a:custGeom xmlns:a="http://schemas.openxmlformats.org/drawingml/2006/main">
            <a:pathLst>
              <a:path w="52744" h="92192">
                <a:moveTo>
                  <a:pt x="52744" y="15875"/>
                </a:moveTo>
                <a:cubicBezTo>
                  <a:pt x="51029" y="15011"/>
                  <a:pt x="49149" y="14366"/>
                  <a:pt x="47173" y="13941"/>
                </a:cubicBezTo>
                <a:cubicBezTo>
                  <a:pt x="45293" y="13406"/>
                  <a:pt x="43153" y="13090"/>
                  <a:pt x="40738" y="13090"/>
                </a:cubicBezTo>
                <a:cubicBezTo>
                  <a:pt x="32437" y="13090"/>
                  <a:pt x="26002" y="15820"/>
                  <a:pt x="21446" y="21227"/>
                </a:cubicBezTo>
                <a:cubicBezTo>
                  <a:pt x="17000" y="26701"/>
                  <a:pt x="14791" y="34522"/>
                  <a:pt x="14791" y="44813"/>
                </a:cubicBezTo>
                <a:lnTo>
                  <a:pt x="14791" y="92192"/>
                </a:lnTo>
                <a:lnTo>
                  <a:pt x="0" y="92192"/>
                </a:lnTo>
                <a:lnTo>
                  <a:pt x="0" y="2154"/>
                </a:lnTo>
                <a:lnTo>
                  <a:pt x="14791" y="2154"/>
                </a:lnTo>
                <a:lnTo>
                  <a:pt x="14791" y="16081"/>
                </a:lnTo>
                <a:cubicBezTo>
                  <a:pt x="17906" y="10675"/>
                  <a:pt x="21981" y="6655"/>
                  <a:pt x="27017" y="4075"/>
                </a:cubicBezTo>
                <a:cubicBezTo>
                  <a:pt x="31998" y="1400"/>
                  <a:pt x="38062" y="0"/>
                  <a:pt x="45239" y="0"/>
                </a:cubicBezTo>
                <a:cubicBezTo>
                  <a:pt x="46213" y="0"/>
                  <a:pt x="47283" y="110"/>
                  <a:pt x="48463" y="220"/>
                </a:cubicBezTo>
                <a:cubicBezTo>
                  <a:pt x="49739" y="384"/>
                  <a:pt x="51084" y="590"/>
                  <a:pt x="52525" y="864"/>
                </a:cubicBezTo>
                <a:lnTo>
                  <a:pt x="52744" y="15875"/>
                </a:lnTo>
                <a:close/>
                <a:moveTo>
                  <a:pt x="52744" y="15875"/>
                </a:move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pic>
        <p:nvPicPr>
          <p:cNvPr id="80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096295c29124cf8"/>
          <a:stretch xmlns:a="http://schemas.openxmlformats.org/drawingml/2006/main"/>
        </p:blipFill>
        <p:spPr>
          <a:xfrm xmlns:a="http://schemas.openxmlformats.org/drawingml/2006/main">
            <a:off x="3326456" y="2097164"/>
            <a:ext cx="708486" cy="1239850"/>
          </a:xfrm>
          <a:prstGeom xmlns:a="http://schemas.openxmlformats.org/drawingml/2006/main" prst="rect">
            <a:avLst/>
          </a:prstGeom>
        </p:spPr>
      </p:pic>
      <p:sp>
        <p:nvSpPr>
          <p:cNvPr id="21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889993D1-F94E-4767-9198-57B6C01A48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28707" y="2961047"/>
            <a:ext cx="697418" cy="260908"/>
          </a:xfrm>
          <a:custGeom xmlns:a="http://schemas.openxmlformats.org/drawingml/2006/main">
            <a:pathLst>
              <a:path w="697418" h="260908">
                <a:moveTo>
                  <a:pt x="120705" y="0"/>
                </a:moveTo>
                <a:lnTo>
                  <a:pt x="576658" y="0"/>
                </a:lnTo>
                <a:cubicBezTo>
                  <a:pt x="643549" y="0"/>
                  <a:pt x="697418" y="55255"/>
                  <a:pt x="697418" y="123916"/>
                </a:cubicBezTo>
                <a:lnTo>
                  <a:pt x="697418" y="136992"/>
                </a:lnTo>
                <a:cubicBezTo>
                  <a:pt x="697418" y="205652"/>
                  <a:pt x="643549" y="260908"/>
                  <a:pt x="576658" y="260908"/>
                </a:cubicBezTo>
                <a:lnTo>
                  <a:pt x="120705" y="260908"/>
                </a:lnTo>
                <a:cubicBezTo>
                  <a:pt x="53814" y="260908"/>
                  <a:pt x="0" y="205652"/>
                  <a:pt x="0" y="136992"/>
                </a:cubicBezTo>
                <a:lnTo>
                  <a:pt x="0" y="123916"/>
                </a:lnTo>
                <a:cubicBezTo>
                  <a:pt x="0" y="55255"/>
                  <a:pt x="53814" y="0"/>
                  <a:pt x="120705" y="0"/>
                </a:cubicBezTo>
                <a:close/>
                <a:moveTo>
                  <a:pt x="120705" y="0"/>
                </a:moveTo>
              </a:path>
            </a:pathLst>
          </a:custGeom>
          <a:solidFill xmlns:a="http://schemas.openxmlformats.org/drawingml/2006/main">
            <a:srgbClr val="FFEEAA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1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D8557D45-742A-4B4D-B4EE-B5CF64F920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28707" y="2961047"/>
            <a:ext cx="697418" cy="260908"/>
          </a:xfrm>
          <a:custGeom xmlns:a="http://schemas.openxmlformats.org/drawingml/2006/main">
            <a:pathLst>
              <a:path w="697418" h="260908" fill="none">
                <a:moveTo>
                  <a:pt x="120705" y="0"/>
                </a:moveTo>
                <a:lnTo>
                  <a:pt x="576658" y="0"/>
                </a:lnTo>
                <a:cubicBezTo>
                  <a:pt x="643549" y="0"/>
                  <a:pt x="697418" y="55255"/>
                  <a:pt x="697418" y="123916"/>
                </a:cubicBezTo>
                <a:lnTo>
                  <a:pt x="697418" y="136992"/>
                </a:lnTo>
                <a:cubicBezTo>
                  <a:pt x="697418" y="205652"/>
                  <a:pt x="643549" y="260908"/>
                  <a:pt x="576658" y="260908"/>
                </a:cubicBezTo>
                <a:lnTo>
                  <a:pt x="120705" y="260908"/>
                </a:lnTo>
                <a:cubicBezTo>
                  <a:pt x="53814" y="260908"/>
                  <a:pt x="0" y="205652"/>
                  <a:pt x="0" y="136992"/>
                </a:cubicBezTo>
                <a:lnTo>
                  <a:pt x="0" y="123916"/>
                </a:lnTo>
                <a:cubicBezTo>
                  <a:pt x="0" y="55255"/>
                  <a:pt x="53814" y="0"/>
                  <a:pt x="120705" y="0"/>
                </a:cubicBezTo>
                <a:close/>
                <a:moveTo>
                  <a:pt x="120705" y="0"/>
                </a:moveTo>
              </a:path>
            </a:pathLst>
          </a:custGeom>
          <a:noFill xmlns:a="http://schemas.openxmlformats.org/drawingml/2006/main"/>
          <a:ln xmlns:a="http://schemas.openxmlformats.org/drawingml/2006/main" w="10303" cap="flat">
            <a:solidFill>
              <a:srgbClr val="000000"/>
            </a:solidFill>
            <a:miter/>
          </a:ln>
        </p:spPr>
      </p:sp>
      <p:sp>
        <p:nvSpPr>
          <p:cNvPr id="21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9459E8B9-43CF-4578-B144-A4BE7906B8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55778" y="3017372"/>
            <a:ext cx="20156" cy="119635"/>
          </a:xfrm>
          <a:custGeom xmlns:a="http://schemas.openxmlformats.org/drawingml/2006/main">
            <a:pathLst>
              <a:path w="20156" h="119635">
                <a:moveTo>
                  <a:pt x="10085" y="20156"/>
                </a:moveTo>
                <a:cubicBezTo>
                  <a:pt x="7355" y="20156"/>
                  <a:pt x="4994" y="19196"/>
                  <a:pt x="3005" y="17151"/>
                </a:cubicBezTo>
                <a:cubicBezTo>
                  <a:pt x="974" y="15176"/>
                  <a:pt x="0" y="12816"/>
                  <a:pt x="0" y="10085"/>
                </a:cubicBezTo>
                <a:cubicBezTo>
                  <a:pt x="0" y="7245"/>
                  <a:pt x="974" y="4885"/>
                  <a:pt x="3005" y="3005"/>
                </a:cubicBezTo>
                <a:cubicBezTo>
                  <a:pt x="4994" y="1015"/>
                  <a:pt x="7355" y="0"/>
                  <a:pt x="10085" y="0"/>
                </a:cubicBezTo>
                <a:cubicBezTo>
                  <a:pt x="12925" y="0"/>
                  <a:pt x="15285" y="1015"/>
                  <a:pt x="17151" y="3005"/>
                </a:cubicBezTo>
                <a:cubicBezTo>
                  <a:pt x="19141" y="4885"/>
                  <a:pt x="20156" y="7245"/>
                  <a:pt x="20156" y="10085"/>
                </a:cubicBezTo>
                <a:cubicBezTo>
                  <a:pt x="20156" y="12816"/>
                  <a:pt x="19141" y="15176"/>
                  <a:pt x="17151" y="17151"/>
                </a:cubicBezTo>
                <a:cubicBezTo>
                  <a:pt x="15285" y="19196"/>
                  <a:pt x="12925" y="20156"/>
                  <a:pt x="10085" y="20156"/>
                </a:cubicBezTo>
                <a:close/>
                <a:moveTo>
                  <a:pt x="3224" y="119635"/>
                </a:moveTo>
                <a:lnTo>
                  <a:pt x="3224" y="35593"/>
                </a:lnTo>
                <a:lnTo>
                  <a:pt x="17151" y="35593"/>
                </a:lnTo>
                <a:lnTo>
                  <a:pt x="17151" y="119635"/>
                </a:lnTo>
                <a:lnTo>
                  <a:pt x="3224" y="119635"/>
                </a:lnTo>
                <a:close/>
                <a:moveTo>
                  <a:pt x="3224" y="119635"/>
                </a:move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2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F91C46F4-39AC-4FDA-8C0A-03D1A59E0F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94746" y="3050385"/>
            <a:ext cx="124355" cy="86622"/>
          </a:xfrm>
          <a:custGeom xmlns:a="http://schemas.openxmlformats.org/drawingml/2006/main">
            <a:pathLst>
              <a:path w="124355" h="86622">
                <a:moveTo>
                  <a:pt x="0" y="86622"/>
                </a:moveTo>
                <a:lnTo>
                  <a:pt x="0" y="2580"/>
                </a:lnTo>
                <a:lnTo>
                  <a:pt x="13515" y="2580"/>
                </a:lnTo>
                <a:lnTo>
                  <a:pt x="13515" y="14805"/>
                </a:lnTo>
                <a:lnTo>
                  <a:pt x="14146" y="14805"/>
                </a:lnTo>
                <a:cubicBezTo>
                  <a:pt x="16410" y="10675"/>
                  <a:pt x="19992" y="7190"/>
                  <a:pt x="24876" y="4295"/>
                </a:cubicBezTo>
                <a:cubicBezTo>
                  <a:pt x="29693" y="1454"/>
                  <a:pt x="34838" y="0"/>
                  <a:pt x="40313" y="0"/>
                </a:cubicBezTo>
                <a:cubicBezTo>
                  <a:pt x="46583" y="0"/>
                  <a:pt x="51935" y="1509"/>
                  <a:pt x="56394" y="4514"/>
                </a:cubicBezTo>
                <a:cubicBezTo>
                  <a:pt x="60949" y="7505"/>
                  <a:pt x="64215" y="11471"/>
                  <a:pt x="66246" y="16301"/>
                </a:cubicBezTo>
                <a:cubicBezTo>
                  <a:pt x="69086" y="11581"/>
                  <a:pt x="72900" y="7725"/>
                  <a:pt x="77607" y="4720"/>
                </a:cubicBezTo>
                <a:cubicBezTo>
                  <a:pt x="82437" y="1619"/>
                  <a:pt x="88227" y="0"/>
                  <a:pt x="94978" y="0"/>
                </a:cubicBezTo>
                <a:cubicBezTo>
                  <a:pt x="104953" y="0"/>
                  <a:pt x="112349" y="3005"/>
                  <a:pt x="117055" y="9015"/>
                </a:cubicBezTo>
                <a:cubicBezTo>
                  <a:pt x="121885" y="15011"/>
                  <a:pt x="124355" y="22942"/>
                  <a:pt x="124355" y="32807"/>
                </a:cubicBezTo>
                <a:lnTo>
                  <a:pt x="124355" y="86622"/>
                </a:lnTo>
                <a:lnTo>
                  <a:pt x="110414" y="86622"/>
                </a:lnTo>
                <a:lnTo>
                  <a:pt x="110414" y="34948"/>
                </a:lnTo>
                <a:cubicBezTo>
                  <a:pt x="110414" y="26811"/>
                  <a:pt x="108754" y="21117"/>
                  <a:pt x="105488" y="17796"/>
                </a:cubicBezTo>
                <a:cubicBezTo>
                  <a:pt x="102168" y="14366"/>
                  <a:pt x="97448" y="12651"/>
                  <a:pt x="91328" y="12651"/>
                </a:cubicBezTo>
                <a:cubicBezTo>
                  <a:pt x="87047" y="12651"/>
                  <a:pt x="83246" y="13886"/>
                  <a:pt x="79967" y="16301"/>
                </a:cubicBezTo>
                <a:cubicBezTo>
                  <a:pt x="76646" y="18771"/>
                  <a:pt x="74026" y="21981"/>
                  <a:pt x="72036" y="25947"/>
                </a:cubicBezTo>
                <a:cubicBezTo>
                  <a:pt x="70156" y="29967"/>
                  <a:pt x="69251" y="34413"/>
                  <a:pt x="69251" y="39242"/>
                </a:cubicBezTo>
                <a:lnTo>
                  <a:pt x="69251" y="86622"/>
                </a:lnTo>
                <a:lnTo>
                  <a:pt x="55104" y="86622"/>
                </a:lnTo>
                <a:lnTo>
                  <a:pt x="55104" y="34948"/>
                </a:lnTo>
                <a:cubicBezTo>
                  <a:pt x="55104" y="26811"/>
                  <a:pt x="53444" y="21117"/>
                  <a:pt x="50165" y="17796"/>
                </a:cubicBezTo>
                <a:cubicBezTo>
                  <a:pt x="46844" y="14366"/>
                  <a:pt x="42289" y="12651"/>
                  <a:pt x="36443" y="12651"/>
                </a:cubicBezTo>
                <a:cubicBezTo>
                  <a:pt x="32162" y="12651"/>
                  <a:pt x="28307" y="13941"/>
                  <a:pt x="24876" y="16520"/>
                </a:cubicBezTo>
                <a:cubicBezTo>
                  <a:pt x="21556" y="18976"/>
                  <a:pt x="18921" y="22256"/>
                  <a:pt x="16946" y="26372"/>
                </a:cubicBezTo>
                <a:cubicBezTo>
                  <a:pt x="15066" y="30392"/>
                  <a:pt x="14146" y="34742"/>
                  <a:pt x="14146" y="39448"/>
                </a:cubicBezTo>
                <a:lnTo>
                  <a:pt x="14146" y="86622"/>
                </a:lnTo>
                <a:lnTo>
                  <a:pt x="0" y="86622"/>
                </a:lnTo>
                <a:close/>
                <a:moveTo>
                  <a:pt x="0" y="86622"/>
                </a:move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2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1B09F28D-B1DB-40BB-A2A3-39D9C6E257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3412" y="3050385"/>
            <a:ext cx="72887" cy="89187"/>
          </a:xfrm>
          <a:custGeom xmlns:a="http://schemas.openxmlformats.org/drawingml/2006/main">
            <a:pathLst>
              <a:path w="72887" h="89187">
                <a:moveTo>
                  <a:pt x="31723" y="89187"/>
                </a:moveTo>
                <a:cubicBezTo>
                  <a:pt x="25398" y="89187"/>
                  <a:pt x="19937" y="87966"/>
                  <a:pt x="15217" y="85551"/>
                </a:cubicBezTo>
                <a:cubicBezTo>
                  <a:pt x="10497" y="83136"/>
                  <a:pt x="6751" y="79871"/>
                  <a:pt x="4075" y="75686"/>
                </a:cubicBezTo>
                <a:cubicBezTo>
                  <a:pt x="1331" y="71405"/>
                  <a:pt x="0" y="66630"/>
                  <a:pt x="0" y="61320"/>
                </a:cubicBezTo>
                <a:cubicBezTo>
                  <a:pt x="0" y="55214"/>
                  <a:pt x="1550" y="49959"/>
                  <a:pt x="4706" y="45678"/>
                </a:cubicBezTo>
                <a:cubicBezTo>
                  <a:pt x="7986" y="41383"/>
                  <a:pt x="12267" y="38172"/>
                  <a:pt x="17577" y="36018"/>
                </a:cubicBezTo>
                <a:cubicBezTo>
                  <a:pt x="22983" y="33878"/>
                  <a:pt x="28938" y="32807"/>
                  <a:pt x="35373" y="32807"/>
                </a:cubicBezTo>
                <a:cubicBezTo>
                  <a:pt x="41054" y="32807"/>
                  <a:pt x="46089" y="33452"/>
                  <a:pt x="50384" y="34742"/>
                </a:cubicBezTo>
                <a:cubicBezTo>
                  <a:pt x="54665" y="35922"/>
                  <a:pt x="57725" y="37102"/>
                  <a:pt x="59591" y="38378"/>
                </a:cubicBezTo>
                <a:lnTo>
                  <a:pt x="59591" y="33233"/>
                </a:lnTo>
                <a:cubicBezTo>
                  <a:pt x="59591" y="26811"/>
                  <a:pt x="57286" y="21762"/>
                  <a:pt x="52730" y="18016"/>
                </a:cubicBezTo>
                <a:cubicBezTo>
                  <a:pt x="48285" y="14311"/>
                  <a:pt x="42769" y="12445"/>
                  <a:pt x="36224" y="12445"/>
                </a:cubicBezTo>
                <a:cubicBezTo>
                  <a:pt x="31614" y="12445"/>
                  <a:pt x="27333" y="13460"/>
                  <a:pt x="23367" y="15436"/>
                </a:cubicBezTo>
                <a:cubicBezTo>
                  <a:pt x="19347" y="17481"/>
                  <a:pt x="16177" y="20321"/>
                  <a:pt x="13927" y="24012"/>
                </a:cubicBezTo>
                <a:lnTo>
                  <a:pt x="3430" y="16081"/>
                </a:lnTo>
                <a:cubicBezTo>
                  <a:pt x="6696" y="11100"/>
                  <a:pt x="11196" y="7190"/>
                  <a:pt x="16932" y="4295"/>
                </a:cubicBezTo>
                <a:cubicBezTo>
                  <a:pt x="22612" y="1454"/>
                  <a:pt x="29048" y="0"/>
                  <a:pt x="36224" y="0"/>
                </a:cubicBezTo>
                <a:cubicBezTo>
                  <a:pt x="47640" y="0"/>
                  <a:pt x="56600" y="3005"/>
                  <a:pt x="63021" y="9015"/>
                </a:cubicBezTo>
                <a:cubicBezTo>
                  <a:pt x="69566" y="15011"/>
                  <a:pt x="72887" y="23161"/>
                  <a:pt x="72887" y="33452"/>
                </a:cubicBezTo>
                <a:lnTo>
                  <a:pt x="72887" y="86622"/>
                </a:lnTo>
                <a:lnTo>
                  <a:pt x="59591" y="86622"/>
                </a:lnTo>
                <a:lnTo>
                  <a:pt x="59591" y="74616"/>
                </a:lnTo>
                <a:lnTo>
                  <a:pt x="58960" y="74616"/>
                </a:lnTo>
                <a:cubicBezTo>
                  <a:pt x="56655" y="78361"/>
                  <a:pt x="53169" y="81696"/>
                  <a:pt x="48449" y="84687"/>
                </a:cubicBezTo>
                <a:cubicBezTo>
                  <a:pt x="43729" y="87692"/>
                  <a:pt x="38159" y="89187"/>
                  <a:pt x="31723" y="89187"/>
                </a:cubicBezTo>
                <a:close/>
                <a:moveTo>
                  <a:pt x="33013" y="76976"/>
                </a:moveTo>
                <a:cubicBezTo>
                  <a:pt x="37829" y="76976"/>
                  <a:pt x="42289" y="75796"/>
                  <a:pt x="46309" y="73326"/>
                </a:cubicBezTo>
                <a:cubicBezTo>
                  <a:pt x="50274" y="70911"/>
                  <a:pt x="53485" y="67700"/>
                  <a:pt x="55955" y="63680"/>
                </a:cubicBezTo>
                <a:cubicBezTo>
                  <a:pt x="58370" y="59550"/>
                  <a:pt x="59591" y="55049"/>
                  <a:pt x="59591" y="50178"/>
                </a:cubicBezTo>
                <a:cubicBezTo>
                  <a:pt x="57025" y="48463"/>
                  <a:pt x="53814" y="47064"/>
                  <a:pt x="49945" y="45884"/>
                </a:cubicBezTo>
                <a:cubicBezTo>
                  <a:pt x="46199" y="44758"/>
                  <a:pt x="42069" y="44168"/>
                  <a:pt x="37514" y="44168"/>
                </a:cubicBezTo>
                <a:cubicBezTo>
                  <a:pt x="29473" y="44168"/>
                  <a:pt x="23628" y="45884"/>
                  <a:pt x="19937" y="49314"/>
                </a:cubicBezTo>
                <a:cubicBezTo>
                  <a:pt x="16177" y="52634"/>
                  <a:pt x="14366" y="56600"/>
                  <a:pt x="14366" y="61320"/>
                </a:cubicBezTo>
                <a:cubicBezTo>
                  <a:pt x="14366" y="66040"/>
                  <a:pt x="16081" y="69841"/>
                  <a:pt x="19511" y="72681"/>
                </a:cubicBezTo>
                <a:cubicBezTo>
                  <a:pt x="23038" y="75576"/>
                  <a:pt x="27538" y="76976"/>
                  <a:pt x="33013" y="76976"/>
                </a:cubicBezTo>
                <a:close/>
                <a:moveTo>
                  <a:pt x="33013" y="76976"/>
                </a:move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2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53A82D22-1A8C-46D9-8536-72F0193E75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20555" y="3050385"/>
            <a:ext cx="82121" cy="124780"/>
          </a:xfrm>
          <a:custGeom xmlns:a="http://schemas.openxmlformats.org/drawingml/2006/main">
            <a:pathLst>
              <a:path w="82121" h="124780">
                <a:moveTo>
                  <a:pt x="41383" y="124780"/>
                </a:moveTo>
                <a:cubicBezTo>
                  <a:pt x="34193" y="124780"/>
                  <a:pt x="28087" y="123545"/>
                  <a:pt x="22942" y="121144"/>
                </a:cubicBezTo>
                <a:cubicBezTo>
                  <a:pt x="17796" y="118839"/>
                  <a:pt x="13611" y="115889"/>
                  <a:pt x="10510" y="112349"/>
                </a:cubicBezTo>
                <a:cubicBezTo>
                  <a:pt x="7341" y="108754"/>
                  <a:pt x="5145" y="105063"/>
                  <a:pt x="3869" y="101193"/>
                </a:cubicBezTo>
                <a:lnTo>
                  <a:pt x="16726" y="95842"/>
                </a:lnTo>
                <a:cubicBezTo>
                  <a:pt x="18441" y="100398"/>
                  <a:pt x="21446" y="104253"/>
                  <a:pt x="25727" y="107423"/>
                </a:cubicBezTo>
                <a:cubicBezTo>
                  <a:pt x="30022" y="110524"/>
                  <a:pt x="35222" y="112129"/>
                  <a:pt x="41383" y="112129"/>
                </a:cubicBezTo>
                <a:cubicBezTo>
                  <a:pt x="50068" y="112129"/>
                  <a:pt x="56819" y="109563"/>
                  <a:pt x="61539" y="104418"/>
                </a:cubicBezTo>
                <a:cubicBezTo>
                  <a:pt x="66246" y="99382"/>
                  <a:pt x="68606" y="92302"/>
                  <a:pt x="68606" y="83191"/>
                </a:cubicBezTo>
                <a:lnTo>
                  <a:pt x="68606" y="73751"/>
                </a:lnTo>
                <a:lnTo>
                  <a:pt x="67961" y="73751"/>
                </a:lnTo>
                <a:cubicBezTo>
                  <a:pt x="65395" y="77771"/>
                  <a:pt x="61594" y="81202"/>
                  <a:pt x="56600" y="84042"/>
                </a:cubicBezTo>
                <a:cubicBezTo>
                  <a:pt x="51729" y="86882"/>
                  <a:pt x="45938" y="88337"/>
                  <a:pt x="39242" y="88337"/>
                </a:cubicBezTo>
                <a:cubicBezTo>
                  <a:pt x="32053" y="88337"/>
                  <a:pt x="25521" y="86512"/>
                  <a:pt x="19511" y="82766"/>
                </a:cubicBezTo>
                <a:cubicBezTo>
                  <a:pt x="13515" y="78897"/>
                  <a:pt x="8685" y="73710"/>
                  <a:pt x="5145" y="67110"/>
                </a:cubicBezTo>
                <a:cubicBezTo>
                  <a:pt x="1715" y="60414"/>
                  <a:pt x="0" y="52744"/>
                  <a:pt x="0" y="44168"/>
                </a:cubicBezTo>
                <a:cubicBezTo>
                  <a:pt x="0" y="35483"/>
                  <a:pt x="1715" y="27826"/>
                  <a:pt x="5145" y="21227"/>
                </a:cubicBezTo>
                <a:cubicBezTo>
                  <a:pt x="8685" y="14531"/>
                  <a:pt x="13515" y="9330"/>
                  <a:pt x="19511" y="5585"/>
                </a:cubicBezTo>
                <a:cubicBezTo>
                  <a:pt x="25521" y="1880"/>
                  <a:pt x="32053" y="0"/>
                  <a:pt x="39242" y="0"/>
                </a:cubicBezTo>
                <a:cubicBezTo>
                  <a:pt x="45938" y="0"/>
                  <a:pt x="51729" y="1454"/>
                  <a:pt x="56600" y="4295"/>
                </a:cubicBezTo>
                <a:cubicBezTo>
                  <a:pt x="61594" y="7025"/>
                  <a:pt x="65395" y="10456"/>
                  <a:pt x="67961" y="14586"/>
                </a:cubicBezTo>
                <a:lnTo>
                  <a:pt x="68606" y="14586"/>
                </a:lnTo>
                <a:lnTo>
                  <a:pt x="68606" y="2580"/>
                </a:lnTo>
                <a:lnTo>
                  <a:pt x="82121" y="2580"/>
                </a:lnTo>
                <a:lnTo>
                  <a:pt x="82121" y="83411"/>
                </a:lnTo>
                <a:cubicBezTo>
                  <a:pt x="82121" y="92673"/>
                  <a:pt x="80296" y="100398"/>
                  <a:pt x="76756" y="106558"/>
                </a:cubicBezTo>
                <a:cubicBezTo>
                  <a:pt x="73161" y="112664"/>
                  <a:pt x="68290" y="117275"/>
                  <a:pt x="62184" y="120280"/>
                </a:cubicBezTo>
                <a:cubicBezTo>
                  <a:pt x="56010" y="123284"/>
                  <a:pt x="49094" y="124780"/>
                  <a:pt x="41383" y="124780"/>
                </a:cubicBezTo>
                <a:close/>
                <a:moveTo>
                  <a:pt x="41383" y="75466"/>
                </a:moveTo>
                <a:cubicBezTo>
                  <a:pt x="46199" y="75466"/>
                  <a:pt x="50713" y="74300"/>
                  <a:pt x="54885" y="71830"/>
                </a:cubicBezTo>
                <a:cubicBezTo>
                  <a:pt x="59179" y="69415"/>
                  <a:pt x="62500" y="65820"/>
                  <a:pt x="64970" y="61114"/>
                </a:cubicBezTo>
                <a:cubicBezTo>
                  <a:pt x="67371" y="56394"/>
                  <a:pt x="68606" y="50768"/>
                  <a:pt x="68606" y="44168"/>
                </a:cubicBezTo>
                <a:cubicBezTo>
                  <a:pt x="68606" y="37308"/>
                  <a:pt x="67371" y="31627"/>
                  <a:pt x="64970" y="27017"/>
                </a:cubicBezTo>
                <a:cubicBezTo>
                  <a:pt x="62500" y="22297"/>
                  <a:pt x="59179" y="18771"/>
                  <a:pt x="54885" y="16301"/>
                </a:cubicBezTo>
                <a:cubicBezTo>
                  <a:pt x="50713" y="13886"/>
                  <a:pt x="46199" y="12651"/>
                  <a:pt x="41383" y="12651"/>
                </a:cubicBezTo>
                <a:cubicBezTo>
                  <a:pt x="36347" y="12651"/>
                  <a:pt x="31792" y="13886"/>
                  <a:pt x="27662" y="16301"/>
                </a:cubicBezTo>
                <a:cubicBezTo>
                  <a:pt x="23477" y="18771"/>
                  <a:pt x="20156" y="22297"/>
                  <a:pt x="17591" y="27017"/>
                </a:cubicBezTo>
                <a:cubicBezTo>
                  <a:pt x="15011" y="31737"/>
                  <a:pt x="13721" y="37472"/>
                  <a:pt x="13721" y="44168"/>
                </a:cubicBezTo>
                <a:cubicBezTo>
                  <a:pt x="13721" y="50919"/>
                  <a:pt x="15011" y="56600"/>
                  <a:pt x="17591" y="61320"/>
                </a:cubicBezTo>
                <a:cubicBezTo>
                  <a:pt x="20156" y="65930"/>
                  <a:pt x="23477" y="69415"/>
                  <a:pt x="27662" y="71830"/>
                </a:cubicBezTo>
                <a:cubicBezTo>
                  <a:pt x="31792" y="74300"/>
                  <a:pt x="36347" y="75466"/>
                  <a:pt x="41383" y="75466"/>
                </a:cubicBezTo>
                <a:close/>
                <a:moveTo>
                  <a:pt x="41383" y="75466"/>
                </a:move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2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82BC4BD0-7456-4A21-98F4-4F37D6A778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8167" y="3050385"/>
            <a:ext cx="80818" cy="89187"/>
          </a:xfrm>
          <a:custGeom xmlns:a="http://schemas.openxmlformats.org/drawingml/2006/main">
            <a:pathLst>
              <a:path w="80818" h="89187">
                <a:moveTo>
                  <a:pt x="41795" y="89187"/>
                </a:moveTo>
                <a:cubicBezTo>
                  <a:pt x="33658" y="89187"/>
                  <a:pt x="26413" y="87266"/>
                  <a:pt x="20143" y="83411"/>
                </a:cubicBezTo>
                <a:cubicBezTo>
                  <a:pt x="13817" y="79541"/>
                  <a:pt x="8891" y="74341"/>
                  <a:pt x="5351" y="67755"/>
                </a:cubicBezTo>
                <a:cubicBezTo>
                  <a:pt x="1756" y="61059"/>
                  <a:pt x="0" y="53389"/>
                  <a:pt x="0" y="44813"/>
                </a:cubicBezTo>
                <a:cubicBezTo>
                  <a:pt x="0" y="36828"/>
                  <a:pt x="1605" y="29377"/>
                  <a:pt x="4926" y="22516"/>
                </a:cubicBezTo>
                <a:cubicBezTo>
                  <a:pt x="8356" y="15656"/>
                  <a:pt x="13076" y="10250"/>
                  <a:pt x="19072" y="6229"/>
                </a:cubicBezTo>
                <a:cubicBezTo>
                  <a:pt x="25178" y="2099"/>
                  <a:pt x="32423" y="0"/>
                  <a:pt x="40724" y="0"/>
                </a:cubicBezTo>
                <a:cubicBezTo>
                  <a:pt x="48984" y="0"/>
                  <a:pt x="56161" y="1880"/>
                  <a:pt x="62171" y="5585"/>
                </a:cubicBezTo>
                <a:cubicBezTo>
                  <a:pt x="68167" y="9166"/>
                  <a:pt x="72722" y="14256"/>
                  <a:pt x="75892" y="20801"/>
                </a:cubicBezTo>
                <a:cubicBezTo>
                  <a:pt x="79157" y="27236"/>
                  <a:pt x="80818" y="34632"/>
                  <a:pt x="80818" y="42879"/>
                </a:cubicBezTo>
                <a:cubicBezTo>
                  <a:pt x="80818" y="43743"/>
                  <a:pt x="80708" y="44553"/>
                  <a:pt x="80612" y="45239"/>
                </a:cubicBezTo>
                <a:cubicBezTo>
                  <a:pt x="80612" y="45993"/>
                  <a:pt x="80612" y="46638"/>
                  <a:pt x="80612" y="47173"/>
                </a:cubicBezTo>
                <a:lnTo>
                  <a:pt x="13927" y="47173"/>
                </a:lnTo>
                <a:cubicBezTo>
                  <a:pt x="14352" y="53759"/>
                  <a:pt x="15917" y="59289"/>
                  <a:pt x="18647" y="63680"/>
                </a:cubicBezTo>
                <a:cubicBezTo>
                  <a:pt x="21487" y="67975"/>
                  <a:pt x="24972" y="71185"/>
                  <a:pt x="29157" y="73326"/>
                </a:cubicBezTo>
                <a:cubicBezTo>
                  <a:pt x="33438" y="75466"/>
                  <a:pt x="37774" y="76550"/>
                  <a:pt x="42234" y="76550"/>
                </a:cubicBezTo>
                <a:cubicBezTo>
                  <a:pt x="48340" y="76550"/>
                  <a:pt x="53430" y="75151"/>
                  <a:pt x="57450" y="72256"/>
                </a:cubicBezTo>
                <a:cubicBezTo>
                  <a:pt x="61580" y="69251"/>
                  <a:pt x="64791" y="65615"/>
                  <a:pt x="67096" y="61320"/>
                </a:cubicBezTo>
                <a:lnTo>
                  <a:pt x="79102" y="67110"/>
                </a:lnTo>
                <a:cubicBezTo>
                  <a:pt x="75782" y="73545"/>
                  <a:pt x="71062" y="78855"/>
                  <a:pt x="64956" y="82972"/>
                </a:cubicBezTo>
                <a:cubicBezTo>
                  <a:pt x="58795" y="87102"/>
                  <a:pt x="51070" y="89187"/>
                  <a:pt x="41795" y="89187"/>
                </a:cubicBezTo>
                <a:close/>
                <a:moveTo>
                  <a:pt x="40724" y="12651"/>
                </a:moveTo>
                <a:cubicBezTo>
                  <a:pt x="33864" y="12651"/>
                  <a:pt x="28128" y="14805"/>
                  <a:pt x="23573" y="19086"/>
                </a:cubicBezTo>
                <a:cubicBezTo>
                  <a:pt x="19127" y="23381"/>
                  <a:pt x="16177" y="28897"/>
                  <a:pt x="14791" y="35593"/>
                </a:cubicBezTo>
                <a:lnTo>
                  <a:pt x="66026" y="35593"/>
                </a:lnTo>
                <a:cubicBezTo>
                  <a:pt x="65861" y="32492"/>
                  <a:pt x="64956" y="29116"/>
                  <a:pt x="63241" y="25521"/>
                </a:cubicBezTo>
                <a:cubicBezTo>
                  <a:pt x="61526" y="21981"/>
                  <a:pt x="58850" y="18976"/>
                  <a:pt x="55310" y="16520"/>
                </a:cubicBezTo>
                <a:cubicBezTo>
                  <a:pt x="51715" y="13941"/>
                  <a:pt x="46844" y="12651"/>
                  <a:pt x="40724" y="12651"/>
                </a:cubicBezTo>
                <a:close/>
                <a:moveTo>
                  <a:pt x="40724" y="12651"/>
                </a:move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pic>
        <p:nvPicPr>
          <p:cNvPr id="81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99ea80ed64244ca"/>
          <a:stretch xmlns:a="http://schemas.openxmlformats.org/drawingml/2006/main"/>
        </p:blipFill>
        <p:spPr>
          <a:xfrm xmlns:a="http://schemas.openxmlformats.org/drawingml/2006/main">
            <a:off x="4151878" y="2097150"/>
            <a:ext cx="1006808" cy="1009574"/>
          </a:xfrm>
          <a:prstGeom xmlns:a="http://schemas.openxmlformats.org/drawingml/2006/main" prst="rect">
            <a:avLst/>
          </a:prstGeom>
        </p:spPr>
      </p:pic>
      <p:sp>
        <p:nvSpPr>
          <p:cNvPr id="22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19F6B778-66BC-4BF4-9CE3-2A5432803D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67082" y="2962007"/>
            <a:ext cx="976397" cy="466519"/>
          </a:xfrm>
          <a:custGeom xmlns:a="http://schemas.openxmlformats.org/drawingml/2006/main">
            <a:pathLst>
              <a:path w="976397" h="466519">
                <a:moveTo>
                  <a:pt x="120705" y="0"/>
                </a:moveTo>
                <a:lnTo>
                  <a:pt x="855692" y="0"/>
                </a:lnTo>
                <a:cubicBezTo>
                  <a:pt x="922596" y="0"/>
                  <a:pt x="976397" y="61745"/>
                  <a:pt x="976397" y="138501"/>
                </a:cubicBezTo>
                <a:lnTo>
                  <a:pt x="976397" y="328073"/>
                </a:lnTo>
                <a:cubicBezTo>
                  <a:pt x="976397" y="404774"/>
                  <a:pt x="922596" y="466519"/>
                  <a:pt x="855692" y="466519"/>
                </a:cubicBezTo>
                <a:lnTo>
                  <a:pt x="120705" y="466519"/>
                </a:lnTo>
                <a:cubicBezTo>
                  <a:pt x="53814" y="466519"/>
                  <a:pt x="0" y="404774"/>
                  <a:pt x="0" y="328073"/>
                </a:cubicBezTo>
                <a:lnTo>
                  <a:pt x="0" y="138501"/>
                </a:lnTo>
                <a:cubicBezTo>
                  <a:pt x="0" y="61745"/>
                  <a:pt x="53814" y="0"/>
                  <a:pt x="120705" y="0"/>
                </a:cubicBezTo>
                <a:close/>
                <a:moveTo>
                  <a:pt x="120705" y="0"/>
                </a:moveTo>
              </a:path>
            </a:pathLst>
          </a:custGeom>
          <a:solidFill xmlns:a="http://schemas.openxmlformats.org/drawingml/2006/main">
            <a:srgbClr val="FFEEAA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2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EEDBC457-FD62-468F-A229-015447DFB4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67082" y="2962007"/>
            <a:ext cx="976397" cy="466519"/>
          </a:xfrm>
          <a:custGeom xmlns:a="http://schemas.openxmlformats.org/drawingml/2006/main">
            <a:pathLst>
              <a:path w="976397" h="466519" fill="none">
                <a:moveTo>
                  <a:pt x="120705" y="0"/>
                </a:moveTo>
                <a:lnTo>
                  <a:pt x="855692" y="0"/>
                </a:lnTo>
                <a:cubicBezTo>
                  <a:pt x="922596" y="0"/>
                  <a:pt x="976397" y="61745"/>
                  <a:pt x="976397" y="138501"/>
                </a:cubicBezTo>
                <a:lnTo>
                  <a:pt x="976397" y="328073"/>
                </a:lnTo>
                <a:cubicBezTo>
                  <a:pt x="976397" y="404774"/>
                  <a:pt x="922596" y="466519"/>
                  <a:pt x="855692" y="466519"/>
                </a:cubicBezTo>
                <a:lnTo>
                  <a:pt x="120705" y="466519"/>
                </a:lnTo>
                <a:cubicBezTo>
                  <a:pt x="53814" y="466519"/>
                  <a:pt x="0" y="404774"/>
                  <a:pt x="0" y="328073"/>
                </a:cubicBezTo>
                <a:lnTo>
                  <a:pt x="0" y="138501"/>
                </a:lnTo>
                <a:cubicBezTo>
                  <a:pt x="0" y="61745"/>
                  <a:pt x="53814" y="0"/>
                  <a:pt x="120705" y="0"/>
                </a:cubicBezTo>
                <a:close/>
                <a:moveTo>
                  <a:pt x="120705" y="0"/>
                </a:moveTo>
              </a:path>
            </a:pathLst>
          </a:custGeom>
          <a:noFill xmlns:a="http://schemas.openxmlformats.org/drawingml/2006/main"/>
          <a:ln xmlns:a="http://schemas.openxmlformats.org/drawingml/2006/main" w="10303" cap="flat">
            <a:solidFill>
              <a:srgbClr val="000000"/>
            </a:solidFill>
            <a:miter/>
          </a:ln>
        </p:spPr>
      </p:sp>
      <p:sp>
        <p:nvSpPr>
          <p:cNvPr id="22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C57E1B33-30B9-4DB9-B233-6900947F7C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38541" y="3019567"/>
            <a:ext cx="82766" cy="120705"/>
          </a:xfrm>
          <a:custGeom xmlns:a="http://schemas.openxmlformats.org/drawingml/2006/main">
            <a:pathLst>
              <a:path w="82766" h="120705">
                <a:moveTo>
                  <a:pt x="40093" y="120705"/>
                </a:moveTo>
                <a:cubicBezTo>
                  <a:pt x="32478" y="120705"/>
                  <a:pt x="25617" y="118784"/>
                  <a:pt x="19511" y="114915"/>
                </a:cubicBezTo>
                <a:cubicBezTo>
                  <a:pt x="13515" y="111059"/>
                  <a:pt x="8685" y="105859"/>
                  <a:pt x="5145" y="99272"/>
                </a:cubicBezTo>
                <a:cubicBezTo>
                  <a:pt x="1715" y="92563"/>
                  <a:pt x="0" y="84852"/>
                  <a:pt x="0" y="76111"/>
                </a:cubicBezTo>
                <a:cubicBezTo>
                  <a:pt x="0" y="67426"/>
                  <a:pt x="1715" y="59714"/>
                  <a:pt x="5145" y="52964"/>
                </a:cubicBezTo>
                <a:cubicBezTo>
                  <a:pt x="8685" y="46254"/>
                  <a:pt x="13515" y="41067"/>
                  <a:pt x="19511" y="37308"/>
                </a:cubicBezTo>
                <a:cubicBezTo>
                  <a:pt x="25617" y="33452"/>
                  <a:pt x="32478" y="31517"/>
                  <a:pt x="40093" y="31517"/>
                </a:cubicBezTo>
                <a:cubicBezTo>
                  <a:pt x="46954" y="31517"/>
                  <a:pt x="52799" y="33123"/>
                  <a:pt x="57670" y="36238"/>
                </a:cubicBezTo>
                <a:cubicBezTo>
                  <a:pt x="62664" y="39242"/>
                  <a:pt x="66355" y="42673"/>
                  <a:pt x="68825" y="46528"/>
                </a:cubicBezTo>
                <a:lnTo>
                  <a:pt x="69470" y="46528"/>
                </a:lnTo>
                <a:lnTo>
                  <a:pt x="68825" y="34948"/>
                </a:lnTo>
                <a:lnTo>
                  <a:pt x="68825" y="0"/>
                </a:lnTo>
                <a:lnTo>
                  <a:pt x="82766" y="0"/>
                </a:lnTo>
                <a:lnTo>
                  <a:pt x="82766" y="118139"/>
                </a:lnTo>
                <a:lnTo>
                  <a:pt x="69470" y="118139"/>
                </a:lnTo>
                <a:lnTo>
                  <a:pt x="69470" y="105694"/>
                </a:lnTo>
                <a:lnTo>
                  <a:pt x="68825" y="105694"/>
                </a:lnTo>
                <a:cubicBezTo>
                  <a:pt x="66355" y="109563"/>
                  <a:pt x="62664" y="113103"/>
                  <a:pt x="57670" y="116204"/>
                </a:cubicBezTo>
                <a:cubicBezTo>
                  <a:pt x="52799" y="119209"/>
                  <a:pt x="46954" y="120705"/>
                  <a:pt x="40093" y="120705"/>
                </a:cubicBezTo>
                <a:close/>
                <a:moveTo>
                  <a:pt x="41603" y="108054"/>
                </a:moveTo>
                <a:cubicBezTo>
                  <a:pt x="46419" y="108054"/>
                  <a:pt x="50919" y="106778"/>
                  <a:pt x="55104" y="104198"/>
                </a:cubicBezTo>
                <a:cubicBezTo>
                  <a:pt x="59385" y="101633"/>
                  <a:pt x="62815" y="97983"/>
                  <a:pt x="65395" y="93263"/>
                </a:cubicBezTo>
                <a:cubicBezTo>
                  <a:pt x="68071" y="88446"/>
                  <a:pt x="69470" y="82711"/>
                  <a:pt x="69470" y="76111"/>
                </a:cubicBezTo>
                <a:cubicBezTo>
                  <a:pt x="69470" y="69580"/>
                  <a:pt x="68071" y="63899"/>
                  <a:pt x="65395" y="59179"/>
                </a:cubicBezTo>
                <a:cubicBezTo>
                  <a:pt x="62815" y="54349"/>
                  <a:pt x="59385" y="50604"/>
                  <a:pt x="55104" y="48024"/>
                </a:cubicBezTo>
                <a:cubicBezTo>
                  <a:pt x="50919" y="45458"/>
                  <a:pt x="46419" y="44168"/>
                  <a:pt x="41603" y="44168"/>
                </a:cubicBezTo>
                <a:cubicBezTo>
                  <a:pt x="36718" y="44168"/>
                  <a:pt x="32162" y="45458"/>
                  <a:pt x="27881" y="48024"/>
                </a:cubicBezTo>
                <a:cubicBezTo>
                  <a:pt x="23696" y="50604"/>
                  <a:pt x="20266" y="54349"/>
                  <a:pt x="17591" y="59179"/>
                </a:cubicBezTo>
                <a:cubicBezTo>
                  <a:pt x="15011" y="63899"/>
                  <a:pt x="13721" y="69580"/>
                  <a:pt x="13721" y="76111"/>
                </a:cubicBezTo>
                <a:cubicBezTo>
                  <a:pt x="13721" y="82546"/>
                  <a:pt x="15011" y="88227"/>
                  <a:pt x="17591" y="93057"/>
                </a:cubicBezTo>
                <a:cubicBezTo>
                  <a:pt x="20266" y="97928"/>
                  <a:pt x="23696" y="101633"/>
                  <a:pt x="27881" y="104198"/>
                </a:cubicBezTo>
                <a:cubicBezTo>
                  <a:pt x="32162" y="106778"/>
                  <a:pt x="36718" y="108054"/>
                  <a:pt x="41603" y="108054"/>
                </a:cubicBezTo>
                <a:close/>
                <a:moveTo>
                  <a:pt x="41603" y="108054"/>
                </a:move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2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275FC9BC-BEA2-4FF4-9956-D54C3C1444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36950" y="3051085"/>
            <a:ext cx="80831" cy="89187"/>
          </a:xfrm>
          <a:custGeom xmlns:a="http://schemas.openxmlformats.org/drawingml/2006/main">
            <a:pathLst>
              <a:path w="80831" h="89187">
                <a:moveTo>
                  <a:pt x="41808" y="89187"/>
                </a:moveTo>
                <a:cubicBezTo>
                  <a:pt x="33658" y="89187"/>
                  <a:pt x="26427" y="87266"/>
                  <a:pt x="20156" y="83397"/>
                </a:cubicBezTo>
                <a:cubicBezTo>
                  <a:pt x="13831" y="79541"/>
                  <a:pt x="8905" y="74341"/>
                  <a:pt x="5365" y="67755"/>
                </a:cubicBezTo>
                <a:cubicBezTo>
                  <a:pt x="1770" y="61045"/>
                  <a:pt x="0" y="53389"/>
                  <a:pt x="0" y="44813"/>
                </a:cubicBezTo>
                <a:cubicBezTo>
                  <a:pt x="0" y="36828"/>
                  <a:pt x="1605" y="29377"/>
                  <a:pt x="4940" y="22516"/>
                </a:cubicBezTo>
                <a:cubicBezTo>
                  <a:pt x="8370" y="15656"/>
                  <a:pt x="13076" y="10236"/>
                  <a:pt x="19086" y="6216"/>
                </a:cubicBezTo>
                <a:cubicBezTo>
                  <a:pt x="25192" y="2099"/>
                  <a:pt x="32423" y="0"/>
                  <a:pt x="40738" y="0"/>
                </a:cubicBezTo>
                <a:cubicBezTo>
                  <a:pt x="48998" y="0"/>
                  <a:pt x="56174" y="1880"/>
                  <a:pt x="62171" y="5571"/>
                </a:cubicBezTo>
                <a:cubicBezTo>
                  <a:pt x="68180" y="9166"/>
                  <a:pt x="72736" y="14256"/>
                  <a:pt x="75892" y="20801"/>
                </a:cubicBezTo>
                <a:cubicBezTo>
                  <a:pt x="79171" y="27236"/>
                  <a:pt x="80831" y="34632"/>
                  <a:pt x="80831" y="42879"/>
                </a:cubicBezTo>
                <a:cubicBezTo>
                  <a:pt x="80831" y="43743"/>
                  <a:pt x="80721" y="44539"/>
                  <a:pt x="80612" y="45239"/>
                </a:cubicBezTo>
                <a:cubicBezTo>
                  <a:pt x="80612" y="45993"/>
                  <a:pt x="80612" y="46638"/>
                  <a:pt x="80612" y="47173"/>
                </a:cubicBezTo>
                <a:lnTo>
                  <a:pt x="13941" y="47173"/>
                </a:lnTo>
                <a:cubicBezTo>
                  <a:pt x="14366" y="53759"/>
                  <a:pt x="15917" y="59289"/>
                  <a:pt x="18661" y="63680"/>
                </a:cubicBezTo>
                <a:cubicBezTo>
                  <a:pt x="21501" y="67961"/>
                  <a:pt x="24986" y="71185"/>
                  <a:pt x="29157" y="73326"/>
                </a:cubicBezTo>
                <a:cubicBezTo>
                  <a:pt x="33452" y="75466"/>
                  <a:pt x="37788" y="76537"/>
                  <a:pt x="42234" y="76537"/>
                </a:cubicBezTo>
                <a:cubicBezTo>
                  <a:pt x="48353" y="76537"/>
                  <a:pt x="53444" y="75151"/>
                  <a:pt x="57464" y="72256"/>
                </a:cubicBezTo>
                <a:cubicBezTo>
                  <a:pt x="61580" y="69251"/>
                  <a:pt x="64805" y="65601"/>
                  <a:pt x="67110" y="61320"/>
                </a:cubicBezTo>
                <a:lnTo>
                  <a:pt x="79116" y="67110"/>
                </a:lnTo>
                <a:cubicBezTo>
                  <a:pt x="75796" y="73545"/>
                  <a:pt x="71076" y="78842"/>
                  <a:pt x="64970" y="82972"/>
                </a:cubicBezTo>
                <a:cubicBezTo>
                  <a:pt x="58795" y="87102"/>
                  <a:pt x="51084" y="89187"/>
                  <a:pt x="41808" y="89187"/>
                </a:cubicBezTo>
                <a:close/>
                <a:moveTo>
                  <a:pt x="40738" y="12651"/>
                </a:moveTo>
                <a:cubicBezTo>
                  <a:pt x="33878" y="12651"/>
                  <a:pt x="28142" y="14791"/>
                  <a:pt x="23587" y="19086"/>
                </a:cubicBezTo>
                <a:cubicBezTo>
                  <a:pt x="19141" y="23367"/>
                  <a:pt x="16191" y="28897"/>
                  <a:pt x="14791" y="35593"/>
                </a:cubicBezTo>
                <a:lnTo>
                  <a:pt x="66040" y="35593"/>
                </a:lnTo>
                <a:cubicBezTo>
                  <a:pt x="65875" y="32478"/>
                  <a:pt x="64970" y="29103"/>
                  <a:pt x="63254" y="25521"/>
                </a:cubicBezTo>
                <a:cubicBezTo>
                  <a:pt x="61539" y="21981"/>
                  <a:pt x="58850" y="18976"/>
                  <a:pt x="55310" y="16507"/>
                </a:cubicBezTo>
                <a:cubicBezTo>
                  <a:pt x="51729" y="13941"/>
                  <a:pt x="46844" y="12651"/>
                  <a:pt x="40738" y="12651"/>
                </a:cubicBezTo>
                <a:close/>
                <a:moveTo>
                  <a:pt x="40738" y="12651"/>
                </a:move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2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1DBD24EA-8BC2-4C9A-8832-5EBEBD7614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33382" y="3051085"/>
            <a:ext cx="82958" cy="122201"/>
          </a:xfrm>
          <a:custGeom xmlns:a="http://schemas.openxmlformats.org/drawingml/2006/main">
            <a:pathLst>
              <a:path w="82958" h="122201">
                <a:moveTo>
                  <a:pt x="0" y="122201"/>
                </a:moveTo>
                <a:lnTo>
                  <a:pt x="0" y="2580"/>
                </a:lnTo>
                <a:lnTo>
                  <a:pt x="13502" y="2580"/>
                </a:lnTo>
                <a:lnTo>
                  <a:pt x="13502" y="15011"/>
                </a:lnTo>
                <a:lnTo>
                  <a:pt x="14146" y="15011"/>
                </a:lnTo>
                <a:cubicBezTo>
                  <a:pt x="16397" y="11155"/>
                  <a:pt x="20033" y="7725"/>
                  <a:pt x="25082" y="4720"/>
                </a:cubicBezTo>
                <a:cubicBezTo>
                  <a:pt x="30228" y="1605"/>
                  <a:pt x="36114" y="0"/>
                  <a:pt x="42879" y="0"/>
                </a:cubicBezTo>
                <a:cubicBezTo>
                  <a:pt x="50425" y="0"/>
                  <a:pt x="57231" y="1935"/>
                  <a:pt x="63241" y="5790"/>
                </a:cubicBezTo>
                <a:cubicBezTo>
                  <a:pt x="69347" y="9550"/>
                  <a:pt x="74177" y="14737"/>
                  <a:pt x="77607" y="21446"/>
                </a:cubicBezTo>
                <a:cubicBezTo>
                  <a:pt x="81147" y="28197"/>
                  <a:pt x="82958" y="35908"/>
                  <a:pt x="82958" y="44594"/>
                </a:cubicBezTo>
                <a:cubicBezTo>
                  <a:pt x="82958" y="53334"/>
                  <a:pt x="81147" y="61045"/>
                  <a:pt x="77607" y="67755"/>
                </a:cubicBezTo>
                <a:cubicBezTo>
                  <a:pt x="74177" y="74341"/>
                  <a:pt x="69347" y="79541"/>
                  <a:pt x="63241" y="83397"/>
                </a:cubicBezTo>
                <a:cubicBezTo>
                  <a:pt x="57231" y="87266"/>
                  <a:pt x="50425" y="89187"/>
                  <a:pt x="42879" y="89187"/>
                </a:cubicBezTo>
                <a:cubicBezTo>
                  <a:pt x="36114" y="89187"/>
                  <a:pt x="30228" y="87692"/>
                  <a:pt x="25082" y="84687"/>
                </a:cubicBezTo>
                <a:cubicBezTo>
                  <a:pt x="20033" y="81586"/>
                  <a:pt x="16397" y="78046"/>
                  <a:pt x="14146" y="74177"/>
                </a:cubicBezTo>
                <a:lnTo>
                  <a:pt x="13502" y="74177"/>
                </a:lnTo>
                <a:lnTo>
                  <a:pt x="14146" y="85757"/>
                </a:lnTo>
                <a:lnTo>
                  <a:pt x="14146" y="122201"/>
                </a:lnTo>
                <a:lnTo>
                  <a:pt x="0" y="122201"/>
                </a:lnTo>
                <a:close/>
                <a:moveTo>
                  <a:pt x="41369" y="76537"/>
                </a:moveTo>
                <a:cubicBezTo>
                  <a:pt x="46089" y="76537"/>
                  <a:pt x="50590" y="75260"/>
                  <a:pt x="54885" y="72681"/>
                </a:cubicBezTo>
                <a:cubicBezTo>
                  <a:pt x="59166" y="70115"/>
                  <a:pt x="62596" y="66410"/>
                  <a:pt x="65175" y="61539"/>
                </a:cubicBezTo>
                <a:cubicBezTo>
                  <a:pt x="67741" y="56709"/>
                  <a:pt x="69031" y="51029"/>
                  <a:pt x="69031" y="44594"/>
                </a:cubicBezTo>
                <a:cubicBezTo>
                  <a:pt x="69031" y="38062"/>
                  <a:pt x="67741" y="32382"/>
                  <a:pt x="65175" y="27662"/>
                </a:cubicBezTo>
                <a:cubicBezTo>
                  <a:pt x="62596" y="22832"/>
                  <a:pt x="59166" y="19086"/>
                  <a:pt x="54885" y="16507"/>
                </a:cubicBezTo>
                <a:cubicBezTo>
                  <a:pt x="50590" y="13941"/>
                  <a:pt x="46089" y="12651"/>
                  <a:pt x="41369" y="12651"/>
                </a:cubicBezTo>
                <a:cubicBezTo>
                  <a:pt x="36498" y="12651"/>
                  <a:pt x="31943" y="13941"/>
                  <a:pt x="27648" y="16507"/>
                </a:cubicBezTo>
                <a:cubicBezTo>
                  <a:pt x="23463" y="19086"/>
                  <a:pt x="20033" y="22832"/>
                  <a:pt x="17357" y="27662"/>
                </a:cubicBezTo>
                <a:cubicBezTo>
                  <a:pt x="14791" y="32382"/>
                  <a:pt x="13502" y="38062"/>
                  <a:pt x="13502" y="44594"/>
                </a:cubicBezTo>
                <a:cubicBezTo>
                  <a:pt x="13502" y="51194"/>
                  <a:pt x="14791" y="56929"/>
                  <a:pt x="17357" y="61745"/>
                </a:cubicBezTo>
                <a:cubicBezTo>
                  <a:pt x="20033" y="66465"/>
                  <a:pt x="23463" y="70115"/>
                  <a:pt x="27648" y="72681"/>
                </a:cubicBezTo>
                <a:cubicBezTo>
                  <a:pt x="31943" y="75260"/>
                  <a:pt x="36498" y="76537"/>
                  <a:pt x="41369" y="76537"/>
                </a:cubicBezTo>
                <a:close/>
                <a:moveTo>
                  <a:pt x="41369" y="76537"/>
                </a:move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3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FE707650-6A5F-4E83-954B-AA4C295FAA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23735" y="3029858"/>
            <a:ext cx="49533" cy="109124"/>
          </a:xfrm>
          <a:custGeom xmlns:a="http://schemas.openxmlformats.org/drawingml/2006/main">
            <a:pathLst>
              <a:path w="49533" h="109124">
                <a:moveTo>
                  <a:pt x="37953" y="109124"/>
                </a:moveTo>
                <a:cubicBezTo>
                  <a:pt x="30927" y="109124"/>
                  <a:pt x="25302" y="107094"/>
                  <a:pt x="21021" y="102909"/>
                </a:cubicBezTo>
                <a:cubicBezTo>
                  <a:pt x="16726" y="98792"/>
                  <a:pt x="14586" y="93057"/>
                  <a:pt x="14586" y="85757"/>
                </a:cubicBezTo>
                <a:lnTo>
                  <a:pt x="14586" y="36457"/>
                </a:lnTo>
                <a:lnTo>
                  <a:pt x="0" y="36457"/>
                </a:lnTo>
                <a:lnTo>
                  <a:pt x="0" y="23806"/>
                </a:lnTo>
                <a:lnTo>
                  <a:pt x="14586" y="23806"/>
                </a:lnTo>
                <a:lnTo>
                  <a:pt x="14586" y="0"/>
                </a:lnTo>
                <a:lnTo>
                  <a:pt x="28526" y="0"/>
                </a:lnTo>
                <a:lnTo>
                  <a:pt x="28526" y="23806"/>
                </a:lnTo>
                <a:lnTo>
                  <a:pt x="49108" y="23806"/>
                </a:lnTo>
                <a:lnTo>
                  <a:pt x="49108" y="36457"/>
                </a:lnTo>
                <a:lnTo>
                  <a:pt x="28526" y="36457"/>
                </a:lnTo>
                <a:lnTo>
                  <a:pt x="28526" y="82327"/>
                </a:lnTo>
                <a:cubicBezTo>
                  <a:pt x="28526" y="86786"/>
                  <a:pt x="29432" y="90217"/>
                  <a:pt x="31312" y="92618"/>
                </a:cubicBezTo>
                <a:cubicBezTo>
                  <a:pt x="33137" y="94923"/>
                  <a:pt x="36128" y="96048"/>
                  <a:pt x="40313" y="96048"/>
                </a:cubicBezTo>
                <a:cubicBezTo>
                  <a:pt x="42138" y="96048"/>
                  <a:pt x="43853" y="95842"/>
                  <a:pt x="45458" y="95403"/>
                </a:cubicBezTo>
                <a:cubicBezTo>
                  <a:pt x="47009" y="94868"/>
                  <a:pt x="48353" y="94127"/>
                  <a:pt x="49533" y="93263"/>
                </a:cubicBezTo>
                <a:lnTo>
                  <a:pt x="49533" y="106984"/>
                </a:lnTo>
                <a:cubicBezTo>
                  <a:pt x="48079" y="107738"/>
                  <a:pt x="46528" y="108164"/>
                  <a:pt x="44813" y="108493"/>
                </a:cubicBezTo>
                <a:cubicBezTo>
                  <a:pt x="43098" y="108918"/>
                  <a:pt x="40793" y="109124"/>
                  <a:pt x="37953" y="109124"/>
                </a:cubicBezTo>
                <a:close/>
                <a:moveTo>
                  <a:pt x="37953" y="109124"/>
                </a:move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3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0885FC6B-7F40-474E-8D8C-F12433BE90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90475" y="3019567"/>
            <a:ext cx="72887" cy="118139"/>
          </a:xfrm>
          <a:custGeom xmlns:a="http://schemas.openxmlformats.org/drawingml/2006/main">
            <a:pathLst>
              <a:path w="72887" h="118139">
                <a:moveTo>
                  <a:pt x="0" y="118139"/>
                </a:moveTo>
                <a:lnTo>
                  <a:pt x="0" y="0"/>
                </a:lnTo>
                <a:lnTo>
                  <a:pt x="14146" y="0"/>
                </a:lnTo>
                <a:lnTo>
                  <a:pt x="14146" y="34948"/>
                </a:lnTo>
                <a:lnTo>
                  <a:pt x="13502" y="46309"/>
                </a:lnTo>
                <a:lnTo>
                  <a:pt x="14146" y="46309"/>
                </a:lnTo>
                <a:cubicBezTo>
                  <a:pt x="16287" y="42193"/>
                  <a:pt x="19827" y="38707"/>
                  <a:pt x="24863" y="35812"/>
                </a:cubicBezTo>
                <a:cubicBezTo>
                  <a:pt x="29857" y="32972"/>
                  <a:pt x="35373" y="31517"/>
                  <a:pt x="41369" y="31517"/>
                </a:cubicBezTo>
                <a:cubicBezTo>
                  <a:pt x="52099" y="31517"/>
                  <a:pt x="60030" y="34632"/>
                  <a:pt x="65175" y="40738"/>
                </a:cubicBezTo>
                <a:cubicBezTo>
                  <a:pt x="70321" y="46899"/>
                  <a:pt x="72887" y="54789"/>
                  <a:pt x="72887" y="64325"/>
                </a:cubicBezTo>
                <a:lnTo>
                  <a:pt x="72887" y="118139"/>
                </a:lnTo>
                <a:lnTo>
                  <a:pt x="58960" y="118139"/>
                </a:lnTo>
                <a:lnTo>
                  <a:pt x="58960" y="66465"/>
                </a:lnTo>
                <a:cubicBezTo>
                  <a:pt x="58960" y="58315"/>
                  <a:pt x="56860" y="52634"/>
                  <a:pt x="52744" y="49314"/>
                </a:cubicBezTo>
                <a:cubicBezTo>
                  <a:pt x="48559" y="45884"/>
                  <a:pt x="43729" y="44168"/>
                  <a:pt x="38159" y="44168"/>
                </a:cubicBezTo>
                <a:cubicBezTo>
                  <a:pt x="33548" y="44168"/>
                  <a:pt x="29418" y="45568"/>
                  <a:pt x="25727" y="48244"/>
                </a:cubicBezTo>
                <a:cubicBezTo>
                  <a:pt x="22132" y="50809"/>
                  <a:pt x="19292" y="54199"/>
                  <a:pt x="17151" y="58315"/>
                </a:cubicBezTo>
                <a:cubicBezTo>
                  <a:pt x="15107" y="62500"/>
                  <a:pt x="14146" y="66836"/>
                  <a:pt x="14146" y="71391"/>
                </a:cubicBezTo>
                <a:lnTo>
                  <a:pt x="14146" y="118139"/>
                </a:lnTo>
                <a:lnTo>
                  <a:pt x="0" y="118139"/>
                </a:lnTo>
                <a:close/>
                <a:moveTo>
                  <a:pt x="0" y="118139"/>
                </a:move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3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FCB6E818-1AD0-4171-B67F-939BAEFEE2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18685" y="3017001"/>
            <a:ext cx="91534" cy="123271"/>
          </a:xfrm>
          <a:custGeom xmlns:a="http://schemas.openxmlformats.org/drawingml/2006/main">
            <a:pathLst>
              <a:path w="91534" h="123271">
                <a:moveTo>
                  <a:pt x="42439" y="123271"/>
                </a:moveTo>
                <a:cubicBezTo>
                  <a:pt x="34564" y="123271"/>
                  <a:pt x="27442" y="121446"/>
                  <a:pt x="21007" y="117920"/>
                </a:cubicBezTo>
                <a:cubicBezTo>
                  <a:pt x="14572" y="114379"/>
                  <a:pt x="9426" y="109440"/>
                  <a:pt x="5571" y="103114"/>
                </a:cubicBezTo>
                <a:cubicBezTo>
                  <a:pt x="1811" y="96844"/>
                  <a:pt x="0" y="89777"/>
                  <a:pt x="0" y="81902"/>
                </a:cubicBezTo>
                <a:cubicBezTo>
                  <a:pt x="0" y="75041"/>
                  <a:pt x="1811" y="68496"/>
                  <a:pt x="5571" y="62171"/>
                </a:cubicBezTo>
                <a:cubicBezTo>
                  <a:pt x="9262" y="55900"/>
                  <a:pt x="14256" y="50809"/>
                  <a:pt x="20582" y="46954"/>
                </a:cubicBezTo>
                <a:lnTo>
                  <a:pt x="20362" y="46734"/>
                </a:lnTo>
                <a:cubicBezTo>
                  <a:pt x="17892" y="43469"/>
                  <a:pt x="15862" y="40203"/>
                  <a:pt x="14146" y="36869"/>
                </a:cubicBezTo>
                <a:cubicBezTo>
                  <a:pt x="12541" y="33603"/>
                  <a:pt x="11786" y="30228"/>
                  <a:pt x="11786" y="26797"/>
                </a:cubicBezTo>
                <a:cubicBezTo>
                  <a:pt x="11786" y="21968"/>
                  <a:pt x="13076" y="17522"/>
                  <a:pt x="15642" y="13502"/>
                </a:cubicBezTo>
                <a:cubicBezTo>
                  <a:pt x="18222" y="9372"/>
                  <a:pt x="21652" y="6106"/>
                  <a:pt x="25933" y="3636"/>
                </a:cubicBezTo>
                <a:cubicBezTo>
                  <a:pt x="30228" y="1235"/>
                  <a:pt x="34838" y="0"/>
                  <a:pt x="39874" y="0"/>
                </a:cubicBezTo>
                <a:cubicBezTo>
                  <a:pt x="46995" y="0"/>
                  <a:pt x="52730" y="2086"/>
                  <a:pt x="57025" y="6216"/>
                </a:cubicBezTo>
                <a:cubicBezTo>
                  <a:pt x="61306" y="10236"/>
                  <a:pt x="64311" y="14791"/>
                  <a:pt x="66026" y="19937"/>
                </a:cubicBezTo>
                <a:lnTo>
                  <a:pt x="54020" y="26372"/>
                </a:lnTo>
                <a:cubicBezTo>
                  <a:pt x="53265" y="24382"/>
                  <a:pt x="52360" y="22462"/>
                  <a:pt x="51235" y="20582"/>
                </a:cubicBezTo>
                <a:cubicBezTo>
                  <a:pt x="50055" y="18592"/>
                  <a:pt x="48559" y="16877"/>
                  <a:pt x="46734" y="15436"/>
                </a:cubicBezTo>
                <a:cubicBezTo>
                  <a:pt x="45019" y="14037"/>
                  <a:pt x="42714" y="13296"/>
                  <a:pt x="39874" y="13296"/>
                </a:cubicBezTo>
                <a:cubicBezTo>
                  <a:pt x="35853" y="13296"/>
                  <a:pt x="32478" y="14517"/>
                  <a:pt x="29789" y="16932"/>
                </a:cubicBezTo>
                <a:cubicBezTo>
                  <a:pt x="27223" y="19402"/>
                  <a:pt x="25933" y="22667"/>
                  <a:pt x="25933" y="26797"/>
                </a:cubicBezTo>
                <a:cubicBezTo>
                  <a:pt x="25933" y="28938"/>
                  <a:pt x="26262" y="31037"/>
                  <a:pt x="27003" y="33013"/>
                </a:cubicBezTo>
                <a:cubicBezTo>
                  <a:pt x="27703" y="35058"/>
                  <a:pt x="28718" y="36814"/>
                  <a:pt x="30008" y="38378"/>
                </a:cubicBezTo>
                <a:lnTo>
                  <a:pt x="69676" y="90258"/>
                </a:lnTo>
                <a:lnTo>
                  <a:pt x="80598" y="71611"/>
                </a:lnTo>
                <a:lnTo>
                  <a:pt x="91534" y="78252"/>
                </a:lnTo>
                <a:lnTo>
                  <a:pt x="77813" y="100768"/>
                </a:lnTo>
                <a:lnTo>
                  <a:pt x="88968" y="115340"/>
                </a:lnTo>
                <a:lnTo>
                  <a:pt x="78457" y="123271"/>
                </a:lnTo>
                <a:lnTo>
                  <a:pt x="70101" y="112335"/>
                </a:lnTo>
                <a:cubicBezTo>
                  <a:pt x="66342" y="115765"/>
                  <a:pt x="62225" y="118510"/>
                  <a:pt x="57670" y="120485"/>
                </a:cubicBezTo>
                <a:cubicBezTo>
                  <a:pt x="53060" y="122310"/>
                  <a:pt x="48024" y="123271"/>
                  <a:pt x="42439" y="123271"/>
                </a:cubicBezTo>
                <a:close/>
                <a:moveTo>
                  <a:pt x="12637" y="81902"/>
                </a:moveTo>
                <a:cubicBezTo>
                  <a:pt x="12637" y="87363"/>
                  <a:pt x="13927" y="92288"/>
                  <a:pt x="16507" y="96693"/>
                </a:cubicBezTo>
                <a:cubicBezTo>
                  <a:pt x="19182" y="100974"/>
                  <a:pt x="22832" y="104404"/>
                  <a:pt x="27442" y="106984"/>
                </a:cubicBezTo>
                <a:cubicBezTo>
                  <a:pt x="31998" y="109440"/>
                  <a:pt x="36978" y="110620"/>
                  <a:pt x="42439" y="110620"/>
                </a:cubicBezTo>
                <a:cubicBezTo>
                  <a:pt x="46570" y="110620"/>
                  <a:pt x="50274" y="109934"/>
                  <a:pt x="53595" y="108479"/>
                </a:cubicBezTo>
                <a:cubicBezTo>
                  <a:pt x="56860" y="106929"/>
                  <a:pt x="59810" y="104733"/>
                  <a:pt x="62376" y="101838"/>
                </a:cubicBezTo>
                <a:lnTo>
                  <a:pt x="28293" y="57245"/>
                </a:lnTo>
                <a:cubicBezTo>
                  <a:pt x="23573" y="59810"/>
                  <a:pt x="19772" y="63351"/>
                  <a:pt x="16932" y="67741"/>
                </a:cubicBezTo>
                <a:cubicBezTo>
                  <a:pt x="14037" y="72201"/>
                  <a:pt x="12637" y="76907"/>
                  <a:pt x="12637" y="81902"/>
                </a:cubicBezTo>
                <a:close/>
                <a:moveTo>
                  <a:pt x="12637" y="81902"/>
                </a:move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3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8EBE1F1F-3AA8-4D28-8463-CC54A1F736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20142" y="3257176"/>
            <a:ext cx="86402" cy="89187"/>
          </a:xfrm>
          <a:custGeom xmlns:a="http://schemas.openxmlformats.org/drawingml/2006/main">
            <a:pathLst>
              <a:path w="86402" h="89187">
                <a:moveTo>
                  <a:pt x="43098" y="89187"/>
                </a:moveTo>
                <a:cubicBezTo>
                  <a:pt x="34632" y="89187"/>
                  <a:pt x="27127" y="87253"/>
                  <a:pt x="20582" y="83397"/>
                </a:cubicBezTo>
                <a:cubicBezTo>
                  <a:pt x="14160" y="79432"/>
                  <a:pt x="9070" y="74067"/>
                  <a:pt x="5365" y="67316"/>
                </a:cubicBezTo>
                <a:cubicBezTo>
                  <a:pt x="1770" y="60455"/>
                  <a:pt x="0" y="52895"/>
                  <a:pt x="0" y="44594"/>
                </a:cubicBezTo>
                <a:cubicBezTo>
                  <a:pt x="0" y="36169"/>
                  <a:pt x="1770" y="28622"/>
                  <a:pt x="5365" y="21872"/>
                </a:cubicBezTo>
                <a:cubicBezTo>
                  <a:pt x="9070" y="15162"/>
                  <a:pt x="14160" y="9852"/>
                  <a:pt x="20582" y="5996"/>
                </a:cubicBezTo>
                <a:cubicBezTo>
                  <a:pt x="27127" y="2031"/>
                  <a:pt x="34632" y="0"/>
                  <a:pt x="43098" y="0"/>
                </a:cubicBezTo>
                <a:cubicBezTo>
                  <a:pt x="51509" y="0"/>
                  <a:pt x="58960" y="2031"/>
                  <a:pt x="65395" y="5996"/>
                </a:cubicBezTo>
                <a:cubicBezTo>
                  <a:pt x="71940" y="10016"/>
                  <a:pt x="77085" y="15381"/>
                  <a:pt x="80831" y="22077"/>
                </a:cubicBezTo>
                <a:cubicBezTo>
                  <a:pt x="84536" y="28828"/>
                  <a:pt x="86402" y="36334"/>
                  <a:pt x="86402" y="44594"/>
                </a:cubicBezTo>
                <a:cubicBezTo>
                  <a:pt x="86402" y="52895"/>
                  <a:pt x="84536" y="60455"/>
                  <a:pt x="80831" y="67316"/>
                </a:cubicBezTo>
                <a:cubicBezTo>
                  <a:pt x="77085" y="74067"/>
                  <a:pt x="71940" y="79432"/>
                  <a:pt x="65395" y="83397"/>
                </a:cubicBezTo>
                <a:cubicBezTo>
                  <a:pt x="58960" y="87253"/>
                  <a:pt x="51509" y="89187"/>
                  <a:pt x="43098" y="89187"/>
                </a:cubicBezTo>
                <a:close/>
                <a:moveTo>
                  <a:pt x="43098" y="76537"/>
                </a:moveTo>
                <a:cubicBezTo>
                  <a:pt x="48244" y="76537"/>
                  <a:pt x="53018" y="75357"/>
                  <a:pt x="57464" y="72887"/>
                </a:cubicBezTo>
                <a:cubicBezTo>
                  <a:pt x="61855" y="70321"/>
                  <a:pt x="65450" y="66671"/>
                  <a:pt x="68180" y="61951"/>
                </a:cubicBezTo>
                <a:cubicBezTo>
                  <a:pt x="70856" y="57135"/>
                  <a:pt x="72256" y="51345"/>
                  <a:pt x="72256" y="44594"/>
                </a:cubicBezTo>
                <a:cubicBezTo>
                  <a:pt x="72256" y="37884"/>
                  <a:pt x="70856" y="32162"/>
                  <a:pt x="68180" y="27442"/>
                </a:cubicBezTo>
                <a:cubicBezTo>
                  <a:pt x="65450" y="22612"/>
                  <a:pt x="61855" y="18976"/>
                  <a:pt x="57464" y="16507"/>
                </a:cubicBezTo>
                <a:cubicBezTo>
                  <a:pt x="53018" y="13927"/>
                  <a:pt x="48244" y="12651"/>
                  <a:pt x="43098" y="12651"/>
                </a:cubicBezTo>
                <a:cubicBezTo>
                  <a:pt x="38062" y="12651"/>
                  <a:pt x="33287" y="13927"/>
                  <a:pt x="28732" y="16507"/>
                </a:cubicBezTo>
                <a:cubicBezTo>
                  <a:pt x="24286" y="18976"/>
                  <a:pt x="20637" y="22612"/>
                  <a:pt x="17796" y="27442"/>
                </a:cubicBezTo>
                <a:cubicBezTo>
                  <a:pt x="15066" y="32162"/>
                  <a:pt x="13721" y="37884"/>
                  <a:pt x="13721" y="44594"/>
                </a:cubicBezTo>
                <a:cubicBezTo>
                  <a:pt x="13721" y="51345"/>
                  <a:pt x="15066" y="57135"/>
                  <a:pt x="17796" y="61951"/>
                </a:cubicBezTo>
                <a:cubicBezTo>
                  <a:pt x="20637" y="66671"/>
                  <a:pt x="24286" y="70321"/>
                  <a:pt x="28732" y="72887"/>
                </a:cubicBezTo>
                <a:cubicBezTo>
                  <a:pt x="33287" y="75357"/>
                  <a:pt x="38062" y="76537"/>
                  <a:pt x="43098" y="76537"/>
                </a:cubicBezTo>
                <a:close/>
                <a:moveTo>
                  <a:pt x="43098" y="76537"/>
                </a:move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3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68A719B3-C53B-4953-B8C3-D7B28E31AB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21239" y="3257176"/>
            <a:ext cx="82958" cy="122201"/>
          </a:xfrm>
          <a:custGeom xmlns:a="http://schemas.openxmlformats.org/drawingml/2006/main">
            <a:pathLst>
              <a:path w="82958" h="122201">
                <a:moveTo>
                  <a:pt x="0" y="122201"/>
                </a:moveTo>
                <a:lnTo>
                  <a:pt x="0" y="2566"/>
                </a:lnTo>
                <a:lnTo>
                  <a:pt x="13502" y="2566"/>
                </a:lnTo>
                <a:lnTo>
                  <a:pt x="13502" y="15011"/>
                </a:lnTo>
                <a:lnTo>
                  <a:pt x="14146" y="15011"/>
                </a:lnTo>
                <a:cubicBezTo>
                  <a:pt x="16397" y="11142"/>
                  <a:pt x="20047" y="7711"/>
                  <a:pt x="25082" y="4720"/>
                </a:cubicBezTo>
                <a:cubicBezTo>
                  <a:pt x="30228" y="1605"/>
                  <a:pt x="36114" y="0"/>
                  <a:pt x="42879" y="0"/>
                </a:cubicBezTo>
                <a:cubicBezTo>
                  <a:pt x="50425" y="0"/>
                  <a:pt x="57231" y="1921"/>
                  <a:pt x="63241" y="5790"/>
                </a:cubicBezTo>
                <a:cubicBezTo>
                  <a:pt x="69347" y="9536"/>
                  <a:pt x="74177" y="14737"/>
                  <a:pt x="77607" y="21432"/>
                </a:cubicBezTo>
                <a:cubicBezTo>
                  <a:pt x="81147" y="28183"/>
                  <a:pt x="82958" y="35908"/>
                  <a:pt x="82958" y="44594"/>
                </a:cubicBezTo>
                <a:cubicBezTo>
                  <a:pt x="82958" y="53320"/>
                  <a:pt x="81147" y="61045"/>
                  <a:pt x="77607" y="67741"/>
                </a:cubicBezTo>
                <a:cubicBezTo>
                  <a:pt x="74177" y="74341"/>
                  <a:pt x="69347" y="79541"/>
                  <a:pt x="63241" y="83397"/>
                </a:cubicBezTo>
                <a:cubicBezTo>
                  <a:pt x="57231" y="87253"/>
                  <a:pt x="50425" y="89187"/>
                  <a:pt x="42879" y="89187"/>
                </a:cubicBezTo>
                <a:cubicBezTo>
                  <a:pt x="36114" y="89187"/>
                  <a:pt x="30228" y="87678"/>
                  <a:pt x="25082" y="84687"/>
                </a:cubicBezTo>
                <a:cubicBezTo>
                  <a:pt x="20047" y="81572"/>
                  <a:pt x="16397" y="78032"/>
                  <a:pt x="14146" y="74177"/>
                </a:cubicBezTo>
                <a:lnTo>
                  <a:pt x="13502" y="74177"/>
                </a:lnTo>
                <a:lnTo>
                  <a:pt x="14146" y="85757"/>
                </a:lnTo>
                <a:lnTo>
                  <a:pt x="14146" y="122201"/>
                </a:lnTo>
                <a:lnTo>
                  <a:pt x="0" y="122201"/>
                </a:lnTo>
                <a:close/>
                <a:moveTo>
                  <a:pt x="41369" y="76537"/>
                </a:moveTo>
                <a:cubicBezTo>
                  <a:pt x="46089" y="76537"/>
                  <a:pt x="50590" y="75247"/>
                  <a:pt x="54885" y="72681"/>
                </a:cubicBezTo>
                <a:cubicBezTo>
                  <a:pt x="59166" y="70101"/>
                  <a:pt x="62596" y="66410"/>
                  <a:pt x="65175" y="61526"/>
                </a:cubicBezTo>
                <a:cubicBezTo>
                  <a:pt x="67741" y="56709"/>
                  <a:pt x="69031" y="51015"/>
                  <a:pt x="69031" y="44594"/>
                </a:cubicBezTo>
                <a:cubicBezTo>
                  <a:pt x="69031" y="38049"/>
                  <a:pt x="67741" y="32368"/>
                  <a:pt x="65175" y="27648"/>
                </a:cubicBezTo>
                <a:cubicBezTo>
                  <a:pt x="62596" y="22832"/>
                  <a:pt x="59166" y="19072"/>
                  <a:pt x="54885" y="16507"/>
                </a:cubicBezTo>
                <a:cubicBezTo>
                  <a:pt x="50590" y="13927"/>
                  <a:pt x="46089" y="12651"/>
                  <a:pt x="41369" y="12651"/>
                </a:cubicBezTo>
                <a:cubicBezTo>
                  <a:pt x="36498" y="12651"/>
                  <a:pt x="31943" y="13927"/>
                  <a:pt x="27648" y="16507"/>
                </a:cubicBezTo>
                <a:cubicBezTo>
                  <a:pt x="23477" y="19072"/>
                  <a:pt x="20047" y="22832"/>
                  <a:pt x="17357" y="27648"/>
                </a:cubicBezTo>
                <a:cubicBezTo>
                  <a:pt x="14791" y="32368"/>
                  <a:pt x="13502" y="38049"/>
                  <a:pt x="13502" y="44594"/>
                </a:cubicBezTo>
                <a:cubicBezTo>
                  <a:pt x="13502" y="51180"/>
                  <a:pt x="14791" y="56915"/>
                  <a:pt x="17357" y="61745"/>
                </a:cubicBezTo>
                <a:cubicBezTo>
                  <a:pt x="20047" y="66465"/>
                  <a:pt x="23477" y="70101"/>
                  <a:pt x="27648" y="72681"/>
                </a:cubicBezTo>
                <a:cubicBezTo>
                  <a:pt x="31943" y="75247"/>
                  <a:pt x="36498" y="76537"/>
                  <a:pt x="41369" y="76537"/>
                </a:cubicBezTo>
                <a:close/>
                <a:moveTo>
                  <a:pt x="41369" y="76537"/>
                </a:move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3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D4D97C62-8CE5-4112-A78F-064EBB9AB0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1607" y="3235950"/>
            <a:ext cx="49520" cy="109124"/>
          </a:xfrm>
          <a:custGeom xmlns:a="http://schemas.openxmlformats.org/drawingml/2006/main">
            <a:pathLst>
              <a:path w="49520" h="109124">
                <a:moveTo>
                  <a:pt x="37939" y="109124"/>
                </a:moveTo>
                <a:cubicBezTo>
                  <a:pt x="30914" y="109124"/>
                  <a:pt x="25288" y="107094"/>
                  <a:pt x="21007" y="102909"/>
                </a:cubicBezTo>
                <a:cubicBezTo>
                  <a:pt x="16712" y="98779"/>
                  <a:pt x="14572" y="93043"/>
                  <a:pt x="14572" y="85757"/>
                </a:cubicBezTo>
                <a:lnTo>
                  <a:pt x="14572" y="36443"/>
                </a:lnTo>
                <a:lnTo>
                  <a:pt x="0" y="36443"/>
                </a:lnTo>
                <a:lnTo>
                  <a:pt x="0" y="23792"/>
                </a:lnTo>
                <a:lnTo>
                  <a:pt x="14572" y="23792"/>
                </a:lnTo>
                <a:lnTo>
                  <a:pt x="14572" y="0"/>
                </a:lnTo>
                <a:lnTo>
                  <a:pt x="28513" y="0"/>
                </a:lnTo>
                <a:lnTo>
                  <a:pt x="28513" y="23792"/>
                </a:lnTo>
                <a:lnTo>
                  <a:pt x="49094" y="23792"/>
                </a:lnTo>
                <a:lnTo>
                  <a:pt x="49094" y="36443"/>
                </a:lnTo>
                <a:lnTo>
                  <a:pt x="28513" y="36443"/>
                </a:lnTo>
                <a:lnTo>
                  <a:pt x="28513" y="82327"/>
                </a:lnTo>
                <a:cubicBezTo>
                  <a:pt x="28513" y="86773"/>
                  <a:pt x="29418" y="90203"/>
                  <a:pt x="31298" y="92618"/>
                </a:cubicBezTo>
                <a:cubicBezTo>
                  <a:pt x="33123" y="94923"/>
                  <a:pt x="36114" y="96048"/>
                  <a:pt x="40299" y="96048"/>
                </a:cubicBezTo>
                <a:cubicBezTo>
                  <a:pt x="42124" y="96048"/>
                  <a:pt x="43839" y="95828"/>
                  <a:pt x="45444" y="95403"/>
                </a:cubicBezTo>
                <a:cubicBezTo>
                  <a:pt x="46995" y="94868"/>
                  <a:pt x="48340" y="94113"/>
                  <a:pt x="49520" y="93263"/>
                </a:cubicBezTo>
                <a:lnTo>
                  <a:pt x="49520" y="106984"/>
                </a:lnTo>
                <a:cubicBezTo>
                  <a:pt x="48065" y="107725"/>
                  <a:pt x="46515" y="108164"/>
                  <a:pt x="44800" y="108479"/>
                </a:cubicBezTo>
                <a:cubicBezTo>
                  <a:pt x="43084" y="108905"/>
                  <a:pt x="40779" y="109124"/>
                  <a:pt x="37939" y="109124"/>
                </a:cubicBezTo>
                <a:close/>
                <a:moveTo>
                  <a:pt x="37939" y="109124"/>
                </a:move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3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6A1101A3-F0AB-45EB-B57A-2AFECE08DB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617" y="3224163"/>
            <a:ext cx="20156" cy="119621"/>
          </a:xfrm>
          <a:custGeom xmlns:a="http://schemas.openxmlformats.org/drawingml/2006/main">
            <a:pathLst>
              <a:path w="20156" h="119621">
                <a:moveTo>
                  <a:pt x="10071" y="20143"/>
                </a:moveTo>
                <a:cubicBezTo>
                  <a:pt x="7341" y="20143"/>
                  <a:pt x="4981" y="19182"/>
                  <a:pt x="3005" y="17151"/>
                </a:cubicBezTo>
                <a:cubicBezTo>
                  <a:pt x="960" y="15162"/>
                  <a:pt x="0" y="12802"/>
                  <a:pt x="0" y="10071"/>
                </a:cubicBezTo>
                <a:cubicBezTo>
                  <a:pt x="0" y="7231"/>
                  <a:pt x="960" y="4871"/>
                  <a:pt x="3005" y="2991"/>
                </a:cubicBezTo>
                <a:cubicBezTo>
                  <a:pt x="4981" y="1015"/>
                  <a:pt x="7341" y="0"/>
                  <a:pt x="10071" y="0"/>
                </a:cubicBezTo>
                <a:cubicBezTo>
                  <a:pt x="12912" y="0"/>
                  <a:pt x="15272" y="1015"/>
                  <a:pt x="17151" y="2991"/>
                </a:cubicBezTo>
                <a:cubicBezTo>
                  <a:pt x="19127" y="4871"/>
                  <a:pt x="20156" y="7231"/>
                  <a:pt x="20156" y="10071"/>
                </a:cubicBezTo>
                <a:cubicBezTo>
                  <a:pt x="20156" y="12802"/>
                  <a:pt x="19127" y="15162"/>
                  <a:pt x="17151" y="17151"/>
                </a:cubicBezTo>
                <a:cubicBezTo>
                  <a:pt x="15272" y="19182"/>
                  <a:pt x="12912" y="20143"/>
                  <a:pt x="10071" y="20143"/>
                </a:cubicBezTo>
                <a:close/>
                <a:moveTo>
                  <a:pt x="3211" y="119621"/>
                </a:moveTo>
                <a:lnTo>
                  <a:pt x="3211" y="35579"/>
                </a:lnTo>
                <a:lnTo>
                  <a:pt x="17151" y="35579"/>
                </a:lnTo>
                <a:lnTo>
                  <a:pt x="17151" y="119621"/>
                </a:lnTo>
                <a:lnTo>
                  <a:pt x="3211" y="119621"/>
                </a:lnTo>
                <a:close/>
                <a:moveTo>
                  <a:pt x="3211" y="119621"/>
                </a:move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3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9415A663-B1D3-44C2-93B8-E12ED93354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10440" y="3257176"/>
            <a:ext cx="79322" cy="89187"/>
          </a:xfrm>
          <a:custGeom xmlns:a="http://schemas.openxmlformats.org/drawingml/2006/main">
            <a:pathLst>
              <a:path w="79322" h="89187">
                <a:moveTo>
                  <a:pt x="42439" y="89187"/>
                </a:moveTo>
                <a:cubicBezTo>
                  <a:pt x="34138" y="89187"/>
                  <a:pt x="26797" y="87253"/>
                  <a:pt x="20362" y="83397"/>
                </a:cubicBezTo>
                <a:cubicBezTo>
                  <a:pt x="13927" y="79541"/>
                  <a:pt x="8891" y="74286"/>
                  <a:pt x="5351" y="67535"/>
                </a:cubicBezTo>
                <a:cubicBezTo>
                  <a:pt x="1770" y="60675"/>
                  <a:pt x="0" y="53060"/>
                  <a:pt x="0" y="44594"/>
                </a:cubicBezTo>
                <a:cubicBezTo>
                  <a:pt x="0" y="36018"/>
                  <a:pt x="1770" y="28403"/>
                  <a:pt x="5351" y="21652"/>
                </a:cubicBezTo>
                <a:cubicBezTo>
                  <a:pt x="8891" y="14956"/>
                  <a:pt x="13927" y="9646"/>
                  <a:pt x="20362" y="5790"/>
                </a:cubicBezTo>
                <a:cubicBezTo>
                  <a:pt x="26797" y="1921"/>
                  <a:pt x="34138" y="0"/>
                  <a:pt x="42439" y="0"/>
                </a:cubicBezTo>
                <a:cubicBezTo>
                  <a:pt x="51880" y="0"/>
                  <a:pt x="59646" y="2140"/>
                  <a:pt x="65820" y="6421"/>
                </a:cubicBezTo>
                <a:cubicBezTo>
                  <a:pt x="71926" y="10716"/>
                  <a:pt x="76207" y="16287"/>
                  <a:pt x="78677" y="23148"/>
                </a:cubicBezTo>
                <a:lnTo>
                  <a:pt x="66026" y="28513"/>
                </a:lnTo>
                <a:cubicBezTo>
                  <a:pt x="63886" y="23257"/>
                  <a:pt x="60716" y="19292"/>
                  <a:pt x="56600" y="16712"/>
                </a:cubicBezTo>
                <a:cubicBezTo>
                  <a:pt x="52579" y="14037"/>
                  <a:pt x="47640" y="12651"/>
                  <a:pt x="41808" y="12651"/>
                </a:cubicBezTo>
                <a:cubicBezTo>
                  <a:pt x="36759" y="12651"/>
                  <a:pt x="32149" y="14037"/>
                  <a:pt x="27868" y="16712"/>
                </a:cubicBezTo>
                <a:cubicBezTo>
                  <a:pt x="23683" y="19292"/>
                  <a:pt x="20252" y="23038"/>
                  <a:pt x="17577" y="27868"/>
                </a:cubicBezTo>
                <a:cubicBezTo>
                  <a:pt x="14997" y="32588"/>
                  <a:pt x="13721" y="38159"/>
                  <a:pt x="13721" y="44594"/>
                </a:cubicBezTo>
                <a:cubicBezTo>
                  <a:pt x="13721" y="51015"/>
                  <a:pt x="14997" y="56709"/>
                  <a:pt x="17577" y="61526"/>
                </a:cubicBezTo>
                <a:cubicBezTo>
                  <a:pt x="20252" y="66246"/>
                  <a:pt x="23683" y="69992"/>
                  <a:pt x="27868" y="72681"/>
                </a:cubicBezTo>
                <a:cubicBezTo>
                  <a:pt x="32149" y="75247"/>
                  <a:pt x="36759" y="76537"/>
                  <a:pt x="41808" y="76537"/>
                </a:cubicBezTo>
                <a:cubicBezTo>
                  <a:pt x="47804" y="76537"/>
                  <a:pt x="52950" y="75192"/>
                  <a:pt x="57245" y="72461"/>
                </a:cubicBezTo>
                <a:cubicBezTo>
                  <a:pt x="61526" y="69786"/>
                  <a:pt x="64640" y="65820"/>
                  <a:pt x="66671" y="60675"/>
                </a:cubicBezTo>
                <a:lnTo>
                  <a:pt x="79322" y="66026"/>
                </a:lnTo>
                <a:cubicBezTo>
                  <a:pt x="76427" y="72461"/>
                  <a:pt x="71926" y="77977"/>
                  <a:pt x="65820" y="82533"/>
                </a:cubicBezTo>
                <a:cubicBezTo>
                  <a:pt x="59646" y="86937"/>
                  <a:pt x="51880" y="89187"/>
                  <a:pt x="42439" y="89187"/>
                </a:cubicBezTo>
                <a:close/>
                <a:moveTo>
                  <a:pt x="42439" y="89187"/>
                </a:move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3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1A00166E-D5CF-4E25-9DCB-BDC786A898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99188" y="3257176"/>
            <a:ext cx="72900" cy="89187"/>
          </a:xfrm>
          <a:custGeom xmlns:a="http://schemas.openxmlformats.org/drawingml/2006/main">
            <a:pathLst>
              <a:path w="72900" h="89187">
                <a:moveTo>
                  <a:pt x="31737" y="89187"/>
                </a:moveTo>
                <a:cubicBezTo>
                  <a:pt x="25412" y="89187"/>
                  <a:pt x="19951" y="87953"/>
                  <a:pt x="15230" y="85538"/>
                </a:cubicBezTo>
                <a:cubicBezTo>
                  <a:pt x="10510" y="83123"/>
                  <a:pt x="6765" y="79857"/>
                  <a:pt x="4075" y="75672"/>
                </a:cubicBezTo>
                <a:cubicBezTo>
                  <a:pt x="1345" y="71391"/>
                  <a:pt x="0" y="66616"/>
                  <a:pt x="0" y="61306"/>
                </a:cubicBezTo>
                <a:cubicBezTo>
                  <a:pt x="0" y="55200"/>
                  <a:pt x="1564" y="49945"/>
                  <a:pt x="4720" y="45664"/>
                </a:cubicBezTo>
                <a:cubicBezTo>
                  <a:pt x="7986" y="41369"/>
                  <a:pt x="12280" y="38159"/>
                  <a:pt x="17591" y="36018"/>
                </a:cubicBezTo>
                <a:cubicBezTo>
                  <a:pt x="22997" y="33864"/>
                  <a:pt x="28952" y="32794"/>
                  <a:pt x="35387" y="32794"/>
                </a:cubicBezTo>
                <a:cubicBezTo>
                  <a:pt x="41067" y="32794"/>
                  <a:pt x="46103" y="33438"/>
                  <a:pt x="50384" y="34728"/>
                </a:cubicBezTo>
                <a:cubicBezTo>
                  <a:pt x="54679" y="35908"/>
                  <a:pt x="57725" y="37088"/>
                  <a:pt x="59605" y="38378"/>
                </a:cubicBezTo>
                <a:lnTo>
                  <a:pt x="59605" y="33233"/>
                </a:lnTo>
                <a:cubicBezTo>
                  <a:pt x="59605" y="26797"/>
                  <a:pt x="57299" y="21762"/>
                  <a:pt x="52744" y="18002"/>
                </a:cubicBezTo>
                <a:cubicBezTo>
                  <a:pt x="48298" y="14311"/>
                  <a:pt x="42783" y="12431"/>
                  <a:pt x="36238" y="12431"/>
                </a:cubicBezTo>
                <a:cubicBezTo>
                  <a:pt x="31627" y="12431"/>
                  <a:pt x="27346" y="13447"/>
                  <a:pt x="23381" y="15436"/>
                </a:cubicBezTo>
                <a:cubicBezTo>
                  <a:pt x="19361" y="17467"/>
                  <a:pt x="16191" y="20307"/>
                  <a:pt x="13941" y="24012"/>
                </a:cubicBezTo>
                <a:lnTo>
                  <a:pt x="3430" y="16081"/>
                </a:lnTo>
                <a:cubicBezTo>
                  <a:pt x="6710" y="11087"/>
                  <a:pt x="11210" y="7176"/>
                  <a:pt x="16946" y="4281"/>
                </a:cubicBezTo>
                <a:cubicBezTo>
                  <a:pt x="22626" y="1441"/>
                  <a:pt x="29061" y="0"/>
                  <a:pt x="36238" y="0"/>
                </a:cubicBezTo>
                <a:cubicBezTo>
                  <a:pt x="47654" y="0"/>
                  <a:pt x="56600" y="2991"/>
                  <a:pt x="63035" y="9001"/>
                </a:cubicBezTo>
                <a:cubicBezTo>
                  <a:pt x="69580" y="15011"/>
                  <a:pt x="72900" y="23148"/>
                  <a:pt x="72900" y="33438"/>
                </a:cubicBezTo>
                <a:lnTo>
                  <a:pt x="72900" y="86608"/>
                </a:lnTo>
                <a:lnTo>
                  <a:pt x="59605" y="86608"/>
                </a:lnTo>
                <a:lnTo>
                  <a:pt x="59605" y="74602"/>
                </a:lnTo>
                <a:lnTo>
                  <a:pt x="58960" y="74602"/>
                </a:lnTo>
                <a:cubicBezTo>
                  <a:pt x="56655" y="78361"/>
                  <a:pt x="53169" y="81682"/>
                  <a:pt x="48463" y="84687"/>
                </a:cubicBezTo>
                <a:cubicBezTo>
                  <a:pt x="43743" y="87678"/>
                  <a:pt x="38172" y="89187"/>
                  <a:pt x="31737" y="89187"/>
                </a:cubicBezTo>
                <a:close/>
                <a:moveTo>
                  <a:pt x="33027" y="76962"/>
                </a:moveTo>
                <a:cubicBezTo>
                  <a:pt x="37843" y="76962"/>
                  <a:pt x="42289" y="75782"/>
                  <a:pt x="46309" y="73326"/>
                </a:cubicBezTo>
                <a:cubicBezTo>
                  <a:pt x="50274" y="70911"/>
                  <a:pt x="53499" y="67686"/>
                  <a:pt x="55969" y="63666"/>
                </a:cubicBezTo>
                <a:cubicBezTo>
                  <a:pt x="58370" y="59550"/>
                  <a:pt x="59605" y="55036"/>
                  <a:pt x="59605" y="50165"/>
                </a:cubicBezTo>
                <a:cubicBezTo>
                  <a:pt x="57039" y="48449"/>
                  <a:pt x="53814" y="47050"/>
                  <a:pt x="49959" y="45884"/>
                </a:cubicBezTo>
                <a:cubicBezTo>
                  <a:pt x="46213" y="44745"/>
                  <a:pt x="42083" y="44155"/>
                  <a:pt x="37527" y="44155"/>
                </a:cubicBezTo>
                <a:cubicBezTo>
                  <a:pt x="29487" y="44155"/>
                  <a:pt x="23642" y="45884"/>
                  <a:pt x="19951" y="49314"/>
                </a:cubicBezTo>
                <a:cubicBezTo>
                  <a:pt x="16191" y="52634"/>
                  <a:pt x="14366" y="56600"/>
                  <a:pt x="14366" y="61306"/>
                </a:cubicBezTo>
                <a:cubicBezTo>
                  <a:pt x="14366" y="66026"/>
                  <a:pt x="16081" y="69841"/>
                  <a:pt x="19511" y="72681"/>
                </a:cubicBezTo>
                <a:cubicBezTo>
                  <a:pt x="23052" y="75576"/>
                  <a:pt x="27552" y="76962"/>
                  <a:pt x="33027" y="76962"/>
                </a:cubicBezTo>
                <a:close/>
                <a:moveTo>
                  <a:pt x="33027" y="76962"/>
                </a:move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3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E64FE1D8-293F-4A4A-BF58-3F6530F4EB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91436" y="3225659"/>
            <a:ext cx="14146" cy="118125"/>
          </a:xfrm>
          <a:custGeom xmlns:a="http://schemas.openxmlformats.org/drawingml/2006/main">
            <a:pathLst>
              <a:path w="14146" h="118125">
                <a:moveTo>
                  <a:pt x="0" y="0"/>
                </a:moveTo>
                <a:lnTo>
                  <a:pt x="14146" y="0"/>
                </a:lnTo>
                <a:lnTo>
                  <a:pt x="14146" y="118125"/>
                </a:lnTo>
                <a:lnTo>
                  <a:pt x="0" y="118125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4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61768C60-E70D-4173-BF3C-6E69A8A04F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55596" y="3225014"/>
            <a:ext cx="81682" cy="118770"/>
          </a:xfrm>
          <a:custGeom xmlns:a="http://schemas.openxmlformats.org/drawingml/2006/main">
            <a:pathLst>
              <a:path w="81682" h="118770">
                <a:moveTo>
                  <a:pt x="15436" y="118770"/>
                </a:moveTo>
                <a:lnTo>
                  <a:pt x="15436" y="47379"/>
                </a:lnTo>
                <a:lnTo>
                  <a:pt x="0" y="47379"/>
                </a:lnTo>
                <a:lnTo>
                  <a:pt x="0" y="34728"/>
                </a:lnTo>
                <a:lnTo>
                  <a:pt x="15436" y="34728"/>
                </a:lnTo>
                <a:lnTo>
                  <a:pt x="15436" y="26797"/>
                </a:lnTo>
                <a:cubicBezTo>
                  <a:pt x="15436" y="18647"/>
                  <a:pt x="18002" y="12171"/>
                  <a:pt x="23148" y="7286"/>
                </a:cubicBezTo>
                <a:cubicBezTo>
                  <a:pt x="28403" y="2470"/>
                  <a:pt x="35208" y="0"/>
                  <a:pt x="43523" y="0"/>
                </a:cubicBezTo>
                <a:lnTo>
                  <a:pt x="81682" y="0"/>
                </a:lnTo>
                <a:lnTo>
                  <a:pt x="81682" y="118770"/>
                </a:lnTo>
                <a:lnTo>
                  <a:pt x="67741" y="118770"/>
                </a:lnTo>
                <a:lnTo>
                  <a:pt x="67741" y="12870"/>
                </a:lnTo>
                <a:lnTo>
                  <a:pt x="43523" y="12870"/>
                </a:lnTo>
                <a:cubicBezTo>
                  <a:pt x="39503" y="12870"/>
                  <a:pt x="36128" y="14092"/>
                  <a:pt x="33438" y="16507"/>
                </a:cubicBezTo>
                <a:cubicBezTo>
                  <a:pt x="30708" y="18812"/>
                  <a:pt x="29363" y="22297"/>
                  <a:pt x="29363" y="27017"/>
                </a:cubicBezTo>
                <a:lnTo>
                  <a:pt x="29363" y="34728"/>
                </a:lnTo>
                <a:lnTo>
                  <a:pt x="51029" y="34728"/>
                </a:lnTo>
                <a:lnTo>
                  <a:pt x="51029" y="47379"/>
                </a:lnTo>
                <a:lnTo>
                  <a:pt x="29363" y="47379"/>
                </a:lnTo>
                <a:lnTo>
                  <a:pt x="29363" y="118770"/>
                </a:lnTo>
                <a:lnTo>
                  <a:pt x="15436" y="118770"/>
                </a:lnTo>
                <a:close/>
                <a:moveTo>
                  <a:pt x="15436" y="118770"/>
                </a:move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4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D9C5C889-CD3F-4DAC-9956-12E5A838CF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2824" y="3257176"/>
            <a:ext cx="86402" cy="89187"/>
          </a:xfrm>
          <a:custGeom xmlns:a="http://schemas.openxmlformats.org/drawingml/2006/main">
            <a:pathLst>
              <a:path w="86402" h="89187">
                <a:moveTo>
                  <a:pt x="43084" y="89187"/>
                </a:moveTo>
                <a:cubicBezTo>
                  <a:pt x="34618" y="89187"/>
                  <a:pt x="27113" y="87253"/>
                  <a:pt x="20582" y="83397"/>
                </a:cubicBezTo>
                <a:cubicBezTo>
                  <a:pt x="14146" y="79432"/>
                  <a:pt x="9056" y="74067"/>
                  <a:pt x="5351" y="67316"/>
                </a:cubicBezTo>
                <a:cubicBezTo>
                  <a:pt x="1770" y="60455"/>
                  <a:pt x="0" y="52895"/>
                  <a:pt x="0" y="44594"/>
                </a:cubicBezTo>
                <a:cubicBezTo>
                  <a:pt x="0" y="36169"/>
                  <a:pt x="1770" y="28622"/>
                  <a:pt x="5351" y="21872"/>
                </a:cubicBezTo>
                <a:cubicBezTo>
                  <a:pt x="9056" y="15162"/>
                  <a:pt x="14146" y="9852"/>
                  <a:pt x="20582" y="5996"/>
                </a:cubicBezTo>
                <a:cubicBezTo>
                  <a:pt x="27113" y="2031"/>
                  <a:pt x="34618" y="0"/>
                  <a:pt x="43084" y="0"/>
                </a:cubicBezTo>
                <a:cubicBezTo>
                  <a:pt x="51509" y="0"/>
                  <a:pt x="58960" y="2031"/>
                  <a:pt x="65381" y="5996"/>
                </a:cubicBezTo>
                <a:cubicBezTo>
                  <a:pt x="71926" y="10016"/>
                  <a:pt x="77072" y="15381"/>
                  <a:pt x="80818" y="22077"/>
                </a:cubicBezTo>
                <a:cubicBezTo>
                  <a:pt x="84522" y="28828"/>
                  <a:pt x="86402" y="36334"/>
                  <a:pt x="86402" y="44594"/>
                </a:cubicBezTo>
                <a:cubicBezTo>
                  <a:pt x="86402" y="52895"/>
                  <a:pt x="84522" y="60455"/>
                  <a:pt x="80818" y="67316"/>
                </a:cubicBezTo>
                <a:cubicBezTo>
                  <a:pt x="77072" y="74067"/>
                  <a:pt x="71926" y="79432"/>
                  <a:pt x="65381" y="83397"/>
                </a:cubicBezTo>
                <a:cubicBezTo>
                  <a:pt x="58960" y="87253"/>
                  <a:pt x="51509" y="89187"/>
                  <a:pt x="43084" y="89187"/>
                </a:cubicBezTo>
                <a:close/>
                <a:moveTo>
                  <a:pt x="43084" y="76537"/>
                </a:moveTo>
                <a:cubicBezTo>
                  <a:pt x="48230" y="76537"/>
                  <a:pt x="53005" y="75357"/>
                  <a:pt x="57450" y="72887"/>
                </a:cubicBezTo>
                <a:cubicBezTo>
                  <a:pt x="61855" y="70321"/>
                  <a:pt x="65436" y="66671"/>
                  <a:pt x="68180" y="61951"/>
                </a:cubicBezTo>
                <a:cubicBezTo>
                  <a:pt x="70856" y="57135"/>
                  <a:pt x="72242" y="51345"/>
                  <a:pt x="72242" y="44594"/>
                </a:cubicBezTo>
                <a:cubicBezTo>
                  <a:pt x="72242" y="37884"/>
                  <a:pt x="70856" y="32162"/>
                  <a:pt x="68180" y="27442"/>
                </a:cubicBezTo>
                <a:cubicBezTo>
                  <a:pt x="65436" y="22612"/>
                  <a:pt x="61855" y="18976"/>
                  <a:pt x="57450" y="16507"/>
                </a:cubicBezTo>
                <a:cubicBezTo>
                  <a:pt x="53005" y="13927"/>
                  <a:pt x="48230" y="12651"/>
                  <a:pt x="43084" y="12651"/>
                </a:cubicBezTo>
                <a:cubicBezTo>
                  <a:pt x="38049" y="12651"/>
                  <a:pt x="33287" y="13927"/>
                  <a:pt x="28732" y="16507"/>
                </a:cubicBezTo>
                <a:cubicBezTo>
                  <a:pt x="24273" y="18976"/>
                  <a:pt x="20637" y="22612"/>
                  <a:pt x="17796" y="27442"/>
                </a:cubicBezTo>
                <a:cubicBezTo>
                  <a:pt x="15052" y="32162"/>
                  <a:pt x="13721" y="37884"/>
                  <a:pt x="13721" y="44594"/>
                </a:cubicBezTo>
                <a:cubicBezTo>
                  <a:pt x="13721" y="51345"/>
                  <a:pt x="15052" y="57135"/>
                  <a:pt x="17796" y="61951"/>
                </a:cubicBezTo>
                <a:cubicBezTo>
                  <a:pt x="20637" y="66671"/>
                  <a:pt x="24273" y="70321"/>
                  <a:pt x="28732" y="72887"/>
                </a:cubicBezTo>
                <a:cubicBezTo>
                  <a:pt x="33287" y="75357"/>
                  <a:pt x="38049" y="76537"/>
                  <a:pt x="43084" y="76537"/>
                </a:cubicBezTo>
                <a:close/>
                <a:moveTo>
                  <a:pt x="43084" y="76537"/>
                </a:move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4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BB22E217-C592-4A5A-8251-7227BFD88B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44467" y="3259742"/>
            <a:ext cx="125850" cy="84042"/>
          </a:xfrm>
          <a:custGeom xmlns:a="http://schemas.openxmlformats.org/drawingml/2006/main">
            <a:pathLst>
              <a:path w="125850" h="84042">
                <a:moveTo>
                  <a:pt x="27017" y="84042"/>
                </a:moveTo>
                <a:lnTo>
                  <a:pt x="0" y="0"/>
                </a:lnTo>
                <a:lnTo>
                  <a:pt x="14586" y="0"/>
                </a:lnTo>
                <a:lnTo>
                  <a:pt x="34522" y="66465"/>
                </a:lnTo>
                <a:lnTo>
                  <a:pt x="34742" y="66465"/>
                </a:lnTo>
                <a:lnTo>
                  <a:pt x="55969" y="0"/>
                </a:lnTo>
                <a:lnTo>
                  <a:pt x="70321" y="0"/>
                </a:lnTo>
                <a:lnTo>
                  <a:pt x="91547" y="66246"/>
                </a:lnTo>
                <a:lnTo>
                  <a:pt x="91767" y="66246"/>
                </a:lnTo>
                <a:lnTo>
                  <a:pt x="111704" y="0"/>
                </a:lnTo>
                <a:lnTo>
                  <a:pt x="125850" y="0"/>
                </a:lnTo>
                <a:lnTo>
                  <a:pt x="98628" y="84042"/>
                </a:lnTo>
                <a:lnTo>
                  <a:pt x="84481" y="84042"/>
                </a:lnTo>
                <a:lnTo>
                  <a:pt x="62829" y="16946"/>
                </a:lnTo>
                <a:lnTo>
                  <a:pt x="41163" y="84042"/>
                </a:lnTo>
                <a:lnTo>
                  <a:pt x="27017" y="84042"/>
                </a:lnTo>
                <a:close/>
                <a:moveTo>
                  <a:pt x="27017" y="84042"/>
                </a:move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pic>
        <p:nvPicPr>
          <p:cNvPr id="83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a91722c4ba8460d"/>
          <a:stretch xmlns:a="http://schemas.openxmlformats.org/drawingml/2006/main"/>
        </p:blipFill>
        <p:spPr>
          <a:xfrm xmlns:a="http://schemas.openxmlformats.org/drawingml/2006/main">
            <a:off x="5327665" y="2097150"/>
            <a:ext cx="1005646" cy="1009574"/>
          </a:xfrm>
          <a:prstGeom xmlns:a="http://schemas.openxmlformats.org/drawingml/2006/main" prst="rect">
            <a:avLst/>
          </a:prstGeom>
        </p:spPr>
      </p:pic>
      <p:sp>
        <p:nvSpPr>
          <p:cNvPr id="24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F369C60C-3C31-4B13-80AB-DD9F41971D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80745" y="2956917"/>
            <a:ext cx="1147431" cy="471609"/>
          </a:xfrm>
          <a:custGeom xmlns:a="http://schemas.openxmlformats.org/drawingml/2006/main">
            <a:pathLst>
              <a:path w="1147431" h="471609">
                <a:moveTo>
                  <a:pt x="120760" y="0"/>
                </a:moveTo>
                <a:lnTo>
                  <a:pt x="1026726" y="0"/>
                </a:lnTo>
                <a:cubicBezTo>
                  <a:pt x="1093616" y="0"/>
                  <a:pt x="1147431" y="40738"/>
                  <a:pt x="1147431" y="91273"/>
                </a:cubicBezTo>
                <a:lnTo>
                  <a:pt x="1147431" y="380336"/>
                </a:lnTo>
                <a:cubicBezTo>
                  <a:pt x="1147431" y="430926"/>
                  <a:pt x="1093616" y="471609"/>
                  <a:pt x="1026726" y="471609"/>
                </a:cubicBezTo>
                <a:lnTo>
                  <a:pt x="120760" y="471609"/>
                </a:lnTo>
                <a:cubicBezTo>
                  <a:pt x="53869" y="471609"/>
                  <a:pt x="0" y="430926"/>
                  <a:pt x="0" y="380336"/>
                </a:cubicBezTo>
                <a:lnTo>
                  <a:pt x="0" y="91273"/>
                </a:lnTo>
                <a:cubicBezTo>
                  <a:pt x="0" y="40738"/>
                  <a:pt x="53869" y="0"/>
                  <a:pt x="120760" y="0"/>
                </a:cubicBezTo>
                <a:close/>
                <a:moveTo>
                  <a:pt x="120760" y="0"/>
                </a:moveTo>
              </a:path>
            </a:pathLst>
          </a:custGeom>
          <a:solidFill xmlns:a="http://schemas.openxmlformats.org/drawingml/2006/main">
            <a:srgbClr val="FFEEAA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4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64DE6593-A9D1-4DA9-A624-F1A2FAD100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80745" y="2956917"/>
            <a:ext cx="1147431" cy="471609"/>
          </a:xfrm>
          <a:custGeom xmlns:a="http://schemas.openxmlformats.org/drawingml/2006/main">
            <a:pathLst>
              <a:path w="1147431" h="471609" fill="none">
                <a:moveTo>
                  <a:pt x="120760" y="0"/>
                </a:moveTo>
                <a:lnTo>
                  <a:pt x="1026726" y="0"/>
                </a:lnTo>
                <a:cubicBezTo>
                  <a:pt x="1093616" y="0"/>
                  <a:pt x="1147431" y="40738"/>
                  <a:pt x="1147431" y="91273"/>
                </a:cubicBezTo>
                <a:lnTo>
                  <a:pt x="1147431" y="380336"/>
                </a:lnTo>
                <a:cubicBezTo>
                  <a:pt x="1147431" y="430926"/>
                  <a:pt x="1093616" y="471609"/>
                  <a:pt x="1026726" y="471609"/>
                </a:cubicBezTo>
                <a:lnTo>
                  <a:pt x="120760" y="471609"/>
                </a:lnTo>
                <a:cubicBezTo>
                  <a:pt x="53869" y="471609"/>
                  <a:pt x="0" y="430926"/>
                  <a:pt x="0" y="380336"/>
                </a:cubicBezTo>
                <a:lnTo>
                  <a:pt x="0" y="91273"/>
                </a:lnTo>
                <a:cubicBezTo>
                  <a:pt x="0" y="40738"/>
                  <a:pt x="53869" y="0"/>
                  <a:pt x="120760" y="0"/>
                </a:cubicBezTo>
                <a:close/>
                <a:moveTo>
                  <a:pt x="120760" y="0"/>
                </a:moveTo>
              </a:path>
            </a:pathLst>
          </a:custGeom>
          <a:noFill xmlns:a="http://schemas.openxmlformats.org/drawingml/2006/main"/>
          <a:ln xmlns:a="http://schemas.openxmlformats.org/drawingml/2006/main" w="10303" cap="flat">
            <a:solidFill>
              <a:srgbClr val="000000"/>
            </a:solidFill>
            <a:miter/>
          </a:ln>
        </p:spPr>
      </p:sp>
      <p:sp>
        <p:nvSpPr>
          <p:cNvPr id="24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86CA5A9C-B246-400D-A915-FEAFA12E09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34312" y="3047394"/>
            <a:ext cx="79322" cy="89187"/>
          </a:xfrm>
          <a:custGeom xmlns:a="http://schemas.openxmlformats.org/drawingml/2006/main">
            <a:pathLst>
              <a:path w="79322" h="89187">
                <a:moveTo>
                  <a:pt x="42439" y="89187"/>
                </a:moveTo>
                <a:cubicBezTo>
                  <a:pt x="34138" y="89187"/>
                  <a:pt x="26797" y="87253"/>
                  <a:pt x="20362" y="83397"/>
                </a:cubicBezTo>
                <a:cubicBezTo>
                  <a:pt x="13927" y="79541"/>
                  <a:pt x="8891" y="74286"/>
                  <a:pt x="5351" y="67535"/>
                </a:cubicBezTo>
                <a:cubicBezTo>
                  <a:pt x="1770" y="60675"/>
                  <a:pt x="0" y="53060"/>
                  <a:pt x="0" y="44594"/>
                </a:cubicBezTo>
                <a:cubicBezTo>
                  <a:pt x="0" y="36018"/>
                  <a:pt x="1770" y="28403"/>
                  <a:pt x="5351" y="21652"/>
                </a:cubicBezTo>
                <a:cubicBezTo>
                  <a:pt x="8891" y="14956"/>
                  <a:pt x="13927" y="9646"/>
                  <a:pt x="20362" y="5790"/>
                </a:cubicBezTo>
                <a:cubicBezTo>
                  <a:pt x="26797" y="1921"/>
                  <a:pt x="34138" y="0"/>
                  <a:pt x="42439" y="0"/>
                </a:cubicBezTo>
                <a:cubicBezTo>
                  <a:pt x="51880" y="0"/>
                  <a:pt x="59646" y="2140"/>
                  <a:pt x="65820" y="6421"/>
                </a:cubicBezTo>
                <a:cubicBezTo>
                  <a:pt x="71926" y="10716"/>
                  <a:pt x="76207" y="16287"/>
                  <a:pt x="78677" y="23148"/>
                </a:cubicBezTo>
                <a:lnTo>
                  <a:pt x="66026" y="28513"/>
                </a:lnTo>
                <a:cubicBezTo>
                  <a:pt x="63886" y="23257"/>
                  <a:pt x="60716" y="19292"/>
                  <a:pt x="56600" y="16712"/>
                </a:cubicBezTo>
                <a:cubicBezTo>
                  <a:pt x="52579" y="14037"/>
                  <a:pt x="47640" y="12651"/>
                  <a:pt x="41808" y="12651"/>
                </a:cubicBezTo>
                <a:cubicBezTo>
                  <a:pt x="36759" y="12651"/>
                  <a:pt x="32149" y="14037"/>
                  <a:pt x="27868" y="16712"/>
                </a:cubicBezTo>
                <a:cubicBezTo>
                  <a:pt x="23683" y="19292"/>
                  <a:pt x="20252" y="23038"/>
                  <a:pt x="17577" y="27868"/>
                </a:cubicBezTo>
                <a:cubicBezTo>
                  <a:pt x="14997" y="32588"/>
                  <a:pt x="13721" y="38159"/>
                  <a:pt x="13721" y="44594"/>
                </a:cubicBezTo>
                <a:cubicBezTo>
                  <a:pt x="13721" y="51015"/>
                  <a:pt x="14997" y="56709"/>
                  <a:pt x="17577" y="61526"/>
                </a:cubicBezTo>
                <a:cubicBezTo>
                  <a:pt x="20252" y="66246"/>
                  <a:pt x="23683" y="69992"/>
                  <a:pt x="27868" y="72681"/>
                </a:cubicBezTo>
                <a:cubicBezTo>
                  <a:pt x="32149" y="75247"/>
                  <a:pt x="36759" y="76537"/>
                  <a:pt x="41808" y="76537"/>
                </a:cubicBezTo>
                <a:cubicBezTo>
                  <a:pt x="47804" y="76537"/>
                  <a:pt x="52950" y="75192"/>
                  <a:pt x="57245" y="72461"/>
                </a:cubicBezTo>
                <a:cubicBezTo>
                  <a:pt x="61526" y="69786"/>
                  <a:pt x="64640" y="65820"/>
                  <a:pt x="66671" y="60675"/>
                </a:cubicBezTo>
                <a:lnTo>
                  <a:pt x="79322" y="66026"/>
                </a:lnTo>
                <a:cubicBezTo>
                  <a:pt x="76427" y="72461"/>
                  <a:pt x="71926" y="77977"/>
                  <a:pt x="65820" y="82533"/>
                </a:cubicBezTo>
                <a:cubicBezTo>
                  <a:pt x="59646" y="86937"/>
                  <a:pt x="51880" y="89187"/>
                  <a:pt x="42439" y="89187"/>
                </a:cubicBezTo>
                <a:close/>
                <a:moveTo>
                  <a:pt x="42439" y="89187"/>
                </a:move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4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23218FC3-D6E4-44EE-8431-63E29E5892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7780" y="3047394"/>
            <a:ext cx="48449" cy="86608"/>
          </a:xfrm>
          <a:custGeom xmlns:a="http://schemas.openxmlformats.org/drawingml/2006/main">
            <a:pathLst>
              <a:path w="48449" h="86608">
                <a:moveTo>
                  <a:pt x="0" y="86608"/>
                </a:moveTo>
                <a:lnTo>
                  <a:pt x="0" y="2566"/>
                </a:lnTo>
                <a:lnTo>
                  <a:pt x="13515" y="2566"/>
                </a:lnTo>
                <a:lnTo>
                  <a:pt x="13515" y="16081"/>
                </a:lnTo>
                <a:lnTo>
                  <a:pt x="14146" y="16081"/>
                </a:lnTo>
                <a:cubicBezTo>
                  <a:pt x="15272" y="12966"/>
                  <a:pt x="17151" y="10236"/>
                  <a:pt x="19731" y="7931"/>
                </a:cubicBezTo>
                <a:cubicBezTo>
                  <a:pt x="22297" y="5516"/>
                  <a:pt x="25192" y="3581"/>
                  <a:pt x="28513" y="2140"/>
                </a:cubicBezTo>
                <a:cubicBezTo>
                  <a:pt x="31943" y="741"/>
                  <a:pt x="35277" y="0"/>
                  <a:pt x="38598" y="0"/>
                </a:cubicBezTo>
                <a:cubicBezTo>
                  <a:pt x="40999" y="0"/>
                  <a:pt x="42933" y="151"/>
                  <a:pt x="44388" y="425"/>
                </a:cubicBezTo>
                <a:cubicBezTo>
                  <a:pt x="45774" y="741"/>
                  <a:pt x="47173" y="1180"/>
                  <a:pt x="48449" y="1715"/>
                </a:cubicBezTo>
                <a:lnTo>
                  <a:pt x="48449" y="16932"/>
                </a:lnTo>
                <a:cubicBezTo>
                  <a:pt x="44868" y="15107"/>
                  <a:pt x="40848" y="14146"/>
                  <a:pt x="36443" y="14146"/>
                </a:cubicBezTo>
                <a:cubicBezTo>
                  <a:pt x="32423" y="14146"/>
                  <a:pt x="28732" y="15381"/>
                  <a:pt x="25302" y="17796"/>
                </a:cubicBezTo>
                <a:cubicBezTo>
                  <a:pt x="21872" y="20101"/>
                  <a:pt x="19141" y="23148"/>
                  <a:pt x="17151" y="27003"/>
                </a:cubicBezTo>
                <a:cubicBezTo>
                  <a:pt x="15121" y="30873"/>
                  <a:pt x="14146" y="35099"/>
                  <a:pt x="14146" y="39654"/>
                </a:cubicBezTo>
                <a:lnTo>
                  <a:pt x="14146" y="86608"/>
                </a:lnTo>
                <a:lnTo>
                  <a:pt x="0" y="86608"/>
                </a:lnTo>
                <a:close/>
                <a:moveTo>
                  <a:pt x="0" y="86608"/>
                </a:move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4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C4FDA1A1-58E6-4E4B-887B-7A2D588646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80360" y="3047394"/>
            <a:ext cx="86402" cy="89187"/>
          </a:xfrm>
          <a:custGeom xmlns:a="http://schemas.openxmlformats.org/drawingml/2006/main">
            <a:pathLst>
              <a:path w="86402" h="89187">
                <a:moveTo>
                  <a:pt x="43098" y="89187"/>
                </a:moveTo>
                <a:cubicBezTo>
                  <a:pt x="34632" y="89187"/>
                  <a:pt x="27127" y="87253"/>
                  <a:pt x="20582" y="83397"/>
                </a:cubicBezTo>
                <a:cubicBezTo>
                  <a:pt x="14146" y="79432"/>
                  <a:pt x="9056" y="74067"/>
                  <a:pt x="5365" y="67316"/>
                </a:cubicBezTo>
                <a:cubicBezTo>
                  <a:pt x="1770" y="60455"/>
                  <a:pt x="0" y="52895"/>
                  <a:pt x="0" y="44594"/>
                </a:cubicBezTo>
                <a:cubicBezTo>
                  <a:pt x="0" y="36169"/>
                  <a:pt x="1770" y="28622"/>
                  <a:pt x="5365" y="21858"/>
                </a:cubicBezTo>
                <a:cubicBezTo>
                  <a:pt x="9056" y="15162"/>
                  <a:pt x="14146" y="9852"/>
                  <a:pt x="20582" y="5996"/>
                </a:cubicBezTo>
                <a:cubicBezTo>
                  <a:pt x="27127" y="2031"/>
                  <a:pt x="34632" y="0"/>
                  <a:pt x="43098" y="0"/>
                </a:cubicBezTo>
                <a:cubicBezTo>
                  <a:pt x="51509" y="0"/>
                  <a:pt x="58960" y="2031"/>
                  <a:pt x="65395" y="5996"/>
                </a:cubicBezTo>
                <a:cubicBezTo>
                  <a:pt x="71926" y="10016"/>
                  <a:pt x="77072" y="15381"/>
                  <a:pt x="80831" y="22077"/>
                </a:cubicBezTo>
                <a:cubicBezTo>
                  <a:pt x="84522" y="28828"/>
                  <a:pt x="86402" y="36334"/>
                  <a:pt x="86402" y="44594"/>
                </a:cubicBezTo>
                <a:cubicBezTo>
                  <a:pt x="86402" y="52895"/>
                  <a:pt x="84522" y="60455"/>
                  <a:pt x="80831" y="67316"/>
                </a:cubicBezTo>
                <a:cubicBezTo>
                  <a:pt x="77072" y="74067"/>
                  <a:pt x="71926" y="79432"/>
                  <a:pt x="65395" y="83397"/>
                </a:cubicBezTo>
                <a:cubicBezTo>
                  <a:pt x="58960" y="87253"/>
                  <a:pt x="51509" y="89187"/>
                  <a:pt x="43098" y="89187"/>
                </a:cubicBezTo>
                <a:close/>
                <a:moveTo>
                  <a:pt x="43098" y="76537"/>
                </a:moveTo>
                <a:cubicBezTo>
                  <a:pt x="48244" y="76537"/>
                  <a:pt x="53005" y="75357"/>
                  <a:pt x="57464" y="72887"/>
                </a:cubicBezTo>
                <a:cubicBezTo>
                  <a:pt x="61855" y="70321"/>
                  <a:pt x="65450" y="66671"/>
                  <a:pt x="68180" y="61951"/>
                </a:cubicBezTo>
                <a:cubicBezTo>
                  <a:pt x="70856" y="57135"/>
                  <a:pt x="72256" y="51345"/>
                  <a:pt x="72256" y="44594"/>
                </a:cubicBezTo>
                <a:cubicBezTo>
                  <a:pt x="72256" y="37884"/>
                  <a:pt x="70856" y="32149"/>
                  <a:pt x="68180" y="27442"/>
                </a:cubicBezTo>
                <a:cubicBezTo>
                  <a:pt x="65450" y="22612"/>
                  <a:pt x="61855" y="18976"/>
                  <a:pt x="57464" y="16507"/>
                </a:cubicBezTo>
                <a:cubicBezTo>
                  <a:pt x="53005" y="13927"/>
                  <a:pt x="48244" y="12651"/>
                  <a:pt x="43098" y="12651"/>
                </a:cubicBezTo>
                <a:cubicBezTo>
                  <a:pt x="38062" y="12651"/>
                  <a:pt x="33287" y="13927"/>
                  <a:pt x="28732" y="16507"/>
                </a:cubicBezTo>
                <a:cubicBezTo>
                  <a:pt x="24286" y="18976"/>
                  <a:pt x="20637" y="22612"/>
                  <a:pt x="17796" y="27442"/>
                </a:cubicBezTo>
                <a:cubicBezTo>
                  <a:pt x="15066" y="32149"/>
                  <a:pt x="13721" y="37884"/>
                  <a:pt x="13721" y="44594"/>
                </a:cubicBezTo>
                <a:cubicBezTo>
                  <a:pt x="13721" y="51345"/>
                  <a:pt x="15066" y="57135"/>
                  <a:pt x="17796" y="61951"/>
                </a:cubicBezTo>
                <a:cubicBezTo>
                  <a:pt x="20637" y="66671"/>
                  <a:pt x="24286" y="70321"/>
                  <a:pt x="28732" y="72887"/>
                </a:cubicBezTo>
                <a:cubicBezTo>
                  <a:pt x="33287" y="75357"/>
                  <a:pt x="38062" y="76537"/>
                  <a:pt x="43098" y="76537"/>
                </a:cubicBezTo>
                <a:close/>
                <a:moveTo>
                  <a:pt x="43098" y="76537"/>
                </a:move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4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7A305C7F-9CE9-493F-BE98-8CC6FB66F9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81389" y="3047394"/>
            <a:ext cx="82972" cy="122201"/>
          </a:xfrm>
          <a:custGeom xmlns:a="http://schemas.openxmlformats.org/drawingml/2006/main">
            <a:pathLst>
              <a:path w="82972" h="122201">
                <a:moveTo>
                  <a:pt x="0" y="122201"/>
                </a:moveTo>
                <a:lnTo>
                  <a:pt x="0" y="2566"/>
                </a:lnTo>
                <a:lnTo>
                  <a:pt x="13515" y="2566"/>
                </a:lnTo>
                <a:lnTo>
                  <a:pt x="13515" y="14997"/>
                </a:lnTo>
                <a:lnTo>
                  <a:pt x="14160" y="14997"/>
                </a:lnTo>
                <a:cubicBezTo>
                  <a:pt x="16410" y="11142"/>
                  <a:pt x="20047" y="7711"/>
                  <a:pt x="25096" y="4706"/>
                </a:cubicBezTo>
                <a:cubicBezTo>
                  <a:pt x="30241" y="1605"/>
                  <a:pt x="36128" y="0"/>
                  <a:pt x="42892" y="0"/>
                </a:cubicBezTo>
                <a:cubicBezTo>
                  <a:pt x="50439" y="0"/>
                  <a:pt x="57245" y="1921"/>
                  <a:pt x="63254" y="5790"/>
                </a:cubicBezTo>
                <a:cubicBezTo>
                  <a:pt x="69360" y="9536"/>
                  <a:pt x="74190" y="14737"/>
                  <a:pt x="77621" y="21432"/>
                </a:cubicBezTo>
                <a:cubicBezTo>
                  <a:pt x="81161" y="28183"/>
                  <a:pt x="82972" y="35908"/>
                  <a:pt x="82972" y="44594"/>
                </a:cubicBezTo>
                <a:cubicBezTo>
                  <a:pt x="82972" y="53320"/>
                  <a:pt x="81161" y="61045"/>
                  <a:pt x="77621" y="67741"/>
                </a:cubicBezTo>
                <a:cubicBezTo>
                  <a:pt x="74190" y="74341"/>
                  <a:pt x="69360" y="79541"/>
                  <a:pt x="63254" y="83397"/>
                </a:cubicBezTo>
                <a:cubicBezTo>
                  <a:pt x="57245" y="87253"/>
                  <a:pt x="50439" y="89187"/>
                  <a:pt x="42892" y="89187"/>
                </a:cubicBezTo>
                <a:cubicBezTo>
                  <a:pt x="36128" y="89187"/>
                  <a:pt x="30241" y="87678"/>
                  <a:pt x="25096" y="84687"/>
                </a:cubicBezTo>
                <a:cubicBezTo>
                  <a:pt x="20047" y="81572"/>
                  <a:pt x="16410" y="78032"/>
                  <a:pt x="14160" y="74177"/>
                </a:cubicBezTo>
                <a:lnTo>
                  <a:pt x="13515" y="74177"/>
                </a:lnTo>
                <a:lnTo>
                  <a:pt x="14160" y="85757"/>
                </a:lnTo>
                <a:lnTo>
                  <a:pt x="14160" y="122201"/>
                </a:lnTo>
                <a:lnTo>
                  <a:pt x="0" y="122201"/>
                </a:lnTo>
                <a:close/>
                <a:moveTo>
                  <a:pt x="41383" y="76537"/>
                </a:moveTo>
                <a:cubicBezTo>
                  <a:pt x="46103" y="76537"/>
                  <a:pt x="50604" y="75247"/>
                  <a:pt x="54885" y="72681"/>
                </a:cubicBezTo>
                <a:cubicBezTo>
                  <a:pt x="59179" y="70101"/>
                  <a:pt x="62610" y="66410"/>
                  <a:pt x="65175" y="61526"/>
                </a:cubicBezTo>
                <a:cubicBezTo>
                  <a:pt x="67755" y="56709"/>
                  <a:pt x="69045" y="51015"/>
                  <a:pt x="69045" y="44594"/>
                </a:cubicBezTo>
                <a:cubicBezTo>
                  <a:pt x="69045" y="38049"/>
                  <a:pt x="67755" y="32368"/>
                  <a:pt x="65175" y="27648"/>
                </a:cubicBezTo>
                <a:cubicBezTo>
                  <a:pt x="62610" y="22832"/>
                  <a:pt x="59179" y="19072"/>
                  <a:pt x="54885" y="16507"/>
                </a:cubicBezTo>
                <a:cubicBezTo>
                  <a:pt x="50604" y="13927"/>
                  <a:pt x="46103" y="12651"/>
                  <a:pt x="41383" y="12651"/>
                </a:cubicBezTo>
                <a:cubicBezTo>
                  <a:pt x="36512" y="12651"/>
                  <a:pt x="31957" y="13927"/>
                  <a:pt x="27662" y="16507"/>
                </a:cubicBezTo>
                <a:cubicBezTo>
                  <a:pt x="23477" y="19072"/>
                  <a:pt x="20047" y="22832"/>
                  <a:pt x="17371" y="27648"/>
                </a:cubicBezTo>
                <a:cubicBezTo>
                  <a:pt x="14805" y="32368"/>
                  <a:pt x="13515" y="38049"/>
                  <a:pt x="13515" y="44594"/>
                </a:cubicBezTo>
                <a:cubicBezTo>
                  <a:pt x="13515" y="51180"/>
                  <a:pt x="14805" y="56915"/>
                  <a:pt x="17371" y="61745"/>
                </a:cubicBezTo>
                <a:cubicBezTo>
                  <a:pt x="20047" y="66451"/>
                  <a:pt x="23477" y="70101"/>
                  <a:pt x="27662" y="72681"/>
                </a:cubicBezTo>
                <a:cubicBezTo>
                  <a:pt x="31957" y="75247"/>
                  <a:pt x="36512" y="76537"/>
                  <a:pt x="41383" y="76537"/>
                </a:cubicBezTo>
                <a:close/>
                <a:moveTo>
                  <a:pt x="41383" y="76537"/>
                </a:move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5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12257FF3-D1C2-4804-A755-83370ED5AC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78356" y="3047394"/>
            <a:ext cx="82972" cy="122201"/>
          </a:xfrm>
          <a:custGeom xmlns:a="http://schemas.openxmlformats.org/drawingml/2006/main">
            <a:pathLst>
              <a:path w="82972" h="122201">
                <a:moveTo>
                  <a:pt x="0" y="122201"/>
                </a:moveTo>
                <a:lnTo>
                  <a:pt x="0" y="2566"/>
                </a:lnTo>
                <a:lnTo>
                  <a:pt x="13502" y="2566"/>
                </a:lnTo>
                <a:lnTo>
                  <a:pt x="13502" y="14997"/>
                </a:lnTo>
                <a:lnTo>
                  <a:pt x="14146" y="14997"/>
                </a:lnTo>
                <a:cubicBezTo>
                  <a:pt x="16397" y="11142"/>
                  <a:pt x="20047" y="7711"/>
                  <a:pt x="25082" y="4706"/>
                </a:cubicBezTo>
                <a:cubicBezTo>
                  <a:pt x="30228" y="1605"/>
                  <a:pt x="36128" y="0"/>
                  <a:pt x="42879" y="0"/>
                </a:cubicBezTo>
                <a:cubicBezTo>
                  <a:pt x="50439" y="0"/>
                  <a:pt x="57245" y="1921"/>
                  <a:pt x="63241" y="5790"/>
                </a:cubicBezTo>
                <a:cubicBezTo>
                  <a:pt x="69360" y="9536"/>
                  <a:pt x="74177" y="14737"/>
                  <a:pt x="77607" y="21432"/>
                </a:cubicBezTo>
                <a:cubicBezTo>
                  <a:pt x="81147" y="28183"/>
                  <a:pt x="82972" y="35908"/>
                  <a:pt x="82972" y="44594"/>
                </a:cubicBezTo>
                <a:cubicBezTo>
                  <a:pt x="82972" y="53320"/>
                  <a:pt x="81147" y="61045"/>
                  <a:pt x="77607" y="67741"/>
                </a:cubicBezTo>
                <a:cubicBezTo>
                  <a:pt x="74177" y="74341"/>
                  <a:pt x="69360" y="79541"/>
                  <a:pt x="63241" y="83397"/>
                </a:cubicBezTo>
                <a:cubicBezTo>
                  <a:pt x="57245" y="87253"/>
                  <a:pt x="50439" y="89187"/>
                  <a:pt x="42879" y="89187"/>
                </a:cubicBezTo>
                <a:cubicBezTo>
                  <a:pt x="36128" y="89187"/>
                  <a:pt x="30228" y="87678"/>
                  <a:pt x="25082" y="84687"/>
                </a:cubicBezTo>
                <a:cubicBezTo>
                  <a:pt x="20047" y="81572"/>
                  <a:pt x="16397" y="78032"/>
                  <a:pt x="14146" y="74177"/>
                </a:cubicBezTo>
                <a:lnTo>
                  <a:pt x="13502" y="74177"/>
                </a:lnTo>
                <a:lnTo>
                  <a:pt x="14146" y="85757"/>
                </a:lnTo>
                <a:lnTo>
                  <a:pt x="14146" y="122201"/>
                </a:lnTo>
                <a:lnTo>
                  <a:pt x="0" y="122201"/>
                </a:lnTo>
                <a:close/>
                <a:moveTo>
                  <a:pt x="41383" y="76537"/>
                </a:moveTo>
                <a:cubicBezTo>
                  <a:pt x="46089" y="76537"/>
                  <a:pt x="50590" y="75247"/>
                  <a:pt x="54885" y="72681"/>
                </a:cubicBezTo>
                <a:cubicBezTo>
                  <a:pt x="59166" y="70101"/>
                  <a:pt x="62596" y="66410"/>
                  <a:pt x="65175" y="61526"/>
                </a:cubicBezTo>
                <a:cubicBezTo>
                  <a:pt x="67741" y="56709"/>
                  <a:pt x="69031" y="51015"/>
                  <a:pt x="69031" y="44594"/>
                </a:cubicBezTo>
                <a:cubicBezTo>
                  <a:pt x="69031" y="38049"/>
                  <a:pt x="67741" y="32368"/>
                  <a:pt x="65175" y="27648"/>
                </a:cubicBezTo>
                <a:cubicBezTo>
                  <a:pt x="62596" y="22832"/>
                  <a:pt x="59166" y="19072"/>
                  <a:pt x="54885" y="16507"/>
                </a:cubicBezTo>
                <a:cubicBezTo>
                  <a:pt x="50590" y="13927"/>
                  <a:pt x="46089" y="12651"/>
                  <a:pt x="41383" y="12651"/>
                </a:cubicBezTo>
                <a:cubicBezTo>
                  <a:pt x="36498" y="12651"/>
                  <a:pt x="31943" y="13927"/>
                  <a:pt x="27662" y="16507"/>
                </a:cubicBezTo>
                <a:cubicBezTo>
                  <a:pt x="23477" y="19072"/>
                  <a:pt x="20047" y="22832"/>
                  <a:pt x="17371" y="27648"/>
                </a:cubicBezTo>
                <a:cubicBezTo>
                  <a:pt x="14791" y="32368"/>
                  <a:pt x="13502" y="38049"/>
                  <a:pt x="13502" y="44594"/>
                </a:cubicBezTo>
                <a:cubicBezTo>
                  <a:pt x="13502" y="51180"/>
                  <a:pt x="14791" y="56915"/>
                  <a:pt x="17371" y="61745"/>
                </a:cubicBezTo>
                <a:cubicBezTo>
                  <a:pt x="20047" y="66451"/>
                  <a:pt x="23477" y="70101"/>
                  <a:pt x="27662" y="72681"/>
                </a:cubicBezTo>
                <a:cubicBezTo>
                  <a:pt x="31943" y="75247"/>
                  <a:pt x="36498" y="76537"/>
                  <a:pt x="41383" y="76537"/>
                </a:cubicBezTo>
                <a:close/>
                <a:moveTo>
                  <a:pt x="41383" y="76537"/>
                </a:move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5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CA330881-2FD0-410B-8AF0-50D10AD3D6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73279" y="3047394"/>
            <a:ext cx="80831" cy="89187"/>
          </a:xfrm>
          <a:custGeom xmlns:a="http://schemas.openxmlformats.org/drawingml/2006/main">
            <a:pathLst>
              <a:path w="80831" h="89187">
                <a:moveTo>
                  <a:pt x="41808" y="89187"/>
                </a:moveTo>
                <a:cubicBezTo>
                  <a:pt x="33658" y="89187"/>
                  <a:pt x="26427" y="87253"/>
                  <a:pt x="20156" y="83397"/>
                </a:cubicBezTo>
                <a:cubicBezTo>
                  <a:pt x="13831" y="79541"/>
                  <a:pt x="8891" y="74341"/>
                  <a:pt x="5365" y="67741"/>
                </a:cubicBezTo>
                <a:cubicBezTo>
                  <a:pt x="1770" y="61045"/>
                  <a:pt x="0" y="53375"/>
                  <a:pt x="0" y="44800"/>
                </a:cubicBezTo>
                <a:cubicBezTo>
                  <a:pt x="0" y="36814"/>
                  <a:pt x="1605" y="29363"/>
                  <a:pt x="4926" y="22503"/>
                </a:cubicBezTo>
                <a:cubicBezTo>
                  <a:pt x="8356" y="15642"/>
                  <a:pt x="13076" y="10236"/>
                  <a:pt x="19086" y="6216"/>
                </a:cubicBezTo>
                <a:cubicBezTo>
                  <a:pt x="25192" y="2086"/>
                  <a:pt x="32423" y="0"/>
                  <a:pt x="40738" y="0"/>
                </a:cubicBezTo>
                <a:cubicBezTo>
                  <a:pt x="48984" y="0"/>
                  <a:pt x="56174" y="1866"/>
                  <a:pt x="62171" y="5571"/>
                </a:cubicBezTo>
                <a:cubicBezTo>
                  <a:pt x="68180" y="9166"/>
                  <a:pt x="72736" y="14256"/>
                  <a:pt x="75892" y="20788"/>
                </a:cubicBezTo>
                <a:cubicBezTo>
                  <a:pt x="79157" y="27223"/>
                  <a:pt x="80831" y="34618"/>
                  <a:pt x="80831" y="42879"/>
                </a:cubicBezTo>
                <a:cubicBezTo>
                  <a:pt x="80831" y="43729"/>
                  <a:pt x="80721" y="44539"/>
                  <a:pt x="80612" y="45239"/>
                </a:cubicBezTo>
                <a:cubicBezTo>
                  <a:pt x="80612" y="45980"/>
                  <a:pt x="80612" y="46624"/>
                  <a:pt x="80612" y="47160"/>
                </a:cubicBezTo>
                <a:lnTo>
                  <a:pt x="13927" y="47160"/>
                </a:lnTo>
                <a:cubicBezTo>
                  <a:pt x="14366" y="53759"/>
                  <a:pt x="15917" y="59275"/>
                  <a:pt x="18647" y="63666"/>
                </a:cubicBezTo>
                <a:cubicBezTo>
                  <a:pt x="21487" y="67961"/>
                  <a:pt x="24972" y="71172"/>
                  <a:pt x="29157" y="73312"/>
                </a:cubicBezTo>
                <a:cubicBezTo>
                  <a:pt x="33438" y="75466"/>
                  <a:pt x="37788" y="76537"/>
                  <a:pt x="42234" y="76537"/>
                </a:cubicBezTo>
                <a:cubicBezTo>
                  <a:pt x="48340" y="76537"/>
                  <a:pt x="53430" y="75137"/>
                  <a:pt x="57450" y="72242"/>
                </a:cubicBezTo>
                <a:cubicBezTo>
                  <a:pt x="61580" y="69251"/>
                  <a:pt x="64805" y="65601"/>
                  <a:pt x="67110" y="61306"/>
                </a:cubicBezTo>
                <a:lnTo>
                  <a:pt x="79102" y="67096"/>
                </a:lnTo>
                <a:cubicBezTo>
                  <a:pt x="75782" y="73532"/>
                  <a:pt x="71076" y="78842"/>
                  <a:pt x="64956" y="82972"/>
                </a:cubicBezTo>
                <a:cubicBezTo>
                  <a:pt x="58795" y="87088"/>
                  <a:pt x="51084" y="89187"/>
                  <a:pt x="41808" y="89187"/>
                </a:cubicBezTo>
                <a:close/>
                <a:moveTo>
                  <a:pt x="40738" y="12651"/>
                </a:moveTo>
                <a:cubicBezTo>
                  <a:pt x="33878" y="12651"/>
                  <a:pt x="28142" y="14791"/>
                  <a:pt x="23587" y="19072"/>
                </a:cubicBezTo>
                <a:cubicBezTo>
                  <a:pt x="19127" y="23367"/>
                  <a:pt x="16191" y="28883"/>
                  <a:pt x="14791" y="35579"/>
                </a:cubicBezTo>
                <a:lnTo>
                  <a:pt x="66026" y="35579"/>
                </a:lnTo>
                <a:cubicBezTo>
                  <a:pt x="65875" y="32478"/>
                  <a:pt x="64956" y="29103"/>
                  <a:pt x="63241" y="25508"/>
                </a:cubicBezTo>
                <a:cubicBezTo>
                  <a:pt x="61526" y="21968"/>
                  <a:pt x="58850" y="18976"/>
                  <a:pt x="55310" y="16507"/>
                </a:cubicBezTo>
                <a:cubicBezTo>
                  <a:pt x="51715" y="13927"/>
                  <a:pt x="46844" y="12651"/>
                  <a:pt x="40738" y="12651"/>
                </a:cubicBezTo>
                <a:close/>
                <a:moveTo>
                  <a:pt x="40738" y="12651"/>
                </a:move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5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31833F9D-C3AE-467A-B8B7-1EC097CD8E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66912" y="3015876"/>
            <a:ext cx="82752" cy="120705"/>
          </a:xfrm>
          <a:custGeom xmlns:a="http://schemas.openxmlformats.org/drawingml/2006/main">
            <a:pathLst>
              <a:path w="82752" h="120705">
                <a:moveTo>
                  <a:pt x="40093" y="120705"/>
                </a:moveTo>
                <a:cubicBezTo>
                  <a:pt x="32478" y="120705"/>
                  <a:pt x="25617" y="118770"/>
                  <a:pt x="19511" y="114915"/>
                </a:cubicBezTo>
                <a:cubicBezTo>
                  <a:pt x="13502" y="111059"/>
                  <a:pt x="8685" y="105859"/>
                  <a:pt x="5145" y="99259"/>
                </a:cubicBezTo>
                <a:cubicBezTo>
                  <a:pt x="1715" y="92563"/>
                  <a:pt x="0" y="84838"/>
                  <a:pt x="0" y="76111"/>
                </a:cubicBezTo>
                <a:cubicBezTo>
                  <a:pt x="0" y="67426"/>
                  <a:pt x="1715" y="59701"/>
                  <a:pt x="5145" y="52950"/>
                </a:cubicBezTo>
                <a:cubicBezTo>
                  <a:pt x="8685" y="46254"/>
                  <a:pt x="13502" y="41054"/>
                  <a:pt x="19511" y="37308"/>
                </a:cubicBezTo>
                <a:cubicBezTo>
                  <a:pt x="25617" y="33438"/>
                  <a:pt x="32478" y="31517"/>
                  <a:pt x="40093" y="31517"/>
                </a:cubicBezTo>
                <a:cubicBezTo>
                  <a:pt x="46954" y="31517"/>
                  <a:pt x="52799" y="33123"/>
                  <a:pt x="57670" y="36224"/>
                </a:cubicBezTo>
                <a:cubicBezTo>
                  <a:pt x="62664" y="39229"/>
                  <a:pt x="66355" y="42659"/>
                  <a:pt x="68825" y="46515"/>
                </a:cubicBezTo>
                <a:lnTo>
                  <a:pt x="69470" y="46515"/>
                </a:lnTo>
                <a:lnTo>
                  <a:pt x="68825" y="34948"/>
                </a:lnTo>
                <a:lnTo>
                  <a:pt x="68825" y="0"/>
                </a:lnTo>
                <a:lnTo>
                  <a:pt x="82752" y="0"/>
                </a:lnTo>
                <a:lnTo>
                  <a:pt x="82752" y="118125"/>
                </a:lnTo>
                <a:lnTo>
                  <a:pt x="69470" y="118125"/>
                </a:lnTo>
                <a:lnTo>
                  <a:pt x="69470" y="105694"/>
                </a:lnTo>
                <a:lnTo>
                  <a:pt x="68825" y="105694"/>
                </a:lnTo>
                <a:cubicBezTo>
                  <a:pt x="66355" y="109550"/>
                  <a:pt x="62664" y="113090"/>
                  <a:pt x="57670" y="116204"/>
                </a:cubicBezTo>
                <a:cubicBezTo>
                  <a:pt x="52799" y="119196"/>
                  <a:pt x="46954" y="120705"/>
                  <a:pt x="40093" y="120705"/>
                </a:cubicBezTo>
                <a:close/>
                <a:moveTo>
                  <a:pt x="41589" y="108054"/>
                </a:moveTo>
                <a:cubicBezTo>
                  <a:pt x="46419" y="108054"/>
                  <a:pt x="50919" y="106764"/>
                  <a:pt x="55104" y="104198"/>
                </a:cubicBezTo>
                <a:cubicBezTo>
                  <a:pt x="59385" y="101619"/>
                  <a:pt x="62815" y="97969"/>
                  <a:pt x="65395" y="93263"/>
                </a:cubicBezTo>
                <a:cubicBezTo>
                  <a:pt x="68071" y="88433"/>
                  <a:pt x="69470" y="82697"/>
                  <a:pt x="69470" y="76111"/>
                </a:cubicBezTo>
                <a:cubicBezTo>
                  <a:pt x="69470" y="69566"/>
                  <a:pt x="68071" y="63886"/>
                  <a:pt x="65395" y="59166"/>
                </a:cubicBezTo>
                <a:cubicBezTo>
                  <a:pt x="62815" y="54349"/>
                  <a:pt x="59385" y="50590"/>
                  <a:pt x="55104" y="48024"/>
                </a:cubicBezTo>
                <a:cubicBezTo>
                  <a:pt x="50919" y="45444"/>
                  <a:pt x="46419" y="44168"/>
                  <a:pt x="41589" y="44168"/>
                </a:cubicBezTo>
                <a:cubicBezTo>
                  <a:pt x="36718" y="44168"/>
                  <a:pt x="32162" y="45444"/>
                  <a:pt x="27868" y="48024"/>
                </a:cubicBezTo>
                <a:cubicBezTo>
                  <a:pt x="23696" y="50590"/>
                  <a:pt x="20266" y="54349"/>
                  <a:pt x="17577" y="59166"/>
                </a:cubicBezTo>
                <a:cubicBezTo>
                  <a:pt x="15011" y="63886"/>
                  <a:pt x="13721" y="69566"/>
                  <a:pt x="13721" y="76111"/>
                </a:cubicBezTo>
                <a:cubicBezTo>
                  <a:pt x="13721" y="82533"/>
                  <a:pt x="15011" y="88227"/>
                  <a:pt x="17577" y="93043"/>
                </a:cubicBezTo>
                <a:cubicBezTo>
                  <a:pt x="20266" y="97928"/>
                  <a:pt x="23696" y="101619"/>
                  <a:pt x="27868" y="104198"/>
                </a:cubicBezTo>
                <a:cubicBezTo>
                  <a:pt x="32162" y="106764"/>
                  <a:pt x="36718" y="108054"/>
                  <a:pt x="41589" y="108054"/>
                </a:cubicBezTo>
                <a:close/>
                <a:moveTo>
                  <a:pt x="41589" y="108054"/>
                </a:move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5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B38C9F2E-F346-495D-AFB6-7D11150C3D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04398" y="3047394"/>
            <a:ext cx="86402" cy="89187"/>
          </a:xfrm>
          <a:custGeom xmlns:a="http://schemas.openxmlformats.org/drawingml/2006/main">
            <a:pathLst>
              <a:path w="86402" h="89187">
                <a:moveTo>
                  <a:pt x="43084" y="89187"/>
                </a:moveTo>
                <a:cubicBezTo>
                  <a:pt x="34618" y="89187"/>
                  <a:pt x="27113" y="87253"/>
                  <a:pt x="20582" y="83397"/>
                </a:cubicBezTo>
                <a:cubicBezTo>
                  <a:pt x="14146" y="79432"/>
                  <a:pt x="9056" y="74067"/>
                  <a:pt x="5351" y="67316"/>
                </a:cubicBezTo>
                <a:cubicBezTo>
                  <a:pt x="1770" y="60455"/>
                  <a:pt x="0" y="52895"/>
                  <a:pt x="0" y="44594"/>
                </a:cubicBezTo>
                <a:cubicBezTo>
                  <a:pt x="0" y="36169"/>
                  <a:pt x="1770" y="28622"/>
                  <a:pt x="5351" y="21858"/>
                </a:cubicBezTo>
                <a:cubicBezTo>
                  <a:pt x="9056" y="15162"/>
                  <a:pt x="14146" y="9852"/>
                  <a:pt x="20582" y="5996"/>
                </a:cubicBezTo>
                <a:cubicBezTo>
                  <a:pt x="27113" y="2031"/>
                  <a:pt x="34618" y="0"/>
                  <a:pt x="43084" y="0"/>
                </a:cubicBezTo>
                <a:cubicBezTo>
                  <a:pt x="51509" y="0"/>
                  <a:pt x="58960" y="2031"/>
                  <a:pt x="65381" y="5996"/>
                </a:cubicBezTo>
                <a:cubicBezTo>
                  <a:pt x="71926" y="10016"/>
                  <a:pt x="77072" y="15381"/>
                  <a:pt x="80818" y="22077"/>
                </a:cubicBezTo>
                <a:cubicBezTo>
                  <a:pt x="84522" y="28828"/>
                  <a:pt x="86402" y="36334"/>
                  <a:pt x="86402" y="44594"/>
                </a:cubicBezTo>
                <a:cubicBezTo>
                  <a:pt x="86402" y="52895"/>
                  <a:pt x="84522" y="60455"/>
                  <a:pt x="80818" y="67316"/>
                </a:cubicBezTo>
                <a:cubicBezTo>
                  <a:pt x="77072" y="74067"/>
                  <a:pt x="71926" y="79432"/>
                  <a:pt x="65381" y="83397"/>
                </a:cubicBezTo>
                <a:cubicBezTo>
                  <a:pt x="58960" y="87253"/>
                  <a:pt x="51509" y="89187"/>
                  <a:pt x="43084" y="89187"/>
                </a:cubicBezTo>
                <a:close/>
                <a:moveTo>
                  <a:pt x="43084" y="76537"/>
                </a:moveTo>
                <a:cubicBezTo>
                  <a:pt x="48230" y="76537"/>
                  <a:pt x="53005" y="75357"/>
                  <a:pt x="57450" y="72887"/>
                </a:cubicBezTo>
                <a:cubicBezTo>
                  <a:pt x="61841" y="70321"/>
                  <a:pt x="65436" y="66671"/>
                  <a:pt x="68167" y="61951"/>
                </a:cubicBezTo>
                <a:cubicBezTo>
                  <a:pt x="70856" y="57135"/>
                  <a:pt x="72242" y="51345"/>
                  <a:pt x="72242" y="44594"/>
                </a:cubicBezTo>
                <a:cubicBezTo>
                  <a:pt x="72242" y="37884"/>
                  <a:pt x="70856" y="32149"/>
                  <a:pt x="68167" y="27442"/>
                </a:cubicBezTo>
                <a:cubicBezTo>
                  <a:pt x="65436" y="22612"/>
                  <a:pt x="61841" y="18976"/>
                  <a:pt x="57450" y="16507"/>
                </a:cubicBezTo>
                <a:cubicBezTo>
                  <a:pt x="53005" y="13927"/>
                  <a:pt x="48230" y="12651"/>
                  <a:pt x="43084" y="12651"/>
                </a:cubicBezTo>
                <a:cubicBezTo>
                  <a:pt x="38049" y="12651"/>
                  <a:pt x="33274" y="13927"/>
                  <a:pt x="28718" y="16507"/>
                </a:cubicBezTo>
                <a:cubicBezTo>
                  <a:pt x="24273" y="18976"/>
                  <a:pt x="20637" y="22612"/>
                  <a:pt x="17796" y="27442"/>
                </a:cubicBezTo>
                <a:cubicBezTo>
                  <a:pt x="15052" y="32149"/>
                  <a:pt x="13721" y="37884"/>
                  <a:pt x="13721" y="44594"/>
                </a:cubicBezTo>
                <a:cubicBezTo>
                  <a:pt x="13721" y="51345"/>
                  <a:pt x="15052" y="57135"/>
                  <a:pt x="17796" y="61951"/>
                </a:cubicBezTo>
                <a:cubicBezTo>
                  <a:pt x="20637" y="66671"/>
                  <a:pt x="24273" y="70321"/>
                  <a:pt x="28718" y="72887"/>
                </a:cubicBezTo>
                <a:cubicBezTo>
                  <a:pt x="33274" y="75357"/>
                  <a:pt x="38049" y="76537"/>
                  <a:pt x="43084" y="76537"/>
                </a:cubicBezTo>
                <a:close/>
                <a:moveTo>
                  <a:pt x="43084" y="76537"/>
                </a:move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5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D690C5FB-B1A7-4AF2-9DA6-CF25BD2C54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05262" y="3047394"/>
            <a:ext cx="48449" cy="86608"/>
          </a:xfrm>
          <a:custGeom xmlns:a="http://schemas.openxmlformats.org/drawingml/2006/main">
            <a:pathLst>
              <a:path w="48449" h="86608">
                <a:moveTo>
                  <a:pt x="0" y="86608"/>
                </a:moveTo>
                <a:lnTo>
                  <a:pt x="0" y="2566"/>
                </a:lnTo>
                <a:lnTo>
                  <a:pt x="13515" y="2566"/>
                </a:lnTo>
                <a:lnTo>
                  <a:pt x="13515" y="16081"/>
                </a:lnTo>
                <a:lnTo>
                  <a:pt x="14146" y="16081"/>
                </a:lnTo>
                <a:cubicBezTo>
                  <a:pt x="15272" y="12966"/>
                  <a:pt x="17151" y="10236"/>
                  <a:pt x="19731" y="7931"/>
                </a:cubicBezTo>
                <a:cubicBezTo>
                  <a:pt x="22297" y="5516"/>
                  <a:pt x="25192" y="3581"/>
                  <a:pt x="28513" y="2140"/>
                </a:cubicBezTo>
                <a:cubicBezTo>
                  <a:pt x="31943" y="741"/>
                  <a:pt x="35263" y="0"/>
                  <a:pt x="38598" y="0"/>
                </a:cubicBezTo>
                <a:cubicBezTo>
                  <a:pt x="40999" y="0"/>
                  <a:pt x="42933" y="151"/>
                  <a:pt x="44388" y="425"/>
                </a:cubicBezTo>
                <a:cubicBezTo>
                  <a:pt x="45774" y="741"/>
                  <a:pt x="47173" y="1180"/>
                  <a:pt x="48449" y="1715"/>
                </a:cubicBezTo>
                <a:lnTo>
                  <a:pt x="48449" y="16932"/>
                </a:lnTo>
                <a:cubicBezTo>
                  <a:pt x="44868" y="15107"/>
                  <a:pt x="40848" y="14146"/>
                  <a:pt x="36443" y="14146"/>
                </a:cubicBezTo>
                <a:cubicBezTo>
                  <a:pt x="32423" y="14146"/>
                  <a:pt x="28732" y="15381"/>
                  <a:pt x="25302" y="17796"/>
                </a:cubicBezTo>
                <a:cubicBezTo>
                  <a:pt x="21872" y="20101"/>
                  <a:pt x="19141" y="23148"/>
                  <a:pt x="17151" y="27003"/>
                </a:cubicBezTo>
                <a:cubicBezTo>
                  <a:pt x="15121" y="30873"/>
                  <a:pt x="14146" y="35099"/>
                  <a:pt x="14146" y="39654"/>
                </a:cubicBezTo>
                <a:lnTo>
                  <a:pt x="14146" y="86608"/>
                </a:lnTo>
                <a:lnTo>
                  <a:pt x="0" y="86608"/>
                </a:lnTo>
                <a:close/>
                <a:moveTo>
                  <a:pt x="0" y="86608"/>
                </a:move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5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49D5B1CA-908B-417A-A98A-56FB27D579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56211" y="3253472"/>
            <a:ext cx="124355" cy="86622"/>
          </a:xfrm>
          <a:custGeom xmlns:a="http://schemas.openxmlformats.org/drawingml/2006/main">
            <a:pathLst>
              <a:path w="124355" h="86622">
                <a:moveTo>
                  <a:pt x="0" y="86622"/>
                </a:moveTo>
                <a:lnTo>
                  <a:pt x="0" y="2580"/>
                </a:lnTo>
                <a:lnTo>
                  <a:pt x="13515" y="2580"/>
                </a:lnTo>
                <a:lnTo>
                  <a:pt x="13515" y="14791"/>
                </a:lnTo>
                <a:lnTo>
                  <a:pt x="14160" y="14791"/>
                </a:lnTo>
                <a:cubicBezTo>
                  <a:pt x="16410" y="10675"/>
                  <a:pt x="19992" y="7190"/>
                  <a:pt x="24876" y="4295"/>
                </a:cubicBezTo>
                <a:cubicBezTo>
                  <a:pt x="29693" y="1454"/>
                  <a:pt x="34838" y="0"/>
                  <a:pt x="40313" y="0"/>
                </a:cubicBezTo>
                <a:cubicBezTo>
                  <a:pt x="46583" y="0"/>
                  <a:pt x="51935" y="1509"/>
                  <a:pt x="56394" y="4501"/>
                </a:cubicBezTo>
                <a:cubicBezTo>
                  <a:pt x="60949" y="7505"/>
                  <a:pt x="64215" y="11471"/>
                  <a:pt x="66246" y="16301"/>
                </a:cubicBezTo>
                <a:cubicBezTo>
                  <a:pt x="69086" y="11581"/>
                  <a:pt x="72900" y="7725"/>
                  <a:pt x="77621" y="4720"/>
                </a:cubicBezTo>
                <a:cubicBezTo>
                  <a:pt x="82437" y="1605"/>
                  <a:pt x="88227" y="0"/>
                  <a:pt x="94978" y="0"/>
                </a:cubicBezTo>
                <a:cubicBezTo>
                  <a:pt x="104953" y="0"/>
                  <a:pt x="112349" y="3005"/>
                  <a:pt x="117069" y="9001"/>
                </a:cubicBezTo>
                <a:cubicBezTo>
                  <a:pt x="121885" y="15011"/>
                  <a:pt x="124355" y="22942"/>
                  <a:pt x="124355" y="32807"/>
                </a:cubicBezTo>
                <a:lnTo>
                  <a:pt x="124355" y="86622"/>
                </a:lnTo>
                <a:lnTo>
                  <a:pt x="110414" y="86622"/>
                </a:lnTo>
                <a:lnTo>
                  <a:pt x="110414" y="34948"/>
                </a:lnTo>
                <a:cubicBezTo>
                  <a:pt x="110414" y="26797"/>
                  <a:pt x="108754" y="21117"/>
                  <a:pt x="105488" y="17796"/>
                </a:cubicBezTo>
                <a:cubicBezTo>
                  <a:pt x="102168" y="14366"/>
                  <a:pt x="97448" y="12651"/>
                  <a:pt x="91342" y="12651"/>
                </a:cubicBezTo>
                <a:cubicBezTo>
                  <a:pt x="87047" y="12651"/>
                  <a:pt x="83246" y="13886"/>
                  <a:pt x="79967" y="16301"/>
                </a:cubicBezTo>
                <a:cubicBezTo>
                  <a:pt x="76646" y="18757"/>
                  <a:pt x="74026" y="21981"/>
                  <a:pt x="72036" y="25947"/>
                </a:cubicBezTo>
                <a:cubicBezTo>
                  <a:pt x="70170" y="29967"/>
                  <a:pt x="69251" y="34413"/>
                  <a:pt x="69251" y="39242"/>
                </a:cubicBezTo>
                <a:lnTo>
                  <a:pt x="69251" y="86622"/>
                </a:lnTo>
                <a:lnTo>
                  <a:pt x="55104" y="86622"/>
                </a:lnTo>
                <a:lnTo>
                  <a:pt x="55104" y="34948"/>
                </a:lnTo>
                <a:cubicBezTo>
                  <a:pt x="55104" y="26797"/>
                  <a:pt x="53444" y="21117"/>
                  <a:pt x="50178" y="17796"/>
                </a:cubicBezTo>
                <a:cubicBezTo>
                  <a:pt x="46844" y="14366"/>
                  <a:pt x="42289" y="12651"/>
                  <a:pt x="36457" y="12651"/>
                </a:cubicBezTo>
                <a:cubicBezTo>
                  <a:pt x="32162" y="12651"/>
                  <a:pt x="28307" y="13941"/>
                  <a:pt x="24876" y="16507"/>
                </a:cubicBezTo>
                <a:cubicBezTo>
                  <a:pt x="21556" y="18976"/>
                  <a:pt x="18921" y="22242"/>
                  <a:pt x="16946" y="26372"/>
                </a:cubicBezTo>
                <a:cubicBezTo>
                  <a:pt x="15066" y="30392"/>
                  <a:pt x="14160" y="34728"/>
                  <a:pt x="14160" y="39448"/>
                </a:cubicBezTo>
                <a:lnTo>
                  <a:pt x="14160" y="86622"/>
                </a:lnTo>
                <a:lnTo>
                  <a:pt x="0" y="86622"/>
                </a:lnTo>
                <a:close/>
                <a:moveTo>
                  <a:pt x="0" y="86622"/>
                </a:move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5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326E6E59-B01B-4DAA-B543-F50299C43D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94932" y="3253472"/>
            <a:ext cx="72887" cy="89187"/>
          </a:xfrm>
          <a:custGeom xmlns:a="http://schemas.openxmlformats.org/drawingml/2006/main">
            <a:pathLst>
              <a:path w="72887" h="89187">
                <a:moveTo>
                  <a:pt x="31723" y="89187"/>
                </a:moveTo>
                <a:cubicBezTo>
                  <a:pt x="25398" y="89187"/>
                  <a:pt x="19937" y="87953"/>
                  <a:pt x="15217" y="85551"/>
                </a:cubicBezTo>
                <a:cubicBezTo>
                  <a:pt x="10497" y="83136"/>
                  <a:pt x="6751" y="79871"/>
                  <a:pt x="4075" y="75686"/>
                </a:cubicBezTo>
                <a:cubicBezTo>
                  <a:pt x="1331" y="71391"/>
                  <a:pt x="0" y="66630"/>
                  <a:pt x="0" y="61320"/>
                </a:cubicBezTo>
                <a:cubicBezTo>
                  <a:pt x="0" y="55214"/>
                  <a:pt x="1550" y="49959"/>
                  <a:pt x="4706" y="45664"/>
                </a:cubicBezTo>
                <a:cubicBezTo>
                  <a:pt x="7986" y="41383"/>
                  <a:pt x="12267" y="38159"/>
                  <a:pt x="17577" y="36018"/>
                </a:cubicBezTo>
                <a:cubicBezTo>
                  <a:pt x="22983" y="33878"/>
                  <a:pt x="28938" y="32807"/>
                  <a:pt x="35373" y="32807"/>
                </a:cubicBezTo>
                <a:cubicBezTo>
                  <a:pt x="41054" y="32807"/>
                  <a:pt x="46089" y="33452"/>
                  <a:pt x="50384" y="34728"/>
                </a:cubicBezTo>
                <a:cubicBezTo>
                  <a:pt x="54665" y="35908"/>
                  <a:pt x="57725" y="37088"/>
                  <a:pt x="59591" y="38378"/>
                </a:cubicBezTo>
                <a:lnTo>
                  <a:pt x="59591" y="33233"/>
                </a:lnTo>
                <a:cubicBezTo>
                  <a:pt x="59591" y="26797"/>
                  <a:pt x="57286" y="21762"/>
                  <a:pt x="52730" y="18016"/>
                </a:cubicBezTo>
                <a:cubicBezTo>
                  <a:pt x="48285" y="14311"/>
                  <a:pt x="42769" y="12431"/>
                  <a:pt x="36224" y="12431"/>
                </a:cubicBezTo>
                <a:cubicBezTo>
                  <a:pt x="31614" y="12431"/>
                  <a:pt x="27333" y="13460"/>
                  <a:pt x="23367" y="15436"/>
                </a:cubicBezTo>
                <a:cubicBezTo>
                  <a:pt x="19347" y="17481"/>
                  <a:pt x="16177" y="20321"/>
                  <a:pt x="13927" y="24012"/>
                </a:cubicBezTo>
                <a:lnTo>
                  <a:pt x="3430" y="16081"/>
                </a:lnTo>
                <a:cubicBezTo>
                  <a:pt x="6696" y="11100"/>
                  <a:pt x="11196" y="7190"/>
                  <a:pt x="16932" y="4295"/>
                </a:cubicBezTo>
                <a:cubicBezTo>
                  <a:pt x="22612" y="1454"/>
                  <a:pt x="29048" y="0"/>
                  <a:pt x="36224" y="0"/>
                </a:cubicBezTo>
                <a:cubicBezTo>
                  <a:pt x="47640" y="0"/>
                  <a:pt x="56600" y="3005"/>
                  <a:pt x="63021" y="9001"/>
                </a:cubicBezTo>
                <a:cubicBezTo>
                  <a:pt x="69566" y="15011"/>
                  <a:pt x="72887" y="23161"/>
                  <a:pt x="72887" y="33452"/>
                </a:cubicBezTo>
                <a:lnTo>
                  <a:pt x="72887" y="86622"/>
                </a:lnTo>
                <a:lnTo>
                  <a:pt x="59591" y="86622"/>
                </a:lnTo>
                <a:lnTo>
                  <a:pt x="59591" y="74616"/>
                </a:lnTo>
                <a:lnTo>
                  <a:pt x="58960" y="74616"/>
                </a:lnTo>
                <a:cubicBezTo>
                  <a:pt x="56655" y="78361"/>
                  <a:pt x="53169" y="81682"/>
                  <a:pt x="48449" y="84687"/>
                </a:cubicBezTo>
                <a:cubicBezTo>
                  <a:pt x="43729" y="87692"/>
                  <a:pt x="38159" y="89187"/>
                  <a:pt x="31723" y="89187"/>
                </a:cubicBezTo>
                <a:close/>
                <a:moveTo>
                  <a:pt x="33013" y="76976"/>
                </a:moveTo>
                <a:cubicBezTo>
                  <a:pt x="37829" y="76976"/>
                  <a:pt x="42289" y="75796"/>
                  <a:pt x="46309" y="73326"/>
                </a:cubicBezTo>
                <a:cubicBezTo>
                  <a:pt x="50274" y="70911"/>
                  <a:pt x="53485" y="67700"/>
                  <a:pt x="55955" y="63680"/>
                </a:cubicBezTo>
                <a:cubicBezTo>
                  <a:pt x="58370" y="59550"/>
                  <a:pt x="59591" y="55049"/>
                  <a:pt x="59591" y="50165"/>
                </a:cubicBezTo>
                <a:cubicBezTo>
                  <a:pt x="57025" y="48449"/>
                  <a:pt x="53814" y="47064"/>
                  <a:pt x="49945" y="45884"/>
                </a:cubicBezTo>
                <a:cubicBezTo>
                  <a:pt x="46199" y="44758"/>
                  <a:pt x="42069" y="44168"/>
                  <a:pt x="37514" y="44168"/>
                </a:cubicBezTo>
                <a:cubicBezTo>
                  <a:pt x="29473" y="44168"/>
                  <a:pt x="23628" y="45884"/>
                  <a:pt x="19937" y="49314"/>
                </a:cubicBezTo>
                <a:cubicBezTo>
                  <a:pt x="16177" y="52634"/>
                  <a:pt x="14366" y="56600"/>
                  <a:pt x="14366" y="61320"/>
                </a:cubicBezTo>
                <a:cubicBezTo>
                  <a:pt x="14366" y="66040"/>
                  <a:pt x="16081" y="69841"/>
                  <a:pt x="19511" y="72681"/>
                </a:cubicBezTo>
                <a:cubicBezTo>
                  <a:pt x="23038" y="75576"/>
                  <a:pt x="27538" y="76976"/>
                  <a:pt x="33013" y="76976"/>
                </a:cubicBezTo>
                <a:close/>
                <a:moveTo>
                  <a:pt x="33013" y="76976"/>
                </a:move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5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FC0883E0-2147-4E80-98B8-64A3485739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80360" y="3253472"/>
            <a:ext cx="68825" cy="89187"/>
          </a:xfrm>
          <a:custGeom xmlns:a="http://schemas.openxmlformats.org/drawingml/2006/main">
            <a:pathLst>
              <a:path w="68825" h="89187">
                <a:moveTo>
                  <a:pt x="35373" y="89187"/>
                </a:moveTo>
                <a:cubicBezTo>
                  <a:pt x="25947" y="89187"/>
                  <a:pt x="18222" y="86937"/>
                  <a:pt x="12226" y="82546"/>
                </a:cubicBezTo>
                <a:cubicBezTo>
                  <a:pt x="6325" y="78156"/>
                  <a:pt x="2250" y="72846"/>
                  <a:pt x="0" y="66685"/>
                </a:cubicBezTo>
                <a:lnTo>
                  <a:pt x="12431" y="61100"/>
                </a:lnTo>
                <a:cubicBezTo>
                  <a:pt x="14695" y="66150"/>
                  <a:pt x="17851" y="70060"/>
                  <a:pt x="21872" y="72900"/>
                </a:cubicBezTo>
                <a:cubicBezTo>
                  <a:pt x="26002" y="75631"/>
                  <a:pt x="30502" y="76976"/>
                  <a:pt x="35373" y="76976"/>
                </a:cubicBezTo>
                <a:cubicBezTo>
                  <a:pt x="40368" y="76976"/>
                  <a:pt x="44813" y="75892"/>
                  <a:pt x="48669" y="73751"/>
                </a:cubicBezTo>
                <a:cubicBezTo>
                  <a:pt x="52634" y="71611"/>
                  <a:pt x="54679" y="68551"/>
                  <a:pt x="54679" y="64531"/>
                </a:cubicBezTo>
                <a:cubicBezTo>
                  <a:pt x="54679" y="60840"/>
                  <a:pt x="53005" y="57999"/>
                  <a:pt x="49739" y="55955"/>
                </a:cubicBezTo>
                <a:cubicBezTo>
                  <a:pt x="46419" y="53814"/>
                  <a:pt x="41863" y="52044"/>
                  <a:pt x="36018" y="50604"/>
                </a:cubicBezTo>
                <a:lnTo>
                  <a:pt x="25947" y="47818"/>
                </a:lnTo>
                <a:cubicBezTo>
                  <a:pt x="21926" y="46844"/>
                  <a:pt x="18126" y="45348"/>
                  <a:pt x="14586" y="43304"/>
                </a:cubicBezTo>
                <a:cubicBezTo>
                  <a:pt x="11155" y="41328"/>
                  <a:pt x="8370" y="38749"/>
                  <a:pt x="6216" y="35593"/>
                </a:cubicBezTo>
                <a:cubicBezTo>
                  <a:pt x="4075" y="32478"/>
                  <a:pt x="3005" y="28677"/>
                  <a:pt x="3005" y="24232"/>
                </a:cubicBezTo>
                <a:cubicBezTo>
                  <a:pt x="3005" y="19086"/>
                  <a:pt x="4404" y="14737"/>
                  <a:pt x="7286" y="11155"/>
                </a:cubicBezTo>
                <a:cubicBezTo>
                  <a:pt x="10291" y="7451"/>
                  <a:pt x="14201" y="4665"/>
                  <a:pt x="19086" y="2785"/>
                </a:cubicBezTo>
                <a:cubicBezTo>
                  <a:pt x="23902" y="974"/>
                  <a:pt x="29048" y="0"/>
                  <a:pt x="34522" y="0"/>
                </a:cubicBezTo>
                <a:cubicBezTo>
                  <a:pt x="41644" y="0"/>
                  <a:pt x="48134" y="1605"/>
                  <a:pt x="54034" y="4720"/>
                </a:cubicBezTo>
                <a:cubicBezTo>
                  <a:pt x="60030" y="7725"/>
                  <a:pt x="64215" y="12171"/>
                  <a:pt x="66685" y="18016"/>
                </a:cubicBezTo>
                <a:lnTo>
                  <a:pt x="54459" y="23587"/>
                </a:lnTo>
                <a:cubicBezTo>
                  <a:pt x="52319" y="19457"/>
                  <a:pt x="49424" y="16616"/>
                  <a:pt x="45884" y="15011"/>
                </a:cubicBezTo>
                <a:cubicBezTo>
                  <a:pt x="42453" y="13296"/>
                  <a:pt x="38652" y="12431"/>
                  <a:pt x="34522" y="12431"/>
                </a:cubicBezTo>
                <a:cubicBezTo>
                  <a:pt x="30077" y="12431"/>
                  <a:pt x="26056" y="13460"/>
                  <a:pt x="22516" y="15436"/>
                </a:cubicBezTo>
                <a:cubicBezTo>
                  <a:pt x="18921" y="17481"/>
                  <a:pt x="17151" y="20266"/>
                  <a:pt x="17151" y="23806"/>
                </a:cubicBezTo>
                <a:cubicBezTo>
                  <a:pt x="17151" y="27387"/>
                  <a:pt x="18496" y="30022"/>
                  <a:pt x="21227" y="31737"/>
                </a:cubicBezTo>
                <a:cubicBezTo>
                  <a:pt x="24067" y="33452"/>
                  <a:pt x="27552" y="34893"/>
                  <a:pt x="31737" y="36018"/>
                </a:cubicBezTo>
                <a:lnTo>
                  <a:pt x="43949" y="39242"/>
                </a:lnTo>
                <a:cubicBezTo>
                  <a:pt x="60510" y="43523"/>
                  <a:pt x="68825" y="51619"/>
                  <a:pt x="68825" y="63460"/>
                </a:cubicBezTo>
                <a:cubicBezTo>
                  <a:pt x="68825" y="68770"/>
                  <a:pt x="67316" y="73326"/>
                  <a:pt x="64325" y="77181"/>
                </a:cubicBezTo>
                <a:cubicBezTo>
                  <a:pt x="61320" y="81037"/>
                  <a:pt x="57245" y="84042"/>
                  <a:pt x="52099" y="86183"/>
                </a:cubicBezTo>
                <a:cubicBezTo>
                  <a:pt x="47064" y="88172"/>
                  <a:pt x="41493" y="89187"/>
                  <a:pt x="35373" y="89187"/>
                </a:cubicBezTo>
                <a:close/>
                <a:moveTo>
                  <a:pt x="35373" y="89187"/>
                </a:move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5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A7220A20-3C52-4772-8B8D-FAD8F4470E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4347" y="3221954"/>
            <a:ext cx="72475" cy="118139"/>
          </a:xfrm>
          <a:custGeom xmlns:a="http://schemas.openxmlformats.org/drawingml/2006/main">
            <a:pathLst>
              <a:path w="72475" h="118139">
                <a:moveTo>
                  <a:pt x="0" y="118139"/>
                </a:moveTo>
                <a:lnTo>
                  <a:pt x="0" y="0"/>
                </a:lnTo>
                <a:lnTo>
                  <a:pt x="14160" y="0"/>
                </a:lnTo>
                <a:lnTo>
                  <a:pt x="14160" y="74190"/>
                </a:lnTo>
                <a:lnTo>
                  <a:pt x="53609" y="34097"/>
                </a:lnTo>
                <a:lnTo>
                  <a:pt x="71391" y="34097"/>
                </a:lnTo>
                <a:lnTo>
                  <a:pt x="71391" y="34742"/>
                </a:lnTo>
                <a:lnTo>
                  <a:pt x="38378" y="67755"/>
                </a:lnTo>
                <a:lnTo>
                  <a:pt x="72475" y="117494"/>
                </a:lnTo>
                <a:lnTo>
                  <a:pt x="72475" y="118139"/>
                </a:lnTo>
                <a:lnTo>
                  <a:pt x="55749" y="118139"/>
                </a:lnTo>
                <a:lnTo>
                  <a:pt x="28513" y="77826"/>
                </a:lnTo>
                <a:lnTo>
                  <a:pt x="14160" y="92192"/>
                </a:lnTo>
                <a:lnTo>
                  <a:pt x="14160" y="118139"/>
                </a:lnTo>
                <a:lnTo>
                  <a:pt x="0" y="118139"/>
                </a:lnTo>
                <a:close/>
                <a:moveTo>
                  <a:pt x="0" y="118139"/>
                </a:move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5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F4C6D395-96AE-4266-8CD0-0733C5C321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40842" y="3253472"/>
            <a:ext cx="80818" cy="89187"/>
          </a:xfrm>
          <a:custGeom xmlns:a="http://schemas.openxmlformats.org/drawingml/2006/main">
            <a:pathLst>
              <a:path w="80818" h="89187">
                <a:moveTo>
                  <a:pt x="41795" y="89187"/>
                </a:moveTo>
                <a:cubicBezTo>
                  <a:pt x="33658" y="89187"/>
                  <a:pt x="26413" y="87266"/>
                  <a:pt x="20143" y="83397"/>
                </a:cubicBezTo>
                <a:cubicBezTo>
                  <a:pt x="13817" y="79541"/>
                  <a:pt x="8891" y="74341"/>
                  <a:pt x="5351" y="67755"/>
                </a:cubicBezTo>
                <a:cubicBezTo>
                  <a:pt x="1756" y="61045"/>
                  <a:pt x="0" y="53389"/>
                  <a:pt x="0" y="44813"/>
                </a:cubicBezTo>
                <a:cubicBezTo>
                  <a:pt x="0" y="36828"/>
                  <a:pt x="1605" y="29377"/>
                  <a:pt x="4926" y="22516"/>
                </a:cubicBezTo>
                <a:cubicBezTo>
                  <a:pt x="8356" y="15656"/>
                  <a:pt x="13076" y="10236"/>
                  <a:pt x="19072" y="6216"/>
                </a:cubicBezTo>
                <a:cubicBezTo>
                  <a:pt x="25178" y="2099"/>
                  <a:pt x="32423" y="0"/>
                  <a:pt x="40724" y="0"/>
                </a:cubicBezTo>
                <a:cubicBezTo>
                  <a:pt x="48984" y="0"/>
                  <a:pt x="56161" y="1880"/>
                  <a:pt x="62171" y="5571"/>
                </a:cubicBezTo>
                <a:cubicBezTo>
                  <a:pt x="68167" y="9166"/>
                  <a:pt x="72722" y="14256"/>
                  <a:pt x="75892" y="20801"/>
                </a:cubicBezTo>
                <a:cubicBezTo>
                  <a:pt x="79157" y="27236"/>
                  <a:pt x="80818" y="34632"/>
                  <a:pt x="80818" y="42879"/>
                </a:cubicBezTo>
                <a:cubicBezTo>
                  <a:pt x="80818" y="43743"/>
                  <a:pt x="80708" y="44539"/>
                  <a:pt x="80612" y="45239"/>
                </a:cubicBezTo>
                <a:cubicBezTo>
                  <a:pt x="80612" y="45993"/>
                  <a:pt x="80612" y="46638"/>
                  <a:pt x="80612" y="47173"/>
                </a:cubicBezTo>
                <a:lnTo>
                  <a:pt x="13927" y="47173"/>
                </a:lnTo>
                <a:cubicBezTo>
                  <a:pt x="14352" y="53759"/>
                  <a:pt x="15917" y="59289"/>
                  <a:pt x="18647" y="63680"/>
                </a:cubicBezTo>
                <a:cubicBezTo>
                  <a:pt x="21487" y="67961"/>
                  <a:pt x="24972" y="71185"/>
                  <a:pt x="29157" y="73326"/>
                </a:cubicBezTo>
                <a:cubicBezTo>
                  <a:pt x="33438" y="75466"/>
                  <a:pt x="37774" y="76537"/>
                  <a:pt x="42234" y="76537"/>
                </a:cubicBezTo>
                <a:cubicBezTo>
                  <a:pt x="48340" y="76537"/>
                  <a:pt x="53430" y="75151"/>
                  <a:pt x="57450" y="72256"/>
                </a:cubicBezTo>
                <a:cubicBezTo>
                  <a:pt x="61580" y="69251"/>
                  <a:pt x="64791" y="65601"/>
                  <a:pt x="67096" y="61320"/>
                </a:cubicBezTo>
                <a:lnTo>
                  <a:pt x="79102" y="67110"/>
                </a:lnTo>
                <a:cubicBezTo>
                  <a:pt x="75782" y="73545"/>
                  <a:pt x="71062" y="78842"/>
                  <a:pt x="64956" y="82972"/>
                </a:cubicBezTo>
                <a:cubicBezTo>
                  <a:pt x="58795" y="87102"/>
                  <a:pt x="51070" y="89187"/>
                  <a:pt x="41795" y="89187"/>
                </a:cubicBezTo>
                <a:close/>
                <a:moveTo>
                  <a:pt x="40724" y="12651"/>
                </a:moveTo>
                <a:cubicBezTo>
                  <a:pt x="33864" y="12651"/>
                  <a:pt x="28128" y="14791"/>
                  <a:pt x="23573" y="19086"/>
                </a:cubicBezTo>
                <a:cubicBezTo>
                  <a:pt x="19127" y="23367"/>
                  <a:pt x="16177" y="28897"/>
                  <a:pt x="14791" y="35593"/>
                </a:cubicBezTo>
                <a:lnTo>
                  <a:pt x="66026" y="35593"/>
                </a:lnTo>
                <a:cubicBezTo>
                  <a:pt x="65861" y="32478"/>
                  <a:pt x="64956" y="29103"/>
                  <a:pt x="63241" y="25521"/>
                </a:cubicBezTo>
                <a:cubicBezTo>
                  <a:pt x="61526" y="21981"/>
                  <a:pt x="58850" y="18976"/>
                  <a:pt x="55310" y="16507"/>
                </a:cubicBezTo>
                <a:cubicBezTo>
                  <a:pt x="51715" y="13941"/>
                  <a:pt x="46844" y="12651"/>
                  <a:pt x="40724" y="12651"/>
                </a:cubicBezTo>
                <a:close/>
                <a:moveTo>
                  <a:pt x="40724" y="12651"/>
                </a:move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6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E5805E80-2883-4A9A-A14D-0AF6802CE6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34475" y="3221954"/>
            <a:ext cx="82752" cy="120705"/>
          </a:xfrm>
          <a:custGeom xmlns:a="http://schemas.openxmlformats.org/drawingml/2006/main">
            <a:pathLst>
              <a:path w="82752" h="120705">
                <a:moveTo>
                  <a:pt x="40093" y="120705"/>
                </a:moveTo>
                <a:cubicBezTo>
                  <a:pt x="32478" y="120705"/>
                  <a:pt x="25617" y="118784"/>
                  <a:pt x="19511" y="114915"/>
                </a:cubicBezTo>
                <a:cubicBezTo>
                  <a:pt x="13502" y="111059"/>
                  <a:pt x="8685" y="105859"/>
                  <a:pt x="5145" y="99272"/>
                </a:cubicBezTo>
                <a:cubicBezTo>
                  <a:pt x="1715" y="92563"/>
                  <a:pt x="0" y="84852"/>
                  <a:pt x="0" y="76111"/>
                </a:cubicBezTo>
                <a:cubicBezTo>
                  <a:pt x="0" y="67426"/>
                  <a:pt x="1715" y="59714"/>
                  <a:pt x="5145" y="52964"/>
                </a:cubicBezTo>
                <a:cubicBezTo>
                  <a:pt x="8685" y="46254"/>
                  <a:pt x="13502" y="41067"/>
                  <a:pt x="19511" y="37308"/>
                </a:cubicBezTo>
                <a:cubicBezTo>
                  <a:pt x="25617" y="33452"/>
                  <a:pt x="32478" y="31517"/>
                  <a:pt x="40093" y="31517"/>
                </a:cubicBezTo>
                <a:cubicBezTo>
                  <a:pt x="46954" y="31517"/>
                  <a:pt x="52785" y="33123"/>
                  <a:pt x="57670" y="36238"/>
                </a:cubicBezTo>
                <a:cubicBezTo>
                  <a:pt x="62651" y="39242"/>
                  <a:pt x="66355" y="42673"/>
                  <a:pt x="68812" y="46528"/>
                </a:cubicBezTo>
                <a:lnTo>
                  <a:pt x="69456" y="46528"/>
                </a:lnTo>
                <a:lnTo>
                  <a:pt x="68812" y="34948"/>
                </a:lnTo>
                <a:lnTo>
                  <a:pt x="68812" y="0"/>
                </a:lnTo>
                <a:lnTo>
                  <a:pt x="82752" y="0"/>
                </a:lnTo>
                <a:lnTo>
                  <a:pt x="82752" y="118139"/>
                </a:lnTo>
                <a:lnTo>
                  <a:pt x="69456" y="118139"/>
                </a:lnTo>
                <a:lnTo>
                  <a:pt x="69456" y="105694"/>
                </a:lnTo>
                <a:lnTo>
                  <a:pt x="68812" y="105694"/>
                </a:lnTo>
                <a:cubicBezTo>
                  <a:pt x="66355" y="109563"/>
                  <a:pt x="62651" y="113103"/>
                  <a:pt x="57670" y="116204"/>
                </a:cubicBezTo>
                <a:cubicBezTo>
                  <a:pt x="52785" y="119209"/>
                  <a:pt x="46954" y="120705"/>
                  <a:pt x="40093" y="120705"/>
                </a:cubicBezTo>
                <a:close/>
                <a:moveTo>
                  <a:pt x="41589" y="108054"/>
                </a:moveTo>
                <a:cubicBezTo>
                  <a:pt x="46419" y="108054"/>
                  <a:pt x="50919" y="106778"/>
                  <a:pt x="55090" y="104198"/>
                </a:cubicBezTo>
                <a:cubicBezTo>
                  <a:pt x="59385" y="101633"/>
                  <a:pt x="62815" y="97983"/>
                  <a:pt x="65381" y="93263"/>
                </a:cubicBezTo>
                <a:cubicBezTo>
                  <a:pt x="68071" y="88446"/>
                  <a:pt x="69456" y="82711"/>
                  <a:pt x="69456" y="76111"/>
                </a:cubicBezTo>
                <a:cubicBezTo>
                  <a:pt x="69456" y="69580"/>
                  <a:pt x="68071" y="63899"/>
                  <a:pt x="65381" y="59179"/>
                </a:cubicBezTo>
                <a:cubicBezTo>
                  <a:pt x="62815" y="54349"/>
                  <a:pt x="59385" y="50604"/>
                  <a:pt x="55090" y="48024"/>
                </a:cubicBezTo>
                <a:cubicBezTo>
                  <a:pt x="50919" y="45458"/>
                  <a:pt x="46419" y="44168"/>
                  <a:pt x="41589" y="44168"/>
                </a:cubicBezTo>
                <a:cubicBezTo>
                  <a:pt x="36718" y="44168"/>
                  <a:pt x="32149" y="45458"/>
                  <a:pt x="27868" y="48024"/>
                </a:cubicBezTo>
                <a:cubicBezTo>
                  <a:pt x="23683" y="50604"/>
                  <a:pt x="20252" y="54349"/>
                  <a:pt x="17577" y="59179"/>
                </a:cubicBezTo>
                <a:cubicBezTo>
                  <a:pt x="14997" y="63899"/>
                  <a:pt x="13721" y="69580"/>
                  <a:pt x="13721" y="76111"/>
                </a:cubicBezTo>
                <a:cubicBezTo>
                  <a:pt x="13721" y="82546"/>
                  <a:pt x="14997" y="88227"/>
                  <a:pt x="17577" y="93057"/>
                </a:cubicBezTo>
                <a:cubicBezTo>
                  <a:pt x="20252" y="97928"/>
                  <a:pt x="23683" y="101633"/>
                  <a:pt x="27868" y="104198"/>
                </a:cubicBezTo>
                <a:cubicBezTo>
                  <a:pt x="32149" y="106778"/>
                  <a:pt x="36718" y="108054"/>
                  <a:pt x="41589" y="108054"/>
                </a:cubicBezTo>
                <a:close/>
                <a:moveTo>
                  <a:pt x="41589" y="108054"/>
                </a:move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6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3DB84BE8-3656-46D8-8021-BB977FC3A5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67022" y="3256051"/>
            <a:ext cx="82546" cy="84042"/>
          </a:xfrm>
          <a:custGeom xmlns:a="http://schemas.openxmlformats.org/drawingml/2006/main">
            <a:pathLst>
              <a:path w="82546" h="84042">
                <a:moveTo>
                  <a:pt x="34083" y="84042"/>
                </a:moveTo>
                <a:lnTo>
                  <a:pt x="0" y="0"/>
                </a:lnTo>
                <a:lnTo>
                  <a:pt x="15011" y="0"/>
                </a:lnTo>
                <a:lnTo>
                  <a:pt x="41163" y="67535"/>
                </a:lnTo>
                <a:lnTo>
                  <a:pt x="41383" y="67535"/>
                </a:lnTo>
                <a:lnTo>
                  <a:pt x="67741" y="0"/>
                </a:lnTo>
                <a:lnTo>
                  <a:pt x="82546" y="0"/>
                </a:lnTo>
                <a:lnTo>
                  <a:pt x="48244" y="84042"/>
                </a:lnTo>
                <a:lnTo>
                  <a:pt x="34083" y="84042"/>
                </a:lnTo>
                <a:close/>
                <a:moveTo>
                  <a:pt x="34083" y="84042"/>
                </a:move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6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3B4D1B41-4E72-45D8-A2A3-F7BA78C1CE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59214" y="3220459"/>
            <a:ext cx="20143" cy="119635"/>
          </a:xfrm>
          <a:custGeom xmlns:a="http://schemas.openxmlformats.org/drawingml/2006/main">
            <a:pathLst>
              <a:path w="20143" h="119635">
                <a:moveTo>
                  <a:pt x="10071" y="20156"/>
                </a:moveTo>
                <a:cubicBezTo>
                  <a:pt x="7341" y="20156"/>
                  <a:pt x="4981" y="19182"/>
                  <a:pt x="2991" y="17151"/>
                </a:cubicBezTo>
                <a:cubicBezTo>
                  <a:pt x="960" y="15162"/>
                  <a:pt x="0" y="12816"/>
                  <a:pt x="0" y="10071"/>
                </a:cubicBezTo>
                <a:cubicBezTo>
                  <a:pt x="0" y="7231"/>
                  <a:pt x="960" y="4871"/>
                  <a:pt x="2991" y="3005"/>
                </a:cubicBezTo>
                <a:cubicBezTo>
                  <a:pt x="4981" y="1015"/>
                  <a:pt x="7341" y="0"/>
                  <a:pt x="10071" y="0"/>
                </a:cubicBezTo>
                <a:cubicBezTo>
                  <a:pt x="12912" y="0"/>
                  <a:pt x="15272" y="1015"/>
                  <a:pt x="17151" y="3005"/>
                </a:cubicBezTo>
                <a:cubicBezTo>
                  <a:pt x="19127" y="4871"/>
                  <a:pt x="20143" y="7231"/>
                  <a:pt x="20143" y="10071"/>
                </a:cubicBezTo>
                <a:cubicBezTo>
                  <a:pt x="20143" y="12816"/>
                  <a:pt x="19127" y="15162"/>
                  <a:pt x="17151" y="17151"/>
                </a:cubicBezTo>
                <a:cubicBezTo>
                  <a:pt x="15272" y="19182"/>
                  <a:pt x="12912" y="20156"/>
                  <a:pt x="10071" y="20156"/>
                </a:cubicBezTo>
                <a:close/>
                <a:moveTo>
                  <a:pt x="3211" y="119635"/>
                </a:moveTo>
                <a:lnTo>
                  <a:pt x="3211" y="35593"/>
                </a:lnTo>
                <a:lnTo>
                  <a:pt x="17151" y="35593"/>
                </a:lnTo>
                <a:lnTo>
                  <a:pt x="17151" y="119635"/>
                </a:lnTo>
                <a:lnTo>
                  <a:pt x="3211" y="119635"/>
                </a:lnTo>
                <a:close/>
                <a:moveTo>
                  <a:pt x="3211" y="119635"/>
                </a:move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6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DB822182-2192-45ED-9471-579D0699EE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3078" y="3221954"/>
            <a:ext cx="82766" cy="120705"/>
          </a:xfrm>
          <a:custGeom xmlns:a="http://schemas.openxmlformats.org/drawingml/2006/main">
            <a:pathLst>
              <a:path w="82766" h="120705">
                <a:moveTo>
                  <a:pt x="40093" y="120705"/>
                </a:moveTo>
                <a:cubicBezTo>
                  <a:pt x="32492" y="120705"/>
                  <a:pt x="25631" y="118784"/>
                  <a:pt x="19511" y="114915"/>
                </a:cubicBezTo>
                <a:cubicBezTo>
                  <a:pt x="13515" y="111059"/>
                  <a:pt x="8685" y="105859"/>
                  <a:pt x="5145" y="99272"/>
                </a:cubicBezTo>
                <a:cubicBezTo>
                  <a:pt x="1715" y="92563"/>
                  <a:pt x="0" y="84852"/>
                  <a:pt x="0" y="76111"/>
                </a:cubicBezTo>
                <a:cubicBezTo>
                  <a:pt x="0" y="67426"/>
                  <a:pt x="1715" y="59714"/>
                  <a:pt x="5145" y="52964"/>
                </a:cubicBezTo>
                <a:cubicBezTo>
                  <a:pt x="8685" y="46254"/>
                  <a:pt x="13515" y="41067"/>
                  <a:pt x="19511" y="37308"/>
                </a:cubicBezTo>
                <a:cubicBezTo>
                  <a:pt x="25631" y="33452"/>
                  <a:pt x="32492" y="31517"/>
                  <a:pt x="40093" y="31517"/>
                </a:cubicBezTo>
                <a:cubicBezTo>
                  <a:pt x="46954" y="31517"/>
                  <a:pt x="52799" y="33123"/>
                  <a:pt x="57684" y="36238"/>
                </a:cubicBezTo>
                <a:cubicBezTo>
                  <a:pt x="62664" y="39242"/>
                  <a:pt x="66355" y="42673"/>
                  <a:pt x="68825" y="46528"/>
                </a:cubicBezTo>
                <a:lnTo>
                  <a:pt x="69470" y="46528"/>
                </a:lnTo>
                <a:lnTo>
                  <a:pt x="68825" y="34948"/>
                </a:lnTo>
                <a:lnTo>
                  <a:pt x="68825" y="0"/>
                </a:lnTo>
                <a:lnTo>
                  <a:pt x="82766" y="0"/>
                </a:lnTo>
                <a:lnTo>
                  <a:pt x="82766" y="118139"/>
                </a:lnTo>
                <a:lnTo>
                  <a:pt x="69470" y="118139"/>
                </a:lnTo>
                <a:lnTo>
                  <a:pt x="69470" y="105694"/>
                </a:lnTo>
                <a:lnTo>
                  <a:pt x="68825" y="105694"/>
                </a:lnTo>
                <a:cubicBezTo>
                  <a:pt x="66355" y="109563"/>
                  <a:pt x="62664" y="113103"/>
                  <a:pt x="57684" y="116204"/>
                </a:cubicBezTo>
                <a:cubicBezTo>
                  <a:pt x="52799" y="119209"/>
                  <a:pt x="46954" y="120705"/>
                  <a:pt x="40093" y="120705"/>
                </a:cubicBezTo>
                <a:close/>
                <a:moveTo>
                  <a:pt x="41603" y="108054"/>
                </a:moveTo>
                <a:cubicBezTo>
                  <a:pt x="46419" y="108054"/>
                  <a:pt x="50919" y="106778"/>
                  <a:pt x="55104" y="104198"/>
                </a:cubicBezTo>
                <a:cubicBezTo>
                  <a:pt x="59399" y="101633"/>
                  <a:pt x="62829" y="97983"/>
                  <a:pt x="65395" y="93263"/>
                </a:cubicBezTo>
                <a:cubicBezTo>
                  <a:pt x="68071" y="88446"/>
                  <a:pt x="69470" y="82711"/>
                  <a:pt x="69470" y="76111"/>
                </a:cubicBezTo>
                <a:cubicBezTo>
                  <a:pt x="69470" y="69580"/>
                  <a:pt x="68071" y="63899"/>
                  <a:pt x="65395" y="59179"/>
                </a:cubicBezTo>
                <a:cubicBezTo>
                  <a:pt x="62829" y="54349"/>
                  <a:pt x="59399" y="50604"/>
                  <a:pt x="55104" y="48024"/>
                </a:cubicBezTo>
                <a:cubicBezTo>
                  <a:pt x="50919" y="45458"/>
                  <a:pt x="46419" y="44168"/>
                  <a:pt x="41603" y="44168"/>
                </a:cubicBezTo>
                <a:cubicBezTo>
                  <a:pt x="36718" y="44168"/>
                  <a:pt x="32162" y="45458"/>
                  <a:pt x="27881" y="48024"/>
                </a:cubicBezTo>
                <a:cubicBezTo>
                  <a:pt x="23696" y="50604"/>
                  <a:pt x="20266" y="54349"/>
                  <a:pt x="17591" y="59179"/>
                </a:cubicBezTo>
                <a:cubicBezTo>
                  <a:pt x="15011" y="63899"/>
                  <a:pt x="13721" y="69580"/>
                  <a:pt x="13721" y="76111"/>
                </a:cubicBezTo>
                <a:cubicBezTo>
                  <a:pt x="13721" y="82546"/>
                  <a:pt x="15011" y="88227"/>
                  <a:pt x="17591" y="93057"/>
                </a:cubicBezTo>
                <a:cubicBezTo>
                  <a:pt x="20266" y="97928"/>
                  <a:pt x="23696" y="101633"/>
                  <a:pt x="27881" y="104198"/>
                </a:cubicBezTo>
                <a:cubicBezTo>
                  <a:pt x="32162" y="106778"/>
                  <a:pt x="36718" y="108054"/>
                  <a:pt x="41603" y="108054"/>
                </a:cubicBezTo>
                <a:close/>
                <a:moveTo>
                  <a:pt x="41603" y="108054"/>
                </a:move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6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F8925A79-61B0-47A7-8F3D-0E8B9D8EFF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486" y="3253472"/>
            <a:ext cx="80831" cy="89187"/>
          </a:xfrm>
          <a:custGeom xmlns:a="http://schemas.openxmlformats.org/drawingml/2006/main">
            <a:pathLst>
              <a:path w="80831" h="89187">
                <a:moveTo>
                  <a:pt x="41808" y="89187"/>
                </a:moveTo>
                <a:cubicBezTo>
                  <a:pt x="33658" y="89187"/>
                  <a:pt x="26427" y="87266"/>
                  <a:pt x="20156" y="83397"/>
                </a:cubicBezTo>
                <a:cubicBezTo>
                  <a:pt x="13831" y="79541"/>
                  <a:pt x="8905" y="74341"/>
                  <a:pt x="5365" y="67755"/>
                </a:cubicBezTo>
                <a:cubicBezTo>
                  <a:pt x="1770" y="61045"/>
                  <a:pt x="0" y="53389"/>
                  <a:pt x="0" y="44813"/>
                </a:cubicBezTo>
                <a:cubicBezTo>
                  <a:pt x="0" y="36828"/>
                  <a:pt x="1605" y="29377"/>
                  <a:pt x="4940" y="22516"/>
                </a:cubicBezTo>
                <a:cubicBezTo>
                  <a:pt x="8370" y="15656"/>
                  <a:pt x="13076" y="10236"/>
                  <a:pt x="19086" y="6216"/>
                </a:cubicBezTo>
                <a:cubicBezTo>
                  <a:pt x="25192" y="2099"/>
                  <a:pt x="32437" y="0"/>
                  <a:pt x="40738" y="0"/>
                </a:cubicBezTo>
                <a:cubicBezTo>
                  <a:pt x="48998" y="0"/>
                  <a:pt x="56174" y="1880"/>
                  <a:pt x="62184" y="5571"/>
                </a:cubicBezTo>
                <a:cubicBezTo>
                  <a:pt x="68180" y="9166"/>
                  <a:pt x="72736" y="14256"/>
                  <a:pt x="75905" y="20801"/>
                </a:cubicBezTo>
                <a:cubicBezTo>
                  <a:pt x="79171" y="27236"/>
                  <a:pt x="80831" y="34632"/>
                  <a:pt x="80831" y="42879"/>
                </a:cubicBezTo>
                <a:cubicBezTo>
                  <a:pt x="80831" y="43743"/>
                  <a:pt x="80721" y="44539"/>
                  <a:pt x="80612" y="45239"/>
                </a:cubicBezTo>
                <a:cubicBezTo>
                  <a:pt x="80612" y="45993"/>
                  <a:pt x="80612" y="46638"/>
                  <a:pt x="80612" y="47173"/>
                </a:cubicBezTo>
                <a:lnTo>
                  <a:pt x="13941" y="47173"/>
                </a:lnTo>
                <a:cubicBezTo>
                  <a:pt x="14366" y="53759"/>
                  <a:pt x="15917" y="59289"/>
                  <a:pt x="18661" y="63680"/>
                </a:cubicBezTo>
                <a:cubicBezTo>
                  <a:pt x="21501" y="67961"/>
                  <a:pt x="24986" y="71185"/>
                  <a:pt x="29157" y="73326"/>
                </a:cubicBezTo>
                <a:cubicBezTo>
                  <a:pt x="33452" y="75466"/>
                  <a:pt x="37788" y="76537"/>
                  <a:pt x="42234" y="76537"/>
                </a:cubicBezTo>
                <a:cubicBezTo>
                  <a:pt x="48353" y="76537"/>
                  <a:pt x="53444" y="75151"/>
                  <a:pt x="57464" y="72256"/>
                </a:cubicBezTo>
                <a:cubicBezTo>
                  <a:pt x="61594" y="69251"/>
                  <a:pt x="64805" y="65601"/>
                  <a:pt x="67110" y="61320"/>
                </a:cubicBezTo>
                <a:lnTo>
                  <a:pt x="79116" y="67110"/>
                </a:lnTo>
                <a:cubicBezTo>
                  <a:pt x="75796" y="73545"/>
                  <a:pt x="71076" y="78842"/>
                  <a:pt x="64970" y="82972"/>
                </a:cubicBezTo>
                <a:cubicBezTo>
                  <a:pt x="58795" y="87102"/>
                  <a:pt x="51084" y="89187"/>
                  <a:pt x="41808" y="89187"/>
                </a:cubicBezTo>
                <a:close/>
                <a:moveTo>
                  <a:pt x="40738" y="12651"/>
                </a:moveTo>
                <a:cubicBezTo>
                  <a:pt x="33878" y="12651"/>
                  <a:pt x="28142" y="14791"/>
                  <a:pt x="23587" y="19086"/>
                </a:cubicBezTo>
                <a:cubicBezTo>
                  <a:pt x="19141" y="23367"/>
                  <a:pt x="16191" y="28897"/>
                  <a:pt x="14791" y="35593"/>
                </a:cubicBezTo>
                <a:lnTo>
                  <a:pt x="66040" y="35593"/>
                </a:lnTo>
                <a:cubicBezTo>
                  <a:pt x="65875" y="32478"/>
                  <a:pt x="64970" y="29103"/>
                  <a:pt x="63254" y="25521"/>
                </a:cubicBezTo>
                <a:cubicBezTo>
                  <a:pt x="61539" y="21981"/>
                  <a:pt x="58850" y="18976"/>
                  <a:pt x="55324" y="16507"/>
                </a:cubicBezTo>
                <a:cubicBezTo>
                  <a:pt x="51729" y="13941"/>
                  <a:pt x="46844" y="12651"/>
                  <a:pt x="40738" y="12651"/>
                </a:cubicBezTo>
                <a:close/>
                <a:moveTo>
                  <a:pt x="40738" y="12651"/>
                </a:move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6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93F1DC78-AE08-4F94-9285-FFDC3EB5A2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5119" y="3253472"/>
            <a:ext cx="86402" cy="89187"/>
          </a:xfrm>
          <a:custGeom xmlns:a="http://schemas.openxmlformats.org/drawingml/2006/main">
            <a:pathLst>
              <a:path w="86402" h="89187">
                <a:moveTo>
                  <a:pt x="43098" y="89187"/>
                </a:moveTo>
                <a:cubicBezTo>
                  <a:pt x="34632" y="89187"/>
                  <a:pt x="27127" y="87266"/>
                  <a:pt x="20582" y="83397"/>
                </a:cubicBezTo>
                <a:cubicBezTo>
                  <a:pt x="14160" y="79432"/>
                  <a:pt x="9070" y="74080"/>
                  <a:pt x="5365" y="67316"/>
                </a:cubicBezTo>
                <a:cubicBezTo>
                  <a:pt x="1770" y="60455"/>
                  <a:pt x="0" y="52909"/>
                  <a:pt x="0" y="44594"/>
                </a:cubicBezTo>
                <a:cubicBezTo>
                  <a:pt x="0" y="36183"/>
                  <a:pt x="1770" y="28622"/>
                  <a:pt x="5365" y="21872"/>
                </a:cubicBezTo>
                <a:cubicBezTo>
                  <a:pt x="9070" y="15176"/>
                  <a:pt x="14160" y="9866"/>
                  <a:pt x="20582" y="6010"/>
                </a:cubicBezTo>
                <a:cubicBezTo>
                  <a:pt x="27127" y="2044"/>
                  <a:pt x="34632" y="0"/>
                  <a:pt x="43098" y="0"/>
                </a:cubicBezTo>
                <a:cubicBezTo>
                  <a:pt x="51509" y="0"/>
                  <a:pt x="58960" y="2044"/>
                  <a:pt x="65395" y="6010"/>
                </a:cubicBezTo>
                <a:cubicBezTo>
                  <a:pt x="71940" y="10030"/>
                  <a:pt x="77085" y="15381"/>
                  <a:pt x="80831" y="22091"/>
                </a:cubicBezTo>
                <a:cubicBezTo>
                  <a:pt x="84536" y="28842"/>
                  <a:pt x="86402" y="36347"/>
                  <a:pt x="86402" y="44594"/>
                </a:cubicBezTo>
                <a:cubicBezTo>
                  <a:pt x="86402" y="52909"/>
                  <a:pt x="84536" y="60455"/>
                  <a:pt x="80831" y="67316"/>
                </a:cubicBezTo>
                <a:cubicBezTo>
                  <a:pt x="77085" y="74080"/>
                  <a:pt x="71940" y="79432"/>
                  <a:pt x="65395" y="83397"/>
                </a:cubicBezTo>
                <a:cubicBezTo>
                  <a:pt x="58960" y="87266"/>
                  <a:pt x="51509" y="89187"/>
                  <a:pt x="43098" y="89187"/>
                </a:cubicBezTo>
                <a:close/>
                <a:moveTo>
                  <a:pt x="43098" y="76537"/>
                </a:moveTo>
                <a:cubicBezTo>
                  <a:pt x="48244" y="76537"/>
                  <a:pt x="53018" y="75357"/>
                  <a:pt x="57464" y="72900"/>
                </a:cubicBezTo>
                <a:cubicBezTo>
                  <a:pt x="61855" y="70321"/>
                  <a:pt x="65450" y="66685"/>
                  <a:pt x="68180" y="61965"/>
                </a:cubicBezTo>
                <a:cubicBezTo>
                  <a:pt x="70870" y="57135"/>
                  <a:pt x="72256" y="51345"/>
                  <a:pt x="72256" y="44594"/>
                </a:cubicBezTo>
                <a:cubicBezTo>
                  <a:pt x="72256" y="37898"/>
                  <a:pt x="70870" y="32162"/>
                  <a:pt x="68180" y="27442"/>
                </a:cubicBezTo>
                <a:cubicBezTo>
                  <a:pt x="65450" y="22626"/>
                  <a:pt x="61855" y="18976"/>
                  <a:pt x="57464" y="16507"/>
                </a:cubicBezTo>
                <a:cubicBezTo>
                  <a:pt x="53018" y="13941"/>
                  <a:pt x="48244" y="12651"/>
                  <a:pt x="43098" y="12651"/>
                </a:cubicBezTo>
                <a:cubicBezTo>
                  <a:pt x="38062" y="12651"/>
                  <a:pt x="33287" y="13941"/>
                  <a:pt x="28732" y="16507"/>
                </a:cubicBezTo>
                <a:cubicBezTo>
                  <a:pt x="24286" y="18976"/>
                  <a:pt x="20637" y="22626"/>
                  <a:pt x="17796" y="27442"/>
                </a:cubicBezTo>
                <a:cubicBezTo>
                  <a:pt x="15066" y="32162"/>
                  <a:pt x="13721" y="37898"/>
                  <a:pt x="13721" y="44594"/>
                </a:cubicBezTo>
                <a:cubicBezTo>
                  <a:pt x="13721" y="51345"/>
                  <a:pt x="15066" y="57135"/>
                  <a:pt x="17796" y="61965"/>
                </a:cubicBezTo>
                <a:cubicBezTo>
                  <a:pt x="20637" y="66685"/>
                  <a:pt x="24286" y="70321"/>
                  <a:pt x="28732" y="72900"/>
                </a:cubicBezTo>
                <a:cubicBezTo>
                  <a:pt x="33287" y="75357"/>
                  <a:pt x="38062" y="76537"/>
                  <a:pt x="43098" y="76537"/>
                </a:cubicBezTo>
                <a:close/>
                <a:moveTo>
                  <a:pt x="43098" y="76537"/>
                </a:move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pic>
        <p:nvPicPr>
          <p:cNvPr id="85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1fcbf9b24174c54"/>
          <a:stretch xmlns:a="http://schemas.openxmlformats.org/drawingml/2006/main"/>
        </p:blipFill>
        <p:spPr>
          <a:xfrm xmlns:a="http://schemas.openxmlformats.org/drawingml/2006/main">
            <a:off x="6788750" y="2484182"/>
            <a:ext cx="34474" cy="96528"/>
          </a:xfrm>
          <a:prstGeom xmlns:a="http://schemas.openxmlformats.org/drawingml/2006/main" prst="rect">
            <a:avLst/>
          </a:prstGeom>
        </p:spPr>
      </p:pic>
      <p:pic>
        <p:nvPicPr>
          <p:cNvPr id="85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77e21f4928a4cdd"/>
          <a:stretch xmlns:a="http://schemas.openxmlformats.org/drawingml/2006/main"/>
        </p:blipFill>
        <p:spPr>
          <a:xfrm xmlns:a="http://schemas.openxmlformats.org/drawingml/2006/main">
            <a:off x="6823309" y="2451114"/>
            <a:ext cx="35362" cy="162664"/>
          </a:xfrm>
          <a:prstGeom xmlns:a="http://schemas.openxmlformats.org/drawingml/2006/main" prst="rect">
            <a:avLst/>
          </a:prstGeom>
        </p:spPr>
      </p:pic>
      <p:pic>
        <p:nvPicPr>
          <p:cNvPr id="86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008bed4792f47eb"/>
          <a:stretch xmlns:a="http://schemas.openxmlformats.org/drawingml/2006/main"/>
        </p:blipFill>
        <p:spPr>
          <a:xfrm xmlns:a="http://schemas.openxmlformats.org/drawingml/2006/main">
            <a:off x="6857844" y="2423878"/>
            <a:ext cx="36187" cy="217124"/>
          </a:xfrm>
          <a:prstGeom xmlns:a="http://schemas.openxmlformats.org/drawingml/2006/main" prst="rect">
            <a:avLst/>
          </a:prstGeom>
        </p:spPr>
      </p:pic>
      <p:pic>
        <p:nvPicPr>
          <p:cNvPr id="86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aabcfad3b4b4841"/>
          <a:stretch xmlns:a="http://schemas.openxmlformats.org/drawingml/2006/main"/>
        </p:blipFill>
        <p:spPr>
          <a:xfrm xmlns:a="http://schemas.openxmlformats.org/drawingml/2006/main">
            <a:off x="6893213" y="2369857"/>
            <a:ext cx="35345" cy="325177"/>
          </a:xfrm>
          <a:prstGeom xmlns:a="http://schemas.openxmlformats.org/drawingml/2006/main" prst="rect">
            <a:avLst/>
          </a:prstGeom>
        </p:spPr>
      </p:pic>
      <p:pic>
        <p:nvPicPr>
          <p:cNvPr id="86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95415d23184485d"/>
          <a:stretch xmlns:a="http://schemas.openxmlformats.org/drawingml/2006/main"/>
        </p:blipFill>
        <p:spPr>
          <a:xfrm xmlns:a="http://schemas.openxmlformats.org/drawingml/2006/main">
            <a:off x="6927847" y="2284265"/>
            <a:ext cx="35973" cy="496431"/>
          </a:xfrm>
          <a:prstGeom xmlns:a="http://schemas.openxmlformats.org/drawingml/2006/main" prst="rect">
            <a:avLst/>
          </a:prstGeom>
        </p:spPr>
      </p:pic>
      <p:pic>
        <p:nvPicPr>
          <p:cNvPr id="86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1c05c3404cf4dd9"/>
          <a:stretch xmlns:a="http://schemas.openxmlformats.org/drawingml/2006/main"/>
        </p:blipFill>
        <p:spPr>
          <a:xfrm xmlns:a="http://schemas.openxmlformats.org/drawingml/2006/main">
            <a:off x="6962893" y="2367868"/>
            <a:ext cx="35776" cy="329143"/>
          </a:xfrm>
          <a:prstGeom xmlns:a="http://schemas.openxmlformats.org/drawingml/2006/main" prst="rect">
            <a:avLst/>
          </a:prstGeom>
        </p:spPr>
      </p:pic>
      <p:pic>
        <p:nvPicPr>
          <p:cNvPr id="86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818d2570f7e4dd3"/>
          <a:stretch xmlns:a="http://schemas.openxmlformats.org/drawingml/2006/main"/>
        </p:blipFill>
        <p:spPr>
          <a:xfrm xmlns:a="http://schemas.openxmlformats.org/drawingml/2006/main">
            <a:off x="6997769" y="2424687"/>
            <a:ext cx="35920" cy="215518"/>
          </a:xfrm>
          <a:prstGeom xmlns:a="http://schemas.openxmlformats.org/drawingml/2006/main" prst="rect">
            <a:avLst/>
          </a:prstGeom>
        </p:spPr>
      </p:pic>
      <p:pic>
        <p:nvPicPr>
          <p:cNvPr id="86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0b6836a913c4292"/>
          <a:stretch xmlns:a="http://schemas.openxmlformats.org/drawingml/2006/main"/>
        </p:blipFill>
        <p:spPr>
          <a:xfrm xmlns:a="http://schemas.openxmlformats.org/drawingml/2006/main">
            <a:off x="7032855" y="2450469"/>
            <a:ext cx="35642" cy="163954"/>
          </a:xfrm>
          <a:prstGeom xmlns:a="http://schemas.openxmlformats.org/drawingml/2006/main" prst="rect">
            <a:avLst/>
          </a:prstGeom>
        </p:spPr>
      </p:pic>
      <p:pic>
        <p:nvPicPr>
          <p:cNvPr id="86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5a96cbbce164055"/>
          <a:stretch xmlns:a="http://schemas.openxmlformats.org/drawingml/2006/main"/>
        </p:blipFill>
        <p:spPr>
          <a:xfrm xmlns:a="http://schemas.openxmlformats.org/drawingml/2006/main">
            <a:off x="7068373" y="2484182"/>
            <a:ext cx="34474" cy="96528"/>
          </a:xfrm>
          <a:prstGeom xmlns:a="http://schemas.openxmlformats.org/drawingml/2006/main" prst="rect">
            <a:avLst/>
          </a:prstGeom>
        </p:spPr>
      </p:pic>
      <p:pic>
        <p:nvPicPr>
          <p:cNvPr id="86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7794b75f2024472"/>
          <a:stretch xmlns:a="http://schemas.openxmlformats.org/drawingml/2006/main"/>
        </p:blipFill>
        <p:spPr>
          <a:xfrm xmlns:a="http://schemas.openxmlformats.org/drawingml/2006/main">
            <a:off x="7102703" y="2414232"/>
            <a:ext cx="35821" cy="236415"/>
          </a:xfrm>
          <a:prstGeom xmlns:a="http://schemas.openxmlformats.org/drawingml/2006/main" prst="rect">
            <a:avLst/>
          </a:prstGeom>
        </p:spPr>
      </p:pic>
      <p:pic>
        <p:nvPicPr>
          <p:cNvPr id="86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b10b6980b0c408b"/>
          <a:stretch xmlns:a="http://schemas.openxmlformats.org/drawingml/2006/main"/>
        </p:blipFill>
        <p:spPr>
          <a:xfrm xmlns:a="http://schemas.openxmlformats.org/drawingml/2006/main">
            <a:off x="7137627" y="2374619"/>
            <a:ext cx="35868" cy="315641"/>
          </a:xfrm>
          <a:prstGeom xmlns:a="http://schemas.openxmlformats.org/drawingml/2006/main" prst="rect">
            <a:avLst/>
          </a:prstGeom>
        </p:spPr>
      </p:pic>
      <p:pic>
        <p:nvPicPr>
          <p:cNvPr id="86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ce098a6e3064cd2"/>
          <a:stretch xmlns:a="http://schemas.openxmlformats.org/drawingml/2006/main"/>
        </p:blipFill>
        <p:spPr>
          <a:xfrm xmlns:a="http://schemas.openxmlformats.org/drawingml/2006/main">
            <a:off x="7172604" y="2296106"/>
            <a:ext cx="35809" cy="472680"/>
          </a:xfrm>
          <a:prstGeom xmlns:a="http://schemas.openxmlformats.org/drawingml/2006/main" prst="rect">
            <a:avLst/>
          </a:prstGeom>
        </p:spPr>
      </p:pic>
      <p:pic>
        <p:nvPicPr>
          <p:cNvPr id="87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6015a48d6464dbb"/>
          <a:stretch xmlns:a="http://schemas.openxmlformats.org/drawingml/2006/main"/>
        </p:blipFill>
        <p:spPr>
          <a:xfrm xmlns:a="http://schemas.openxmlformats.org/drawingml/2006/main">
            <a:off x="7207592" y="2171601"/>
            <a:ext cx="35728" cy="721705"/>
          </a:xfrm>
          <a:prstGeom xmlns:a="http://schemas.openxmlformats.org/drawingml/2006/main" prst="rect">
            <a:avLst/>
          </a:prstGeom>
        </p:spPr>
      </p:pic>
      <p:pic>
        <p:nvPicPr>
          <p:cNvPr id="87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25278fb61bc4b68"/>
          <a:stretch xmlns:a="http://schemas.openxmlformats.org/drawingml/2006/main"/>
        </p:blipFill>
        <p:spPr>
          <a:xfrm xmlns:a="http://schemas.openxmlformats.org/drawingml/2006/main">
            <a:off x="7242551" y="2293211"/>
            <a:ext cx="35707" cy="478470"/>
          </a:xfrm>
          <a:prstGeom xmlns:a="http://schemas.openxmlformats.org/drawingml/2006/main" prst="rect">
            <a:avLst/>
          </a:prstGeom>
        </p:spPr>
      </p:pic>
      <p:pic>
        <p:nvPicPr>
          <p:cNvPr id="87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dbb1c8a8e1846a3"/>
          <a:stretch xmlns:a="http://schemas.openxmlformats.org/drawingml/2006/main"/>
        </p:blipFill>
        <p:spPr>
          <a:xfrm xmlns:a="http://schemas.openxmlformats.org/drawingml/2006/main">
            <a:off x="7277552" y="2375799"/>
            <a:ext cx="35600" cy="313281"/>
          </a:xfrm>
          <a:prstGeom xmlns:a="http://schemas.openxmlformats.org/drawingml/2006/main" prst="rect">
            <a:avLst/>
          </a:prstGeom>
        </p:spPr>
      </p:pic>
      <p:pic>
        <p:nvPicPr>
          <p:cNvPr id="87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b822b5f58c74cf7"/>
          <a:stretch xmlns:a="http://schemas.openxmlformats.org/drawingml/2006/main"/>
        </p:blipFill>
        <p:spPr>
          <a:xfrm xmlns:a="http://schemas.openxmlformats.org/drawingml/2006/main">
            <a:off x="7312229" y="2413271"/>
            <a:ext cx="36114" cy="238350"/>
          </a:xfrm>
          <a:prstGeom xmlns:a="http://schemas.openxmlformats.org/drawingml/2006/main" prst="rect">
            <a:avLst/>
          </a:prstGeom>
        </p:spPr>
      </p:pic>
      <p:pic>
        <p:nvPicPr>
          <p:cNvPr id="87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776f7fbcf494ad1"/>
          <a:stretch xmlns:a="http://schemas.openxmlformats.org/drawingml/2006/main"/>
        </p:blipFill>
        <p:spPr>
          <a:xfrm xmlns:a="http://schemas.openxmlformats.org/drawingml/2006/main">
            <a:off x="7347743" y="2462256"/>
            <a:ext cx="35092" cy="140367"/>
          </a:xfrm>
          <a:prstGeom xmlns:a="http://schemas.openxmlformats.org/drawingml/2006/main" prst="rect">
            <a:avLst/>
          </a:prstGeom>
        </p:spPr>
      </p:pic>
      <p:pic>
        <p:nvPicPr>
          <p:cNvPr id="87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dc49ef7c49f4b5e"/>
          <a:stretch xmlns:a="http://schemas.openxmlformats.org/drawingml/2006/main"/>
        </p:blipFill>
        <p:spPr>
          <a:xfrm xmlns:a="http://schemas.openxmlformats.org/drawingml/2006/main">
            <a:off x="7382417" y="2368513"/>
            <a:ext cx="35638" cy="327867"/>
          </a:xfrm>
          <a:prstGeom xmlns:a="http://schemas.openxmlformats.org/drawingml/2006/main" prst="rect">
            <a:avLst/>
          </a:prstGeom>
        </p:spPr>
      </p:pic>
      <p:pic>
        <p:nvPicPr>
          <p:cNvPr id="87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749dc7f2e5b4aee"/>
          <a:stretch xmlns:a="http://schemas.openxmlformats.org/drawingml/2006/main"/>
        </p:blipFill>
        <p:spPr>
          <a:xfrm xmlns:a="http://schemas.openxmlformats.org/drawingml/2006/main">
            <a:off x="7417244" y="2313573"/>
            <a:ext cx="35880" cy="437732"/>
          </a:xfrm>
          <a:prstGeom xmlns:a="http://schemas.openxmlformats.org/drawingml/2006/main" prst="rect">
            <a:avLst/>
          </a:prstGeom>
        </p:spPr>
      </p:pic>
      <p:pic>
        <p:nvPicPr>
          <p:cNvPr id="87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71d7a421e414dee"/>
          <a:stretch xmlns:a="http://schemas.openxmlformats.org/drawingml/2006/main"/>
        </p:blipFill>
        <p:spPr>
          <a:xfrm xmlns:a="http://schemas.openxmlformats.org/drawingml/2006/main">
            <a:off x="7452320" y="2204723"/>
            <a:ext cx="35623" cy="655459"/>
          </a:xfrm>
          <a:prstGeom xmlns:a="http://schemas.openxmlformats.org/drawingml/2006/main" prst="rect">
            <a:avLst/>
          </a:prstGeom>
        </p:spPr>
      </p:pic>
      <p:pic>
        <p:nvPicPr>
          <p:cNvPr id="87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b36b94cafa74126"/>
          <a:stretch xmlns:a="http://schemas.openxmlformats.org/drawingml/2006/main"/>
        </p:blipFill>
        <p:spPr>
          <a:xfrm xmlns:a="http://schemas.openxmlformats.org/drawingml/2006/main">
            <a:off x="7487209" y="2032084"/>
            <a:ext cx="35741" cy="1000738"/>
          </a:xfrm>
          <a:prstGeom xmlns:a="http://schemas.openxmlformats.org/drawingml/2006/main" prst="rect">
            <a:avLst/>
          </a:prstGeom>
        </p:spPr>
      </p:pic>
      <p:pic>
        <p:nvPicPr>
          <p:cNvPr id="87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301e37e69784d38"/>
          <a:stretch xmlns:a="http://schemas.openxmlformats.org/drawingml/2006/main"/>
        </p:blipFill>
        <p:spPr>
          <a:xfrm xmlns:a="http://schemas.openxmlformats.org/drawingml/2006/main">
            <a:off x="7522190" y="2200703"/>
            <a:ext cx="35674" cy="663541"/>
          </a:xfrm>
          <a:prstGeom xmlns:a="http://schemas.openxmlformats.org/drawingml/2006/main" prst="rect">
            <a:avLst/>
          </a:prstGeom>
        </p:spPr>
      </p:pic>
      <p:pic>
        <p:nvPicPr>
          <p:cNvPr id="88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f066d875e6d4727"/>
          <a:stretch xmlns:a="http://schemas.openxmlformats.org/drawingml/2006/main"/>
        </p:blipFill>
        <p:spPr>
          <a:xfrm xmlns:a="http://schemas.openxmlformats.org/drawingml/2006/main">
            <a:off x="7557155" y="2315234"/>
            <a:ext cx="35612" cy="434466"/>
          </a:xfrm>
          <a:prstGeom xmlns:a="http://schemas.openxmlformats.org/drawingml/2006/main" prst="rect">
            <a:avLst/>
          </a:prstGeom>
        </p:spPr>
      </p:pic>
      <p:pic>
        <p:nvPicPr>
          <p:cNvPr id="88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0fbf61a26c641aa"/>
          <a:stretch xmlns:a="http://schemas.openxmlformats.org/drawingml/2006/main"/>
        </p:blipFill>
        <p:spPr>
          <a:xfrm xmlns:a="http://schemas.openxmlformats.org/drawingml/2006/main">
            <a:off x="7591945" y="2367168"/>
            <a:ext cx="35929" cy="330542"/>
          </a:xfrm>
          <a:prstGeom xmlns:a="http://schemas.openxmlformats.org/drawingml/2006/main" prst="rect">
            <a:avLst/>
          </a:prstGeom>
        </p:spPr>
      </p:pic>
      <p:pic>
        <p:nvPicPr>
          <p:cNvPr id="88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7509f84d7384650"/>
          <a:stretch xmlns:a="http://schemas.openxmlformats.org/drawingml/2006/main"/>
        </p:blipFill>
        <p:spPr>
          <a:xfrm xmlns:a="http://schemas.openxmlformats.org/drawingml/2006/main">
            <a:off x="7627366" y="2462256"/>
            <a:ext cx="35092" cy="140367"/>
          </a:xfrm>
          <a:prstGeom xmlns:a="http://schemas.openxmlformats.org/drawingml/2006/main" prst="rect">
            <a:avLst/>
          </a:prstGeom>
        </p:spPr>
      </p:pic>
      <p:pic>
        <p:nvPicPr>
          <p:cNvPr id="88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31954ab3fc84967"/>
          <a:stretch xmlns:a="http://schemas.openxmlformats.org/drawingml/2006/main"/>
        </p:blipFill>
        <p:spPr>
          <a:xfrm xmlns:a="http://schemas.openxmlformats.org/drawingml/2006/main">
            <a:off x="7661949" y="2414232"/>
            <a:ext cx="35821" cy="236415"/>
          </a:xfrm>
          <a:prstGeom xmlns:a="http://schemas.openxmlformats.org/drawingml/2006/main" prst="rect">
            <a:avLst/>
          </a:prstGeom>
        </p:spPr>
      </p:pic>
      <p:pic>
        <p:nvPicPr>
          <p:cNvPr id="88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7384bc7ba164f0e"/>
          <a:stretch xmlns:a="http://schemas.openxmlformats.org/drawingml/2006/main"/>
        </p:blipFill>
        <p:spPr>
          <a:xfrm xmlns:a="http://schemas.openxmlformats.org/drawingml/2006/main">
            <a:off x="7696873" y="2374619"/>
            <a:ext cx="35868" cy="315641"/>
          </a:xfrm>
          <a:prstGeom xmlns:a="http://schemas.openxmlformats.org/drawingml/2006/main" prst="rect">
            <a:avLst/>
          </a:prstGeom>
        </p:spPr>
      </p:pic>
      <p:pic>
        <p:nvPicPr>
          <p:cNvPr id="88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5a6cefe8a914694"/>
          <a:stretch xmlns:a="http://schemas.openxmlformats.org/drawingml/2006/main"/>
        </p:blipFill>
        <p:spPr>
          <a:xfrm xmlns:a="http://schemas.openxmlformats.org/drawingml/2006/main">
            <a:off x="7731850" y="2296106"/>
            <a:ext cx="35809" cy="472680"/>
          </a:xfrm>
          <a:prstGeom xmlns:a="http://schemas.openxmlformats.org/drawingml/2006/main" prst="rect">
            <a:avLst/>
          </a:prstGeom>
        </p:spPr>
      </p:pic>
      <p:pic>
        <p:nvPicPr>
          <p:cNvPr id="88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877287c6d5845d2"/>
          <a:stretch xmlns:a="http://schemas.openxmlformats.org/drawingml/2006/main"/>
        </p:blipFill>
        <p:spPr>
          <a:xfrm xmlns:a="http://schemas.openxmlformats.org/drawingml/2006/main">
            <a:off x="7766839" y="2171601"/>
            <a:ext cx="35728" cy="721705"/>
          </a:xfrm>
          <a:prstGeom xmlns:a="http://schemas.openxmlformats.org/drawingml/2006/main" prst="rect">
            <a:avLst/>
          </a:prstGeom>
        </p:spPr>
      </p:pic>
      <p:pic>
        <p:nvPicPr>
          <p:cNvPr id="88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461aa432b504b94"/>
          <a:stretch xmlns:a="http://schemas.openxmlformats.org/drawingml/2006/main"/>
        </p:blipFill>
        <p:spPr>
          <a:xfrm xmlns:a="http://schemas.openxmlformats.org/drawingml/2006/main">
            <a:off x="7801783" y="2293211"/>
            <a:ext cx="35707" cy="478470"/>
          </a:xfrm>
          <a:prstGeom xmlns:a="http://schemas.openxmlformats.org/drawingml/2006/main" prst="rect">
            <a:avLst/>
          </a:prstGeom>
        </p:spPr>
      </p:pic>
      <p:pic>
        <p:nvPicPr>
          <p:cNvPr id="88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f8c26f31c074baf"/>
          <a:stretch xmlns:a="http://schemas.openxmlformats.org/drawingml/2006/main"/>
        </p:blipFill>
        <p:spPr>
          <a:xfrm xmlns:a="http://schemas.openxmlformats.org/drawingml/2006/main">
            <a:off x="7836784" y="2375799"/>
            <a:ext cx="35600" cy="313281"/>
          </a:xfrm>
          <a:prstGeom xmlns:a="http://schemas.openxmlformats.org/drawingml/2006/main" prst="rect">
            <a:avLst/>
          </a:prstGeom>
        </p:spPr>
      </p:pic>
      <p:pic>
        <p:nvPicPr>
          <p:cNvPr id="88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31e0c5452064841"/>
          <a:stretch xmlns:a="http://schemas.openxmlformats.org/drawingml/2006/main"/>
        </p:blipFill>
        <p:spPr>
          <a:xfrm xmlns:a="http://schemas.openxmlformats.org/drawingml/2006/main">
            <a:off x="7871530" y="2413271"/>
            <a:ext cx="36114" cy="238350"/>
          </a:xfrm>
          <a:prstGeom xmlns:a="http://schemas.openxmlformats.org/drawingml/2006/main" prst="rect">
            <a:avLst/>
          </a:prstGeom>
        </p:spPr>
      </p:pic>
      <p:pic>
        <p:nvPicPr>
          <p:cNvPr id="89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d9600cdca5640e6"/>
          <a:stretch xmlns:a="http://schemas.openxmlformats.org/drawingml/2006/main"/>
        </p:blipFill>
        <p:spPr>
          <a:xfrm xmlns:a="http://schemas.openxmlformats.org/drawingml/2006/main">
            <a:off x="7910104" y="2462256"/>
            <a:ext cx="35092" cy="140367"/>
          </a:xfrm>
          <a:prstGeom xmlns:a="http://schemas.openxmlformats.org/drawingml/2006/main" prst="rect">
            <a:avLst/>
          </a:prstGeom>
        </p:spPr>
      </p:pic>
      <p:pic>
        <p:nvPicPr>
          <p:cNvPr id="89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c98155abcbb4ebe"/>
          <a:stretch xmlns:a="http://schemas.openxmlformats.org/drawingml/2006/main"/>
        </p:blipFill>
        <p:spPr>
          <a:xfrm xmlns:a="http://schemas.openxmlformats.org/drawingml/2006/main">
            <a:off x="7945346" y="2484182"/>
            <a:ext cx="34474" cy="96528"/>
          </a:xfrm>
          <a:prstGeom xmlns:a="http://schemas.openxmlformats.org/drawingml/2006/main" prst="rect">
            <a:avLst/>
          </a:prstGeom>
        </p:spPr>
      </p:pic>
      <p:pic>
        <p:nvPicPr>
          <p:cNvPr id="89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4f2a3be435542c3"/>
          <a:stretch xmlns:a="http://schemas.openxmlformats.org/drawingml/2006/main"/>
        </p:blipFill>
        <p:spPr>
          <a:xfrm xmlns:a="http://schemas.openxmlformats.org/drawingml/2006/main">
            <a:off x="7979851" y="2451114"/>
            <a:ext cx="35362" cy="162664"/>
          </a:xfrm>
          <a:prstGeom xmlns:a="http://schemas.openxmlformats.org/drawingml/2006/main" prst="rect">
            <a:avLst/>
          </a:prstGeom>
        </p:spPr>
      </p:pic>
      <p:pic>
        <p:nvPicPr>
          <p:cNvPr id="89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8f5f5acf3e542a5"/>
          <a:stretch xmlns:a="http://schemas.openxmlformats.org/drawingml/2006/main"/>
        </p:blipFill>
        <p:spPr>
          <a:xfrm xmlns:a="http://schemas.openxmlformats.org/drawingml/2006/main">
            <a:off x="8014386" y="2423878"/>
            <a:ext cx="36187" cy="217124"/>
          </a:xfrm>
          <a:prstGeom xmlns:a="http://schemas.openxmlformats.org/drawingml/2006/main" prst="rect">
            <a:avLst/>
          </a:prstGeom>
        </p:spPr>
      </p:pic>
      <p:pic>
        <p:nvPicPr>
          <p:cNvPr id="89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15cc4408a4a4275"/>
          <a:stretch xmlns:a="http://schemas.openxmlformats.org/drawingml/2006/main"/>
        </p:blipFill>
        <p:spPr>
          <a:xfrm xmlns:a="http://schemas.openxmlformats.org/drawingml/2006/main">
            <a:off x="8049809" y="2369857"/>
            <a:ext cx="35345" cy="325177"/>
          </a:xfrm>
          <a:prstGeom xmlns:a="http://schemas.openxmlformats.org/drawingml/2006/main" prst="rect">
            <a:avLst/>
          </a:prstGeom>
        </p:spPr>
      </p:pic>
      <p:pic>
        <p:nvPicPr>
          <p:cNvPr id="89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5be41b4116c4b09"/>
          <a:stretch xmlns:a="http://schemas.openxmlformats.org/drawingml/2006/main"/>
        </p:blipFill>
        <p:spPr>
          <a:xfrm xmlns:a="http://schemas.openxmlformats.org/drawingml/2006/main">
            <a:off x="8084443" y="2284265"/>
            <a:ext cx="35973" cy="496431"/>
          </a:xfrm>
          <a:prstGeom xmlns:a="http://schemas.openxmlformats.org/drawingml/2006/main" prst="rect">
            <a:avLst/>
          </a:prstGeom>
        </p:spPr>
      </p:pic>
      <p:pic>
        <p:nvPicPr>
          <p:cNvPr id="89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6c82d246e2e4762"/>
          <a:stretch xmlns:a="http://schemas.openxmlformats.org/drawingml/2006/main"/>
        </p:blipFill>
        <p:spPr>
          <a:xfrm xmlns:a="http://schemas.openxmlformats.org/drawingml/2006/main">
            <a:off x="8119489" y="2367868"/>
            <a:ext cx="35776" cy="329143"/>
          </a:xfrm>
          <a:prstGeom xmlns:a="http://schemas.openxmlformats.org/drawingml/2006/main" prst="rect">
            <a:avLst/>
          </a:prstGeom>
        </p:spPr>
      </p:pic>
      <p:pic>
        <p:nvPicPr>
          <p:cNvPr id="89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06b1cb0a64a42e6"/>
          <a:stretch xmlns:a="http://schemas.openxmlformats.org/drawingml/2006/main"/>
        </p:blipFill>
        <p:spPr>
          <a:xfrm xmlns:a="http://schemas.openxmlformats.org/drawingml/2006/main">
            <a:off x="8154365" y="2424687"/>
            <a:ext cx="35920" cy="215518"/>
          </a:xfrm>
          <a:prstGeom xmlns:a="http://schemas.openxmlformats.org/drawingml/2006/main" prst="rect">
            <a:avLst/>
          </a:prstGeom>
        </p:spPr>
      </p:pic>
      <p:pic>
        <p:nvPicPr>
          <p:cNvPr id="89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5cb36d59e604492"/>
          <a:stretch xmlns:a="http://schemas.openxmlformats.org/drawingml/2006/main"/>
        </p:blipFill>
        <p:spPr>
          <a:xfrm xmlns:a="http://schemas.openxmlformats.org/drawingml/2006/main">
            <a:off x="8189438" y="2450469"/>
            <a:ext cx="35642" cy="163954"/>
          </a:xfrm>
          <a:prstGeom xmlns:a="http://schemas.openxmlformats.org/drawingml/2006/main" prst="rect">
            <a:avLst/>
          </a:prstGeom>
        </p:spPr>
      </p:pic>
      <p:pic>
        <p:nvPicPr>
          <p:cNvPr id="89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7cf8f6b12574d10"/>
          <a:stretch xmlns:a="http://schemas.openxmlformats.org/drawingml/2006/main"/>
        </p:blipFill>
        <p:spPr>
          <a:xfrm xmlns:a="http://schemas.openxmlformats.org/drawingml/2006/main">
            <a:off x="8228139" y="2484182"/>
            <a:ext cx="34474" cy="96528"/>
          </a:xfrm>
          <a:prstGeom xmlns:a="http://schemas.openxmlformats.org/drawingml/2006/main" prst="rect">
            <a:avLst/>
          </a:prstGeom>
        </p:spPr>
      </p:pic>
      <p:sp>
        <p:nvSpPr>
          <p:cNvPr id="30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608416E1-2FF6-4E48-BB03-73D5C20EFC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69008" y="2675578"/>
            <a:ext cx="713349" cy="277002"/>
          </a:xfrm>
          <a:custGeom xmlns:a="http://schemas.openxmlformats.org/drawingml/2006/main">
            <a:pathLst>
              <a:path w="713349" h="277002">
                <a:moveTo>
                  <a:pt x="120705" y="0"/>
                </a:moveTo>
                <a:lnTo>
                  <a:pt x="592644" y="0"/>
                </a:lnTo>
                <a:cubicBezTo>
                  <a:pt x="659534" y="0"/>
                  <a:pt x="713349" y="61800"/>
                  <a:pt x="713349" y="138501"/>
                </a:cubicBezTo>
                <a:cubicBezTo>
                  <a:pt x="713349" y="215202"/>
                  <a:pt x="659534" y="277002"/>
                  <a:pt x="592644" y="277002"/>
                </a:cubicBezTo>
                <a:lnTo>
                  <a:pt x="120705" y="277002"/>
                </a:lnTo>
                <a:cubicBezTo>
                  <a:pt x="53814" y="277002"/>
                  <a:pt x="0" y="215202"/>
                  <a:pt x="0" y="138501"/>
                </a:cubicBezTo>
                <a:cubicBezTo>
                  <a:pt x="0" y="61800"/>
                  <a:pt x="53814" y="0"/>
                  <a:pt x="120705" y="0"/>
                </a:cubicBezTo>
                <a:close/>
                <a:moveTo>
                  <a:pt x="120705" y="0"/>
                </a:moveTo>
              </a:path>
            </a:pathLst>
          </a:custGeom>
          <a:solidFill xmlns:a="http://schemas.openxmlformats.org/drawingml/2006/main">
            <a:srgbClr val="DDE9A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0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DDA9D951-AB26-40B4-BB78-D3F43EB33E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69008" y="2675578"/>
            <a:ext cx="713349" cy="277002"/>
          </a:xfrm>
          <a:custGeom xmlns:a="http://schemas.openxmlformats.org/drawingml/2006/main">
            <a:pathLst>
              <a:path w="713349" h="277002" fill="none">
                <a:moveTo>
                  <a:pt x="120705" y="0"/>
                </a:moveTo>
                <a:lnTo>
                  <a:pt x="592644" y="0"/>
                </a:lnTo>
                <a:cubicBezTo>
                  <a:pt x="659534" y="0"/>
                  <a:pt x="713349" y="61800"/>
                  <a:pt x="713349" y="138501"/>
                </a:cubicBezTo>
                <a:cubicBezTo>
                  <a:pt x="713349" y="215202"/>
                  <a:pt x="659534" y="277002"/>
                  <a:pt x="592644" y="277002"/>
                </a:cubicBezTo>
                <a:lnTo>
                  <a:pt x="120705" y="277002"/>
                </a:lnTo>
                <a:cubicBezTo>
                  <a:pt x="53814" y="277002"/>
                  <a:pt x="0" y="215202"/>
                  <a:pt x="0" y="138501"/>
                </a:cubicBezTo>
                <a:cubicBezTo>
                  <a:pt x="0" y="61800"/>
                  <a:pt x="53814" y="0"/>
                  <a:pt x="120705" y="0"/>
                </a:cubicBezTo>
                <a:close/>
                <a:moveTo>
                  <a:pt x="120705" y="0"/>
                </a:moveTo>
              </a:path>
            </a:pathLst>
          </a:custGeom>
          <a:noFill xmlns:a="http://schemas.openxmlformats.org/drawingml/2006/main"/>
          <a:ln xmlns:a="http://schemas.openxmlformats.org/drawingml/2006/main" w="10303" cap="flat">
            <a:solidFill>
              <a:srgbClr val="000000"/>
            </a:solidFill>
            <a:miter/>
          </a:ln>
        </p:spPr>
      </p:sp>
      <p:sp>
        <p:nvSpPr>
          <p:cNvPr id="31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76E8E38B-EDB3-4E72-B8DE-CE6F8F9C97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24880" y="2784167"/>
            <a:ext cx="72887" cy="89187"/>
          </a:xfrm>
          <a:custGeom xmlns:a="http://schemas.openxmlformats.org/drawingml/2006/main">
            <a:pathLst>
              <a:path w="72887" h="89187">
                <a:moveTo>
                  <a:pt x="31723" y="89187"/>
                </a:moveTo>
                <a:cubicBezTo>
                  <a:pt x="25398" y="89187"/>
                  <a:pt x="19937" y="87953"/>
                  <a:pt x="15217" y="85538"/>
                </a:cubicBezTo>
                <a:cubicBezTo>
                  <a:pt x="10497" y="83136"/>
                  <a:pt x="6751" y="79857"/>
                  <a:pt x="4075" y="75686"/>
                </a:cubicBezTo>
                <a:cubicBezTo>
                  <a:pt x="1345" y="71391"/>
                  <a:pt x="0" y="66630"/>
                  <a:pt x="0" y="61320"/>
                </a:cubicBezTo>
                <a:cubicBezTo>
                  <a:pt x="0" y="55214"/>
                  <a:pt x="1550" y="49959"/>
                  <a:pt x="4720" y="45664"/>
                </a:cubicBezTo>
                <a:cubicBezTo>
                  <a:pt x="7986" y="41383"/>
                  <a:pt x="12267" y="38159"/>
                  <a:pt x="17577" y="36018"/>
                </a:cubicBezTo>
                <a:cubicBezTo>
                  <a:pt x="22997" y="33878"/>
                  <a:pt x="28938" y="32807"/>
                  <a:pt x="35373" y="32807"/>
                </a:cubicBezTo>
                <a:cubicBezTo>
                  <a:pt x="41054" y="32807"/>
                  <a:pt x="46089" y="33452"/>
                  <a:pt x="50384" y="34728"/>
                </a:cubicBezTo>
                <a:cubicBezTo>
                  <a:pt x="54665" y="35908"/>
                  <a:pt x="57725" y="37088"/>
                  <a:pt x="59605" y="38378"/>
                </a:cubicBezTo>
                <a:lnTo>
                  <a:pt x="59605" y="33233"/>
                </a:lnTo>
                <a:cubicBezTo>
                  <a:pt x="59605" y="26797"/>
                  <a:pt x="57299" y="21762"/>
                  <a:pt x="52744" y="18016"/>
                </a:cubicBezTo>
                <a:cubicBezTo>
                  <a:pt x="48285" y="14311"/>
                  <a:pt x="42769" y="12431"/>
                  <a:pt x="36224" y="12431"/>
                </a:cubicBezTo>
                <a:cubicBezTo>
                  <a:pt x="31627" y="12431"/>
                  <a:pt x="27333" y="13460"/>
                  <a:pt x="23367" y="15436"/>
                </a:cubicBezTo>
                <a:cubicBezTo>
                  <a:pt x="19347" y="17481"/>
                  <a:pt x="16191" y="20321"/>
                  <a:pt x="13927" y="24012"/>
                </a:cubicBezTo>
                <a:lnTo>
                  <a:pt x="3430" y="16081"/>
                </a:lnTo>
                <a:cubicBezTo>
                  <a:pt x="6696" y="11100"/>
                  <a:pt x="11196" y="7190"/>
                  <a:pt x="16932" y="4295"/>
                </a:cubicBezTo>
                <a:cubicBezTo>
                  <a:pt x="22612" y="1454"/>
                  <a:pt x="29048" y="0"/>
                  <a:pt x="36224" y="0"/>
                </a:cubicBezTo>
                <a:cubicBezTo>
                  <a:pt x="47640" y="0"/>
                  <a:pt x="56600" y="3005"/>
                  <a:pt x="63035" y="9001"/>
                </a:cubicBezTo>
                <a:cubicBezTo>
                  <a:pt x="69566" y="15011"/>
                  <a:pt x="72887" y="23161"/>
                  <a:pt x="72887" y="33452"/>
                </a:cubicBezTo>
                <a:lnTo>
                  <a:pt x="72887" y="86622"/>
                </a:lnTo>
                <a:lnTo>
                  <a:pt x="59605" y="86622"/>
                </a:lnTo>
                <a:lnTo>
                  <a:pt x="59605" y="74616"/>
                </a:lnTo>
                <a:lnTo>
                  <a:pt x="58960" y="74616"/>
                </a:lnTo>
                <a:cubicBezTo>
                  <a:pt x="56655" y="78361"/>
                  <a:pt x="53169" y="81682"/>
                  <a:pt x="48449" y="84687"/>
                </a:cubicBezTo>
                <a:cubicBezTo>
                  <a:pt x="43729" y="87692"/>
                  <a:pt x="38159" y="89187"/>
                  <a:pt x="31723" y="89187"/>
                </a:cubicBezTo>
                <a:close/>
                <a:moveTo>
                  <a:pt x="33013" y="76962"/>
                </a:moveTo>
                <a:cubicBezTo>
                  <a:pt x="37843" y="76962"/>
                  <a:pt x="42289" y="75796"/>
                  <a:pt x="46309" y="73326"/>
                </a:cubicBezTo>
                <a:cubicBezTo>
                  <a:pt x="50274" y="70911"/>
                  <a:pt x="53485" y="67700"/>
                  <a:pt x="55955" y="63680"/>
                </a:cubicBezTo>
                <a:cubicBezTo>
                  <a:pt x="58370" y="59550"/>
                  <a:pt x="59605" y="55049"/>
                  <a:pt x="59605" y="50165"/>
                </a:cubicBezTo>
                <a:cubicBezTo>
                  <a:pt x="57025" y="48449"/>
                  <a:pt x="53814" y="47064"/>
                  <a:pt x="49945" y="45884"/>
                </a:cubicBezTo>
                <a:cubicBezTo>
                  <a:pt x="46199" y="44758"/>
                  <a:pt x="42069" y="44168"/>
                  <a:pt x="37514" y="44168"/>
                </a:cubicBezTo>
                <a:cubicBezTo>
                  <a:pt x="29473" y="44168"/>
                  <a:pt x="23628" y="45884"/>
                  <a:pt x="19937" y="49314"/>
                </a:cubicBezTo>
                <a:cubicBezTo>
                  <a:pt x="16191" y="52634"/>
                  <a:pt x="14366" y="56600"/>
                  <a:pt x="14366" y="61320"/>
                </a:cubicBezTo>
                <a:cubicBezTo>
                  <a:pt x="14366" y="66040"/>
                  <a:pt x="16081" y="69841"/>
                  <a:pt x="19511" y="72681"/>
                </a:cubicBezTo>
                <a:cubicBezTo>
                  <a:pt x="23052" y="75576"/>
                  <a:pt x="27552" y="76962"/>
                  <a:pt x="33013" y="76962"/>
                </a:cubicBezTo>
                <a:close/>
                <a:moveTo>
                  <a:pt x="33013" y="76962"/>
                </a:move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1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8E024A9B-283E-4819-B7C4-0032A52FD1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16482" y="2786747"/>
            <a:ext cx="72461" cy="86608"/>
          </a:xfrm>
          <a:custGeom xmlns:a="http://schemas.openxmlformats.org/drawingml/2006/main">
            <a:pathLst>
              <a:path w="72461" h="86608">
                <a:moveTo>
                  <a:pt x="31298" y="86608"/>
                </a:moveTo>
                <a:cubicBezTo>
                  <a:pt x="20842" y="86608"/>
                  <a:pt x="12966" y="83603"/>
                  <a:pt x="7711" y="77607"/>
                </a:cubicBezTo>
                <a:cubicBezTo>
                  <a:pt x="2566" y="71597"/>
                  <a:pt x="0" y="63405"/>
                  <a:pt x="0" y="52950"/>
                </a:cubicBezTo>
                <a:lnTo>
                  <a:pt x="0" y="0"/>
                </a:lnTo>
                <a:lnTo>
                  <a:pt x="14146" y="0"/>
                </a:lnTo>
                <a:lnTo>
                  <a:pt x="14146" y="50809"/>
                </a:lnTo>
                <a:cubicBezTo>
                  <a:pt x="14146" y="59111"/>
                  <a:pt x="16081" y="65066"/>
                  <a:pt x="19937" y="68606"/>
                </a:cubicBezTo>
                <a:cubicBezTo>
                  <a:pt x="23792" y="72187"/>
                  <a:pt x="28567" y="73957"/>
                  <a:pt x="34303" y="73957"/>
                </a:cubicBezTo>
                <a:cubicBezTo>
                  <a:pt x="39119" y="73957"/>
                  <a:pt x="43359" y="72667"/>
                  <a:pt x="46954" y="70101"/>
                </a:cubicBezTo>
                <a:cubicBezTo>
                  <a:pt x="50645" y="67522"/>
                  <a:pt x="53485" y="64256"/>
                  <a:pt x="55516" y="60236"/>
                </a:cubicBezTo>
                <a:cubicBezTo>
                  <a:pt x="57505" y="56106"/>
                  <a:pt x="58521" y="51825"/>
                  <a:pt x="58521" y="47379"/>
                </a:cubicBezTo>
                <a:lnTo>
                  <a:pt x="58521" y="0"/>
                </a:lnTo>
                <a:lnTo>
                  <a:pt x="72461" y="0"/>
                </a:lnTo>
                <a:lnTo>
                  <a:pt x="72461" y="84042"/>
                </a:lnTo>
                <a:lnTo>
                  <a:pt x="59166" y="84042"/>
                </a:lnTo>
                <a:lnTo>
                  <a:pt x="59166" y="71816"/>
                </a:lnTo>
                <a:lnTo>
                  <a:pt x="58521" y="71816"/>
                </a:lnTo>
                <a:cubicBezTo>
                  <a:pt x="56216" y="75837"/>
                  <a:pt x="52579" y="79322"/>
                  <a:pt x="47585" y="82327"/>
                </a:cubicBezTo>
                <a:cubicBezTo>
                  <a:pt x="42549" y="85167"/>
                  <a:pt x="37143" y="86608"/>
                  <a:pt x="31298" y="86608"/>
                </a:cubicBezTo>
                <a:close/>
                <a:moveTo>
                  <a:pt x="31298" y="86608"/>
                </a:move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1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1AE59161-6786-4104-83AB-B407B3B4D1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04490" y="2752650"/>
            <a:ext cx="82752" cy="120705"/>
          </a:xfrm>
          <a:custGeom xmlns:a="http://schemas.openxmlformats.org/drawingml/2006/main">
            <a:pathLst>
              <a:path w="82752" h="120705">
                <a:moveTo>
                  <a:pt x="40093" y="120705"/>
                </a:moveTo>
                <a:cubicBezTo>
                  <a:pt x="32478" y="120705"/>
                  <a:pt x="25617" y="118770"/>
                  <a:pt x="19511" y="114915"/>
                </a:cubicBezTo>
                <a:cubicBezTo>
                  <a:pt x="13502" y="111059"/>
                  <a:pt x="8672" y="105859"/>
                  <a:pt x="5145" y="99272"/>
                </a:cubicBezTo>
                <a:cubicBezTo>
                  <a:pt x="1715" y="92563"/>
                  <a:pt x="0" y="84852"/>
                  <a:pt x="0" y="76111"/>
                </a:cubicBezTo>
                <a:cubicBezTo>
                  <a:pt x="0" y="67426"/>
                  <a:pt x="1715" y="59714"/>
                  <a:pt x="5145" y="52964"/>
                </a:cubicBezTo>
                <a:cubicBezTo>
                  <a:pt x="8672" y="46254"/>
                  <a:pt x="13502" y="41054"/>
                  <a:pt x="19511" y="37308"/>
                </a:cubicBezTo>
                <a:cubicBezTo>
                  <a:pt x="25617" y="33452"/>
                  <a:pt x="32478" y="31517"/>
                  <a:pt x="40093" y="31517"/>
                </a:cubicBezTo>
                <a:cubicBezTo>
                  <a:pt x="46954" y="31517"/>
                  <a:pt x="52785" y="33123"/>
                  <a:pt x="57670" y="36238"/>
                </a:cubicBezTo>
                <a:cubicBezTo>
                  <a:pt x="62651" y="39242"/>
                  <a:pt x="66355" y="42673"/>
                  <a:pt x="68812" y="46528"/>
                </a:cubicBezTo>
                <a:lnTo>
                  <a:pt x="69456" y="46528"/>
                </a:lnTo>
                <a:lnTo>
                  <a:pt x="68812" y="34948"/>
                </a:lnTo>
                <a:lnTo>
                  <a:pt x="68812" y="0"/>
                </a:lnTo>
                <a:lnTo>
                  <a:pt x="82752" y="0"/>
                </a:lnTo>
                <a:lnTo>
                  <a:pt x="82752" y="118139"/>
                </a:lnTo>
                <a:lnTo>
                  <a:pt x="69456" y="118139"/>
                </a:lnTo>
                <a:lnTo>
                  <a:pt x="69456" y="105694"/>
                </a:lnTo>
                <a:lnTo>
                  <a:pt x="68812" y="105694"/>
                </a:lnTo>
                <a:cubicBezTo>
                  <a:pt x="66355" y="109563"/>
                  <a:pt x="62651" y="113090"/>
                  <a:pt x="57670" y="116204"/>
                </a:cubicBezTo>
                <a:cubicBezTo>
                  <a:pt x="52785" y="119209"/>
                  <a:pt x="46954" y="120705"/>
                  <a:pt x="40093" y="120705"/>
                </a:cubicBezTo>
                <a:close/>
                <a:moveTo>
                  <a:pt x="41589" y="108054"/>
                </a:moveTo>
                <a:cubicBezTo>
                  <a:pt x="46405" y="108054"/>
                  <a:pt x="50919" y="106764"/>
                  <a:pt x="55090" y="104198"/>
                </a:cubicBezTo>
                <a:cubicBezTo>
                  <a:pt x="59385" y="101619"/>
                  <a:pt x="62815" y="97983"/>
                  <a:pt x="65381" y="93263"/>
                </a:cubicBezTo>
                <a:cubicBezTo>
                  <a:pt x="68071" y="88446"/>
                  <a:pt x="69456" y="82711"/>
                  <a:pt x="69456" y="76111"/>
                </a:cubicBezTo>
                <a:cubicBezTo>
                  <a:pt x="69456" y="69580"/>
                  <a:pt x="68071" y="63886"/>
                  <a:pt x="65381" y="59179"/>
                </a:cubicBezTo>
                <a:cubicBezTo>
                  <a:pt x="62815" y="54349"/>
                  <a:pt x="59385" y="50604"/>
                  <a:pt x="55090" y="48024"/>
                </a:cubicBezTo>
                <a:cubicBezTo>
                  <a:pt x="50919" y="45458"/>
                  <a:pt x="46405" y="44168"/>
                  <a:pt x="41589" y="44168"/>
                </a:cubicBezTo>
                <a:cubicBezTo>
                  <a:pt x="36704" y="44168"/>
                  <a:pt x="32149" y="45458"/>
                  <a:pt x="27868" y="48024"/>
                </a:cubicBezTo>
                <a:cubicBezTo>
                  <a:pt x="23683" y="50604"/>
                  <a:pt x="20252" y="54349"/>
                  <a:pt x="17577" y="59179"/>
                </a:cubicBezTo>
                <a:cubicBezTo>
                  <a:pt x="14997" y="63886"/>
                  <a:pt x="13721" y="69580"/>
                  <a:pt x="13721" y="76111"/>
                </a:cubicBezTo>
                <a:cubicBezTo>
                  <a:pt x="13721" y="82546"/>
                  <a:pt x="14997" y="88227"/>
                  <a:pt x="17577" y="93043"/>
                </a:cubicBezTo>
                <a:cubicBezTo>
                  <a:pt x="20252" y="97928"/>
                  <a:pt x="23683" y="101619"/>
                  <a:pt x="27868" y="104198"/>
                </a:cubicBezTo>
                <a:cubicBezTo>
                  <a:pt x="32149" y="106764"/>
                  <a:pt x="36704" y="108054"/>
                  <a:pt x="41589" y="108054"/>
                </a:cubicBezTo>
                <a:close/>
                <a:moveTo>
                  <a:pt x="41589" y="108054"/>
                </a:move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1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E33DE2A4-BF87-4AC6-B7CC-57C68E4360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06328" y="2751154"/>
            <a:ext cx="20143" cy="119635"/>
          </a:xfrm>
          <a:custGeom xmlns:a="http://schemas.openxmlformats.org/drawingml/2006/main">
            <a:pathLst>
              <a:path w="20143" h="119635">
                <a:moveTo>
                  <a:pt x="10071" y="20156"/>
                </a:moveTo>
                <a:cubicBezTo>
                  <a:pt x="7341" y="20156"/>
                  <a:pt x="4981" y="19182"/>
                  <a:pt x="2991" y="17151"/>
                </a:cubicBezTo>
                <a:cubicBezTo>
                  <a:pt x="960" y="15162"/>
                  <a:pt x="0" y="12802"/>
                  <a:pt x="0" y="10071"/>
                </a:cubicBezTo>
                <a:cubicBezTo>
                  <a:pt x="0" y="7231"/>
                  <a:pt x="960" y="4871"/>
                  <a:pt x="2991" y="3005"/>
                </a:cubicBezTo>
                <a:cubicBezTo>
                  <a:pt x="4981" y="1015"/>
                  <a:pt x="7341" y="0"/>
                  <a:pt x="10071" y="0"/>
                </a:cubicBezTo>
                <a:cubicBezTo>
                  <a:pt x="12912" y="0"/>
                  <a:pt x="15272" y="1015"/>
                  <a:pt x="17151" y="3005"/>
                </a:cubicBezTo>
                <a:cubicBezTo>
                  <a:pt x="19127" y="4871"/>
                  <a:pt x="20143" y="7231"/>
                  <a:pt x="20143" y="10071"/>
                </a:cubicBezTo>
                <a:cubicBezTo>
                  <a:pt x="20143" y="12802"/>
                  <a:pt x="19127" y="15162"/>
                  <a:pt x="17151" y="17151"/>
                </a:cubicBezTo>
                <a:cubicBezTo>
                  <a:pt x="15272" y="19182"/>
                  <a:pt x="12912" y="20156"/>
                  <a:pt x="10071" y="20156"/>
                </a:cubicBezTo>
                <a:close/>
                <a:moveTo>
                  <a:pt x="3211" y="119635"/>
                </a:moveTo>
                <a:lnTo>
                  <a:pt x="3211" y="35593"/>
                </a:lnTo>
                <a:lnTo>
                  <a:pt x="17151" y="35593"/>
                </a:lnTo>
                <a:lnTo>
                  <a:pt x="17151" y="119635"/>
                </a:lnTo>
                <a:lnTo>
                  <a:pt x="3211" y="119635"/>
                </a:lnTo>
                <a:close/>
                <a:moveTo>
                  <a:pt x="3211" y="119635"/>
                </a:move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1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40333DDE-3D54-42D9-977A-1E7E7E31AB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40137" y="2784167"/>
            <a:ext cx="86402" cy="89187"/>
          </a:xfrm>
          <a:custGeom xmlns:a="http://schemas.openxmlformats.org/drawingml/2006/main">
            <a:pathLst>
              <a:path w="86402" h="89187">
                <a:moveTo>
                  <a:pt x="43098" y="89187"/>
                </a:moveTo>
                <a:cubicBezTo>
                  <a:pt x="34632" y="89187"/>
                  <a:pt x="27127" y="87253"/>
                  <a:pt x="20582" y="83397"/>
                </a:cubicBezTo>
                <a:cubicBezTo>
                  <a:pt x="14160" y="79432"/>
                  <a:pt x="9070" y="74080"/>
                  <a:pt x="5365" y="67316"/>
                </a:cubicBezTo>
                <a:cubicBezTo>
                  <a:pt x="1770" y="60455"/>
                  <a:pt x="0" y="52909"/>
                  <a:pt x="0" y="44594"/>
                </a:cubicBezTo>
                <a:cubicBezTo>
                  <a:pt x="0" y="36183"/>
                  <a:pt x="1770" y="28622"/>
                  <a:pt x="5365" y="21872"/>
                </a:cubicBezTo>
                <a:cubicBezTo>
                  <a:pt x="9070" y="15176"/>
                  <a:pt x="14160" y="9866"/>
                  <a:pt x="20582" y="6010"/>
                </a:cubicBezTo>
                <a:cubicBezTo>
                  <a:pt x="27127" y="2044"/>
                  <a:pt x="34632" y="0"/>
                  <a:pt x="43098" y="0"/>
                </a:cubicBezTo>
                <a:cubicBezTo>
                  <a:pt x="51509" y="0"/>
                  <a:pt x="58960" y="2044"/>
                  <a:pt x="65395" y="6010"/>
                </a:cubicBezTo>
                <a:cubicBezTo>
                  <a:pt x="71940" y="10030"/>
                  <a:pt x="77085" y="15381"/>
                  <a:pt x="80831" y="22077"/>
                </a:cubicBezTo>
                <a:cubicBezTo>
                  <a:pt x="84536" y="28842"/>
                  <a:pt x="86402" y="36347"/>
                  <a:pt x="86402" y="44594"/>
                </a:cubicBezTo>
                <a:cubicBezTo>
                  <a:pt x="86402" y="52909"/>
                  <a:pt x="84536" y="60455"/>
                  <a:pt x="80831" y="67316"/>
                </a:cubicBezTo>
                <a:cubicBezTo>
                  <a:pt x="77085" y="74080"/>
                  <a:pt x="71940" y="79432"/>
                  <a:pt x="65395" y="83397"/>
                </a:cubicBezTo>
                <a:cubicBezTo>
                  <a:pt x="58960" y="87253"/>
                  <a:pt x="51509" y="89187"/>
                  <a:pt x="43098" y="89187"/>
                </a:cubicBezTo>
                <a:close/>
                <a:moveTo>
                  <a:pt x="43098" y="76537"/>
                </a:moveTo>
                <a:cubicBezTo>
                  <a:pt x="48244" y="76537"/>
                  <a:pt x="53018" y="75357"/>
                  <a:pt x="57464" y="72900"/>
                </a:cubicBezTo>
                <a:cubicBezTo>
                  <a:pt x="61855" y="70321"/>
                  <a:pt x="65450" y="66671"/>
                  <a:pt x="68180" y="61965"/>
                </a:cubicBezTo>
                <a:cubicBezTo>
                  <a:pt x="70856" y="57135"/>
                  <a:pt x="72256" y="51345"/>
                  <a:pt x="72256" y="44594"/>
                </a:cubicBezTo>
                <a:cubicBezTo>
                  <a:pt x="72256" y="37898"/>
                  <a:pt x="70856" y="32162"/>
                  <a:pt x="68180" y="27442"/>
                </a:cubicBezTo>
                <a:cubicBezTo>
                  <a:pt x="65450" y="22626"/>
                  <a:pt x="61855" y="18976"/>
                  <a:pt x="57464" y="16507"/>
                </a:cubicBezTo>
                <a:cubicBezTo>
                  <a:pt x="53018" y="13941"/>
                  <a:pt x="48244" y="12651"/>
                  <a:pt x="43098" y="12651"/>
                </a:cubicBezTo>
                <a:cubicBezTo>
                  <a:pt x="38062" y="12651"/>
                  <a:pt x="33287" y="13941"/>
                  <a:pt x="28732" y="16507"/>
                </a:cubicBezTo>
                <a:cubicBezTo>
                  <a:pt x="24286" y="18976"/>
                  <a:pt x="20637" y="22626"/>
                  <a:pt x="17796" y="27442"/>
                </a:cubicBezTo>
                <a:cubicBezTo>
                  <a:pt x="15066" y="32162"/>
                  <a:pt x="13721" y="37898"/>
                  <a:pt x="13721" y="44594"/>
                </a:cubicBezTo>
                <a:cubicBezTo>
                  <a:pt x="13721" y="51345"/>
                  <a:pt x="15066" y="57135"/>
                  <a:pt x="17796" y="61965"/>
                </a:cubicBezTo>
                <a:cubicBezTo>
                  <a:pt x="20637" y="66671"/>
                  <a:pt x="24286" y="70321"/>
                  <a:pt x="28732" y="72900"/>
                </a:cubicBezTo>
                <a:cubicBezTo>
                  <a:pt x="33287" y="75357"/>
                  <a:pt x="38062" y="76537"/>
                  <a:pt x="43098" y="76537"/>
                </a:cubicBezTo>
                <a:close/>
                <a:moveTo>
                  <a:pt x="43098" y="76537"/>
                </a:move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1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99E10546-C70A-42F9-8A16-B16E6CDF9E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5102" y="1105632"/>
            <a:ext cx="587965" cy="234165"/>
          </a:xfrm>
          <a:custGeom xmlns:a="http://schemas.openxmlformats.org/drawingml/2006/main">
            <a:pathLst>
              <a:path w="587965" h="234165">
                <a:moveTo>
                  <a:pt x="79048" y="0"/>
                </a:moveTo>
                <a:lnTo>
                  <a:pt x="508849" y="0"/>
                </a:lnTo>
                <a:cubicBezTo>
                  <a:pt x="552701" y="0"/>
                  <a:pt x="587965" y="35263"/>
                  <a:pt x="587965" y="79116"/>
                </a:cubicBezTo>
                <a:lnTo>
                  <a:pt x="587965" y="155063"/>
                </a:lnTo>
                <a:cubicBezTo>
                  <a:pt x="587965" y="198902"/>
                  <a:pt x="552701" y="234165"/>
                  <a:pt x="508849" y="234165"/>
                </a:cubicBezTo>
                <a:lnTo>
                  <a:pt x="79048" y="234165"/>
                </a:lnTo>
                <a:cubicBezTo>
                  <a:pt x="35263" y="234165"/>
                  <a:pt x="0" y="198902"/>
                  <a:pt x="0" y="155063"/>
                </a:cubicBezTo>
                <a:lnTo>
                  <a:pt x="0" y="79116"/>
                </a:lnTo>
                <a:cubicBezTo>
                  <a:pt x="0" y="35263"/>
                  <a:pt x="35263" y="0"/>
                  <a:pt x="79048" y="0"/>
                </a:cubicBezTo>
                <a:close/>
                <a:moveTo>
                  <a:pt x="79048" y="0"/>
                </a:moveTo>
              </a:path>
            </a:pathLst>
          </a:custGeom>
          <a:solidFill xmlns:a="http://schemas.openxmlformats.org/drawingml/2006/main">
            <a:srgbClr val="D5E5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1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D4BD1EBC-B5FF-4B62-A3F0-AB07394F78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5102" y="1105632"/>
            <a:ext cx="587965" cy="234165"/>
          </a:xfrm>
          <a:custGeom xmlns:a="http://schemas.openxmlformats.org/drawingml/2006/main">
            <a:pathLst>
              <a:path w="587965" h="234165" fill="none">
                <a:moveTo>
                  <a:pt x="79048" y="0"/>
                </a:moveTo>
                <a:lnTo>
                  <a:pt x="508849" y="0"/>
                </a:lnTo>
                <a:cubicBezTo>
                  <a:pt x="552701" y="0"/>
                  <a:pt x="587965" y="35263"/>
                  <a:pt x="587965" y="79116"/>
                </a:cubicBezTo>
                <a:lnTo>
                  <a:pt x="587965" y="155063"/>
                </a:lnTo>
                <a:cubicBezTo>
                  <a:pt x="587965" y="198902"/>
                  <a:pt x="552701" y="234165"/>
                  <a:pt x="508849" y="234165"/>
                </a:cubicBezTo>
                <a:lnTo>
                  <a:pt x="79048" y="234165"/>
                </a:lnTo>
                <a:cubicBezTo>
                  <a:pt x="35263" y="234165"/>
                  <a:pt x="0" y="198902"/>
                  <a:pt x="0" y="155063"/>
                </a:cubicBezTo>
                <a:lnTo>
                  <a:pt x="0" y="79116"/>
                </a:lnTo>
                <a:cubicBezTo>
                  <a:pt x="0" y="35263"/>
                  <a:pt x="35263" y="0"/>
                  <a:pt x="79048" y="0"/>
                </a:cubicBezTo>
                <a:close/>
                <a:moveTo>
                  <a:pt x="79048" y="0"/>
                </a:moveTo>
              </a:path>
            </a:pathLst>
          </a:custGeom>
          <a:noFill xmlns:a="http://schemas.openxmlformats.org/drawingml/2006/main"/>
          <a:ln xmlns:a="http://schemas.openxmlformats.org/drawingml/2006/main" w="14197" cap="flat">
            <a:solidFill>
              <a:srgbClr val="000000"/>
            </a:solidFill>
            <a:miter/>
          </a:ln>
        </p:spPr>
      </p:sp>
      <p:sp>
        <p:nvSpPr>
          <p:cNvPr id="31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DEF40F39-C070-4767-BA16-49FA59C26B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5645" y="1193804"/>
            <a:ext cx="63035" cy="70746"/>
          </a:xfrm>
          <a:custGeom xmlns:a="http://schemas.openxmlformats.org/drawingml/2006/main">
            <a:pathLst>
              <a:path w="63035" h="70746">
                <a:moveTo>
                  <a:pt x="63035" y="70746"/>
                </a:moveTo>
                <a:lnTo>
                  <a:pt x="0" y="40519"/>
                </a:lnTo>
                <a:lnTo>
                  <a:pt x="0" y="30228"/>
                </a:lnTo>
                <a:lnTo>
                  <a:pt x="63035" y="0"/>
                </a:lnTo>
                <a:lnTo>
                  <a:pt x="63035" y="12857"/>
                </a:lnTo>
                <a:lnTo>
                  <a:pt x="14791" y="34948"/>
                </a:lnTo>
                <a:lnTo>
                  <a:pt x="14791" y="35593"/>
                </a:lnTo>
                <a:lnTo>
                  <a:pt x="63035" y="57890"/>
                </a:lnTo>
                <a:lnTo>
                  <a:pt x="63035" y="70746"/>
                </a:lnTo>
                <a:close/>
                <a:moveTo>
                  <a:pt x="63035" y="70746"/>
                </a:move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1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C3082266-5170-41ED-B261-BEEFFCCBED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28782" y="1155852"/>
            <a:ext cx="82972" cy="120485"/>
          </a:xfrm>
          <a:custGeom xmlns:a="http://schemas.openxmlformats.org/drawingml/2006/main">
            <a:pathLst>
              <a:path w="82972" h="120485">
                <a:moveTo>
                  <a:pt x="42659" y="120485"/>
                </a:moveTo>
                <a:cubicBezTo>
                  <a:pt x="35908" y="120485"/>
                  <a:pt x="30063" y="118990"/>
                  <a:pt x="25082" y="115985"/>
                </a:cubicBezTo>
                <a:cubicBezTo>
                  <a:pt x="20047" y="112884"/>
                  <a:pt x="16397" y="109344"/>
                  <a:pt x="14146" y="105488"/>
                </a:cubicBezTo>
                <a:lnTo>
                  <a:pt x="13502" y="105488"/>
                </a:lnTo>
                <a:lnTo>
                  <a:pt x="13502" y="117920"/>
                </a:lnTo>
                <a:lnTo>
                  <a:pt x="0" y="117920"/>
                </a:lnTo>
                <a:lnTo>
                  <a:pt x="0" y="0"/>
                </a:lnTo>
                <a:lnTo>
                  <a:pt x="14146" y="0"/>
                </a:lnTo>
                <a:lnTo>
                  <a:pt x="14146" y="34728"/>
                </a:lnTo>
                <a:lnTo>
                  <a:pt x="13502" y="46528"/>
                </a:lnTo>
                <a:lnTo>
                  <a:pt x="14146" y="46528"/>
                </a:lnTo>
                <a:cubicBezTo>
                  <a:pt x="16397" y="42563"/>
                  <a:pt x="20047" y="39023"/>
                  <a:pt x="25082" y="36018"/>
                </a:cubicBezTo>
                <a:cubicBezTo>
                  <a:pt x="30063" y="32917"/>
                  <a:pt x="35908" y="31298"/>
                  <a:pt x="42659" y="31298"/>
                </a:cubicBezTo>
                <a:cubicBezTo>
                  <a:pt x="50384" y="31298"/>
                  <a:pt x="57245" y="33233"/>
                  <a:pt x="63241" y="37088"/>
                </a:cubicBezTo>
                <a:cubicBezTo>
                  <a:pt x="69347" y="40958"/>
                  <a:pt x="74177" y="46254"/>
                  <a:pt x="77607" y="52964"/>
                </a:cubicBezTo>
                <a:cubicBezTo>
                  <a:pt x="81147" y="59550"/>
                  <a:pt x="82972" y="67220"/>
                  <a:pt x="82972" y="75892"/>
                </a:cubicBezTo>
                <a:cubicBezTo>
                  <a:pt x="82972" y="84632"/>
                  <a:pt x="81147" y="92357"/>
                  <a:pt x="77607" y="99053"/>
                </a:cubicBezTo>
                <a:cubicBezTo>
                  <a:pt x="74177" y="105804"/>
                  <a:pt x="69347" y="111059"/>
                  <a:pt x="63241" y="114915"/>
                </a:cubicBezTo>
                <a:cubicBezTo>
                  <a:pt x="57245" y="118619"/>
                  <a:pt x="50384" y="120485"/>
                  <a:pt x="42659" y="120485"/>
                </a:cubicBezTo>
                <a:close/>
                <a:moveTo>
                  <a:pt x="41163" y="107848"/>
                </a:moveTo>
                <a:cubicBezTo>
                  <a:pt x="45980" y="107848"/>
                  <a:pt x="50480" y="106558"/>
                  <a:pt x="54665" y="103979"/>
                </a:cubicBezTo>
                <a:cubicBezTo>
                  <a:pt x="58960" y="101413"/>
                  <a:pt x="62390" y="97708"/>
                  <a:pt x="64956" y="92837"/>
                </a:cubicBezTo>
                <a:cubicBezTo>
                  <a:pt x="67535" y="88007"/>
                  <a:pt x="68812" y="82327"/>
                  <a:pt x="68812" y="75892"/>
                </a:cubicBezTo>
                <a:cubicBezTo>
                  <a:pt x="68812" y="69360"/>
                  <a:pt x="67535" y="63680"/>
                  <a:pt x="64956" y="58960"/>
                </a:cubicBezTo>
                <a:cubicBezTo>
                  <a:pt x="62390" y="54144"/>
                  <a:pt x="58960" y="50384"/>
                  <a:pt x="54665" y="47818"/>
                </a:cubicBezTo>
                <a:cubicBezTo>
                  <a:pt x="50480" y="45239"/>
                  <a:pt x="45980" y="43949"/>
                  <a:pt x="41163" y="43949"/>
                </a:cubicBezTo>
                <a:cubicBezTo>
                  <a:pt x="36443" y="43949"/>
                  <a:pt x="31943" y="45239"/>
                  <a:pt x="27648" y="47818"/>
                </a:cubicBezTo>
                <a:cubicBezTo>
                  <a:pt x="23367" y="50384"/>
                  <a:pt x="19937" y="54144"/>
                  <a:pt x="17357" y="58960"/>
                </a:cubicBezTo>
                <a:cubicBezTo>
                  <a:pt x="14791" y="63680"/>
                  <a:pt x="13502" y="69360"/>
                  <a:pt x="13502" y="75892"/>
                </a:cubicBezTo>
                <a:cubicBezTo>
                  <a:pt x="13502" y="82492"/>
                  <a:pt x="14791" y="88227"/>
                  <a:pt x="17357" y="93043"/>
                </a:cubicBezTo>
                <a:cubicBezTo>
                  <a:pt x="19937" y="97763"/>
                  <a:pt x="23367" y="101413"/>
                  <a:pt x="27648" y="103979"/>
                </a:cubicBezTo>
                <a:cubicBezTo>
                  <a:pt x="31943" y="106558"/>
                  <a:pt x="36443" y="107848"/>
                  <a:pt x="41163" y="107848"/>
                </a:cubicBezTo>
                <a:close/>
                <a:moveTo>
                  <a:pt x="41163" y="107848"/>
                </a:move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1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243EED54-36A5-423D-BBF1-CD17E22DB5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23595" y="1187150"/>
            <a:ext cx="86183" cy="89187"/>
          </a:xfrm>
          <a:custGeom xmlns:a="http://schemas.openxmlformats.org/drawingml/2006/main">
            <a:pathLst>
              <a:path w="86183" h="89187">
                <a:moveTo>
                  <a:pt x="43084" y="89187"/>
                </a:moveTo>
                <a:cubicBezTo>
                  <a:pt x="34618" y="89187"/>
                  <a:pt x="27113" y="87266"/>
                  <a:pt x="20582" y="83411"/>
                </a:cubicBezTo>
                <a:cubicBezTo>
                  <a:pt x="14146" y="79445"/>
                  <a:pt x="9056" y="74080"/>
                  <a:pt x="5351" y="67330"/>
                </a:cubicBezTo>
                <a:cubicBezTo>
                  <a:pt x="1770" y="60620"/>
                  <a:pt x="0" y="53073"/>
                  <a:pt x="0" y="44594"/>
                </a:cubicBezTo>
                <a:cubicBezTo>
                  <a:pt x="0" y="36347"/>
                  <a:pt x="1770" y="28842"/>
                  <a:pt x="5351" y="22091"/>
                </a:cubicBezTo>
                <a:cubicBezTo>
                  <a:pt x="9056" y="15230"/>
                  <a:pt x="14146" y="9866"/>
                  <a:pt x="20582" y="6010"/>
                </a:cubicBezTo>
                <a:cubicBezTo>
                  <a:pt x="27113" y="2044"/>
                  <a:pt x="34618" y="0"/>
                  <a:pt x="43084" y="0"/>
                </a:cubicBezTo>
                <a:cubicBezTo>
                  <a:pt x="51509" y="0"/>
                  <a:pt x="58960" y="2044"/>
                  <a:pt x="65381" y="6010"/>
                </a:cubicBezTo>
                <a:cubicBezTo>
                  <a:pt x="71926" y="10030"/>
                  <a:pt x="77017" y="15436"/>
                  <a:pt x="80612" y="22297"/>
                </a:cubicBezTo>
                <a:cubicBezTo>
                  <a:pt x="84303" y="29061"/>
                  <a:pt x="86183" y="36457"/>
                  <a:pt x="86183" y="44594"/>
                </a:cubicBezTo>
                <a:cubicBezTo>
                  <a:pt x="86183" y="53073"/>
                  <a:pt x="84303" y="60620"/>
                  <a:pt x="80612" y="67330"/>
                </a:cubicBezTo>
                <a:cubicBezTo>
                  <a:pt x="77017" y="74080"/>
                  <a:pt x="71926" y="79445"/>
                  <a:pt x="65381" y="83411"/>
                </a:cubicBezTo>
                <a:cubicBezTo>
                  <a:pt x="58960" y="87266"/>
                  <a:pt x="51509" y="89187"/>
                  <a:pt x="43084" y="89187"/>
                </a:cubicBezTo>
                <a:close/>
                <a:moveTo>
                  <a:pt x="43084" y="76550"/>
                </a:moveTo>
                <a:cubicBezTo>
                  <a:pt x="48079" y="76550"/>
                  <a:pt x="52785" y="75370"/>
                  <a:pt x="57245" y="72900"/>
                </a:cubicBezTo>
                <a:cubicBezTo>
                  <a:pt x="61635" y="70321"/>
                  <a:pt x="65230" y="66685"/>
                  <a:pt x="67961" y="61965"/>
                </a:cubicBezTo>
                <a:cubicBezTo>
                  <a:pt x="70801" y="57149"/>
                  <a:pt x="72242" y="51358"/>
                  <a:pt x="72242" y="44594"/>
                </a:cubicBezTo>
                <a:cubicBezTo>
                  <a:pt x="72242" y="37898"/>
                  <a:pt x="70801" y="32162"/>
                  <a:pt x="67961" y="27442"/>
                </a:cubicBezTo>
                <a:cubicBezTo>
                  <a:pt x="65230" y="22626"/>
                  <a:pt x="61635" y="18976"/>
                  <a:pt x="57245" y="16520"/>
                </a:cubicBezTo>
                <a:cubicBezTo>
                  <a:pt x="52785" y="13941"/>
                  <a:pt x="48079" y="12651"/>
                  <a:pt x="43084" y="12651"/>
                </a:cubicBezTo>
                <a:cubicBezTo>
                  <a:pt x="38049" y="12651"/>
                  <a:pt x="33287" y="13941"/>
                  <a:pt x="28732" y="16520"/>
                </a:cubicBezTo>
                <a:cubicBezTo>
                  <a:pt x="24273" y="18976"/>
                  <a:pt x="20637" y="22626"/>
                  <a:pt x="17796" y="27442"/>
                </a:cubicBezTo>
                <a:cubicBezTo>
                  <a:pt x="15052" y="32162"/>
                  <a:pt x="13721" y="37898"/>
                  <a:pt x="13721" y="44594"/>
                </a:cubicBezTo>
                <a:cubicBezTo>
                  <a:pt x="13721" y="51358"/>
                  <a:pt x="15052" y="57149"/>
                  <a:pt x="17796" y="61965"/>
                </a:cubicBezTo>
                <a:cubicBezTo>
                  <a:pt x="20637" y="66685"/>
                  <a:pt x="24273" y="70321"/>
                  <a:pt x="28732" y="72900"/>
                </a:cubicBezTo>
                <a:cubicBezTo>
                  <a:pt x="33287" y="75370"/>
                  <a:pt x="38049" y="76550"/>
                  <a:pt x="43084" y="76550"/>
                </a:cubicBezTo>
                <a:close/>
                <a:moveTo>
                  <a:pt x="43084" y="76550"/>
                </a:move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2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61F214FF-C740-43FC-A73F-E355E09BAE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17982" y="1166143"/>
            <a:ext cx="49520" cy="108918"/>
          </a:xfrm>
          <a:custGeom xmlns:a="http://schemas.openxmlformats.org/drawingml/2006/main">
            <a:pathLst>
              <a:path w="49520" h="108918">
                <a:moveTo>
                  <a:pt x="37939" y="108918"/>
                </a:moveTo>
                <a:cubicBezTo>
                  <a:pt x="30927" y="108918"/>
                  <a:pt x="25302" y="106929"/>
                  <a:pt x="21007" y="102909"/>
                </a:cubicBezTo>
                <a:cubicBezTo>
                  <a:pt x="16712" y="98779"/>
                  <a:pt x="14572" y="93002"/>
                  <a:pt x="14572" y="85551"/>
                </a:cubicBezTo>
                <a:lnTo>
                  <a:pt x="14572" y="36238"/>
                </a:lnTo>
                <a:lnTo>
                  <a:pt x="0" y="36238"/>
                </a:lnTo>
                <a:lnTo>
                  <a:pt x="0" y="23587"/>
                </a:lnTo>
                <a:lnTo>
                  <a:pt x="14572" y="23587"/>
                </a:lnTo>
                <a:lnTo>
                  <a:pt x="14572" y="0"/>
                </a:lnTo>
                <a:lnTo>
                  <a:pt x="28513" y="0"/>
                </a:lnTo>
                <a:lnTo>
                  <a:pt x="28513" y="23587"/>
                </a:lnTo>
                <a:lnTo>
                  <a:pt x="49094" y="23587"/>
                </a:lnTo>
                <a:lnTo>
                  <a:pt x="49094" y="36238"/>
                </a:lnTo>
                <a:lnTo>
                  <a:pt x="28513" y="36238"/>
                </a:lnTo>
                <a:lnTo>
                  <a:pt x="28513" y="82121"/>
                </a:lnTo>
                <a:cubicBezTo>
                  <a:pt x="28513" y="86567"/>
                  <a:pt x="29363" y="89997"/>
                  <a:pt x="31078" y="92412"/>
                </a:cubicBezTo>
                <a:cubicBezTo>
                  <a:pt x="32903" y="94717"/>
                  <a:pt x="36018" y="95842"/>
                  <a:pt x="40299" y="95842"/>
                </a:cubicBezTo>
                <a:cubicBezTo>
                  <a:pt x="42124" y="95842"/>
                  <a:pt x="43784" y="95623"/>
                  <a:pt x="45239" y="95197"/>
                </a:cubicBezTo>
                <a:cubicBezTo>
                  <a:pt x="46789" y="94662"/>
                  <a:pt x="48230" y="93908"/>
                  <a:pt x="49520" y="93043"/>
                </a:cubicBezTo>
                <a:lnTo>
                  <a:pt x="49520" y="106764"/>
                </a:lnTo>
                <a:cubicBezTo>
                  <a:pt x="48079" y="107519"/>
                  <a:pt x="46515" y="107944"/>
                  <a:pt x="44800" y="108274"/>
                </a:cubicBezTo>
                <a:cubicBezTo>
                  <a:pt x="43084" y="108699"/>
                  <a:pt x="40779" y="108918"/>
                  <a:pt x="37939" y="108918"/>
                </a:cubicBezTo>
                <a:close/>
                <a:moveTo>
                  <a:pt x="37939" y="108918"/>
                </a:move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2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11B1221B-5CA2-49D9-A80F-92D4CEBA65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73512" y="1297783"/>
            <a:ext cx="78471" cy="11581"/>
          </a:xfrm>
          <a:custGeom xmlns:a="http://schemas.openxmlformats.org/drawingml/2006/main">
            <a:pathLst>
              <a:path w="78471" h="11581">
                <a:moveTo>
                  <a:pt x="0" y="0"/>
                </a:moveTo>
                <a:lnTo>
                  <a:pt x="78471" y="0"/>
                </a:lnTo>
                <a:lnTo>
                  <a:pt x="78471" y="11581"/>
                </a:lnTo>
                <a:lnTo>
                  <a:pt x="0" y="11581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2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1ED6FDE6-2A2A-419F-AA92-189441CABA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0449" y="1154137"/>
            <a:ext cx="20143" cy="119635"/>
          </a:xfrm>
          <a:custGeom xmlns:a="http://schemas.openxmlformats.org/drawingml/2006/main">
            <a:pathLst>
              <a:path w="20143" h="119635">
                <a:moveTo>
                  <a:pt x="10071" y="20156"/>
                </a:moveTo>
                <a:cubicBezTo>
                  <a:pt x="7341" y="20156"/>
                  <a:pt x="4981" y="19196"/>
                  <a:pt x="2991" y="17151"/>
                </a:cubicBezTo>
                <a:cubicBezTo>
                  <a:pt x="960" y="15176"/>
                  <a:pt x="0" y="12816"/>
                  <a:pt x="0" y="10085"/>
                </a:cubicBezTo>
                <a:cubicBezTo>
                  <a:pt x="0" y="7245"/>
                  <a:pt x="960" y="4885"/>
                  <a:pt x="2991" y="3005"/>
                </a:cubicBezTo>
                <a:cubicBezTo>
                  <a:pt x="4981" y="1015"/>
                  <a:pt x="7341" y="0"/>
                  <a:pt x="10071" y="0"/>
                </a:cubicBezTo>
                <a:cubicBezTo>
                  <a:pt x="12912" y="0"/>
                  <a:pt x="15272" y="1015"/>
                  <a:pt x="17151" y="3005"/>
                </a:cubicBezTo>
                <a:cubicBezTo>
                  <a:pt x="19127" y="4885"/>
                  <a:pt x="20143" y="7245"/>
                  <a:pt x="20143" y="10085"/>
                </a:cubicBezTo>
                <a:cubicBezTo>
                  <a:pt x="20143" y="12816"/>
                  <a:pt x="19127" y="15176"/>
                  <a:pt x="17151" y="17151"/>
                </a:cubicBezTo>
                <a:cubicBezTo>
                  <a:pt x="15272" y="19196"/>
                  <a:pt x="12912" y="20156"/>
                  <a:pt x="10071" y="20156"/>
                </a:cubicBezTo>
                <a:close/>
                <a:moveTo>
                  <a:pt x="3211" y="119635"/>
                </a:moveTo>
                <a:lnTo>
                  <a:pt x="3211" y="35593"/>
                </a:lnTo>
                <a:lnTo>
                  <a:pt x="17151" y="35593"/>
                </a:lnTo>
                <a:lnTo>
                  <a:pt x="17151" y="119635"/>
                </a:lnTo>
                <a:lnTo>
                  <a:pt x="3211" y="119635"/>
                </a:lnTo>
                <a:close/>
                <a:moveTo>
                  <a:pt x="3211" y="119635"/>
                </a:move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2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34D77818-8C7C-4A50-9407-C59E17C642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98772" y="1193804"/>
            <a:ext cx="63021" cy="70746"/>
          </a:xfrm>
          <a:custGeom xmlns:a="http://schemas.openxmlformats.org/drawingml/2006/main">
            <a:pathLst>
              <a:path w="63021" h="70746">
                <a:moveTo>
                  <a:pt x="0" y="70746"/>
                </a:moveTo>
                <a:lnTo>
                  <a:pt x="0" y="57890"/>
                </a:lnTo>
                <a:lnTo>
                  <a:pt x="48230" y="35593"/>
                </a:lnTo>
                <a:lnTo>
                  <a:pt x="48230" y="34948"/>
                </a:lnTo>
                <a:lnTo>
                  <a:pt x="0" y="12857"/>
                </a:lnTo>
                <a:lnTo>
                  <a:pt x="0" y="0"/>
                </a:lnTo>
                <a:lnTo>
                  <a:pt x="63021" y="30228"/>
                </a:lnTo>
                <a:lnTo>
                  <a:pt x="63021" y="40519"/>
                </a:lnTo>
                <a:lnTo>
                  <a:pt x="0" y="70746"/>
                </a:lnTo>
                <a:close/>
                <a:moveTo>
                  <a:pt x="0" y="70746"/>
                </a:move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2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1624A24B-C687-4EB1-9BB6-0855172554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5902" y="1105632"/>
            <a:ext cx="539200" cy="234165"/>
          </a:xfrm>
          <a:custGeom xmlns:a="http://schemas.openxmlformats.org/drawingml/2006/main">
            <a:pathLst>
              <a:path w="539200" h="234165">
                <a:moveTo>
                  <a:pt x="79102" y="0"/>
                </a:moveTo>
                <a:lnTo>
                  <a:pt x="460084" y="0"/>
                </a:lnTo>
                <a:cubicBezTo>
                  <a:pt x="503868" y="0"/>
                  <a:pt x="539200" y="35263"/>
                  <a:pt x="539200" y="79116"/>
                </a:cubicBezTo>
                <a:lnTo>
                  <a:pt x="539200" y="155063"/>
                </a:lnTo>
                <a:cubicBezTo>
                  <a:pt x="539200" y="198902"/>
                  <a:pt x="503868" y="234165"/>
                  <a:pt x="460084" y="234165"/>
                </a:cubicBezTo>
                <a:lnTo>
                  <a:pt x="79102" y="234165"/>
                </a:lnTo>
                <a:cubicBezTo>
                  <a:pt x="35318" y="234165"/>
                  <a:pt x="0" y="198902"/>
                  <a:pt x="0" y="155063"/>
                </a:cubicBezTo>
                <a:lnTo>
                  <a:pt x="0" y="79116"/>
                </a:lnTo>
                <a:cubicBezTo>
                  <a:pt x="0" y="35263"/>
                  <a:pt x="35318" y="0"/>
                  <a:pt x="79102" y="0"/>
                </a:cubicBezTo>
                <a:close/>
                <a:moveTo>
                  <a:pt x="79102" y="0"/>
                </a:moveTo>
              </a:path>
            </a:pathLst>
          </a:custGeom>
          <a:solidFill xmlns:a="http://schemas.openxmlformats.org/drawingml/2006/main">
            <a:srgbClr val="FFAAAA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2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0F67B76E-7740-4FB7-A767-304899024F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5902" y="1105632"/>
            <a:ext cx="539200" cy="234165"/>
          </a:xfrm>
          <a:custGeom xmlns:a="http://schemas.openxmlformats.org/drawingml/2006/main">
            <a:pathLst>
              <a:path w="539200" h="234165" fill="none">
                <a:moveTo>
                  <a:pt x="79102" y="0"/>
                </a:moveTo>
                <a:lnTo>
                  <a:pt x="460084" y="0"/>
                </a:lnTo>
                <a:cubicBezTo>
                  <a:pt x="503868" y="0"/>
                  <a:pt x="539200" y="35263"/>
                  <a:pt x="539200" y="79116"/>
                </a:cubicBezTo>
                <a:lnTo>
                  <a:pt x="539200" y="155063"/>
                </a:lnTo>
                <a:cubicBezTo>
                  <a:pt x="539200" y="198902"/>
                  <a:pt x="503868" y="234165"/>
                  <a:pt x="460084" y="234165"/>
                </a:cubicBezTo>
                <a:lnTo>
                  <a:pt x="79102" y="234165"/>
                </a:lnTo>
                <a:cubicBezTo>
                  <a:pt x="35318" y="234165"/>
                  <a:pt x="0" y="198902"/>
                  <a:pt x="0" y="155063"/>
                </a:cubicBezTo>
                <a:lnTo>
                  <a:pt x="0" y="79116"/>
                </a:lnTo>
                <a:cubicBezTo>
                  <a:pt x="0" y="35263"/>
                  <a:pt x="35318" y="0"/>
                  <a:pt x="79102" y="0"/>
                </a:cubicBezTo>
                <a:close/>
                <a:moveTo>
                  <a:pt x="79102" y="0"/>
                </a:moveTo>
              </a:path>
            </a:pathLst>
          </a:custGeom>
          <a:noFill xmlns:a="http://schemas.openxmlformats.org/drawingml/2006/main"/>
          <a:ln xmlns:a="http://schemas.openxmlformats.org/drawingml/2006/main" w="14197" cap="flat">
            <a:solidFill>
              <a:srgbClr val="000000"/>
            </a:solidFill>
            <a:miter/>
          </a:ln>
        </p:spPr>
      </p:sp>
      <p:sp>
        <p:nvSpPr>
          <p:cNvPr id="32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A7C55B3D-2D28-4BF0-8345-D96C7D9107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3981" y="1193804"/>
            <a:ext cx="63021" cy="70746"/>
          </a:xfrm>
          <a:custGeom xmlns:a="http://schemas.openxmlformats.org/drawingml/2006/main">
            <a:pathLst>
              <a:path w="63021" h="70746">
                <a:moveTo>
                  <a:pt x="63021" y="70746"/>
                </a:moveTo>
                <a:lnTo>
                  <a:pt x="0" y="40519"/>
                </a:lnTo>
                <a:lnTo>
                  <a:pt x="0" y="30228"/>
                </a:lnTo>
                <a:lnTo>
                  <a:pt x="63021" y="0"/>
                </a:lnTo>
                <a:lnTo>
                  <a:pt x="63021" y="12857"/>
                </a:lnTo>
                <a:lnTo>
                  <a:pt x="14791" y="34948"/>
                </a:lnTo>
                <a:lnTo>
                  <a:pt x="14791" y="35593"/>
                </a:lnTo>
                <a:lnTo>
                  <a:pt x="63021" y="57890"/>
                </a:lnTo>
                <a:lnTo>
                  <a:pt x="63021" y="70746"/>
                </a:lnTo>
                <a:close/>
                <a:moveTo>
                  <a:pt x="63021" y="70746"/>
                </a:move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2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74216014-5505-4AE8-8920-32FD30B712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533" y="1166143"/>
            <a:ext cx="49520" cy="108918"/>
          </a:xfrm>
          <a:custGeom xmlns:a="http://schemas.openxmlformats.org/drawingml/2006/main">
            <a:pathLst>
              <a:path w="49520" h="108918">
                <a:moveTo>
                  <a:pt x="37953" y="108918"/>
                </a:moveTo>
                <a:cubicBezTo>
                  <a:pt x="30927" y="108918"/>
                  <a:pt x="25302" y="106929"/>
                  <a:pt x="21007" y="102909"/>
                </a:cubicBezTo>
                <a:cubicBezTo>
                  <a:pt x="16726" y="98779"/>
                  <a:pt x="14572" y="93002"/>
                  <a:pt x="14572" y="85551"/>
                </a:cubicBezTo>
                <a:lnTo>
                  <a:pt x="14572" y="36238"/>
                </a:lnTo>
                <a:lnTo>
                  <a:pt x="0" y="36238"/>
                </a:lnTo>
                <a:lnTo>
                  <a:pt x="0" y="23587"/>
                </a:lnTo>
                <a:lnTo>
                  <a:pt x="14572" y="23587"/>
                </a:lnTo>
                <a:lnTo>
                  <a:pt x="14572" y="0"/>
                </a:lnTo>
                <a:lnTo>
                  <a:pt x="28513" y="0"/>
                </a:lnTo>
                <a:lnTo>
                  <a:pt x="28513" y="23587"/>
                </a:lnTo>
                <a:lnTo>
                  <a:pt x="49094" y="23587"/>
                </a:lnTo>
                <a:lnTo>
                  <a:pt x="49094" y="36238"/>
                </a:lnTo>
                <a:lnTo>
                  <a:pt x="28513" y="36238"/>
                </a:lnTo>
                <a:lnTo>
                  <a:pt x="28513" y="82121"/>
                </a:lnTo>
                <a:cubicBezTo>
                  <a:pt x="28513" y="86567"/>
                  <a:pt x="29377" y="89997"/>
                  <a:pt x="31092" y="92412"/>
                </a:cubicBezTo>
                <a:cubicBezTo>
                  <a:pt x="32903" y="94717"/>
                  <a:pt x="36018" y="95842"/>
                  <a:pt x="40299" y="95842"/>
                </a:cubicBezTo>
                <a:cubicBezTo>
                  <a:pt x="42124" y="95842"/>
                  <a:pt x="43784" y="95623"/>
                  <a:pt x="45239" y="95197"/>
                </a:cubicBezTo>
                <a:cubicBezTo>
                  <a:pt x="46789" y="94662"/>
                  <a:pt x="48244" y="93908"/>
                  <a:pt x="49520" y="93043"/>
                </a:cubicBezTo>
                <a:lnTo>
                  <a:pt x="49520" y="106764"/>
                </a:lnTo>
                <a:cubicBezTo>
                  <a:pt x="48079" y="107519"/>
                  <a:pt x="46528" y="107944"/>
                  <a:pt x="44813" y="108274"/>
                </a:cubicBezTo>
                <a:cubicBezTo>
                  <a:pt x="43098" y="108699"/>
                  <a:pt x="40793" y="108918"/>
                  <a:pt x="37953" y="108918"/>
                </a:cubicBezTo>
                <a:close/>
                <a:moveTo>
                  <a:pt x="37953" y="108918"/>
                </a:move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2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CF249EF5-6B62-41E7-ABC8-39103BA0FA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0973" y="1187150"/>
            <a:ext cx="72887" cy="89187"/>
          </a:xfrm>
          <a:custGeom xmlns:a="http://schemas.openxmlformats.org/drawingml/2006/main">
            <a:pathLst>
              <a:path w="72887" h="89187">
                <a:moveTo>
                  <a:pt x="31723" y="89187"/>
                </a:moveTo>
                <a:cubicBezTo>
                  <a:pt x="25398" y="89187"/>
                  <a:pt x="19937" y="87966"/>
                  <a:pt x="15217" y="85551"/>
                </a:cubicBezTo>
                <a:cubicBezTo>
                  <a:pt x="10510" y="83136"/>
                  <a:pt x="6751" y="79871"/>
                  <a:pt x="4075" y="75686"/>
                </a:cubicBezTo>
                <a:cubicBezTo>
                  <a:pt x="1345" y="71405"/>
                  <a:pt x="0" y="66630"/>
                  <a:pt x="0" y="61320"/>
                </a:cubicBezTo>
                <a:cubicBezTo>
                  <a:pt x="0" y="55214"/>
                  <a:pt x="1550" y="50068"/>
                  <a:pt x="4720" y="45884"/>
                </a:cubicBezTo>
                <a:cubicBezTo>
                  <a:pt x="7986" y="41603"/>
                  <a:pt x="12267" y="38378"/>
                  <a:pt x="17577" y="36238"/>
                </a:cubicBezTo>
                <a:cubicBezTo>
                  <a:pt x="22997" y="34097"/>
                  <a:pt x="28938" y="33027"/>
                  <a:pt x="35373" y="33027"/>
                </a:cubicBezTo>
                <a:cubicBezTo>
                  <a:pt x="40944" y="33027"/>
                  <a:pt x="45884" y="33672"/>
                  <a:pt x="50165" y="34948"/>
                </a:cubicBezTo>
                <a:cubicBezTo>
                  <a:pt x="54459" y="36128"/>
                  <a:pt x="57505" y="37253"/>
                  <a:pt x="59385" y="38378"/>
                </a:cubicBezTo>
                <a:lnTo>
                  <a:pt x="59385" y="33233"/>
                </a:lnTo>
                <a:cubicBezTo>
                  <a:pt x="59385" y="26962"/>
                  <a:pt x="57080" y="21981"/>
                  <a:pt x="52525" y="18235"/>
                </a:cubicBezTo>
                <a:cubicBezTo>
                  <a:pt x="48079" y="14366"/>
                  <a:pt x="42659" y="12445"/>
                  <a:pt x="36238" y="12445"/>
                </a:cubicBezTo>
                <a:cubicBezTo>
                  <a:pt x="31627" y="12445"/>
                  <a:pt x="27333" y="13515"/>
                  <a:pt x="23367" y="15656"/>
                </a:cubicBezTo>
                <a:cubicBezTo>
                  <a:pt x="19347" y="17700"/>
                  <a:pt x="16191" y="20486"/>
                  <a:pt x="13941" y="24012"/>
                </a:cubicBezTo>
                <a:lnTo>
                  <a:pt x="3211" y="16081"/>
                </a:lnTo>
                <a:cubicBezTo>
                  <a:pt x="6641" y="11265"/>
                  <a:pt x="11196" y="7409"/>
                  <a:pt x="16932" y="4514"/>
                </a:cubicBezTo>
                <a:cubicBezTo>
                  <a:pt x="22612" y="1509"/>
                  <a:pt x="29048" y="0"/>
                  <a:pt x="36238" y="0"/>
                </a:cubicBezTo>
                <a:cubicBezTo>
                  <a:pt x="47654" y="0"/>
                  <a:pt x="56600" y="3115"/>
                  <a:pt x="63035" y="9221"/>
                </a:cubicBezTo>
                <a:cubicBezTo>
                  <a:pt x="69566" y="15230"/>
                  <a:pt x="72887" y="23326"/>
                  <a:pt x="72887" y="33452"/>
                </a:cubicBezTo>
                <a:lnTo>
                  <a:pt x="72887" y="86622"/>
                </a:lnTo>
                <a:lnTo>
                  <a:pt x="59385" y="86622"/>
                </a:lnTo>
                <a:lnTo>
                  <a:pt x="59385" y="74616"/>
                </a:lnTo>
                <a:lnTo>
                  <a:pt x="58740" y="74616"/>
                </a:lnTo>
                <a:cubicBezTo>
                  <a:pt x="56600" y="78361"/>
                  <a:pt x="53169" y="81696"/>
                  <a:pt x="48449" y="84687"/>
                </a:cubicBezTo>
                <a:cubicBezTo>
                  <a:pt x="43729" y="87692"/>
                  <a:pt x="38159" y="89187"/>
                  <a:pt x="31723" y="89187"/>
                </a:cubicBezTo>
                <a:close/>
                <a:moveTo>
                  <a:pt x="33013" y="76976"/>
                </a:moveTo>
                <a:cubicBezTo>
                  <a:pt x="37843" y="76976"/>
                  <a:pt x="42289" y="75796"/>
                  <a:pt x="46309" y="73326"/>
                </a:cubicBezTo>
                <a:cubicBezTo>
                  <a:pt x="50274" y="70911"/>
                  <a:pt x="53430" y="67700"/>
                  <a:pt x="55735" y="63680"/>
                </a:cubicBezTo>
                <a:cubicBezTo>
                  <a:pt x="58150" y="59550"/>
                  <a:pt x="59385" y="55049"/>
                  <a:pt x="59385" y="50178"/>
                </a:cubicBezTo>
                <a:cubicBezTo>
                  <a:pt x="56915" y="48463"/>
                  <a:pt x="53814" y="47118"/>
                  <a:pt x="49959" y="46103"/>
                </a:cubicBezTo>
                <a:cubicBezTo>
                  <a:pt x="46199" y="44978"/>
                  <a:pt x="42069" y="44388"/>
                  <a:pt x="37514" y="44388"/>
                </a:cubicBezTo>
                <a:cubicBezTo>
                  <a:pt x="29473" y="44388"/>
                  <a:pt x="23642" y="46048"/>
                  <a:pt x="19937" y="49314"/>
                </a:cubicBezTo>
                <a:cubicBezTo>
                  <a:pt x="16191" y="52634"/>
                  <a:pt x="14366" y="56600"/>
                  <a:pt x="14366" y="61320"/>
                </a:cubicBezTo>
                <a:cubicBezTo>
                  <a:pt x="14366" y="66040"/>
                  <a:pt x="16081" y="69841"/>
                  <a:pt x="19511" y="72681"/>
                </a:cubicBezTo>
                <a:cubicBezTo>
                  <a:pt x="23052" y="75576"/>
                  <a:pt x="27552" y="76976"/>
                  <a:pt x="33013" y="76976"/>
                </a:cubicBezTo>
                <a:close/>
                <a:moveTo>
                  <a:pt x="33013" y="76976"/>
                </a:move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2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D04DB74A-1BA7-405E-9DEF-17FE6D4F73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6305" y="1187150"/>
            <a:ext cx="68606" cy="89187"/>
          </a:xfrm>
          <a:custGeom xmlns:a="http://schemas.openxmlformats.org/drawingml/2006/main">
            <a:pathLst>
              <a:path w="68606" h="89187">
                <a:moveTo>
                  <a:pt x="35373" y="89187"/>
                </a:moveTo>
                <a:cubicBezTo>
                  <a:pt x="25933" y="89187"/>
                  <a:pt x="18222" y="86937"/>
                  <a:pt x="12212" y="82546"/>
                </a:cubicBezTo>
                <a:cubicBezTo>
                  <a:pt x="6325" y="78156"/>
                  <a:pt x="2250" y="72846"/>
                  <a:pt x="0" y="66685"/>
                </a:cubicBezTo>
                <a:lnTo>
                  <a:pt x="12431" y="61114"/>
                </a:lnTo>
                <a:cubicBezTo>
                  <a:pt x="14682" y="66150"/>
                  <a:pt x="17837" y="70060"/>
                  <a:pt x="21858" y="72900"/>
                </a:cubicBezTo>
                <a:cubicBezTo>
                  <a:pt x="25988" y="75631"/>
                  <a:pt x="30488" y="76976"/>
                  <a:pt x="35373" y="76976"/>
                </a:cubicBezTo>
                <a:cubicBezTo>
                  <a:pt x="40354" y="76976"/>
                  <a:pt x="44800" y="76015"/>
                  <a:pt x="48669" y="73971"/>
                </a:cubicBezTo>
                <a:cubicBezTo>
                  <a:pt x="52525" y="71830"/>
                  <a:pt x="54445" y="68715"/>
                  <a:pt x="54445" y="64544"/>
                </a:cubicBezTo>
                <a:cubicBezTo>
                  <a:pt x="54445" y="60840"/>
                  <a:pt x="52785" y="57999"/>
                  <a:pt x="49520" y="55969"/>
                </a:cubicBezTo>
                <a:cubicBezTo>
                  <a:pt x="46364" y="53814"/>
                  <a:pt x="41849" y="52044"/>
                  <a:pt x="36018" y="50604"/>
                </a:cubicBezTo>
                <a:lnTo>
                  <a:pt x="25933" y="48024"/>
                </a:lnTo>
                <a:cubicBezTo>
                  <a:pt x="21913" y="46899"/>
                  <a:pt x="18112" y="45348"/>
                  <a:pt x="14572" y="43318"/>
                </a:cubicBezTo>
                <a:cubicBezTo>
                  <a:pt x="11142" y="41328"/>
                  <a:pt x="8356" y="38762"/>
                  <a:pt x="6216" y="35593"/>
                </a:cubicBezTo>
                <a:cubicBezTo>
                  <a:pt x="4075" y="32492"/>
                  <a:pt x="2991" y="28677"/>
                  <a:pt x="2991" y="24232"/>
                </a:cubicBezTo>
                <a:cubicBezTo>
                  <a:pt x="2991" y="19251"/>
                  <a:pt x="4391" y="14956"/>
                  <a:pt x="7286" y="11375"/>
                </a:cubicBezTo>
                <a:cubicBezTo>
                  <a:pt x="10291" y="7670"/>
                  <a:pt x="14201" y="4885"/>
                  <a:pt x="19072" y="3005"/>
                </a:cubicBezTo>
                <a:cubicBezTo>
                  <a:pt x="23902" y="1029"/>
                  <a:pt x="29048" y="0"/>
                  <a:pt x="34509" y="0"/>
                </a:cubicBezTo>
                <a:cubicBezTo>
                  <a:pt x="41644" y="0"/>
                  <a:pt x="48134" y="1619"/>
                  <a:pt x="54020" y="4720"/>
                </a:cubicBezTo>
                <a:cubicBezTo>
                  <a:pt x="59865" y="7890"/>
                  <a:pt x="63995" y="12390"/>
                  <a:pt x="66451" y="18235"/>
                </a:cubicBezTo>
                <a:lnTo>
                  <a:pt x="54240" y="23806"/>
                </a:lnTo>
                <a:cubicBezTo>
                  <a:pt x="52195" y="19511"/>
                  <a:pt x="49410" y="16616"/>
                  <a:pt x="45870" y="15011"/>
                </a:cubicBezTo>
                <a:cubicBezTo>
                  <a:pt x="42439" y="13296"/>
                  <a:pt x="38584" y="12445"/>
                  <a:pt x="34303" y="12445"/>
                </a:cubicBezTo>
                <a:cubicBezTo>
                  <a:pt x="30008" y="12445"/>
                  <a:pt x="26043" y="13515"/>
                  <a:pt x="22503" y="15656"/>
                </a:cubicBezTo>
                <a:cubicBezTo>
                  <a:pt x="18921" y="17700"/>
                  <a:pt x="17151" y="20376"/>
                  <a:pt x="17151" y="23806"/>
                </a:cubicBezTo>
                <a:cubicBezTo>
                  <a:pt x="17151" y="27401"/>
                  <a:pt x="18482" y="30132"/>
                  <a:pt x="21227" y="31957"/>
                </a:cubicBezTo>
                <a:cubicBezTo>
                  <a:pt x="24067" y="33672"/>
                  <a:pt x="27497" y="35058"/>
                  <a:pt x="31517" y="36018"/>
                </a:cubicBezTo>
                <a:lnTo>
                  <a:pt x="43729" y="39242"/>
                </a:lnTo>
                <a:cubicBezTo>
                  <a:pt x="60291" y="43523"/>
                  <a:pt x="68606" y="51619"/>
                  <a:pt x="68606" y="63460"/>
                </a:cubicBezTo>
                <a:cubicBezTo>
                  <a:pt x="68606" y="68770"/>
                  <a:pt x="67096" y="73326"/>
                  <a:pt x="64105" y="77181"/>
                </a:cubicBezTo>
                <a:cubicBezTo>
                  <a:pt x="61210" y="81051"/>
                  <a:pt x="57245" y="84042"/>
                  <a:pt x="52099" y="86196"/>
                </a:cubicBezTo>
                <a:cubicBezTo>
                  <a:pt x="47050" y="88172"/>
                  <a:pt x="41479" y="89187"/>
                  <a:pt x="35373" y="89187"/>
                </a:cubicBezTo>
                <a:close/>
                <a:moveTo>
                  <a:pt x="35373" y="89187"/>
                </a:move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3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AAF2E1FD-BFBF-462C-A944-58C71A2FDF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0182" y="1155852"/>
            <a:ext cx="72461" cy="117920"/>
          </a:xfrm>
          <a:custGeom xmlns:a="http://schemas.openxmlformats.org/drawingml/2006/main">
            <a:pathLst>
              <a:path w="72461" h="117920">
                <a:moveTo>
                  <a:pt x="0" y="117920"/>
                </a:moveTo>
                <a:lnTo>
                  <a:pt x="0" y="0"/>
                </a:lnTo>
                <a:lnTo>
                  <a:pt x="14146" y="0"/>
                </a:lnTo>
                <a:lnTo>
                  <a:pt x="14146" y="74177"/>
                </a:lnTo>
                <a:lnTo>
                  <a:pt x="53595" y="33878"/>
                </a:lnTo>
                <a:lnTo>
                  <a:pt x="71391" y="33878"/>
                </a:lnTo>
                <a:lnTo>
                  <a:pt x="71391" y="34522"/>
                </a:lnTo>
                <a:lnTo>
                  <a:pt x="38378" y="67755"/>
                </a:lnTo>
                <a:lnTo>
                  <a:pt x="72461" y="117275"/>
                </a:lnTo>
                <a:lnTo>
                  <a:pt x="72461" y="117920"/>
                </a:lnTo>
                <a:lnTo>
                  <a:pt x="55529" y="117920"/>
                </a:lnTo>
                <a:lnTo>
                  <a:pt x="28513" y="77607"/>
                </a:lnTo>
                <a:lnTo>
                  <a:pt x="14146" y="91973"/>
                </a:lnTo>
                <a:lnTo>
                  <a:pt x="14146" y="117920"/>
                </a:lnTo>
                <a:lnTo>
                  <a:pt x="0" y="117920"/>
                </a:lnTo>
                <a:close/>
                <a:moveTo>
                  <a:pt x="0" y="117920"/>
                </a:move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3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04FCA478-07FD-4FDB-976B-FD57E26B1A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2728" y="1193804"/>
            <a:ext cx="63021" cy="70746"/>
          </a:xfrm>
          <a:custGeom xmlns:a="http://schemas.openxmlformats.org/drawingml/2006/main">
            <a:pathLst>
              <a:path w="63021" h="70746">
                <a:moveTo>
                  <a:pt x="0" y="70746"/>
                </a:moveTo>
                <a:lnTo>
                  <a:pt x="0" y="57890"/>
                </a:lnTo>
                <a:lnTo>
                  <a:pt x="48230" y="35593"/>
                </a:lnTo>
                <a:lnTo>
                  <a:pt x="48230" y="34948"/>
                </a:lnTo>
                <a:lnTo>
                  <a:pt x="0" y="12857"/>
                </a:lnTo>
                <a:lnTo>
                  <a:pt x="0" y="0"/>
                </a:lnTo>
                <a:lnTo>
                  <a:pt x="63021" y="30228"/>
                </a:lnTo>
                <a:lnTo>
                  <a:pt x="63021" y="40519"/>
                </a:lnTo>
                <a:lnTo>
                  <a:pt x="0" y="70746"/>
                </a:lnTo>
                <a:close/>
                <a:moveTo>
                  <a:pt x="0" y="70746"/>
                </a:move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3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E4B07B52-6AD5-4170-BE2D-B459568529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580" y="1105632"/>
            <a:ext cx="505322" cy="234165"/>
          </a:xfrm>
          <a:custGeom xmlns:a="http://schemas.openxmlformats.org/drawingml/2006/main">
            <a:pathLst>
              <a:path w="505322" h="234165">
                <a:moveTo>
                  <a:pt x="79102" y="0"/>
                </a:moveTo>
                <a:lnTo>
                  <a:pt x="426206" y="0"/>
                </a:lnTo>
                <a:cubicBezTo>
                  <a:pt x="470045" y="0"/>
                  <a:pt x="505322" y="35263"/>
                  <a:pt x="505322" y="79116"/>
                </a:cubicBezTo>
                <a:lnTo>
                  <a:pt x="505322" y="155063"/>
                </a:lnTo>
                <a:cubicBezTo>
                  <a:pt x="505322" y="198902"/>
                  <a:pt x="470045" y="234165"/>
                  <a:pt x="426206" y="234165"/>
                </a:cubicBezTo>
                <a:lnTo>
                  <a:pt x="79102" y="234165"/>
                </a:lnTo>
                <a:cubicBezTo>
                  <a:pt x="35263" y="234165"/>
                  <a:pt x="0" y="198902"/>
                  <a:pt x="0" y="155063"/>
                </a:cubicBezTo>
                <a:lnTo>
                  <a:pt x="0" y="79116"/>
                </a:lnTo>
                <a:cubicBezTo>
                  <a:pt x="0" y="35263"/>
                  <a:pt x="35263" y="0"/>
                  <a:pt x="79102" y="0"/>
                </a:cubicBezTo>
                <a:close/>
                <a:moveTo>
                  <a:pt x="79102" y="0"/>
                </a:moveTo>
              </a:path>
            </a:pathLst>
          </a:custGeom>
          <a:solidFill xmlns:a="http://schemas.openxmlformats.org/drawingml/2006/main">
            <a:srgbClr val="FFAAAA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3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2521BD51-4E97-4701-8ACD-014246CE2E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580" y="1105632"/>
            <a:ext cx="505322" cy="234165"/>
          </a:xfrm>
          <a:custGeom xmlns:a="http://schemas.openxmlformats.org/drawingml/2006/main">
            <a:pathLst>
              <a:path w="505322" h="234165" fill="none">
                <a:moveTo>
                  <a:pt x="79102" y="0"/>
                </a:moveTo>
                <a:lnTo>
                  <a:pt x="426206" y="0"/>
                </a:lnTo>
                <a:cubicBezTo>
                  <a:pt x="470045" y="0"/>
                  <a:pt x="505322" y="35263"/>
                  <a:pt x="505322" y="79116"/>
                </a:cubicBezTo>
                <a:lnTo>
                  <a:pt x="505322" y="155063"/>
                </a:lnTo>
                <a:cubicBezTo>
                  <a:pt x="505322" y="198902"/>
                  <a:pt x="470045" y="234165"/>
                  <a:pt x="426206" y="234165"/>
                </a:cubicBezTo>
                <a:lnTo>
                  <a:pt x="79102" y="234165"/>
                </a:lnTo>
                <a:cubicBezTo>
                  <a:pt x="35263" y="234165"/>
                  <a:pt x="0" y="198902"/>
                  <a:pt x="0" y="155063"/>
                </a:cubicBezTo>
                <a:lnTo>
                  <a:pt x="0" y="79116"/>
                </a:lnTo>
                <a:cubicBezTo>
                  <a:pt x="0" y="35263"/>
                  <a:pt x="35263" y="0"/>
                  <a:pt x="79102" y="0"/>
                </a:cubicBezTo>
                <a:close/>
                <a:moveTo>
                  <a:pt x="79102" y="0"/>
                </a:moveTo>
              </a:path>
            </a:pathLst>
          </a:custGeom>
          <a:noFill xmlns:a="http://schemas.openxmlformats.org/drawingml/2006/main"/>
          <a:ln xmlns:a="http://schemas.openxmlformats.org/drawingml/2006/main" w="14197" cap="flat">
            <a:solidFill>
              <a:srgbClr val="000000"/>
            </a:solidFill>
            <a:miter/>
          </a:ln>
        </p:spPr>
      </p:sp>
      <p:sp>
        <p:nvSpPr>
          <p:cNvPr id="33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61BBE457-C79F-4065-A49E-324A3EA1C1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645" y="1193804"/>
            <a:ext cx="63035" cy="70746"/>
          </a:xfrm>
          <a:custGeom xmlns:a="http://schemas.openxmlformats.org/drawingml/2006/main">
            <a:pathLst>
              <a:path w="63035" h="70746">
                <a:moveTo>
                  <a:pt x="63035" y="70746"/>
                </a:moveTo>
                <a:lnTo>
                  <a:pt x="0" y="40519"/>
                </a:lnTo>
                <a:lnTo>
                  <a:pt x="0" y="30228"/>
                </a:lnTo>
                <a:lnTo>
                  <a:pt x="63035" y="0"/>
                </a:lnTo>
                <a:lnTo>
                  <a:pt x="63035" y="12857"/>
                </a:lnTo>
                <a:lnTo>
                  <a:pt x="14805" y="34948"/>
                </a:lnTo>
                <a:lnTo>
                  <a:pt x="14805" y="35593"/>
                </a:lnTo>
                <a:lnTo>
                  <a:pt x="63035" y="57890"/>
                </a:lnTo>
                <a:lnTo>
                  <a:pt x="63035" y="70746"/>
                </a:lnTo>
                <a:close/>
                <a:moveTo>
                  <a:pt x="63035" y="70746"/>
                </a:move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3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DE92BF5D-D8D5-4159-BCAE-74F7ADE6B2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1727" y="1155852"/>
            <a:ext cx="82972" cy="120485"/>
          </a:xfrm>
          <a:custGeom xmlns:a="http://schemas.openxmlformats.org/drawingml/2006/main">
            <a:pathLst>
              <a:path w="82972" h="120485">
                <a:moveTo>
                  <a:pt x="42659" y="120485"/>
                </a:moveTo>
                <a:cubicBezTo>
                  <a:pt x="35908" y="120485"/>
                  <a:pt x="30077" y="118990"/>
                  <a:pt x="25082" y="115985"/>
                </a:cubicBezTo>
                <a:cubicBezTo>
                  <a:pt x="20047" y="112884"/>
                  <a:pt x="16397" y="109344"/>
                  <a:pt x="14146" y="105488"/>
                </a:cubicBezTo>
                <a:lnTo>
                  <a:pt x="13515" y="105488"/>
                </a:lnTo>
                <a:lnTo>
                  <a:pt x="13515" y="117920"/>
                </a:lnTo>
                <a:lnTo>
                  <a:pt x="0" y="117920"/>
                </a:lnTo>
                <a:lnTo>
                  <a:pt x="0" y="0"/>
                </a:lnTo>
                <a:lnTo>
                  <a:pt x="14146" y="0"/>
                </a:lnTo>
                <a:lnTo>
                  <a:pt x="14146" y="34728"/>
                </a:lnTo>
                <a:lnTo>
                  <a:pt x="13515" y="46528"/>
                </a:lnTo>
                <a:lnTo>
                  <a:pt x="14146" y="46528"/>
                </a:lnTo>
                <a:cubicBezTo>
                  <a:pt x="16397" y="42563"/>
                  <a:pt x="20047" y="39023"/>
                  <a:pt x="25082" y="36018"/>
                </a:cubicBezTo>
                <a:cubicBezTo>
                  <a:pt x="30077" y="32917"/>
                  <a:pt x="35908" y="31298"/>
                  <a:pt x="42659" y="31298"/>
                </a:cubicBezTo>
                <a:cubicBezTo>
                  <a:pt x="50384" y="31298"/>
                  <a:pt x="57245" y="33233"/>
                  <a:pt x="63241" y="37088"/>
                </a:cubicBezTo>
                <a:cubicBezTo>
                  <a:pt x="69360" y="40958"/>
                  <a:pt x="74177" y="46254"/>
                  <a:pt x="77607" y="52964"/>
                </a:cubicBezTo>
                <a:cubicBezTo>
                  <a:pt x="81147" y="59550"/>
                  <a:pt x="82972" y="67220"/>
                  <a:pt x="82972" y="75892"/>
                </a:cubicBezTo>
                <a:cubicBezTo>
                  <a:pt x="82972" y="84632"/>
                  <a:pt x="81147" y="92357"/>
                  <a:pt x="77607" y="99053"/>
                </a:cubicBezTo>
                <a:cubicBezTo>
                  <a:pt x="74177" y="105804"/>
                  <a:pt x="69360" y="111059"/>
                  <a:pt x="63241" y="114915"/>
                </a:cubicBezTo>
                <a:cubicBezTo>
                  <a:pt x="57245" y="118619"/>
                  <a:pt x="50384" y="120485"/>
                  <a:pt x="42659" y="120485"/>
                </a:cubicBezTo>
                <a:close/>
                <a:moveTo>
                  <a:pt x="41163" y="107848"/>
                </a:moveTo>
                <a:cubicBezTo>
                  <a:pt x="45993" y="107848"/>
                  <a:pt x="50494" y="106558"/>
                  <a:pt x="54679" y="103979"/>
                </a:cubicBezTo>
                <a:cubicBezTo>
                  <a:pt x="58960" y="101413"/>
                  <a:pt x="62390" y="97708"/>
                  <a:pt x="64970" y="92837"/>
                </a:cubicBezTo>
                <a:cubicBezTo>
                  <a:pt x="67535" y="88007"/>
                  <a:pt x="68825" y="82327"/>
                  <a:pt x="68825" y="75892"/>
                </a:cubicBezTo>
                <a:cubicBezTo>
                  <a:pt x="68825" y="69360"/>
                  <a:pt x="67535" y="63680"/>
                  <a:pt x="64970" y="58960"/>
                </a:cubicBezTo>
                <a:cubicBezTo>
                  <a:pt x="62390" y="54144"/>
                  <a:pt x="58960" y="50384"/>
                  <a:pt x="54679" y="47818"/>
                </a:cubicBezTo>
                <a:cubicBezTo>
                  <a:pt x="50494" y="45239"/>
                  <a:pt x="45993" y="43949"/>
                  <a:pt x="41163" y="43949"/>
                </a:cubicBezTo>
                <a:cubicBezTo>
                  <a:pt x="36443" y="43949"/>
                  <a:pt x="31943" y="45239"/>
                  <a:pt x="27662" y="47818"/>
                </a:cubicBezTo>
                <a:cubicBezTo>
                  <a:pt x="23367" y="50384"/>
                  <a:pt x="19937" y="54144"/>
                  <a:pt x="17371" y="58960"/>
                </a:cubicBezTo>
                <a:cubicBezTo>
                  <a:pt x="14791" y="63680"/>
                  <a:pt x="13515" y="69360"/>
                  <a:pt x="13515" y="75892"/>
                </a:cubicBezTo>
                <a:cubicBezTo>
                  <a:pt x="13515" y="82492"/>
                  <a:pt x="14791" y="88227"/>
                  <a:pt x="17371" y="93043"/>
                </a:cubicBezTo>
                <a:cubicBezTo>
                  <a:pt x="19937" y="97763"/>
                  <a:pt x="23367" y="101413"/>
                  <a:pt x="27662" y="103979"/>
                </a:cubicBezTo>
                <a:cubicBezTo>
                  <a:pt x="31943" y="106558"/>
                  <a:pt x="36443" y="107848"/>
                  <a:pt x="41163" y="107848"/>
                </a:cubicBezTo>
                <a:close/>
                <a:moveTo>
                  <a:pt x="41163" y="107848"/>
                </a:move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3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A5CFDF24-4973-4593-BE0D-26B2F9A8D7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6594" y="1187150"/>
            <a:ext cx="86183" cy="89187"/>
          </a:xfrm>
          <a:custGeom xmlns:a="http://schemas.openxmlformats.org/drawingml/2006/main">
            <a:pathLst>
              <a:path w="86183" h="89187">
                <a:moveTo>
                  <a:pt x="43098" y="89187"/>
                </a:moveTo>
                <a:cubicBezTo>
                  <a:pt x="34632" y="89187"/>
                  <a:pt x="27127" y="87266"/>
                  <a:pt x="20582" y="83411"/>
                </a:cubicBezTo>
                <a:cubicBezTo>
                  <a:pt x="14146" y="79445"/>
                  <a:pt x="9056" y="74080"/>
                  <a:pt x="5365" y="67330"/>
                </a:cubicBezTo>
                <a:cubicBezTo>
                  <a:pt x="1770" y="60620"/>
                  <a:pt x="0" y="53073"/>
                  <a:pt x="0" y="44594"/>
                </a:cubicBezTo>
                <a:cubicBezTo>
                  <a:pt x="0" y="36347"/>
                  <a:pt x="1770" y="28842"/>
                  <a:pt x="5365" y="22091"/>
                </a:cubicBezTo>
                <a:cubicBezTo>
                  <a:pt x="9056" y="15230"/>
                  <a:pt x="14146" y="9866"/>
                  <a:pt x="20582" y="6010"/>
                </a:cubicBezTo>
                <a:cubicBezTo>
                  <a:pt x="27127" y="2044"/>
                  <a:pt x="34632" y="0"/>
                  <a:pt x="43098" y="0"/>
                </a:cubicBezTo>
                <a:cubicBezTo>
                  <a:pt x="51509" y="0"/>
                  <a:pt x="58960" y="2044"/>
                  <a:pt x="65395" y="6010"/>
                </a:cubicBezTo>
                <a:cubicBezTo>
                  <a:pt x="71926" y="10030"/>
                  <a:pt x="77017" y="15436"/>
                  <a:pt x="80612" y="22297"/>
                </a:cubicBezTo>
                <a:cubicBezTo>
                  <a:pt x="84316" y="29061"/>
                  <a:pt x="86183" y="36457"/>
                  <a:pt x="86183" y="44594"/>
                </a:cubicBezTo>
                <a:cubicBezTo>
                  <a:pt x="86183" y="53073"/>
                  <a:pt x="84316" y="60620"/>
                  <a:pt x="80612" y="67330"/>
                </a:cubicBezTo>
                <a:cubicBezTo>
                  <a:pt x="77017" y="74080"/>
                  <a:pt x="71926" y="79445"/>
                  <a:pt x="65395" y="83411"/>
                </a:cubicBezTo>
                <a:cubicBezTo>
                  <a:pt x="58960" y="87266"/>
                  <a:pt x="51509" y="89187"/>
                  <a:pt x="43098" y="89187"/>
                </a:cubicBezTo>
                <a:close/>
                <a:moveTo>
                  <a:pt x="43098" y="76550"/>
                </a:moveTo>
                <a:cubicBezTo>
                  <a:pt x="48079" y="76550"/>
                  <a:pt x="52799" y="75370"/>
                  <a:pt x="57245" y="72900"/>
                </a:cubicBezTo>
                <a:cubicBezTo>
                  <a:pt x="61635" y="70321"/>
                  <a:pt x="65230" y="66685"/>
                  <a:pt x="67961" y="61965"/>
                </a:cubicBezTo>
                <a:cubicBezTo>
                  <a:pt x="70801" y="57149"/>
                  <a:pt x="72256" y="51358"/>
                  <a:pt x="72256" y="44594"/>
                </a:cubicBezTo>
                <a:cubicBezTo>
                  <a:pt x="72256" y="37898"/>
                  <a:pt x="70801" y="32162"/>
                  <a:pt x="67961" y="27442"/>
                </a:cubicBezTo>
                <a:cubicBezTo>
                  <a:pt x="65230" y="22626"/>
                  <a:pt x="61635" y="18976"/>
                  <a:pt x="57245" y="16520"/>
                </a:cubicBezTo>
                <a:cubicBezTo>
                  <a:pt x="52799" y="13941"/>
                  <a:pt x="48079" y="12651"/>
                  <a:pt x="43098" y="12651"/>
                </a:cubicBezTo>
                <a:cubicBezTo>
                  <a:pt x="38062" y="12651"/>
                  <a:pt x="33287" y="13941"/>
                  <a:pt x="28732" y="16520"/>
                </a:cubicBezTo>
                <a:cubicBezTo>
                  <a:pt x="24286" y="18976"/>
                  <a:pt x="20637" y="22626"/>
                  <a:pt x="17796" y="27442"/>
                </a:cubicBezTo>
                <a:cubicBezTo>
                  <a:pt x="15066" y="32162"/>
                  <a:pt x="13721" y="37898"/>
                  <a:pt x="13721" y="44594"/>
                </a:cubicBezTo>
                <a:cubicBezTo>
                  <a:pt x="13721" y="51358"/>
                  <a:pt x="15066" y="57149"/>
                  <a:pt x="17796" y="61965"/>
                </a:cubicBezTo>
                <a:cubicBezTo>
                  <a:pt x="20637" y="66685"/>
                  <a:pt x="24286" y="70321"/>
                  <a:pt x="28732" y="72900"/>
                </a:cubicBezTo>
                <a:cubicBezTo>
                  <a:pt x="33287" y="75370"/>
                  <a:pt x="38062" y="76550"/>
                  <a:pt x="43098" y="76550"/>
                </a:cubicBezTo>
                <a:close/>
                <a:moveTo>
                  <a:pt x="43098" y="76550"/>
                </a:move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3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2633B0E9-1245-400C-8A34-9C1CF13BC9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2162" y="1187150"/>
            <a:ext cx="68606" cy="89187"/>
          </a:xfrm>
          <a:custGeom xmlns:a="http://schemas.openxmlformats.org/drawingml/2006/main">
            <a:pathLst>
              <a:path w="68606" h="89187">
                <a:moveTo>
                  <a:pt x="35373" y="89187"/>
                </a:moveTo>
                <a:cubicBezTo>
                  <a:pt x="25947" y="89187"/>
                  <a:pt x="18222" y="86937"/>
                  <a:pt x="12226" y="82546"/>
                </a:cubicBezTo>
                <a:cubicBezTo>
                  <a:pt x="6325" y="78156"/>
                  <a:pt x="2250" y="72846"/>
                  <a:pt x="0" y="66685"/>
                </a:cubicBezTo>
                <a:lnTo>
                  <a:pt x="12431" y="61114"/>
                </a:lnTo>
                <a:cubicBezTo>
                  <a:pt x="14682" y="66150"/>
                  <a:pt x="17851" y="70060"/>
                  <a:pt x="21872" y="72900"/>
                </a:cubicBezTo>
                <a:cubicBezTo>
                  <a:pt x="26002" y="75631"/>
                  <a:pt x="30502" y="76976"/>
                  <a:pt x="35373" y="76976"/>
                </a:cubicBezTo>
                <a:cubicBezTo>
                  <a:pt x="40354" y="76976"/>
                  <a:pt x="44813" y="76015"/>
                  <a:pt x="48669" y="73971"/>
                </a:cubicBezTo>
                <a:cubicBezTo>
                  <a:pt x="52525" y="71830"/>
                  <a:pt x="54459" y="68715"/>
                  <a:pt x="54459" y="64544"/>
                </a:cubicBezTo>
                <a:cubicBezTo>
                  <a:pt x="54459" y="60840"/>
                  <a:pt x="52799" y="57999"/>
                  <a:pt x="49520" y="55969"/>
                </a:cubicBezTo>
                <a:cubicBezTo>
                  <a:pt x="46364" y="53814"/>
                  <a:pt x="41863" y="52044"/>
                  <a:pt x="36018" y="50604"/>
                </a:cubicBezTo>
                <a:lnTo>
                  <a:pt x="25947" y="48024"/>
                </a:lnTo>
                <a:cubicBezTo>
                  <a:pt x="21926" y="46899"/>
                  <a:pt x="18112" y="45348"/>
                  <a:pt x="14586" y="43318"/>
                </a:cubicBezTo>
                <a:cubicBezTo>
                  <a:pt x="11155" y="41328"/>
                  <a:pt x="8356" y="38762"/>
                  <a:pt x="6216" y="35593"/>
                </a:cubicBezTo>
                <a:cubicBezTo>
                  <a:pt x="4075" y="32492"/>
                  <a:pt x="3005" y="28677"/>
                  <a:pt x="3005" y="24232"/>
                </a:cubicBezTo>
                <a:cubicBezTo>
                  <a:pt x="3005" y="19251"/>
                  <a:pt x="4391" y="14956"/>
                  <a:pt x="7286" y="11375"/>
                </a:cubicBezTo>
                <a:cubicBezTo>
                  <a:pt x="10291" y="7670"/>
                  <a:pt x="14201" y="4885"/>
                  <a:pt x="19086" y="3005"/>
                </a:cubicBezTo>
                <a:cubicBezTo>
                  <a:pt x="23902" y="1029"/>
                  <a:pt x="29048" y="0"/>
                  <a:pt x="34522" y="0"/>
                </a:cubicBezTo>
                <a:cubicBezTo>
                  <a:pt x="41644" y="0"/>
                  <a:pt x="48134" y="1619"/>
                  <a:pt x="54034" y="4720"/>
                </a:cubicBezTo>
                <a:cubicBezTo>
                  <a:pt x="59865" y="7890"/>
                  <a:pt x="63995" y="12390"/>
                  <a:pt x="66465" y="18235"/>
                </a:cubicBezTo>
                <a:lnTo>
                  <a:pt x="54240" y="23806"/>
                </a:lnTo>
                <a:cubicBezTo>
                  <a:pt x="52209" y="19511"/>
                  <a:pt x="49424" y="16616"/>
                  <a:pt x="45884" y="15011"/>
                </a:cubicBezTo>
                <a:cubicBezTo>
                  <a:pt x="42453" y="13296"/>
                  <a:pt x="38598" y="12445"/>
                  <a:pt x="34303" y="12445"/>
                </a:cubicBezTo>
                <a:cubicBezTo>
                  <a:pt x="30022" y="12445"/>
                  <a:pt x="26043" y="13515"/>
                  <a:pt x="22516" y="15656"/>
                </a:cubicBezTo>
                <a:cubicBezTo>
                  <a:pt x="18921" y="17700"/>
                  <a:pt x="17151" y="20376"/>
                  <a:pt x="17151" y="23806"/>
                </a:cubicBezTo>
                <a:cubicBezTo>
                  <a:pt x="17151" y="27401"/>
                  <a:pt x="18496" y="30132"/>
                  <a:pt x="21227" y="31957"/>
                </a:cubicBezTo>
                <a:cubicBezTo>
                  <a:pt x="24067" y="33672"/>
                  <a:pt x="27497" y="35058"/>
                  <a:pt x="31517" y="36018"/>
                </a:cubicBezTo>
                <a:lnTo>
                  <a:pt x="43743" y="39242"/>
                </a:lnTo>
                <a:cubicBezTo>
                  <a:pt x="60304" y="43523"/>
                  <a:pt x="68606" y="51619"/>
                  <a:pt x="68606" y="63460"/>
                </a:cubicBezTo>
                <a:cubicBezTo>
                  <a:pt x="68606" y="68770"/>
                  <a:pt x="67110" y="73326"/>
                  <a:pt x="64105" y="77181"/>
                </a:cubicBezTo>
                <a:cubicBezTo>
                  <a:pt x="61210" y="81051"/>
                  <a:pt x="57245" y="84042"/>
                  <a:pt x="52099" y="86196"/>
                </a:cubicBezTo>
                <a:cubicBezTo>
                  <a:pt x="47064" y="88172"/>
                  <a:pt x="41479" y="89187"/>
                  <a:pt x="35373" y="89187"/>
                </a:cubicBezTo>
                <a:close/>
                <a:moveTo>
                  <a:pt x="35373" y="89187"/>
                </a:move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3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334EBF1B-8C99-4F19-9EDE-77C168D926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5395" y="1193804"/>
            <a:ext cx="63035" cy="70746"/>
          </a:xfrm>
          <a:custGeom xmlns:a="http://schemas.openxmlformats.org/drawingml/2006/main">
            <a:pathLst>
              <a:path w="63035" h="70746">
                <a:moveTo>
                  <a:pt x="0" y="70746"/>
                </a:moveTo>
                <a:lnTo>
                  <a:pt x="0" y="57890"/>
                </a:lnTo>
                <a:lnTo>
                  <a:pt x="48244" y="35593"/>
                </a:lnTo>
                <a:lnTo>
                  <a:pt x="48244" y="34948"/>
                </a:lnTo>
                <a:lnTo>
                  <a:pt x="0" y="12857"/>
                </a:lnTo>
                <a:lnTo>
                  <a:pt x="0" y="0"/>
                </a:lnTo>
                <a:lnTo>
                  <a:pt x="63035" y="30228"/>
                </a:lnTo>
                <a:lnTo>
                  <a:pt x="63035" y="40519"/>
                </a:lnTo>
                <a:lnTo>
                  <a:pt x="0" y="70746"/>
                </a:lnTo>
                <a:close/>
                <a:moveTo>
                  <a:pt x="0" y="70746"/>
                </a:move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3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7A0F8503-5663-4860-83CC-94D0D57414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07535" y="1105632"/>
            <a:ext cx="587965" cy="234165"/>
          </a:xfrm>
          <a:custGeom xmlns:a="http://schemas.openxmlformats.org/drawingml/2006/main">
            <a:pathLst>
              <a:path w="587965" h="234165">
                <a:moveTo>
                  <a:pt x="79102" y="0"/>
                </a:moveTo>
                <a:lnTo>
                  <a:pt x="508862" y="0"/>
                </a:lnTo>
                <a:cubicBezTo>
                  <a:pt x="552701" y="0"/>
                  <a:pt x="587965" y="35263"/>
                  <a:pt x="587965" y="79116"/>
                </a:cubicBezTo>
                <a:lnTo>
                  <a:pt x="587965" y="155063"/>
                </a:lnTo>
                <a:cubicBezTo>
                  <a:pt x="587965" y="198902"/>
                  <a:pt x="552701" y="234165"/>
                  <a:pt x="508862" y="234165"/>
                </a:cubicBezTo>
                <a:lnTo>
                  <a:pt x="79102" y="234165"/>
                </a:lnTo>
                <a:cubicBezTo>
                  <a:pt x="35263" y="234165"/>
                  <a:pt x="0" y="198902"/>
                  <a:pt x="0" y="155063"/>
                </a:cubicBezTo>
                <a:lnTo>
                  <a:pt x="0" y="79116"/>
                </a:lnTo>
                <a:cubicBezTo>
                  <a:pt x="0" y="35263"/>
                  <a:pt x="35263" y="0"/>
                  <a:pt x="79102" y="0"/>
                </a:cubicBezTo>
                <a:close/>
                <a:moveTo>
                  <a:pt x="79102" y="0"/>
                </a:moveTo>
              </a:path>
            </a:pathLst>
          </a:custGeom>
          <a:solidFill xmlns:a="http://schemas.openxmlformats.org/drawingml/2006/main">
            <a:srgbClr val="FFEEAA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4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F95CBFB0-5F7E-4CD0-8F51-C4EBF695DB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07535" y="1105632"/>
            <a:ext cx="587965" cy="234165"/>
          </a:xfrm>
          <a:custGeom xmlns:a="http://schemas.openxmlformats.org/drawingml/2006/main">
            <a:pathLst>
              <a:path w="587965" h="234165" fill="none">
                <a:moveTo>
                  <a:pt x="79102" y="0"/>
                </a:moveTo>
                <a:lnTo>
                  <a:pt x="508862" y="0"/>
                </a:lnTo>
                <a:cubicBezTo>
                  <a:pt x="552701" y="0"/>
                  <a:pt x="587965" y="35263"/>
                  <a:pt x="587965" y="79116"/>
                </a:cubicBezTo>
                <a:lnTo>
                  <a:pt x="587965" y="155063"/>
                </a:lnTo>
                <a:cubicBezTo>
                  <a:pt x="587965" y="198902"/>
                  <a:pt x="552701" y="234165"/>
                  <a:pt x="508862" y="234165"/>
                </a:cubicBezTo>
                <a:lnTo>
                  <a:pt x="79102" y="234165"/>
                </a:lnTo>
                <a:cubicBezTo>
                  <a:pt x="35263" y="234165"/>
                  <a:pt x="0" y="198902"/>
                  <a:pt x="0" y="155063"/>
                </a:cubicBezTo>
                <a:lnTo>
                  <a:pt x="0" y="79116"/>
                </a:lnTo>
                <a:cubicBezTo>
                  <a:pt x="0" y="35263"/>
                  <a:pt x="35263" y="0"/>
                  <a:pt x="79102" y="0"/>
                </a:cubicBezTo>
                <a:close/>
                <a:moveTo>
                  <a:pt x="79102" y="0"/>
                </a:moveTo>
              </a:path>
            </a:pathLst>
          </a:custGeom>
          <a:noFill xmlns:a="http://schemas.openxmlformats.org/drawingml/2006/main"/>
          <a:ln xmlns:a="http://schemas.openxmlformats.org/drawingml/2006/main" w="14197" cap="flat">
            <a:solidFill>
              <a:srgbClr val="000000"/>
            </a:solidFill>
            <a:miter/>
          </a:ln>
        </p:spPr>
      </p:sp>
      <p:sp>
        <p:nvSpPr>
          <p:cNvPr id="34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A432B35A-CA2E-45B6-BBDC-22DE08752A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8078" y="1193804"/>
            <a:ext cx="63035" cy="70746"/>
          </a:xfrm>
          <a:custGeom xmlns:a="http://schemas.openxmlformats.org/drawingml/2006/main">
            <a:pathLst>
              <a:path w="63035" h="70746">
                <a:moveTo>
                  <a:pt x="63035" y="70746"/>
                </a:moveTo>
                <a:lnTo>
                  <a:pt x="0" y="40519"/>
                </a:lnTo>
                <a:lnTo>
                  <a:pt x="0" y="30228"/>
                </a:lnTo>
                <a:lnTo>
                  <a:pt x="63035" y="0"/>
                </a:lnTo>
                <a:lnTo>
                  <a:pt x="63035" y="12857"/>
                </a:lnTo>
                <a:lnTo>
                  <a:pt x="14791" y="34948"/>
                </a:lnTo>
                <a:lnTo>
                  <a:pt x="14791" y="35593"/>
                </a:lnTo>
                <a:lnTo>
                  <a:pt x="63035" y="57890"/>
                </a:lnTo>
                <a:lnTo>
                  <a:pt x="63035" y="70746"/>
                </a:lnTo>
                <a:close/>
                <a:moveTo>
                  <a:pt x="63035" y="70746"/>
                </a:move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4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9C37ED69-8D20-4481-AFCD-F9F5643FB9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1214" y="1155852"/>
            <a:ext cx="82972" cy="120485"/>
          </a:xfrm>
          <a:custGeom xmlns:a="http://schemas.openxmlformats.org/drawingml/2006/main">
            <a:pathLst>
              <a:path w="82972" h="120485">
                <a:moveTo>
                  <a:pt x="42659" y="120485"/>
                </a:moveTo>
                <a:cubicBezTo>
                  <a:pt x="35908" y="120485"/>
                  <a:pt x="30063" y="118990"/>
                  <a:pt x="25082" y="115985"/>
                </a:cubicBezTo>
                <a:cubicBezTo>
                  <a:pt x="20047" y="112884"/>
                  <a:pt x="16397" y="109344"/>
                  <a:pt x="14146" y="105488"/>
                </a:cubicBezTo>
                <a:lnTo>
                  <a:pt x="13502" y="105488"/>
                </a:lnTo>
                <a:lnTo>
                  <a:pt x="13502" y="117920"/>
                </a:lnTo>
                <a:lnTo>
                  <a:pt x="0" y="117920"/>
                </a:lnTo>
                <a:lnTo>
                  <a:pt x="0" y="0"/>
                </a:lnTo>
                <a:lnTo>
                  <a:pt x="14146" y="0"/>
                </a:lnTo>
                <a:lnTo>
                  <a:pt x="14146" y="34728"/>
                </a:lnTo>
                <a:lnTo>
                  <a:pt x="13502" y="46528"/>
                </a:lnTo>
                <a:lnTo>
                  <a:pt x="14146" y="46528"/>
                </a:lnTo>
                <a:cubicBezTo>
                  <a:pt x="16397" y="42563"/>
                  <a:pt x="20047" y="39023"/>
                  <a:pt x="25082" y="36018"/>
                </a:cubicBezTo>
                <a:cubicBezTo>
                  <a:pt x="30063" y="32917"/>
                  <a:pt x="35908" y="31298"/>
                  <a:pt x="42659" y="31298"/>
                </a:cubicBezTo>
                <a:cubicBezTo>
                  <a:pt x="50384" y="31298"/>
                  <a:pt x="57245" y="33233"/>
                  <a:pt x="63241" y="37088"/>
                </a:cubicBezTo>
                <a:cubicBezTo>
                  <a:pt x="69360" y="40958"/>
                  <a:pt x="74177" y="46254"/>
                  <a:pt x="77607" y="52964"/>
                </a:cubicBezTo>
                <a:cubicBezTo>
                  <a:pt x="81147" y="59550"/>
                  <a:pt x="82972" y="67220"/>
                  <a:pt x="82972" y="75892"/>
                </a:cubicBezTo>
                <a:cubicBezTo>
                  <a:pt x="82972" y="84632"/>
                  <a:pt x="81147" y="92357"/>
                  <a:pt x="77607" y="99053"/>
                </a:cubicBezTo>
                <a:cubicBezTo>
                  <a:pt x="74177" y="105804"/>
                  <a:pt x="69360" y="111059"/>
                  <a:pt x="63241" y="114915"/>
                </a:cubicBezTo>
                <a:cubicBezTo>
                  <a:pt x="57245" y="118619"/>
                  <a:pt x="50384" y="120485"/>
                  <a:pt x="42659" y="120485"/>
                </a:cubicBezTo>
                <a:close/>
                <a:moveTo>
                  <a:pt x="41163" y="107848"/>
                </a:moveTo>
                <a:cubicBezTo>
                  <a:pt x="45980" y="107848"/>
                  <a:pt x="50494" y="106558"/>
                  <a:pt x="54665" y="103979"/>
                </a:cubicBezTo>
                <a:cubicBezTo>
                  <a:pt x="58960" y="101413"/>
                  <a:pt x="62390" y="97708"/>
                  <a:pt x="64956" y="92837"/>
                </a:cubicBezTo>
                <a:cubicBezTo>
                  <a:pt x="67535" y="88007"/>
                  <a:pt x="68812" y="82327"/>
                  <a:pt x="68812" y="75892"/>
                </a:cubicBezTo>
                <a:cubicBezTo>
                  <a:pt x="68812" y="69360"/>
                  <a:pt x="67535" y="63680"/>
                  <a:pt x="64956" y="58960"/>
                </a:cubicBezTo>
                <a:cubicBezTo>
                  <a:pt x="62390" y="54144"/>
                  <a:pt x="58960" y="50384"/>
                  <a:pt x="54665" y="47818"/>
                </a:cubicBezTo>
                <a:cubicBezTo>
                  <a:pt x="50494" y="45239"/>
                  <a:pt x="45980" y="43949"/>
                  <a:pt x="41163" y="43949"/>
                </a:cubicBezTo>
                <a:cubicBezTo>
                  <a:pt x="36443" y="43949"/>
                  <a:pt x="31943" y="45239"/>
                  <a:pt x="27648" y="47818"/>
                </a:cubicBezTo>
                <a:cubicBezTo>
                  <a:pt x="23367" y="50384"/>
                  <a:pt x="19937" y="54144"/>
                  <a:pt x="17357" y="58960"/>
                </a:cubicBezTo>
                <a:cubicBezTo>
                  <a:pt x="14791" y="63680"/>
                  <a:pt x="13502" y="69360"/>
                  <a:pt x="13502" y="75892"/>
                </a:cubicBezTo>
                <a:cubicBezTo>
                  <a:pt x="13502" y="82492"/>
                  <a:pt x="14791" y="88227"/>
                  <a:pt x="17357" y="93043"/>
                </a:cubicBezTo>
                <a:cubicBezTo>
                  <a:pt x="19937" y="97763"/>
                  <a:pt x="23367" y="101413"/>
                  <a:pt x="27648" y="103979"/>
                </a:cubicBezTo>
                <a:cubicBezTo>
                  <a:pt x="31943" y="106558"/>
                  <a:pt x="36443" y="107848"/>
                  <a:pt x="41163" y="107848"/>
                </a:cubicBezTo>
                <a:close/>
                <a:moveTo>
                  <a:pt x="41163" y="107848"/>
                </a:move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4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1488FAF7-4FF6-4D37-AE9E-6628BAEE2C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16028" y="1187150"/>
            <a:ext cx="86183" cy="89187"/>
          </a:xfrm>
          <a:custGeom xmlns:a="http://schemas.openxmlformats.org/drawingml/2006/main">
            <a:pathLst>
              <a:path w="86183" h="89187">
                <a:moveTo>
                  <a:pt x="43098" y="89187"/>
                </a:moveTo>
                <a:cubicBezTo>
                  <a:pt x="34618" y="89187"/>
                  <a:pt x="27127" y="87266"/>
                  <a:pt x="20582" y="83411"/>
                </a:cubicBezTo>
                <a:cubicBezTo>
                  <a:pt x="14146" y="79445"/>
                  <a:pt x="9056" y="74080"/>
                  <a:pt x="5365" y="67330"/>
                </a:cubicBezTo>
                <a:cubicBezTo>
                  <a:pt x="1770" y="60620"/>
                  <a:pt x="0" y="53073"/>
                  <a:pt x="0" y="44594"/>
                </a:cubicBezTo>
                <a:cubicBezTo>
                  <a:pt x="0" y="36347"/>
                  <a:pt x="1770" y="28842"/>
                  <a:pt x="5365" y="22091"/>
                </a:cubicBezTo>
                <a:cubicBezTo>
                  <a:pt x="9056" y="15230"/>
                  <a:pt x="14146" y="9866"/>
                  <a:pt x="20582" y="6010"/>
                </a:cubicBezTo>
                <a:cubicBezTo>
                  <a:pt x="27127" y="2044"/>
                  <a:pt x="34618" y="0"/>
                  <a:pt x="43098" y="0"/>
                </a:cubicBezTo>
                <a:cubicBezTo>
                  <a:pt x="51509" y="0"/>
                  <a:pt x="58960" y="2044"/>
                  <a:pt x="65395" y="6010"/>
                </a:cubicBezTo>
                <a:cubicBezTo>
                  <a:pt x="71926" y="10030"/>
                  <a:pt x="77017" y="15436"/>
                  <a:pt x="80612" y="22297"/>
                </a:cubicBezTo>
                <a:cubicBezTo>
                  <a:pt x="84316" y="29061"/>
                  <a:pt x="86183" y="36457"/>
                  <a:pt x="86183" y="44594"/>
                </a:cubicBezTo>
                <a:cubicBezTo>
                  <a:pt x="86183" y="53073"/>
                  <a:pt x="84316" y="60620"/>
                  <a:pt x="80612" y="67330"/>
                </a:cubicBezTo>
                <a:cubicBezTo>
                  <a:pt x="77017" y="74080"/>
                  <a:pt x="71926" y="79445"/>
                  <a:pt x="65395" y="83411"/>
                </a:cubicBezTo>
                <a:cubicBezTo>
                  <a:pt x="58960" y="87266"/>
                  <a:pt x="51509" y="89187"/>
                  <a:pt x="43098" y="89187"/>
                </a:cubicBezTo>
                <a:close/>
                <a:moveTo>
                  <a:pt x="43098" y="76550"/>
                </a:moveTo>
                <a:cubicBezTo>
                  <a:pt x="48079" y="76550"/>
                  <a:pt x="52799" y="75370"/>
                  <a:pt x="57245" y="72900"/>
                </a:cubicBezTo>
                <a:cubicBezTo>
                  <a:pt x="61635" y="70321"/>
                  <a:pt x="65230" y="66685"/>
                  <a:pt x="67961" y="61965"/>
                </a:cubicBezTo>
                <a:cubicBezTo>
                  <a:pt x="70801" y="57149"/>
                  <a:pt x="72256" y="51358"/>
                  <a:pt x="72256" y="44594"/>
                </a:cubicBezTo>
                <a:cubicBezTo>
                  <a:pt x="72256" y="37898"/>
                  <a:pt x="70801" y="32162"/>
                  <a:pt x="67961" y="27442"/>
                </a:cubicBezTo>
                <a:cubicBezTo>
                  <a:pt x="65230" y="22626"/>
                  <a:pt x="61635" y="18976"/>
                  <a:pt x="57245" y="16520"/>
                </a:cubicBezTo>
                <a:cubicBezTo>
                  <a:pt x="52799" y="13941"/>
                  <a:pt x="48079" y="12651"/>
                  <a:pt x="43098" y="12651"/>
                </a:cubicBezTo>
                <a:cubicBezTo>
                  <a:pt x="38049" y="12651"/>
                  <a:pt x="33287" y="13941"/>
                  <a:pt x="28732" y="16520"/>
                </a:cubicBezTo>
                <a:cubicBezTo>
                  <a:pt x="24286" y="18976"/>
                  <a:pt x="20637" y="22626"/>
                  <a:pt x="17796" y="27442"/>
                </a:cubicBezTo>
                <a:cubicBezTo>
                  <a:pt x="15066" y="32162"/>
                  <a:pt x="13721" y="37898"/>
                  <a:pt x="13721" y="44594"/>
                </a:cubicBezTo>
                <a:cubicBezTo>
                  <a:pt x="13721" y="51358"/>
                  <a:pt x="15066" y="57149"/>
                  <a:pt x="17796" y="61965"/>
                </a:cubicBezTo>
                <a:cubicBezTo>
                  <a:pt x="20637" y="66685"/>
                  <a:pt x="24286" y="70321"/>
                  <a:pt x="28732" y="72900"/>
                </a:cubicBezTo>
                <a:cubicBezTo>
                  <a:pt x="33287" y="75370"/>
                  <a:pt x="38049" y="76550"/>
                  <a:pt x="43098" y="76550"/>
                </a:cubicBezTo>
                <a:close/>
                <a:moveTo>
                  <a:pt x="43098" y="76550"/>
                </a:move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4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56D52FBA-6246-4821-855D-6CECB7824D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06765" y="1189729"/>
            <a:ext cx="82327" cy="84042"/>
          </a:xfrm>
          <a:custGeom xmlns:a="http://schemas.openxmlformats.org/drawingml/2006/main">
            <a:pathLst>
              <a:path w="82327" h="84042">
                <a:moveTo>
                  <a:pt x="34097" y="84042"/>
                </a:moveTo>
                <a:lnTo>
                  <a:pt x="0" y="0"/>
                </a:lnTo>
                <a:lnTo>
                  <a:pt x="15011" y="0"/>
                </a:lnTo>
                <a:lnTo>
                  <a:pt x="41163" y="67535"/>
                </a:lnTo>
                <a:lnTo>
                  <a:pt x="41383" y="67535"/>
                </a:lnTo>
                <a:lnTo>
                  <a:pt x="67755" y="0"/>
                </a:lnTo>
                <a:lnTo>
                  <a:pt x="82327" y="0"/>
                </a:lnTo>
                <a:lnTo>
                  <a:pt x="48244" y="84042"/>
                </a:lnTo>
                <a:lnTo>
                  <a:pt x="34097" y="84042"/>
                </a:lnTo>
                <a:close/>
                <a:moveTo>
                  <a:pt x="34097" y="84042"/>
                </a:move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4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834E3133-C566-45EE-AE0E-5AE8BC3615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82122" y="1297783"/>
            <a:ext cx="78471" cy="11581"/>
          </a:xfrm>
          <a:custGeom xmlns:a="http://schemas.openxmlformats.org/drawingml/2006/main">
            <a:pathLst>
              <a:path w="78471" h="11581">
                <a:moveTo>
                  <a:pt x="0" y="0"/>
                </a:moveTo>
                <a:lnTo>
                  <a:pt x="78471" y="0"/>
                </a:lnTo>
                <a:lnTo>
                  <a:pt x="78471" y="11581"/>
                </a:lnTo>
                <a:lnTo>
                  <a:pt x="0" y="11581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4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E492DB60-4A75-45C6-B363-2FFAB7BCD2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69059" y="1154137"/>
            <a:ext cx="20156" cy="119635"/>
          </a:xfrm>
          <a:custGeom xmlns:a="http://schemas.openxmlformats.org/drawingml/2006/main">
            <a:pathLst>
              <a:path w="20156" h="119635">
                <a:moveTo>
                  <a:pt x="10085" y="20156"/>
                </a:moveTo>
                <a:cubicBezTo>
                  <a:pt x="7355" y="20156"/>
                  <a:pt x="4994" y="19196"/>
                  <a:pt x="3005" y="17151"/>
                </a:cubicBezTo>
                <a:cubicBezTo>
                  <a:pt x="974" y="15176"/>
                  <a:pt x="0" y="12816"/>
                  <a:pt x="0" y="10085"/>
                </a:cubicBezTo>
                <a:cubicBezTo>
                  <a:pt x="0" y="7245"/>
                  <a:pt x="974" y="4885"/>
                  <a:pt x="3005" y="3005"/>
                </a:cubicBezTo>
                <a:cubicBezTo>
                  <a:pt x="4994" y="1015"/>
                  <a:pt x="7355" y="0"/>
                  <a:pt x="10085" y="0"/>
                </a:cubicBezTo>
                <a:cubicBezTo>
                  <a:pt x="12925" y="0"/>
                  <a:pt x="15285" y="1015"/>
                  <a:pt x="17151" y="3005"/>
                </a:cubicBezTo>
                <a:cubicBezTo>
                  <a:pt x="19141" y="4885"/>
                  <a:pt x="20156" y="7245"/>
                  <a:pt x="20156" y="10085"/>
                </a:cubicBezTo>
                <a:cubicBezTo>
                  <a:pt x="20156" y="12816"/>
                  <a:pt x="19141" y="15176"/>
                  <a:pt x="17151" y="17151"/>
                </a:cubicBezTo>
                <a:cubicBezTo>
                  <a:pt x="15285" y="19196"/>
                  <a:pt x="12925" y="20156"/>
                  <a:pt x="10085" y="20156"/>
                </a:cubicBezTo>
                <a:close/>
                <a:moveTo>
                  <a:pt x="3224" y="119635"/>
                </a:moveTo>
                <a:lnTo>
                  <a:pt x="3224" y="35593"/>
                </a:lnTo>
                <a:lnTo>
                  <a:pt x="17151" y="35593"/>
                </a:lnTo>
                <a:lnTo>
                  <a:pt x="17151" y="119635"/>
                </a:lnTo>
                <a:lnTo>
                  <a:pt x="3224" y="119635"/>
                </a:lnTo>
                <a:close/>
                <a:moveTo>
                  <a:pt x="3224" y="119635"/>
                </a:move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4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C922368D-1F3E-4514-A409-F8CAD08E5D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07327" y="1193804"/>
            <a:ext cx="63035" cy="70746"/>
          </a:xfrm>
          <a:custGeom xmlns:a="http://schemas.openxmlformats.org/drawingml/2006/main">
            <a:pathLst>
              <a:path w="63035" h="70746">
                <a:moveTo>
                  <a:pt x="0" y="70746"/>
                </a:moveTo>
                <a:lnTo>
                  <a:pt x="0" y="57890"/>
                </a:lnTo>
                <a:lnTo>
                  <a:pt x="48244" y="35593"/>
                </a:lnTo>
                <a:lnTo>
                  <a:pt x="48244" y="34948"/>
                </a:lnTo>
                <a:lnTo>
                  <a:pt x="0" y="12857"/>
                </a:lnTo>
                <a:lnTo>
                  <a:pt x="0" y="0"/>
                </a:lnTo>
                <a:lnTo>
                  <a:pt x="63035" y="30228"/>
                </a:lnTo>
                <a:lnTo>
                  <a:pt x="63035" y="40519"/>
                </a:lnTo>
                <a:lnTo>
                  <a:pt x="0" y="70746"/>
                </a:lnTo>
                <a:close/>
                <a:moveTo>
                  <a:pt x="0" y="70746"/>
                </a:move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4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0BC107C3-BEF3-419C-B4CE-DD00C0059B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22342" y="1105632"/>
            <a:ext cx="585193" cy="234165"/>
          </a:xfrm>
          <a:custGeom xmlns:a="http://schemas.openxmlformats.org/drawingml/2006/main">
            <a:pathLst>
              <a:path w="585193" h="234165">
                <a:moveTo>
                  <a:pt x="79116" y="0"/>
                </a:moveTo>
                <a:lnTo>
                  <a:pt x="506077" y="0"/>
                </a:lnTo>
                <a:cubicBezTo>
                  <a:pt x="549916" y="0"/>
                  <a:pt x="585193" y="35263"/>
                  <a:pt x="585193" y="79116"/>
                </a:cubicBezTo>
                <a:lnTo>
                  <a:pt x="585193" y="155063"/>
                </a:lnTo>
                <a:cubicBezTo>
                  <a:pt x="585193" y="198902"/>
                  <a:pt x="549916" y="234165"/>
                  <a:pt x="506077" y="234165"/>
                </a:cubicBezTo>
                <a:lnTo>
                  <a:pt x="79116" y="234165"/>
                </a:lnTo>
                <a:cubicBezTo>
                  <a:pt x="35277" y="234165"/>
                  <a:pt x="0" y="198902"/>
                  <a:pt x="0" y="155063"/>
                </a:cubicBezTo>
                <a:lnTo>
                  <a:pt x="0" y="79116"/>
                </a:lnTo>
                <a:cubicBezTo>
                  <a:pt x="0" y="35263"/>
                  <a:pt x="35277" y="0"/>
                  <a:pt x="79116" y="0"/>
                </a:cubicBezTo>
                <a:close/>
                <a:moveTo>
                  <a:pt x="79116" y="0"/>
                </a:moveTo>
              </a:path>
            </a:pathLst>
          </a:custGeom>
          <a:solidFill xmlns:a="http://schemas.openxmlformats.org/drawingml/2006/main">
            <a:srgbClr val="D5E5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4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03D90B4C-B5DE-4F8D-BC82-6CFC9CED68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22342" y="1105632"/>
            <a:ext cx="585193" cy="234165"/>
          </a:xfrm>
          <a:custGeom xmlns:a="http://schemas.openxmlformats.org/drawingml/2006/main">
            <a:pathLst>
              <a:path w="585193" h="234165" fill="none">
                <a:moveTo>
                  <a:pt x="79116" y="0"/>
                </a:moveTo>
                <a:lnTo>
                  <a:pt x="506077" y="0"/>
                </a:lnTo>
                <a:cubicBezTo>
                  <a:pt x="549916" y="0"/>
                  <a:pt x="585193" y="35263"/>
                  <a:pt x="585193" y="79116"/>
                </a:cubicBezTo>
                <a:lnTo>
                  <a:pt x="585193" y="155063"/>
                </a:lnTo>
                <a:cubicBezTo>
                  <a:pt x="585193" y="198902"/>
                  <a:pt x="549916" y="234165"/>
                  <a:pt x="506077" y="234165"/>
                </a:cubicBezTo>
                <a:lnTo>
                  <a:pt x="79116" y="234165"/>
                </a:lnTo>
                <a:cubicBezTo>
                  <a:pt x="35277" y="234165"/>
                  <a:pt x="0" y="198902"/>
                  <a:pt x="0" y="155063"/>
                </a:cubicBezTo>
                <a:lnTo>
                  <a:pt x="0" y="79116"/>
                </a:lnTo>
                <a:cubicBezTo>
                  <a:pt x="0" y="35263"/>
                  <a:pt x="35277" y="0"/>
                  <a:pt x="79116" y="0"/>
                </a:cubicBezTo>
                <a:close/>
                <a:moveTo>
                  <a:pt x="79116" y="0"/>
                </a:moveTo>
              </a:path>
            </a:pathLst>
          </a:custGeom>
          <a:noFill xmlns:a="http://schemas.openxmlformats.org/drawingml/2006/main"/>
          <a:ln xmlns:a="http://schemas.openxmlformats.org/drawingml/2006/main" w="14197" cap="flat">
            <a:solidFill>
              <a:srgbClr val="000000"/>
            </a:solidFill>
            <a:miter/>
          </a:ln>
        </p:spPr>
      </p:sp>
      <p:sp>
        <p:nvSpPr>
          <p:cNvPr id="35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F16DE5CF-CA8B-42AA-A674-326A33E991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60130" y="1193804"/>
            <a:ext cx="63035" cy="70746"/>
          </a:xfrm>
          <a:custGeom xmlns:a="http://schemas.openxmlformats.org/drawingml/2006/main">
            <a:pathLst>
              <a:path w="63035" h="70746">
                <a:moveTo>
                  <a:pt x="63035" y="70746"/>
                </a:moveTo>
                <a:lnTo>
                  <a:pt x="0" y="40519"/>
                </a:lnTo>
                <a:lnTo>
                  <a:pt x="0" y="30228"/>
                </a:lnTo>
                <a:lnTo>
                  <a:pt x="63035" y="0"/>
                </a:lnTo>
                <a:lnTo>
                  <a:pt x="63035" y="12857"/>
                </a:lnTo>
                <a:lnTo>
                  <a:pt x="14791" y="34948"/>
                </a:lnTo>
                <a:lnTo>
                  <a:pt x="14791" y="35593"/>
                </a:lnTo>
                <a:lnTo>
                  <a:pt x="63035" y="57890"/>
                </a:lnTo>
                <a:lnTo>
                  <a:pt x="63035" y="70746"/>
                </a:lnTo>
                <a:close/>
                <a:moveTo>
                  <a:pt x="63035" y="70746"/>
                </a:move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5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C1B57530-A163-4BCC-8EB9-69E65ACEAE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38971" y="1187150"/>
            <a:ext cx="80831" cy="89187"/>
          </a:xfrm>
          <a:custGeom xmlns:a="http://schemas.openxmlformats.org/drawingml/2006/main">
            <a:pathLst>
              <a:path w="80831" h="89187">
                <a:moveTo>
                  <a:pt x="41808" y="89187"/>
                </a:moveTo>
                <a:cubicBezTo>
                  <a:pt x="33658" y="89187"/>
                  <a:pt x="26427" y="87321"/>
                  <a:pt x="20156" y="83617"/>
                </a:cubicBezTo>
                <a:cubicBezTo>
                  <a:pt x="13831" y="79761"/>
                  <a:pt x="8905" y="74506"/>
                  <a:pt x="5365" y="67755"/>
                </a:cubicBezTo>
                <a:cubicBezTo>
                  <a:pt x="1770" y="61059"/>
                  <a:pt x="0" y="53389"/>
                  <a:pt x="0" y="44813"/>
                </a:cubicBezTo>
                <a:cubicBezTo>
                  <a:pt x="0" y="36828"/>
                  <a:pt x="1605" y="29487"/>
                  <a:pt x="4940" y="22736"/>
                </a:cubicBezTo>
                <a:cubicBezTo>
                  <a:pt x="8205" y="15875"/>
                  <a:pt x="12925" y="10401"/>
                  <a:pt x="19086" y="6229"/>
                </a:cubicBezTo>
                <a:cubicBezTo>
                  <a:pt x="25192" y="2099"/>
                  <a:pt x="32382" y="0"/>
                  <a:pt x="40519" y="0"/>
                </a:cubicBezTo>
                <a:cubicBezTo>
                  <a:pt x="48943" y="0"/>
                  <a:pt x="56065" y="1880"/>
                  <a:pt x="61965" y="5585"/>
                </a:cubicBezTo>
                <a:cubicBezTo>
                  <a:pt x="67961" y="9166"/>
                  <a:pt x="72571" y="14270"/>
                  <a:pt x="75905" y="20801"/>
                </a:cubicBezTo>
                <a:cubicBezTo>
                  <a:pt x="79171" y="27236"/>
                  <a:pt x="80831" y="34632"/>
                  <a:pt x="80831" y="42879"/>
                </a:cubicBezTo>
                <a:cubicBezTo>
                  <a:pt x="80831" y="43743"/>
                  <a:pt x="80721" y="44594"/>
                  <a:pt x="80612" y="45458"/>
                </a:cubicBezTo>
                <a:cubicBezTo>
                  <a:pt x="80612" y="46213"/>
                  <a:pt x="80502" y="46748"/>
                  <a:pt x="80406" y="47173"/>
                </a:cubicBezTo>
                <a:lnTo>
                  <a:pt x="13941" y="47173"/>
                </a:lnTo>
                <a:cubicBezTo>
                  <a:pt x="14366" y="53924"/>
                  <a:pt x="15917" y="59399"/>
                  <a:pt x="18661" y="63680"/>
                </a:cubicBezTo>
                <a:cubicBezTo>
                  <a:pt x="21501" y="67975"/>
                  <a:pt x="24986" y="71185"/>
                  <a:pt x="29157" y="73326"/>
                </a:cubicBezTo>
                <a:cubicBezTo>
                  <a:pt x="33452" y="75466"/>
                  <a:pt x="37788" y="76550"/>
                  <a:pt x="42234" y="76550"/>
                </a:cubicBezTo>
                <a:cubicBezTo>
                  <a:pt x="48353" y="76550"/>
                  <a:pt x="53444" y="75151"/>
                  <a:pt x="57464" y="72256"/>
                </a:cubicBezTo>
                <a:cubicBezTo>
                  <a:pt x="61430" y="69251"/>
                  <a:pt x="64640" y="65615"/>
                  <a:pt x="67110" y="61320"/>
                </a:cubicBezTo>
                <a:lnTo>
                  <a:pt x="78897" y="67110"/>
                </a:lnTo>
                <a:cubicBezTo>
                  <a:pt x="75576" y="73545"/>
                  <a:pt x="70856" y="78855"/>
                  <a:pt x="64750" y="82972"/>
                </a:cubicBezTo>
                <a:cubicBezTo>
                  <a:pt x="58589" y="87102"/>
                  <a:pt x="50919" y="89187"/>
                  <a:pt x="41808" y="89187"/>
                </a:cubicBezTo>
                <a:close/>
                <a:moveTo>
                  <a:pt x="40519" y="12651"/>
                </a:moveTo>
                <a:cubicBezTo>
                  <a:pt x="33768" y="12651"/>
                  <a:pt x="28142" y="14805"/>
                  <a:pt x="23587" y="19086"/>
                </a:cubicBezTo>
                <a:cubicBezTo>
                  <a:pt x="19141" y="23381"/>
                  <a:pt x="16191" y="28952"/>
                  <a:pt x="14791" y="35812"/>
                </a:cubicBezTo>
                <a:lnTo>
                  <a:pt x="66040" y="35812"/>
                </a:lnTo>
                <a:cubicBezTo>
                  <a:pt x="65875" y="32547"/>
                  <a:pt x="64970" y="29116"/>
                  <a:pt x="63254" y="25521"/>
                </a:cubicBezTo>
                <a:cubicBezTo>
                  <a:pt x="61539" y="21981"/>
                  <a:pt x="58795" y="18976"/>
                  <a:pt x="55104" y="16520"/>
                </a:cubicBezTo>
                <a:cubicBezTo>
                  <a:pt x="51509" y="13941"/>
                  <a:pt x="46638" y="12651"/>
                  <a:pt x="40519" y="12651"/>
                </a:cubicBezTo>
                <a:close/>
                <a:moveTo>
                  <a:pt x="40519" y="12651"/>
                </a:move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5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E65C4833-84E3-4C44-8C83-7577C0463A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32508" y="1187150"/>
            <a:ext cx="86183" cy="89187"/>
          </a:xfrm>
          <a:custGeom xmlns:a="http://schemas.openxmlformats.org/drawingml/2006/main">
            <a:pathLst>
              <a:path w="86183" h="89187">
                <a:moveTo>
                  <a:pt x="43084" y="89187"/>
                </a:moveTo>
                <a:cubicBezTo>
                  <a:pt x="34618" y="89187"/>
                  <a:pt x="27113" y="87266"/>
                  <a:pt x="20582" y="83411"/>
                </a:cubicBezTo>
                <a:cubicBezTo>
                  <a:pt x="14146" y="79445"/>
                  <a:pt x="9056" y="74080"/>
                  <a:pt x="5351" y="67330"/>
                </a:cubicBezTo>
                <a:cubicBezTo>
                  <a:pt x="1770" y="60620"/>
                  <a:pt x="0" y="53073"/>
                  <a:pt x="0" y="44594"/>
                </a:cubicBezTo>
                <a:cubicBezTo>
                  <a:pt x="0" y="36347"/>
                  <a:pt x="1770" y="28842"/>
                  <a:pt x="5351" y="22091"/>
                </a:cubicBezTo>
                <a:cubicBezTo>
                  <a:pt x="9056" y="15230"/>
                  <a:pt x="14146" y="9866"/>
                  <a:pt x="20582" y="6010"/>
                </a:cubicBezTo>
                <a:cubicBezTo>
                  <a:pt x="27113" y="2044"/>
                  <a:pt x="34618" y="0"/>
                  <a:pt x="43084" y="0"/>
                </a:cubicBezTo>
                <a:cubicBezTo>
                  <a:pt x="51509" y="0"/>
                  <a:pt x="58960" y="2044"/>
                  <a:pt x="65381" y="6010"/>
                </a:cubicBezTo>
                <a:cubicBezTo>
                  <a:pt x="71926" y="10030"/>
                  <a:pt x="77017" y="15436"/>
                  <a:pt x="80612" y="22297"/>
                </a:cubicBezTo>
                <a:cubicBezTo>
                  <a:pt x="84303" y="29061"/>
                  <a:pt x="86183" y="36457"/>
                  <a:pt x="86183" y="44594"/>
                </a:cubicBezTo>
                <a:cubicBezTo>
                  <a:pt x="86183" y="53073"/>
                  <a:pt x="84303" y="60620"/>
                  <a:pt x="80612" y="67330"/>
                </a:cubicBezTo>
                <a:cubicBezTo>
                  <a:pt x="77017" y="74080"/>
                  <a:pt x="71926" y="79445"/>
                  <a:pt x="65381" y="83411"/>
                </a:cubicBezTo>
                <a:cubicBezTo>
                  <a:pt x="58960" y="87266"/>
                  <a:pt x="51509" y="89187"/>
                  <a:pt x="43084" y="89187"/>
                </a:cubicBezTo>
                <a:close/>
                <a:moveTo>
                  <a:pt x="43084" y="76550"/>
                </a:moveTo>
                <a:cubicBezTo>
                  <a:pt x="48079" y="76550"/>
                  <a:pt x="52785" y="75370"/>
                  <a:pt x="57245" y="72900"/>
                </a:cubicBezTo>
                <a:cubicBezTo>
                  <a:pt x="61635" y="70321"/>
                  <a:pt x="65230" y="66685"/>
                  <a:pt x="67961" y="61965"/>
                </a:cubicBezTo>
                <a:cubicBezTo>
                  <a:pt x="70801" y="57149"/>
                  <a:pt x="72242" y="51358"/>
                  <a:pt x="72242" y="44594"/>
                </a:cubicBezTo>
                <a:cubicBezTo>
                  <a:pt x="72242" y="37898"/>
                  <a:pt x="70801" y="32162"/>
                  <a:pt x="67961" y="27442"/>
                </a:cubicBezTo>
                <a:cubicBezTo>
                  <a:pt x="65230" y="22626"/>
                  <a:pt x="61635" y="18976"/>
                  <a:pt x="57245" y="16520"/>
                </a:cubicBezTo>
                <a:cubicBezTo>
                  <a:pt x="52785" y="13941"/>
                  <a:pt x="48079" y="12651"/>
                  <a:pt x="43084" y="12651"/>
                </a:cubicBezTo>
                <a:cubicBezTo>
                  <a:pt x="38049" y="12651"/>
                  <a:pt x="33274" y="13941"/>
                  <a:pt x="28718" y="16520"/>
                </a:cubicBezTo>
                <a:cubicBezTo>
                  <a:pt x="24273" y="18976"/>
                  <a:pt x="20637" y="22626"/>
                  <a:pt x="17796" y="27442"/>
                </a:cubicBezTo>
                <a:cubicBezTo>
                  <a:pt x="15052" y="32162"/>
                  <a:pt x="13721" y="37898"/>
                  <a:pt x="13721" y="44594"/>
                </a:cubicBezTo>
                <a:cubicBezTo>
                  <a:pt x="13721" y="51358"/>
                  <a:pt x="15052" y="57149"/>
                  <a:pt x="17796" y="61965"/>
                </a:cubicBezTo>
                <a:cubicBezTo>
                  <a:pt x="20637" y="66685"/>
                  <a:pt x="24273" y="70321"/>
                  <a:pt x="28718" y="72900"/>
                </a:cubicBezTo>
                <a:cubicBezTo>
                  <a:pt x="33274" y="75370"/>
                  <a:pt x="38049" y="76550"/>
                  <a:pt x="43084" y="76550"/>
                </a:cubicBezTo>
                <a:close/>
                <a:moveTo>
                  <a:pt x="43084" y="76550"/>
                </a:move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5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83F7EB48-2550-4AAB-8EDD-77C4A9163C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26841" y="1166143"/>
            <a:ext cx="49520" cy="108918"/>
          </a:xfrm>
          <a:custGeom xmlns:a="http://schemas.openxmlformats.org/drawingml/2006/main">
            <a:pathLst>
              <a:path w="49520" h="108918">
                <a:moveTo>
                  <a:pt x="37939" y="108918"/>
                </a:moveTo>
                <a:cubicBezTo>
                  <a:pt x="30927" y="108918"/>
                  <a:pt x="25288" y="106929"/>
                  <a:pt x="21007" y="102909"/>
                </a:cubicBezTo>
                <a:cubicBezTo>
                  <a:pt x="16712" y="98779"/>
                  <a:pt x="14572" y="93002"/>
                  <a:pt x="14572" y="85551"/>
                </a:cubicBezTo>
                <a:lnTo>
                  <a:pt x="14572" y="36238"/>
                </a:lnTo>
                <a:lnTo>
                  <a:pt x="0" y="36238"/>
                </a:lnTo>
                <a:lnTo>
                  <a:pt x="0" y="23587"/>
                </a:lnTo>
                <a:lnTo>
                  <a:pt x="14572" y="23587"/>
                </a:lnTo>
                <a:lnTo>
                  <a:pt x="14572" y="0"/>
                </a:lnTo>
                <a:lnTo>
                  <a:pt x="28513" y="0"/>
                </a:lnTo>
                <a:lnTo>
                  <a:pt x="28513" y="23587"/>
                </a:lnTo>
                <a:lnTo>
                  <a:pt x="49094" y="23587"/>
                </a:lnTo>
                <a:lnTo>
                  <a:pt x="49094" y="36238"/>
                </a:lnTo>
                <a:lnTo>
                  <a:pt x="28513" y="36238"/>
                </a:lnTo>
                <a:lnTo>
                  <a:pt x="28513" y="82121"/>
                </a:lnTo>
                <a:cubicBezTo>
                  <a:pt x="28513" y="86567"/>
                  <a:pt x="29363" y="89997"/>
                  <a:pt x="31078" y="92412"/>
                </a:cubicBezTo>
                <a:cubicBezTo>
                  <a:pt x="32903" y="94717"/>
                  <a:pt x="36018" y="95842"/>
                  <a:pt x="40299" y="95842"/>
                </a:cubicBezTo>
                <a:cubicBezTo>
                  <a:pt x="42124" y="95842"/>
                  <a:pt x="43784" y="95623"/>
                  <a:pt x="45239" y="95197"/>
                </a:cubicBezTo>
                <a:cubicBezTo>
                  <a:pt x="46789" y="94662"/>
                  <a:pt x="48230" y="93908"/>
                  <a:pt x="49520" y="93043"/>
                </a:cubicBezTo>
                <a:lnTo>
                  <a:pt x="49520" y="106764"/>
                </a:lnTo>
                <a:cubicBezTo>
                  <a:pt x="48079" y="107519"/>
                  <a:pt x="46515" y="107944"/>
                  <a:pt x="44800" y="108274"/>
                </a:cubicBezTo>
                <a:cubicBezTo>
                  <a:pt x="43084" y="108699"/>
                  <a:pt x="40779" y="108918"/>
                  <a:pt x="37939" y="108918"/>
                </a:cubicBezTo>
                <a:close/>
                <a:moveTo>
                  <a:pt x="37939" y="108918"/>
                </a:move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5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1CCA7310-F500-468C-ADAB-0F8D50D2AC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82412" y="1297783"/>
            <a:ext cx="78471" cy="11581"/>
          </a:xfrm>
          <a:custGeom xmlns:a="http://schemas.openxmlformats.org/drawingml/2006/main">
            <a:pathLst>
              <a:path w="78471" h="11581">
                <a:moveTo>
                  <a:pt x="0" y="0"/>
                </a:moveTo>
                <a:lnTo>
                  <a:pt x="78471" y="0"/>
                </a:lnTo>
                <a:lnTo>
                  <a:pt x="78471" y="11581"/>
                </a:lnTo>
                <a:lnTo>
                  <a:pt x="0" y="11581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5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2D0949AE-CD44-4E5C-8ACB-BEF6AD8C21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69349" y="1154137"/>
            <a:ext cx="20156" cy="119635"/>
          </a:xfrm>
          <a:custGeom xmlns:a="http://schemas.openxmlformats.org/drawingml/2006/main">
            <a:pathLst>
              <a:path w="20156" h="119635">
                <a:moveTo>
                  <a:pt x="10085" y="20156"/>
                </a:moveTo>
                <a:cubicBezTo>
                  <a:pt x="7355" y="20156"/>
                  <a:pt x="4994" y="19196"/>
                  <a:pt x="3005" y="17151"/>
                </a:cubicBezTo>
                <a:cubicBezTo>
                  <a:pt x="974" y="15176"/>
                  <a:pt x="0" y="12816"/>
                  <a:pt x="0" y="10085"/>
                </a:cubicBezTo>
                <a:cubicBezTo>
                  <a:pt x="0" y="7245"/>
                  <a:pt x="974" y="4885"/>
                  <a:pt x="3005" y="3005"/>
                </a:cubicBezTo>
                <a:cubicBezTo>
                  <a:pt x="4994" y="1015"/>
                  <a:pt x="7355" y="0"/>
                  <a:pt x="10085" y="0"/>
                </a:cubicBezTo>
                <a:cubicBezTo>
                  <a:pt x="12925" y="0"/>
                  <a:pt x="15285" y="1015"/>
                  <a:pt x="17151" y="3005"/>
                </a:cubicBezTo>
                <a:cubicBezTo>
                  <a:pt x="19141" y="4885"/>
                  <a:pt x="20156" y="7245"/>
                  <a:pt x="20156" y="10085"/>
                </a:cubicBezTo>
                <a:cubicBezTo>
                  <a:pt x="20156" y="12816"/>
                  <a:pt x="19141" y="15176"/>
                  <a:pt x="17151" y="17151"/>
                </a:cubicBezTo>
                <a:cubicBezTo>
                  <a:pt x="15285" y="19196"/>
                  <a:pt x="12925" y="20156"/>
                  <a:pt x="10085" y="20156"/>
                </a:cubicBezTo>
                <a:close/>
                <a:moveTo>
                  <a:pt x="3224" y="119635"/>
                </a:moveTo>
                <a:lnTo>
                  <a:pt x="3224" y="35593"/>
                </a:lnTo>
                <a:lnTo>
                  <a:pt x="17151" y="35593"/>
                </a:lnTo>
                <a:lnTo>
                  <a:pt x="17151" y="119635"/>
                </a:lnTo>
                <a:lnTo>
                  <a:pt x="3224" y="119635"/>
                </a:lnTo>
                <a:close/>
                <a:moveTo>
                  <a:pt x="3224" y="119635"/>
                </a:move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5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4C354116-C7D9-4F20-AE9C-64CBFF8FCB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07617" y="1193804"/>
            <a:ext cx="63035" cy="70746"/>
          </a:xfrm>
          <a:custGeom xmlns:a="http://schemas.openxmlformats.org/drawingml/2006/main">
            <a:pathLst>
              <a:path w="63035" h="70746">
                <a:moveTo>
                  <a:pt x="0" y="70746"/>
                </a:moveTo>
                <a:lnTo>
                  <a:pt x="0" y="57890"/>
                </a:lnTo>
                <a:lnTo>
                  <a:pt x="48244" y="35593"/>
                </a:lnTo>
                <a:lnTo>
                  <a:pt x="48244" y="34948"/>
                </a:lnTo>
                <a:lnTo>
                  <a:pt x="0" y="12857"/>
                </a:lnTo>
                <a:lnTo>
                  <a:pt x="0" y="0"/>
                </a:lnTo>
                <a:lnTo>
                  <a:pt x="63035" y="30228"/>
                </a:lnTo>
                <a:lnTo>
                  <a:pt x="63035" y="40519"/>
                </a:lnTo>
                <a:lnTo>
                  <a:pt x="0" y="70746"/>
                </a:lnTo>
                <a:close/>
                <a:moveTo>
                  <a:pt x="0" y="70746"/>
                </a:move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5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AAD01B98-647C-40B5-8CCD-FE8346E235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51968" y="1105632"/>
            <a:ext cx="602605" cy="234165"/>
          </a:xfrm>
          <a:custGeom xmlns:a="http://schemas.openxmlformats.org/drawingml/2006/main">
            <a:pathLst>
              <a:path w="602605" h="234165">
                <a:moveTo>
                  <a:pt x="79102" y="0"/>
                </a:moveTo>
                <a:lnTo>
                  <a:pt x="523489" y="0"/>
                </a:lnTo>
                <a:cubicBezTo>
                  <a:pt x="567328" y="0"/>
                  <a:pt x="602605" y="35263"/>
                  <a:pt x="602605" y="79116"/>
                </a:cubicBezTo>
                <a:lnTo>
                  <a:pt x="602605" y="155063"/>
                </a:lnTo>
                <a:cubicBezTo>
                  <a:pt x="602605" y="198902"/>
                  <a:pt x="567328" y="234165"/>
                  <a:pt x="523489" y="234165"/>
                </a:cubicBezTo>
                <a:lnTo>
                  <a:pt x="79102" y="234165"/>
                </a:lnTo>
                <a:cubicBezTo>
                  <a:pt x="35263" y="234165"/>
                  <a:pt x="0" y="198902"/>
                  <a:pt x="0" y="155063"/>
                </a:cubicBezTo>
                <a:lnTo>
                  <a:pt x="0" y="79116"/>
                </a:lnTo>
                <a:cubicBezTo>
                  <a:pt x="0" y="35263"/>
                  <a:pt x="35263" y="0"/>
                  <a:pt x="79102" y="0"/>
                </a:cubicBezTo>
                <a:close/>
                <a:moveTo>
                  <a:pt x="79102" y="0"/>
                </a:moveTo>
              </a:path>
            </a:pathLst>
          </a:custGeom>
          <a:solidFill xmlns:a="http://schemas.openxmlformats.org/drawingml/2006/main">
            <a:srgbClr val="DDE9A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5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C75E4D75-2359-478B-AD91-5FD83F0D5A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51968" y="1105632"/>
            <a:ext cx="602605" cy="234165"/>
          </a:xfrm>
          <a:custGeom xmlns:a="http://schemas.openxmlformats.org/drawingml/2006/main">
            <a:pathLst>
              <a:path w="602605" h="234165" fill="none">
                <a:moveTo>
                  <a:pt x="79102" y="0"/>
                </a:moveTo>
                <a:lnTo>
                  <a:pt x="523489" y="0"/>
                </a:lnTo>
                <a:cubicBezTo>
                  <a:pt x="567328" y="0"/>
                  <a:pt x="602605" y="35263"/>
                  <a:pt x="602605" y="79116"/>
                </a:cubicBezTo>
                <a:lnTo>
                  <a:pt x="602605" y="155063"/>
                </a:lnTo>
                <a:cubicBezTo>
                  <a:pt x="602605" y="198902"/>
                  <a:pt x="567328" y="234165"/>
                  <a:pt x="523489" y="234165"/>
                </a:cubicBezTo>
                <a:lnTo>
                  <a:pt x="79102" y="234165"/>
                </a:lnTo>
                <a:cubicBezTo>
                  <a:pt x="35263" y="234165"/>
                  <a:pt x="0" y="198902"/>
                  <a:pt x="0" y="155063"/>
                </a:cubicBezTo>
                <a:lnTo>
                  <a:pt x="0" y="79116"/>
                </a:lnTo>
                <a:cubicBezTo>
                  <a:pt x="0" y="35263"/>
                  <a:pt x="35263" y="0"/>
                  <a:pt x="79102" y="0"/>
                </a:cubicBezTo>
                <a:close/>
                <a:moveTo>
                  <a:pt x="79102" y="0"/>
                </a:moveTo>
              </a:path>
            </a:pathLst>
          </a:custGeom>
          <a:noFill xmlns:a="http://schemas.openxmlformats.org/drawingml/2006/main"/>
          <a:ln xmlns:a="http://schemas.openxmlformats.org/drawingml/2006/main" w="14197" cap="flat">
            <a:solidFill>
              <a:srgbClr val="000000"/>
            </a:solidFill>
            <a:miter/>
          </a:ln>
        </p:spPr>
      </p:sp>
      <p:sp>
        <p:nvSpPr>
          <p:cNvPr id="35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02460FA9-38A3-487D-9C9F-C9E32D480A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2567" y="1193804"/>
            <a:ext cx="63035" cy="70746"/>
          </a:xfrm>
          <a:custGeom xmlns:a="http://schemas.openxmlformats.org/drawingml/2006/main">
            <a:pathLst>
              <a:path w="63035" h="70746">
                <a:moveTo>
                  <a:pt x="63035" y="70746"/>
                </a:moveTo>
                <a:lnTo>
                  <a:pt x="0" y="40519"/>
                </a:lnTo>
                <a:lnTo>
                  <a:pt x="0" y="30228"/>
                </a:lnTo>
                <a:lnTo>
                  <a:pt x="63035" y="0"/>
                </a:lnTo>
                <a:lnTo>
                  <a:pt x="63035" y="12857"/>
                </a:lnTo>
                <a:lnTo>
                  <a:pt x="14791" y="34948"/>
                </a:lnTo>
                <a:lnTo>
                  <a:pt x="14791" y="35593"/>
                </a:lnTo>
                <a:lnTo>
                  <a:pt x="63035" y="57890"/>
                </a:lnTo>
                <a:lnTo>
                  <a:pt x="63035" y="70746"/>
                </a:lnTo>
                <a:close/>
                <a:moveTo>
                  <a:pt x="63035" y="70746"/>
                </a:move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6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CD4E5FE3-2359-4EB3-AB8F-0C616C009C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65648" y="1155852"/>
            <a:ext cx="82972" cy="120485"/>
          </a:xfrm>
          <a:custGeom xmlns:a="http://schemas.openxmlformats.org/drawingml/2006/main">
            <a:pathLst>
              <a:path w="82972" h="120485">
                <a:moveTo>
                  <a:pt x="42659" y="120485"/>
                </a:moveTo>
                <a:cubicBezTo>
                  <a:pt x="35908" y="120485"/>
                  <a:pt x="30063" y="118990"/>
                  <a:pt x="25082" y="115985"/>
                </a:cubicBezTo>
                <a:cubicBezTo>
                  <a:pt x="20047" y="112884"/>
                  <a:pt x="16397" y="109344"/>
                  <a:pt x="14146" y="105488"/>
                </a:cubicBezTo>
                <a:lnTo>
                  <a:pt x="13502" y="105488"/>
                </a:lnTo>
                <a:lnTo>
                  <a:pt x="13502" y="117920"/>
                </a:lnTo>
                <a:lnTo>
                  <a:pt x="0" y="117920"/>
                </a:lnTo>
                <a:lnTo>
                  <a:pt x="0" y="0"/>
                </a:lnTo>
                <a:lnTo>
                  <a:pt x="14146" y="0"/>
                </a:lnTo>
                <a:lnTo>
                  <a:pt x="14146" y="34728"/>
                </a:lnTo>
                <a:lnTo>
                  <a:pt x="13502" y="46528"/>
                </a:lnTo>
                <a:lnTo>
                  <a:pt x="14146" y="46528"/>
                </a:lnTo>
                <a:cubicBezTo>
                  <a:pt x="16397" y="42563"/>
                  <a:pt x="20047" y="39023"/>
                  <a:pt x="25082" y="36018"/>
                </a:cubicBezTo>
                <a:cubicBezTo>
                  <a:pt x="30063" y="32917"/>
                  <a:pt x="35908" y="31298"/>
                  <a:pt x="42659" y="31298"/>
                </a:cubicBezTo>
                <a:cubicBezTo>
                  <a:pt x="50384" y="31298"/>
                  <a:pt x="57245" y="33233"/>
                  <a:pt x="63241" y="37088"/>
                </a:cubicBezTo>
                <a:cubicBezTo>
                  <a:pt x="69347" y="40958"/>
                  <a:pt x="74177" y="46254"/>
                  <a:pt x="77607" y="52964"/>
                </a:cubicBezTo>
                <a:cubicBezTo>
                  <a:pt x="81147" y="59550"/>
                  <a:pt x="82972" y="67220"/>
                  <a:pt x="82972" y="75892"/>
                </a:cubicBezTo>
                <a:cubicBezTo>
                  <a:pt x="82972" y="84632"/>
                  <a:pt x="81147" y="92357"/>
                  <a:pt x="77607" y="99053"/>
                </a:cubicBezTo>
                <a:cubicBezTo>
                  <a:pt x="74177" y="105804"/>
                  <a:pt x="69347" y="111059"/>
                  <a:pt x="63241" y="114915"/>
                </a:cubicBezTo>
                <a:cubicBezTo>
                  <a:pt x="57245" y="118619"/>
                  <a:pt x="50384" y="120485"/>
                  <a:pt x="42659" y="120485"/>
                </a:cubicBezTo>
                <a:close/>
                <a:moveTo>
                  <a:pt x="41163" y="107848"/>
                </a:moveTo>
                <a:cubicBezTo>
                  <a:pt x="45980" y="107848"/>
                  <a:pt x="50480" y="106558"/>
                  <a:pt x="54665" y="103979"/>
                </a:cubicBezTo>
                <a:cubicBezTo>
                  <a:pt x="58960" y="101413"/>
                  <a:pt x="62390" y="97708"/>
                  <a:pt x="64956" y="92837"/>
                </a:cubicBezTo>
                <a:cubicBezTo>
                  <a:pt x="67535" y="88007"/>
                  <a:pt x="68812" y="82327"/>
                  <a:pt x="68812" y="75892"/>
                </a:cubicBezTo>
                <a:cubicBezTo>
                  <a:pt x="68812" y="69360"/>
                  <a:pt x="67535" y="63680"/>
                  <a:pt x="64956" y="58960"/>
                </a:cubicBezTo>
                <a:cubicBezTo>
                  <a:pt x="62390" y="54144"/>
                  <a:pt x="58960" y="50384"/>
                  <a:pt x="54665" y="47818"/>
                </a:cubicBezTo>
                <a:cubicBezTo>
                  <a:pt x="50480" y="45239"/>
                  <a:pt x="45980" y="43949"/>
                  <a:pt x="41163" y="43949"/>
                </a:cubicBezTo>
                <a:cubicBezTo>
                  <a:pt x="36443" y="43949"/>
                  <a:pt x="31943" y="45239"/>
                  <a:pt x="27648" y="47818"/>
                </a:cubicBezTo>
                <a:cubicBezTo>
                  <a:pt x="23367" y="50384"/>
                  <a:pt x="19937" y="54144"/>
                  <a:pt x="17357" y="58960"/>
                </a:cubicBezTo>
                <a:cubicBezTo>
                  <a:pt x="14791" y="63680"/>
                  <a:pt x="13502" y="69360"/>
                  <a:pt x="13502" y="75892"/>
                </a:cubicBezTo>
                <a:cubicBezTo>
                  <a:pt x="13502" y="82492"/>
                  <a:pt x="14791" y="88227"/>
                  <a:pt x="17357" y="93043"/>
                </a:cubicBezTo>
                <a:cubicBezTo>
                  <a:pt x="19937" y="97763"/>
                  <a:pt x="23367" y="101413"/>
                  <a:pt x="27648" y="103979"/>
                </a:cubicBezTo>
                <a:cubicBezTo>
                  <a:pt x="31943" y="106558"/>
                  <a:pt x="36443" y="107848"/>
                  <a:pt x="41163" y="107848"/>
                </a:cubicBezTo>
                <a:close/>
                <a:moveTo>
                  <a:pt x="41163" y="107848"/>
                </a:move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6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0115E924-7B90-46CF-A582-8A4564AB60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60516" y="1187150"/>
            <a:ext cx="86183" cy="89187"/>
          </a:xfrm>
          <a:custGeom xmlns:a="http://schemas.openxmlformats.org/drawingml/2006/main">
            <a:pathLst>
              <a:path w="86183" h="89187">
                <a:moveTo>
                  <a:pt x="43084" y="89187"/>
                </a:moveTo>
                <a:cubicBezTo>
                  <a:pt x="34618" y="89187"/>
                  <a:pt x="27113" y="87266"/>
                  <a:pt x="20582" y="83411"/>
                </a:cubicBezTo>
                <a:cubicBezTo>
                  <a:pt x="14146" y="79445"/>
                  <a:pt x="9056" y="74080"/>
                  <a:pt x="5351" y="67330"/>
                </a:cubicBezTo>
                <a:cubicBezTo>
                  <a:pt x="1770" y="60620"/>
                  <a:pt x="0" y="53073"/>
                  <a:pt x="0" y="44594"/>
                </a:cubicBezTo>
                <a:cubicBezTo>
                  <a:pt x="0" y="36347"/>
                  <a:pt x="1770" y="28842"/>
                  <a:pt x="5351" y="22091"/>
                </a:cubicBezTo>
                <a:cubicBezTo>
                  <a:pt x="9056" y="15230"/>
                  <a:pt x="14146" y="9866"/>
                  <a:pt x="20582" y="6010"/>
                </a:cubicBezTo>
                <a:cubicBezTo>
                  <a:pt x="27113" y="2044"/>
                  <a:pt x="34618" y="0"/>
                  <a:pt x="43084" y="0"/>
                </a:cubicBezTo>
                <a:cubicBezTo>
                  <a:pt x="51509" y="0"/>
                  <a:pt x="58960" y="2044"/>
                  <a:pt x="65381" y="6010"/>
                </a:cubicBezTo>
                <a:cubicBezTo>
                  <a:pt x="71926" y="10030"/>
                  <a:pt x="77017" y="15436"/>
                  <a:pt x="80612" y="22297"/>
                </a:cubicBezTo>
                <a:cubicBezTo>
                  <a:pt x="84303" y="29061"/>
                  <a:pt x="86183" y="36457"/>
                  <a:pt x="86183" y="44594"/>
                </a:cubicBezTo>
                <a:cubicBezTo>
                  <a:pt x="86183" y="53073"/>
                  <a:pt x="84303" y="60620"/>
                  <a:pt x="80612" y="67330"/>
                </a:cubicBezTo>
                <a:cubicBezTo>
                  <a:pt x="77017" y="74080"/>
                  <a:pt x="71926" y="79445"/>
                  <a:pt x="65381" y="83411"/>
                </a:cubicBezTo>
                <a:cubicBezTo>
                  <a:pt x="58960" y="87266"/>
                  <a:pt x="51509" y="89187"/>
                  <a:pt x="43084" y="89187"/>
                </a:cubicBezTo>
                <a:close/>
                <a:moveTo>
                  <a:pt x="43084" y="76550"/>
                </a:moveTo>
                <a:cubicBezTo>
                  <a:pt x="48079" y="76550"/>
                  <a:pt x="52785" y="75370"/>
                  <a:pt x="57245" y="72900"/>
                </a:cubicBezTo>
                <a:cubicBezTo>
                  <a:pt x="61635" y="70321"/>
                  <a:pt x="65230" y="66685"/>
                  <a:pt x="67961" y="61965"/>
                </a:cubicBezTo>
                <a:cubicBezTo>
                  <a:pt x="70801" y="57149"/>
                  <a:pt x="72242" y="51358"/>
                  <a:pt x="72242" y="44594"/>
                </a:cubicBezTo>
                <a:cubicBezTo>
                  <a:pt x="72242" y="37898"/>
                  <a:pt x="70801" y="32162"/>
                  <a:pt x="67961" y="27442"/>
                </a:cubicBezTo>
                <a:cubicBezTo>
                  <a:pt x="65230" y="22626"/>
                  <a:pt x="61635" y="18976"/>
                  <a:pt x="57245" y="16520"/>
                </a:cubicBezTo>
                <a:cubicBezTo>
                  <a:pt x="52785" y="13941"/>
                  <a:pt x="48079" y="12651"/>
                  <a:pt x="43084" y="12651"/>
                </a:cubicBezTo>
                <a:cubicBezTo>
                  <a:pt x="38049" y="12651"/>
                  <a:pt x="33287" y="13941"/>
                  <a:pt x="28732" y="16520"/>
                </a:cubicBezTo>
                <a:cubicBezTo>
                  <a:pt x="24273" y="18976"/>
                  <a:pt x="20637" y="22626"/>
                  <a:pt x="17796" y="27442"/>
                </a:cubicBezTo>
                <a:cubicBezTo>
                  <a:pt x="15052" y="32162"/>
                  <a:pt x="13721" y="37898"/>
                  <a:pt x="13721" y="44594"/>
                </a:cubicBezTo>
                <a:cubicBezTo>
                  <a:pt x="13721" y="51358"/>
                  <a:pt x="15052" y="57149"/>
                  <a:pt x="17796" y="61965"/>
                </a:cubicBezTo>
                <a:cubicBezTo>
                  <a:pt x="20637" y="66685"/>
                  <a:pt x="24273" y="70321"/>
                  <a:pt x="28732" y="72900"/>
                </a:cubicBezTo>
                <a:cubicBezTo>
                  <a:pt x="33287" y="75370"/>
                  <a:pt x="38049" y="76550"/>
                  <a:pt x="43084" y="76550"/>
                </a:cubicBezTo>
                <a:close/>
                <a:moveTo>
                  <a:pt x="43084" y="76550"/>
                </a:move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6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7A753C7D-7A07-4FA8-85CE-C61DA37927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58224" y="1187150"/>
            <a:ext cx="72887" cy="89187"/>
          </a:xfrm>
          <a:custGeom xmlns:a="http://schemas.openxmlformats.org/drawingml/2006/main">
            <a:pathLst>
              <a:path w="72887" h="89187">
                <a:moveTo>
                  <a:pt x="31723" y="89187"/>
                </a:moveTo>
                <a:cubicBezTo>
                  <a:pt x="25398" y="89187"/>
                  <a:pt x="19937" y="87966"/>
                  <a:pt x="15217" y="85551"/>
                </a:cubicBezTo>
                <a:cubicBezTo>
                  <a:pt x="10510" y="83136"/>
                  <a:pt x="6751" y="79871"/>
                  <a:pt x="4075" y="75686"/>
                </a:cubicBezTo>
                <a:cubicBezTo>
                  <a:pt x="1345" y="71405"/>
                  <a:pt x="0" y="66630"/>
                  <a:pt x="0" y="61320"/>
                </a:cubicBezTo>
                <a:cubicBezTo>
                  <a:pt x="0" y="55214"/>
                  <a:pt x="1550" y="50068"/>
                  <a:pt x="4720" y="45884"/>
                </a:cubicBezTo>
                <a:cubicBezTo>
                  <a:pt x="7986" y="41603"/>
                  <a:pt x="12267" y="38378"/>
                  <a:pt x="17577" y="36238"/>
                </a:cubicBezTo>
                <a:cubicBezTo>
                  <a:pt x="22997" y="34097"/>
                  <a:pt x="28938" y="33027"/>
                  <a:pt x="35373" y="33027"/>
                </a:cubicBezTo>
                <a:cubicBezTo>
                  <a:pt x="40944" y="33027"/>
                  <a:pt x="45884" y="33672"/>
                  <a:pt x="50165" y="34948"/>
                </a:cubicBezTo>
                <a:cubicBezTo>
                  <a:pt x="54459" y="36128"/>
                  <a:pt x="57505" y="37253"/>
                  <a:pt x="59385" y="38378"/>
                </a:cubicBezTo>
                <a:lnTo>
                  <a:pt x="59385" y="33233"/>
                </a:lnTo>
                <a:cubicBezTo>
                  <a:pt x="59385" y="26962"/>
                  <a:pt x="57080" y="21981"/>
                  <a:pt x="52525" y="18235"/>
                </a:cubicBezTo>
                <a:cubicBezTo>
                  <a:pt x="48079" y="14366"/>
                  <a:pt x="42659" y="12445"/>
                  <a:pt x="36238" y="12445"/>
                </a:cubicBezTo>
                <a:cubicBezTo>
                  <a:pt x="31627" y="12445"/>
                  <a:pt x="27333" y="13515"/>
                  <a:pt x="23367" y="15656"/>
                </a:cubicBezTo>
                <a:cubicBezTo>
                  <a:pt x="19347" y="17700"/>
                  <a:pt x="16191" y="20486"/>
                  <a:pt x="13941" y="24012"/>
                </a:cubicBezTo>
                <a:lnTo>
                  <a:pt x="3211" y="16081"/>
                </a:lnTo>
                <a:cubicBezTo>
                  <a:pt x="6641" y="11265"/>
                  <a:pt x="11196" y="7409"/>
                  <a:pt x="16932" y="4514"/>
                </a:cubicBezTo>
                <a:cubicBezTo>
                  <a:pt x="22612" y="1509"/>
                  <a:pt x="29048" y="0"/>
                  <a:pt x="36238" y="0"/>
                </a:cubicBezTo>
                <a:cubicBezTo>
                  <a:pt x="47654" y="0"/>
                  <a:pt x="56600" y="3115"/>
                  <a:pt x="63035" y="9221"/>
                </a:cubicBezTo>
                <a:cubicBezTo>
                  <a:pt x="69566" y="15230"/>
                  <a:pt x="72887" y="23326"/>
                  <a:pt x="72887" y="33452"/>
                </a:cubicBezTo>
                <a:lnTo>
                  <a:pt x="72887" y="86622"/>
                </a:lnTo>
                <a:lnTo>
                  <a:pt x="59385" y="86622"/>
                </a:lnTo>
                <a:lnTo>
                  <a:pt x="59385" y="74616"/>
                </a:lnTo>
                <a:lnTo>
                  <a:pt x="58740" y="74616"/>
                </a:lnTo>
                <a:cubicBezTo>
                  <a:pt x="56600" y="78361"/>
                  <a:pt x="53169" y="81696"/>
                  <a:pt x="48449" y="84687"/>
                </a:cubicBezTo>
                <a:cubicBezTo>
                  <a:pt x="43729" y="87692"/>
                  <a:pt x="38159" y="89187"/>
                  <a:pt x="31723" y="89187"/>
                </a:cubicBezTo>
                <a:close/>
                <a:moveTo>
                  <a:pt x="33013" y="76976"/>
                </a:moveTo>
                <a:cubicBezTo>
                  <a:pt x="37843" y="76976"/>
                  <a:pt x="42289" y="75796"/>
                  <a:pt x="46309" y="73326"/>
                </a:cubicBezTo>
                <a:cubicBezTo>
                  <a:pt x="50274" y="70911"/>
                  <a:pt x="53430" y="67700"/>
                  <a:pt x="55735" y="63680"/>
                </a:cubicBezTo>
                <a:cubicBezTo>
                  <a:pt x="58150" y="59550"/>
                  <a:pt x="59385" y="55049"/>
                  <a:pt x="59385" y="50178"/>
                </a:cubicBezTo>
                <a:cubicBezTo>
                  <a:pt x="56915" y="48463"/>
                  <a:pt x="53814" y="47118"/>
                  <a:pt x="49959" y="46103"/>
                </a:cubicBezTo>
                <a:cubicBezTo>
                  <a:pt x="46199" y="44978"/>
                  <a:pt x="42069" y="44388"/>
                  <a:pt x="37514" y="44388"/>
                </a:cubicBezTo>
                <a:cubicBezTo>
                  <a:pt x="29473" y="44388"/>
                  <a:pt x="23642" y="46048"/>
                  <a:pt x="19937" y="49314"/>
                </a:cubicBezTo>
                <a:cubicBezTo>
                  <a:pt x="16191" y="52634"/>
                  <a:pt x="14366" y="56600"/>
                  <a:pt x="14366" y="61320"/>
                </a:cubicBezTo>
                <a:cubicBezTo>
                  <a:pt x="14366" y="66040"/>
                  <a:pt x="16081" y="69841"/>
                  <a:pt x="19511" y="72681"/>
                </a:cubicBezTo>
                <a:cubicBezTo>
                  <a:pt x="23052" y="75576"/>
                  <a:pt x="27552" y="76976"/>
                  <a:pt x="33013" y="76976"/>
                </a:cubicBezTo>
                <a:close/>
                <a:moveTo>
                  <a:pt x="33013" y="76976"/>
                </a:move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6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0C1C4A83-E08B-4813-B477-B7A9B510E2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40071" y="1297783"/>
            <a:ext cx="78471" cy="11581"/>
          </a:xfrm>
          <a:custGeom xmlns:a="http://schemas.openxmlformats.org/drawingml/2006/main">
            <a:pathLst>
              <a:path w="78471" h="11581">
                <a:moveTo>
                  <a:pt x="0" y="0"/>
                </a:moveTo>
                <a:lnTo>
                  <a:pt x="78471" y="0"/>
                </a:lnTo>
                <a:lnTo>
                  <a:pt x="78471" y="11581"/>
                </a:lnTo>
                <a:lnTo>
                  <a:pt x="0" y="11581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6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CD1F8B26-636E-40C4-B659-17B1D9B0A6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27008" y="1154137"/>
            <a:ext cx="20143" cy="119635"/>
          </a:xfrm>
          <a:custGeom xmlns:a="http://schemas.openxmlformats.org/drawingml/2006/main">
            <a:pathLst>
              <a:path w="20143" h="119635">
                <a:moveTo>
                  <a:pt x="10071" y="20156"/>
                </a:moveTo>
                <a:cubicBezTo>
                  <a:pt x="7341" y="20156"/>
                  <a:pt x="4981" y="19196"/>
                  <a:pt x="2991" y="17151"/>
                </a:cubicBezTo>
                <a:cubicBezTo>
                  <a:pt x="960" y="15176"/>
                  <a:pt x="0" y="12816"/>
                  <a:pt x="0" y="10085"/>
                </a:cubicBezTo>
                <a:cubicBezTo>
                  <a:pt x="0" y="7245"/>
                  <a:pt x="960" y="4885"/>
                  <a:pt x="2991" y="3005"/>
                </a:cubicBezTo>
                <a:cubicBezTo>
                  <a:pt x="4981" y="1015"/>
                  <a:pt x="7341" y="0"/>
                  <a:pt x="10071" y="0"/>
                </a:cubicBezTo>
                <a:cubicBezTo>
                  <a:pt x="12912" y="0"/>
                  <a:pt x="15272" y="1015"/>
                  <a:pt x="17151" y="3005"/>
                </a:cubicBezTo>
                <a:cubicBezTo>
                  <a:pt x="19127" y="4885"/>
                  <a:pt x="20143" y="7245"/>
                  <a:pt x="20143" y="10085"/>
                </a:cubicBezTo>
                <a:cubicBezTo>
                  <a:pt x="20143" y="12816"/>
                  <a:pt x="19127" y="15176"/>
                  <a:pt x="17151" y="17151"/>
                </a:cubicBezTo>
                <a:cubicBezTo>
                  <a:pt x="15272" y="19196"/>
                  <a:pt x="12912" y="20156"/>
                  <a:pt x="10071" y="20156"/>
                </a:cubicBezTo>
                <a:close/>
                <a:moveTo>
                  <a:pt x="3211" y="119635"/>
                </a:moveTo>
                <a:lnTo>
                  <a:pt x="3211" y="35593"/>
                </a:lnTo>
                <a:lnTo>
                  <a:pt x="17151" y="35593"/>
                </a:lnTo>
                <a:lnTo>
                  <a:pt x="17151" y="119635"/>
                </a:lnTo>
                <a:lnTo>
                  <a:pt x="3211" y="119635"/>
                </a:lnTo>
                <a:close/>
                <a:moveTo>
                  <a:pt x="3211" y="119635"/>
                </a:move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6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93A0D839-B189-4789-9396-839DED8C9B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65276" y="1193804"/>
            <a:ext cx="63035" cy="70746"/>
          </a:xfrm>
          <a:custGeom xmlns:a="http://schemas.openxmlformats.org/drawingml/2006/main">
            <a:pathLst>
              <a:path w="63035" h="70746">
                <a:moveTo>
                  <a:pt x="0" y="70746"/>
                </a:moveTo>
                <a:lnTo>
                  <a:pt x="0" y="57890"/>
                </a:lnTo>
                <a:lnTo>
                  <a:pt x="48230" y="35593"/>
                </a:lnTo>
                <a:lnTo>
                  <a:pt x="48230" y="34948"/>
                </a:lnTo>
                <a:lnTo>
                  <a:pt x="0" y="12857"/>
                </a:lnTo>
                <a:lnTo>
                  <a:pt x="0" y="0"/>
                </a:lnTo>
                <a:lnTo>
                  <a:pt x="63035" y="30228"/>
                </a:lnTo>
                <a:lnTo>
                  <a:pt x="63035" y="40519"/>
                </a:lnTo>
                <a:lnTo>
                  <a:pt x="0" y="70746"/>
                </a:lnTo>
                <a:close/>
                <a:moveTo>
                  <a:pt x="0" y="70746"/>
                </a:move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6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180EE266-AB4D-44A8-96D0-DE327F6D63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55195" y="1105632"/>
            <a:ext cx="596774" cy="234165"/>
          </a:xfrm>
          <a:custGeom xmlns:a="http://schemas.openxmlformats.org/drawingml/2006/main">
            <a:pathLst>
              <a:path w="596774" h="234165">
                <a:moveTo>
                  <a:pt x="79116" y="0"/>
                </a:moveTo>
                <a:lnTo>
                  <a:pt x="517658" y="0"/>
                </a:lnTo>
                <a:cubicBezTo>
                  <a:pt x="561497" y="0"/>
                  <a:pt x="596774" y="35263"/>
                  <a:pt x="596774" y="79116"/>
                </a:cubicBezTo>
                <a:lnTo>
                  <a:pt x="596774" y="155063"/>
                </a:lnTo>
                <a:cubicBezTo>
                  <a:pt x="596774" y="198902"/>
                  <a:pt x="561497" y="234165"/>
                  <a:pt x="517658" y="234165"/>
                </a:cubicBezTo>
                <a:lnTo>
                  <a:pt x="79116" y="234165"/>
                </a:lnTo>
                <a:cubicBezTo>
                  <a:pt x="35277" y="234165"/>
                  <a:pt x="0" y="198902"/>
                  <a:pt x="0" y="155063"/>
                </a:cubicBezTo>
                <a:lnTo>
                  <a:pt x="0" y="79116"/>
                </a:lnTo>
                <a:cubicBezTo>
                  <a:pt x="0" y="35263"/>
                  <a:pt x="35277" y="0"/>
                  <a:pt x="79116" y="0"/>
                </a:cubicBezTo>
                <a:close/>
                <a:moveTo>
                  <a:pt x="79116" y="0"/>
                </a:moveTo>
              </a:path>
            </a:pathLst>
          </a:custGeom>
          <a:solidFill xmlns:a="http://schemas.openxmlformats.org/drawingml/2006/main">
            <a:srgbClr val="FFEEAA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6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F2AC98BC-0120-4AB8-9B70-0A48064244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55195" y="1105632"/>
            <a:ext cx="596774" cy="234165"/>
          </a:xfrm>
          <a:custGeom xmlns:a="http://schemas.openxmlformats.org/drawingml/2006/main">
            <a:pathLst>
              <a:path w="596774" h="234165" fill="none">
                <a:moveTo>
                  <a:pt x="79116" y="0"/>
                </a:moveTo>
                <a:lnTo>
                  <a:pt x="517658" y="0"/>
                </a:lnTo>
                <a:cubicBezTo>
                  <a:pt x="561497" y="0"/>
                  <a:pt x="596774" y="35263"/>
                  <a:pt x="596774" y="79116"/>
                </a:cubicBezTo>
                <a:lnTo>
                  <a:pt x="596774" y="155063"/>
                </a:lnTo>
                <a:cubicBezTo>
                  <a:pt x="596774" y="198902"/>
                  <a:pt x="561497" y="234165"/>
                  <a:pt x="517658" y="234165"/>
                </a:cubicBezTo>
                <a:lnTo>
                  <a:pt x="79116" y="234165"/>
                </a:lnTo>
                <a:cubicBezTo>
                  <a:pt x="35277" y="234165"/>
                  <a:pt x="0" y="198902"/>
                  <a:pt x="0" y="155063"/>
                </a:cubicBezTo>
                <a:lnTo>
                  <a:pt x="0" y="79116"/>
                </a:lnTo>
                <a:cubicBezTo>
                  <a:pt x="0" y="35263"/>
                  <a:pt x="35277" y="0"/>
                  <a:pt x="79116" y="0"/>
                </a:cubicBezTo>
                <a:close/>
                <a:moveTo>
                  <a:pt x="79116" y="0"/>
                </a:moveTo>
              </a:path>
            </a:pathLst>
          </a:custGeom>
          <a:noFill xmlns:a="http://schemas.openxmlformats.org/drawingml/2006/main"/>
          <a:ln xmlns:a="http://schemas.openxmlformats.org/drawingml/2006/main" w="14197" cap="flat">
            <a:solidFill>
              <a:srgbClr val="000000"/>
            </a:solidFill>
            <a:miter/>
          </a:ln>
        </p:spPr>
      </p:sp>
      <p:sp>
        <p:nvSpPr>
          <p:cNvPr id="36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4B687ABB-A94C-4AB5-A69D-1B4121F1CE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92983" y="1193804"/>
            <a:ext cx="63035" cy="70746"/>
          </a:xfrm>
          <a:custGeom xmlns:a="http://schemas.openxmlformats.org/drawingml/2006/main">
            <a:pathLst>
              <a:path w="63035" h="70746">
                <a:moveTo>
                  <a:pt x="63035" y="70746"/>
                </a:moveTo>
                <a:lnTo>
                  <a:pt x="0" y="40519"/>
                </a:lnTo>
                <a:lnTo>
                  <a:pt x="0" y="30228"/>
                </a:lnTo>
                <a:lnTo>
                  <a:pt x="63035" y="0"/>
                </a:lnTo>
                <a:lnTo>
                  <a:pt x="63035" y="12857"/>
                </a:lnTo>
                <a:lnTo>
                  <a:pt x="14791" y="34948"/>
                </a:lnTo>
                <a:lnTo>
                  <a:pt x="14791" y="35593"/>
                </a:lnTo>
                <a:lnTo>
                  <a:pt x="63035" y="57890"/>
                </a:lnTo>
                <a:lnTo>
                  <a:pt x="63035" y="70746"/>
                </a:lnTo>
                <a:close/>
                <a:moveTo>
                  <a:pt x="63035" y="70746"/>
                </a:move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6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A24A5573-930F-4729-8B1A-3AA7EBB46F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71824" y="1187150"/>
            <a:ext cx="80831" cy="89187"/>
          </a:xfrm>
          <a:custGeom xmlns:a="http://schemas.openxmlformats.org/drawingml/2006/main">
            <a:pathLst>
              <a:path w="80831" h="89187">
                <a:moveTo>
                  <a:pt x="41808" y="89187"/>
                </a:moveTo>
                <a:cubicBezTo>
                  <a:pt x="33672" y="89187"/>
                  <a:pt x="26427" y="87321"/>
                  <a:pt x="20156" y="83617"/>
                </a:cubicBezTo>
                <a:cubicBezTo>
                  <a:pt x="13831" y="79761"/>
                  <a:pt x="8905" y="74506"/>
                  <a:pt x="5365" y="67755"/>
                </a:cubicBezTo>
                <a:cubicBezTo>
                  <a:pt x="1770" y="61059"/>
                  <a:pt x="0" y="53389"/>
                  <a:pt x="0" y="44813"/>
                </a:cubicBezTo>
                <a:cubicBezTo>
                  <a:pt x="0" y="36828"/>
                  <a:pt x="1619" y="29487"/>
                  <a:pt x="4940" y="22736"/>
                </a:cubicBezTo>
                <a:cubicBezTo>
                  <a:pt x="8205" y="15875"/>
                  <a:pt x="12925" y="10401"/>
                  <a:pt x="19086" y="6229"/>
                </a:cubicBezTo>
                <a:cubicBezTo>
                  <a:pt x="25192" y="2099"/>
                  <a:pt x="32382" y="0"/>
                  <a:pt x="40532" y="0"/>
                </a:cubicBezTo>
                <a:cubicBezTo>
                  <a:pt x="48943" y="0"/>
                  <a:pt x="56065" y="1880"/>
                  <a:pt x="61965" y="5585"/>
                </a:cubicBezTo>
                <a:cubicBezTo>
                  <a:pt x="67975" y="9166"/>
                  <a:pt x="72571" y="14270"/>
                  <a:pt x="75905" y="20801"/>
                </a:cubicBezTo>
                <a:cubicBezTo>
                  <a:pt x="79171" y="27236"/>
                  <a:pt x="80831" y="34632"/>
                  <a:pt x="80831" y="42879"/>
                </a:cubicBezTo>
                <a:cubicBezTo>
                  <a:pt x="80831" y="43743"/>
                  <a:pt x="80721" y="44594"/>
                  <a:pt x="80612" y="45458"/>
                </a:cubicBezTo>
                <a:cubicBezTo>
                  <a:pt x="80612" y="46213"/>
                  <a:pt x="80516" y="46748"/>
                  <a:pt x="80406" y="47173"/>
                </a:cubicBezTo>
                <a:lnTo>
                  <a:pt x="13941" y="47173"/>
                </a:lnTo>
                <a:cubicBezTo>
                  <a:pt x="14366" y="53924"/>
                  <a:pt x="15930" y="59399"/>
                  <a:pt x="18661" y="63680"/>
                </a:cubicBezTo>
                <a:cubicBezTo>
                  <a:pt x="21501" y="67975"/>
                  <a:pt x="24986" y="71185"/>
                  <a:pt x="29157" y="73326"/>
                </a:cubicBezTo>
                <a:cubicBezTo>
                  <a:pt x="33452" y="75466"/>
                  <a:pt x="37788" y="76550"/>
                  <a:pt x="42247" y="76550"/>
                </a:cubicBezTo>
                <a:cubicBezTo>
                  <a:pt x="48353" y="76550"/>
                  <a:pt x="53444" y="75151"/>
                  <a:pt x="57464" y="72256"/>
                </a:cubicBezTo>
                <a:cubicBezTo>
                  <a:pt x="61430" y="69251"/>
                  <a:pt x="64640" y="65615"/>
                  <a:pt x="67110" y="61320"/>
                </a:cubicBezTo>
                <a:lnTo>
                  <a:pt x="78897" y="67110"/>
                </a:lnTo>
                <a:cubicBezTo>
                  <a:pt x="75576" y="73545"/>
                  <a:pt x="70856" y="78855"/>
                  <a:pt x="64750" y="82972"/>
                </a:cubicBezTo>
                <a:cubicBezTo>
                  <a:pt x="58589" y="87102"/>
                  <a:pt x="50919" y="89187"/>
                  <a:pt x="41808" y="89187"/>
                </a:cubicBezTo>
                <a:close/>
                <a:moveTo>
                  <a:pt x="40532" y="12651"/>
                </a:moveTo>
                <a:cubicBezTo>
                  <a:pt x="33768" y="12651"/>
                  <a:pt x="28142" y="14805"/>
                  <a:pt x="23587" y="19086"/>
                </a:cubicBezTo>
                <a:cubicBezTo>
                  <a:pt x="19141" y="23381"/>
                  <a:pt x="16191" y="28952"/>
                  <a:pt x="14805" y="35812"/>
                </a:cubicBezTo>
                <a:lnTo>
                  <a:pt x="66040" y="35812"/>
                </a:lnTo>
                <a:cubicBezTo>
                  <a:pt x="65875" y="32547"/>
                  <a:pt x="64970" y="29116"/>
                  <a:pt x="63254" y="25521"/>
                </a:cubicBezTo>
                <a:cubicBezTo>
                  <a:pt x="61539" y="21981"/>
                  <a:pt x="58809" y="18976"/>
                  <a:pt x="55104" y="16520"/>
                </a:cubicBezTo>
                <a:cubicBezTo>
                  <a:pt x="51509" y="13941"/>
                  <a:pt x="46638" y="12651"/>
                  <a:pt x="40532" y="12651"/>
                </a:cubicBezTo>
                <a:close/>
                <a:moveTo>
                  <a:pt x="40532" y="12651"/>
                </a:move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7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E63F5CFD-03B9-44F8-AD65-51374D0DAF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65361" y="1187150"/>
            <a:ext cx="86183" cy="89187"/>
          </a:xfrm>
          <a:custGeom xmlns:a="http://schemas.openxmlformats.org/drawingml/2006/main">
            <a:pathLst>
              <a:path w="86183" h="89187">
                <a:moveTo>
                  <a:pt x="43084" y="89187"/>
                </a:moveTo>
                <a:cubicBezTo>
                  <a:pt x="34618" y="89187"/>
                  <a:pt x="27113" y="87266"/>
                  <a:pt x="20582" y="83411"/>
                </a:cubicBezTo>
                <a:cubicBezTo>
                  <a:pt x="14146" y="79445"/>
                  <a:pt x="9056" y="74080"/>
                  <a:pt x="5351" y="67330"/>
                </a:cubicBezTo>
                <a:cubicBezTo>
                  <a:pt x="1770" y="60620"/>
                  <a:pt x="0" y="53073"/>
                  <a:pt x="0" y="44594"/>
                </a:cubicBezTo>
                <a:cubicBezTo>
                  <a:pt x="0" y="36347"/>
                  <a:pt x="1770" y="28842"/>
                  <a:pt x="5351" y="22091"/>
                </a:cubicBezTo>
                <a:cubicBezTo>
                  <a:pt x="9056" y="15230"/>
                  <a:pt x="14146" y="9866"/>
                  <a:pt x="20582" y="6010"/>
                </a:cubicBezTo>
                <a:cubicBezTo>
                  <a:pt x="27113" y="2044"/>
                  <a:pt x="34618" y="0"/>
                  <a:pt x="43084" y="0"/>
                </a:cubicBezTo>
                <a:cubicBezTo>
                  <a:pt x="51509" y="0"/>
                  <a:pt x="58960" y="2044"/>
                  <a:pt x="65381" y="6010"/>
                </a:cubicBezTo>
                <a:cubicBezTo>
                  <a:pt x="71926" y="10030"/>
                  <a:pt x="77017" y="15436"/>
                  <a:pt x="80612" y="22297"/>
                </a:cubicBezTo>
                <a:cubicBezTo>
                  <a:pt x="84303" y="29061"/>
                  <a:pt x="86183" y="36457"/>
                  <a:pt x="86183" y="44594"/>
                </a:cubicBezTo>
                <a:cubicBezTo>
                  <a:pt x="86183" y="53073"/>
                  <a:pt x="84303" y="60620"/>
                  <a:pt x="80612" y="67330"/>
                </a:cubicBezTo>
                <a:cubicBezTo>
                  <a:pt x="77017" y="74080"/>
                  <a:pt x="71926" y="79445"/>
                  <a:pt x="65381" y="83411"/>
                </a:cubicBezTo>
                <a:cubicBezTo>
                  <a:pt x="58960" y="87266"/>
                  <a:pt x="51509" y="89187"/>
                  <a:pt x="43084" y="89187"/>
                </a:cubicBezTo>
                <a:close/>
                <a:moveTo>
                  <a:pt x="43084" y="76550"/>
                </a:moveTo>
                <a:cubicBezTo>
                  <a:pt x="48079" y="76550"/>
                  <a:pt x="52785" y="75370"/>
                  <a:pt x="57245" y="72900"/>
                </a:cubicBezTo>
                <a:cubicBezTo>
                  <a:pt x="61635" y="70321"/>
                  <a:pt x="65230" y="66685"/>
                  <a:pt x="67961" y="61965"/>
                </a:cubicBezTo>
                <a:cubicBezTo>
                  <a:pt x="70801" y="57149"/>
                  <a:pt x="72242" y="51358"/>
                  <a:pt x="72242" y="44594"/>
                </a:cubicBezTo>
                <a:cubicBezTo>
                  <a:pt x="72242" y="37898"/>
                  <a:pt x="70801" y="32162"/>
                  <a:pt x="67961" y="27442"/>
                </a:cubicBezTo>
                <a:cubicBezTo>
                  <a:pt x="65230" y="22626"/>
                  <a:pt x="61635" y="18976"/>
                  <a:pt x="57245" y="16520"/>
                </a:cubicBezTo>
                <a:cubicBezTo>
                  <a:pt x="52785" y="13941"/>
                  <a:pt x="48079" y="12651"/>
                  <a:pt x="43084" y="12651"/>
                </a:cubicBezTo>
                <a:cubicBezTo>
                  <a:pt x="38049" y="12651"/>
                  <a:pt x="33287" y="13941"/>
                  <a:pt x="28732" y="16520"/>
                </a:cubicBezTo>
                <a:cubicBezTo>
                  <a:pt x="24273" y="18976"/>
                  <a:pt x="20637" y="22626"/>
                  <a:pt x="17796" y="27442"/>
                </a:cubicBezTo>
                <a:cubicBezTo>
                  <a:pt x="15052" y="32162"/>
                  <a:pt x="13721" y="37898"/>
                  <a:pt x="13721" y="44594"/>
                </a:cubicBezTo>
                <a:cubicBezTo>
                  <a:pt x="13721" y="51358"/>
                  <a:pt x="15052" y="57149"/>
                  <a:pt x="17796" y="61965"/>
                </a:cubicBezTo>
                <a:cubicBezTo>
                  <a:pt x="20637" y="66685"/>
                  <a:pt x="24273" y="70321"/>
                  <a:pt x="28732" y="72900"/>
                </a:cubicBezTo>
                <a:cubicBezTo>
                  <a:pt x="33287" y="75370"/>
                  <a:pt x="38049" y="76550"/>
                  <a:pt x="43084" y="76550"/>
                </a:cubicBezTo>
                <a:close/>
                <a:moveTo>
                  <a:pt x="43084" y="76550"/>
                </a:move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7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D38BC91D-E1D2-4B24-83E3-7382DB1643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56099" y="1189729"/>
            <a:ext cx="82327" cy="84042"/>
          </a:xfrm>
          <a:custGeom xmlns:a="http://schemas.openxmlformats.org/drawingml/2006/main">
            <a:pathLst>
              <a:path w="82327" h="84042">
                <a:moveTo>
                  <a:pt x="34083" y="84042"/>
                </a:moveTo>
                <a:lnTo>
                  <a:pt x="0" y="0"/>
                </a:lnTo>
                <a:lnTo>
                  <a:pt x="15011" y="0"/>
                </a:lnTo>
                <a:lnTo>
                  <a:pt x="41163" y="67535"/>
                </a:lnTo>
                <a:lnTo>
                  <a:pt x="41383" y="67535"/>
                </a:lnTo>
                <a:lnTo>
                  <a:pt x="67755" y="0"/>
                </a:lnTo>
                <a:lnTo>
                  <a:pt x="82327" y="0"/>
                </a:lnTo>
                <a:lnTo>
                  <a:pt x="48244" y="84042"/>
                </a:lnTo>
                <a:lnTo>
                  <a:pt x="34083" y="84042"/>
                </a:lnTo>
                <a:close/>
                <a:moveTo>
                  <a:pt x="34083" y="84042"/>
                </a:move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7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09A5E3C0-11B5-4627-B8F6-ECF394BB2E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31401" y="1297783"/>
            <a:ext cx="78471" cy="11581"/>
          </a:xfrm>
          <a:custGeom xmlns:a="http://schemas.openxmlformats.org/drawingml/2006/main">
            <a:pathLst>
              <a:path w="78471" h="11581">
                <a:moveTo>
                  <a:pt x="0" y="0"/>
                </a:moveTo>
                <a:lnTo>
                  <a:pt x="78471" y="0"/>
                </a:lnTo>
                <a:lnTo>
                  <a:pt x="78471" y="11581"/>
                </a:lnTo>
                <a:lnTo>
                  <a:pt x="0" y="11581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7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7CF48869-9227-4D2F-BD42-6141DFC45B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8338" y="1154137"/>
            <a:ext cx="20156" cy="119635"/>
          </a:xfrm>
          <a:custGeom xmlns:a="http://schemas.openxmlformats.org/drawingml/2006/main">
            <a:pathLst>
              <a:path w="20156" h="119635">
                <a:moveTo>
                  <a:pt x="10085" y="20156"/>
                </a:moveTo>
                <a:cubicBezTo>
                  <a:pt x="7341" y="20156"/>
                  <a:pt x="4994" y="19196"/>
                  <a:pt x="3005" y="17151"/>
                </a:cubicBezTo>
                <a:cubicBezTo>
                  <a:pt x="974" y="15176"/>
                  <a:pt x="0" y="12816"/>
                  <a:pt x="0" y="10085"/>
                </a:cubicBezTo>
                <a:cubicBezTo>
                  <a:pt x="0" y="7245"/>
                  <a:pt x="974" y="4885"/>
                  <a:pt x="3005" y="3005"/>
                </a:cubicBezTo>
                <a:cubicBezTo>
                  <a:pt x="4994" y="1015"/>
                  <a:pt x="7341" y="0"/>
                  <a:pt x="10085" y="0"/>
                </a:cubicBezTo>
                <a:cubicBezTo>
                  <a:pt x="12925" y="0"/>
                  <a:pt x="15285" y="1015"/>
                  <a:pt x="17151" y="3005"/>
                </a:cubicBezTo>
                <a:cubicBezTo>
                  <a:pt x="19141" y="4885"/>
                  <a:pt x="20156" y="7245"/>
                  <a:pt x="20156" y="10085"/>
                </a:cubicBezTo>
                <a:cubicBezTo>
                  <a:pt x="20156" y="12816"/>
                  <a:pt x="19141" y="15176"/>
                  <a:pt x="17151" y="17151"/>
                </a:cubicBezTo>
                <a:cubicBezTo>
                  <a:pt x="15285" y="19196"/>
                  <a:pt x="12925" y="20156"/>
                  <a:pt x="10085" y="20156"/>
                </a:cubicBezTo>
                <a:close/>
                <a:moveTo>
                  <a:pt x="3224" y="119635"/>
                </a:moveTo>
                <a:lnTo>
                  <a:pt x="3224" y="35593"/>
                </a:lnTo>
                <a:lnTo>
                  <a:pt x="17151" y="35593"/>
                </a:lnTo>
                <a:lnTo>
                  <a:pt x="17151" y="119635"/>
                </a:lnTo>
                <a:lnTo>
                  <a:pt x="3224" y="119635"/>
                </a:lnTo>
                <a:close/>
                <a:moveTo>
                  <a:pt x="3224" y="119635"/>
                </a:move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7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C40968A9-7D17-450F-BAE6-F689309BB7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56606" y="1193804"/>
            <a:ext cx="63035" cy="70746"/>
          </a:xfrm>
          <a:custGeom xmlns:a="http://schemas.openxmlformats.org/drawingml/2006/main">
            <a:pathLst>
              <a:path w="63035" h="70746">
                <a:moveTo>
                  <a:pt x="0" y="70746"/>
                </a:moveTo>
                <a:lnTo>
                  <a:pt x="0" y="57890"/>
                </a:lnTo>
                <a:lnTo>
                  <a:pt x="48244" y="35593"/>
                </a:lnTo>
                <a:lnTo>
                  <a:pt x="48244" y="34948"/>
                </a:lnTo>
                <a:lnTo>
                  <a:pt x="0" y="12857"/>
                </a:lnTo>
                <a:lnTo>
                  <a:pt x="0" y="0"/>
                </a:lnTo>
                <a:lnTo>
                  <a:pt x="63035" y="30228"/>
                </a:lnTo>
                <a:lnTo>
                  <a:pt x="63035" y="40519"/>
                </a:lnTo>
                <a:lnTo>
                  <a:pt x="0" y="70746"/>
                </a:lnTo>
                <a:close/>
                <a:moveTo>
                  <a:pt x="0" y="70746"/>
                </a:move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7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0FDF4BB4-AAD7-448D-8E3D-2C82106A4E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08081" y="1105632"/>
            <a:ext cx="436236" cy="234165"/>
          </a:xfrm>
          <a:custGeom xmlns:a="http://schemas.openxmlformats.org/drawingml/2006/main">
            <a:pathLst>
              <a:path w="436236" h="234165">
                <a:moveTo>
                  <a:pt x="79116" y="0"/>
                </a:moveTo>
                <a:lnTo>
                  <a:pt x="357134" y="0"/>
                </a:lnTo>
                <a:cubicBezTo>
                  <a:pt x="400973" y="0"/>
                  <a:pt x="436236" y="35263"/>
                  <a:pt x="436236" y="79116"/>
                </a:cubicBezTo>
                <a:lnTo>
                  <a:pt x="436236" y="155063"/>
                </a:lnTo>
                <a:cubicBezTo>
                  <a:pt x="436236" y="198902"/>
                  <a:pt x="400973" y="234165"/>
                  <a:pt x="357134" y="234165"/>
                </a:cubicBezTo>
                <a:lnTo>
                  <a:pt x="79116" y="234165"/>
                </a:lnTo>
                <a:cubicBezTo>
                  <a:pt x="35277" y="234165"/>
                  <a:pt x="0" y="198902"/>
                  <a:pt x="0" y="155063"/>
                </a:cubicBezTo>
                <a:lnTo>
                  <a:pt x="0" y="79116"/>
                </a:lnTo>
                <a:cubicBezTo>
                  <a:pt x="0" y="35263"/>
                  <a:pt x="35277" y="0"/>
                  <a:pt x="79116" y="0"/>
                </a:cubicBezTo>
                <a:close/>
                <a:moveTo>
                  <a:pt x="79116" y="0"/>
                </a:moveTo>
              </a:path>
            </a:pathLst>
          </a:custGeom>
          <a:solidFill xmlns:a="http://schemas.openxmlformats.org/drawingml/2006/main">
            <a:srgbClr val="FFAAAA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7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B4C71C90-12A1-4310-AF07-3E420563AA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08081" y="1105632"/>
            <a:ext cx="436236" cy="234165"/>
          </a:xfrm>
          <a:custGeom xmlns:a="http://schemas.openxmlformats.org/drawingml/2006/main">
            <a:pathLst>
              <a:path w="436236" h="234165" fill="none">
                <a:moveTo>
                  <a:pt x="79116" y="0"/>
                </a:moveTo>
                <a:lnTo>
                  <a:pt x="357134" y="0"/>
                </a:lnTo>
                <a:cubicBezTo>
                  <a:pt x="400973" y="0"/>
                  <a:pt x="436236" y="35263"/>
                  <a:pt x="436236" y="79116"/>
                </a:cubicBezTo>
                <a:lnTo>
                  <a:pt x="436236" y="155063"/>
                </a:lnTo>
                <a:cubicBezTo>
                  <a:pt x="436236" y="198902"/>
                  <a:pt x="400973" y="234165"/>
                  <a:pt x="357134" y="234165"/>
                </a:cubicBezTo>
                <a:lnTo>
                  <a:pt x="79116" y="234165"/>
                </a:lnTo>
                <a:cubicBezTo>
                  <a:pt x="35277" y="234165"/>
                  <a:pt x="0" y="198902"/>
                  <a:pt x="0" y="155063"/>
                </a:cubicBezTo>
                <a:lnTo>
                  <a:pt x="0" y="79116"/>
                </a:lnTo>
                <a:cubicBezTo>
                  <a:pt x="0" y="35263"/>
                  <a:pt x="35277" y="0"/>
                  <a:pt x="79116" y="0"/>
                </a:cubicBezTo>
                <a:close/>
                <a:moveTo>
                  <a:pt x="79116" y="0"/>
                </a:moveTo>
              </a:path>
            </a:pathLst>
          </a:custGeom>
          <a:noFill xmlns:a="http://schemas.openxmlformats.org/drawingml/2006/main"/>
          <a:ln xmlns:a="http://schemas.openxmlformats.org/drawingml/2006/main" w="14197" cap="flat">
            <a:solidFill>
              <a:srgbClr val="000000"/>
            </a:solidFill>
            <a:miter/>
          </a:ln>
        </p:spPr>
      </p:sp>
      <p:sp>
        <p:nvSpPr>
          <p:cNvPr id="37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BF4BA7A7-888D-4966-B011-8D3A25C6F9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38638" y="1193804"/>
            <a:ext cx="63035" cy="70746"/>
          </a:xfrm>
          <a:custGeom xmlns:a="http://schemas.openxmlformats.org/drawingml/2006/main">
            <a:pathLst>
              <a:path w="63035" h="70746">
                <a:moveTo>
                  <a:pt x="63035" y="70746"/>
                </a:moveTo>
                <a:lnTo>
                  <a:pt x="0" y="40519"/>
                </a:lnTo>
                <a:lnTo>
                  <a:pt x="0" y="30228"/>
                </a:lnTo>
                <a:lnTo>
                  <a:pt x="63035" y="0"/>
                </a:lnTo>
                <a:lnTo>
                  <a:pt x="63035" y="12857"/>
                </a:lnTo>
                <a:lnTo>
                  <a:pt x="14791" y="34948"/>
                </a:lnTo>
                <a:lnTo>
                  <a:pt x="14791" y="35593"/>
                </a:lnTo>
                <a:lnTo>
                  <a:pt x="63035" y="57890"/>
                </a:lnTo>
                <a:lnTo>
                  <a:pt x="63035" y="70746"/>
                </a:lnTo>
                <a:close/>
                <a:moveTo>
                  <a:pt x="63035" y="70746"/>
                </a:move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7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4A1E163A-BC43-4D1C-8AC1-6DA23E693E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21774" y="1187369"/>
            <a:ext cx="48230" cy="86402"/>
          </a:xfrm>
          <a:custGeom xmlns:a="http://schemas.openxmlformats.org/drawingml/2006/main">
            <a:pathLst>
              <a:path w="48230" h="86402">
                <a:moveTo>
                  <a:pt x="0" y="86402"/>
                </a:moveTo>
                <a:lnTo>
                  <a:pt x="0" y="2360"/>
                </a:lnTo>
                <a:lnTo>
                  <a:pt x="13502" y="2360"/>
                </a:lnTo>
                <a:lnTo>
                  <a:pt x="13502" y="15862"/>
                </a:lnTo>
                <a:lnTo>
                  <a:pt x="14146" y="15862"/>
                </a:lnTo>
                <a:cubicBezTo>
                  <a:pt x="15107" y="12761"/>
                  <a:pt x="16932" y="10030"/>
                  <a:pt x="19498" y="7725"/>
                </a:cubicBezTo>
                <a:cubicBezTo>
                  <a:pt x="22077" y="5310"/>
                  <a:pt x="24972" y="3430"/>
                  <a:pt x="28293" y="2140"/>
                </a:cubicBezTo>
                <a:cubicBezTo>
                  <a:pt x="31723" y="755"/>
                  <a:pt x="35044" y="0"/>
                  <a:pt x="38364" y="0"/>
                </a:cubicBezTo>
                <a:cubicBezTo>
                  <a:pt x="40944" y="0"/>
                  <a:pt x="42920" y="165"/>
                  <a:pt x="44374" y="425"/>
                </a:cubicBezTo>
                <a:cubicBezTo>
                  <a:pt x="45774" y="755"/>
                  <a:pt x="47050" y="1070"/>
                  <a:pt x="48230" y="1496"/>
                </a:cubicBezTo>
                <a:lnTo>
                  <a:pt x="48230" y="16726"/>
                </a:lnTo>
                <a:cubicBezTo>
                  <a:pt x="44800" y="15011"/>
                  <a:pt x="40834" y="14146"/>
                  <a:pt x="36443" y="14146"/>
                </a:cubicBezTo>
                <a:cubicBezTo>
                  <a:pt x="32423" y="14146"/>
                  <a:pt x="28718" y="15327"/>
                  <a:pt x="25288" y="17577"/>
                </a:cubicBezTo>
                <a:cubicBezTo>
                  <a:pt x="21858" y="19882"/>
                  <a:pt x="19127" y="22942"/>
                  <a:pt x="17151" y="26797"/>
                </a:cubicBezTo>
                <a:cubicBezTo>
                  <a:pt x="15107" y="30653"/>
                  <a:pt x="14146" y="34893"/>
                  <a:pt x="14146" y="39448"/>
                </a:cubicBezTo>
                <a:lnTo>
                  <a:pt x="14146" y="86402"/>
                </a:lnTo>
                <a:lnTo>
                  <a:pt x="0" y="86402"/>
                </a:lnTo>
                <a:close/>
                <a:moveTo>
                  <a:pt x="0" y="86402"/>
                </a:move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7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34083577-0071-407E-9161-76658A9B96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74299" y="1187150"/>
            <a:ext cx="80818" cy="89187"/>
          </a:xfrm>
          <a:custGeom xmlns:a="http://schemas.openxmlformats.org/drawingml/2006/main">
            <a:pathLst>
              <a:path w="80818" h="89187">
                <a:moveTo>
                  <a:pt x="41808" y="89187"/>
                </a:moveTo>
                <a:cubicBezTo>
                  <a:pt x="33658" y="89187"/>
                  <a:pt x="26427" y="87321"/>
                  <a:pt x="20143" y="83617"/>
                </a:cubicBezTo>
                <a:cubicBezTo>
                  <a:pt x="13831" y="79761"/>
                  <a:pt x="8891" y="74506"/>
                  <a:pt x="5351" y="67755"/>
                </a:cubicBezTo>
                <a:cubicBezTo>
                  <a:pt x="1770" y="61059"/>
                  <a:pt x="0" y="53389"/>
                  <a:pt x="0" y="44813"/>
                </a:cubicBezTo>
                <a:cubicBezTo>
                  <a:pt x="0" y="36828"/>
                  <a:pt x="1605" y="29487"/>
                  <a:pt x="4926" y="22736"/>
                </a:cubicBezTo>
                <a:cubicBezTo>
                  <a:pt x="8192" y="15875"/>
                  <a:pt x="12912" y="10401"/>
                  <a:pt x="19072" y="6229"/>
                </a:cubicBezTo>
                <a:cubicBezTo>
                  <a:pt x="25192" y="2099"/>
                  <a:pt x="32368" y="0"/>
                  <a:pt x="40519" y="0"/>
                </a:cubicBezTo>
                <a:cubicBezTo>
                  <a:pt x="48930" y="0"/>
                  <a:pt x="56065" y="1880"/>
                  <a:pt x="61951" y="5585"/>
                </a:cubicBezTo>
                <a:cubicBezTo>
                  <a:pt x="67961" y="9166"/>
                  <a:pt x="72571" y="14270"/>
                  <a:pt x="75892" y="20801"/>
                </a:cubicBezTo>
                <a:cubicBezTo>
                  <a:pt x="79157" y="27236"/>
                  <a:pt x="80818" y="34632"/>
                  <a:pt x="80818" y="42879"/>
                </a:cubicBezTo>
                <a:cubicBezTo>
                  <a:pt x="80818" y="43743"/>
                  <a:pt x="80721" y="44594"/>
                  <a:pt x="80612" y="45458"/>
                </a:cubicBezTo>
                <a:cubicBezTo>
                  <a:pt x="80612" y="46213"/>
                  <a:pt x="80502" y="46748"/>
                  <a:pt x="80392" y="47173"/>
                </a:cubicBezTo>
                <a:lnTo>
                  <a:pt x="13927" y="47173"/>
                </a:lnTo>
                <a:cubicBezTo>
                  <a:pt x="14366" y="53924"/>
                  <a:pt x="15917" y="59399"/>
                  <a:pt x="18647" y="63680"/>
                </a:cubicBezTo>
                <a:cubicBezTo>
                  <a:pt x="21487" y="67975"/>
                  <a:pt x="24972" y="71185"/>
                  <a:pt x="29157" y="73326"/>
                </a:cubicBezTo>
                <a:cubicBezTo>
                  <a:pt x="33438" y="75466"/>
                  <a:pt x="37788" y="76550"/>
                  <a:pt x="42234" y="76550"/>
                </a:cubicBezTo>
                <a:cubicBezTo>
                  <a:pt x="48340" y="76550"/>
                  <a:pt x="53430" y="75151"/>
                  <a:pt x="57450" y="72256"/>
                </a:cubicBezTo>
                <a:cubicBezTo>
                  <a:pt x="61416" y="69251"/>
                  <a:pt x="64640" y="65615"/>
                  <a:pt x="67096" y="61320"/>
                </a:cubicBezTo>
                <a:lnTo>
                  <a:pt x="78897" y="67110"/>
                </a:lnTo>
                <a:cubicBezTo>
                  <a:pt x="75576" y="73545"/>
                  <a:pt x="70856" y="78855"/>
                  <a:pt x="64736" y="82972"/>
                </a:cubicBezTo>
                <a:cubicBezTo>
                  <a:pt x="58576" y="87102"/>
                  <a:pt x="50919" y="89187"/>
                  <a:pt x="41808" y="89187"/>
                </a:cubicBezTo>
                <a:close/>
                <a:moveTo>
                  <a:pt x="40519" y="12651"/>
                </a:moveTo>
                <a:cubicBezTo>
                  <a:pt x="33768" y="12651"/>
                  <a:pt x="28128" y="14805"/>
                  <a:pt x="23573" y="19086"/>
                </a:cubicBezTo>
                <a:cubicBezTo>
                  <a:pt x="19127" y="23381"/>
                  <a:pt x="16177" y="28952"/>
                  <a:pt x="14791" y="35812"/>
                </a:cubicBezTo>
                <a:lnTo>
                  <a:pt x="66026" y="35812"/>
                </a:lnTo>
                <a:cubicBezTo>
                  <a:pt x="65861" y="32547"/>
                  <a:pt x="64956" y="29116"/>
                  <a:pt x="63241" y="25521"/>
                </a:cubicBezTo>
                <a:cubicBezTo>
                  <a:pt x="61526" y="21981"/>
                  <a:pt x="58795" y="18976"/>
                  <a:pt x="55090" y="16520"/>
                </a:cubicBezTo>
                <a:cubicBezTo>
                  <a:pt x="51509" y="13941"/>
                  <a:pt x="46624" y="12651"/>
                  <a:pt x="40519" y="12651"/>
                </a:cubicBezTo>
                <a:close/>
                <a:moveTo>
                  <a:pt x="40519" y="12651"/>
                </a:move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8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39ABA0F5-F508-4FA6-A69D-336824287E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66107" y="1187150"/>
            <a:ext cx="68606" cy="89187"/>
          </a:xfrm>
          <a:custGeom xmlns:a="http://schemas.openxmlformats.org/drawingml/2006/main">
            <a:pathLst>
              <a:path w="68606" h="89187">
                <a:moveTo>
                  <a:pt x="35373" y="89187"/>
                </a:moveTo>
                <a:cubicBezTo>
                  <a:pt x="25947" y="89187"/>
                  <a:pt x="18222" y="86937"/>
                  <a:pt x="12226" y="82546"/>
                </a:cubicBezTo>
                <a:cubicBezTo>
                  <a:pt x="6325" y="78156"/>
                  <a:pt x="2250" y="72846"/>
                  <a:pt x="0" y="66685"/>
                </a:cubicBezTo>
                <a:lnTo>
                  <a:pt x="12431" y="61114"/>
                </a:lnTo>
                <a:cubicBezTo>
                  <a:pt x="14682" y="66150"/>
                  <a:pt x="17851" y="70060"/>
                  <a:pt x="21872" y="72900"/>
                </a:cubicBezTo>
                <a:cubicBezTo>
                  <a:pt x="26002" y="75631"/>
                  <a:pt x="30502" y="76976"/>
                  <a:pt x="35373" y="76976"/>
                </a:cubicBezTo>
                <a:cubicBezTo>
                  <a:pt x="40368" y="76976"/>
                  <a:pt x="44813" y="76015"/>
                  <a:pt x="48669" y="73971"/>
                </a:cubicBezTo>
                <a:cubicBezTo>
                  <a:pt x="52525" y="71830"/>
                  <a:pt x="54459" y="68715"/>
                  <a:pt x="54459" y="64544"/>
                </a:cubicBezTo>
                <a:cubicBezTo>
                  <a:pt x="54459" y="60840"/>
                  <a:pt x="52799" y="57999"/>
                  <a:pt x="49520" y="55969"/>
                </a:cubicBezTo>
                <a:cubicBezTo>
                  <a:pt x="46364" y="53814"/>
                  <a:pt x="41863" y="52044"/>
                  <a:pt x="36018" y="50604"/>
                </a:cubicBezTo>
                <a:lnTo>
                  <a:pt x="25947" y="48024"/>
                </a:lnTo>
                <a:cubicBezTo>
                  <a:pt x="21926" y="46899"/>
                  <a:pt x="18112" y="45348"/>
                  <a:pt x="14586" y="43318"/>
                </a:cubicBezTo>
                <a:cubicBezTo>
                  <a:pt x="11155" y="41328"/>
                  <a:pt x="8356" y="38762"/>
                  <a:pt x="6216" y="35593"/>
                </a:cubicBezTo>
                <a:cubicBezTo>
                  <a:pt x="4075" y="32492"/>
                  <a:pt x="3005" y="28677"/>
                  <a:pt x="3005" y="24232"/>
                </a:cubicBezTo>
                <a:cubicBezTo>
                  <a:pt x="3005" y="19251"/>
                  <a:pt x="4391" y="14956"/>
                  <a:pt x="7286" y="11375"/>
                </a:cubicBezTo>
                <a:cubicBezTo>
                  <a:pt x="10291" y="7670"/>
                  <a:pt x="14201" y="4885"/>
                  <a:pt x="19086" y="3005"/>
                </a:cubicBezTo>
                <a:cubicBezTo>
                  <a:pt x="23902" y="1029"/>
                  <a:pt x="29048" y="0"/>
                  <a:pt x="34522" y="0"/>
                </a:cubicBezTo>
                <a:cubicBezTo>
                  <a:pt x="41644" y="0"/>
                  <a:pt x="48134" y="1619"/>
                  <a:pt x="54034" y="4720"/>
                </a:cubicBezTo>
                <a:cubicBezTo>
                  <a:pt x="59865" y="7890"/>
                  <a:pt x="63995" y="12390"/>
                  <a:pt x="66465" y="18235"/>
                </a:cubicBezTo>
                <a:lnTo>
                  <a:pt x="54240" y="23806"/>
                </a:lnTo>
                <a:cubicBezTo>
                  <a:pt x="52209" y="19511"/>
                  <a:pt x="49424" y="16616"/>
                  <a:pt x="45884" y="15011"/>
                </a:cubicBezTo>
                <a:cubicBezTo>
                  <a:pt x="42453" y="13296"/>
                  <a:pt x="38598" y="12445"/>
                  <a:pt x="34303" y="12445"/>
                </a:cubicBezTo>
                <a:cubicBezTo>
                  <a:pt x="30022" y="12445"/>
                  <a:pt x="26056" y="13515"/>
                  <a:pt x="22516" y="15656"/>
                </a:cubicBezTo>
                <a:cubicBezTo>
                  <a:pt x="18921" y="17700"/>
                  <a:pt x="17151" y="20376"/>
                  <a:pt x="17151" y="23806"/>
                </a:cubicBezTo>
                <a:cubicBezTo>
                  <a:pt x="17151" y="27401"/>
                  <a:pt x="18496" y="30132"/>
                  <a:pt x="21227" y="31957"/>
                </a:cubicBezTo>
                <a:cubicBezTo>
                  <a:pt x="24067" y="33672"/>
                  <a:pt x="27497" y="35058"/>
                  <a:pt x="31517" y="36018"/>
                </a:cubicBezTo>
                <a:lnTo>
                  <a:pt x="43743" y="39242"/>
                </a:lnTo>
                <a:cubicBezTo>
                  <a:pt x="60304" y="43523"/>
                  <a:pt x="68606" y="51619"/>
                  <a:pt x="68606" y="63460"/>
                </a:cubicBezTo>
                <a:cubicBezTo>
                  <a:pt x="68606" y="68770"/>
                  <a:pt x="67110" y="73326"/>
                  <a:pt x="64105" y="77181"/>
                </a:cubicBezTo>
                <a:cubicBezTo>
                  <a:pt x="61210" y="81051"/>
                  <a:pt x="57245" y="84042"/>
                  <a:pt x="52099" y="86196"/>
                </a:cubicBezTo>
                <a:cubicBezTo>
                  <a:pt x="47064" y="88172"/>
                  <a:pt x="41493" y="89187"/>
                  <a:pt x="35373" y="89187"/>
                </a:cubicBezTo>
                <a:close/>
                <a:moveTo>
                  <a:pt x="35373" y="89187"/>
                </a:move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8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6F328F88-BA94-4CEC-A1C4-87975562C2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9353" y="1193804"/>
            <a:ext cx="63021" cy="70746"/>
          </a:xfrm>
          <a:custGeom xmlns:a="http://schemas.openxmlformats.org/drawingml/2006/main">
            <a:pathLst>
              <a:path w="63021" h="70746">
                <a:moveTo>
                  <a:pt x="0" y="70746"/>
                </a:moveTo>
                <a:lnTo>
                  <a:pt x="0" y="57890"/>
                </a:lnTo>
                <a:lnTo>
                  <a:pt x="48230" y="35593"/>
                </a:lnTo>
                <a:lnTo>
                  <a:pt x="48230" y="34948"/>
                </a:lnTo>
                <a:lnTo>
                  <a:pt x="0" y="12857"/>
                </a:lnTo>
                <a:lnTo>
                  <a:pt x="0" y="0"/>
                </a:lnTo>
                <a:lnTo>
                  <a:pt x="63021" y="30228"/>
                </a:lnTo>
                <a:lnTo>
                  <a:pt x="63021" y="40519"/>
                </a:lnTo>
                <a:lnTo>
                  <a:pt x="0" y="70746"/>
                </a:lnTo>
                <a:close/>
                <a:moveTo>
                  <a:pt x="0" y="70746"/>
                </a:move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8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569FBDF7-DD18-4867-A7BE-0552B2B431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804" y="1105632"/>
            <a:ext cx="611277" cy="234165"/>
          </a:xfrm>
          <a:custGeom xmlns:a="http://schemas.openxmlformats.org/drawingml/2006/main">
            <a:pathLst>
              <a:path w="611277" h="234165">
                <a:moveTo>
                  <a:pt x="79102" y="0"/>
                </a:moveTo>
                <a:lnTo>
                  <a:pt x="532175" y="0"/>
                </a:lnTo>
                <a:cubicBezTo>
                  <a:pt x="575959" y="0"/>
                  <a:pt x="611277" y="35263"/>
                  <a:pt x="611277" y="79116"/>
                </a:cubicBezTo>
                <a:lnTo>
                  <a:pt x="611277" y="155063"/>
                </a:lnTo>
                <a:cubicBezTo>
                  <a:pt x="611277" y="198902"/>
                  <a:pt x="575959" y="234165"/>
                  <a:pt x="532175" y="234165"/>
                </a:cubicBezTo>
                <a:lnTo>
                  <a:pt x="79102" y="234165"/>
                </a:lnTo>
                <a:cubicBezTo>
                  <a:pt x="35263" y="234165"/>
                  <a:pt x="0" y="198902"/>
                  <a:pt x="0" y="155063"/>
                </a:cubicBezTo>
                <a:lnTo>
                  <a:pt x="0" y="79116"/>
                </a:lnTo>
                <a:cubicBezTo>
                  <a:pt x="0" y="35263"/>
                  <a:pt x="35263" y="0"/>
                  <a:pt x="79102" y="0"/>
                </a:cubicBezTo>
                <a:close/>
                <a:moveTo>
                  <a:pt x="79102" y="0"/>
                </a:moveTo>
              </a:path>
            </a:pathLst>
          </a:custGeom>
          <a:solidFill xmlns:a="http://schemas.openxmlformats.org/drawingml/2006/main">
            <a:srgbClr val="DDE9A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8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638ECFAF-CE43-4A9E-9348-EB64D556B8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804" y="1105632"/>
            <a:ext cx="611277" cy="234165"/>
          </a:xfrm>
          <a:custGeom xmlns:a="http://schemas.openxmlformats.org/drawingml/2006/main">
            <a:pathLst>
              <a:path w="611277" h="234165" fill="none">
                <a:moveTo>
                  <a:pt x="79102" y="0"/>
                </a:moveTo>
                <a:lnTo>
                  <a:pt x="532175" y="0"/>
                </a:lnTo>
                <a:cubicBezTo>
                  <a:pt x="575959" y="0"/>
                  <a:pt x="611277" y="35263"/>
                  <a:pt x="611277" y="79116"/>
                </a:cubicBezTo>
                <a:lnTo>
                  <a:pt x="611277" y="155063"/>
                </a:lnTo>
                <a:cubicBezTo>
                  <a:pt x="611277" y="198902"/>
                  <a:pt x="575959" y="234165"/>
                  <a:pt x="532175" y="234165"/>
                </a:cubicBezTo>
                <a:lnTo>
                  <a:pt x="79102" y="234165"/>
                </a:lnTo>
                <a:cubicBezTo>
                  <a:pt x="35263" y="234165"/>
                  <a:pt x="0" y="198902"/>
                  <a:pt x="0" y="155063"/>
                </a:cubicBezTo>
                <a:lnTo>
                  <a:pt x="0" y="79116"/>
                </a:lnTo>
                <a:cubicBezTo>
                  <a:pt x="0" y="35263"/>
                  <a:pt x="35263" y="0"/>
                  <a:pt x="79102" y="0"/>
                </a:cubicBezTo>
                <a:close/>
                <a:moveTo>
                  <a:pt x="79102" y="0"/>
                </a:moveTo>
              </a:path>
            </a:pathLst>
          </a:custGeom>
          <a:noFill xmlns:a="http://schemas.openxmlformats.org/drawingml/2006/main"/>
          <a:ln xmlns:a="http://schemas.openxmlformats.org/drawingml/2006/main" w="14197" cap="flat">
            <a:solidFill>
              <a:srgbClr val="000000"/>
            </a:solidFill>
            <a:miter/>
          </a:ln>
        </p:spPr>
      </p:sp>
      <p:sp>
        <p:nvSpPr>
          <p:cNvPr id="38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7089FD37-5048-4425-9159-3DA4EA2395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34592" y="1193804"/>
            <a:ext cx="63021" cy="70746"/>
          </a:xfrm>
          <a:custGeom xmlns:a="http://schemas.openxmlformats.org/drawingml/2006/main">
            <a:pathLst>
              <a:path w="63021" h="70746">
                <a:moveTo>
                  <a:pt x="63021" y="70746"/>
                </a:moveTo>
                <a:lnTo>
                  <a:pt x="0" y="40519"/>
                </a:lnTo>
                <a:lnTo>
                  <a:pt x="0" y="30228"/>
                </a:lnTo>
                <a:lnTo>
                  <a:pt x="63021" y="0"/>
                </a:lnTo>
                <a:lnTo>
                  <a:pt x="63021" y="12857"/>
                </a:lnTo>
                <a:lnTo>
                  <a:pt x="14791" y="34948"/>
                </a:lnTo>
                <a:lnTo>
                  <a:pt x="14791" y="35593"/>
                </a:lnTo>
                <a:lnTo>
                  <a:pt x="63021" y="57890"/>
                </a:lnTo>
                <a:lnTo>
                  <a:pt x="63021" y="70746"/>
                </a:lnTo>
                <a:close/>
                <a:moveTo>
                  <a:pt x="63021" y="70746"/>
                </a:move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8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79696258-3CD9-474A-AD72-D7AFF145EE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13434" y="1187150"/>
            <a:ext cx="80818" cy="89187"/>
          </a:xfrm>
          <a:custGeom xmlns:a="http://schemas.openxmlformats.org/drawingml/2006/main">
            <a:pathLst>
              <a:path w="80818" h="89187">
                <a:moveTo>
                  <a:pt x="41808" y="89187"/>
                </a:moveTo>
                <a:cubicBezTo>
                  <a:pt x="33658" y="89187"/>
                  <a:pt x="26413" y="87321"/>
                  <a:pt x="20143" y="83617"/>
                </a:cubicBezTo>
                <a:cubicBezTo>
                  <a:pt x="13817" y="79761"/>
                  <a:pt x="8891" y="74506"/>
                  <a:pt x="5351" y="67755"/>
                </a:cubicBezTo>
                <a:cubicBezTo>
                  <a:pt x="1770" y="61059"/>
                  <a:pt x="0" y="53389"/>
                  <a:pt x="0" y="44813"/>
                </a:cubicBezTo>
                <a:cubicBezTo>
                  <a:pt x="0" y="36828"/>
                  <a:pt x="1605" y="29487"/>
                  <a:pt x="4926" y="22736"/>
                </a:cubicBezTo>
                <a:cubicBezTo>
                  <a:pt x="8192" y="15875"/>
                  <a:pt x="12912" y="10401"/>
                  <a:pt x="19072" y="6229"/>
                </a:cubicBezTo>
                <a:cubicBezTo>
                  <a:pt x="25192" y="2099"/>
                  <a:pt x="32368" y="0"/>
                  <a:pt x="40519" y="0"/>
                </a:cubicBezTo>
                <a:cubicBezTo>
                  <a:pt x="48930" y="0"/>
                  <a:pt x="56065" y="1880"/>
                  <a:pt x="61951" y="5585"/>
                </a:cubicBezTo>
                <a:cubicBezTo>
                  <a:pt x="67961" y="9166"/>
                  <a:pt x="72571" y="14270"/>
                  <a:pt x="75892" y="20801"/>
                </a:cubicBezTo>
                <a:cubicBezTo>
                  <a:pt x="79157" y="27236"/>
                  <a:pt x="80818" y="34632"/>
                  <a:pt x="80818" y="42879"/>
                </a:cubicBezTo>
                <a:cubicBezTo>
                  <a:pt x="80818" y="43743"/>
                  <a:pt x="80708" y="44594"/>
                  <a:pt x="80612" y="45458"/>
                </a:cubicBezTo>
                <a:cubicBezTo>
                  <a:pt x="80612" y="46213"/>
                  <a:pt x="80502" y="46748"/>
                  <a:pt x="80392" y="47173"/>
                </a:cubicBezTo>
                <a:lnTo>
                  <a:pt x="13927" y="47173"/>
                </a:lnTo>
                <a:cubicBezTo>
                  <a:pt x="14366" y="53924"/>
                  <a:pt x="15917" y="59399"/>
                  <a:pt x="18647" y="63680"/>
                </a:cubicBezTo>
                <a:cubicBezTo>
                  <a:pt x="21487" y="67975"/>
                  <a:pt x="24972" y="71185"/>
                  <a:pt x="29157" y="73326"/>
                </a:cubicBezTo>
                <a:cubicBezTo>
                  <a:pt x="33438" y="75466"/>
                  <a:pt x="37788" y="76550"/>
                  <a:pt x="42234" y="76550"/>
                </a:cubicBezTo>
                <a:cubicBezTo>
                  <a:pt x="48340" y="76550"/>
                  <a:pt x="53430" y="75151"/>
                  <a:pt x="57450" y="72256"/>
                </a:cubicBezTo>
                <a:cubicBezTo>
                  <a:pt x="61416" y="69251"/>
                  <a:pt x="64640" y="65615"/>
                  <a:pt x="67096" y="61320"/>
                </a:cubicBezTo>
                <a:lnTo>
                  <a:pt x="78897" y="67110"/>
                </a:lnTo>
                <a:cubicBezTo>
                  <a:pt x="75562" y="73545"/>
                  <a:pt x="70856" y="78855"/>
                  <a:pt x="64736" y="82972"/>
                </a:cubicBezTo>
                <a:cubicBezTo>
                  <a:pt x="58576" y="87102"/>
                  <a:pt x="50919" y="89187"/>
                  <a:pt x="41808" y="89187"/>
                </a:cubicBezTo>
                <a:close/>
                <a:moveTo>
                  <a:pt x="40519" y="12651"/>
                </a:moveTo>
                <a:cubicBezTo>
                  <a:pt x="33768" y="12651"/>
                  <a:pt x="28128" y="14805"/>
                  <a:pt x="23573" y="19086"/>
                </a:cubicBezTo>
                <a:cubicBezTo>
                  <a:pt x="19127" y="23381"/>
                  <a:pt x="16177" y="28952"/>
                  <a:pt x="14791" y="35812"/>
                </a:cubicBezTo>
                <a:lnTo>
                  <a:pt x="66026" y="35812"/>
                </a:lnTo>
                <a:cubicBezTo>
                  <a:pt x="65861" y="32547"/>
                  <a:pt x="64956" y="29116"/>
                  <a:pt x="63241" y="25521"/>
                </a:cubicBezTo>
                <a:cubicBezTo>
                  <a:pt x="61526" y="21981"/>
                  <a:pt x="58795" y="18976"/>
                  <a:pt x="55090" y="16520"/>
                </a:cubicBezTo>
                <a:cubicBezTo>
                  <a:pt x="51509" y="13941"/>
                  <a:pt x="46624" y="12651"/>
                  <a:pt x="40519" y="12651"/>
                </a:cubicBezTo>
                <a:close/>
                <a:moveTo>
                  <a:pt x="40519" y="12651"/>
                </a:move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8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A4423A9C-CCA9-4A5C-B41C-5F8F17E99D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06902" y="1187150"/>
            <a:ext cx="86183" cy="89187"/>
          </a:xfrm>
          <a:custGeom xmlns:a="http://schemas.openxmlformats.org/drawingml/2006/main">
            <a:pathLst>
              <a:path w="86183" h="89187">
                <a:moveTo>
                  <a:pt x="43098" y="89187"/>
                </a:moveTo>
                <a:cubicBezTo>
                  <a:pt x="34632" y="89187"/>
                  <a:pt x="27127" y="87266"/>
                  <a:pt x="20582" y="83411"/>
                </a:cubicBezTo>
                <a:cubicBezTo>
                  <a:pt x="14146" y="79445"/>
                  <a:pt x="9056" y="74080"/>
                  <a:pt x="5365" y="67330"/>
                </a:cubicBezTo>
                <a:cubicBezTo>
                  <a:pt x="1770" y="60620"/>
                  <a:pt x="0" y="53073"/>
                  <a:pt x="0" y="44594"/>
                </a:cubicBezTo>
                <a:cubicBezTo>
                  <a:pt x="0" y="36347"/>
                  <a:pt x="1770" y="28842"/>
                  <a:pt x="5365" y="22091"/>
                </a:cubicBezTo>
                <a:cubicBezTo>
                  <a:pt x="9056" y="15230"/>
                  <a:pt x="14146" y="9866"/>
                  <a:pt x="20582" y="6010"/>
                </a:cubicBezTo>
                <a:cubicBezTo>
                  <a:pt x="27127" y="2044"/>
                  <a:pt x="34632" y="0"/>
                  <a:pt x="43098" y="0"/>
                </a:cubicBezTo>
                <a:cubicBezTo>
                  <a:pt x="51509" y="0"/>
                  <a:pt x="58960" y="2044"/>
                  <a:pt x="65395" y="6010"/>
                </a:cubicBezTo>
                <a:cubicBezTo>
                  <a:pt x="71926" y="10030"/>
                  <a:pt x="77017" y="15436"/>
                  <a:pt x="80612" y="22297"/>
                </a:cubicBezTo>
                <a:cubicBezTo>
                  <a:pt x="84316" y="29061"/>
                  <a:pt x="86183" y="36457"/>
                  <a:pt x="86183" y="44594"/>
                </a:cubicBezTo>
                <a:cubicBezTo>
                  <a:pt x="86183" y="53073"/>
                  <a:pt x="84316" y="60620"/>
                  <a:pt x="80612" y="67330"/>
                </a:cubicBezTo>
                <a:cubicBezTo>
                  <a:pt x="77017" y="74080"/>
                  <a:pt x="71926" y="79445"/>
                  <a:pt x="65395" y="83411"/>
                </a:cubicBezTo>
                <a:cubicBezTo>
                  <a:pt x="58960" y="87266"/>
                  <a:pt x="51509" y="89187"/>
                  <a:pt x="43098" y="89187"/>
                </a:cubicBezTo>
                <a:close/>
                <a:moveTo>
                  <a:pt x="43098" y="76550"/>
                </a:moveTo>
                <a:cubicBezTo>
                  <a:pt x="48079" y="76550"/>
                  <a:pt x="52799" y="75370"/>
                  <a:pt x="57245" y="72900"/>
                </a:cubicBezTo>
                <a:cubicBezTo>
                  <a:pt x="61635" y="70321"/>
                  <a:pt x="65230" y="66685"/>
                  <a:pt x="67961" y="61965"/>
                </a:cubicBezTo>
                <a:cubicBezTo>
                  <a:pt x="70801" y="57149"/>
                  <a:pt x="72256" y="51358"/>
                  <a:pt x="72256" y="44594"/>
                </a:cubicBezTo>
                <a:cubicBezTo>
                  <a:pt x="72256" y="37898"/>
                  <a:pt x="70801" y="32162"/>
                  <a:pt x="67961" y="27442"/>
                </a:cubicBezTo>
                <a:cubicBezTo>
                  <a:pt x="65230" y="22626"/>
                  <a:pt x="61635" y="18976"/>
                  <a:pt x="57245" y="16520"/>
                </a:cubicBezTo>
                <a:cubicBezTo>
                  <a:pt x="52799" y="13941"/>
                  <a:pt x="48079" y="12651"/>
                  <a:pt x="43098" y="12651"/>
                </a:cubicBezTo>
                <a:cubicBezTo>
                  <a:pt x="38062" y="12651"/>
                  <a:pt x="33287" y="13941"/>
                  <a:pt x="28732" y="16520"/>
                </a:cubicBezTo>
                <a:cubicBezTo>
                  <a:pt x="24286" y="18976"/>
                  <a:pt x="20637" y="22626"/>
                  <a:pt x="17796" y="27442"/>
                </a:cubicBezTo>
                <a:cubicBezTo>
                  <a:pt x="15066" y="32162"/>
                  <a:pt x="13721" y="37898"/>
                  <a:pt x="13721" y="44594"/>
                </a:cubicBezTo>
                <a:cubicBezTo>
                  <a:pt x="13721" y="51358"/>
                  <a:pt x="15066" y="57149"/>
                  <a:pt x="17796" y="61965"/>
                </a:cubicBezTo>
                <a:cubicBezTo>
                  <a:pt x="20637" y="66685"/>
                  <a:pt x="24286" y="70321"/>
                  <a:pt x="28732" y="72900"/>
                </a:cubicBezTo>
                <a:cubicBezTo>
                  <a:pt x="33287" y="75370"/>
                  <a:pt x="38062" y="76550"/>
                  <a:pt x="43098" y="76550"/>
                </a:cubicBezTo>
                <a:close/>
                <a:moveTo>
                  <a:pt x="43098" y="76550"/>
                </a:move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8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DC61E736-0BE0-4780-AA82-87C9893B82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04610" y="1187150"/>
            <a:ext cx="72900" cy="89187"/>
          </a:xfrm>
          <a:custGeom xmlns:a="http://schemas.openxmlformats.org/drawingml/2006/main">
            <a:pathLst>
              <a:path w="72900" h="89187">
                <a:moveTo>
                  <a:pt x="31737" y="89187"/>
                </a:moveTo>
                <a:cubicBezTo>
                  <a:pt x="25412" y="89187"/>
                  <a:pt x="19937" y="87966"/>
                  <a:pt x="15230" y="85551"/>
                </a:cubicBezTo>
                <a:cubicBezTo>
                  <a:pt x="10510" y="83136"/>
                  <a:pt x="6751" y="79871"/>
                  <a:pt x="4075" y="75686"/>
                </a:cubicBezTo>
                <a:cubicBezTo>
                  <a:pt x="1345" y="71405"/>
                  <a:pt x="0" y="66630"/>
                  <a:pt x="0" y="61320"/>
                </a:cubicBezTo>
                <a:cubicBezTo>
                  <a:pt x="0" y="55214"/>
                  <a:pt x="1564" y="50068"/>
                  <a:pt x="4720" y="45884"/>
                </a:cubicBezTo>
                <a:cubicBezTo>
                  <a:pt x="7986" y="41603"/>
                  <a:pt x="12280" y="38378"/>
                  <a:pt x="17577" y="36238"/>
                </a:cubicBezTo>
                <a:cubicBezTo>
                  <a:pt x="22997" y="34097"/>
                  <a:pt x="28952" y="33027"/>
                  <a:pt x="35373" y="33027"/>
                </a:cubicBezTo>
                <a:cubicBezTo>
                  <a:pt x="40958" y="33027"/>
                  <a:pt x="45884" y="33672"/>
                  <a:pt x="50178" y="34948"/>
                </a:cubicBezTo>
                <a:cubicBezTo>
                  <a:pt x="54459" y="36128"/>
                  <a:pt x="57519" y="37253"/>
                  <a:pt x="59385" y="38378"/>
                </a:cubicBezTo>
                <a:lnTo>
                  <a:pt x="59385" y="33233"/>
                </a:lnTo>
                <a:cubicBezTo>
                  <a:pt x="59385" y="26962"/>
                  <a:pt x="57080" y="21981"/>
                  <a:pt x="52525" y="18235"/>
                </a:cubicBezTo>
                <a:cubicBezTo>
                  <a:pt x="48079" y="14366"/>
                  <a:pt x="42673" y="12445"/>
                  <a:pt x="36238" y="12445"/>
                </a:cubicBezTo>
                <a:cubicBezTo>
                  <a:pt x="31627" y="12445"/>
                  <a:pt x="27333" y="13515"/>
                  <a:pt x="23367" y="15656"/>
                </a:cubicBezTo>
                <a:cubicBezTo>
                  <a:pt x="19347" y="17700"/>
                  <a:pt x="16191" y="20486"/>
                  <a:pt x="13941" y="24012"/>
                </a:cubicBezTo>
                <a:lnTo>
                  <a:pt x="3224" y="16081"/>
                </a:lnTo>
                <a:cubicBezTo>
                  <a:pt x="6655" y="11265"/>
                  <a:pt x="11210" y="7409"/>
                  <a:pt x="16946" y="4514"/>
                </a:cubicBezTo>
                <a:cubicBezTo>
                  <a:pt x="22626" y="1509"/>
                  <a:pt x="29048" y="0"/>
                  <a:pt x="36238" y="0"/>
                </a:cubicBezTo>
                <a:cubicBezTo>
                  <a:pt x="47654" y="0"/>
                  <a:pt x="56600" y="3115"/>
                  <a:pt x="63035" y="9221"/>
                </a:cubicBezTo>
                <a:cubicBezTo>
                  <a:pt x="69580" y="15230"/>
                  <a:pt x="72900" y="23326"/>
                  <a:pt x="72900" y="33452"/>
                </a:cubicBezTo>
                <a:lnTo>
                  <a:pt x="72900" y="86622"/>
                </a:lnTo>
                <a:lnTo>
                  <a:pt x="59385" y="86622"/>
                </a:lnTo>
                <a:lnTo>
                  <a:pt x="59385" y="74616"/>
                </a:lnTo>
                <a:lnTo>
                  <a:pt x="58740" y="74616"/>
                </a:lnTo>
                <a:cubicBezTo>
                  <a:pt x="56600" y="78361"/>
                  <a:pt x="53169" y="81696"/>
                  <a:pt x="48449" y="84687"/>
                </a:cubicBezTo>
                <a:cubicBezTo>
                  <a:pt x="43743" y="87692"/>
                  <a:pt x="38159" y="89187"/>
                  <a:pt x="31737" y="89187"/>
                </a:cubicBezTo>
                <a:close/>
                <a:moveTo>
                  <a:pt x="33027" y="76976"/>
                </a:moveTo>
                <a:cubicBezTo>
                  <a:pt x="37843" y="76976"/>
                  <a:pt x="42289" y="75796"/>
                  <a:pt x="46309" y="73326"/>
                </a:cubicBezTo>
                <a:cubicBezTo>
                  <a:pt x="50274" y="70911"/>
                  <a:pt x="53444" y="67700"/>
                  <a:pt x="55749" y="63680"/>
                </a:cubicBezTo>
                <a:cubicBezTo>
                  <a:pt x="58164" y="59550"/>
                  <a:pt x="59385" y="55049"/>
                  <a:pt x="59385" y="50178"/>
                </a:cubicBezTo>
                <a:cubicBezTo>
                  <a:pt x="56929" y="48463"/>
                  <a:pt x="53814" y="47118"/>
                  <a:pt x="49959" y="46103"/>
                </a:cubicBezTo>
                <a:cubicBezTo>
                  <a:pt x="46199" y="44978"/>
                  <a:pt x="42083" y="44388"/>
                  <a:pt x="37527" y="44388"/>
                </a:cubicBezTo>
                <a:cubicBezTo>
                  <a:pt x="29487" y="44388"/>
                  <a:pt x="23642" y="46048"/>
                  <a:pt x="19937" y="49314"/>
                </a:cubicBezTo>
                <a:cubicBezTo>
                  <a:pt x="16191" y="52634"/>
                  <a:pt x="14366" y="56600"/>
                  <a:pt x="14366" y="61320"/>
                </a:cubicBezTo>
                <a:cubicBezTo>
                  <a:pt x="14366" y="66040"/>
                  <a:pt x="16081" y="69841"/>
                  <a:pt x="19511" y="72681"/>
                </a:cubicBezTo>
                <a:cubicBezTo>
                  <a:pt x="23052" y="75576"/>
                  <a:pt x="27552" y="76976"/>
                  <a:pt x="33027" y="76976"/>
                </a:cubicBezTo>
                <a:close/>
                <a:moveTo>
                  <a:pt x="33027" y="76976"/>
                </a:move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8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D824B185-B18E-45B4-BFB2-24E9FBAF02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86512" y="1297783"/>
            <a:ext cx="78471" cy="11581"/>
          </a:xfrm>
          <a:custGeom xmlns:a="http://schemas.openxmlformats.org/drawingml/2006/main">
            <a:pathLst>
              <a:path w="78471" h="11581">
                <a:moveTo>
                  <a:pt x="0" y="0"/>
                </a:moveTo>
                <a:lnTo>
                  <a:pt x="78471" y="0"/>
                </a:lnTo>
                <a:lnTo>
                  <a:pt x="78471" y="11581"/>
                </a:lnTo>
                <a:lnTo>
                  <a:pt x="0" y="11581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8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57B54114-BC0F-4CCA-8D66-6E52E68B4A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3449" y="1154137"/>
            <a:ext cx="20156" cy="119635"/>
          </a:xfrm>
          <a:custGeom xmlns:a="http://schemas.openxmlformats.org/drawingml/2006/main">
            <a:pathLst>
              <a:path w="20156" h="119635">
                <a:moveTo>
                  <a:pt x="10071" y="20156"/>
                </a:moveTo>
                <a:cubicBezTo>
                  <a:pt x="7341" y="20156"/>
                  <a:pt x="4981" y="19196"/>
                  <a:pt x="3005" y="17151"/>
                </a:cubicBezTo>
                <a:cubicBezTo>
                  <a:pt x="960" y="15176"/>
                  <a:pt x="0" y="12816"/>
                  <a:pt x="0" y="10085"/>
                </a:cubicBezTo>
                <a:cubicBezTo>
                  <a:pt x="0" y="7245"/>
                  <a:pt x="960" y="4885"/>
                  <a:pt x="3005" y="3005"/>
                </a:cubicBezTo>
                <a:cubicBezTo>
                  <a:pt x="4981" y="1015"/>
                  <a:pt x="7341" y="0"/>
                  <a:pt x="10071" y="0"/>
                </a:cubicBezTo>
                <a:cubicBezTo>
                  <a:pt x="12912" y="0"/>
                  <a:pt x="15272" y="1015"/>
                  <a:pt x="17151" y="3005"/>
                </a:cubicBezTo>
                <a:cubicBezTo>
                  <a:pt x="19127" y="4885"/>
                  <a:pt x="20156" y="7245"/>
                  <a:pt x="20156" y="10085"/>
                </a:cubicBezTo>
                <a:cubicBezTo>
                  <a:pt x="20156" y="12816"/>
                  <a:pt x="19127" y="15176"/>
                  <a:pt x="17151" y="17151"/>
                </a:cubicBezTo>
                <a:cubicBezTo>
                  <a:pt x="15272" y="19196"/>
                  <a:pt x="12912" y="20156"/>
                  <a:pt x="10071" y="20156"/>
                </a:cubicBezTo>
                <a:close/>
                <a:moveTo>
                  <a:pt x="3211" y="119635"/>
                </a:moveTo>
                <a:lnTo>
                  <a:pt x="3211" y="35593"/>
                </a:lnTo>
                <a:lnTo>
                  <a:pt x="17151" y="35593"/>
                </a:lnTo>
                <a:lnTo>
                  <a:pt x="17151" y="119635"/>
                </a:lnTo>
                <a:lnTo>
                  <a:pt x="3211" y="119635"/>
                </a:lnTo>
                <a:close/>
                <a:moveTo>
                  <a:pt x="3211" y="119635"/>
                </a:move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9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BD26D30D-6080-4261-9D29-404BC0BBCA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11717" y="1193804"/>
            <a:ext cx="63035" cy="70746"/>
          </a:xfrm>
          <a:custGeom xmlns:a="http://schemas.openxmlformats.org/drawingml/2006/main">
            <a:pathLst>
              <a:path w="63035" h="70746">
                <a:moveTo>
                  <a:pt x="0" y="70746"/>
                </a:moveTo>
                <a:lnTo>
                  <a:pt x="0" y="57890"/>
                </a:lnTo>
                <a:lnTo>
                  <a:pt x="48244" y="35593"/>
                </a:lnTo>
                <a:lnTo>
                  <a:pt x="48244" y="34948"/>
                </a:lnTo>
                <a:lnTo>
                  <a:pt x="0" y="12857"/>
                </a:lnTo>
                <a:lnTo>
                  <a:pt x="0" y="0"/>
                </a:lnTo>
                <a:lnTo>
                  <a:pt x="63035" y="30228"/>
                </a:lnTo>
                <a:lnTo>
                  <a:pt x="63035" y="40519"/>
                </a:lnTo>
                <a:lnTo>
                  <a:pt x="0" y="70746"/>
                </a:lnTo>
                <a:close/>
                <a:moveTo>
                  <a:pt x="0" y="70746"/>
                </a:move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9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D36BBDEF-132E-4222-A3F4-E8BE000D31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80589" y="1105632"/>
            <a:ext cx="672336" cy="234165"/>
          </a:xfrm>
          <a:custGeom xmlns:a="http://schemas.openxmlformats.org/drawingml/2006/main">
            <a:pathLst>
              <a:path w="672336" h="234165">
                <a:moveTo>
                  <a:pt x="79102" y="0"/>
                </a:moveTo>
                <a:lnTo>
                  <a:pt x="593220" y="0"/>
                </a:lnTo>
                <a:cubicBezTo>
                  <a:pt x="637059" y="0"/>
                  <a:pt x="672336" y="35263"/>
                  <a:pt x="672336" y="79116"/>
                </a:cubicBezTo>
                <a:lnTo>
                  <a:pt x="672336" y="155063"/>
                </a:lnTo>
                <a:cubicBezTo>
                  <a:pt x="672336" y="198902"/>
                  <a:pt x="637059" y="234165"/>
                  <a:pt x="593220" y="234165"/>
                </a:cubicBezTo>
                <a:lnTo>
                  <a:pt x="79102" y="234165"/>
                </a:lnTo>
                <a:cubicBezTo>
                  <a:pt x="35263" y="234165"/>
                  <a:pt x="0" y="198902"/>
                  <a:pt x="0" y="155063"/>
                </a:cubicBezTo>
                <a:lnTo>
                  <a:pt x="0" y="79116"/>
                </a:lnTo>
                <a:cubicBezTo>
                  <a:pt x="0" y="35263"/>
                  <a:pt x="35263" y="0"/>
                  <a:pt x="79102" y="0"/>
                </a:cubicBezTo>
                <a:close/>
                <a:moveTo>
                  <a:pt x="79102" y="0"/>
                </a:moveTo>
              </a:path>
            </a:pathLst>
          </a:custGeom>
          <a:solidFill xmlns:a="http://schemas.openxmlformats.org/drawingml/2006/main">
            <a:srgbClr val="DDE9A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9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E5D86592-806A-464F-8AC3-5455367FFD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80589" y="1105632"/>
            <a:ext cx="672336" cy="234165"/>
          </a:xfrm>
          <a:custGeom xmlns:a="http://schemas.openxmlformats.org/drawingml/2006/main">
            <a:pathLst>
              <a:path w="672336" h="234165" fill="none">
                <a:moveTo>
                  <a:pt x="79102" y="0"/>
                </a:moveTo>
                <a:lnTo>
                  <a:pt x="593220" y="0"/>
                </a:lnTo>
                <a:cubicBezTo>
                  <a:pt x="637059" y="0"/>
                  <a:pt x="672336" y="35263"/>
                  <a:pt x="672336" y="79116"/>
                </a:cubicBezTo>
                <a:lnTo>
                  <a:pt x="672336" y="155063"/>
                </a:lnTo>
                <a:cubicBezTo>
                  <a:pt x="672336" y="198902"/>
                  <a:pt x="637059" y="234165"/>
                  <a:pt x="593220" y="234165"/>
                </a:cubicBezTo>
                <a:lnTo>
                  <a:pt x="79102" y="234165"/>
                </a:lnTo>
                <a:cubicBezTo>
                  <a:pt x="35263" y="234165"/>
                  <a:pt x="0" y="198902"/>
                  <a:pt x="0" y="155063"/>
                </a:cubicBezTo>
                <a:lnTo>
                  <a:pt x="0" y="79116"/>
                </a:lnTo>
                <a:cubicBezTo>
                  <a:pt x="0" y="35263"/>
                  <a:pt x="35263" y="0"/>
                  <a:pt x="79102" y="0"/>
                </a:cubicBezTo>
                <a:close/>
                <a:moveTo>
                  <a:pt x="79102" y="0"/>
                </a:moveTo>
              </a:path>
            </a:pathLst>
          </a:custGeom>
          <a:noFill xmlns:a="http://schemas.openxmlformats.org/drawingml/2006/main"/>
          <a:ln xmlns:a="http://schemas.openxmlformats.org/drawingml/2006/main" w="14197" cap="flat">
            <a:solidFill>
              <a:srgbClr val="000000"/>
            </a:solidFill>
            <a:miter/>
          </a:ln>
        </p:spPr>
      </p:sp>
      <p:sp>
        <p:nvSpPr>
          <p:cNvPr id="39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0754FEEF-7C37-4D28-9808-0DFF9AE3EC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11133" y="1193804"/>
            <a:ext cx="63035" cy="70746"/>
          </a:xfrm>
          <a:custGeom xmlns:a="http://schemas.openxmlformats.org/drawingml/2006/main">
            <a:pathLst>
              <a:path w="63035" h="70746">
                <a:moveTo>
                  <a:pt x="63035" y="70746"/>
                </a:moveTo>
                <a:lnTo>
                  <a:pt x="0" y="40519"/>
                </a:lnTo>
                <a:lnTo>
                  <a:pt x="0" y="30228"/>
                </a:lnTo>
                <a:lnTo>
                  <a:pt x="63035" y="0"/>
                </a:lnTo>
                <a:lnTo>
                  <a:pt x="63035" y="12857"/>
                </a:lnTo>
                <a:lnTo>
                  <a:pt x="14805" y="34948"/>
                </a:lnTo>
                <a:lnTo>
                  <a:pt x="14805" y="35593"/>
                </a:lnTo>
                <a:lnTo>
                  <a:pt x="63035" y="57890"/>
                </a:lnTo>
                <a:lnTo>
                  <a:pt x="63035" y="70746"/>
                </a:lnTo>
                <a:close/>
                <a:moveTo>
                  <a:pt x="63035" y="70746"/>
                </a:move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9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1C998972-5BE7-4B9B-9DCA-261A17B854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94269" y="1155852"/>
            <a:ext cx="82972" cy="120485"/>
          </a:xfrm>
          <a:custGeom xmlns:a="http://schemas.openxmlformats.org/drawingml/2006/main">
            <a:pathLst>
              <a:path w="82972" h="120485">
                <a:moveTo>
                  <a:pt x="42659" y="120485"/>
                </a:moveTo>
                <a:cubicBezTo>
                  <a:pt x="35908" y="120485"/>
                  <a:pt x="30063" y="118990"/>
                  <a:pt x="25082" y="115985"/>
                </a:cubicBezTo>
                <a:cubicBezTo>
                  <a:pt x="20047" y="112884"/>
                  <a:pt x="16397" y="109344"/>
                  <a:pt x="14146" y="105488"/>
                </a:cubicBezTo>
                <a:lnTo>
                  <a:pt x="13502" y="105488"/>
                </a:lnTo>
                <a:lnTo>
                  <a:pt x="13502" y="117920"/>
                </a:lnTo>
                <a:lnTo>
                  <a:pt x="0" y="117920"/>
                </a:lnTo>
                <a:lnTo>
                  <a:pt x="0" y="0"/>
                </a:lnTo>
                <a:lnTo>
                  <a:pt x="14146" y="0"/>
                </a:lnTo>
                <a:lnTo>
                  <a:pt x="14146" y="34728"/>
                </a:lnTo>
                <a:lnTo>
                  <a:pt x="13502" y="46528"/>
                </a:lnTo>
                <a:lnTo>
                  <a:pt x="14146" y="46528"/>
                </a:lnTo>
                <a:cubicBezTo>
                  <a:pt x="16397" y="42563"/>
                  <a:pt x="20047" y="39023"/>
                  <a:pt x="25082" y="36018"/>
                </a:cubicBezTo>
                <a:cubicBezTo>
                  <a:pt x="30063" y="32917"/>
                  <a:pt x="35908" y="31298"/>
                  <a:pt x="42659" y="31298"/>
                </a:cubicBezTo>
                <a:cubicBezTo>
                  <a:pt x="50384" y="31298"/>
                  <a:pt x="57245" y="33233"/>
                  <a:pt x="63241" y="37088"/>
                </a:cubicBezTo>
                <a:cubicBezTo>
                  <a:pt x="69360" y="40958"/>
                  <a:pt x="74177" y="46254"/>
                  <a:pt x="77607" y="52964"/>
                </a:cubicBezTo>
                <a:cubicBezTo>
                  <a:pt x="81147" y="59550"/>
                  <a:pt x="82972" y="67220"/>
                  <a:pt x="82972" y="75892"/>
                </a:cubicBezTo>
                <a:cubicBezTo>
                  <a:pt x="82972" y="84632"/>
                  <a:pt x="81147" y="92357"/>
                  <a:pt x="77607" y="99053"/>
                </a:cubicBezTo>
                <a:cubicBezTo>
                  <a:pt x="74177" y="105804"/>
                  <a:pt x="69360" y="111059"/>
                  <a:pt x="63241" y="114915"/>
                </a:cubicBezTo>
                <a:cubicBezTo>
                  <a:pt x="57245" y="118619"/>
                  <a:pt x="50384" y="120485"/>
                  <a:pt x="42659" y="120485"/>
                </a:cubicBezTo>
                <a:close/>
                <a:moveTo>
                  <a:pt x="41163" y="107848"/>
                </a:moveTo>
                <a:cubicBezTo>
                  <a:pt x="45993" y="107848"/>
                  <a:pt x="50494" y="106558"/>
                  <a:pt x="54665" y="103979"/>
                </a:cubicBezTo>
                <a:cubicBezTo>
                  <a:pt x="58960" y="101413"/>
                  <a:pt x="62390" y="97708"/>
                  <a:pt x="64956" y="92837"/>
                </a:cubicBezTo>
                <a:cubicBezTo>
                  <a:pt x="67535" y="88007"/>
                  <a:pt x="68825" y="82327"/>
                  <a:pt x="68825" y="75892"/>
                </a:cubicBezTo>
                <a:cubicBezTo>
                  <a:pt x="68825" y="69360"/>
                  <a:pt x="67535" y="63680"/>
                  <a:pt x="64956" y="58960"/>
                </a:cubicBezTo>
                <a:cubicBezTo>
                  <a:pt x="62390" y="54144"/>
                  <a:pt x="58960" y="50384"/>
                  <a:pt x="54665" y="47818"/>
                </a:cubicBezTo>
                <a:cubicBezTo>
                  <a:pt x="50494" y="45239"/>
                  <a:pt x="45993" y="43949"/>
                  <a:pt x="41163" y="43949"/>
                </a:cubicBezTo>
                <a:cubicBezTo>
                  <a:pt x="36443" y="43949"/>
                  <a:pt x="31943" y="45239"/>
                  <a:pt x="27662" y="47818"/>
                </a:cubicBezTo>
                <a:cubicBezTo>
                  <a:pt x="23367" y="50384"/>
                  <a:pt x="19937" y="54144"/>
                  <a:pt x="17371" y="58960"/>
                </a:cubicBezTo>
                <a:cubicBezTo>
                  <a:pt x="14791" y="63680"/>
                  <a:pt x="13502" y="69360"/>
                  <a:pt x="13502" y="75892"/>
                </a:cubicBezTo>
                <a:cubicBezTo>
                  <a:pt x="13502" y="82492"/>
                  <a:pt x="14791" y="88227"/>
                  <a:pt x="17371" y="93043"/>
                </a:cubicBezTo>
                <a:cubicBezTo>
                  <a:pt x="19937" y="97763"/>
                  <a:pt x="23367" y="101413"/>
                  <a:pt x="27662" y="103979"/>
                </a:cubicBezTo>
                <a:cubicBezTo>
                  <a:pt x="31943" y="106558"/>
                  <a:pt x="36443" y="107848"/>
                  <a:pt x="41163" y="107848"/>
                </a:cubicBezTo>
                <a:close/>
                <a:moveTo>
                  <a:pt x="41163" y="107848"/>
                </a:move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9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2D4D0A10-23EB-4C98-AFB2-2DA4B826D2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89082" y="1187150"/>
            <a:ext cx="86183" cy="89187"/>
          </a:xfrm>
          <a:custGeom xmlns:a="http://schemas.openxmlformats.org/drawingml/2006/main">
            <a:pathLst>
              <a:path w="86183" h="89187">
                <a:moveTo>
                  <a:pt x="43098" y="89187"/>
                </a:moveTo>
                <a:cubicBezTo>
                  <a:pt x="34632" y="89187"/>
                  <a:pt x="27127" y="87266"/>
                  <a:pt x="20582" y="83411"/>
                </a:cubicBezTo>
                <a:cubicBezTo>
                  <a:pt x="14146" y="79445"/>
                  <a:pt x="9056" y="74080"/>
                  <a:pt x="5365" y="67330"/>
                </a:cubicBezTo>
                <a:cubicBezTo>
                  <a:pt x="1770" y="60620"/>
                  <a:pt x="0" y="53073"/>
                  <a:pt x="0" y="44594"/>
                </a:cubicBezTo>
                <a:cubicBezTo>
                  <a:pt x="0" y="36347"/>
                  <a:pt x="1770" y="28842"/>
                  <a:pt x="5365" y="22091"/>
                </a:cubicBezTo>
                <a:cubicBezTo>
                  <a:pt x="9056" y="15230"/>
                  <a:pt x="14146" y="9866"/>
                  <a:pt x="20582" y="6010"/>
                </a:cubicBezTo>
                <a:cubicBezTo>
                  <a:pt x="27127" y="2044"/>
                  <a:pt x="34632" y="0"/>
                  <a:pt x="43098" y="0"/>
                </a:cubicBezTo>
                <a:cubicBezTo>
                  <a:pt x="51509" y="0"/>
                  <a:pt x="58960" y="2044"/>
                  <a:pt x="65395" y="6010"/>
                </a:cubicBezTo>
                <a:cubicBezTo>
                  <a:pt x="71926" y="10030"/>
                  <a:pt x="77017" y="15436"/>
                  <a:pt x="80612" y="22297"/>
                </a:cubicBezTo>
                <a:cubicBezTo>
                  <a:pt x="84316" y="29061"/>
                  <a:pt x="86183" y="36457"/>
                  <a:pt x="86183" y="44594"/>
                </a:cubicBezTo>
                <a:cubicBezTo>
                  <a:pt x="86183" y="53073"/>
                  <a:pt x="84316" y="60620"/>
                  <a:pt x="80612" y="67330"/>
                </a:cubicBezTo>
                <a:cubicBezTo>
                  <a:pt x="77017" y="74080"/>
                  <a:pt x="71926" y="79445"/>
                  <a:pt x="65395" y="83411"/>
                </a:cubicBezTo>
                <a:cubicBezTo>
                  <a:pt x="58960" y="87266"/>
                  <a:pt x="51509" y="89187"/>
                  <a:pt x="43098" y="89187"/>
                </a:cubicBezTo>
                <a:close/>
                <a:moveTo>
                  <a:pt x="43098" y="76550"/>
                </a:moveTo>
                <a:cubicBezTo>
                  <a:pt x="48079" y="76550"/>
                  <a:pt x="52799" y="75370"/>
                  <a:pt x="57245" y="72900"/>
                </a:cubicBezTo>
                <a:cubicBezTo>
                  <a:pt x="61635" y="70321"/>
                  <a:pt x="65230" y="66685"/>
                  <a:pt x="67961" y="61965"/>
                </a:cubicBezTo>
                <a:cubicBezTo>
                  <a:pt x="70801" y="57149"/>
                  <a:pt x="72256" y="51358"/>
                  <a:pt x="72256" y="44594"/>
                </a:cubicBezTo>
                <a:cubicBezTo>
                  <a:pt x="72256" y="37898"/>
                  <a:pt x="70801" y="32162"/>
                  <a:pt x="67961" y="27442"/>
                </a:cubicBezTo>
                <a:cubicBezTo>
                  <a:pt x="65230" y="22626"/>
                  <a:pt x="61635" y="18976"/>
                  <a:pt x="57245" y="16520"/>
                </a:cubicBezTo>
                <a:cubicBezTo>
                  <a:pt x="52799" y="13941"/>
                  <a:pt x="48079" y="12651"/>
                  <a:pt x="43098" y="12651"/>
                </a:cubicBezTo>
                <a:cubicBezTo>
                  <a:pt x="38062" y="12651"/>
                  <a:pt x="33287" y="13941"/>
                  <a:pt x="28732" y="16520"/>
                </a:cubicBezTo>
                <a:cubicBezTo>
                  <a:pt x="24286" y="18976"/>
                  <a:pt x="20637" y="22626"/>
                  <a:pt x="17796" y="27442"/>
                </a:cubicBezTo>
                <a:cubicBezTo>
                  <a:pt x="15066" y="32162"/>
                  <a:pt x="13721" y="37898"/>
                  <a:pt x="13721" y="44594"/>
                </a:cubicBezTo>
                <a:cubicBezTo>
                  <a:pt x="13721" y="51358"/>
                  <a:pt x="15066" y="57149"/>
                  <a:pt x="17796" y="61965"/>
                </a:cubicBezTo>
                <a:cubicBezTo>
                  <a:pt x="20637" y="66685"/>
                  <a:pt x="24286" y="70321"/>
                  <a:pt x="28732" y="72900"/>
                </a:cubicBezTo>
                <a:cubicBezTo>
                  <a:pt x="33287" y="75370"/>
                  <a:pt x="38062" y="76550"/>
                  <a:pt x="43098" y="76550"/>
                </a:cubicBezTo>
                <a:close/>
                <a:moveTo>
                  <a:pt x="43098" y="76550"/>
                </a:move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9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120CE4BC-4674-47FA-AFF2-089F7334B4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86790" y="1187150"/>
            <a:ext cx="72900" cy="89187"/>
          </a:xfrm>
          <a:custGeom xmlns:a="http://schemas.openxmlformats.org/drawingml/2006/main">
            <a:pathLst>
              <a:path w="72900" h="89187">
                <a:moveTo>
                  <a:pt x="31737" y="89187"/>
                </a:moveTo>
                <a:cubicBezTo>
                  <a:pt x="25412" y="89187"/>
                  <a:pt x="19937" y="87966"/>
                  <a:pt x="15230" y="85551"/>
                </a:cubicBezTo>
                <a:cubicBezTo>
                  <a:pt x="10510" y="83136"/>
                  <a:pt x="6751" y="79871"/>
                  <a:pt x="4075" y="75686"/>
                </a:cubicBezTo>
                <a:cubicBezTo>
                  <a:pt x="1345" y="71405"/>
                  <a:pt x="0" y="66630"/>
                  <a:pt x="0" y="61320"/>
                </a:cubicBezTo>
                <a:cubicBezTo>
                  <a:pt x="0" y="55214"/>
                  <a:pt x="1550" y="50068"/>
                  <a:pt x="4720" y="45884"/>
                </a:cubicBezTo>
                <a:cubicBezTo>
                  <a:pt x="7986" y="41603"/>
                  <a:pt x="12280" y="38378"/>
                  <a:pt x="17577" y="36238"/>
                </a:cubicBezTo>
                <a:cubicBezTo>
                  <a:pt x="22997" y="34097"/>
                  <a:pt x="28952" y="33027"/>
                  <a:pt x="35373" y="33027"/>
                </a:cubicBezTo>
                <a:cubicBezTo>
                  <a:pt x="40958" y="33027"/>
                  <a:pt x="45884" y="33672"/>
                  <a:pt x="50165" y="34948"/>
                </a:cubicBezTo>
                <a:cubicBezTo>
                  <a:pt x="54459" y="36128"/>
                  <a:pt x="57519" y="37253"/>
                  <a:pt x="59385" y="38378"/>
                </a:cubicBezTo>
                <a:lnTo>
                  <a:pt x="59385" y="33233"/>
                </a:lnTo>
                <a:cubicBezTo>
                  <a:pt x="59385" y="26962"/>
                  <a:pt x="57080" y="21981"/>
                  <a:pt x="52525" y="18235"/>
                </a:cubicBezTo>
                <a:cubicBezTo>
                  <a:pt x="48079" y="14366"/>
                  <a:pt x="42673" y="12445"/>
                  <a:pt x="36238" y="12445"/>
                </a:cubicBezTo>
                <a:cubicBezTo>
                  <a:pt x="31627" y="12445"/>
                  <a:pt x="27333" y="13515"/>
                  <a:pt x="23367" y="15656"/>
                </a:cubicBezTo>
                <a:cubicBezTo>
                  <a:pt x="19347" y="17700"/>
                  <a:pt x="16191" y="20486"/>
                  <a:pt x="13941" y="24012"/>
                </a:cubicBezTo>
                <a:lnTo>
                  <a:pt x="3224" y="16081"/>
                </a:lnTo>
                <a:cubicBezTo>
                  <a:pt x="6655" y="11265"/>
                  <a:pt x="11210" y="7409"/>
                  <a:pt x="16946" y="4514"/>
                </a:cubicBezTo>
                <a:cubicBezTo>
                  <a:pt x="22626" y="1509"/>
                  <a:pt x="29048" y="0"/>
                  <a:pt x="36238" y="0"/>
                </a:cubicBezTo>
                <a:cubicBezTo>
                  <a:pt x="47654" y="0"/>
                  <a:pt x="56600" y="3115"/>
                  <a:pt x="63035" y="9221"/>
                </a:cubicBezTo>
                <a:cubicBezTo>
                  <a:pt x="69580" y="15230"/>
                  <a:pt x="72900" y="23326"/>
                  <a:pt x="72900" y="33452"/>
                </a:cubicBezTo>
                <a:lnTo>
                  <a:pt x="72900" y="86622"/>
                </a:lnTo>
                <a:lnTo>
                  <a:pt x="59385" y="86622"/>
                </a:lnTo>
                <a:lnTo>
                  <a:pt x="59385" y="74616"/>
                </a:lnTo>
                <a:lnTo>
                  <a:pt x="58740" y="74616"/>
                </a:lnTo>
                <a:cubicBezTo>
                  <a:pt x="56600" y="78361"/>
                  <a:pt x="53169" y="81696"/>
                  <a:pt x="48449" y="84687"/>
                </a:cubicBezTo>
                <a:cubicBezTo>
                  <a:pt x="43743" y="87692"/>
                  <a:pt x="38159" y="89187"/>
                  <a:pt x="31737" y="89187"/>
                </a:cubicBezTo>
                <a:close/>
                <a:moveTo>
                  <a:pt x="33013" y="76976"/>
                </a:moveTo>
                <a:cubicBezTo>
                  <a:pt x="37843" y="76976"/>
                  <a:pt x="42289" y="75796"/>
                  <a:pt x="46309" y="73326"/>
                </a:cubicBezTo>
                <a:cubicBezTo>
                  <a:pt x="50274" y="70911"/>
                  <a:pt x="53444" y="67700"/>
                  <a:pt x="55749" y="63680"/>
                </a:cubicBezTo>
                <a:cubicBezTo>
                  <a:pt x="58164" y="59550"/>
                  <a:pt x="59385" y="55049"/>
                  <a:pt x="59385" y="50178"/>
                </a:cubicBezTo>
                <a:cubicBezTo>
                  <a:pt x="56929" y="48463"/>
                  <a:pt x="53814" y="47118"/>
                  <a:pt x="49959" y="46103"/>
                </a:cubicBezTo>
                <a:cubicBezTo>
                  <a:pt x="46199" y="44978"/>
                  <a:pt x="42083" y="44388"/>
                  <a:pt x="37527" y="44388"/>
                </a:cubicBezTo>
                <a:cubicBezTo>
                  <a:pt x="29487" y="44388"/>
                  <a:pt x="23642" y="46048"/>
                  <a:pt x="19937" y="49314"/>
                </a:cubicBezTo>
                <a:cubicBezTo>
                  <a:pt x="16191" y="52634"/>
                  <a:pt x="14366" y="56600"/>
                  <a:pt x="14366" y="61320"/>
                </a:cubicBezTo>
                <a:cubicBezTo>
                  <a:pt x="14366" y="66040"/>
                  <a:pt x="16081" y="69841"/>
                  <a:pt x="19511" y="72681"/>
                </a:cubicBezTo>
                <a:cubicBezTo>
                  <a:pt x="23052" y="75576"/>
                  <a:pt x="27552" y="76976"/>
                  <a:pt x="33013" y="76976"/>
                </a:cubicBezTo>
                <a:close/>
                <a:moveTo>
                  <a:pt x="33013" y="76976"/>
                </a:move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9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25C888C1-04DD-4506-BD36-BAAF7E8781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68637" y="1297783"/>
            <a:ext cx="78471" cy="11581"/>
          </a:xfrm>
          <a:custGeom xmlns:a="http://schemas.openxmlformats.org/drawingml/2006/main">
            <a:pathLst>
              <a:path w="78471" h="11581">
                <a:moveTo>
                  <a:pt x="0" y="0"/>
                </a:moveTo>
                <a:lnTo>
                  <a:pt x="78471" y="0"/>
                </a:lnTo>
                <a:lnTo>
                  <a:pt x="78471" y="11581"/>
                </a:lnTo>
                <a:lnTo>
                  <a:pt x="0" y="11581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9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1B9AE288-07E8-4010-A0F3-938400E520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753050" y="1187150"/>
            <a:ext cx="86196" cy="89187"/>
          </a:xfrm>
          <a:custGeom xmlns:a="http://schemas.openxmlformats.org/drawingml/2006/main">
            <a:pathLst>
              <a:path w="86196" h="89187">
                <a:moveTo>
                  <a:pt x="43098" y="89187"/>
                </a:moveTo>
                <a:cubicBezTo>
                  <a:pt x="34632" y="89187"/>
                  <a:pt x="27127" y="87266"/>
                  <a:pt x="20582" y="83411"/>
                </a:cubicBezTo>
                <a:cubicBezTo>
                  <a:pt x="14160" y="79445"/>
                  <a:pt x="9070" y="74080"/>
                  <a:pt x="5365" y="67330"/>
                </a:cubicBezTo>
                <a:cubicBezTo>
                  <a:pt x="1770" y="60620"/>
                  <a:pt x="0" y="53073"/>
                  <a:pt x="0" y="44594"/>
                </a:cubicBezTo>
                <a:cubicBezTo>
                  <a:pt x="0" y="36347"/>
                  <a:pt x="1770" y="28842"/>
                  <a:pt x="5365" y="22091"/>
                </a:cubicBezTo>
                <a:cubicBezTo>
                  <a:pt x="9070" y="15230"/>
                  <a:pt x="14160" y="9866"/>
                  <a:pt x="20582" y="6010"/>
                </a:cubicBezTo>
                <a:cubicBezTo>
                  <a:pt x="27127" y="2044"/>
                  <a:pt x="34632" y="0"/>
                  <a:pt x="43098" y="0"/>
                </a:cubicBezTo>
                <a:cubicBezTo>
                  <a:pt x="51509" y="0"/>
                  <a:pt x="58960" y="2044"/>
                  <a:pt x="65395" y="6010"/>
                </a:cubicBezTo>
                <a:cubicBezTo>
                  <a:pt x="71940" y="10030"/>
                  <a:pt x="77030" y="15436"/>
                  <a:pt x="80612" y="22297"/>
                </a:cubicBezTo>
                <a:cubicBezTo>
                  <a:pt x="84316" y="29061"/>
                  <a:pt x="86196" y="36457"/>
                  <a:pt x="86196" y="44594"/>
                </a:cubicBezTo>
                <a:cubicBezTo>
                  <a:pt x="86196" y="53073"/>
                  <a:pt x="84316" y="60620"/>
                  <a:pt x="80612" y="67330"/>
                </a:cubicBezTo>
                <a:cubicBezTo>
                  <a:pt x="77030" y="74080"/>
                  <a:pt x="71940" y="79445"/>
                  <a:pt x="65395" y="83411"/>
                </a:cubicBezTo>
                <a:cubicBezTo>
                  <a:pt x="58960" y="87266"/>
                  <a:pt x="51509" y="89187"/>
                  <a:pt x="43098" y="89187"/>
                </a:cubicBezTo>
                <a:close/>
                <a:moveTo>
                  <a:pt x="43098" y="76550"/>
                </a:moveTo>
                <a:cubicBezTo>
                  <a:pt x="48079" y="76550"/>
                  <a:pt x="52799" y="75370"/>
                  <a:pt x="57245" y="72900"/>
                </a:cubicBezTo>
                <a:cubicBezTo>
                  <a:pt x="61649" y="70321"/>
                  <a:pt x="65230" y="66685"/>
                  <a:pt x="67975" y="61965"/>
                </a:cubicBezTo>
                <a:cubicBezTo>
                  <a:pt x="70815" y="57149"/>
                  <a:pt x="72256" y="51358"/>
                  <a:pt x="72256" y="44594"/>
                </a:cubicBezTo>
                <a:cubicBezTo>
                  <a:pt x="72256" y="37898"/>
                  <a:pt x="70815" y="32162"/>
                  <a:pt x="67975" y="27442"/>
                </a:cubicBezTo>
                <a:cubicBezTo>
                  <a:pt x="65230" y="22626"/>
                  <a:pt x="61649" y="18976"/>
                  <a:pt x="57245" y="16520"/>
                </a:cubicBezTo>
                <a:cubicBezTo>
                  <a:pt x="52799" y="13941"/>
                  <a:pt x="48079" y="12651"/>
                  <a:pt x="43098" y="12651"/>
                </a:cubicBezTo>
                <a:cubicBezTo>
                  <a:pt x="38062" y="12651"/>
                  <a:pt x="33287" y="13941"/>
                  <a:pt x="28732" y="16520"/>
                </a:cubicBezTo>
                <a:cubicBezTo>
                  <a:pt x="24286" y="18976"/>
                  <a:pt x="20637" y="22626"/>
                  <a:pt x="17796" y="27442"/>
                </a:cubicBezTo>
                <a:cubicBezTo>
                  <a:pt x="15066" y="32162"/>
                  <a:pt x="13721" y="37898"/>
                  <a:pt x="13721" y="44594"/>
                </a:cubicBezTo>
                <a:cubicBezTo>
                  <a:pt x="13721" y="51358"/>
                  <a:pt x="15066" y="57149"/>
                  <a:pt x="17796" y="61965"/>
                </a:cubicBezTo>
                <a:cubicBezTo>
                  <a:pt x="20637" y="66685"/>
                  <a:pt x="24286" y="70321"/>
                  <a:pt x="28732" y="72900"/>
                </a:cubicBezTo>
                <a:cubicBezTo>
                  <a:pt x="33287" y="75370"/>
                  <a:pt x="38062" y="76550"/>
                  <a:pt x="43098" y="76550"/>
                </a:cubicBezTo>
                <a:close/>
                <a:moveTo>
                  <a:pt x="43098" y="76550"/>
                </a:move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9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DC545D4B-600B-4960-9357-13597513B5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54833" y="1193804"/>
            <a:ext cx="63035" cy="70746"/>
          </a:xfrm>
          <a:custGeom xmlns:a="http://schemas.openxmlformats.org/drawingml/2006/main">
            <a:pathLst>
              <a:path w="63035" h="70746">
                <a:moveTo>
                  <a:pt x="0" y="70746"/>
                </a:moveTo>
                <a:lnTo>
                  <a:pt x="0" y="57890"/>
                </a:lnTo>
                <a:lnTo>
                  <a:pt x="48244" y="35593"/>
                </a:lnTo>
                <a:lnTo>
                  <a:pt x="48244" y="34948"/>
                </a:lnTo>
                <a:lnTo>
                  <a:pt x="0" y="12857"/>
                </a:lnTo>
                <a:lnTo>
                  <a:pt x="0" y="0"/>
                </a:lnTo>
                <a:lnTo>
                  <a:pt x="63035" y="30228"/>
                </a:lnTo>
                <a:lnTo>
                  <a:pt x="63035" y="40519"/>
                </a:lnTo>
                <a:lnTo>
                  <a:pt x="0" y="70746"/>
                </a:lnTo>
                <a:close/>
                <a:moveTo>
                  <a:pt x="0" y="70746"/>
                </a:move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40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E23988DB-24CF-4983-8549-C1259CCB84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30015" y="1105632"/>
            <a:ext cx="650574" cy="234165"/>
          </a:xfrm>
          <a:custGeom xmlns:a="http://schemas.openxmlformats.org/drawingml/2006/main">
            <a:pathLst>
              <a:path w="650574" h="234165">
                <a:moveTo>
                  <a:pt x="79102" y="0"/>
                </a:moveTo>
                <a:lnTo>
                  <a:pt x="571458" y="0"/>
                </a:lnTo>
                <a:cubicBezTo>
                  <a:pt x="615256" y="0"/>
                  <a:pt x="650574" y="35263"/>
                  <a:pt x="650574" y="79116"/>
                </a:cubicBezTo>
                <a:lnTo>
                  <a:pt x="650574" y="155063"/>
                </a:lnTo>
                <a:cubicBezTo>
                  <a:pt x="650574" y="198902"/>
                  <a:pt x="615256" y="234165"/>
                  <a:pt x="571458" y="234165"/>
                </a:cubicBezTo>
                <a:lnTo>
                  <a:pt x="79102" y="234165"/>
                </a:lnTo>
                <a:cubicBezTo>
                  <a:pt x="35263" y="234165"/>
                  <a:pt x="0" y="198902"/>
                  <a:pt x="0" y="155063"/>
                </a:cubicBezTo>
                <a:lnTo>
                  <a:pt x="0" y="79116"/>
                </a:lnTo>
                <a:cubicBezTo>
                  <a:pt x="0" y="35263"/>
                  <a:pt x="35263" y="0"/>
                  <a:pt x="79102" y="0"/>
                </a:cubicBezTo>
                <a:close/>
                <a:moveTo>
                  <a:pt x="79102" y="0"/>
                </a:moveTo>
              </a:path>
            </a:pathLst>
          </a:custGeom>
          <a:solidFill xmlns:a="http://schemas.openxmlformats.org/drawingml/2006/main">
            <a:srgbClr val="FFEEAA"/>
          </a:solidFill>
          <a:ln xmlns:a="http://schemas.openxmlformats.org/drawingml/2006/main" w="0" cap="flat">
            <a:noFill/>
            <a:miter/>
          </a:ln>
        </p:spPr>
      </p:sp>
      <p:sp>
        <p:nvSpPr>
          <p:cNvPr id="40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F0748402-82EE-4E4C-8FB1-F17209C5F1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30015" y="1105632"/>
            <a:ext cx="650574" cy="234165"/>
          </a:xfrm>
          <a:custGeom xmlns:a="http://schemas.openxmlformats.org/drawingml/2006/main">
            <a:pathLst>
              <a:path w="650574" h="234165" fill="none">
                <a:moveTo>
                  <a:pt x="79102" y="0"/>
                </a:moveTo>
                <a:lnTo>
                  <a:pt x="571458" y="0"/>
                </a:lnTo>
                <a:cubicBezTo>
                  <a:pt x="615256" y="0"/>
                  <a:pt x="650574" y="35263"/>
                  <a:pt x="650574" y="79116"/>
                </a:cubicBezTo>
                <a:lnTo>
                  <a:pt x="650574" y="155063"/>
                </a:lnTo>
                <a:cubicBezTo>
                  <a:pt x="650574" y="198902"/>
                  <a:pt x="615256" y="234165"/>
                  <a:pt x="571458" y="234165"/>
                </a:cubicBezTo>
                <a:lnTo>
                  <a:pt x="79102" y="234165"/>
                </a:lnTo>
                <a:cubicBezTo>
                  <a:pt x="35263" y="234165"/>
                  <a:pt x="0" y="198902"/>
                  <a:pt x="0" y="155063"/>
                </a:cubicBezTo>
                <a:lnTo>
                  <a:pt x="0" y="79116"/>
                </a:lnTo>
                <a:cubicBezTo>
                  <a:pt x="0" y="35263"/>
                  <a:pt x="35263" y="0"/>
                  <a:pt x="79102" y="0"/>
                </a:cubicBezTo>
                <a:close/>
                <a:moveTo>
                  <a:pt x="79102" y="0"/>
                </a:moveTo>
              </a:path>
            </a:pathLst>
          </a:custGeom>
          <a:noFill xmlns:a="http://schemas.openxmlformats.org/drawingml/2006/main"/>
          <a:ln xmlns:a="http://schemas.openxmlformats.org/drawingml/2006/main" w="14197" cap="flat">
            <a:solidFill>
              <a:srgbClr val="000000"/>
            </a:solidFill>
            <a:miter/>
          </a:ln>
        </p:spPr>
      </p:sp>
      <p:sp>
        <p:nvSpPr>
          <p:cNvPr id="40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E6ACD6DA-4D07-462F-A608-DF64CB8B96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2383" y="1193804"/>
            <a:ext cx="63035" cy="70746"/>
          </a:xfrm>
          <a:custGeom xmlns:a="http://schemas.openxmlformats.org/drawingml/2006/main">
            <a:pathLst>
              <a:path w="63035" h="70746">
                <a:moveTo>
                  <a:pt x="63035" y="70746"/>
                </a:moveTo>
                <a:lnTo>
                  <a:pt x="0" y="40519"/>
                </a:lnTo>
                <a:lnTo>
                  <a:pt x="0" y="30228"/>
                </a:lnTo>
                <a:lnTo>
                  <a:pt x="63035" y="0"/>
                </a:lnTo>
                <a:lnTo>
                  <a:pt x="63035" y="12857"/>
                </a:lnTo>
                <a:lnTo>
                  <a:pt x="14791" y="34948"/>
                </a:lnTo>
                <a:lnTo>
                  <a:pt x="14791" y="35593"/>
                </a:lnTo>
                <a:lnTo>
                  <a:pt x="63035" y="57890"/>
                </a:lnTo>
                <a:lnTo>
                  <a:pt x="63035" y="70746"/>
                </a:lnTo>
                <a:close/>
                <a:moveTo>
                  <a:pt x="63035" y="70746"/>
                </a:move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40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A8B2C3D7-1919-4211-A014-C9A20EBB2F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41225" y="1187150"/>
            <a:ext cx="80831" cy="89187"/>
          </a:xfrm>
          <a:custGeom xmlns:a="http://schemas.openxmlformats.org/drawingml/2006/main">
            <a:pathLst>
              <a:path w="80831" h="89187">
                <a:moveTo>
                  <a:pt x="41808" y="89187"/>
                </a:moveTo>
                <a:cubicBezTo>
                  <a:pt x="33658" y="89187"/>
                  <a:pt x="26427" y="87321"/>
                  <a:pt x="20156" y="83617"/>
                </a:cubicBezTo>
                <a:cubicBezTo>
                  <a:pt x="13831" y="79761"/>
                  <a:pt x="8905" y="74506"/>
                  <a:pt x="5365" y="67755"/>
                </a:cubicBezTo>
                <a:cubicBezTo>
                  <a:pt x="1770" y="61059"/>
                  <a:pt x="0" y="53389"/>
                  <a:pt x="0" y="44813"/>
                </a:cubicBezTo>
                <a:cubicBezTo>
                  <a:pt x="0" y="36828"/>
                  <a:pt x="1605" y="29487"/>
                  <a:pt x="4940" y="22736"/>
                </a:cubicBezTo>
                <a:cubicBezTo>
                  <a:pt x="8205" y="15875"/>
                  <a:pt x="12925" y="10401"/>
                  <a:pt x="19086" y="6229"/>
                </a:cubicBezTo>
                <a:cubicBezTo>
                  <a:pt x="25192" y="2099"/>
                  <a:pt x="32382" y="0"/>
                  <a:pt x="40519" y="0"/>
                </a:cubicBezTo>
                <a:cubicBezTo>
                  <a:pt x="48943" y="0"/>
                  <a:pt x="56065" y="1880"/>
                  <a:pt x="61965" y="5585"/>
                </a:cubicBezTo>
                <a:cubicBezTo>
                  <a:pt x="67961" y="9166"/>
                  <a:pt x="72571" y="14270"/>
                  <a:pt x="75892" y="20801"/>
                </a:cubicBezTo>
                <a:cubicBezTo>
                  <a:pt x="79171" y="27236"/>
                  <a:pt x="80831" y="34632"/>
                  <a:pt x="80831" y="42879"/>
                </a:cubicBezTo>
                <a:cubicBezTo>
                  <a:pt x="80831" y="43743"/>
                  <a:pt x="80721" y="44594"/>
                  <a:pt x="80612" y="45458"/>
                </a:cubicBezTo>
                <a:cubicBezTo>
                  <a:pt x="80612" y="46213"/>
                  <a:pt x="80502" y="46748"/>
                  <a:pt x="80406" y="47173"/>
                </a:cubicBezTo>
                <a:lnTo>
                  <a:pt x="13941" y="47173"/>
                </a:lnTo>
                <a:cubicBezTo>
                  <a:pt x="14366" y="53924"/>
                  <a:pt x="15917" y="59399"/>
                  <a:pt x="18661" y="63680"/>
                </a:cubicBezTo>
                <a:cubicBezTo>
                  <a:pt x="21501" y="67975"/>
                  <a:pt x="24986" y="71185"/>
                  <a:pt x="29157" y="73326"/>
                </a:cubicBezTo>
                <a:cubicBezTo>
                  <a:pt x="33452" y="75466"/>
                  <a:pt x="37788" y="76550"/>
                  <a:pt x="42234" y="76550"/>
                </a:cubicBezTo>
                <a:cubicBezTo>
                  <a:pt x="48353" y="76550"/>
                  <a:pt x="53444" y="75151"/>
                  <a:pt x="57464" y="72256"/>
                </a:cubicBezTo>
                <a:cubicBezTo>
                  <a:pt x="61430" y="69251"/>
                  <a:pt x="64640" y="65615"/>
                  <a:pt x="67110" y="61320"/>
                </a:cubicBezTo>
                <a:lnTo>
                  <a:pt x="78897" y="67110"/>
                </a:lnTo>
                <a:cubicBezTo>
                  <a:pt x="75576" y="73545"/>
                  <a:pt x="70856" y="78855"/>
                  <a:pt x="64750" y="82972"/>
                </a:cubicBezTo>
                <a:cubicBezTo>
                  <a:pt x="58589" y="87102"/>
                  <a:pt x="50919" y="89187"/>
                  <a:pt x="41808" y="89187"/>
                </a:cubicBezTo>
                <a:close/>
                <a:moveTo>
                  <a:pt x="40519" y="12651"/>
                </a:moveTo>
                <a:cubicBezTo>
                  <a:pt x="33768" y="12651"/>
                  <a:pt x="28142" y="14805"/>
                  <a:pt x="23587" y="19086"/>
                </a:cubicBezTo>
                <a:cubicBezTo>
                  <a:pt x="19141" y="23381"/>
                  <a:pt x="16191" y="28952"/>
                  <a:pt x="14791" y="35812"/>
                </a:cubicBezTo>
                <a:lnTo>
                  <a:pt x="66040" y="35812"/>
                </a:lnTo>
                <a:cubicBezTo>
                  <a:pt x="65875" y="32547"/>
                  <a:pt x="64970" y="29116"/>
                  <a:pt x="63254" y="25521"/>
                </a:cubicBezTo>
                <a:cubicBezTo>
                  <a:pt x="61539" y="21981"/>
                  <a:pt x="58795" y="18976"/>
                  <a:pt x="55104" y="16520"/>
                </a:cubicBezTo>
                <a:cubicBezTo>
                  <a:pt x="51509" y="13941"/>
                  <a:pt x="46638" y="12651"/>
                  <a:pt x="40519" y="12651"/>
                </a:cubicBezTo>
                <a:close/>
                <a:moveTo>
                  <a:pt x="40519" y="12651"/>
                </a:move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40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E7044152-21E5-46FD-8F85-D243664BC8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4707" y="1187150"/>
            <a:ext cx="86183" cy="89187"/>
          </a:xfrm>
          <a:custGeom xmlns:a="http://schemas.openxmlformats.org/drawingml/2006/main">
            <a:pathLst>
              <a:path w="86183" h="89187">
                <a:moveTo>
                  <a:pt x="43084" y="89187"/>
                </a:moveTo>
                <a:cubicBezTo>
                  <a:pt x="34618" y="89187"/>
                  <a:pt x="27113" y="87266"/>
                  <a:pt x="20582" y="83411"/>
                </a:cubicBezTo>
                <a:cubicBezTo>
                  <a:pt x="14146" y="79445"/>
                  <a:pt x="9056" y="74080"/>
                  <a:pt x="5351" y="67330"/>
                </a:cubicBezTo>
                <a:cubicBezTo>
                  <a:pt x="1770" y="60620"/>
                  <a:pt x="0" y="53073"/>
                  <a:pt x="0" y="44594"/>
                </a:cubicBezTo>
                <a:cubicBezTo>
                  <a:pt x="0" y="36347"/>
                  <a:pt x="1770" y="28842"/>
                  <a:pt x="5351" y="22091"/>
                </a:cubicBezTo>
                <a:cubicBezTo>
                  <a:pt x="9056" y="15230"/>
                  <a:pt x="14146" y="9866"/>
                  <a:pt x="20582" y="6010"/>
                </a:cubicBezTo>
                <a:cubicBezTo>
                  <a:pt x="27113" y="2044"/>
                  <a:pt x="34618" y="0"/>
                  <a:pt x="43084" y="0"/>
                </a:cubicBezTo>
                <a:cubicBezTo>
                  <a:pt x="51509" y="0"/>
                  <a:pt x="58960" y="2044"/>
                  <a:pt x="65381" y="6010"/>
                </a:cubicBezTo>
                <a:cubicBezTo>
                  <a:pt x="71926" y="10030"/>
                  <a:pt x="77017" y="15436"/>
                  <a:pt x="80612" y="22297"/>
                </a:cubicBezTo>
                <a:cubicBezTo>
                  <a:pt x="84303" y="29061"/>
                  <a:pt x="86183" y="36457"/>
                  <a:pt x="86183" y="44594"/>
                </a:cubicBezTo>
                <a:cubicBezTo>
                  <a:pt x="86183" y="53073"/>
                  <a:pt x="84303" y="60620"/>
                  <a:pt x="80612" y="67330"/>
                </a:cubicBezTo>
                <a:cubicBezTo>
                  <a:pt x="77017" y="74080"/>
                  <a:pt x="71926" y="79445"/>
                  <a:pt x="65381" y="83411"/>
                </a:cubicBezTo>
                <a:cubicBezTo>
                  <a:pt x="58960" y="87266"/>
                  <a:pt x="51509" y="89187"/>
                  <a:pt x="43084" y="89187"/>
                </a:cubicBezTo>
                <a:close/>
                <a:moveTo>
                  <a:pt x="43084" y="76550"/>
                </a:moveTo>
                <a:cubicBezTo>
                  <a:pt x="48079" y="76550"/>
                  <a:pt x="52785" y="75370"/>
                  <a:pt x="57245" y="72900"/>
                </a:cubicBezTo>
                <a:cubicBezTo>
                  <a:pt x="61635" y="70321"/>
                  <a:pt x="65230" y="66685"/>
                  <a:pt x="67961" y="61965"/>
                </a:cubicBezTo>
                <a:cubicBezTo>
                  <a:pt x="70801" y="57149"/>
                  <a:pt x="72242" y="51358"/>
                  <a:pt x="72242" y="44594"/>
                </a:cubicBezTo>
                <a:cubicBezTo>
                  <a:pt x="72242" y="37898"/>
                  <a:pt x="70801" y="32162"/>
                  <a:pt x="67961" y="27442"/>
                </a:cubicBezTo>
                <a:cubicBezTo>
                  <a:pt x="65230" y="22626"/>
                  <a:pt x="61635" y="18976"/>
                  <a:pt x="57245" y="16520"/>
                </a:cubicBezTo>
                <a:cubicBezTo>
                  <a:pt x="52785" y="13941"/>
                  <a:pt x="48079" y="12651"/>
                  <a:pt x="43084" y="12651"/>
                </a:cubicBezTo>
                <a:cubicBezTo>
                  <a:pt x="38049" y="12651"/>
                  <a:pt x="33274" y="13941"/>
                  <a:pt x="28718" y="16520"/>
                </a:cubicBezTo>
                <a:cubicBezTo>
                  <a:pt x="24273" y="18976"/>
                  <a:pt x="20637" y="22626"/>
                  <a:pt x="17796" y="27442"/>
                </a:cubicBezTo>
                <a:cubicBezTo>
                  <a:pt x="15052" y="32162"/>
                  <a:pt x="13721" y="37898"/>
                  <a:pt x="13721" y="44594"/>
                </a:cubicBezTo>
                <a:cubicBezTo>
                  <a:pt x="13721" y="51358"/>
                  <a:pt x="15052" y="57149"/>
                  <a:pt x="17796" y="61965"/>
                </a:cubicBezTo>
                <a:cubicBezTo>
                  <a:pt x="20637" y="66685"/>
                  <a:pt x="24273" y="70321"/>
                  <a:pt x="28718" y="72900"/>
                </a:cubicBezTo>
                <a:cubicBezTo>
                  <a:pt x="33274" y="75370"/>
                  <a:pt x="38049" y="76550"/>
                  <a:pt x="43084" y="76550"/>
                </a:cubicBezTo>
                <a:close/>
                <a:moveTo>
                  <a:pt x="43084" y="76550"/>
                </a:move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40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E652F44B-D55F-4983-A621-2EB76F6357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25445" y="1189729"/>
            <a:ext cx="82327" cy="84042"/>
          </a:xfrm>
          <a:custGeom xmlns:a="http://schemas.openxmlformats.org/drawingml/2006/main">
            <a:pathLst>
              <a:path w="82327" h="84042">
                <a:moveTo>
                  <a:pt x="34083" y="84042"/>
                </a:moveTo>
                <a:lnTo>
                  <a:pt x="0" y="0"/>
                </a:lnTo>
                <a:lnTo>
                  <a:pt x="15011" y="0"/>
                </a:lnTo>
                <a:lnTo>
                  <a:pt x="41163" y="67535"/>
                </a:lnTo>
                <a:lnTo>
                  <a:pt x="41383" y="67535"/>
                </a:lnTo>
                <a:lnTo>
                  <a:pt x="67755" y="0"/>
                </a:lnTo>
                <a:lnTo>
                  <a:pt x="82327" y="0"/>
                </a:lnTo>
                <a:lnTo>
                  <a:pt x="48244" y="84042"/>
                </a:lnTo>
                <a:lnTo>
                  <a:pt x="34083" y="84042"/>
                </a:lnTo>
                <a:close/>
                <a:moveTo>
                  <a:pt x="34083" y="84042"/>
                </a:move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40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916E5333-E78C-497F-B7C7-F9FE0D0804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00802" y="1297783"/>
            <a:ext cx="78471" cy="11581"/>
          </a:xfrm>
          <a:custGeom xmlns:a="http://schemas.openxmlformats.org/drawingml/2006/main">
            <a:pathLst>
              <a:path w="78471" h="11581">
                <a:moveTo>
                  <a:pt x="0" y="0"/>
                </a:moveTo>
                <a:lnTo>
                  <a:pt x="78471" y="0"/>
                </a:lnTo>
                <a:lnTo>
                  <a:pt x="78471" y="11581"/>
                </a:lnTo>
                <a:lnTo>
                  <a:pt x="0" y="11581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40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CAA8453E-62B3-40BA-8270-C0CC99F4BC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85173" y="1187150"/>
            <a:ext cx="86183" cy="89187"/>
          </a:xfrm>
          <a:custGeom xmlns:a="http://schemas.openxmlformats.org/drawingml/2006/main">
            <a:pathLst>
              <a:path w="86183" h="89187">
                <a:moveTo>
                  <a:pt x="43084" y="89187"/>
                </a:moveTo>
                <a:cubicBezTo>
                  <a:pt x="34618" y="89187"/>
                  <a:pt x="27113" y="87266"/>
                  <a:pt x="20582" y="83411"/>
                </a:cubicBezTo>
                <a:cubicBezTo>
                  <a:pt x="14146" y="79445"/>
                  <a:pt x="9056" y="74080"/>
                  <a:pt x="5351" y="67330"/>
                </a:cubicBezTo>
                <a:cubicBezTo>
                  <a:pt x="1770" y="60620"/>
                  <a:pt x="0" y="53073"/>
                  <a:pt x="0" y="44594"/>
                </a:cubicBezTo>
                <a:cubicBezTo>
                  <a:pt x="0" y="36347"/>
                  <a:pt x="1770" y="28842"/>
                  <a:pt x="5351" y="22091"/>
                </a:cubicBezTo>
                <a:cubicBezTo>
                  <a:pt x="9056" y="15230"/>
                  <a:pt x="14146" y="9866"/>
                  <a:pt x="20582" y="6010"/>
                </a:cubicBezTo>
                <a:cubicBezTo>
                  <a:pt x="27113" y="2044"/>
                  <a:pt x="34618" y="0"/>
                  <a:pt x="43084" y="0"/>
                </a:cubicBezTo>
                <a:cubicBezTo>
                  <a:pt x="51509" y="0"/>
                  <a:pt x="58960" y="2044"/>
                  <a:pt x="65381" y="6010"/>
                </a:cubicBezTo>
                <a:cubicBezTo>
                  <a:pt x="71926" y="10030"/>
                  <a:pt x="77017" y="15436"/>
                  <a:pt x="80612" y="22297"/>
                </a:cubicBezTo>
                <a:cubicBezTo>
                  <a:pt x="84303" y="29061"/>
                  <a:pt x="86183" y="36457"/>
                  <a:pt x="86183" y="44594"/>
                </a:cubicBezTo>
                <a:cubicBezTo>
                  <a:pt x="86183" y="53073"/>
                  <a:pt x="84303" y="60620"/>
                  <a:pt x="80612" y="67330"/>
                </a:cubicBezTo>
                <a:cubicBezTo>
                  <a:pt x="77017" y="74080"/>
                  <a:pt x="71926" y="79445"/>
                  <a:pt x="65381" y="83411"/>
                </a:cubicBezTo>
                <a:cubicBezTo>
                  <a:pt x="58960" y="87266"/>
                  <a:pt x="51509" y="89187"/>
                  <a:pt x="43084" y="89187"/>
                </a:cubicBezTo>
                <a:close/>
                <a:moveTo>
                  <a:pt x="43084" y="76550"/>
                </a:moveTo>
                <a:cubicBezTo>
                  <a:pt x="48079" y="76550"/>
                  <a:pt x="52785" y="75370"/>
                  <a:pt x="57231" y="72900"/>
                </a:cubicBezTo>
                <a:cubicBezTo>
                  <a:pt x="61635" y="70321"/>
                  <a:pt x="65230" y="66685"/>
                  <a:pt x="67961" y="61965"/>
                </a:cubicBezTo>
                <a:cubicBezTo>
                  <a:pt x="70801" y="57149"/>
                  <a:pt x="72242" y="51358"/>
                  <a:pt x="72242" y="44594"/>
                </a:cubicBezTo>
                <a:cubicBezTo>
                  <a:pt x="72242" y="37898"/>
                  <a:pt x="70801" y="32162"/>
                  <a:pt x="67961" y="27442"/>
                </a:cubicBezTo>
                <a:cubicBezTo>
                  <a:pt x="65230" y="22626"/>
                  <a:pt x="61635" y="18976"/>
                  <a:pt x="57231" y="16520"/>
                </a:cubicBezTo>
                <a:cubicBezTo>
                  <a:pt x="52785" y="13941"/>
                  <a:pt x="48079" y="12651"/>
                  <a:pt x="43084" y="12651"/>
                </a:cubicBezTo>
                <a:cubicBezTo>
                  <a:pt x="38049" y="12651"/>
                  <a:pt x="33274" y="13941"/>
                  <a:pt x="28718" y="16520"/>
                </a:cubicBezTo>
                <a:cubicBezTo>
                  <a:pt x="24273" y="18976"/>
                  <a:pt x="20637" y="22626"/>
                  <a:pt x="17796" y="27442"/>
                </a:cubicBezTo>
                <a:cubicBezTo>
                  <a:pt x="15052" y="32162"/>
                  <a:pt x="13721" y="37898"/>
                  <a:pt x="13721" y="44594"/>
                </a:cubicBezTo>
                <a:cubicBezTo>
                  <a:pt x="13721" y="51358"/>
                  <a:pt x="15052" y="57149"/>
                  <a:pt x="17796" y="61965"/>
                </a:cubicBezTo>
                <a:cubicBezTo>
                  <a:pt x="20637" y="66685"/>
                  <a:pt x="24273" y="70321"/>
                  <a:pt x="28718" y="72900"/>
                </a:cubicBezTo>
                <a:cubicBezTo>
                  <a:pt x="33274" y="75370"/>
                  <a:pt x="38049" y="76550"/>
                  <a:pt x="43084" y="76550"/>
                </a:cubicBezTo>
                <a:close/>
                <a:moveTo>
                  <a:pt x="43084" y="76550"/>
                </a:move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40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A67994A0-5DE0-4D26-8AAF-BAF19F4C02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86956" y="1193804"/>
            <a:ext cx="63021" cy="70746"/>
          </a:xfrm>
          <a:custGeom xmlns:a="http://schemas.openxmlformats.org/drawingml/2006/main">
            <a:pathLst>
              <a:path w="63021" h="70746">
                <a:moveTo>
                  <a:pt x="0" y="70746"/>
                </a:moveTo>
                <a:lnTo>
                  <a:pt x="0" y="57890"/>
                </a:lnTo>
                <a:lnTo>
                  <a:pt x="48230" y="35593"/>
                </a:lnTo>
                <a:lnTo>
                  <a:pt x="48230" y="34948"/>
                </a:lnTo>
                <a:lnTo>
                  <a:pt x="0" y="12857"/>
                </a:lnTo>
                <a:lnTo>
                  <a:pt x="0" y="0"/>
                </a:lnTo>
                <a:lnTo>
                  <a:pt x="63021" y="30228"/>
                </a:lnTo>
                <a:lnTo>
                  <a:pt x="63021" y="40519"/>
                </a:lnTo>
                <a:lnTo>
                  <a:pt x="0" y="70746"/>
                </a:lnTo>
                <a:close/>
                <a:moveTo>
                  <a:pt x="0" y="70746"/>
                </a:move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40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2C4ABA4A-BC84-4A1D-87B6-DC61A4CF17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434809" y="1105632"/>
            <a:ext cx="480775" cy="234165"/>
          </a:xfrm>
          <a:custGeom xmlns:a="http://schemas.openxmlformats.org/drawingml/2006/main">
            <a:pathLst>
              <a:path w="480775" h="234165">
                <a:moveTo>
                  <a:pt x="79102" y="0"/>
                </a:moveTo>
                <a:lnTo>
                  <a:pt x="401714" y="0"/>
                </a:lnTo>
                <a:cubicBezTo>
                  <a:pt x="445512" y="0"/>
                  <a:pt x="480775" y="35263"/>
                  <a:pt x="480775" y="79116"/>
                </a:cubicBezTo>
                <a:lnTo>
                  <a:pt x="480775" y="155063"/>
                </a:lnTo>
                <a:cubicBezTo>
                  <a:pt x="480775" y="198902"/>
                  <a:pt x="445512" y="234165"/>
                  <a:pt x="401714" y="234165"/>
                </a:cubicBezTo>
                <a:lnTo>
                  <a:pt x="79102" y="234165"/>
                </a:lnTo>
                <a:cubicBezTo>
                  <a:pt x="35263" y="234165"/>
                  <a:pt x="0" y="198902"/>
                  <a:pt x="0" y="155063"/>
                </a:cubicBezTo>
                <a:lnTo>
                  <a:pt x="0" y="79116"/>
                </a:lnTo>
                <a:cubicBezTo>
                  <a:pt x="0" y="35263"/>
                  <a:pt x="35263" y="0"/>
                  <a:pt x="79102" y="0"/>
                </a:cubicBezTo>
                <a:close/>
                <a:moveTo>
                  <a:pt x="79102" y="0"/>
                </a:moveTo>
              </a:path>
            </a:pathLst>
          </a:custGeom>
          <a:solidFill xmlns:a="http://schemas.openxmlformats.org/drawingml/2006/main">
            <a:srgbClr val="FFAAAA"/>
          </a:solidFill>
          <a:ln xmlns:a="http://schemas.openxmlformats.org/drawingml/2006/main" w="0" cap="flat">
            <a:noFill/>
            <a:miter/>
          </a:ln>
        </p:spPr>
      </p:sp>
      <p:sp>
        <p:nvSpPr>
          <p:cNvPr id="41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C65CC292-78A8-47FA-AFDD-260124BD74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434809" y="1105632"/>
            <a:ext cx="480775" cy="234165"/>
          </a:xfrm>
          <a:custGeom xmlns:a="http://schemas.openxmlformats.org/drawingml/2006/main">
            <a:pathLst>
              <a:path w="480775" h="234165" fill="none">
                <a:moveTo>
                  <a:pt x="79102" y="0"/>
                </a:moveTo>
                <a:lnTo>
                  <a:pt x="401714" y="0"/>
                </a:lnTo>
                <a:cubicBezTo>
                  <a:pt x="445512" y="0"/>
                  <a:pt x="480775" y="35263"/>
                  <a:pt x="480775" y="79116"/>
                </a:cubicBezTo>
                <a:lnTo>
                  <a:pt x="480775" y="155063"/>
                </a:lnTo>
                <a:cubicBezTo>
                  <a:pt x="480775" y="198902"/>
                  <a:pt x="445512" y="234165"/>
                  <a:pt x="401714" y="234165"/>
                </a:cubicBezTo>
                <a:lnTo>
                  <a:pt x="79102" y="234165"/>
                </a:lnTo>
                <a:cubicBezTo>
                  <a:pt x="35263" y="234165"/>
                  <a:pt x="0" y="198902"/>
                  <a:pt x="0" y="155063"/>
                </a:cubicBezTo>
                <a:lnTo>
                  <a:pt x="0" y="79116"/>
                </a:lnTo>
                <a:cubicBezTo>
                  <a:pt x="0" y="35263"/>
                  <a:pt x="35263" y="0"/>
                  <a:pt x="79102" y="0"/>
                </a:cubicBezTo>
                <a:close/>
                <a:moveTo>
                  <a:pt x="79102" y="0"/>
                </a:moveTo>
              </a:path>
            </a:pathLst>
          </a:custGeom>
          <a:noFill xmlns:a="http://schemas.openxmlformats.org/drawingml/2006/main"/>
          <a:ln xmlns:a="http://schemas.openxmlformats.org/drawingml/2006/main" w="14197" cap="flat">
            <a:solidFill>
              <a:srgbClr val="000000"/>
            </a:solidFill>
            <a:miter/>
          </a:ln>
        </p:spPr>
      </p:sp>
      <p:sp>
        <p:nvSpPr>
          <p:cNvPr id="41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425FFEF6-AC34-4EFF-BCEB-E54303C1C4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465352" y="1193804"/>
            <a:ext cx="63035" cy="70746"/>
          </a:xfrm>
          <a:custGeom xmlns:a="http://schemas.openxmlformats.org/drawingml/2006/main">
            <a:pathLst>
              <a:path w="63035" h="70746">
                <a:moveTo>
                  <a:pt x="63035" y="70746"/>
                </a:moveTo>
                <a:lnTo>
                  <a:pt x="0" y="40519"/>
                </a:lnTo>
                <a:lnTo>
                  <a:pt x="0" y="30228"/>
                </a:lnTo>
                <a:lnTo>
                  <a:pt x="63035" y="0"/>
                </a:lnTo>
                <a:lnTo>
                  <a:pt x="63035" y="12857"/>
                </a:lnTo>
                <a:lnTo>
                  <a:pt x="14805" y="34948"/>
                </a:lnTo>
                <a:lnTo>
                  <a:pt x="14805" y="35593"/>
                </a:lnTo>
                <a:lnTo>
                  <a:pt x="63035" y="57890"/>
                </a:lnTo>
                <a:lnTo>
                  <a:pt x="63035" y="70746"/>
                </a:lnTo>
                <a:close/>
                <a:moveTo>
                  <a:pt x="63035" y="70746"/>
                </a:move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41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1739723A-1DB2-4A5F-9C8F-2F547E2873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44194" y="1187150"/>
            <a:ext cx="80831" cy="89187"/>
          </a:xfrm>
          <a:custGeom xmlns:a="http://schemas.openxmlformats.org/drawingml/2006/main">
            <a:pathLst>
              <a:path w="80831" h="89187">
                <a:moveTo>
                  <a:pt x="41808" y="89187"/>
                </a:moveTo>
                <a:cubicBezTo>
                  <a:pt x="33672" y="89187"/>
                  <a:pt x="26427" y="87321"/>
                  <a:pt x="20156" y="83617"/>
                </a:cubicBezTo>
                <a:cubicBezTo>
                  <a:pt x="13831" y="79761"/>
                  <a:pt x="8905" y="74506"/>
                  <a:pt x="5365" y="67755"/>
                </a:cubicBezTo>
                <a:cubicBezTo>
                  <a:pt x="1770" y="61059"/>
                  <a:pt x="0" y="53389"/>
                  <a:pt x="0" y="44813"/>
                </a:cubicBezTo>
                <a:cubicBezTo>
                  <a:pt x="0" y="36828"/>
                  <a:pt x="1619" y="29487"/>
                  <a:pt x="4940" y="22736"/>
                </a:cubicBezTo>
                <a:cubicBezTo>
                  <a:pt x="8205" y="15875"/>
                  <a:pt x="12925" y="10401"/>
                  <a:pt x="19086" y="6229"/>
                </a:cubicBezTo>
                <a:cubicBezTo>
                  <a:pt x="25192" y="2099"/>
                  <a:pt x="32382" y="0"/>
                  <a:pt x="40532" y="0"/>
                </a:cubicBezTo>
                <a:cubicBezTo>
                  <a:pt x="48943" y="0"/>
                  <a:pt x="56065" y="1880"/>
                  <a:pt x="61965" y="5585"/>
                </a:cubicBezTo>
                <a:cubicBezTo>
                  <a:pt x="67975" y="9166"/>
                  <a:pt x="72585" y="14270"/>
                  <a:pt x="75905" y="20801"/>
                </a:cubicBezTo>
                <a:cubicBezTo>
                  <a:pt x="79171" y="27236"/>
                  <a:pt x="80831" y="34632"/>
                  <a:pt x="80831" y="42879"/>
                </a:cubicBezTo>
                <a:cubicBezTo>
                  <a:pt x="80831" y="43743"/>
                  <a:pt x="80721" y="44594"/>
                  <a:pt x="80612" y="45458"/>
                </a:cubicBezTo>
                <a:cubicBezTo>
                  <a:pt x="80612" y="46213"/>
                  <a:pt x="80516" y="46748"/>
                  <a:pt x="80406" y="47173"/>
                </a:cubicBezTo>
                <a:lnTo>
                  <a:pt x="13941" y="47173"/>
                </a:lnTo>
                <a:cubicBezTo>
                  <a:pt x="14366" y="53924"/>
                  <a:pt x="15930" y="59399"/>
                  <a:pt x="18661" y="63680"/>
                </a:cubicBezTo>
                <a:cubicBezTo>
                  <a:pt x="21501" y="67975"/>
                  <a:pt x="24986" y="71185"/>
                  <a:pt x="29157" y="73326"/>
                </a:cubicBezTo>
                <a:cubicBezTo>
                  <a:pt x="33452" y="75466"/>
                  <a:pt x="37788" y="76550"/>
                  <a:pt x="42247" y="76550"/>
                </a:cubicBezTo>
                <a:cubicBezTo>
                  <a:pt x="48353" y="76550"/>
                  <a:pt x="53444" y="75151"/>
                  <a:pt x="57464" y="72256"/>
                </a:cubicBezTo>
                <a:cubicBezTo>
                  <a:pt x="61430" y="69251"/>
                  <a:pt x="64640" y="65615"/>
                  <a:pt x="67110" y="61320"/>
                </a:cubicBezTo>
                <a:lnTo>
                  <a:pt x="78897" y="67110"/>
                </a:lnTo>
                <a:cubicBezTo>
                  <a:pt x="75576" y="73545"/>
                  <a:pt x="70870" y="78855"/>
                  <a:pt x="64750" y="82972"/>
                </a:cubicBezTo>
                <a:cubicBezTo>
                  <a:pt x="58589" y="87102"/>
                  <a:pt x="50919" y="89187"/>
                  <a:pt x="41808" y="89187"/>
                </a:cubicBezTo>
                <a:close/>
                <a:moveTo>
                  <a:pt x="40532" y="12651"/>
                </a:moveTo>
                <a:cubicBezTo>
                  <a:pt x="33768" y="12651"/>
                  <a:pt x="28142" y="14805"/>
                  <a:pt x="23587" y="19086"/>
                </a:cubicBezTo>
                <a:cubicBezTo>
                  <a:pt x="19141" y="23381"/>
                  <a:pt x="16191" y="28952"/>
                  <a:pt x="14805" y="35812"/>
                </a:cubicBezTo>
                <a:lnTo>
                  <a:pt x="66040" y="35812"/>
                </a:lnTo>
                <a:cubicBezTo>
                  <a:pt x="65875" y="32547"/>
                  <a:pt x="64970" y="29116"/>
                  <a:pt x="63254" y="25521"/>
                </a:cubicBezTo>
                <a:cubicBezTo>
                  <a:pt x="61539" y="21981"/>
                  <a:pt x="58809" y="18976"/>
                  <a:pt x="55104" y="16520"/>
                </a:cubicBezTo>
                <a:cubicBezTo>
                  <a:pt x="51509" y="13941"/>
                  <a:pt x="46638" y="12651"/>
                  <a:pt x="40532" y="12651"/>
                </a:cubicBezTo>
                <a:close/>
                <a:moveTo>
                  <a:pt x="40532" y="12651"/>
                </a:move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41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3F630545-49B0-4683-AE73-D74AAABD8E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637731" y="1187150"/>
            <a:ext cx="86183" cy="89187"/>
          </a:xfrm>
          <a:custGeom xmlns:a="http://schemas.openxmlformats.org/drawingml/2006/main">
            <a:pathLst>
              <a:path w="86183" h="89187">
                <a:moveTo>
                  <a:pt x="43084" y="89187"/>
                </a:moveTo>
                <a:cubicBezTo>
                  <a:pt x="34618" y="89187"/>
                  <a:pt x="27113" y="87266"/>
                  <a:pt x="20582" y="83411"/>
                </a:cubicBezTo>
                <a:cubicBezTo>
                  <a:pt x="14146" y="79445"/>
                  <a:pt x="9056" y="74080"/>
                  <a:pt x="5351" y="67330"/>
                </a:cubicBezTo>
                <a:cubicBezTo>
                  <a:pt x="1770" y="60620"/>
                  <a:pt x="0" y="53073"/>
                  <a:pt x="0" y="44594"/>
                </a:cubicBezTo>
                <a:cubicBezTo>
                  <a:pt x="0" y="36347"/>
                  <a:pt x="1770" y="28842"/>
                  <a:pt x="5351" y="22091"/>
                </a:cubicBezTo>
                <a:cubicBezTo>
                  <a:pt x="9056" y="15230"/>
                  <a:pt x="14146" y="9866"/>
                  <a:pt x="20582" y="6010"/>
                </a:cubicBezTo>
                <a:cubicBezTo>
                  <a:pt x="27113" y="2044"/>
                  <a:pt x="34618" y="0"/>
                  <a:pt x="43084" y="0"/>
                </a:cubicBezTo>
                <a:cubicBezTo>
                  <a:pt x="51509" y="0"/>
                  <a:pt x="58960" y="2044"/>
                  <a:pt x="65395" y="6010"/>
                </a:cubicBezTo>
                <a:cubicBezTo>
                  <a:pt x="71926" y="10030"/>
                  <a:pt x="77017" y="15436"/>
                  <a:pt x="80612" y="22297"/>
                </a:cubicBezTo>
                <a:cubicBezTo>
                  <a:pt x="84303" y="29061"/>
                  <a:pt x="86183" y="36457"/>
                  <a:pt x="86183" y="44594"/>
                </a:cubicBezTo>
                <a:cubicBezTo>
                  <a:pt x="86183" y="53073"/>
                  <a:pt x="84303" y="60620"/>
                  <a:pt x="80612" y="67330"/>
                </a:cubicBezTo>
                <a:cubicBezTo>
                  <a:pt x="77017" y="74080"/>
                  <a:pt x="71926" y="79445"/>
                  <a:pt x="65395" y="83411"/>
                </a:cubicBezTo>
                <a:cubicBezTo>
                  <a:pt x="58960" y="87266"/>
                  <a:pt x="51509" y="89187"/>
                  <a:pt x="43084" y="89187"/>
                </a:cubicBezTo>
                <a:close/>
                <a:moveTo>
                  <a:pt x="43084" y="76550"/>
                </a:moveTo>
                <a:cubicBezTo>
                  <a:pt x="48079" y="76550"/>
                  <a:pt x="52799" y="75370"/>
                  <a:pt x="57245" y="72900"/>
                </a:cubicBezTo>
                <a:cubicBezTo>
                  <a:pt x="61635" y="70321"/>
                  <a:pt x="65230" y="66685"/>
                  <a:pt x="67961" y="61965"/>
                </a:cubicBezTo>
                <a:cubicBezTo>
                  <a:pt x="70801" y="57149"/>
                  <a:pt x="72256" y="51358"/>
                  <a:pt x="72256" y="44594"/>
                </a:cubicBezTo>
                <a:cubicBezTo>
                  <a:pt x="72256" y="37898"/>
                  <a:pt x="70801" y="32162"/>
                  <a:pt x="67961" y="27442"/>
                </a:cubicBezTo>
                <a:cubicBezTo>
                  <a:pt x="65230" y="22626"/>
                  <a:pt x="61635" y="18976"/>
                  <a:pt x="57245" y="16520"/>
                </a:cubicBezTo>
                <a:cubicBezTo>
                  <a:pt x="52799" y="13941"/>
                  <a:pt x="48079" y="12651"/>
                  <a:pt x="43084" y="12651"/>
                </a:cubicBezTo>
                <a:cubicBezTo>
                  <a:pt x="38049" y="12651"/>
                  <a:pt x="33287" y="13941"/>
                  <a:pt x="28732" y="16520"/>
                </a:cubicBezTo>
                <a:cubicBezTo>
                  <a:pt x="24273" y="18976"/>
                  <a:pt x="20637" y="22626"/>
                  <a:pt x="17796" y="27442"/>
                </a:cubicBezTo>
                <a:cubicBezTo>
                  <a:pt x="15066" y="32162"/>
                  <a:pt x="13721" y="37898"/>
                  <a:pt x="13721" y="44594"/>
                </a:cubicBezTo>
                <a:cubicBezTo>
                  <a:pt x="13721" y="51358"/>
                  <a:pt x="15066" y="57149"/>
                  <a:pt x="17796" y="61965"/>
                </a:cubicBezTo>
                <a:cubicBezTo>
                  <a:pt x="20637" y="66685"/>
                  <a:pt x="24273" y="70321"/>
                  <a:pt x="28732" y="72900"/>
                </a:cubicBezTo>
                <a:cubicBezTo>
                  <a:pt x="33287" y="75370"/>
                  <a:pt x="38049" y="76550"/>
                  <a:pt x="43084" y="76550"/>
                </a:cubicBezTo>
                <a:close/>
                <a:moveTo>
                  <a:pt x="43084" y="76550"/>
                </a:move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41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F06F4E59-E0C2-4353-B286-BE9FD4A037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33299" y="1187150"/>
            <a:ext cx="68606" cy="89187"/>
          </a:xfrm>
          <a:custGeom xmlns:a="http://schemas.openxmlformats.org/drawingml/2006/main">
            <a:pathLst>
              <a:path w="68606" h="89187">
                <a:moveTo>
                  <a:pt x="35373" y="89187"/>
                </a:moveTo>
                <a:cubicBezTo>
                  <a:pt x="25933" y="89187"/>
                  <a:pt x="18222" y="86937"/>
                  <a:pt x="12212" y="82546"/>
                </a:cubicBezTo>
                <a:cubicBezTo>
                  <a:pt x="6325" y="78156"/>
                  <a:pt x="2250" y="72846"/>
                  <a:pt x="0" y="66685"/>
                </a:cubicBezTo>
                <a:lnTo>
                  <a:pt x="12431" y="61114"/>
                </a:lnTo>
                <a:cubicBezTo>
                  <a:pt x="14682" y="66150"/>
                  <a:pt x="17851" y="70060"/>
                  <a:pt x="21858" y="72900"/>
                </a:cubicBezTo>
                <a:cubicBezTo>
                  <a:pt x="25988" y="75631"/>
                  <a:pt x="30488" y="76976"/>
                  <a:pt x="35373" y="76976"/>
                </a:cubicBezTo>
                <a:cubicBezTo>
                  <a:pt x="40354" y="76976"/>
                  <a:pt x="44800" y="76015"/>
                  <a:pt x="48669" y="73971"/>
                </a:cubicBezTo>
                <a:cubicBezTo>
                  <a:pt x="52525" y="71830"/>
                  <a:pt x="54445" y="68715"/>
                  <a:pt x="54445" y="64544"/>
                </a:cubicBezTo>
                <a:cubicBezTo>
                  <a:pt x="54445" y="60840"/>
                  <a:pt x="52785" y="57999"/>
                  <a:pt x="49520" y="55969"/>
                </a:cubicBezTo>
                <a:cubicBezTo>
                  <a:pt x="46364" y="53814"/>
                  <a:pt x="41863" y="52044"/>
                  <a:pt x="36018" y="50604"/>
                </a:cubicBezTo>
                <a:lnTo>
                  <a:pt x="25933" y="48024"/>
                </a:lnTo>
                <a:cubicBezTo>
                  <a:pt x="21913" y="46899"/>
                  <a:pt x="18112" y="45348"/>
                  <a:pt x="14572" y="43318"/>
                </a:cubicBezTo>
                <a:cubicBezTo>
                  <a:pt x="11142" y="41328"/>
                  <a:pt x="8356" y="38762"/>
                  <a:pt x="6216" y="35593"/>
                </a:cubicBezTo>
                <a:cubicBezTo>
                  <a:pt x="4075" y="32492"/>
                  <a:pt x="2991" y="28677"/>
                  <a:pt x="2991" y="24232"/>
                </a:cubicBezTo>
                <a:cubicBezTo>
                  <a:pt x="2991" y="19251"/>
                  <a:pt x="4391" y="14956"/>
                  <a:pt x="7286" y="11375"/>
                </a:cubicBezTo>
                <a:cubicBezTo>
                  <a:pt x="10291" y="7670"/>
                  <a:pt x="14201" y="4885"/>
                  <a:pt x="19072" y="3005"/>
                </a:cubicBezTo>
                <a:cubicBezTo>
                  <a:pt x="23902" y="1029"/>
                  <a:pt x="29048" y="0"/>
                  <a:pt x="34509" y="0"/>
                </a:cubicBezTo>
                <a:cubicBezTo>
                  <a:pt x="41644" y="0"/>
                  <a:pt x="48134" y="1619"/>
                  <a:pt x="54020" y="4720"/>
                </a:cubicBezTo>
                <a:cubicBezTo>
                  <a:pt x="59865" y="7890"/>
                  <a:pt x="63995" y="12390"/>
                  <a:pt x="66451" y="18235"/>
                </a:cubicBezTo>
                <a:lnTo>
                  <a:pt x="54240" y="23806"/>
                </a:lnTo>
                <a:cubicBezTo>
                  <a:pt x="52195" y="19511"/>
                  <a:pt x="49410" y="16616"/>
                  <a:pt x="45870" y="15011"/>
                </a:cubicBezTo>
                <a:cubicBezTo>
                  <a:pt x="42439" y="13296"/>
                  <a:pt x="38584" y="12445"/>
                  <a:pt x="34303" y="12445"/>
                </a:cubicBezTo>
                <a:cubicBezTo>
                  <a:pt x="30008" y="12445"/>
                  <a:pt x="26043" y="13515"/>
                  <a:pt x="22503" y="15656"/>
                </a:cubicBezTo>
                <a:cubicBezTo>
                  <a:pt x="18921" y="17700"/>
                  <a:pt x="17151" y="20376"/>
                  <a:pt x="17151" y="23806"/>
                </a:cubicBezTo>
                <a:cubicBezTo>
                  <a:pt x="17151" y="27401"/>
                  <a:pt x="18482" y="30132"/>
                  <a:pt x="21227" y="31957"/>
                </a:cubicBezTo>
                <a:cubicBezTo>
                  <a:pt x="24067" y="33672"/>
                  <a:pt x="27497" y="35058"/>
                  <a:pt x="31517" y="36018"/>
                </a:cubicBezTo>
                <a:lnTo>
                  <a:pt x="43729" y="39242"/>
                </a:lnTo>
                <a:cubicBezTo>
                  <a:pt x="60291" y="43523"/>
                  <a:pt x="68606" y="51619"/>
                  <a:pt x="68606" y="63460"/>
                </a:cubicBezTo>
                <a:cubicBezTo>
                  <a:pt x="68606" y="68770"/>
                  <a:pt x="67096" y="73326"/>
                  <a:pt x="64105" y="77181"/>
                </a:cubicBezTo>
                <a:cubicBezTo>
                  <a:pt x="61210" y="81051"/>
                  <a:pt x="57245" y="84042"/>
                  <a:pt x="52099" y="86196"/>
                </a:cubicBezTo>
                <a:cubicBezTo>
                  <a:pt x="47050" y="88172"/>
                  <a:pt x="41479" y="89187"/>
                  <a:pt x="35373" y="89187"/>
                </a:cubicBezTo>
                <a:close/>
                <a:moveTo>
                  <a:pt x="35373" y="89187"/>
                </a:move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41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C4B69BD9-B8E8-49B8-856D-3546FAB40C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6531" y="1193804"/>
            <a:ext cx="63035" cy="70746"/>
          </a:xfrm>
          <a:custGeom xmlns:a="http://schemas.openxmlformats.org/drawingml/2006/main">
            <a:pathLst>
              <a:path w="63035" h="70746">
                <a:moveTo>
                  <a:pt x="0" y="70746"/>
                </a:moveTo>
                <a:lnTo>
                  <a:pt x="0" y="57890"/>
                </a:lnTo>
                <a:lnTo>
                  <a:pt x="48244" y="35593"/>
                </a:lnTo>
                <a:lnTo>
                  <a:pt x="48244" y="34948"/>
                </a:lnTo>
                <a:lnTo>
                  <a:pt x="0" y="12857"/>
                </a:lnTo>
                <a:lnTo>
                  <a:pt x="0" y="0"/>
                </a:lnTo>
                <a:lnTo>
                  <a:pt x="63035" y="30228"/>
                </a:lnTo>
                <a:lnTo>
                  <a:pt x="63035" y="40519"/>
                </a:lnTo>
                <a:lnTo>
                  <a:pt x="0" y="70746"/>
                </a:lnTo>
                <a:close/>
                <a:moveTo>
                  <a:pt x="0" y="70746"/>
                </a:move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41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E4CD1E3C-1B77-487F-82B8-18538C7ACC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784235" y="1105632"/>
            <a:ext cx="650574" cy="234165"/>
          </a:xfrm>
          <a:custGeom xmlns:a="http://schemas.openxmlformats.org/drawingml/2006/main">
            <a:pathLst>
              <a:path w="650574" h="234165">
                <a:moveTo>
                  <a:pt x="79102" y="0"/>
                </a:moveTo>
                <a:lnTo>
                  <a:pt x="571458" y="0"/>
                </a:lnTo>
                <a:cubicBezTo>
                  <a:pt x="615256" y="0"/>
                  <a:pt x="650574" y="35263"/>
                  <a:pt x="650574" y="79116"/>
                </a:cubicBezTo>
                <a:lnTo>
                  <a:pt x="650574" y="155063"/>
                </a:lnTo>
                <a:cubicBezTo>
                  <a:pt x="650574" y="198902"/>
                  <a:pt x="615256" y="234165"/>
                  <a:pt x="571458" y="234165"/>
                </a:cubicBezTo>
                <a:lnTo>
                  <a:pt x="79102" y="234165"/>
                </a:lnTo>
                <a:cubicBezTo>
                  <a:pt x="35263" y="234165"/>
                  <a:pt x="0" y="198902"/>
                  <a:pt x="0" y="155063"/>
                </a:cubicBezTo>
                <a:lnTo>
                  <a:pt x="0" y="79116"/>
                </a:lnTo>
                <a:cubicBezTo>
                  <a:pt x="0" y="35263"/>
                  <a:pt x="35263" y="0"/>
                  <a:pt x="79102" y="0"/>
                </a:cubicBezTo>
                <a:close/>
                <a:moveTo>
                  <a:pt x="79102" y="0"/>
                </a:moveTo>
              </a:path>
            </a:pathLst>
          </a:custGeom>
          <a:solidFill xmlns:a="http://schemas.openxmlformats.org/drawingml/2006/main">
            <a:srgbClr val="DDE9A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41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AF1F8A0D-77EC-4F96-A998-C8545DAA77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784235" y="1105632"/>
            <a:ext cx="650574" cy="234165"/>
          </a:xfrm>
          <a:custGeom xmlns:a="http://schemas.openxmlformats.org/drawingml/2006/main">
            <a:pathLst>
              <a:path w="650574" h="234165" fill="none">
                <a:moveTo>
                  <a:pt x="79102" y="0"/>
                </a:moveTo>
                <a:lnTo>
                  <a:pt x="571458" y="0"/>
                </a:lnTo>
                <a:cubicBezTo>
                  <a:pt x="615256" y="0"/>
                  <a:pt x="650574" y="35263"/>
                  <a:pt x="650574" y="79116"/>
                </a:cubicBezTo>
                <a:lnTo>
                  <a:pt x="650574" y="155063"/>
                </a:lnTo>
                <a:cubicBezTo>
                  <a:pt x="650574" y="198902"/>
                  <a:pt x="615256" y="234165"/>
                  <a:pt x="571458" y="234165"/>
                </a:cubicBezTo>
                <a:lnTo>
                  <a:pt x="79102" y="234165"/>
                </a:lnTo>
                <a:cubicBezTo>
                  <a:pt x="35263" y="234165"/>
                  <a:pt x="0" y="198902"/>
                  <a:pt x="0" y="155063"/>
                </a:cubicBezTo>
                <a:lnTo>
                  <a:pt x="0" y="79116"/>
                </a:lnTo>
                <a:cubicBezTo>
                  <a:pt x="0" y="35263"/>
                  <a:pt x="35263" y="0"/>
                  <a:pt x="79102" y="0"/>
                </a:cubicBezTo>
                <a:close/>
                <a:moveTo>
                  <a:pt x="79102" y="0"/>
                </a:moveTo>
              </a:path>
            </a:pathLst>
          </a:custGeom>
          <a:noFill xmlns:a="http://schemas.openxmlformats.org/drawingml/2006/main"/>
          <a:ln xmlns:a="http://schemas.openxmlformats.org/drawingml/2006/main" w="14197" cap="flat">
            <a:solidFill>
              <a:srgbClr val="000000"/>
            </a:solidFill>
            <a:miter/>
          </a:ln>
        </p:spPr>
      </p:sp>
      <p:sp>
        <p:nvSpPr>
          <p:cNvPr id="41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3E851824-2C7D-4620-937D-F1E7DDE349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16603" y="1193804"/>
            <a:ext cx="63035" cy="70746"/>
          </a:xfrm>
          <a:custGeom xmlns:a="http://schemas.openxmlformats.org/drawingml/2006/main">
            <a:pathLst>
              <a:path w="63035" h="70746">
                <a:moveTo>
                  <a:pt x="63035" y="70746"/>
                </a:moveTo>
                <a:lnTo>
                  <a:pt x="0" y="40519"/>
                </a:lnTo>
                <a:lnTo>
                  <a:pt x="0" y="30228"/>
                </a:lnTo>
                <a:lnTo>
                  <a:pt x="63035" y="0"/>
                </a:lnTo>
                <a:lnTo>
                  <a:pt x="63035" y="12857"/>
                </a:lnTo>
                <a:lnTo>
                  <a:pt x="14791" y="34948"/>
                </a:lnTo>
                <a:lnTo>
                  <a:pt x="14791" y="35593"/>
                </a:lnTo>
                <a:lnTo>
                  <a:pt x="63035" y="57890"/>
                </a:lnTo>
                <a:lnTo>
                  <a:pt x="63035" y="70746"/>
                </a:lnTo>
                <a:close/>
                <a:moveTo>
                  <a:pt x="63035" y="70746"/>
                </a:move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41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8F0769F9-E3CC-4C8C-B594-A2DBC21813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95444" y="1187150"/>
            <a:ext cx="80831" cy="89187"/>
          </a:xfrm>
          <a:custGeom xmlns:a="http://schemas.openxmlformats.org/drawingml/2006/main">
            <a:pathLst>
              <a:path w="80831" h="89187">
                <a:moveTo>
                  <a:pt x="41808" y="89187"/>
                </a:moveTo>
                <a:cubicBezTo>
                  <a:pt x="33658" y="89187"/>
                  <a:pt x="26427" y="87321"/>
                  <a:pt x="20156" y="83617"/>
                </a:cubicBezTo>
                <a:cubicBezTo>
                  <a:pt x="13831" y="79761"/>
                  <a:pt x="8905" y="74506"/>
                  <a:pt x="5365" y="67755"/>
                </a:cubicBezTo>
                <a:cubicBezTo>
                  <a:pt x="1770" y="61059"/>
                  <a:pt x="0" y="53389"/>
                  <a:pt x="0" y="44813"/>
                </a:cubicBezTo>
                <a:cubicBezTo>
                  <a:pt x="0" y="36828"/>
                  <a:pt x="1605" y="29487"/>
                  <a:pt x="4940" y="22736"/>
                </a:cubicBezTo>
                <a:cubicBezTo>
                  <a:pt x="8205" y="15875"/>
                  <a:pt x="12925" y="10401"/>
                  <a:pt x="19086" y="6229"/>
                </a:cubicBezTo>
                <a:cubicBezTo>
                  <a:pt x="25192" y="2099"/>
                  <a:pt x="32382" y="0"/>
                  <a:pt x="40519" y="0"/>
                </a:cubicBezTo>
                <a:cubicBezTo>
                  <a:pt x="48943" y="0"/>
                  <a:pt x="56065" y="1880"/>
                  <a:pt x="61965" y="5585"/>
                </a:cubicBezTo>
                <a:cubicBezTo>
                  <a:pt x="67961" y="9166"/>
                  <a:pt x="72571" y="14270"/>
                  <a:pt x="75892" y="20801"/>
                </a:cubicBezTo>
                <a:cubicBezTo>
                  <a:pt x="79171" y="27236"/>
                  <a:pt x="80831" y="34632"/>
                  <a:pt x="80831" y="42879"/>
                </a:cubicBezTo>
                <a:cubicBezTo>
                  <a:pt x="80831" y="43743"/>
                  <a:pt x="80721" y="44594"/>
                  <a:pt x="80612" y="45458"/>
                </a:cubicBezTo>
                <a:cubicBezTo>
                  <a:pt x="80612" y="46213"/>
                  <a:pt x="80502" y="46748"/>
                  <a:pt x="80406" y="47173"/>
                </a:cubicBezTo>
                <a:lnTo>
                  <a:pt x="13941" y="47173"/>
                </a:lnTo>
                <a:cubicBezTo>
                  <a:pt x="14366" y="53924"/>
                  <a:pt x="15917" y="59399"/>
                  <a:pt x="18661" y="63680"/>
                </a:cubicBezTo>
                <a:cubicBezTo>
                  <a:pt x="21501" y="67975"/>
                  <a:pt x="24986" y="71185"/>
                  <a:pt x="29157" y="73326"/>
                </a:cubicBezTo>
                <a:cubicBezTo>
                  <a:pt x="33452" y="75466"/>
                  <a:pt x="37788" y="76550"/>
                  <a:pt x="42234" y="76550"/>
                </a:cubicBezTo>
                <a:cubicBezTo>
                  <a:pt x="48353" y="76550"/>
                  <a:pt x="53444" y="75151"/>
                  <a:pt x="57464" y="72256"/>
                </a:cubicBezTo>
                <a:cubicBezTo>
                  <a:pt x="61430" y="69251"/>
                  <a:pt x="64640" y="65615"/>
                  <a:pt x="67110" y="61320"/>
                </a:cubicBezTo>
                <a:lnTo>
                  <a:pt x="78897" y="67110"/>
                </a:lnTo>
                <a:cubicBezTo>
                  <a:pt x="75576" y="73545"/>
                  <a:pt x="70856" y="78855"/>
                  <a:pt x="64750" y="82972"/>
                </a:cubicBezTo>
                <a:cubicBezTo>
                  <a:pt x="58589" y="87102"/>
                  <a:pt x="50919" y="89187"/>
                  <a:pt x="41808" y="89187"/>
                </a:cubicBezTo>
                <a:close/>
                <a:moveTo>
                  <a:pt x="40519" y="12651"/>
                </a:moveTo>
                <a:cubicBezTo>
                  <a:pt x="33768" y="12651"/>
                  <a:pt x="28142" y="14805"/>
                  <a:pt x="23587" y="19086"/>
                </a:cubicBezTo>
                <a:cubicBezTo>
                  <a:pt x="19141" y="23381"/>
                  <a:pt x="16191" y="28952"/>
                  <a:pt x="14791" y="35812"/>
                </a:cubicBezTo>
                <a:lnTo>
                  <a:pt x="66040" y="35812"/>
                </a:lnTo>
                <a:cubicBezTo>
                  <a:pt x="65875" y="32547"/>
                  <a:pt x="64970" y="29116"/>
                  <a:pt x="63254" y="25521"/>
                </a:cubicBezTo>
                <a:cubicBezTo>
                  <a:pt x="61539" y="21981"/>
                  <a:pt x="58795" y="18976"/>
                  <a:pt x="55104" y="16520"/>
                </a:cubicBezTo>
                <a:cubicBezTo>
                  <a:pt x="51509" y="13941"/>
                  <a:pt x="46638" y="12651"/>
                  <a:pt x="40519" y="12651"/>
                </a:cubicBezTo>
                <a:close/>
                <a:moveTo>
                  <a:pt x="40519" y="12651"/>
                </a:move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42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5A8BC360-0D19-456D-8DE0-4694A10B1F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88927" y="1187150"/>
            <a:ext cx="86183" cy="89187"/>
          </a:xfrm>
          <a:custGeom xmlns:a="http://schemas.openxmlformats.org/drawingml/2006/main">
            <a:pathLst>
              <a:path w="86183" h="89187">
                <a:moveTo>
                  <a:pt x="43084" y="89187"/>
                </a:moveTo>
                <a:cubicBezTo>
                  <a:pt x="34618" y="89187"/>
                  <a:pt x="27113" y="87266"/>
                  <a:pt x="20582" y="83411"/>
                </a:cubicBezTo>
                <a:cubicBezTo>
                  <a:pt x="14146" y="79445"/>
                  <a:pt x="9056" y="74080"/>
                  <a:pt x="5351" y="67330"/>
                </a:cubicBezTo>
                <a:cubicBezTo>
                  <a:pt x="1770" y="60620"/>
                  <a:pt x="0" y="53073"/>
                  <a:pt x="0" y="44594"/>
                </a:cubicBezTo>
                <a:cubicBezTo>
                  <a:pt x="0" y="36347"/>
                  <a:pt x="1770" y="28842"/>
                  <a:pt x="5351" y="22091"/>
                </a:cubicBezTo>
                <a:cubicBezTo>
                  <a:pt x="9056" y="15230"/>
                  <a:pt x="14146" y="9866"/>
                  <a:pt x="20582" y="6010"/>
                </a:cubicBezTo>
                <a:cubicBezTo>
                  <a:pt x="27113" y="2044"/>
                  <a:pt x="34618" y="0"/>
                  <a:pt x="43084" y="0"/>
                </a:cubicBezTo>
                <a:cubicBezTo>
                  <a:pt x="51509" y="0"/>
                  <a:pt x="58960" y="2044"/>
                  <a:pt x="65381" y="6010"/>
                </a:cubicBezTo>
                <a:cubicBezTo>
                  <a:pt x="71926" y="10030"/>
                  <a:pt x="77017" y="15436"/>
                  <a:pt x="80612" y="22297"/>
                </a:cubicBezTo>
                <a:cubicBezTo>
                  <a:pt x="84303" y="29061"/>
                  <a:pt x="86183" y="36457"/>
                  <a:pt x="86183" y="44594"/>
                </a:cubicBezTo>
                <a:cubicBezTo>
                  <a:pt x="86183" y="53073"/>
                  <a:pt x="84303" y="60620"/>
                  <a:pt x="80612" y="67330"/>
                </a:cubicBezTo>
                <a:cubicBezTo>
                  <a:pt x="77017" y="74080"/>
                  <a:pt x="71926" y="79445"/>
                  <a:pt x="65381" y="83411"/>
                </a:cubicBezTo>
                <a:cubicBezTo>
                  <a:pt x="58960" y="87266"/>
                  <a:pt x="51509" y="89187"/>
                  <a:pt x="43084" y="89187"/>
                </a:cubicBezTo>
                <a:close/>
                <a:moveTo>
                  <a:pt x="43084" y="76550"/>
                </a:moveTo>
                <a:cubicBezTo>
                  <a:pt x="48079" y="76550"/>
                  <a:pt x="52785" y="75370"/>
                  <a:pt x="57245" y="72900"/>
                </a:cubicBezTo>
                <a:cubicBezTo>
                  <a:pt x="61635" y="70321"/>
                  <a:pt x="65230" y="66685"/>
                  <a:pt x="67961" y="61965"/>
                </a:cubicBezTo>
                <a:cubicBezTo>
                  <a:pt x="70801" y="57149"/>
                  <a:pt x="72242" y="51358"/>
                  <a:pt x="72242" y="44594"/>
                </a:cubicBezTo>
                <a:cubicBezTo>
                  <a:pt x="72242" y="37898"/>
                  <a:pt x="70801" y="32162"/>
                  <a:pt x="67961" y="27442"/>
                </a:cubicBezTo>
                <a:cubicBezTo>
                  <a:pt x="65230" y="22626"/>
                  <a:pt x="61635" y="18976"/>
                  <a:pt x="57245" y="16520"/>
                </a:cubicBezTo>
                <a:cubicBezTo>
                  <a:pt x="52785" y="13941"/>
                  <a:pt x="48079" y="12651"/>
                  <a:pt x="43084" y="12651"/>
                </a:cubicBezTo>
                <a:cubicBezTo>
                  <a:pt x="38049" y="12651"/>
                  <a:pt x="33274" y="13941"/>
                  <a:pt x="28718" y="16520"/>
                </a:cubicBezTo>
                <a:cubicBezTo>
                  <a:pt x="24273" y="18976"/>
                  <a:pt x="20637" y="22626"/>
                  <a:pt x="17796" y="27442"/>
                </a:cubicBezTo>
                <a:cubicBezTo>
                  <a:pt x="15052" y="32162"/>
                  <a:pt x="13721" y="37898"/>
                  <a:pt x="13721" y="44594"/>
                </a:cubicBezTo>
                <a:cubicBezTo>
                  <a:pt x="13721" y="51358"/>
                  <a:pt x="15052" y="57149"/>
                  <a:pt x="17796" y="61965"/>
                </a:cubicBezTo>
                <a:cubicBezTo>
                  <a:pt x="20637" y="66685"/>
                  <a:pt x="24273" y="70321"/>
                  <a:pt x="28718" y="72900"/>
                </a:cubicBezTo>
                <a:cubicBezTo>
                  <a:pt x="33274" y="75370"/>
                  <a:pt x="38049" y="76550"/>
                  <a:pt x="43084" y="76550"/>
                </a:cubicBezTo>
                <a:close/>
                <a:moveTo>
                  <a:pt x="43084" y="76550"/>
                </a:move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42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25CDAE18-A479-472C-B692-F1F741A123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086635" y="1187150"/>
            <a:ext cx="72887" cy="89187"/>
          </a:xfrm>
          <a:custGeom xmlns:a="http://schemas.openxmlformats.org/drawingml/2006/main">
            <a:pathLst>
              <a:path w="72887" h="89187">
                <a:moveTo>
                  <a:pt x="31723" y="89187"/>
                </a:moveTo>
                <a:cubicBezTo>
                  <a:pt x="25398" y="89187"/>
                  <a:pt x="19937" y="87966"/>
                  <a:pt x="15217" y="85551"/>
                </a:cubicBezTo>
                <a:cubicBezTo>
                  <a:pt x="10497" y="83136"/>
                  <a:pt x="6751" y="79871"/>
                  <a:pt x="4075" y="75686"/>
                </a:cubicBezTo>
                <a:cubicBezTo>
                  <a:pt x="1331" y="71405"/>
                  <a:pt x="0" y="66630"/>
                  <a:pt x="0" y="61320"/>
                </a:cubicBezTo>
                <a:cubicBezTo>
                  <a:pt x="0" y="55214"/>
                  <a:pt x="1550" y="50068"/>
                  <a:pt x="4720" y="45884"/>
                </a:cubicBezTo>
                <a:cubicBezTo>
                  <a:pt x="7986" y="41603"/>
                  <a:pt x="12267" y="38378"/>
                  <a:pt x="17577" y="36238"/>
                </a:cubicBezTo>
                <a:cubicBezTo>
                  <a:pt x="22997" y="34097"/>
                  <a:pt x="28938" y="33027"/>
                  <a:pt x="35373" y="33027"/>
                </a:cubicBezTo>
                <a:cubicBezTo>
                  <a:pt x="40944" y="33027"/>
                  <a:pt x="45884" y="33672"/>
                  <a:pt x="50165" y="34948"/>
                </a:cubicBezTo>
                <a:cubicBezTo>
                  <a:pt x="54459" y="36128"/>
                  <a:pt x="57505" y="37253"/>
                  <a:pt x="59385" y="38378"/>
                </a:cubicBezTo>
                <a:lnTo>
                  <a:pt x="59385" y="33233"/>
                </a:lnTo>
                <a:cubicBezTo>
                  <a:pt x="59385" y="26962"/>
                  <a:pt x="57080" y="21981"/>
                  <a:pt x="52525" y="18235"/>
                </a:cubicBezTo>
                <a:cubicBezTo>
                  <a:pt x="48079" y="14366"/>
                  <a:pt x="42659" y="12445"/>
                  <a:pt x="36224" y="12445"/>
                </a:cubicBezTo>
                <a:cubicBezTo>
                  <a:pt x="31614" y="12445"/>
                  <a:pt x="27333" y="13515"/>
                  <a:pt x="23367" y="15656"/>
                </a:cubicBezTo>
                <a:cubicBezTo>
                  <a:pt x="19347" y="17700"/>
                  <a:pt x="16191" y="20486"/>
                  <a:pt x="13927" y="24012"/>
                </a:cubicBezTo>
                <a:lnTo>
                  <a:pt x="3211" y="16081"/>
                </a:lnTo>
                <a:cubicBezTo>
                  <a:pt x="6641" y="11265"/>
                  <a:pt x="11196" y="7409"/>
                  <a:pt x="16932" y="4514"/>
                </a:cubicBezTo>
                <a:cubicBezTo>
                  <a:pt x="22612" y="1509"/>
                  <a:pt x="29048" y="0"/>
                  <a:pt x="36224" y="0"/>
                </a:cubicBezTo>
                <a:cubicBezTo>
                  <a:pt x="47640" y="0"/>
                  <a:pt x="56600" y="3115"/>
                  <a:pt x="63035" y="9221"/>
                </a:cubicBezTo>
                <a:cubicBezTo>
                  <a:pt x="69566" y="15230"/>
                  <a:pt x="72887" y="23326"/>
                  <a:pt x="72887" y="33452"/>
                </a:cubicBezTo>
                <a:lnTo>
                  <a:pt x="72887" y="86622"/>
                </a:lnTo>
                <a:lnTo>
                  <a:pt x="59385" y="86622"/>
                </a:lnTo>
                <a:lnTo>
                  <a:pt x="59385" y="74616"/>
                </a:lnTo>
                <a:lnTo>
                  <a:pt x="58740" y="74616"/>
                </a:lnTo>
                <a:cubicBezTo>
                  <a:pt x="56600" y="78361"/>
                  <a:pt x="53169" y="81696"/>
                  <a:pt x="48449" y="84687"/>
                </a:cubicBezTo>
                <a:cubicBezTo>
                  <a:pt x="43729" y="87692"/>
                  <a:pt x="38159" y="89187"/>
                  <a:pt x="31723" y="89187"/>
                </a:cubicBezTo>
                <a:close/>
                <a:moveTo>
                  <a:pt x="33013" y="76976"/>
                </a:moveTo>
                <a:cubicBezTo>
                  <a:pt x="37843" y="76976"/>
                  <a:pt x="42289" y="75796"/>
                  <a:pt x="46309" y="73326"/>
                </a:cubicBezTo>
                <a:cubicBezTo>
                  <a:pt x="50274" y="70911"/>
                  <a:pt x="53430" y="67700"/>
                  <a:pt x="55735" y="63680"/>
                </a:cubicBezTo>
                <a:cubicBezTo>
                  <a:pt x="58150" y="59550"/>
                  <a:pt x="59385" y="55049"/>
                  <a:pt x="59385" y="50178"/>
                </a:cubicBezTo>
                <a:cubicBezTo>
                  <a:pt x="56915" y="48463"/>
                  <a:pt x="53814" y="47118"/>
                  <a:pt x="49945" y="46103"/>
                </a:cubicBezTo>
                <a:cubicBezTo>
                  <a:pt x="46199" y="44978"/>
                  <a:pt x="42069" y="44388"/>
                  <a:pt x="37514" y="44388"/>
                </a:cubicBezTo>
                <a:cubicBezTo>
                  <a:pt x="29473" y="44388"/>
                  <a:pt x="23628" y="46048"/>
                  <a:pt x="19937" y="49314"/>
                </a:cubicBezTo>
                <a:cubicBezTo>
                  <a:pt x="16191" y="52634"/>
                  <a:pt x="14366" y="56600"/>
                  <a:pt x="14366" y="61320"/>
                </a:cubicBezTo>
                <a:cubicBezTo>
                  <a:pt x="14366" y="66040"/>
                  <a:pt x="16081" y="69841"/>
                  <a:pt x="19511" y="72681"/>
                </a:cubicBezTo>
                <a:cubicBezTo>
                  <a:pt x="23052" y="75576"/>
                  <a:pt x="27552" y="76976"/>
                  <a:pt x="33013" y="76976"/>
                </a:cubicBezTo>
                <a:close/>
                <a:moveTo>
                  <a:pt x="33013" y="76976"/>
                </a:move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42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3875A5C9-37B3-4924-A008-2B909C0E05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68536" y="1297783"/>
            <a:ext cx="78471" cy="11581"/>
          </a:xfrm>
          <a:custGeom xmlns:a="http://schemas.openxmlformats.org/drawingml/2006/main">
            <a:pathLst>
              <a:path w="78471" h="11581">
                <a:moveTo>
                  <a:pt x="0" y="0"/>
                </a:moveTo>
                <a:lnTo>
                  <a:pt x="78471" y="0"/>
                </a:lnTo>
                <a:lnTo>
                  <a:pt x="78471" y="11581"/>
                </a:lnTo>
                <a:lnTo>
                  <a:pt x="0" y="11581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42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F2D21014-0D72-46B5-96AD-C0DE21BA78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252894" y="1187150"/>
            <a:ext cx="86183" cy="89187"/>
          </a:xfrm>
          <a:custGeom xmlns:a="http://schemas.openxmlformats.org/drawingml/2006/main">
            <a:pathLst>
              <a:path w="86183" h="89187">
                <a:moveTo>
                  <a:pt x="43098" y="89187"/>
                </a:moveTo>
                <a:cubicBezTo>
                  <a:pt x="34618" y="89187"/>
                  <a:pt x="27127" y="87266"/>
                  <a:pt x="20582" y="83411"/>
                </a:cubicBezTo>
                <a:cubicBezTo>
                  <a:pt x="14146" y="79445"/>
                  <a:pt x="9056" y="74080"/>
                  <a:pt x="5365" y="67330"/>
                </a:cubicBezTo>
                <a:cubicBezTo>
                  <a:pt x="1770" y="60620"/>
                  <a:pt x="0" y="53073"/>
                  <a:pt x="0" y="44594"/>
                </a:cubicBezTo>
                <a:cubicBezTo>
                  <a:pt x="0" y="36347"/>
                  <a:pt x="1770" y="28842"/>
                  <a:pt x="5365" y="22091"/>
                </a:cubicBezTo>
                <a:cubicBezTo>
                  <a:pt x="9056" y="15230"/>
                  <a:pt x="14146" y="9866"/>
                  <a:pt x="20582" y="6010"/>
                </a:cubicBezTo>
                <a:cubicBezTo>
                  <a:pt x="27127" y="2044"/>
                  <a:pt x="34618" y="0"/>
                  <a:pt x="43098" y="0"/>
                </a:cubicBezTo>
                <a:cubicBezTo>
                  <a:pt x="51509" y="0"/>
                  <a:pt x="58960" y="2044"/>
                  <a:pt x="65395" y="6010"/>
                </a:cubicBezTo>
                <a:cubicBezTo>
                  <a:pt x="71926" y="10030"/>
                  <a:pt x="77017" y="15436"/>
                  <a:pt x="80612" y="22297"/>
                </a:cubicBezTo>
                <a:cubicBezTo>
                  <a:pt x="84316" y="29061"/>
                  <a:pt x="86183" y="36457"/>
                  <a:pt x="86183" y="44594"/>
                </a:cubicBezTo>
                <a:cubicBezTo>
                  <a:pt x="86183" y="53073"/>
                  <a:pt x="84316" y="60620"/>
                  <a:pt x="80612" y="67330"/>
                </a:cubicBezTo>
                <a:cubicBezTo>
                  <a:pt x="77017" y="74080"/>
                  <a:pt x="71926" y="79445"/>
                  <a:pt x="65395" y="83411"/>
                </a:cubicBezTo>
                <a:cubicBezTo>
                  <a:pt x="58960" y="87266"/>
                  <a:pt x="51509" y="89187"/>
                  <a:pt x="43098" y="89187"/>
                </a:cubicBezTo>
                <a:close/>
                <a:moveTo>
                  <a:pt x="43098" y="76550"/>
                </a:moveTo>
                <a:cubicBezTo>
                  <a:pt x="48079" y="76550"/>
                  <a:pt x="52799" y="75370"/>
                  <a:pt x="57245" y="72900"/>
                </a:cubicBezTo>
                <a:cubicBezTo>
                  <a:pt x="61635" y="70321"/>
                  <a:pt x="65230" y="66685"/>
                  <a:pt x="67961" y="61965"/>
                </a:cubicBezTo>
                <a:cubicBezTo>
                  <a:pt x="70801" y="57149"/>
                  <a:pt x="72256" y="51358"/>
                  <a:pt x="72256" y="44594"/>
                </a:cubicBezTo>
                <a:cubicBezTo>
                  <a:pt x="72256" y="37898"/>
                  <a:pt x="70801" y="32162"/>
                  <a:pt x="67961" y="27442"/>
                </a:cubicBezTo>
                <a:cubicBezTo>
                  <a:pt x="65230" y="22626"/>
                  <a:pt x="61635" y="18976"/>
                  <a:pt x="57245" y="16520"/>
                </a:cubicBezTo>
                <a:cubicBezTo>
                  <a:pt x="52799" y="13941"/>
                  <a:pt x="48079" y="12651"/>
                  <a:pt x="43098" y="12651"/>
                </a:cubicBezTo>
                <a:cubicBezTo>
                  <a:pt x="38049" y="12651"/>
                  <a:pt x="33287" y="13941"/>
                  <a:pt x="28732" y="16520"/>
                </a:cubicBezTo>
                <a:cubicBezTo>
                  <a:pt x="24286" y="18976"/>
                  <a:pt x="20637" y="22626"/>
                  <a:pt x="17796" y="27442"/>
                </a:cubicBezTo>
                <a:cubicBezTo>
                  <a:pt x="15066" y="32162"/>
                  <a:pt x="13721" y="37898"/>
                  <a:pt x="13721" y="44594"/>
                </a:cubicBezTo>
                <a:cubicBezTo>
                  <a:pt x="13721" y="51358"/>
                  <a:pt x="15066" y="57149"/>
                  <a:pt x="17796" y="61965"/>
                </a:cubicBezTo>
                <a:cubicBezTo>
                  <a:pt x="20637" y="66685"/>
                  <a:pt x="24286" y="70321"/>
                  <a:pt x="28732" y="72900"/>
                </a:cubicBezTo>
                <a:cubicBezTo>
                  <a:pt x="33287" y="75370"/>
                  <a:pt x="38049" y="76550"/>
                  <a:pt x="43098" y="76550"/>
                </a:cubicBezTo>
                <a:close/>
                <a:moveTo>
                  <a:pt x="43098" y="76550"/>
                </a:move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42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98268F3C-295C-42E5-AA56-96A779A011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54677" y="1193804"/>
            <a:ext cx="63035" cy="70746"/>
          </a:xfrm>
          <a:custGeom xmlns:a="http://schemas.openxmlformats.org/drawingml/2006/main">
            <a:pathLst>
              <a:path w="63035" h="70746">
                <a:moveTo>
                  <a:pt x="0" y="70746"/>
                </a:moveTo>
                <a:lnTo>
                  <a:pt x="0" y="57890"/>
                </a:lnTo>
                <a:lnTo>
                  <a:pt x="48244" y="35593"/>
                </a:lnTo>
                <a:lnTo>
                  <a:pt x="48244" y="34948"/>
                </a:lnTo>
                <a:lnTo>
                  <a:pt x="0" y="12857"/>
                </a:lnTo>
                <a:lnTo>
                  <a:pt x="0" y="0"/>
                </a:lnTo>
                <a:lnTo>
                  <a:pt x="63035" y="30228"/>
                </a:lnTo>
                <a:lnTo>
                  <a:pt x="63035" y="40519"/>
                </a:lnTo>
                <a:lnTo>
                  <a:pt x="0" y="70746"/>
                </a:lnTo>
                <a:close/>
                <a:moveTo>
                  <a:pt x="0" y="70746"/>
                </a:move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42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FE8DAB61-F0C7-4DA8-9ED9-7AC77EAE16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55320" y="1427915"/>
            <a:ext cx="1386851" cy="618686"/>
          </a:xfrm>
          <a:custGeom xmlns:a="http://schemas.openxmlformats.org/drawingml/2006/main">
            <a:pathLst>
              <a:path w="1386851" h="618686">
                <a:moveTo>
                  <a:pt x="286580" y="0"/>
                </a:moveTo>
                <a:lnTo>
                  <a:pt x="1035397" y="0"/>
                </a:lnTo>
                <a:lnTo>
                  <a:pt x="1386851" y="618686"/>
                </a:lnTo>
                <a:lnTo>
                  <a:pt x="0" y="618686"/>
                </a:lnTo>
                <a:lnTo>
                  <a:pt x="286580" y="0"/>
                </a:lnTo>
                <a:close/>
                <a:moveTo>
                  <a:pt x="286580" y="0"/>
                </a:moveTo>
              </a:path>
            </a:pathLst>
          </a:custGeom>
          <a:solidFill xmlns:a="http://schemas.openxmlformats.org/drawingml/2006/main">
            <a:srgbClr val="FFEEAA"/>
          </a:solidFill>
          <a:ln xmlns:a="http://schemas.openxmlformats.org/drawingml/2006/main" w="0" cap="flat">
            <a:noFill/>
            <a:miter/>
          </a:ln>
        </p:spPr>
      </p:sp>
      <p:sp>
        <p:nvSpPr>
          <p:cNvPr id="42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4C83EBBA-F7F0-42C1-B2DF-A89F12A5E1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55320" y="1427915"/>
            <a:ext cx="1386851" cy="618686"/>
          </a:xfrm>
          <a:custGeom xmlns:a="http://schemas.openxmlformats.org/drawingml/2006/main">
            <a:pathLst>
              <a:path w="1386851" h="618686" fill="none">
                <a:moveTo>
                  <a:pt x="286580" y="0"/>
                </a:moveTo>
                <a:lnTo>
                  <a:pt x="1035397" y="0"/>
                </a:lnTo>
                <a:lnTo>
                  <a:pt x="1386851" y="618686"/>
                </a:lnTo>
                <a:lnTo>
                  <a:pt x="0" y="618686"/>
                </a:lnTo>
                <a:lnTo>
                  <a:pt x="286580" y="0"/>
                </a:lnTo>
                <a:close/>
                <a:moveTo>
                  <a:pt x="286580" y="0"/>
                </a:moveTo>
              </a:path>
            </a:pathLst>
          </a:custGeom>
          <a:noFill xmlns:a="http://schemas.openxmlformats.org/drawingml/2006/main"/>
          <a:ln xmlns:a="http://schemas.openxmlformats.org/drawingml/2006/main" w="14197" cap="flat">
            <a:solidFill>
              <a:srgbClr val="000000"/>
            </a:solidFill>
            <a:miter/>
          </a:ln>
        </p:spPr>
      </p:sp>
      <p:sp>
        <p:nvSpPr>
          <p:cNvPr id="42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145CAD44-DC14-4931-A75D-E63BA06973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03796" y="1616855"/>
            <a:ext cx="109989" cy="120060"/>
          </a:xfrm>
          <a:custGeom xmlns:a="http://schemas.openxmlformats.org/drawingml/2006/main">
            <a:pathLst>
              <a:path w="109989" h="120060">
                <a:moveTo>
                  <a:pt x="0" y="0"/>
                </a:moveTo>
                <a:lnTo>
                  <a:pt x="24232" y="0"/>
                </a:lnTo>
                <a:lnTo>
                  <a:pt x="54885" y="81682"/>
                </a:lnTo>
                <a:lnTo>
                  <a:pt x="85757" y="0"/>
                </a:lnTo>
                <a:lnTo>
                  <a:pt x="109989" y="0"/>
                </a:lnTo>
                <a:lnTo>
                  <a:pt x="109989" y="120060"/>
                </a:lnTo>
                <a:lnTo>
                  <a:pt x="94113" y="120060"/>
                </a:lnTo>
                <a:lnTo>
                  <a:pt x="94113" y="14572"/>
                </a:lnTo>
                <a:lnTo>
                  <a:pt x="63035" y="96899"/>
                </a:lnTo>
                <a:lnTo>
                  <a:pt x="46734" y="96899"/>
                </a:lnTo>
                <a:lnTo>
                  <a:pt x="15862" y="14572"/>
                </a:lnTo>
                <a:lnTo>
                  <a:pt x="15862" y="120060"/>
                </a:lnTo>
                <a:lnTo>
                  <a:pt x="0" y="120060"/>
                </a:lnTo>
                <a:lnTo>
                  <a:pt x="0" y="0"/>
                </a:lnTo>
                <a:close/>
                <a:moveTo>
                  <a:pt x="0" y="0"/>
                </a:move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42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C735EA43-AA14-4D9A-BD1B-8AF00995D5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31033" y="1616855"/>
            <a:ext cx="109989" cy="120060"/>
          </a:xfrm>
          <a:custGeom xmlns:a="http://schemas.openxmlformats.org/drawingml/2006/main">
            <a:pathLst>
              <a:path w="109989" h="120060">
                <a:moveTo>
                  <a:pt x="55104" y="16081"/>
                </a:moveTo>
                <a:lnTo>
                  <a:pt x="33027" y="75672"/>
                </a:lnTo>
                <a:lnTo>
                  <a:pt x="77181" y="75672"/>
                </a:lnTo>
                <a:lnTo>
                  <a:pt x="55104" y="16081"/>
                </a:lnTo>
                <a:close/>
                <a:moveTo>
                  <a:pt x="45884" y="0"/>
                </a:moveTo>
                <a:lnTo>
                  <a:pt x="64325" y="0"/>
                </a:lnTo>
                <a:lnTo>
                  <a:pt x="109989" y="120060"/>
                </a:lnTo>
                <a:lnTo>
                  <a:pt x="93057" y="120060"/>
                </a:lnTo>
                <a:lnTo>
                  <a:pt x="82121" y="89187"/>
                </a:lnTo>
                <a:lnTo>
                  <a:pt x="28087" y="89187"/>
                </a:lnTo>
                <a:lnTo>
                  <a:pt x="17151" y="120060"/>
                </a:lnTo>
                <a:lnTo>
                  <a:pt x="0" y="120060"/>
                </a:lnTo>
                <a:lnTo>
                  <a:pt x="45884" y="0"/>
                </a:lnTo>
                <a:close/>
                <a:moveTo>
                  <a:pt x="45884" y="0"/>
                </a:move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42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146054BC-6821-4D15-A424-90973626BB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48733" y="1614714"/>
            <a:ext cx="104843" cy="124561"/>
          </a:xfrm>
          <a:custGeom xmlns:a="http://schemas.openxmlformats.org/drawingml/2006/main">
            <a:pathLst>
              <a:path w="104843" h="124561">
                <a:moveTo>
                  <a:pt x="88762" y="105049"/>
                </a:moveTo>
                <a:lnTo>
                  <a:pt x="88762" y="72887"/>
                </a:lnTo>
                <a:lnTo>
                  <a:pt x="62184" y="72887"/>
                </a:lnTo>
                <a:lnTo>
                  <a:pt x="62184" y="59385"/>
                </a:lnTo>
                <a:lnTo>
                  <a:pt x="104843" y="59385"/>
                </a:lnTo>
                <a:lnTo>
                  <a:pt x="104843" y="111045"/>
                </a:lnTo>
                <a:cubicBezTo>
                  <a:pt x="98518" y="115505"/>
                  <a:pt x="91602" y="118880"/>
                  <a:pt x="84042" y="121130"/>
                </a:cubicBezTo>
                <a:cubicBezTo>
                  <a:pt x="76605" y="123381"/>
                  <a:pt x="68606" y="124561"/>
                  <a:pt x="60030" y="124561"/>
                </a:cubicBezTo>
                <a:cubicBezTo>
                  <a:pt x="41163" y="124561"/>
                  <a:pt x="26427" y="119086"/>
                  <a:pt x="15875" y="108054"/>
                </a:cubicBezTo>
                <a:cubicBezTo>
                  <a:pt x="5255" y="97063"/>
                  <a:pt x="0" y="81833"/>
                  <a:pt x="0" y="62390"/>
                </a:cubicBezTo>
                <a:cubicBezTo>
                  <a:pt x="0" y="42659"/>
                  <a:pt x="5255" y="27387"/>
                  <a:pt x="15875" y="16507"/>
                </a:cubicBezTo>
                <a:cubicBezTo>
                  <a:pt x="26427" y="5516"/>
                  <a:pt x="41163" y="0"/>
                  <a:pt x="60030" y="0"/>
                </a:cubicBezTo>
                <a:cubicBezTo>
                  <a:pt x="67755" y="0"/>
                  <a:pt x="75096" y="1015"/>
                  <a:pt x="82121" y="2991"/>
                </a:cubicBezTo>
                <a:cubicBezTo>
                  <a:pt x="89242" y="4871"/>
                  <a:pt x="95842" y="7656"/>
                  <a:pt x="101838" y="11361"/>
                </a:cubicBezTo>
                <a:lnTo>
                  <a:pt x="101838" y="28718"/>
                </a:lnTo>
                <a:cubicBezTo>
                  <a:pt x="95842" y="23573"/>
                  <a:pt x="89407" y="19717"/>
                  <a:pt x="82546" y="17151"/>
                </a:cubicBezTo>
                <a:cubicBezTo>
                  <a:pt x="75796" y="14572"/>
                  <a:pt x="68715" y="13282"/>
                  <a:pt x="61320" y="13282"/>
                </a:cubicBezTo>
                <a:cubicBezTo>
                  <a:pt x="46583" y="13282"/>
                  <a:pt x="35483" y="17467"/>
                  <a:pt x="28087" y="25727"/>
                </a:cubicBezTo>
                <a:cubicBezTo>
                  <a:pt x="20801" y="33864"/>
                  <a:pt x="17151" y="46089"/>
                  <a:pt x="17151" y="62390"/>
                </a:cubicBezTo>
                <a:cubicBezTo>
                  <a:pt x="17151" y="78567"/>
                  <a:pt x="20801" y="90793"/>
                  <a:pt x="28087" y="99039"/>
                </a:cubicBezTo>
                <a:cubicBezTo>
                  <a:pt x="35483" y="107190"/>
                  <a:pt x="46583" y="111265"/>
                  <a:pt x="61320" y="111265"/>
                </a:cubicBezTo>
                <a:cubicBezTo>
                  <a:pt x="67000" y="111265"/>
                  <a:pt x="72091" y="110785"/>
                  <a:pt x="76550" y="109769"/>
                </a:cubicBezTo>
                <a:cubicBezTo>
                  <a:pt x="81106" y="108795"/>
                  <a:pt x="85167" y="107190"/>
                  <a:pt x="88762" y="105049"/>
                </a:cubicBezTo>
                <a:close/>
                <a:moveTo>
                  <a:pt x="88762" y="105049"/>
                </a:move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43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B4997E1B-EE5D-4F5F-AE3A-B3E6F7D975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68367" y="1616855"/>
            <a:ext cx="109989" cy="120060"/>
          </a:xfrm>
          <a:custGeom xmlns:a="http://schemas.openxmlformats.org/drawingml/2006/main">
            <a:pathLst>
              <a:path w="109989" h="120060">
                <a:moveTo>
                  <a:pt x="45884" y="120060"/>
                </a:moveTo>
                <a:lnTo>
                  <a:pt x="0" y="0"/>
                </a:lnTo>
                <a:lnTo>
                  <a:pt x="16946" y="0"/>
                </a:lnTo>
                <a:lnTo>
                  <a:pt x="55104" y="100974"/>
                </a:lnTo>
                <a:lnTo>
                  <a:pt x="93043" y="0"/>
                </a:lnTo>
                <a:lnTo>
                  <a:pt x="109989" y="0"/>
                </a:lnTo>
                <a:lnTo>
                  <a:pt x="64325" y="120060"/>
                </a:lnTo>
                <a:lnTo>
                  <a:pt x="45884" y="120060"/>
                </a:lnTo>
                <a:close/>
                <a:moveTo>
                  <a:pt x="45884" y="120060"/>
                </a:move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43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BA49562F-77DB-447D-88B2-76E091AA8A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95823" y="1616855"/>
            <a:ext cx="16301" cy="120060"/>
          </a:xfrm>
          <a:custGeom xmlns:a="http://schemas.openxmlformats.org/drawingml/2006/main">
            <a:pathLst>
              <a:path w="16301" h="120060">
                <a:moveTo>
                  <a:pt x="0" y="0"/>
                </a:moveTo>
                <a:lnTo>
                  <a:pt x="16301" y="0"/>
                </a:lnTo>
                <a:lnTo>
                  <a:pt x="16301" y="120060"/>
                </a:lnTo>
                <a:lnTo>
                  <a:pt x="0" y="120060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43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5DFC4516-275E-410D-A3F9-6484F62555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27876" y="1616855"/>
            <a:ext cx="101413" cy="120060"/>
          </a:xfrm>
          <a:custGeom xmlns:a="http://schemas.openxmlformats.org/drawingml/2006/main">
            <a:pathLst>
              <a:path w="101413" h="120060">
                <a:moveTo>
                  <a:pt x="0" y="0"/>
                </a:moveTo>
                <a:lnTo>
                  <a:pt x="101413" y="0"/>
                </a:lnTo>
                <a:lnTo>
                  <a:pt x="101413" y="13721"/>
                </a:lnTo>
                <a:lnTo>
                  <a:pt x="58960" y="13721"/>
                </a:lnTo>
                <a:lnTo>
                  <a:pt x="58960" y="120060"/>
                </a:lnTo>
                <a:lnTo>
                  <a:pt x="42673" y="120060"/>
                </a:lnTo>
                <a:lnTo>
                  <a:pt x="42673" y="13721"/>
                </a:lnTo>
                <a:lnTo>
                  <a:pt x="0" y="13721"/>
                </a:lnTo>
                <a:lnTo>
                  <a:pt x="0" y="0"/>
                </a:lnTo>
                <a:close/>
                <a:moveTo>
                  <a:pt x="0" y="0"/>
                </a:move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43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E2CCAB2E-82C6-4D9E-9EA1-03BD78220E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21893" y="1685241"/>
            <a:ext cx="43305" cy="13076"/>
          </a:xfrm>
          <a:custGeom xmlns:a="http://schemas.openxmlformats.org/drawingml/2006/main">
            <a:pathLst>
              <a:path w="43305" h="13076">
                <a:moveTo>
                  <a:pt x="0" y="0"/>
                </a:moveTo>
                <a:lnTo>
                  <a:pt x="43305" y="0"/>
                </a:lnTo>
                <a:lnTo>
                  <a:pt x="43305" y="13076"/>
                </a:lnTo>
                <a:lnTo>
                  <a:pt x="0" y="13076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43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089C1A94-38A4-428C-B753-A1050B7928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3663" y="1646863"/>
            <a:ext cx="87692" cy="90052"/>
          </a:xfrm>
          <a:custGeom xmlns:a="http://schemas.openxmlformats.org/drawingml/2006/main">
            <a:pathLst>
              <a:path w="87692" h="90052">
                <a:moveTo>
                  <a:pt x="0" y="0"/>
                </a:moveTo>
                <a:lnTo>
                  <a:pt x="15656" y="0"/>
                </a:lnTo>
                <a:lnTo>
                  <a:pt x="43743" y="75466"/>
                </a:lnTo>
                <a:lnTo>
                  <a:pt x="72036" y="0"/>
                </a:lnTo>
                <a:lnTo>
                  <a:pt x="87692" y="0"/>
                </a:lnTo>
                <a:lnTo>
                  <a:pt x="53814" y="90052"/>
                </a:lnTo>
                <a:lnTo>
                  <a:pt x="33658" y="90052"/>
                </a:lnTo>
                <a:lnTo>
                  <a:pt x="0" y="0"/>
                </a:lnTo>
                <a:close/>
                <a:moveTo>
                  <a:pt x="0" y="0"/>
                </a:move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43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3E10002D-DDD5-44FE-A72A-D3E9A0B0A9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8177" y="1614714"/>
            <a:ext cx="76331" cy="122201"/>
          </a:xfrm>
          <a:custGeom xmlns:a="http://schemas.openxmlformats.org/drawingml/2006/main">
            <a:pathLst>
              <a:path w="76331" h="122201">
                <a:moveTo>
                  <a:pt x="19511" y="108479"/>
                </a:moveTo>
                <a:lnTo>
                  <a:pt x="76331" y="108479"/>
                </a:lnTo>
                <a:lnTo>
                  <a:pt x="76331" y="122201"/>
                </a:lnTo>
                <a:lnTo>
                  <a:pt x="0" y="122201"/>
                </a:lnTo>
                <a:lnTo>
                  <a:pt x="0" y="108479"/>
                </a:lnTo>
                <a:cubicBezTo>
                  <a:pt x="6120" y="102209"/>
                  <a:pt x="14476" y="93688"/>
                  <a:pt x="25096" y="82972"/>
                </a:cubicBezTo>
                <a:cubicBezTo>
                  <a:pt x="35812" y="72132"/>
                  <a:pt x="42508" y="65121"/>
                  <a:pt x="45239" y="61951"/>
                </a:cubicBezTo>
                <a:cubicBezTo>
                  <a:pt x="50494" y="56270"/>
                  <a:pt x="54144" y="51399"/>
                  <a:pt x="56174" y="47379"/>
                </a:cubicBezTo>
                <a:cubicBezTo>
                  <a:pt x="58315" y="43249"/>
                  <a:pt x="59399" y="39229"/>
                  <a:pt x="59399" y="35373"/>
                </a:cubicBezTo>
                <a:cubicBezTo>
                  <a:pt x="59399" y="28938"/>
                  <a:pt x="57094" y="23738"/>
                  <a:pt x="52538" y="19717"/>
                </a:cubicBezTo>
                <a:cubicBezTo>
                  <a:pt x="48079" y="15752"/>
                  <a:pt x="42289" y="13721"/>
                  <a:pt x="35167" y="13721"/>
                </a:cubicBezTo>
                <a:cubicBezTo>
                  <a:pt x="30022" y="13721"/>
                  <a:pt x="24547" y="14572"/>
                  <a:pt x="18867" y="16287"/>
                </a:cubicBezTo>
                <a:cubicBezTo>
                  <a:pt x="13296" y="18002"/>
                  <a:pt x="7300" y="20733"/>
                  <a:pt x="864" y="24437"/>
                </a:cubicBezTo>
                <a:lnTo>
                  <a:pt x="864" y="7931"/>
                </a:lnTo>
                <a:cubicBezTo>
                  <a:pt x="7396" y="5351"/>
                  <a:pt x="13515" y="3430"/>
                  <a:pt x="19086" y="2140"/>
                </a:cubicBezTo>
                <a:cubicBezTo>
                  <a:pt x="24767" y="741"/>
                  <a:pt x="30022" y="0"/>
                  <a:pt x="34742" y="0"/>
                </a:cubicBezTo>
                <a:cubicBezTo>
                  <a:pt x="47173" y="0"/>
                  <a:pt x="57094" y="3156"/>
                  <a:pt x="64544" y="9426"/>
                </a:cubicBezTo>
                <a:cubicBezTo>
                  <a:pt x="71940" y="15587"/>
                  <a:pt x="75686" y="23902"/>
                  <a:pt x="75686" y="34303"/>
                </a:cubicBezTo>
                <a:cubicBezTo>
                  <a:pt x="75686" y="39174"/>
                  <a:pt x="74725" y="43839"/>
                  <a:pt x="72900" y="48230"/>
                </a:cubicBezTo>
                <a:cubicBezTo>
                  <a:pt x="71021" y="52675"/>
                  <a:pt x="67645" y="57876"/>
                  <a:pt x="62829" y="63886"/>
                </a:cubicBezTo>
                <a:cubicBezTo>
                  <a:pt x="61375" y="65491"/>
                  <a:pt x="57094" y="69992"/>
                  <a:pt x="49959" y="77387"/>
                </a:cubicBezTo>
                <a:cubicBezTo>
                  <a:pt x="42783" y="84838"/>
                  <a:pt x="32643" y="95184"/>
                  <a:pt x="19511" y="108479"/>
                </a:cubicBezTo>
                <a:close/>
                <a:moveTo>
                  <a:pt x="19511" y="108479"/>
                </a:move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43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1D2FC125-2AE0-4436-B42D-499325217A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3000" y="1817526"/>
            <a:ext cx="80612" cy="127565"/>
          </a:xfrm>
          <a:custGeom xmlns:a="http://schemas.openxmlformats.org/drawingml/2006/main">
            <a:pathLst>
              <a:path w="80612" h="127565">
                <a:moveTo>
                  <a:pt x="65820" y="48875"/>
                </a:moveTo>
                <a:lnTo>
                  <a:pt x="65820" y="0"/>
                </a:lnTo>
                <a:lnTo>
                  <a:pt x="80612" y="0"/>
                </a:lnTo>
                <a:lnTo>
                  <a:pt x="80612" y="125205"/>
                </a:lnTo>
                <a:lnTo>
                  <a:pt x="65820" y="125205"/>
                </a:lnTo>
                <a:lnTo>
                  <a:pt x="65820" y="111690"/>
                </a:lnTo>
                <a:cubicBezTo>
                  <a:pt x="62664" y="117000"/>
                  <a:pt x="58754" y="121020"/>
                  <a:pt x="54034" y="123710"/>
                </a:cubicBezTo>
                <a:cubicBezTo>
                  <a:pt x="49314" y="126276"/>
                  <a:pt x="43578" y="127565"/>
                  <a:pt x="36882" y="127565"/>
                </a:cubicBezTo>
                <a:cubicBezTo>
                  <a:pt x="26002" y="127565"/>
                  <a:pt x="17151" y="123216"/>
                  <a:pt x="10291" y="114489"/>
                </a:cubicBezTo>
                <a:cubicBezTo>
                  <a:pt x="3430" y="105804"/>
                  <a:pt x="0" y="94333"/>
                  <a:pt x="0" y="80186"/>
                </a:cubicBezTo>
                <a:cubicBezTo>
                  <a:pt x="0" y="66026"/>
                  <a:pt x="3430" y="54665"/>
                  <a:pt x="10291" y="46089"/>
                </a:cubicBezTo>
                <a:cubicBezTo>
                  <a:pt x="17151" y="37404"/>
                  <a:pt x="26002" y="33013"/>
                  <a:pt x="36882" y="33013"/>
                </a:cubicBezTo>
                <a:cubicBezTo>
                  <a:pt x="43578" y="33013"/>
                  <a:pt x="49314" y="34303"/>
                  <a:pt x="54034" y="36869"/>
                </a:cubicBezTo>
                <a:cubicBezTo>
                  <a:pt x="58754" y="39448"/>
                  <a:pt x="62664" y="43469"/>
                  <a:pt x="65820" y="48875"/>
                </a:cubicBezTo>
                <a:close/>
                <a:moveTo>
                  <a:pt x="15436" y="80186"/>
                </a:moveTo>
                <a:cubicBezTo>
                  <a:pt x="15436" y="91067"/>
                  <a:pt x="17645" y="99643"/>
                  <a:pt x="22091" y="105914"/>
                </a:cubicBezTo>
                <a:cubicBezTo>
                  <a:pt x="26482" y="112074"/>
                  <a:pt x="32643" y="115120"/>
                  <a:pt x="40532" y="115120"/>
                </a:cubicBezTo>
                <a:cubicBezTo>
                  <a:pt x="48353" y="115120"/>
                  <a:pt x="54514" y="112074"/>
                  <a:pt x="58960" y="105914"/>
                </a:cubicBezTo>
                <a:cubicBezTo>
                  <a:pt x="63515" y="99643"/>
                  <a:pt x="65820" y="91067"/>
                  <a:pt x="65820" y="80186"/>
                </a:cubicBezTo>
                <a:cubicBezTo>
                  <a:pt x="65820" y="69360"/>
                  <a:pt x="63515" y="60826"/>
                  <a:pt x="58960" y="54665"/>
                </a:cubicBezTo>
                <a:cubicBezTo>
                  <a:pt x="54514" y="48559"/>
                  <a:pt x="48353" y="45444"/>
                  <a:pt x="40532" y="45444"/>
                </a:cubicBezTo>
                <a:cubicBezTo>
                  <a:pt x="32643" y="45444"/>
                  <a:pt x="26482" y="48559"/>
                  <a:pt x="22091" y="54665"/>
                </a:cubicBezTo>
                <a:cubicBezTo>
                  <a:pt x="17645" y="60826"/>
                  <a:pt x="15436" y="69360"/>
                  <a:pt x="15436" y="80186"/>
                </a:cubicBezTo>
                <a:close/>
                <a:moveTo>
                  <a:pt x="15436" y="80186"/>
                </a:move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43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686463BB-3C64-448B-903B-75555C0F2A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7528" y="1850540"/>
            <a:ext cx="83603" cy="94552"/>
          </a:xfrm>
          <a:custGeom xmlns:a="http://schemas.openxmlformats.org/drawingml/2006/main">
            <a:pathLst>
              <a:path w="83603" h="94552">
                <a:moveTo>
                  <a:pt x="83603" y="43523"/>
                </a:moveTo>
                <a:lnTo>
                  <a:pt x="83603" y="50604"/>
                </a:lnTo>
                <a:lnTo>
                  <a:pt x="15436" y="50604"/>
                </a:lnTo>
                <a:cubicBezTo>
                  <a:pt x="16122" y="60894"/>
                  <a:pt x="19182" y="68715"/>
                  <a:pt x="24643" y="73971"/>
                </a:cubicBezTo>
                <a:cubicBezTo>
                  <a:pt x="30228" y="79267"/>
                  <a:pt x="37829" y="81902"/>
                  <a:pt x="47585" y="81902"/>
                </a:cubicBezTo>
                <a:cubicBezTo>
                  <a:pt x="53265" y="81902"/>
                  <a:pt x="58795" y="81257"/>
                  <a:pt x="64091" y="79967"/>
                </a:cubicBezTo>
                <a:cubicBezTo>
                  <a:pt x="69511" y="78581"/>
                  <a:pt x="74876" y="76427"/>
                  <a:pt x="80173" y="73545"/>
                </a:cubicBezTo>
                <a:lnTo>
                  <a:pt x="80173" y="87692"/>
                </a:lnTo>
                <a:cubicBezTo>
                  <a:pt x="74712" y="89832"/>
                  <a:pt x="69237" y="91493"/>
                  <a:pt x="63666" y="92618"/>
                </a:cubicBezTo>
                <a:cubicBezTo>
                  <a:pt x="58095" y="93908"/>
                  <a:pt x="52415" y="94552"/>
                  <a:pt x="46734" y="94552"/>
                </a:cubicBezTo>
                <a:cubicBezTo>
                  <a:pt x="32423" y="94552"/>
                  <a:pt x="21062" y="90422"/>
                  <a:pt x="12637" y="82107"/>
                </a:cubicBezTo>
                <a:cubicBezTo>
                  <a:pt x="4171" y="73696"/>
                  <a:pt x="0" y="62335"/>
                  <a:pt x="0" y="48024"/>
                </a:cubicBezTo>
                <a:cubicBezTo>
                  <a:pt x="0" y="33342"/>
                  <a:pt x="3965" y="21652"/>
                  <a:pt x="12006" y="13076"/>
                </a:cubicBezTo>
                <a:cubicBezTo>
                  <a:pt x="19992" y="4391"/>
                  <a:pt x="30708" y="0"/>
                  <a:pt x="44155" y="0"/>
                </a:cubicBezTo>
                <a:cubicBezTo>
                  <a:pt x="56270" y="0"/>
                  <a:pt x="65861" y="3965"/>
                  <a:pt x="72887" y="11800"/>
                </a:cubicBezTo>
                <a:cubicBezTo>
                  <a:pt x="80022" y="19511"/>
                  <a:pt x="83603" y="30118"/>
                  <a:pt x="83603" y="43523"/>
                </a:cubicBezTo>
                <a:close/>
                <a:moveTo>
                  <a:pt x="68812" y="39023"/>
                </a:moveTo>
                <a:cubicBezTo>
                  <a:pt x="68647" y="31037"/>
                  <a:pt x="66355" y="24602"/>
                  <a:pt x="61951" y="19731"/>
                </a:cubicBezTo>
                <a:cubicBezTo>
                  <a:pt x="57505" y="14901"/>
                  <a:pt x="51660" y="12431"/>
                  <a:pt x="44374" y="12431"/>
                </a:cubicBezTo>
                <a:cubicBezTo>
                  <a:pt x="36059" y="12431"/>
                  <a:pt x="29418" y="14791"/>
                  <a:pt x="24437" y="19511"/>
                </a:cubicBezTo>
                <a:cubicBezTo>
                  <a:pt x="19553" y="24232"/>
                  <a:pt x="16767" y="30818"/>
                  <a:pt x="16067" y="39242"/>
                </a:cubicBezTo>
                <a:lnTo>
                  <a:pt x="68812" y="39023"/>
                </a:lnTo>
                <a:close/>
                <a:moveTo>
                  <a:pt x="68812" y="39023"/>
                </a:move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43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5DA5253C-6E8B-433D-B499-37FE7D306F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08817" y="1850540"/>
            <a:ext cx="71405" cy="94552"/>
          </a:xfrm>
          <a:custGeom xmlns:a="http://schemas.openxmlformats.org/drawingml/2006/main">
            <a:pathLst>
              <a:path w="71405" h="94552">
                <a:moveTo>
                  <a:pt x="71405" y="5571"/>
                </a:moveTo>
                <a:lnTo>
                  <a:pt x="71405" y="19511"/>
                </a:lnTo>
                <a:cubicBezTo>
                  <a:pt x="67110" y="17097"/>
                  <a:pt x="62870" y="15327"/>
                  <a:pt x="58754" y="14146"/>
                </a:cubicBezTo>
                <a:cubicBezTo>
                  <a:pt x="54569" y="13021"/>
                  <a:pt x="50384" y="12431"/>
                  <a:pt x="46103" y="12431"/>
                </a:cubicBezTo>
                <a:cubicBezTo>
                  <a:pt x="36347" y="12431"/>
                  <a:pt x="28842" y="15546"/>
                  <a:pt x="23587" y="21652"/>
                </a:cubicBezTo>
                <a:cubicBezTo>
                  <a:pt x="18277" y="27662"/>
                  <a:pt x="15656" y="36183"/>
                  <a:pt x="15656" y="47173"/>
                </a:cubicBezTo>
                <a:cubicBezTo>
                  <a:pt x="15656" y="58205"/>
                  <a:pt x="18277" y="66781"/>
                  <a:pt x="23587" y="72900"/>
                </a:cubicBezTo>
                <a:cubicBezTo>
                  <a:pt x="28842" y="78897"/>
                  <a:pt x="36347" y="81902"/>
                  <a:pt x="46103" y="81902"/>
                </a:cubicBezTo>
                <a:cubicBezTo>
                  <a:pt x="50384" y="81902"/>
                  <a:pt x="54569" y="81366"/>
                  <a:pt x="58754" y="80186"/>
                </a:cubicBezTo>
                <a:cubicBezTo>
                  <a:pt x="62870" y="79061"/>
                  <a:pt x="67110" y="77346"/>
                  <a:pt x="71405" y="75041"/>
                </a:cubicBezTo>
                <a:lnTo>
                  <a:pt x="71405" y="88762"/>
                </a:lnTo>
                <a:cubicBezTo>
                  <a:pt x="67220" y="90642"/>
                  <a:pt x="62925" y="92083"/>
                  <a:pt x="58534" y="93043"/>
                </a:cubicBezTo>
                <a:cubicBezTo>
                  <a:pt x="54089" y="94017"/>
                  <a:pt x="49369" y="94552"/>
                  <a:pt x="44388" y="94552"/>
                </a:cubicBezTo>
                <a:cubicBezTo>
                  <a:pt x="30777" y="94552"/>
                  <a:pt x="19992" y="90367"/>
                  <a:pt x="12006" y="81902"/>
                </a:cubicBezTo>
                <a:cubicBezTo>
                  <a:pt x="3965" y="73326"/>
                  <a:pt x="0" y="61745"/>
                  <a:pt x="0" y="47173"/>
                </a:cubicBezTo>
                <a:cubicBezTo>
                  <a:pt x="0" y="32588"/>
                  <a:pt x="3965" y="21117"/>
                  <a:pt x="12006" y="12651"/>
                </a:cubicBezTo>
                <a:cubicBezTo>
                  <a:pt x="20156" y="4240"/>
                  <a:pt x="31312" y="0"/>
                  <a:pt x="45458" y="0"/>
                </a:cubicBezTo>
                <a:cubicBezTo>
                  <a:pt x="49849" y="0"/>
                  <a:pt x="54253" y="535"/>
                  <a:pt x="58534" y="1509"/>
                </a:cubicBezTo>
                <a:cubicBezTo>
                  <a:pt x="62925" y="2360"/>
                  <a:pt x="67220" y="3760"/>
                  <a:pt x="71405" y="5571"/>
                </a:cubicBezTo>
                <a:close/>
                <a:moveTo>
                  <a:pt x="71405" y="5571"/>
                </a:move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43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57702FAF-0125-41CD-9A4C-288AFF473A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99350" y="1850540"/>
            <a:ext cx="82752" cy="94552"/>
          </a:xfrm>
          <a:custGeom xmlns:a="http://schemas.openxmlformats.org/drawingml/2006/main">
            <a:pathLst>
              <a:path w="82752" h="94552">
                <a:moveTo>
                  <a:pt x="41383" y="12431"/>
                </a:moveTo>
                <a:cubicBezTo>
                  <a:pt x="33493" y="12431"/>
                  <a:pt x="27223" y="15601"/>
                  <a:pt x="22516" y="21872"/>
                </a:cubicBezTo>
                <a:cubicBezTo>
                  <a:pt x="17906" y="28032"/>
                  <a:pt x="15656" y="36443"/>
                  <a:pt x="15656" y="47173"/>
                </a:cubicBezTo>
                <a:cubicBezTo>
                  <a:pt x="15656" y="58054"/>
                  <a:pt x="17906" y="66575"/>
                  <a:pt x="22516" y="72681"/>
                </a:cubicBezTo>
                <a:cubicBezTo>
                  <a:pt x="27072" y="78842"/>
                  <a:pt x="33342" y="81902"/>
                  <a:pt x="41383" y="81902"/>
                </a:cubicBezTo>
                <a:cubicBezTo>
                  <a:pt x="49204" y="81902"/>
                  <a:pt x="55420" y="78842"/>
                  <a:pt x="60030" y="72681"/>
                </a:cubicBezTo>
                <a:cubicBezTo>
                  <a:pt x="64750" y="66410"/>
                  <a:pt x="67110" y="57890"/>
                  <a:pt x="67110" y="47173"/>
                </a:cubicBezTo>
                <a:cubicBezTo>
                  <a:pt x="67110" y="36608"/>
                  <a:pt x="64750" y="28197"/>
                  <a:pt x="60030" y="21872"/>
                </a:cubicBezTo>
                <a:cubicBezTo>
                  <a:pt x="55420" y="15601"/>
                  <a:pt x="49204" y="12431"/>
                  <a:pt x="41383" y="12431"/>
                </a:cubicBezTo>
                <a:close/>
                <a:moveTo>
                  <a:pt x="41383" y="0"/>
                </a:moveTo>
                <a:cubicBezTo>
                  <a:pt x="54240" y="0"/>
                  <a:pt x="64325" y="4240"/>
                  <a:pt x="71611" y="12651"/>
                </a:cubicBezTo>
                <a:cubicBezTo>
                  <a:pt x="79006" y="20952"/>
                  <a:pt x="82752" y="32478"/>
                  <a:pt x="82752" y="47173"/>
                </a:cubicBezTo>
                <a:cubicBezTo>
                  <a:pt x="82752" y="61910"/>
                  <a:pt x="79006" y="73490"/>
                  <a:pt x="71611" y="81902"/>
                </a:cubicBezTo>
                <a:cubicBezTo>
                  <a:pt x="64325" y="90367"/>
                  <a:pt x="54240" y="94552"/>
                  <a:pt x="41383" y="94552"/>
                </a:cubicBezTo>
                <a:cubicBezTo>
                  <a:pt x="28513" y="94552"/>
                  <a:pt x="18331" y="90367"/>
                  <a:pt x="10936" y="81902"/>
                </a:cubicBezTo>
                <a:cubicBezTo>
                  <a:pt x="3650" y="73490"/>
                  <a:pt x="0" y="61910"/>
                  <a:pt x="0" y="47173"/>
                </a:cubicBezTo>
                <a:cubicBezTo>
                  <a:pt x="0" y="32478"/>
                  <a:pt x="3650" y="20952"/>
                  <a:pt x="10936" y="12651"/>
                </a:cubicBezTo>
                <a:cubicBezTo>
                  <a:pt x="18331" y="4240"/>
                  <a:pt x="28513" y="0"/>
                  <a:pt x="41383" y="0"/>
                </a:cubicBezTo>
                <a:close/>
                <a:moveTo>
                  <a:pt x="41383" y="0"/>
                </a:move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44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4D949C07-6C9F-458E-83B4-32A8790060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00118" y="1817526"/>
            <a:ext cx="80612" cy="127565"/>
          </a:xfrm>
          <a:custGeom xmlns:a="http://schemas.openxmlformats.org/drawingml/2006/main">
            <a:pathLst>
              <a:path w="80612" h="127565">
                <a:moveTo>
                  <a:pt x="65820" y="48875"/>
                </a:moveTo>
                <a:lnTo>
                  <a:pt x="65820" y="0"/>
                </a:lnTo>
                <a:lnTo>
                  <a:pt x="80612" y="0"/>
                </a:lnTo>
                <a:lnTo>
                  <a:pt x="80612" y="125205"/>
                </a:lnTo>
                <a:lnTo>
                  <a:pt x="65820" y="125205"/>
                </a:lnTo>
                <a:lnTo>
                  <a:pt x="65820" y="111690"/>
                </a:lnTo>
                <a:cubicBezTo>
                  <a:pt x="62651" y="117000"/>
                  <a:pt x="58740" y="121020"/>
                  <a:pt x="54020" y="123710"/>
                </a:cubicBezTo>
                <a:cubicBezTo>
                  <a:pt x="49314" y="126276"/>
                  <a:pt x="43578" y="127565"/>
                  <a:pt x="36869" y="127565"/>
                </a:cubicBezTo>
                <a:cubicBezTo>
                  <a:pt x="25988" y="127565"/>
                  <a:pt x="17151" y="123216"/>
                  <a:pt x="10291" y="114489"/>
                </a:cubicBezTo>
                <a:cubicBezTo>
                  <a:pt x="3430" y="105804"/>
                  <a:pt x="0" y="94333"/>
                  <a:pt x="0" y="80186"/>
                </a:cubicBezTo>
                <a:cubicBezTo>
                  <a:pt x="0" y="66026"/>
                  <a:pt x="3430" y="54665"/>
                  <a:pt x="10291" y="46089"/>
                </a:cubicBezTo>
                <a:cubicBezTo>
                  <a:pt x="17151" y="37404"/>
                  <a:pt x="25988" y="33013"/>
                  <a:pt x="36869" y="33013"/>
                </a:cubicBezTo>
                <a:cubicBezTo>
                  <a:pt x="43578" y="33013"/>
                  <a:pt x="49314" y="34303"/>
                  <a:pt x="54020" y="36869"/>
                </a:cubicBezTo>
                <a:cubicBezTo>
                  <a:pt x="58740" y="39448"/>
                  <a:pt x="62651" y="43469"/>
                  <a:pt x="65820" y="48875"/>
                </a:cubicBezTo>
                <a:close/>
                <a:moveTo>
                  <a:pt x="15436" y="80186"/>
                </a:moveTo>
                <a:cubicBezTo>
                  <a:pt x="15436" y="91067"/>
                  <a:pt x="17632" y="99643"/>
                  <a:pt x="22077" y="105914"/>
                </a:cubicBezTo>
                <a:cubicBezTo>
                  <a:pt x="26468" y="112074"/>
                  <a:pt x="32643" y="115120"/>
                  <a:pt x="40519" y="115120"/>
                </a:cubicBezTo>
                <a:cubicBezTo>
                  <a:pt x="48340" y="115120"/>
                  <a:pt x="54500" y="112074"/>
                  <a:pt x="58960" y="105914"/>
                </a:cubicBezTo>
                <a:cubicBezTo>
                  <a:pt x="63515" y="99643"/>
                  <a:pt x="65820" y="91067"/>
                  <a:pt x="65820" y="80186"/>
                </a:cubicBezTo>
                <a:cubicBezTo>
                  <a:pt x="65820" y="69360"/>
                  <a:pt x="63515" y="60826"/>
                  <a:pt x="58960" y="54665"/>
                </a:cubicBezTo>
                <a:cubicBezTo>
                  <a:pt x="54500" y="48559"/>
                  <a:pt x="48340" y="45444"/>
                  <a:pt x="40519" y="45444"/>
                </a:cubicBezTo>
                <a:cubicBezTo>
                  <a:pt x="32643" y="45444"/>
                  <a:pt x="26468" y="48559"/>
                  <a:pt x="22077" y="54665"/>
                </a:cubicBezTo>
                <a:cubicBezTo>
                  <a:pt x="17632" y="60826"/>
                  <a:pt x="15436" y="69360"/>
                  <a:pt x="15436" y="80186"/>
                </a:cubicBezTo>
                <a:close/>
                <a:moveTo>
                  <a:pt x="15436" y="80186"/>
                </a:move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44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E521C056-4D94-4C66-B7C6-04AD4B287A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04632" y="1850540"/>
            <a:ext cx="83617" cy="94552"/>
          </a:xfrm>
          <a:custGeom xmlns:a="http://schemas.openxmlformats.org/drawingml/2006/main">
            <a:pathLst>
              <a:path w="83617" h="94552">
                <a:moveTo>
                  <a:pt x="83617" y="43523"/>
                </a:moveTo>
                <a:lnTo>
                  <a:pt x="83617" y="50604"/>
                </a:lnTo>
                <a:lnTo>
                  <a:pt x="15436" y="50604"/>
                </a:lnTo>
                <a:cubicBezTo>
                  <a:pt x="16136" y="60894"/>
                  <a:pt x="19182" y="68715"/>
                  <a:pt x="24657" y="73971"/>
                </a:cubicBezTo>
                <a:cubicBezTo>
                  <a:pt x="30228" y="79267"/>
                  <a:pt x="37843" y="81902"/>
                  <a:pt x="47599" y="81902"/>
                </a:cubicBezTo>
                <a:cubicBezTo>
                  <a:pt x="53279" y="81902"/>
                  <a:pt x="58795" y="81257"/>
                  <a:pt x="64105" y="79967"/>
                </a:cubicBezTo>
                <a:cubicBezTo>
                  <a:pt x="69511" y="78581"/>
                  <a:pt x="74876" y="76427"/>
                  <a:pt x="80186" y="73545"/>
                </a:cubicBezTo>
                <a:lnTo>
                  <a:pt x="80186" y="87692"/>
                </a:lnTo>
                <a:cubicBezTo>
                  <a:pt x="74712" y="89832"/>
                  <a:pt x="69251" y="91493"/>
                  <a:pt x="63680" y="92618"/>
                </a:cubicBezTo>
                <a:cubicBezTo>
                  <a:pt x="58095" y="93908"/>
                  <a:pt x="52415" y="94552"/>
                  <a:pt x="46734" y="94552"/>
                </a:cubicBezTo>
                <a:cubicBezTo>
                  <a:pt x="32423" y="94552"/>
                  <a:pt x="21062" y="90422"/>
                  <a:pt x="12651" y="82107"/>
                </a:cubicBezTo>
                <a:cubicBezTo>
                  <a:pt x="4185" y="73696"/>
                  <a:pt x="0" y="62335"/>
                  <a:pt x="0" y="48024"/>
                </a:cubicBezTo>
                <a:cubicBezTo>
                  <a:pt x="0" y="33342"/>
                  <a:pt x="3965" y="21652"/>
                  <a:pt x="12006" y="13076"/>
                </a:cubicBezTo>
                <a:cubicBezTo>
                  <a:pt x="19992" y="4391"/>
                  <a:pt x="30708" y="0"/>
                  <a:pt x="44168" y="0"/>
                </a:cubicBezTo>
                <a:cubicBezTo>
                  <a:pt x="56284" y="0"/>
                  <a:pt x="65875" y="3965"/>
                  <a:pt x="72887" y="11800"/>
                </a:cubicBezTo>
                <a:cubicBezTo>
                  <a:pt x="80022" y="19511"/>
                  <a:pt x="83617" y="30118"/>
                  <a:pt x="83617" y="43523"/>
                </a:cubicBezTo>
                <a:close/>
                <a:moveTo>
                  <a:pt x="68825" y="39023"/>
                </a:moveTo>
                <a:cubicBezTo>
                  <a:pt x="68661" y="31037"/>
                  <a:pt x="66355" y="24602"/>
                  <a:pt x="61965" y="19731"/>
                </a:cubicBezTo>
                <a:cubicBezTo>
                  <a:pt x="57505" y="14901"/>
                  <a:pt x="51674" y="12431"/>
                  <a:pt x="44374" y="12431"/>
                </a:cubicBezTo>
                <a:cubicBezTo>
                  <a:pt x="36073" y="12431"/>
                  <a:pt x="29432" y="14791"/>
                  <a:pt x="24437" y="19511"/>
                </a:cubicBezTo>
                <a:cubicBezTo>
                  <a:pt x="19566" y="24232"/>
                  <a:pt x="16781" y="30818"/>
                  <a:pt x="16081" y="39242"/>
                </a:cubicBezTo>
                <a:lnTo>
                  <a:pt x="68825" y="39023"/>
                </a:lnTo>
                <a:close/>
                <a:moveTo>
                  <a:pt x="68825" y="39023"/>
                </a:move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44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29270E96-BBD4-4F0E-93B3-6C73FE840B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11931" y="1850540"/>
            <a:ext cx="52744" cy="92192"/>
          </a:xfrm>
          <a:custGeom xmlns:a="http://schemas.openxmlformats.org/drawingml/2006/main">
            <a:pathLst>
              <a:path w="52744" h="92192">
                <a:moveTo>
                  <a:pt x="52744" y="15862"/>
                </a:moveTo>
                <a:cubicBezTo>
                  <a:pt x="51029" y="15011"/>
                  <a:pt x="49149" y="14366"/>
                  <a:pt x="47173" y="13941"/>
                </a:cubicBezTo>
                <a:cubicBezTo>
                  <a:pt x="45293" y="13406"/>
                  <a:pt x="43153" y="13076"/>
                  <a:pt x="40738" y="13076"/>
                </a:cubicBezTo>
                <a:cubicBezTo>
                  <a:pt x="32437" y="13076"/>
                  <a:pt x="26002" y="15807"/>
                  <a:pt x="21446" y="21227"/>
                </a:cubicBezTo>
                <a:cubicBezTo>
                  <a:pt x="17000" y="26688"/>
                  <a:pt x="14791" y="34522"/>
                  <a:pt x="14791" y="44813"/>
                </a:cubicBezTo>
                <a:lnTo>
                  <a:pt x="14791" y="92192"/>
                </a:lnTo>
                <a:lnTo>
                  <a:pt x="0" y="92192"/>
                </a:lnTo>
                <a:lnTo>
                  <a:pt x="0" y="2140"/>
                </a:lnTo>
                <a:lnTo>
                  <a:pt x="14791" y="2140"/>
                </a:lnTo>
                <a:lnTo>
                  <a:pt x="14791" y="16081"/>
                </a:lnTo>
                <a:cubicBezTo>
                  <a:pt x="17906" y="10661"/>
                  <a:pt x="21981" y="6641"/>
                  <a:pt x="27017" y="4075"/>
                </a:cubicBezTo>
                <a:cubicBezTo>
                  <a:pt x="31998" y="1400"/>
                  <a:pt x="38062" y="0"/>
                  <a:pt x="45239" y="0"/>
                </a:cubicBezTo>
                <a:cubicBezTo>
                  <a:pt x="46199" y="0"/>
                  <a:pt x="47283" y="110"/>
                  <a:pt x="48463" y="220"/>
                </a:cubicBezTo>
                <a:cubicBezTo>
                  <a:pt x="49739" y="370"/>
                  <a:pt x="51084" y="590"/>
                  <a:pt x="52525" y="864"/>
                </a:cubicBezTo>
                <a:lnTo>
                  <a:pt x="52744" y="15862"/>
                </a:lnTo>
                <a:close/>
                <a:moveTo>
                  <a:pt x="52744" y="15862"/>
                </a:move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44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77B6ED80-EDD9-4018-B5A7-D366D378CF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41818" y="3058426"/>
            <a:ext cx="1220921" cy="276948"/>
          </a:xfrm>
          <a:custGeom xmlns:a="http://schemas.openxmlformats.org/drawingml/2006/main">
            <a:pathLst>
              <a:path w="1220921" h="276948">
                <a:moveTo>
                  <a:pt x="120760" y="0"/>
                </a:moveTo>
                <a:lnTo>
                  <a:pt x="1100216" y="0"/>
                </a:lnTo>
                <a:cubicBezTo>
                  <a:pt x="1167052" y="0"/>
                  <a:pt x="1220921" y="61745"/>
                  <a:pt x="1220921" y="138501"/>
                </a:cubicBezTo>
                <a:cubicBezTo>
                  <a:pt x="1220921" y="215202"/>
                  <a:pt x="1167052" y="276948"/>
                  <a:pt x="1100216" y="276948"/>
                </a:cubicBezTo>
                <a:lnTo>
                  <a:pt x="120760" y="276948"/>
                </a:lnTo>
                <a:cubicBezTo>
                  <a:pt x="53869" y="276948"/>
                  <a:pt x="0" y="215202"/>
                  <a:pt x="0" y="138501"/>
                </a:cubicBezTo>
                <a:cubicBezTo>
                  <a:pt x="0" y="61745"/>
                  <a:pt x="53869" y="0"/>
                  <a:pt x="120760" y="0"/>
                </a:cubicBezTo>
                <a:close/>
                <a:moveTo>
                  <a:pt x="120760" y="0"/>
                </a:moveTo>
              </a:path>
            </a:pathLst>
          </a:custGeom>
          <a:solidFill xmlns:a="http://schemas.openxmlformats.org/drawingml/2006/main">
            <a:srgbClr val="FFEEAA"/>
          </a:solidFill>
          <a:ln xmlns:a="http://schemas.openxmlformats.org/drawingml/2006/main" w="0" cap="flat">
            <a:noFill/>
            <a:miter/>
          </a:ln>
        </p:spPr>
      </p:sp>
      <p:sp>
        <p:nvSpPr>
          <p:cNvPr id="44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2BCADC41-97A0-426B-90B4-B2E573E78D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41818" y="3058426"/>
            <a:ext cx="1220921" cy="276948"/>
          </a:xfrm>
          <a:custGeom xmlns:a="http://schemas.openxmlformats.org/drawingml/2006/main">
            <a:pathLst>
              <a:path w="1220921" h="276948" fill="none">
                <a:moveTo>
                  <a:pt x="120760" y="0"/>
                </a:moveTo>
                <a:lnTo>
                  <a:pt x="1100216" y="0"/>
                </a:lnTo>
                <a:cubicBezTo>
                  <a:pt x="1167052" y="0"/>
                  <a:pt x="1220921" y="61745"/>
                  <a:pt x="1220921" y="138501"/>
                </a:cubicBezTo>
                <a:cubicBezTo>
                  <a:pt x="1220921" y="215202"/>
                  <a:pt x="1167052" y="276948"/>
                  <a:pt x="1100216" y="276948"/>
                </a:cubicBezTo>
                <a:lnTo>
                  <a:pt x="120760" y="276948"/>
                </a:lnTo>
                <a:cubicBezTo>
                  <a:pt x="53869" y="276948"/>
                  <a:pt x="0" y="215202"/>
                  <a:pt x="0" y="138501"/>
                </a:cubicBezTo>
                <a:cubicBezTo>
                  <a:pt x="0" y="61745"/>
                  <a:pt x="53869" y="0"/>
                  <a:pt x="120760" y="0"/>
                </a:cubicBezTo>
                <a:close/>
                <a:moveTo>
                  <a:pt x="120760" y="0"/>
                </a:moveTo>
              </a:path>
            </a:pathLst>
          </a:custGeom>
          <a:noFill xmlns:a="http://schemas.openxmlformats.org/drawingml/2006/main"/>
          <a:ln xmlns:a="http://schemas.openxmlformats.org/drawingml/2006/main" w="10303" cap="flat">
            <a:solidFill>
              <a:srgbClr val="000000"/>
            </a:solidFill>
            <a:miter/>
          </a:ln>
        </p:spPr>
      </p:sp>
      <p:sp>
        <p:nvSpPr>
          <p:cNvPr id="44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66163DAF-86A4-4BC7-AB04-A7D8AF62AB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89485" y="3152333"/>
            <a:ext cx="86402" cy="89187"/>
          </a:xfrm>
          <a:custGeom xmlns:a="http://schemas.openxmlformats.org/drawingml/2006/main">
            <a:pathLst>
              <a:path w="86402" h="89187">
                <a:moveTo>
                  <a:pt x="43098" y="89187"/>
                </a:moveTo>
                <a:cubicBezTo>
                  <a:pt x="34618" y="89187"/>
                  <a:pt x="27127" y="87253"/>
                  <a:pt x="20582" y="83397"/>
                </a:cubicBezTo>
                <a:cubicBezTo>
                  <a:pt x="14146" y="79432"/>
                  <a:pt x="9056" y="74080"/>
                  <a:pt x="5365" y="67316"/>
                </a:cubicBezTo>
                <a:cubicBezTo>
                  <a:pt x="1770" y="60455"/>
                  <a:pt x="0" y="52909"/>
                  <a:pt x="0" y="44594"/>
                </a:cubicBezTo>
                <a:cubicBezTo>
                  <a:pt x="0" y="36183"/>
                  <a:pt x="1770" y="28622"/>
                  <a:pt x="5365" y="21872"/>
                </a:cubicBezTo>
                <a:cubicBezTo>
                  <a:pt x="9056" y="15176"/>
                  <a:pt x="14146" y="9866"/>
                  <a:pt x="20582" y="6010"/>
                </a:cubicBezTo>
                <a:cubicBezTo>
                  <a:pt x="27127" y="2044"/>
                  <a:pt x="34618" y="0"/>
                  <a:pt x="43098" y="0"/>
                </a:cubicBezTo>
                <a:cubicBezTo>
                  <a:pt x="51509" y="0"/>
                  <a:pt x="58960" y="2044"/>
                  <a:pt x="65395" y="6010"/>
                </a:cubicBezTo>
                <a:cubicBezTo>
                  <a:pt x="71926" y="10030"/>
                  <a:pt x="77072" y="15381"/>
                  <a:pt x="80831" y="22077"/>
                </a:cubicBezTo>
                <a:cubicBezTo>
                  <a:pt x="84522" y="28842"/>
                  <a:pt x="86402" y="36347"/>
                  <a:pt x="86402" y="44594"/>
                </a:cubicBezTo>
                <a:cubicBezTo>
                  <a:pt x="86402" y="52909"/>
                  <a:pt x="84522" y="60455"/>
                  <a:pt x="80831" y="67316"/>
                </a:cubicBezTo>
                <a:cubicBezTo>
                  <a:pt x="77072" y="74080"/>
                  <a:pt x="71926" y="79432"/>
                  <a:pt x="65395" y="83397"/>
                </a:cubicBezTo>
                <a:cubicBezTo>
                  <a:pt x="58960" y="87253"/>
                  <a:pt x="51509" y="89187"/>
                  <a:pt x="43098" y="89187"/>
                </a:cubicBezTo>
                <a:close/>
                <a:moveTo>
                  <a:pt x="43098" y="76537"/>
                </a:moveTo>
                <a:cubicBezTo>
                  <a:pt x="48244" y="76537"/>
                  <a:pt x="53005" y="75357"/>
                  <a:pt x="57450" y="72900"/>
                </a:cubicBezTo>
                <a:cubicBezTo>
                  <a:pt x="61855" y="70321"/>
                  <a:pt x="65436" y="66671"/>
                  <a:pt x="68180" y="61965"/>
                </a:cubicBezTo>
                <a:cubicBezTo>
                  <a:pt x="70856" y="57135"/>
                  <a:pt x="72256" y="51345"/>
                  <a:pt x="72256" y="44594"/>
                </a:cubicBezTo>
                <a:cubicBezTo>
                  <a:pt x="72256" y="37898"/>
                  <a:pt x="70856" y="32162"/>
                  <a:pt x="68180" y="27442"/>
                </a:cubicBezTo>
                <a:cubicBezTo>
                  <a:pt x="65436" y="22626"/>
                  <a:pt x="61855" y="18976"/>
                  <a:pt x="57450" y="16507"/>
                </a:cubicBezTo>
                <a:cubicBezTo>
                  <a:pt x="53005" y="13941"/>
                  <a:pt x="48244" y="12651"/>
                  <a:pt x="43098" y="12651"/>
                </a:cubicBezTo>
                <a:cubicBezTo>
                  <a:pt x="38049" y="12651"/>
                  <a:pt x="33287" y="13941"/>
                  <a:pt x="28732" y="16507"/>
                </a:cubicBezTo>
                <a:cubicBezTo>
                  <a:pt x="24273" y="18976"/>
                  <a:pt x="20637" y="22626"/>
                  <a:pt x="17796" y="27442"/>
                </a:cubicBezTo>
                <a:cubicBezTo>
                  <a:pt x="15066" y="32162"/>
                  <a:pt x="13721" y="37898"/>
                  <a:pt x="13721" y="44594"/>
                </a:cubicBezTo>
                <a:cubicBezTo>
                  <a:pt x="13721" y="51345"/>
                  <a:pt x="15066" y="57135"/>
                  <a:pt x="17796" y="61965"/>
                </a:cubicBezTo>
                <a:cubicBezTo>
                  <a:pt x="20637" y="66671"/>
                  <a:pt x="24273" y="70321"/>
                  <a:pt x="28732" y="72900"/>
                </a:cubicBezTo>
                <a:cubicBezTo>
                  <a:pt x="33287" y="75357"/>
                  <a:pt x="38049" y="76537"/>
                  <a:pt x="43098" y="76537"/>
                </a:cubicBezTo>
                <a:close/>
                <a:moveTo>
                  <a:pt x="43098" y="76537"/>
                </a:move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44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41D61292-17F3-4311-A3F4-EF5FEA41CA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90569" y="3154913"/>
            <a:ext cx="72461" cy="86608"/>
          </a:xfrm>
          <a:custGeom xmlns:a="http://schemas.openxmlformats.org/drawingml/2006/main">
            <a:pathLst>
              <a:path w="72461" h="86608">
                <a:moveTo>
                  <a:pt x="31298" y="86608"/>
                </a:moveTo>
                <a:cubicBezTo>
                  <a:pt x="20856" y="86608"/>
                  <a:pt x="12966" y="83603"/>
                  <a:pt x="7725" y="77607"/>
                </a:cubicBezTo>
                <a:cubicBezTo>
                  <a:pt x="2580" y="71597"/>
                  <a:pt x="0" y="63405"/>
                  <a:pt x="0" y="52950"/>
                </a:cubicBezTo>
                <a:lnTo>
                  <a:pt x="0" y="0"/>
                </a:lnTo>
                <a:lnTo>
                  <a:pt x="14146" y="0"/>
                </a:lnTo>
                <a:lnTo>
                  <a:pt x="14146" y="50809"/>
                </a:lnTo>
                <a:cubicBezTo>
                  <a:pt x="14146" y="59111"/>
                  <a:pt x="16081" y="65066"/>
                  <a:pt x="19937" y="68606"/>
                </a:cubicBezTo>
                <a:cubicBezTo>
                  <a:pt x="23792" y="72187"/>
                  <a:pt x="28567" y="73957"/>
                  <a:pt x="34303" y="73957"/>
                </a:cubicBezTo>
                <a:cubicBezTo>
                  <a:pt x="39133" y="73957"/>
                  <a:pt x="43359" y="72681"/>
                  <a:pt x="46954" y="70101"/>
                </a:cubicBezTo>
                <a:cubicBezTo>
                  <a:pt x="50658" y="67522"/>
                  <a:pt x="53499" y="64256"/>
                  <a:pt x="55529" y="60236"/>
                </a:cubicBezTo>
                <a:cubicBezTo>
                  <a:pt x="57519" y="56106"/>
                  <a:pt x="58534" y="51825"/>
                  <a:pt x="58534" y="47379"/>
                </a:cubicBezTo>
                <a:lnTo>
                  <a:pt x="58534" y="0"/>
                </a:lnTo>
                <a:lnTo>
                  <a:pt x="72461" y="0"/>
                </a:lnTo>
                <a:lnTo>
                  <a:pt x="72461" y="84042"/>
                </a:lnTo>
                <a:lnTo>
                  <a:pt x="59179" y="84042"/>
                </a:lnTo>
                <a:lnTo>
                  <a:pt x="59179" y="71816"/>
                </a:lnTo>
                <a:lnTo>
                  <a:pt x="58534" y="71816"/>
                </a:lnTo>
                <a:cubicBezTo>
                  <a:pt x="56229" y="75837"/>
                  <a:pt x="52579" y="79322"/>
                  <a:pt x="47599" y="82327"/>
                </a:cubicBezTo>
                <a:cubicBezTo>
                  <a:pt x="42563" y="85167"/>
                  <a:pt x="37143" y="86608"/>
                  <a:pt x="31298" y="86608"/>
                </a:cubicBezTo>
                <a:close/>
                <a:moveTo>
                  <a:pt x="31298" y="86608"/>
                </a:move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44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F86D8C7D-553C-4890-AB99-7949A2564F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78906" y="3131106"/>
            <a:ext cx="49520" cy="109124"/>
          </a:xfrm>
          <a:custGeom xmlns:a="http://schemas.openxmlformats.org/drawingml/2006/main">
            <a:pathLst>
              <a:path w="49520" h="109124">
                <a:moveTo>
                  <a:pt x="37939" y="109124"/>
                </a:moveTo>
                <a:cubicBezTo>
                  <a:pt x="30927" y="109124"/>
                  <a:pt x="25288" y="107094"/>
                  <a:pt x="21007" y="102909"/>
                </a:cubicBezTo>
                <a:cubicBezTo>
                  <a:pt x="16712" y="98779"/>
                  <a:pt x="14572" y="93057"/>
                  <a:pt x="14572" y="85757"/>
                </a:cubicBezTo>
                <a:lnTo>
                  <a:pt x="14572" y="36443"/>
                </a:lnTo>
                <a:lnTo>
                  <a:pt x="0" y="36443"/>
                </a:lnTo>
                <a:lnTo>
                  <a:pt x="0" y="23806"/>
                </a:lnTo>
                <a:lnTo>
                  <a:pt x="14572" y="23806"/>
                </a:lnTo>
                <a:lnTo>
                  <a:pt x="14572" y="0"/>
                </a:lnTo>
                <a:lnTo>
                  <a:pt x="28513" y="0"/>
                </a:lnTo>
                <a:lnTo>
                  <a:pt x="28513" y="23806"/>
                </a:lnTo>
                <a:lnTo>
                  <a:pt x="49094" y="23806"/>
                </a:lnTo>
                <a:lnTo>
                  <a:pt x="49094" y="36443"/>
                </a:lnTo>
                <a:lnTo>
                  <a:pt x="28513" y="36443"/>
                </a:lnTo>
                <a:lnTo>
                  <a:pt x="28513" y="82327"/>
                </a:lnTo>
                <a:cubicBezTo>
                  <a:pt x="28513" y="86773"/>
                  <a:pt x="29418" y="90203"/>
                  <a:pt x="31298" y="92618"/>
                </a:cubicBezTo>
                <a:cubicBezTo>
                  <a:pt x="33123" y="94923"/>
                  <a:pt x="36114" y="96048"/>
                  <a:pt x="40299" y="96048"/>
                </a:cubicBezTo>
                <a:cubicBezTo>
                  <a:pt x="42124" y="96048"/>
                  <a:pt x="43839" y="95842"/>
                  <a:pt x="45444" y="95403"/>
                </a:cubicBezTo>
                <a:cubicBezTo>
                  <a:pt x="46995" y="94868"/>
                  <a:pt x="48340" y="94127"/>
                  <a:pt x="49520" y="93263"/>
                </a:cubicBezTo>
                <a:lnTo>
                  <a:pt x="49520" y="106984"/>
                </a:lnTo>
                <a:cubicBezTo>
                  <a:pt x="48079" y="107738"/>
                  <a:pt x="46515" y="108164"/>
                  <a:pt x="44800" y="108479"/>
                </a:cubicBezTo>
                <a:cubicBezTo>
                  <a:pt x="43084" y="108918"/>
                  <a:pt x="40779" y="109124"/>
                  <a:pt x="37939" y="109124"/>
                </a:cubicBezTo>
                <a:close/>
                <a:moveTo>
                  <a:pt x="37939" y="109124"/>
                </a:move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44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8F242F1E-A971-45DD-A0E9-6665E978A9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44987" y="3152333"/>
            <a:ext cx="82972" cy="122201"/>
          </a:xfrm>
          <a:custGeom xmlns:a="http://schemas.openxmlformats.org/drawingml/2006/main">
            <a:pathLst>
              <a:path w="82972" h="122201">
                <a:moveTo>
                  <a:pt x="0" y="122201"/>
                </a:moveTo>
                <a:lnTo>
                  <a:pt x="0" y="2580"/>
                </a:lnTo>
                <a:lnTo>
                  <a:pt x="13502" y="2580"/>
                </a:lnTo>
                <a:lnTo>
                  <a:pt x="13502" y="15011"/>
                </a:lnTo>
                <a:lnTo>
                  <a:pt x="14146" y="15011"/>
                </a:lnTo>
                <a:cubicBezTo>
                  <a:pt x="16397" y="11155"/>
                  <a:pt x="20047" y="7725"/>
                  <a:pt x="25082" y="4720"/>
                </a:cubicBezTo>
                <a:cubicBezTo>
                  <a:pt x="30228" y="1605"/>
                  <a:pt x="36128" y="0"/>
                  <a:pt x="42879" y="0"/>
                </a:cubicBezTo>
                <a:cubicBezTo>
                  <a:pt x="50439" y="0"/>
                  <a:pt x="57245" y="1935"/>
                  <a:pt x="63241" y="5790"/>
                </a:cubicBezTo>
                <a:cubicBezTo>
                  <a:pt x="69360" y="9536"/>
                  <a:pt x="74177" y="14737"/>
                  <a:pt x="77607" y="21446"/>
                </a:cubicBezTo>
                <a:cubicBezTo>
                  <a:pt x="81147" y="28197"/>
                  <a:pt x="82972" y="35908"/>
                  <a:pt x="82972" y="44594"/>
                </a:cubicBezTo>
                <a:cubicBezTo>
                  <a:pt x="82972" y="53334"/>
                  <a:pt x="81147" y="61045"/>
                  <a:pt x="77607" y="67755"/>
                </a:cubicBezTo>
                <a:cubicBezTo>
                  <a:pt x="74177" y="74341"/>
                  <a:pt x="69360" y="79541"/>
                  <a:pt x="63241" y="83397"/>
                </a:cubicBezTo>
                <a:cubicBezTo>
                  <a:pt x="57245" y="87253"/>
                  <a:pt x="50439" y="89187"/>
                  <a:pt x="42879" y="89187"/>
                </a:cubicBezTo>
                <a:cubicBezTo>
                  <a:pt x="36128" y="89187"/>
                  <a:pt x="30228" y="87692"/>
                  <a:pt x="25082" y="84687"/>
                </a:cubicBezTo>
                <a:cubicBezTo>
                  <a:pt x="20047" y="81572"/>
                  <a:pt x="16397" y="78046"/>
                  <a:pt x="14146" y="74177"/>
                </a:cubicBezTo>
                <a:lnTo>
                  <a:pt x="13502" y="74177"/>
                </a:lnTo>
                <a:lnTo>
                  <a:pt x="14146" y="85757"/>
                </a:lnTo>
                <a:lnTo>
                  <a:pt x="14146" y="122201"/>
                </a:lnTo>
                <a:lnTo>
                  <a:pt x="0" y="122201"/>
                </a:lnTo>
                <a:close/>
                <a:moveTo>
                  <a:pt x="41383" y="76537"/>
                </a:moveTo>
                <a:cubicBezTo>
                  <a:pt x="46089" y="76537"/>
                  <a:pt x="50604" y="75260"/>
                  <a:pt x="54885" y="72681"/>
                </a:cubicBezTo>
                <a:cubicBezTo>
                  <a:pt x="59179" y="70101"/>
                  <a:pt x="62610" y="66410"/>
                  <a:pt x="65175" y="61539"/>
                </a:cubicBezTo>
                <a:cubicBezTo>
                  <a:pt x="67755" y="56709"/>
                  <a:pt x="69031" y="51029"/>
                  <a:pt x="69031" y="44594"/>
                </a:cubicBezTo>
                <a:cubicBezTo>
                  <a:pt x="69031" y="38062"/>
                  <a:pt x="67755" y="32368"/>
                  <a:pt x="65175" y="27662"/>
                </a:cubicBezTo>
                <a:cubicBezTo>
                  <a:pt x="62610" y="22832"/>
                  <a:pt x="59179" y="19086"/>
                  <a:pt x="54885" y="16507"/>
                </a:cubicBezTo>
                <a:cubicBezTo>
                  <a:pt x="50604" y="13941"/>
                  <a:pt x="46089" y="12651"/>
                  <a:pt x="41383" y="12651"/>
                </a:cubicBezTo>
                <a:cubicBezTo>
                  <a:pt x="36498" y="12651"/>
                  <a:pt x="31943" y="13941"/>
                  <a:pt x="27662" y="16507"/>
                </a:cubicBezTo>
                <a:cubicBezTo>
                  <a:pt x="23477" y="19086"/>
                  <a:pt x="20047" y="22832"/>
                  <a:pt x="17371" y="27662"/>
                </a:cubicBezTo>
                <a:cubicBezTo>
                  <a:pt x="14791" y="32368"/>
                  <a:pt x="13502" y="38062"/>
                  <a:pt x="13502" y="44594"/>
                </a:cubicBezTo>
                <a:cubicBezTo>
                  <a:pt x="13502" y="51194"/>
                  <a:pt x="14791" y="56929"/>
                  <a:pt x="17371" y="61745"/>
                </a:cubicBezTo>
                <a:cubicBezTo>
                  <a:pt x="20047" y="66465"/>
                  <a:pt x="23477" y="70101"/>
                  <a:pt x="27662" y="72681"/>
                </a:cubicBezTo>
                <a:cubicBezTo>
                  <a:pt x="31943" y="75260"/>
                  <a:pt x="36498" y="76537"/>
                  <a:pt x="41383" y="76537"/>
                </a:cubicBezTo>
                <a:close/>
                <a:moveTo>
                  <a:pt x="41383" y="76537"/>
                </a:move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44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511718DF-1038-4DBE-85E0-CF48CA6E2D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42750" y="3154913"/>
            <a:ext cx="72461" cy="86608"/>
          </a:xfrm>
          <a:custGeom xmlns:a="http://schemas.openxmlformats.org/drawingml/2006/main">
            <a:pathLst>
              <a:path w="72461" h="86608">
                <a:moveTo>
                  <a:pt x="31298" y="86608"/>
                </a:moveTo>
                <a:cubicBezTo>
                  <a:pt x="20856" y="86608"/>
                  <a:pt x="12966" y="83603"/>
                  <a:pt x="7725" y="77607"/>
                </a:cubicBezTo>
                <a:cubicBezTo>
                  <a:pt x="2580" y="71597"/>
                  <a:pt x="0" y="63405"/>
                  <a:pt x="0" y="52950"/>
                </a:cubicBezTo>
                <a:lnTo>
                  <a:pt x="0" y="0"/>
                </a:lnTo>
                <a:lnTo>
                  <a:pt x="14146" y="0"/>
                </a:lnTo>
                <a:lnTo>
                  <a:pt x="14146" y="50809"/>
                </a:lnTo>
                <a:cubicBezTo>
                  <a:pt x="14146" y="59111"/>
                  <a:pt x="16081" y="65066"/>
                  <a:pt x="19937" y="68606"/>
                </a:cubicBezTo>
                <a:cubicBezTo>
                  <a:pt x="23792" y="72187"/>
                  <a:pt x="28567" y="73957"/>
                  <a:pt x="34303" y="73957"/>
                </a:cubicBezTo>
                <a:cubicBezTo>
                  <a:pt x="39133" y="73957"/>
                  <a:pt x="43359" y="72681"/>
                  <a:pt x="46954" y="70101"/>
                </a:cubicBezTo>
                <a:cubicBezTo>
                  <a:pt x="50645" y="67522"/>
                  <a:pt x="53485" y="64256"/>
                  <a:pt x="55529" y="60236"/>
                </a:cubicBezTo>
                <a:cubicBezTo>
                  <a:pt x="57505" y="56106"/>
                  <a:pt x="58534" y="51825"/>
                  <a:pt x="58534" y="47379"/>
                </a:cubicBezTo>
                <a:lnTo>
                  <a:pt x="58534" y="0"/>
                </a:lnTo>
                <a:lnTo>
                  <a:pt x="72461" y="0"/>
                </a:lnTo>
                <a:lnTo>
                  <a:pt x="72461" y="84042"/>
                </a:lnTo>
                <a:lnTo>
                  <a:pt x="59179" y="84042"/>
                </a:lnTo>
                <a:lnTo>
                  <a:pt x="59179" y="71816"/>
                </a:lnTo>
                <a:lnTo>
                  <a:pt x="58534" y="71816"/>
                </a:lnTo>
                <a:cubicBezTo>
                  <a:pt x="56229" y="75837"/>
                  <a:pt x="52579" y="79322"/>
                  <a:pt x="47599" y="82327"/>
                </a:cubicBezTo>
                <a:cubicBezTo>
                  <a:pt x="42563" y="85167"/>
                  <a:pt x="37143" y="86608"/>
                  <a:pt x="31298" y="86608"/>
                </a:cubicBezTo>
                <a:close/>
                <a:moveTo>
                  <a:pt x="31298" y="86608"/>
                </a:move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45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3613AAB9-43DB-4F7E-BB52-9BD8633CCE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31128" y="3131106"/>
            <a:ext cx="49533" cy="109124"/>
          </a:xfrm>
          <a:custGeom xmlns:a="http://schemas.openxmlformats.org/drawingml/2006/main">
            <a:pathLst>
              <a:path w="49533" h="109124">
                <a:moveTo>
                  <a:pt x="37953" y="109124"/>
                </a:moveTo>
                <a:cubicBezTo>
                  <a:pt x="30927" y="109124"/>
                  <a:pt x="25302" y="107094"/>
                  <a:pt x="21021" y="102909"/>
                </a:cubicBezTo>
                <a:cubicBezTo>
                  <a:pt x="16726" y="98779"/>
                  <a:pt x="14586" y="93057"/>
                  <a:pt x="14586" y="85757"/>
                </a:cubicBezTo>
                <a:lnTo>
                  <a:pt x="14586" y="36443"/>
                </a:lnTo>
                <a:lnTo>
                  <a:pt x="0" y="36443"/>
                </a:lnTo>
                <a:lnTo>
                  <a:pt x="0" y="23806"/>
                </a:lnTo>
                <a:lnTo>
                  <a:pt x="14586" y="23806"/>
                </a:lnTo>
                <a:lnTo>
                  <a:pt x="14586" y="0"/>
                </a:lnTo>
                <a:lnTo>
                  <a:pt x="28526" y="0"/>
                </a:lnTo>
                <a:lnTo>
                  <a:pt x="28526" y="23806"/>
                </a:lnTo>
                <a:lnTo>
                  <a:pt x="49108" y="23806"/>
                </a:lnTo>
                <a:lnTo>
                  <a:pt x="49108" y="36443"/>
                </a:lnTo>
                <a:lnTo>
                  <a:pt x="28526" y="36443"/>
                </a:lnTo>
                <a:lnTo>
                  <a:pt x="28526" y="82327"/>
                </a:lnTo>
                <a:cubicBezTo>
                  <a:pt x="28526" y="86773"/>
                  <a:pt x="29432" y="90203"/>
                  <a:pt x="31312" y="92618"/>
                </a:cubicBezTo>
                <a:cubicBezTo>
                  <a:pt x="33123" y="94923"/>
                  <a:pt x="36128" y="96048"/>
                  <a:pt x="40313" y="96048"/>
                </a:cubicBezTo>
                <a:cubicBezTo>
                  <a:pt x="42138" y="96048"/>
                  <a:pt x="43853" y="95842"/>
                  <a:pt x="45458" y="95403"/>
                </a:cubicBezTo>
                <a:cubicBezTo>
                  <a:pt x="47009" y="94868"/>
                  <a:pt x="48353" y="94127"/>
                  <a:pt x="49533" y="93263"/>
                </a:cubicBezTo>
                <a:lnTo>
                  <a:pt x="49533" y="106984"/>
                </a:lnTo>
                <a:cubicBezTo>
                  <a:pt x="48079" y="107738"/>
                  <a:pt x="46528" y="108164"/>
                  <a:pt x="44813" y="108479"/>
                </a:cubicBezTo>
                <a:cubicBezTo>
                  <a:pt x="43098" y="108918"/>
                  <a:pt x="40793" y="109124"/>
                  <a:pt x="37953" y="109124"/>
                </a:cubicBezTo>
                <a:close/>
                <a:moveTo>
                  <a:pt x="37953" y="109124"/>
                </a:move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45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D4D65E7A-5D13-41B7-8019-483C00D9C8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26051" y="3154913"/>
            <a:ext cx="82546" cy="84042"/>
          </a:xfrm>
          <a:custGeom xmlns:a="http://schemas.openxmlformats.org/drawingml/2006/main">
            <a:pathLst>
              <a:path w="82546" h="84042">
                <a:moveTo>
                  <a:pt x="34097" y="84042"/>
                </a:moveTo>
                <a:lnTo>
                  <a:pt x="0" y="0"/>
                </a:lnTo>
                <a:lnTo>
                  <a:pt x="15011" y="0"/>
                </a:lnTo>
                <a:lnTo>
                  <a:pt x="41163" y="67522"/>
                </a:lnTo>
                <a:lnTo>
                  <a:pt x="41383" y="67522"/>
                </a:lnTo>
                <a:lnTo>
                  <a:pt x="67755" y="0"/>
                </a:lnTo>
                <a:lnTo>
                  <a:pt x="82546" y="0"/>
                </a:lnTo>
                <a:lnTo>
                  <a:pt x="48244" y="84042"/>
                </a:lnTo>
                <a:lnTo>
                  <a:pt x="34097" y="84042"/>
                </a:lnTo>
                <a:close/>
                <a:moveTo>
                  <a:pt x="34097" y="84042"/>
                </a:move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45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F8927FAB-2E01-48CE-842F-CDB63706BB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18298" y="3119320"/>
            <a:ext cx="20156" cy="119635"/>
          </a:xfrm>
          <a:custGeom xmlns:a="http://schemas.openxmlformats.org/drawingml/2006/main">
            <a:pathLst>
              <a:path w="20156" h="119635">
                <a:moveTo>
                  <a:pt x="10071" y="20156"/>
                </a:moveTo>
                <a:cubicBezTo>
                  <a:pt x="7341" y="20156"/>
                  <a:pt x="4981" y="19182"/>
                  <a:pt x="3005" y="17151"/>
                </a:cubicBezTo>
                <a:cubicBezTo>
                  <a:pt x="960" y="15162"/>
                  <a:pt x="0" y="12802"/>
                  <a:pt x="0" y="10071"/>
                </a:cubicBezTo>
                <a:cubicBezTo>
                  <a:pt x="0" y="7231"/>
                  <a:pt x="960" y="4871"/>
                  <a:pt x="3005" y="3005"/>
                </a:cubicBezTo>
                <a:cubicBezTo>
                  <a:pt x="4981" y="1015"/>
                  <a:pt x="7341" y="0"/>
                  <a:pt x="10071" y="0"/>
                </a:cubicBezTo>
                <a:cubicBezTo>
                  <a:pt x="12912" y="0"/>
                  <a:pt x="15272" y="1015"/>
                  <a:pt x="17151" y="3005"/>
                </a:cubicBezTo>
                <a:cubicBezTo>
                  <a:pt x="19141" y="4871"/>
                  <a:pt x="20156" y="7231"/>
                  <a:pt x="20156" y="10071"/>
                </a:cubicBezTo>
                <a:cubicBezTo>
                  <a:pt x="20156" y="12802"/>
                  <a:pt x="19141" y="15162"/>
                  <a:pt x="17151" y="17151"/>
                </a:cubicBezTo>
                <a:cubicBezTo>
                  <a:pt x="15272" y="19182"/>
                  <a:pt x="12912" y="20156"/>
                  <a:pt x="10071" y="20156"/>
                </a:cubicBezTo>
                <a:close/>
                <a:moveTo>
                  <a:pt x="3211" y="119635"/>
                </a:moveTo>
                <a:lnTo>
                  <a:pt x="3211" y="35593"/>
                </a:lnTo>
                <a:lnTo>
                  <a:pt x="17151" y="35593"/>
                </a:lnTo>
                <a:lnTo>
                  <a:pt x="17151" y="119635"/>
                </a:lnTo>
                <a:lnTo>
                  <a:pt x="3211" y="119635"/>
                </a:lnTo>
                <a:close/>
                <a:moveTo>
                  <a:pt x="3211" y="119635"/>
                </a:move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45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BB3B68B2-D5E6-4C18-BB39-B34A6722AA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52175" y="3120816"/>
            <a:ext cx="82752" cy="120705"/>
          </a:xfrm>
          <a:custGeom xmlns:a="http://schemas.openxmlformats.org/drawingml/2006/main">
            <a:pathLst>
              <a:path w="82752" h="120705">
                <a:moveTo>
                  <a:pt x="40093" y="120705"/>
                </a:moveTo>
                <a:cubicBezTo>
                  <a:pt x="32478" y="120705"/>
                  <a:pt x="25617" y="118770"/>
                  <a:pt x="19511" y="114915"/>
                </a:cubicBezTo>
                <a:cubicBezTo>
                  <a:pt x="13502" y="111059"/>
                  <a:pt x="8685" y="105859"/>
                  <a:pt x="5145" y="99272"/>
                </a:cubicBezTo>
                <a:cubicBezTo>
                  <a:pt x="1715" y="92563"/>
                  <a:pt x="0" y="84852"/>
                  <a:pt x="0" y="76111"/>
                </a:cubicBezTo>
                <a:cubicBezTo>
                  <a:pt x="0" y="67426"/>
                  <a:pt x="1715" y="59714"/>
                  <a:pt x="5145" y="52964"/>
                </a:cubicBezTo>
                <a:cubicBezTo>
                  <a:pt x="8685" y="46254"/>
                  <a:pt x="13502" y="41054"/>
                  <a:pt x="19511" y="37308"/>
                </a:cubicBezTo>
                <a:cubicBezTo>
                  <a:pt x="25617" y="33452"/>
                  <a:pt x="32478" y="31517"/>
                  <a:pt x="40093" y="31517"/>
                </a:cubicBezTo>
                <a:cubicBezTo>
                  <a:pt x="46954" y="31517"/>
                  <a:pt x="52785" y="33123"/>
                  <a:pt x="57670" y="36238"/>
                </a:cubicBezTo>
                <a:cubicBezTo>
                  <a:pt x="62651" y="39242"/>
                  <a:pt x="66355" y="42673"/>
                  <a:pt x="68812" y="46528"/>
                </a:cubicBezTo>
                <a:lnTo>
                  <a:pt x="69456" y="46528"/>
                </a:lnTo>
                <a:lnTo>
                  <a:pt x="68812" y="34948"/>
                </a:lnTo>
                <a:lnTo>
                  <a:pt x="68812" y="0"/>
                </a:lnTo>
                <a:lnTo>
                  <a:pt x="82752" y="0"/>
                </a:lnTo>
                <a:lnTo>
                  <a:pt x="82752" y="118139"/>
                </a:lnTo>
                <a:lnTo>
                  <a:pt x="69456" y="118139"/>
                </a:lnTo>
                <a:lnTo>
                  <a:pt x="69456" y="105694"/>
                </a:lnTo>
                <a:lnTo>
                  <a:pt x="68812" y="105694"/>
                </a:lnTo>
                <a:cubicBezTo>
                  <a:pt x="66355" y="109563"/>
                  <a:pt x="62651" y="113090"/>
                  <a:pt x="57670" y="116204"/>
                </a:cubicBezTo>
                <a:cubicBezTo>
                  <a:pt x="52785" y="119209"/>
                  <a:pt x="46954" y="120705"/>
                  <a:pt x="40093" y="120705"/>
                </a:cubicBezTo>
                <a:close/>
                <a:moveTo>
                  <a:pt x="41589" y="108054"/>
                </a:moveTo>
                <a:cubicBezTo>
                  <a:pt x="46419" y="108054"/>
                  <a:pt x="50919" y="106778"/>
                  <a:pt x="55090" y="104198"/>
                </a:cubicBezTo>
                <a:cubicBezTo>
                  <a:pt x="59385" y="101619"/>
                  <a:pt x="62815" y="97983"/>
                  <a:pt x="65381" y="93263"/>
                </a:cubicBezTo>
                <a:cubicBezTo>
                  <a:pt x="68071" y="88446"/>
                  <a:pt x="69456" y="82711"/>
                  <a:pt x="69456" y="76111"/>
                </a:cubicBezTo>
                <a:cubicBezTo>
                  <a:pt x="69456" y="69580"/>
                  <a:pt x="68071" y="63886"/>
                  <a:pt x="65381" y="59179"/>
                </a:cubicBezTo>
                <a:cubicBezTo>
                  <a:pt x="62815" y="54349"/>
                  <a:pt x="59385" y="50604"/>
                  <a:pt x="55090" y="48024"/>
                </a:cubicBezTo>
                <a:cubicBezTo>
                  <a:pt x="50919" y="45458"/>
                  <a:pt x="46419" y="44168"/>
                  <a:pt x="41589" y="44168"/>
                </a:cubicBezTo>
                <a:cubicBezTo>
                  <a:pt x="36718" y="44168"/>
                  <a:pt x="32162" y="45458"/>
                  <a:pt x="27868" y="48024"/>
                </a:cubicBezTo>
                <a:cubicBezTo>
                  <a:pt x="23683" y="50604"/>
                  <a:pt x="20252" y="54349"/>
                  <a:pt x="17577" y="59179"/>
                </a:cubicBezTo>
                <a:cubicBezTo>
                  <a:pt x="15011" y="63886"/>
                  <a:pt x="13721" y="69580"/>
                  <a:pt x="13721" y="76111"/>
                </a:cubicBezTo>
                <a:cubicBezTo>
                  <a:pt x="13721" y="82546"/>
                  <a:pt x="15011" y="88227"/>
                  <a:pt x="17577" y="93057"/>
                </a:cubicBezTo>
                <a:cubicBezTo>
                  <a:pt x="20252" y="97928"/>
                  <a:pt x="23683" y="101619"/>
                  <a:pt x="27868" y="104198"/>
                </a:cubicBezTo>
                <a:cubicBezTo>
                  <a:pt x="32162" y="106778"/>
                  <a:pt x="36718" y="108054"/>
                  <a:pt x="41589" y="108054"/>
                </a:cubicBezTo>
                <a:close/>
                <a:moveTo>
                  <a:pt x="41589" y="108054"/>
                </a:move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45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8000F293-E177-4FD7-AB39-3A991F0CBA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50583" y="3152333"/>
            <a:ext cx="80818" cy="89187"/>
          </a:xfrm>
          <a:custGeom xmlns:a="http://schemas.openxmlformats.org/drawingml/2006/main">
            <a:pathLst>
              <a:path w="80818" h="89187">
                <a:moveTo>
                  <a:pt x="41808" y="89187"/>
                </a:moveTo>
                <a:cubicBezTo>
                  <a:pt x="33658" y="89187"/>
                  <a:pt x="26413" y="87253"/>
                  <a:pt x="20143" y="83397"/>
                </a:cubicBezTo>
                <a:cubicBezTo>
                  <a:pt x="13831" y="79541"/>
                  <a:pt x="8891" y="74341"/>
                  <a:pt x="5351" y="67755"/>
                </a:cubicBezTo>
                <a:cubicBezTo>
                  <a:pt x="1770" y="61045"/>
                  <a:pt x="0" y="53389"/>
                  <a:pt x="0" y="44813"/>
                </a:cubicBezTo>
                <a:cubicBezTo>
                  <a:pt x="0" y="36828"/>
                  <a:pt x="1605" y="29377"/>
                  <a:pt x="4926" y="22516"/>
                </a:cubicBezTo>
                <a:cubicBezTo>
                  <a:pt x="8356" y="15656"/>
                  <a:pt x="13076" y="10236"/>
                  <a:pt x="19072" y="6216"/>
                </a:cubicBezTo>
                <a:cubicBezTo>
                  <a:pt x="25192" y="2086"/>
                  <a:pt x="32423" y="0"/>
                  <a:pt x="40724" y="0"/>
                </a:cubicBezTo>
                <a:cubicBezTo>
                  <a:pt x="48984" y="0"/>
                  <a:pt x="56161" y="1880"/>
                  <a:pt x="62171" y="5571"/>
                </a:cubicBezTo>
                <a:cubicBezTo>
                  <a:pt x="68167" y="9166"/>
                  <a:pt x="72722" y="14256"/>
                  <a:pt x="75892" y="20801"/>
                </a:cubicBezTo>
                <a:cubicBezTo>
                  <a:pt x="79157" y="27236"/>
                  <a:pt x="80818" y="34632"/>
                  <a:pt x="80818" y="42879"/>
                </a:cubicBezTo>
                <a:cubicBezTo>
                  <a:pt x="80818" y="43743"/>
                  <a:pt x="80708" y="44539"/>
                  <a:pt x="80612" y="45239"/>
                </a:cubicBezTo>
                <a:cubicBezTo>
                  <a:pt x="80612" y="45993"/>
                  <a:pt x="80612" y="46638"/>
                  <a:pt x="80612" y="47173"/>
                </a:cubicBezTo>
                <a:lnTo>
                  <a:pt x="13927" y="47173"/>
                </a:lnTo>
                <a:cubicBezTo>
                  <a:pt x="14366" y="53759"/>
                  <a:pt x="15917" y="59275"/>
                  <a:pt x="18647" y="63680"/>
                </a:cubicBezTo>
                <a:cubicBezTo>
                  <a:pt x="21487" y="67961"/>
                  <a:pt x="24972" y="71185"/>
                  <a:pt x="29157" y="73326"/>
                </a:cubicBezTo>
                <a:cubicBezTo>
                  <a:pt x="33438" y="75466"/>
                  <a:pt x="37788" y="76537"/>
                  <a:pt x="42234" y="76537"/>
                </a:cubicBezTo>
                <a:cubicBezTo>
                  <a:pt x="48340" y="76537"/>
                  <a:pt x="53430" y="75151"/>
                  <a:pt x="57450" y="72256"/>
                </a:cubicBezTo>
                <a:cubicBezTo>
                  <a:pt x="61580" y="69251"/>
                  <a:pt x="64791" y="65601"/>
                  <a:pt x="67096" y="61320"/>
                </a:cubicBezTo>
                <a:lnTo>
                  <a:pt x="79102" y="67110"/>
                </a:lnTo>
                <a:cubicBezTo>
                  <a:pt x="75782" y="73532"/>
                  <a:pt x="71062" y="78842"/>
                  <a:pt x="64956" y="82972"/>
                </a:cubicBezTo>
                <a:cubicBezTo>
                  <a:pt x="58795" y="87102"/>
                  <a:pt x="51070" y="89187"/>
                  <a:pt x="41808" y="89187"/>
                </a:cubicBezTo>
                <a:close/>
                <a:moveTo>
                  <a:pt x="40724" y="12651"/>
                </a:moveTo>
                <a:cubicBezTo>
                  <a:pt x="33864" y="12651"/>
                  <a:pt x="28128" y="14791"/>
                  <a:pt x="23573" y="19086"/>
                </a:cubicBezTo>
                <a:cubicBezTo>
                  <a:pt x="19127" y="23367"/>
                  <a:pt x="16177" y="28897"/>
                  <a:pt x="14791" y="35593"/>
                </a:cubicBezTo>
                <a:lnTo>
                  <a:pt x="66026" y="35593"/>
                </a:lnTo>
                <a:cubicBezTo>
                  <a:pt x="65861" y="32478"/>
                  <a:pt x="64956" y="29103"/>
                  <a:pt x="63241" y="25508"/>
                </a:cubicBezTo>
                <a:cubicBezTo>
                  <a:pt x="61526" y="21981"/>
                  <a:pt x="58850" y="18976"/>
                  <a:pt x="55310" y="16507"/>
                </a:cubicBezTo>
                <a:cubicBezTo>
                  <a:pt x="51715" y="13941"/>
                  <a:pt x="46844" y="12651"/>
                  <a:pt x="40724" y="12651"/>
                </a:cubicBezTo>
                <a:close/>
                <a:moveTo>
                  <a:pt x="40724" y="12651"/>
                </a:move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45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E803E812-F44A-443F-85E8-2CF2F7133C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44216" y="3152333"/>
            <a:ext cx="86402" cy="89187"/>
          </a:xfrm>
          <a:custGeom xmlns:a="http://schemas.openxmlformats.org/drawingml/2006/main">
            <a:pathLst>
              <a:path w="86402" h="89187">
                <a:moveTo>
                  <a:pt x="43098" y="89187"/>
                </a:moveTo>
                <a:cubicBezTo>
                  <a:pt x="34618" y="89187"/>
                  <a:pt x="27113" y="87253"/>
                  <a:pt x="20582" y="83397"/>
                </a:cubicBezTo>
                <a:cubicBezTo>
                  <a:pt x="14146" y="79432"/>
                  <a:pt x="9056" y="74080"/>
                  <a:pt x="5365" y="67316"/>
                </a:cubicBezTo>
                <a:cubicBezTo>
                  <a:pt x="1770" y="60455"/>
                  <a:pt x="0" y="52909"/>
                  <a:pt x="0" y="44594"/>
                </a:cubicBezTo>
                <a:cubicBezTo>
                  <a:pt x="0" y="36183"/>
                  <a:pt x="1770" y="28622"/>
                  <a:pt x="5365" y="21872"/>
                </a:cubicBezTo>
                <a:cubicBezTo>
                  <a:pt x="9056" y="15176"/>
                  <a:pt x="14146" y="9866"/>
                  <a:pt x="20582" y="6010"/>
                </a:cubicBezTo>
                <a:cubicBezTo>
                  <a:pt x="27113" y="2044"/>
                  <a:pt x="34618" y="0"/>
                  <a:pt x="43098" y="0"/>
                </a:cubicBezTo>
                <a:cubicBezTo>
                  <a:pt x="51509" y="0"/>
                  <a:pt x="58960" y="2044"/>
                  <a:pt x="65395" y="6010"/>
                </a:cubicBezTo>
                <a:cubicBezTo>
                  <a:pt x="71926" y="10030"/>
                  <a:pt x="77072" y="15381"/>
                  <a:pt x="80831" y="22077"/>
                </a:cubicBezTo>
                <a:cubicBezTo>
                  <a:pt x="84522" y="28842"/>
                  <a:pt x="86402" y="36347"/>
                  <a:pt x="86402" y="44594"/>
                </a:cubicBezTo>
                <a:cubicBezTo>
                  <a:pt x="86402" y="52909"/>
                  <a:pt x="84522" y="60455"/>
                  <a:pt x="80831" y="67316"/>
                </a:cubicBezTo>
                <a:cubicBezTo>
                  <a:pt x="77072" y="74080"/>
                  <a:pt x="71926" y="79432"/>
                  <a:pt x="65395" y="83397"/>
                </a:cubicBezTo>
                <a:cubicBezTo>
                  <a:pt x="58960" y="87253"/>
                  <a:pt x="51509" y="89187"/>
                  <a:pt x="43098" y="89187"/>
                </a:cubicBezTo>
                <a:close/>
                <a:moveTo>
                  <a:pt x="43098" y="76537"/>
                </a:moveTo>
                <a:cubicBezTo>
                  <a:pt x="48244" y="76537"/>
                  <a:pt x="53005" y="75357"/>
                  <a:pt x="57450" y="72900"/>
                </a:cubicBezTo>
                <a:cubicBezTo>
                  <a:pt x="61855" y="70321"/>
                  <a:pt x="65436" y="66671"/>
                  <a:pt x="68180" y="61965"/>
                </a:cubicBezTo>
                <a:cubicBezTo>
                  <a:pt x="70856" y="57135"/>
                  <a:pt x="72256" y="51345"/>
                  <a:pt x="72256" y="44594"/>
                </a:cubicBezTo>
                <a:cubicBezTo>
                  <a:pt x="72256" y="37898"/>
                  <a:pt x="70856" y="32162"/>
                  <a:pt x="68180" y="27442"/>
                </a:cubicBezTo>
                <a:cubicBezTo>
                  <a:pt x="65436" y="22626"/>
                  <a:pt x="61855" y="18976"/>
                  <a:pt x="57450" y="16507"/>
                </a:cubicBezTo>
                <a:cubicBezTo>
                  <a:pt x="53005" y="13941"/>
                  <a:pt x="48244" y="12651"/>
                  <a:pt x="43098" y="12651"/>
                </a:cubicBezTo>
                <a:cubicBezTo>
                  <a:pt x="38049" y="12651"/>
                  <a:pt x="33287" y="13941"/>
                  <a:pt x="28732" y="16507"/>
                </a:cubicBezTo>
                <a:cubicBezTo>
                  <a:pt x="24273" y="18976"/>
                  <a:pt x="20637" y="22626"/>
                  <a:pt x="17796" y="27442"/>
                </a:cubicBezTo>
                <a:cubicBezTo>
                  <a:pt x="15066" y="32162"/>
                  <a:pt x="13721" y="37898"/>
                  <a:pt x="13721" y="44594"/>
                </a:cubicBezTo>
                <a:cubicBezTo>
                  <a:pt x="13721" y="51345"/>
                  <a:pt x="15066" y="57135"/>
                  <a:pt x="17796" y="61965"/>
                </a:cubicBezTo>
                <a:cubicBezTo>
                  <a:pt x="20637" y="66671"/>
                  <a:pt x="24273" y="70321"/>
                  <a:pt x="28732" y="72900"/>
                </a:cubicBezTo>
                <a:cubicBezTo>
                  <a:pt x="33287" y="75357"/>
                  <a:pt x="38049" y="76537"/>
                  <a:pt x="43098" y="76537"/>
                </a:cubicBezTo>
                <a:close/>
                <a:moveTo>
                  <a:pt x="43098" y="76537"/>
                </a:move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45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E32590B0-E419-4609-A7BC-3A1C101D46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95323" y="211563"/>
            <a:ext cx="80612" cy="127565"/>
          </a:xfrm>
          <a:custGeom xmlns:a="http://schemas.openxmlformats.org/drawingml/2006/main">
            <a:pathLst>
              <a:path w="80612" h="127565">
                <a:moveTo>
                  <a:pt x="65175" y="80186"/>
                </a:moveTo>
                <a:cubicBezTo>
                  <a:pt x="65175" y="69360"/>
                  <a:pt x="62870" y="60826"/>
                  <a:pt x="58315" y="54665"/>
                </a:cubicBezTo>
                <a:cubicBezTo>
                  <a:pt x="53869" y="48559"/>
                  <a:pt x="47818" y="45444"/>
                  <a:pt x="40093" y="45444"/>
                </a:cubicBezTo>
                <a:cubicBezTo>
                  <a:pt x="32217" y="45444"/>
                  <a:pt x="26002" y="48559"/>
                  <a:pt x="21446" y="54665"/>
                </a:cubicBezTo>
                <a:cubicBezTo>
                  <a:pt x="16987" y="60826"/>
                  <a:pt x="14791" y="69360"/>
                  <a:pt x="14791" y="80186"/>
                </a:cubicBezTo>
                <a:cubicBezTo>
                  <a:pt x="14791" y="91067"/>
                  <a:pt x="16987" y="99643"/>
                  <a:pt x="21446" y="105914"/>
                </a:cubicBezTo>
                <a:cubicBezTo>
                  <a:pt x="26002" y="112074"/>
                  <a:pt x="32217" y="115134"/>
                  <a:pt x="40093" y="115134"/>
                </a:cubicBezTo>
                <a:cubicBezTo>
                  <a:pt x="47818" y="115134"/>
                  <a:pt x="53869" y="112074"/>
                  <a:pt x="58315" y="105914"/>
                </a:cubicBezTo>
                <a:cubicBezTo>
                  <a:pt x="62870" y="99643"/>
                  <a:pt x="65175" y="91067"/>
                  <a:pt x="65175" y="80186"/>
                </a:cubicBezTo>
                <a:close/>
                <a:moveTo>
                  <a:pt x="14791" y="48875"/>
                </a:moveTo>
                <a:cubicBezTo>
                  <a:pt x="17906" y="43469"/>
                  <a:pt x="21872" y="39448"/>
                  <a:pt x="26592" y="36869"/>
                </a:cubicBezTo>
                <a:cubicBezTo>
                  <a:pt x="31298" y="34303"/>
                  <a:pt x="36937" y="33013"/>
                  <a:pt x="43523" y="33013"/>
                </a:cubicBezTo>
                <a:cubicBezTo>
                  <a:pt x="54514" y="33013"/>
                  <a:pt x="63460" y="37404"/>
                  <a:pt x="70321" y="46089"/>
                </a:cubicBezTo>
                <a:cubicBezTo>
                  <a:pt x="77181" y="54665"/>
                  <a:pt x="80612" y="66026"/>
                  <a:pt x="80612" y="80186"/>
                </a:cubicBezTo>
                <a:cubicBezTo>
                  <a:pt x="80612" y="94333"/>
                  <a:pt x="77181" y="105804"/>
                  <a:pt x="70321" y="114489"/>
                </a:cubicBezTo>
                <a:cubicBezTo>
                  <a:pt x="63460" y="123216"/>
                  <a:pt x="54514" y="127565"/>
                  <a:pt x="43523" y="127565"/>
                </a:cubicBezTo>
                <a:cubicBezTo>
                  <a:pt x="36937" y="127565"/>
                  <a:pt x="31298" y="126276"/>
                  <a:pt x="26592" y="123710"/>
                </a:cubicBezTo>
                <a:cubicBezTo>
                  <a:pt x="21872" y="121020"/>
                  <a:pt x="17906" y="117000"/>
                  <a:pt x="14791" y="111704"/>
                </a:cubicBezTo>
                <a:lnTo>
                  <a:pt x="14791" y="125205"/>
                </a:lnTo>
                <a:lnTo>
                  <a:pt x="0" y="125205"/>
                </a:lnTo>
                <a:lnTo>
                  <a:pt x="0" y="0"/>
                </a:lnTo>
                <a:lnTo>
                  <a:pt x="14791" y="0"/>
                </a:lnTo>
                <a:lnTo>
                  <a:pt x="14791" y="48875"/>
                </a:lnTo>
                <a:close/>
                <a:moveTo>
                  <a:pt x="14791" y="48875"/>
                </a:move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45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2670325A-772F-452F-89E4-EE695ED121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00276" y="211563"/>
            <a:ext cx="14791" cy="125205"/>
          </a:xfrm>
          <a:custGeom xmlns:a="http://schemas.openxmlformats.org/drawingml/2006/main">
            <a:pathLst>
              <a:path w="14791" h="125205">
                <a:moveTo>
                  <a:pt x="0" y="35154"/>
                </a:moveTo>
                <a:lnTo>
                  <a:pt x="14791" y="35154"/>
                </a:lnTo>
                <a:lnTo>
                  <a:pt x="14791" y="125205"/>
                </a:lnTo>
                <a:lnTo>
                  <a:pt x="0" y="125205"/>
                </a:lnTo>
                <a:lnTo>
                  <a:pt x="0" y="35154"/>
                </a:lnTo>
                <a:close/>
                <a:moveTo>
                  <a:pt x="0" y="0"/>
                </a:moveTo>
                <a:lnTo>
                  <a:pt x="14791" y="0"/>
                </a:lnTo>
                <a:lnTo>
                  <a:pt x="14791" y="18867"/>
                </a:lnTo>
                <a:lnTo>
                  <a:pt x="0" y="18867"/>
                </a:lnTo>
                <a:lnTo>
                  <a:pt x="0" y="0"/>
                </a:lnTo>
                <a:close/>
                <a:moveTo>
                  <a:pt x="0" y="0"/>
                </a:move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45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57680E3B-E4DE-4AE6-A50A-4362C144A2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39559" y="211563"/>
            <a:ext cx="80612" cy="127565"/>
          </a:xfrm>
          <a:custGeom xmlns:a="http://schemas.openxmlformats.org/drawingml/2006/main">
            <a:pathLst>
              <a:path w="80612" h="127565">
                <a:moveTo>
                  <a:pt x="65820" y="48875"/>
                </a:moveTo>
                <a:lnTo>
                  <a:pt x="65820" y="0"/>
                </a:lnTo>
                <a:lnTo>
                  <a:pt x="80612" y="0"/>
                </a:lnTo>
                <a:lnTo>
                  <a:pt x="80612" y="125205"/>
                </a:lnTo>
                <a:lnTo>
                  <a:pt x="65820" y="125205"/>
                </a:lnTo>
                <a:lnTo>
                  <a:pt x="65820" y="111704"/>
                </a:lnTo>
                <a:cubicBezTo>
                  <a:pt x="62651" y="117000"/>
                  <a:pt x="58740" y="121020"/>
                  <a:pt x="54020" y="123710"/>
                </a:cubicBezTo>
                <a:cubicBezTo>
                  <a:pt x="49314" y="126276"/>
                  <a:pt x="43578" y="127565"/>
                  <a:pt x="36869" y="127565"/>
                </a:cubicBezTo>
                <a:cubicBezTo>
                  <a:pt x="25988" y="127565"/>
                  <a:pt x="17151" y="123216"/>
                  <a:pt x="10291" y="114489"/>
                </a:cubicBezTo>
                <a:cubicBezTo>
                  <a:pt x="3430" y="105804"/>
                  <a:pt x="0" y="94333"/>
                  <a:pt x="0" y="80186"/>
                </a:cubicBezTo>
                <a:cubicBezTo>
                  <a:pt x="0" y="66026"/>
                  <a:pt x="3430" y="54665"/>
                  <a:pt x="10291" y="46089"/>
                </a:cubicBezTo>
                <a:cubicBezTo>
                  <a:pt x="17151" y="37404"/>
                  <a:pt x="25988" y="33013"/>
                  <a:pt x="36869" y="33013"/>
                </a:cubicBezTo>
                <a:cubicBezTo>
                  <a:pt x="43578" y="33013"/>
                  <a:pt x="49314" y="34303"/>
                  <a:pt x="54020" y="36869"/>
                </a:cubicBezTo>
                <a:cubicBezTo>
                  <a:pt x="58740" y="39448"/>
                  <a:pt x="62651" y="43469"/>
                  <a:pt x="65820" y="48875"/>
                </a:cubicBezTo>
                <a:close/>
                <a:moveTo>
                  <a:pt x="15436" y="80186"/>
                </a:moveTo>
                <a:cubicBezTo>
                  <a:pt x="15436" y="91067"/>
                  <a:pt x="17632" y="99643"/>
                  <a:pt x="22077" y="105914"/>
                </a:cubicBezTo>
                <a:cubicBezTo>
                  <a:pt x="26482" y="112074"/>
                  <a:pt x="32643" y="115134"/>
                  <a:pt x="40519" y="115134"/>
                </a:cubicBezTo>
                <a:cubicBezTo>
                  <a:pt x="48340" y="115134"/>
                  <a:pt x="54514" y="112074"/>
                  <a:pt x="58960" y="105914"/>
                </a:cubicBezTo>
                <a:cubicBezTo>
                  <a:pt x="63515" y="99643"/>
                  <a:pt x="65820" y="91067"/>
                  <a:pt x="65820" y="80186"/>
                </a:cubicBezTo>
                <a:cubicBezTo>
                  <a:pt x="65820" y="69360"/>
                  <a:pt x="63515" y="60826"/>
                  <a:pt x="58960" y="54665"/>
                </a:cubicBezTo>
                <a:cubicBezTo>
                  <a:pt x="54514" y="48559"/>
                  <a:pt x="48340" y="45444"/>
                  <a:pt x="40519" y="45444"/>
                </a:cubicBezTo>
                <a:cubicBezTo>
                  <a:pt x="32643" y="45444"/>
                  <a:pt x="26482" y="48559"/>
                  <a:pt x="22077" y="54665"/>
                </a:cubicBezTo>
                <a:cubicBezTo>
                  <a:pt x="17632" y="60826"/>
                  <a:pt x="15436" y="69360"/>
                  <a:pt x="15436" y="80186"/>
                </a:cubicBezTo>
                <a:close/>
                <a:moveTo>
                  <a:pt x="15436" y="80186"/>
                </a:move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45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02A6E85E-7620-4A9C-81A7-C9502F219E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50508" y="211563"/>
            <a:ext cx="14791" cy="125205"/>
          </a:xfrm>
          <a:custGeom xmlns:a="http://schemas.openxmlformats.org/drawingml/2006/main">
            <a:pathLst>
              <a:path w="14791" h="125205">
                <a:moveTo>
                  <a:pt x="0" y="35154"/>
                </a:moveTo>
                <a:lnTo>
                  <a:pt x="14791" y="35154"/>
                </a:lnTo>
                <a:lnTo>
                  <a:pt x="14791" y="125205"/>
                </a:lnTo>
                <a:lnTo>
                  <a:pt x="0" y="125205"/>
                </a:lnTo>
                <a:lnTo>
                  <a:pt x="0" y="35154"/>
                </a:lnTo>
                <a:close/>
                <a:moveTo>
                  <a:pt x="0" y="0"/>
                </a:moveTo>
                <a:lnTo>
                  <a:pt x="14791" y="0"/>
                </a:lnTo>
                <a:lnTo>
                  <a:pt x="14791" y="18867"/>
                </a:lnTo>
                <a:lnTo>
                  <a:pt x="0" y="18867"/>
                </a:lnTo>
                <a:lnTo>
                  <a:pt x="0" y="0"/>
                </a:lnTo>
                <a:close/>
                <a:moveTo>
                  <a:pt x="0" y="0"/>
                </a:move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46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D902B1F1-DE1C-4239-AF7B-F4C00B2C9C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95843" y="244576"/>
            <a:ext cx="52744" cy="92192"/>
          </a:xfrm>
          <a:custGeom xmlns:a="http://schemas.openxmlformats.org/drawingml/2006/main">
            <a:pathLst>
              <a:path w="52744" h="92192">
                <a:moveTo>
                  <a:pt x="52744" y="15862"/>
                </a:moveTo>
                <a:cubicBezTo>
                  <a:pt x="51029" y="15011"/>
                  <a:pt x="49163" y="14366"/>
                  <a:pt x="47173" y="13941"/>
                </a:cubicBezTo>
                <a:cubicBezTo>
                  <a:pt x="45293" y="13406"/>
                  <a:pt x="43153" y="13076"/>
                  <a:pt x="40738" y="13076"/>
                </a:cubicBezTo>
                <a:cubicBezTo>
                  <a:pt x="32437" y="13076"/>
                  <a:pt x="26002" y="15820"/>
                  <a:pt x="21446" y="21227"/>
                </a:cubicBezTo>
                <a:cubicBezTo>
                  <a:pt x="17000" y="26688"/>
                  <a:pt x="14805" y="34522"/>
                  <a:pt x="14805" y="44813"/>
                </a:cubicBezTo>
                <a:lnTo>
                  <a:pt x="14805" y="92192"/>
                </a:lnTo>
                <a:lnTo>
                  <a:pt x="0" y="92192"/>
                </a:lnTo>
                <a:lnTo>
                  <a:pt x="0" y="2140"/>
                </a:lnTo>
                <a:lnTo>
                  <a:pt x="14805" y="2140"/>
                </a:lnTo>
                <a:lnTo>
                  <a:pt x="14805" y="16081"/>
                </a:lnTo>
                <a:cubicBezTo>
                  <a:pt x="17906" y="10661"/>
                  <a:pt x="21981" y="6655"/>
                  <a:pt x="27017" y="4075"/>
                </a:cubicBezTo>
                <a:cubicBezTo>
                  <a:pt x="32011" y="1400"/>
                  <a:pt x="38062" y="0"/>
                  <a:pt x="45239" y="0"/>
                </a:cubicBezTo>
                <a:cubicBezTo>
                  <a:pt x="46213" y="0"/>
                  <a:pt x="47283" y="110"/>
                  <a:pt x="48463" y="220"/>
                </a:cubicBezTo>
                <a:cubicBezTo>
                  <a:pt x="49739" y="370"/>
                  <a:pt x="51084" y="590"/>
                  <a:pt x="52538" y="864"/>
                </a:cubicBezTo>
                <a:lnTo>
                  <a:pt x="52744" y="15862"/>
                </a:lnTo>
                <a:close/>
                <a:moveTo>
                  <a:pt x="52744" y="15862"/>
                </a:move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46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51F39B5A-8F73-4132-8079-3A0185D420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53897" y="244576"/>
            <a:ext cx="83617" cy="94552"/>
          </a:xfrm>
          <a:custGeom xmlns:a="http://schemas.openxmlformats.org/drawingml/2006/main">
            <a:pathLst>
              <a:path w="83617" h="94552">
                <a:moveTo>
                  <a:pt x="83617" y="43523"/>
                </a:moveTo>
                <a:lnTo>
                  <a:pt x="83617" y="50604"/>
                </a:lnTo>
                <a:lnTo>
                  <a:pt x="15436" y="50604"/>
                </a:lnTo>
                <a:cubicBezTo>
                  <a:pt x="16136" y="60894"/>
                  <a:pt x="19182" y="68715"/>
                  <a:pt x="24657" y="73971"/>
                </a:cubicBezTo>
                <a:cubicBezTo>
                  <a:pt x="30228" y="79267"/>
                  <a:pt x="37843" y="81902"/>
                  <a:pt x="47599" y="81902"/>
                </a:cubicBezTo>
                <a:cubicBezTo>
                  <a:pt x="53279" y="81902"/>
                  <a:pt x="58795" y="81257"/>
                  <a:pt x="64105" y="79967"/>
                </a:cubicBezTo>
                <a:cubicBezTo>
                  <a:pt x="69511" y="78581"/>
                  <a:pt x="74876" y="76427"/>
                  <a:pt x="80186" y="73545"/>
                </a:cubicBezTo>
                <a:lnTo>
                  <a:pt x="80186" y="87692"/>
                </a:lnTo>
                <a:cubicBezTo>
                  <a:pt x="74712" y="89832"/>
                  <a:pt x="69251" y="91493"/>
                  <a:pt x="63680" y="92618"/>
                </a:cubicBezTo>
                <a:cubicBezTo>
                  <a:pt x="58095" y="93908"/>
                  <a:pt x="52415" y="94552"/>
                  <a:pt x="46734" y="94552"/>
                </a:cubicBezTo>
                <a:cubicBezTo>
                  <a:pt x="32423" y="94552"/>
                  <a:pt x="21062" y="90422"/>
                  <a:pt x="12651" y="82121"/>
                </a:cubicBezTo>
                <a:cubicBezTo>
                  <a:pt x="4185" y="73696"/>
                  <a:pt x="0" y="62335"/>
                  <a:pt x="0" y="48024"/>
                </a:cubicBezTo>
                <a:cubicBezTo>
                  <a:pt x="0" y="33342"/>
                  <a:pt x="3965" y="21652"/>
                  <a:pt x="12006" y="13076"/>
                </a:cubicBezTo>
                <a:cubicBezTo>
                  <a:pt x="19992" y="4391"/>
                  <a:pt x="30708" y="0"/>
                  <a:pt x="44168" y="0"/>
                </a:cubicBezTo>
                <a:cubicBezTo>
                  <a:pt x="56284" y="0"/>
                  <a:pt x="65875" y="3965"/>
                  <a:pt x="72887" y="11800"/>
                </a:cubicBezTo>
                <a:cubicBezTo>
                  <a:pt x="80022" y="19511"/>
                  <a:pt x="83617" y="30118"/>
                  <a:pt x="83617" y="43523"/>
                </a:cubicBezTo>
                <a:close/>
                <a:moveTo>
                  <a:pt x="68825" y="39023"/>
                </a:moveTo>
                <a:cubicBezTo>
                  <a:pt x="68661" y="31037"/>
                  <a:pt x="66355" y="24602"/>
                  <a:pt x="61965" y="19731"/>
                </a:cubicBezTo>
                <a:cubicBezTo>
                  <a:pt x="57505" y="14901"/>
                  <a:pt x="51674" y="12431"/>
                  <a:pt x="44374" y="12431"/>
                </a:cubicBezTo>
                <a:cubicBezTo>
                  <a:pt x="36073" y="12431"/>
                  <a:pt x="29418" y="14791"/>
                  <a:pt x="24437" y="19511"/>
                </a:cubicBezTo>
                <a:cubicBezTo>
                  <a:pt x="19566" y="24232"/>
                  <a:pt x="16781" y="30818"/>
                  <a:pt x="16081" y="39242"/>
                </a:cubicBezTo>
                <a:lnTo>
                  <a:pt x="68825" y="39023"/>
                </a:lnTo>
                <a:close/>
                <a:moveTo>
                  <a:pt x="68825" y="39023"/>
                </a:move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46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5B3616DD-7B4E-4F46-8D9B-008F4A0F65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55200" y="244576"/>
            <a:ext cx="71391" cy="94552"/>
          </a:xfrm>
          <a:custGeom xmlns:a="http://schemas.openxmlformats.org/drawingml/2006/main">
            <a:pathLst>
              <a:path w="71391" h="94552">
                <a:moveTo>
                  <a:pt x="71391" y="5571"/>
                </a:moveTo>
                <a:lnTo>
                  <a:pt x="71391" y="19511"/>
                </a:lnTo>
                <a:cubicBezTo>
                  <a:pt x="67096" y="17097"/>
                  <a:pt x="62870" y="15327"/>
                  <a:pt x="58740" y="14146"/>
                </a:cubicBezTo>
                <a:cubicBezTo>
                  <a:pt x="54555" y="13021"/>
                  <a:pt x="50384" y="12431"/>
                  <a:pt x="46089" y="12431"/>
                </a:cubicBezTo>
                <a:cubicBezTo>
                  <a:pt x="36334" y="12431"/>
                  <a:pt x="28828" y="15546"/>
                  <a:pt x="23587" y="21652"/>
                </a:cubicBezTo>
                <a:cubicBezTo>
                  <a:pt x="18277" y="27662"/>
                  <a:pt x="15642" y="36183"/>
                  <a:pt x="15642" y="47173"/>
                </a:cubicBezTo>
                <a:cubicBezTo>
                  <a:pt x="15642" y="58205"/>
                  <a:pt x="18277" y="66781"/>
                  <a:pt x="23587" y="72900"/>
                </a:cubicBezTo>
                <a:cubicBezTo>
                  <a:pt x="28828" y="78897"/>
                  <a:pt x="36334" y="81902"/>
                  <a:pt x="46089" y="81902"/>
                </a:cubicBezTo>
                <a:cubicBezTo>
                  <a:pt x="50384" y="81902"/>
                  <a:pt x="54555" y="81366"/>
                  <a:pt x="58740" y="80186"/>
                </a:cubicBezTo>
                <a:cubicBezTo>
                  <a:pt x="62870" y="79061"/>
                  <a:pt x="67096" y="77346"/>
                  <a:pt x="71391" y="75041"/>
                </a:cubicBezTo>
                <a:lnTo>
                  <a:pt x="71391" y="88762"/>
                </a:lnTo>
                <a:cubicBezTo>
                  <a:pt x="67206" y="90642"/>
                  <a:pt x="62925" y="92083"/>
                  <a:pt x="58521" y="93043"/>
                </a:cubicBezTo>
                <a:cubicBezTo>
                  <a:pt x="54075" y="94017"/>
                  <a:pt x="49355" y="94552"/>
                  <a:pt x="44374" y="94552"/>
                </a:cubicBezTo>
                <a:cubicBezTo>
                  <a:pt x="30763" y="94552"/>
                  <a:pt x="19992" y="90367"/>
                  <a:pt x="12006" y="81902"/>
                </a:cubicBezTo>
                <a:cubicBezTo>
                  <a:pt x="3965" y="73326"/>
                  <a:pt x="0" y="61745"/>
                  <a:pt x="0" y="47173"/>
                </a:cubicBezTo>
                <a:cubicBezTo>
                  <a:pt x="0" y="32588"/>
                  <a:pt x="3965" y="21117"/>
                  <a:pt x="12006" y="12651"/>
                </a:cubicBezTo>
                <a:cubicBezTo>
                  <a:pt x="20156" y="4240"/>
                  <a:pt x="31298" y="0"/>
                  <a:pt x="45444" y="0"/>
                </a:cubicBezTo>
                <a:cubicBezTo>
                  <a:pt x="49849" y="0"/>
                  <a:pt x="54240" y="535"/>
                  <a:pt x="58521" y="1509"/>
                </a:cubicBezTo>
                <a:cubicBezTo>
                  <a:pt x="62925" y="2360"/>
                  <a:pt x="67206" y="3760"/>
                  <a:pt x="71391" y="5571"/>
                </a:cubicBezTo>
                <a:close/>
                <a:moveTo>
                  <a:pt x="71391" y="5571"/>
                </a:move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46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94D2DA27-9B86-49D5-AC42-03D735641E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41218" y="221209"/>
            <a:ext cx="56174" cy="115559"/>
          </a:xfrm>
          <a:custGeom xmlns:a="http://schemas.openxmlformats.org/drawingml/2006/main">
            <a:pathLst>
              <a:path w="56174" h="115559">
                <a:moveTo>
                  <a:pt x="25727" y="0"/>
                </a:moveTo>
                <a:lnTo>
                  <a:pt x="25727" y="25508"/>
                </a:lnTo>
                <a:lnTo>
                  <a:pt x="56174" y="25508"/>
                </a:lnTo>
                <a:lnTo>
                  <a:pt x="56174" y="37088"/>
                </a:lnTo>
                <a:lnTo>
                  <a:pt x="25727" y="37088"/>
                </a:lnTo>
                <a:lnTo>
                  <a:pt x="25727" y="85977"/>
                </a:lnTo>
                <a:cubicBezTo>
                  <a:pt x="25727" y="93263"/>
                  <a:pt x="26701" y="97983"/>
                  <a:pt x="28732" y="100123"/>
                </a:cubicBezTo>
                <a:cubicBezTo>
                  <a:pt x="30722" y="102154"/>
                  <a:pt x="34783" y="103128"/>
                  <a:pt x="40958" y="103128"/>
                </a:cubicBezTo>
                <a:lnTo>
                  <a:pt x="56174" y="103128"/>
                </a:lnTo>
                <a:lnTo>
                  <a:pt x="56174" y="115559"/>
                </a:lnTo>
                <a:lnTo>
                  <a:pt x="40958" y="115559"/>
                </a:lnTo>
                <a:cubicBezTo>
                  <a:pt x="29487" y="115559"/>
                  <a:pt x="21556" y="113419"/>
                  <a:pt x="17151" y="109124"/>
                </a:cubicBezTo>
                <a:cubicBezTo>
                  <a:pt x="12870" y="104843"/>
                  <a:pt x="10730" y="97118"/>
                  <a:pt x="10730" y="85977"/>
                </a:cubicBezTo>
                <a:lnTo>
                  <a:pt x="10730" y="37088"/>
                </a:lnTo>
                <a:lnTo>
                  <a:pt x="0" y="37088"/>
                </a:lnTo>
                <a:lnTo>
                  <a:pt x="0" y="25508"/>
                </a:lnTo>
                <a:lnTo>
                  <a:pt x="10730" y="25508"/>
                </a:lnTo>
                <a:lnTo>
                  <a:pt x="10730" y="0"/>
                </a:lnTo>
                <a:lnTo>
                  <a:pt x="25727" y="0"/>
                </a:lnTo>
                <a:close/>
                <a:moveTo>
                  <a:pt x="25727" y="0"/>
                </a:move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46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59DE93B3-A7B3-4D8D-A211-66D0D30100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16740" y="211563"/>
            <a:ext cx="14791" cy="125205"/>
          </a:xfrm>
          <a:custGeom xmlns:a="http://schemas.openxmlformats.org/drawingml/2006/main">
            <a:pathLst>
              <a:path w="14791" h="125205">
                <a:moveTo>
                  <a:pt x="0" y="35154"/>
                </a:moveTo>
                <a:lnTo>
                  <a:pt x="14791" y="35154"/>
                </a:lnTo>
                <a:lnTo>
                  <a:pt x="14791" y="125205"/>
                </a:lnTo>
                <a:lnTo>
                  <a:pt x="0" y="125205"/>
                </a:lnTo>
                <a:lnTo>
                  <a:pt x="0" y="35154"/>
                </a:lnTo>
                <a:close/>
                <a:moveTo>
                  <a:pt x="0" y="0"/>
                </a:moveTo>
                <a:lnTo>
                  <a:pt x="14791" y="0"/>
                </a:lnTo>
                <a:lnTo>
                  <a:pt x="14791" y="18867"/>
                </a:lnTo>
                <a:lnTo>
                  <a:pt x="0" y="18867"/>
                </a:lnTo>
                <a:lnTo>
                  <a:pt x="0" y="0"/>
                </a:lnTo>
                <a:close/>
                <a:moveTo>
                  <a:pt x="0" y="0"/>
                </a:move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46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C73A847C-F453-44C8-918D-2EFA58BFE6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56023" y="244576"/>
            <a:ext cx="82766" cy="94552"/>
          </a:xfrm>
          <a:custGeom xmlns:a="http://schemas.openxmlformats.org/drawingml/2006/main">
            <a:pathLst>
              <a:path w="82766" h="94552">
                <a:moveTo>
                  <a:pt x="41383" y="12431"/>
                </a:moveTo>
                <a:cubicBezTo>
                  <a:pt x="33507" y="12431"/>
                  <a:pt x="27236" y="15601"/>
                  <a:pt x="22516" y="21872"/>
                </a:cubicBezTo>
                <a:cubicBezTo>
                  <a:pt x="17906" y="28032"/>
                  <a:pt x="15656" y="36443"/>
                  <a:pt x="15656" y="47173"/>
                </a:cubicBezTo>
                <a:cubicBezTo>
                  <a:pt x="15656" y="58054"/>
                  <a:pt x="17906" y="66575"/>
                  <a:pt x="22516" y="72681"/>
                </a:cubicBezTo>
                <a:cubicBezTo>
                  <a:pt x="27072" y="78842"/>
                  <a:pt x="33342" y="81902"/>
                  <a:pt x="41383" y="81902"/>
                </a:cubicBezTo>
                <a:cubicBezTo>
                  <a:pt x="49204" y="81902"/>
                  <a:pt x="55433" y="78842"/>
                  <a:pt x="60030" y="72681"/>
                </a:cubicBezTo>
                <a:cubicBezTo>
                  <a:pt x="64750" y="66410"/>
                  <a:pt x="67110" y="57890"/>
                  <a:pt x="67110" y="47173"/>
                </a:cubicBezTo>
                <a:cubicBezTo>
                  <a:pt x="67110" y="36608"/>
                  <a:pt x="64750" y="28197"/>
                  <a:pt x="60030" y="21872"/>
                </a:cubicBezTo>
                <a:cubicBezTo>
                  <a:pt x="55433" y="15601"/>
                  <a:pt x="49204" y="12431"/>
                  <a:pt x="41383" y="12431"/>
                </a:cubicBezTo>
                <a:close/>
                <a:moveTo>
                  <a:pt x="41383" y="0"/>
                </a:moveTo>
                <a:cubicBezTo>
                  <a:pt x="54253" y="0"/>
                  <a:pt x="64325" y="4240"/>
                  <a:pt x="71611" y="12651"/>
                </a:cubicBezTo>
                <a:cubicBezTo>
                  <a:pt x="79006" y="20952"/>
                  <a:pt x="82766" y="32478"/>
                  <a:pt x="82766" y="47173"/>
                </a:cubicBezTo>
                <a:cubicBezTo>
                  <a:pt x="82766" y="61910"/>
                  <a:pt x="79006" y="73490"/>
                  <a:pt x="71611" y="81902"/>
                </a:cubicBezTo>
                <a:cubicBezTo>
                  <a:pt x="64325" y="90367"/>
                  <a:pt x="54253" y="94552"/>
                  <a:pt x="41383" y="94552"/>
                </a:cubicBezTo>
                <a:cubicBezTo>
                  <a:pt x="28526" y="94552"/>
                  <a:pt x="18331" y="90367"/>
                  <a:pt x="10936" y="81902"/>
                </a:cubicBezTo>
                <a:cubicBezTo>
                  <a:pt x="3650" y="73490"/>
                  <a:pt x="0" y="61910"/>
                  <a:pt x="0" y="47173"/>
                </a:cubicBezTo>
                <a:cubicBezTo>
                  <a:pt x="0" y="32478"/>
                  <a:pt x="3650" y="20952"/>
                  <a:pt x="10936" y="12651"/>
                </a:cubicBezTo>
                <a:cubicBezTo>
                  <a:pt x="18331" y="4240"/>
                  <a:pt x="28526" y="0"/>
                  <a:pt x="41383" y="0"/>
                </a:cubicBezTo>
                <a:close/>
                <a:moveTo>
                  <a:pt x="41383" y="0"/>
                </a:move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46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7DD05105-ABC0-450E-AB6C-02EB0CDECF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62801" y="244576"/>
            <a:ext cx="75466" cy="92192"/>
          </a:xfrm>
          <a:custGeom xmlns:a="http://schemas.openxmlformats.org/drawingml/2006/main">
            <a:pathLst>
              <a:path w="75466" h="92192">
                <a:moveTo>
                  <a:pt x="75466" y="37733"/>
                </a:moveTo>
                <a:lnTo>
                  <a:pt x="75466" y="92192"/>
                </a:lnTo>
                <a:lnTo>
                  <a:pt x="60675" y="92192"/>
                </a:lnTo>
                <a:lnTo>
                  <a:pt x="60675" y="38378"/>
                </a:lnTo>
                <a:cubicBezTo>
                  <a:pt x="60675" y="29802"/>
                  <a:pt x="58960" y="23477"/>
                  <a:pt x="55529" y="19292"/>
                </a:cubicBezTo>
                <a:cubicBezTo>
                  <a:pt x="52195" y="15011"/>
                  <a:pt x="47269" y="12870"/>
                  <a:pt x="40724" y="12870"/>
                </a:cubicBezTo>
                <a:cubicBezTo>
                  <a:pt x="32697" y="12870"/>
                  <a:pt x="26372" y="15436"/>
                  <a:pt x="21652" y="20582"/>
                </a:cubicBezTo>
                <a:cubicBezTo>
                  <a:pt x="17042" y="25617"/>
                  <a:pt x="14791" y="32533"/>
                  <a:pt x="14791" y="41383"/>
                </a:cubicBezTo>
                <a:lnTo>
                  <a:pt x="14791" y="92192"/>
                </a:lnTo>
                <a:lnTo>
                  <a:pt x="0" y="92192"/>
                </a:lnTo>
                <a:lnTo>
                  <a:pt x="0" y="2140"/>
                </a:lnTo>
                <a:lnTo>
                  <a:pt x="14791" y="2140"/>
                </a:lnTo>
                <a:lnTo>
                  <a:pt x="14791" y="16081"/>
                </a:lnTo>
                <a:cubicBezTo>
                  <a:pt x="18331" y="10661"/>
                  <a:pt x="22503" y="6655"/>
                  <a:pt x="27223" y="4075"/>
                </a:cubicBezTo>
                <a:cubicBezTo>
                  <a:pt x="32053" y="1400"/>
                  <a:pt x="37623" y="0"/>
                  <a:pt x="43949" y="0"/>
                </a:cubicBezTo>
                <a:cubicBezTo>
                  <a:pt x="54240" y="0"/>
                  <a:pt x="62006" y="3224"/>
                  <a:pt x="67316" y="9646"/>
                </a:cubicBezTo>
                <a:cubicBezTo>
                  <a:pt x="72736" y="15971"/>
                  <a:pt x="75466" y="25302"/>
                  <a:pt x="75466" y="37733"/>
                </a:cubicBezTo>
                <a:close/>
                <a:moveTo>
                  <a:pt x="75466" y="37733"/>
                </a:move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46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771613A8-C59F-4B2F-8698-E1B5D4BA34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62005" y="244576"/>
            <a:ext cx="76111" cy="94552"/>
          </a:xfrm>
          <a:custGeom xmlns:a="http://schemas.openxmlformats.org/drawingml/2006/main">
            <a:pathLst>
              <a:path w="76111" h="94552">
                <a:moveTo>
                  <a:pt x="46528" y="46954"/>
                </a:moveTo>
                <a:cubicBezTo>
                  <a:pt x="34632" y="46954"/>
                  <a:pt x="26372" y="48353"/>
                  <a:pt x="21652" y="51029"/>
                </a:cubicBezTo>
                <a:cubicBezTo>
                  <a:pt x="17042" y="53759"/>
                  <a:pt x="14791" y="58425"/>
                  <a:pt x="14791" y="64970"/>
                </a:cubicBezTo>
                <a:cubicBezTo>
                  <a:pt x="14791" y="70266"/>
                  <a:pt x="16507" y="74506"/>
                  <a:pt x="19937" y="77607"/>
                </a:cubicBezTo>
                <a:cubicBezTo>
                  <a:pt x="23477" y="80612"/>
                  <a:pt x="28197" y="82121"/>
                  <a:pt x="34097" y="82121"/>
                </a:cubicBezTo>
                <a:cubicBezTo>
                  <a:pt x="42343" y="82121"/>
                  <a:pt x="48943" y="79267"/>
                  <a:pt x="53814" y="73545"/>
                </a:cubicBezTo>
                <a:cubicBezTo>
                  <a:pt x="58795" y="67700"/>
                  <a:pt x="61320" y="59920"/>
                  <a:pt x="61320" y="50165"/>
                </a:cubicBezTo>
                <a:lnTo>
                  <a:pt x="61320" y="46954"/>
                </a:lnTo>
                <a:lnTo>
                  <a:pt x="46528" y="46954"/>
                </a:lnTo>
                <a:close/>
                <a:moveTo>
                  <a:pt x="76111" y="40738"/>
                </a:moveTo>
                <a:lnTo>
                  <a:pt x="76111" y="92192"/>
                </a:lnTo>
                <a:lnTo>
                  <a:pt x="61320" y="92192"/>
                </a:lnTo>
                <a:lnTo>
                  <a:pt x="61320" y="78471"/>
                </a:lnTo>
                <a:cubicBezTo>
                  <a:pt x="57890" y="83932"/>
                  <a:pt x="53650" y="88007"/>
                  <a:pt x="48669" y="90697"/>
                </a:cubicBezTo>
                <a:cubicBezTo>
                  <a:pt x="43633" y="93263"/>
                  <a:pt x="37527" y="94552"/>
                  <a:pt x="30228" y="94552"/>
                </a:cubicBezTo>
                <a:cubicBezTo>
                  <a:pt x="20911" y="94552"/>
                  <a:pt x="13556" y="91973"/>
                  <a:pt x="8150" y="86827"/>
                </a:cubicBezTo>
                <a:cubicBezTo>
                  <a:pt x="2676" y="81572"/>
                  <a:pt x="0" y="74616"/>
                  <a:pt x="0" y="66040"/>
                </a:cubicBezTo>
                <a:cubicBezTo>
                  <a:pt x="0" y="55900"/>
                  <a:pt x="3321" y="48244"/>
                  <a:pt x="10085" y="43098"/>
                </a:cubicBezTo>
                <a:cubicBezTo>
                  <a:pt x="16946" y="37953"/>
                  <a:pt x="27072" y="35373"/>
                  <a:pt x="40519" y="35373"/>
                </a:cubicBezTo>
                <a:lnTo>
                  <a:pt x="61320" y="35373"/>
                </a:lnTo>
                <a:lnTo>
                  <a:pt x="61320" y="33878"/>
                </a:lnTo>
                <a:cubicBezTo>
                  <a:pt x="61320" y="27017"/>
                  <a:pt x="59015" y="21762"/>
                  <a:pt x="54459" y="18016"/>
                </a:cubicBezTo>
                <a:cubicBezTo>
                  <a:pt x="50014" y="14311"/>
                  <a:pt x="43798" y="12431"/>
                  <a:pt x="35812" y="12431"/>
                </a:cubicBezTo>
                <a:cubicBezTo>
                  <a:pt x="30667" y="12431"/>
                  <a:pt x="25562" y="13076"/>
                  <a:pt x="20582" y="14366"/>
                </a:cubicBezTo>
                <a:cubicBezTo>
                  <a:pt x="15711" y="15656"/>
                  <a:pt x="11046" y="17522"/>
                  <a:pt x="6655" y="19937"/>
                </a:cubicBezTo>
                <a:lnTo>
                  <a:pt x="6655" y="6216"/>
                </a:lnTo>
                <a:cubicBezTo>
                  <a:pt x="12061" y="4075"/>
                  <a:pt x="17261" y="2525"/>
                  <a:pt x="22297" y="1509"/>
                </a:cubicBezTo>
                <a:cubicBezTo>
                  <a:pt x="27442" y="535"/>
                  <a:pt x="32423" y="0"/>
                  <a:pt x="37308" y="0"/>
                </a:cubicBezTo>
                <a:cubicBezTo>
                  <a:pt x="50274" y="0"/>
                  <a:pt x="60030" y="3375"/>
                  <a:pt x="66465" y="10085"/>
                </a:cubicBezTo>
                <a:cubicBezTo>
                  <a:pt x="72900" y="16836"/>
                  <a:pt x="76111" y="27017"/>
                  <a:pt x="76111" y="40738"/>
                </a:cubicBezTo>
                <a:close/>
                <a:moveTo>
                  <a:pt x="76111" y="40738"/>
                </a:move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46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E87FA125-2CAD-455A-AD4F-BC88F48941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68454" y="211563"/>
            <a:ext cx="14791" cy="125205"/>
          </a:xfrm>
          <a:custGeom xmlns:a="http://schemas.openxmlformats.org/drawingml/2006/main">
            <a:pathLst>
              <a:path w="14791" h="125205">
                <a:moveTo>
                  <a:pt x="0" y="0"/>
                </a:moveTo>
                <a:lnTo>
                  <a:pt x="14791" y="0"/>
                </a:lnTo>
                <a:lnTo>
                  <a:pt x="14791" y="125205"/>
                </a:lnTo>
                <a:lnTo>
                  <a:pt x="0" y="125205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46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39D724B7-B349-401B-BCAA-6BFFE52834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60962" y="244576"/>
            <a:ext cx="76111" cy="94552"/>
          </a:xfrm>
          <a:custGeom xmlns:a="http://schemas.openxmlformats.org/drawingml/2006/main">
            <a:pathLst>
              <a:path w="76111" h="94552">
                <a:moveTo>
                  <a:pt x="46528" y="46954"/>
                </a:moveTo>
                <a:cubicBezTo>
                  <a:pt x="34632" y="46954"/>
                  <a:pt x="26372" y="48353"/>
                  <a:pt x="21652" y="51029"/>
                </a:cubicBezTo>
                <a:cubicBezTo>
                  <a:pt x="17042" y="53759"/>
                  <a:pt x="14791" y="58425"/>
                  <a:pt x="14791" y="64970"/>
                </a:cubicBezTo>
                <a:cubicBezTo>
                  <a:pt x="14791" y="70266"/>
                  <a:pt x="16507" y="74506"/>
                  <a:pt x="19937" y="77607"/>
                </a:cubicBezTo>
                <a:cubicBezTo>
                  <a:pt x="23477" y="80612"/>
                  <a:pt x="28197" y="82121"/>
                  <a:pt x="34097" y="82121"/>
                </a:cubicBezTo>
                <a:cubicBezTo>
                  <a:pt x="42343" y="82121"/>
                  <a:pt x="48943" y="79267"/>
                  <a:pt x="53814" y="73545"/>
                </a:cubicBezTo>
                <a:cubicBezTo>
                  <a:pt x="58795" y="67700"/>
                  <a:pt x="61320" y="59920"/>
                  <a:pt x="61320" y="50165"/>
                </a:cubicBezTo>
                <a:lnTo>
                  <a:pt x="61320" y="46954"/>
                </a:lnTo>
                <a:lnTo>
                  <a:pt x="46528" y="46954"/>
                </a:lnTo>
                <a:close/>
                <a:moveTo>
                  <a:pt x="76111" y="40738"/>
                </a:moveTo>
                <a:lnTo>
                  <a:pt x="76111" y="92192"/>
                </a:lnTo>
                <a:lnTo>
                  <a:pt x="61320" y="92192"/>
                </a:lnTo>
                <a:lnTo>
                  <a:pt x="61320" y="78471"/>
                </a:lnTo>
                <a:cubicBezTo>
                  <a:pt x="57890" y="83932"/>
                  <a:pt x="53650" y="88007"/>
                  <a:pt x="48669" y="90697"/>
                </a:cubicBezTo>
                <a:cubicBezTo>
                  <a:pt x="43633" y="93263"/>
                  <a:pt x="37527" y="94552"/>
                  <a:pt x="30228" y="94552"/>
                </a:cubicBezTo>
                <a:cubicBezTo>
                  <a:pt x="20911" y="94552"/>
                  <a:pt x="13556" y="91973"/>
                  <a:pt x="8150" y="86827"/>
                </a:cubicBezTo>
                <a:cubicBezTo>
                  <a:pt x="2676" y="81572"/>
                  <a:pt x="0" y="74616"/>
                  <a:pt x="0" y="66040"/>
                </a:cubicBezTo>
                <a:cubicBezTo>
                  <a:pt x="0" y="55900"/>
                  <a:pt x="3321" y="48244"/>
                  <a:pt x="10085" y="43098"/>
                </a:cubicBezTo>
                <a:cubicBezTo>
                  <a:pt x="16946" y="37953"/>
                  <a:pt x="27072" y="35373"/>
                  <a:pt x="40519" y="35373"/>
                </a:cubicBezTo>
                <a:lnTo>
                  <a:pt x="61320" y="35373"/>
                </a:lnTo>
                <a:lnTo>
                  <a:pt x="61320" y="33878"/>
                </a:lnTo>
                <a:cubicBezTo>
                  <a:pt x="61320" y="27017"/>
                  <a:pt x="59015" y="21762"/>
                  <a:pt x="54459" y="18016"/>
                </a:cubicBezTo>
                <a:cubicBezTo>
                  <a:pt x="50014" y="14311"/>
                  <a:pt x="43798" y="12431"/>
                  <a:pt x="35812" y="12431"/>
                </a:cubicBezTo>
                <a:cubicBezTo>
                  <a:pt x="30667" y="12431"/>
                  <a:pt x="25562" y="13076"/>
                  <a:pt x="20582" y="14366"/>
                </a:cubicBezTo>
                <a:cubicBezTo>
                  <a:pt x="15711" y="15656"/>
                  <a:pt x="11046" y="17522"/>
                  <a:pt x="6655" y="19937"/>
                </a:cubicBezTo>
                <a:lnTo>
                  <a:pt x="6655" y="6216"/>
                </a:lnTo>
                <a:cubicBezTo>
                  <a:pt x="12061" y="4075"/>
                  <a:pt x="17261" y="2525"/>
                  <a:pt x="22297" y="1509"/>
                </a:cubicBezTo>
                <a:cubicBezTo>
                  <a:pt x="27442" y="535"/>
                  <a:pt x="32423" y="0"/>
                  <a:pt x="37308" y="0"/>
                </a:cubicBezTo>
                <a:cubicBezTo>
                  <a:pt x="50274" y="0"/>
                  <a:pt x="60030" y="3375"/>
                  <a:pt x="66465" y="10085"/>
                </a:cubicBezTo>
                <a:cubicBezTo>
                  <a:pt x="72900" y="16836"/>
                  <a:pt x="76111" y="27017"/>
                  <a:pt x="76111" y="40738"/>
                </a:cubicBezTo>
                <a:close/>
                <a:moveTo>
                  <a:pt x="76111" y="40738"/>
                </a:move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47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B5CBBB58-D3BD-4F31-B5DF-605A3B91E5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56529" y="221209"/>
            <a:ext cx="56174" cy="115559"/>
          </a:xfrm>
          <a:custGeom xmlns:a="http://schemas.openxmlformats.org/drawingml/2006/main">
            <a:pathLst>
              <a:path w="56174" h="115559">
                <a:moveTo>
                  <a:pt x="25727" y="0"/>
                </a:moveTo>
                <a:lnTo>
                  <a:pt x="25727" y="25508"/>
                </a:lnTo>
                <a:lnTo>
                  <a:pt x="56174" y="25508"/>
                </a:lnTo>
                <a:lnTo>
                  <a:pt x="56174" y="37088"/>
                </a:lnTo>
                <a:lnTo>
                  <a:pt x="25727" y="37088"/>
                </a:lnTo>
                <a:lnTo>
                  <a:pt x="25727" y="85977"/>
                </a:lnTo>
                <a:cubicBezTo>
                  <a:pt x="25727" y="93263"/>
                  <a:pt x="26688" y="97983"/>
                  <a:pt x="28732" y="100123"/>
                </a:cubicBezTo>
                <a:cubicBezTo>
                  <a:pt x="30708" y="102154"/>
                  <a:pt x="34783" y="103128"/>
                  <a:pt x="40944" y="103128"/>
                </a:cubicBezTo>
                <a:lnTo>
                  <a:pt x="56174" y="103128"/>
                </a:lnTo>
                <a:lnTo>
                  <a:pt x="56174" y="115559"/>
                </a:lnTo>
                <a:lnTo>
                  <a:pt x="40944" y="115559"/>
                </a:lnTo>
                <a:cubicBezTo>
                  <a:pt x="29473" y="115559"/>
                  <a:pt x="21542" y="113419"/>
                  <a:pt x="17151" y="109124"/>
                </a:cubicBezTo>
                <a:cubicBezTo>
                  <a:pt x="12870" y="104843"/>
                  <a:pt x="10716" y="97118"/>
                  <a:pt x="10716" y="85977"/>
                </a:cubicBezTo>
                <a:lnTo>
                  <a:pt x="10716" y="37088"/>
                </a:lnTo>
                <a:lnTo>
                  <a:pt x="0" y="37088"/>
                </a:lnTo>
                <a:lnTo>
                  <a:pt x="0" y="25508"/>
                </a:lnTo>
                <a:lnTo>
                  <a:pt x="10716" y="25508"/>
                </a:lnTo>
                <a:lnTo>
                  <a:pt x="10716" y="0"/>
                </a:lnTo>
                <a:lnTo>
                  <a:pt x="25727" y="0"/>
                </a:lnTo>
                <a:close/>
                <a:moveTo>
                  <a:pt x="25727" y="0"/>
                </a:move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47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2E58ABAF-180C-431D-9187-37346640EC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21060" y="221209"/>
            <a:ext cx="56174" cy="115559"/>
          </a:xfrm>
          <a:custGeom xmlns:a="http://schemas.openxmlformats.org/drawingml/2006/main">
            <a:pathLst>
              <a:path w="56174" h="115559">
                <a:moveTo>
                  <a:pt x="25727" y="0"/>
                </a:moveTo>
                <a:lnTo>
                  <a:pt x="25727" y="25508"/>
                </a:lnTo>
                <a:lnTo>
                  <a:pt x="56174" y="25508"/>
                </a:lnTo>
                <a:lnTo>
                  <a:pt x="56174" y="37088"/>
                </a:lnTo>
                <a:lnTo>
                  <a:pt x="25727" y="37088"/>
                </a:lnTo>
                <a:lnTo>
                  <a:pt x="25727" y="85977"/>
                </a:lnTo>
                <a:cubicBezTo>
                  <a:pt x="25727" y="93263"/>
                  <a:pt x="26688" y="97983"/>
                  <a:pt x="28732" y="100123"/>
                </a:cubicBezTo>
                <a:cubicBezTo>
                  <a:pt x="30708" y="102154"/>
                  <a:pt x="34783" y="103128"/>
                  <a:pt x="40958" y="103128"/>
                </a:cubicBezTo>
                <a:lnTo>
                  <a:pt x="56174" y="103128"/>
                </a:lnTo>
                <a:lnTo>
                  <a:pt x="56174" y="115559"/>
                </a:lnTo>
                <a:lnTo>
                  <a:pt x="40958" y="115559"/>
                </a:lnTo>
                <a:cubicBezTo>
                  <a:pt x="29487" y="115559"/>
                  <a:pt x="21542" y="113419"/>
                  <a:pt x="17151" y="109124"/>
                </a:cubicBezTo>
                <a:cubicBezTo>
                  <a:pt x="12870" y="104843"/>
                  <a:pt x="10716" y="97118"/>
                  <a:pt x="10716" y="85977"/>
                </a:cubicBezTo>
                <a:lnTo>
                  <a:pt x="10716" y="37088"/>
                </a:lnTo>
                <a:lnTo>
                  <a:pt x="0" y="37088"/>
                </a:lnTo>
                <a:lnTo>
                  <a:pt x="0" y="25508"/>
                </a:lnTo>
                <a:lnTo>
                  <a:pt x="10716" y="25508"/>
                </a:lnTo>
                <a:lnTo>
                  <a:pt x="10716" y="0"/>
                </a:lnTo>
                <a:lnTo>
                  <a:pt x="25727" y="0"/>
                </a:lnTo>
                <a:close/>
                <a:moveTo>
                  <a:pt x="25727" y="0"/>
                </a:move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47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61C08105-795F-485B-9D3D-FF6E599B4E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90146" y="244576"/>
            <a:ext cx="83617" cy="94552"/>
          </a:xfrm>
          <a:custGeom xmlns:a="http://schemas.openxmlformats.org/drawingml/2006/main">
            <a:pathLst>
              <a:path w="83617" h="94552">
                <a:moveTo>
                  <a:pt x="83617" y="43523"/>
                </a:moveTo>
                <a:lnTo>
                  <a:pt x="83617" y="50604"/>
                </a:lnTo>
                <a:lnTo>
                  <a:pt x="15436" y="50604"/>
                </a:lnTo>
                <a:cubicBezTo>
                  <a:pt x="16136" y="60894"/>
                  <a:pt x="19196" y="68715"/>
                  <a:pt x="24657" y="73971"/>
                </a:cubicBezTo>
                <a:cubicBezTo>
                  <a:pt x="30228" y="79267"/>
                  <a:pt x="37843" y="81902"/>
                  <a:pt x="47599" y="81902"/>
                </a:cubicBezTo>
                <a:cubicBezTo>
                  <a:pt x="53279" y="81902"/>
                  <a:pt x="58795" y="81257"/>
                  <a:pt x="64105" y="79967"/>
                </a:cubicBezTo>
                <a:cubicBezTo>
                  <a:pt x="69525" y="78581"/>
                  <a:pt x="74876" y="76427"/>
                  <a:pt x="80186" y="73545"/>
                </a:cubicBezTo>
                <a:lnTo>
                  <a:pt x="80186" y="87692"/>
                </a:lnTo>
                <a:cubicBezTo>
                  <a:pt x="74725" y="89832"/>
                  <a:pt x="69251" y="91493"/>
                  <a:pt x="63680" y="92618"/>
                </a:cubicBezTo>
                <a:cubicBezTo>
                  <a:pt x="58109" y="93908"/>
                  <a:pt x="52428" y="94552"/>
                  <a:pt x="46748" y="94552"/>
                </a:cubicBezTo>
                <a:cubicBezTo>
                  <a:pt x="32437" y="94552"/>
                  <a:pt x="21062" y="90422"/>
                  <a:pt x="12651" y="82121"/>
                </a:cubicBezTo>
                <a:cubicBezTo>
                  <a:pt x="4185" y="73696"/>
                  <a:pt x="0" y="62335"/>
                  <a:pt x="0" y="48024"/>
                </a:cubicBezTo>
                <a:cubicBezTo>
                  <a:pt x="0" y="33342"/>
                  <a:pt x="3965" y="21652"/>
                  <a:pt x="12006" y="13076"/>
                </a:cubicBezTo>
                <a:cubicBezTo>
                  <a:pt x="19992" y="4391"/>
                  <a:pt x="30722" y="0"/>
                  <a:pt x="44168" y="0"/>
                </a:cubicBezTo>
                <a:cubicBezTo>
                  <a:pt x="56284" y="0"/>
                  <a:pt x="65875" y="3965"/>
                  <a:pt x="72900" y="11800"/>
                </a:cubicBezTo>
                <a:cubicBezTo>
                  <a:pt x="80022" y="19511"/>
                  <a:pt x="83617" y="30118"/>
                  <a:pt x="83617" y="43523"/>
                </a:cubicBezTo>
                <a:close/>
                <a:moveTo>
                  <a:pt x="68825" y="39023"/>
                </a:moveTo>
                <a:cubicBezTo>
                  <a:pt x="68661" y="31037"/>
                  <a:pt x="66355" y="24602"/>
                  <a:pt x="61965" y="19731"/>
                </a:cubicBezTo>
                <a:cubicBezTo>
                  <a:pt x="57519" y="14901"/>
                  <a:pt x="51674" y="12431"/>
                  <a:pt x="44388" y="12431"/>
                </a:cubicBezTo>
                <a:cubicBezTo>
                  <a:pt x="36073" y="12431"/>
                  <a:pt x="29432" y="14791"/>
                  <a:pt x="24451" y="19511"/>
                </a:cubicBezTo>
                <a:cubicBezTo>
                  <a:pt x="19566" y="24232"/>
                  <a:pt x="16781" y="30818"/>
                  <a:pt x="16081" y="39242"/>
                </a:cubicBezTo>
                <a:lnTo>
                  <a:pt x="68825" y="39023"/>
                </a:lnTo>
                <a:close/>
                <a:moveTo>
                  <a:pt x="68825" y="39023"/>
                </a:move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47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A053EC16-A9CE-44A8-BF92-1DF0AAB2A4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97459" y="244576"/>
            <a:ext cx="75466" cy="92192"/>
          </a:xfrm>
          <a:custGeom xmlns:a="http://schemas.openxmlformats.org/drawingml/2006/main">
            <a:pathLst>
              <a:path w="75466" h="92192">
                <a:moveTo>
                  <a:pt x="75466" y="37733"/>
                </a:moveTo>
                <a:lnTo>
                  <a:pt x="75466" y="92192"/>
                </a:lnTo>
                <a:lnTo>
                  <a:pt x="60661" y="92192"/>
                </a:lnTo>
                <a:lnTo>
                  <a:pt x="60661" y="38378"/>
                </a:lnTo>
                <a:cubicBezTo>
                  <a:pt x="60661" y="29802"/>
                  <a:pt x="58960" y="23477"/>
                  <a:pt x="55529" y="19292"/>
                </a:cubicBezTo>
                <a:cubicBezTo>
                  <a:pt x="52195" y="15011"/>
                  <a:pt x="47269" y="12870"/>
                  <a:pt x="40724" y="12870"/>
                </a:cubicBezTo>
                <a:cubicBezTo>
                  <a:pt x="32684" y="12870"/>
                  <a:pt x="26358" y="15436"/>
                  <a:pt x="21652" y="20582"/>
                </a:cubicBezTo>
                <a:cubicBezTo>
                  <a:pt x="17042" y="25617"/>
                  <a:pt x="14791" y="32533"/>
                  <a:pt x="14791" y="41383"/>
                </a:cubicBezTo>
                <a:lnTo>
                  <a:pt x="14791" y="92192"/>
                </a:lnTo>
                <a:lnTo>
                  <a:pt x="0" y="92192"/>
                </a:lnTo>
                <a:lnTo>
                  <a:pt x="0" y="2140"/>
                </a:lnTo>
                <a:lnTo>
                  <a:pt x="14791" y="2140"/>
                </a:lnTo>
                <a:lnTo>
                  <a:pt x="14791" y="16081"/>
                </a:lnTo>
                <a:cubicBezTo>
                  <a:pt x="18331" y="10661"/>
                  <a:pt x="22503" y="6655"/>
                  <a:pt x="27223" y="4075"/>
                </a:cubicBezTo>
                <a:cubicBezTo>
                  <a:pt x="32053" y="1400"/>
                  <a:pt x="37623" y="0"/>
                  <a:pt x="43949" y="0"/>
                </a:cubicBezTo>
                <a:cubicBezTo>
                  <a:pt x="54240" y="0"/>
                  <a:pt x="62006" y="3224"/>
                  <a:pt x="67316" y="9646"/>
                </a:cubicBezTo>
                <a:cubicBezTo>
                  <a:pt x="72722" y="15971"/>
                  <a:pt x="75466" y="25302"/>
                  <a:pt x="75466" y="37733"/>
                </a:cubicBezTo>
                <a:close/>
                <a:moveTo>
                  <a:pt x="75466" y="37733"/>
                </a:move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47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59B410C8-3633-4C0D-BEF7-CFBB507E32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1298" y="221209"/>
            <a:ext cx="56174" cy="115559"/>
          </a:xfrm>
          <a:custGeom xmlns:a="http://schemas.openxmlformats.org/drawingml/2006/main">
            <a:pathLst>
              <a:path w="56174" h="115559">
                <a:moveTo>
                  <a:pt x="25727" y="0"/>
                </a:moveTo>
                <a:lnTo>
                  <a:pt x="25727" y="25508"/>
                </a:lnTo>
                <a:lnTo>
                  <a:pt x="56174" y="25508"/>
                </a:lnTo>
                <a:lnTo>
                  <a:pt x="56174" y="37088"/>
                </a:lnTo>
                <a:lnTo>
                  <a:pt x="25727" y="37088"/>
                </a:lnTo>
                <a:lnTo>
                  <a:pt x="25727" y="85977"/>
                </a:lnTo>
                <a:cubicBezTo>
                  <a:pt x="25727" y="93263"/>
                  <a:pt x="26701" y="97983"/>
                  <a:pt x="28732" y="100123"/>
                </a:cubicBezTo>
                <a:cubicBezTo>
                  <a:pt x="30722" y="102154"/>
                  <a:pt x="34797" y="103128"/>
                  <a:pt x="40958" y="103128"/>
                </a:cubicBezTo>
                <a:lnTo>
                  <a:pt x="56174" y="103128"/>
                </a:lnTo>
                <a:lnTo>
                  <a:pt x="56174" y="115559"/>
                </a:lnTo>
                <a:lnTo>
                  <a:pt x="40958" y="115559"/>
                </a:lnTo>
                <a:cubicBezTo>
                  <a:pt x="29487" y="115559"/>
                  <a:pt x="21556" y="113419"/>
                  <a:pt x="17151" y="109124"/>
                </a:cubicBezTo>
                <a:cubicBezTo>
                  <a:pt x="12870" y="104843"/>
                  <a:pt x="10730" y="97118"/>
                  <a:pt x="10730" y="85977"/>
                </a:cubicBezTo>
                <a:lnTo>
                  <a:pt x="10730" y="37088"/>
                </a:lnTo>
                <a:lnTo>
                  <a:pt x="0" y="37088"/>
                </a:lnTo>
                <a:lnTo>
                  <a:pt x="0" y="25508"/>
                </a:lnTo>
                <a:lnTo>
                  <a:pt x="10730" y="25508"/>
                </a:lnTo>
                <a:lnTo>
                  <a:pt x="10730" y="0"/>
                </a:lnTo>
                <a:lnTo>
                  <a:pt x="25727" y="0"/>
                </a:lnTo>
                <a:close/>
                <a:moveTo>
                  <a:pt x="25727" y="0"/>
                </a:move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47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40CC4AF7-68BF-4388-A9F9-34D6F1E460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66764" y="211563"/>
            <a:ext cx="14805" cy="125205"/>
          </a:xfrm>
          <a:custGeom xmlns:a="http://schemas.openxmlformats.org/drawingml/2006/main">
            <a:pathLst>
              <a:path w="14805" h="125205">
                <a:moveTo>
                  <a:pt x="0" y="35154"/>
                </a:moveTo>
                <a:lnTo>
                  <a:pt x="14805" y="35154"/>
                </a:lnTo>
                <a:lnTo>
                  <a:pt x="14805" y="125205"/>
                </a:lnTo>
                <a:lnTo>
                  <a:pt x="0" y="125205"/>
                </a:lnTo>
                <a:lnTo>
                  <a:pt x="0" y="35154"/>
                </a:lnTo>
                <a:close/>
                <a:moveTo>
                  <a:pt x="0" y="0"/>
                </a:moveTo>
                <a:lnTo>
                  <a:pt x="14805" y="0"/>
                </a:lnTo>
                <a:lnTo>
                  <a:pt x="14805" y="18867"/>
                </a:lnTo>
                <a:lnTo>
                  <a:pt x="0" y="18867"/>
                </a:lnTo>
                <a:lnTo>
                  <a:pt x="0" y="0"/>
                </a:lnTo>
                <a:close/>
                <a:moveTo>
                  <a:pt x="0" y="0"/>
                </a:move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47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AA94C937-2EED-4196-9576-103C235C7B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06116" y="244576"/>
            <a:ext cx="82752" cy="94552"/>
          </a:xfrm>
          <a:custGeom xmlns:a="http://schemas.openxmlformats.org/drawingml/2006/main">
            <a:pathLst>
              <a:path w="82752" h="94552">
                <a:moveTo>
                  <a:pt x="41369" y="12431"/>
                </a:moveTo>
                <a:cubicBezTo>
                  <a:pt x="33493" y="12431"/>
                  <a:pt x="27223" y="15601"/>
                  <a:pt x="22503" y="21872"/>
                </a:cubicBezTo>
                <a:cubicBezTo>
                  <a:pt x="17892" y="28032"/>
                  <a:pt x="15642" y="36443"/>
                  <a:pt x="15642" y="47173"/>
                </a:cubicBezTo>
                <a:cubicBezTo>
                  <a:pt x="15642" y="58054"/>
                  <a:pt x="17892" y="66575"/>
                  <a:pt x="22503" y="72681"/>
                </a:cubicBezTo>
                <a:cubicBezTo>
                  <a:pt x="27058" y="78842"/>
                  <a:pt x="33329" y="81902"/>
                  <a:pt x="41369" y="81902"/>
                </a:cubicBezTo>
                <a:cubicBezTo>
                  <a:pt x="49204" y="81902"/>
                  <a:pt x="55420" y="78842"/>
                  <a:pt x="60030" y="72681"/>
                </a:cubicBezTo>
                <a:cubicBezTo>
                  <a:pt x="64736" y="66410"/>
                  <a:pt x="67096" y="57890"/>
                  <a:pt x="67096" y="47173"/>
                </a:cubicBezTo>
                <a:cubicBezTo>
                  <a:pt x="67096" y="36608"/>
                  <a:pt x="64736" y="28197"/>
                  <a:pt x="60030" y="21872"/>
                </a:cubicBezTo>
                <a:cubicBezTo>
                  <a:pt x="55420" y="15601"/>
                  <a:pt x="49204" y="12431"/>
                  <a:pt x="41369" y="12431"/>
                </a:cubicBezTo>
                <a:close/>
                <a:moveTo>
                  <a:pt x="41369" y="0"/>
                </a:moveTo>
                <a:cubicBezTo>
                  <a:pt x="54240" y="0"/>
                  <a:pt x="64311" y="4240"/>
                  <a:pt x="71597" y="12651"/>
                </a:cubicBezTo>
                <a:cubicBezTo>
                  <a:pt x="78993" y="20952"/>
                  <a:pt x="82752" y="32478"/>
                  <a:pt x="82752" y="47173"/>
                </a:cubicBezTo>
                <a:cubicBezTo>
                  <a:pt x="82752" y="61910"/>
                  <a:pt x="78993" y="73490"/>
                  <a:pt x="71597" y="81902"/>
                </a:cubicBezTo>
                <a:cubicBezTo>
                  <a:pt x="64311" y="90367"/>
                  <a:pt x="54240" y="94552"/>
                  <a:pt x="41369" y="94552"/>
                </a:cubicBezTo>
                <a:cubicBezTo>
                  <a:pt x="28513" y="94552"/>
                  <a:pt x="18331" y="90367"/>
                  <a:pt x="10936" y="81902"/>
                </a:cubicBezTo>
                <a:cubicBezTo>
                  <a:pt x="3636" y="73490"/>
                  <a:pt x="0" y="61910"/>
                  <a:pt x="0" y="47173"/>
                </a:cubicBezTo>
                <a:cubicBezTo>
                  <a:pt x="0" y="32478"/>
                  <a:pt x="3636" y="20952"/>
                  <a:pt x="10936" y="12651"/>
                </a:cubicBezTo>
                <a:cubicBezTo>
                  <a:pt x="18331" y="4240"/>
                  <a:pt x="28513" y="0"/>
                  <a:pt x="41369" y="0"/>
                </a:cubicBezTo>
                <a:close/>
                <a:moveTo>
                  <a:pt x="41369" y="0"/>
                </a:move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47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2580D8AC-C495-4331-9A92-2138D11D3A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12826" y="244576"/>
            <a:ext cx="75466" cy="92192"/>
          </a:xfrm>
          <a:custGeom xmlns:a="http://schemas.openxmlformats.org/drawingml/2006/main">
            <a:pathLst>
              <a:path w="75466" h="92192">
                <a:moveTo>
                  <a:pt x="75466" y="37733"/>
                </a:moveTo>
                <a:lnTo>
                  <a:pt x="75466" y="92192"/>
                </a:lnTo>
                <a:lnTo>
                  <a:pt x="60675" y="92192"/>
                </a:lnTo>
                <a:lnTo>
                  <a:pt x="60675" y="38378"/>
                </a:lnTo>
                <a:cubicBezTo>
                  <a:pt x="60675" y="29802"/>
                  <a:pt x="58960" y="23477"/>
                  <a:pt x="55529" y="19292"/>
                </a:cubicBezTo>
                <a:cubicBezTo>
                  <a:pt x="52209" y="15011"/>
                  <a:pt x="47269" y="12870"/>
                  <a:pt x="40738" y="12870"/>
                </a:cubicBezTo>
                <a:cubicBezTo>
                  <a:pt x="32697" y="12870"/>
                  <a:pt x="26372" y="15436"/>
                  <a:pt x="21652" y="20582"/>
                </a:cubicBezTo>
                <a:cubicBezTo>
                  <a:pt x="17042" y="25617"/>
                  <a:pt x="14791" y="32533"/>
                  <a:pt x="14791" y="41383"/>
                </a:cubicBezTo>
                <a:lnTo>
                  <a:pt x="14791" y="92192"/>
                </a:lnTo>
                <a:lnTo>
                  <a:pt x="0" y="92192"/>
                </a:lnTo>
                <a:lnTo>
                  <a:pt x="0" y="2140"/>
                </a:lnTo>
                <a:lnTo>
                  <a:pt x="14791" y="2140"/>
                </a:lnTo>
                <a:lnTo>
                  <a:pt x="14791" y="16081"/>
                </a:lnTo>
                <a:cubicBezTo>
                  <a:pt x="18331" y="10661"/>
                  <a:pt x="22516" y="6655"/>
                  <a:pt x="27223" y="4075"/>
                </a:cubicBezTo>
                <a:cubicBezTo>
                  <a:pt x="32053" y="1400"/>
                  <a:pt x="37623" y="0"/>
                  <a:pt x="43949" y="0"/>
                </a:cubicBezTo>
                <a:cubicBezTo>
                  <a:pt x="54240" y="0"/>
                  <a:pt x="62020" y="3224"/>
                  <a:pt x="67316" y="9646"/>
                </a:cubicBezTo>
                <a:cubicBezTo>
                  <a:pt x="72736" y="15971"/>
                  <a:pt x="75466" y="25302"/>
                  <a:pt x="75466" y="37733"/>
                </a:cubicBezTo>
                <a:close/>
                <a:moveTo>
                  <a:pt x="75466" y="37733"/>
                </a:move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47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92711873-372F-4456-9A14-E8F484C275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68478" y="244576"/>
            <a:ext cx="96473" cy="126495"/>
          </a:xfrm>
          <a:custGeom xmlns:a="http://schemas.openxmlformats.org/drawingml/2006/main">
            <a:pathLst>
              <a:path w="96473" h="126495">
                <a:moveTo>
                  <a:pt x="28718" y="79116"/>
                </a:moveTo>
                <a:lnTo>
                  <a:pt x="28718" y="126495"/>
                </a:lnTo>
                <a:lnTo>
                  <a:pt x="0" y="126495"/>
                </a:lnTo>
                <a:lnTo>
                  <a:pt x="0" y="2140"/>
                </a:lnTo>
                <a:lnTo>
                  <a:pt x="28718" y="2140"/>
                </a:lnTo>
                <a:lnTo>
                  <a:pt x="28718" y="15230"/>
                </a:lnTo>
                <a:cubicBezTo>
                  <a:pt x="32697" y="10085"/>
                  <a:pt x="37088" y="6325"/>
                  <a:pt x="41808" y="3856"/>
                </a:cubicBezTo>
                <a:cubicBezTo>
                  <a:pt x="46624" y="1290"/>
                  <a:pt x="52195" y="0"/>
                  <a:pt x="58521" y="0"/>
                </a:cubicBezTo>
                <a:cubicBezTo>
                  <a:pt x="69676" y="0"/>
                  <a:pt x="78732" y="4446"/>
                  <a:pt x="85757" y="13296"/>
                </a:cubicBezTo>
                <a:cubicBezTo>
                  <a:pt x="92878" y="22036"/>
                  <a:pt x="96473" y="33342"/>
                  <a:pt x="96473" y="47173"/>
                </a:cubicBezTo>
                <a:cubicBezTo>
                  <a:pt x="96473" y="61045"/>
                  <a:pt x="92878" y="72406"/>
                  <a:pt x="85757" y="81257"/>
                </a:cubicBezTo>
                <a:cubicBezTo>
                  <a:pt x="78732" y="90148"/>
                  <a:pt x="69676" y="94552"/>
                  <a:pt x="58521" y="94552"/>
                </a:cubicBezTo>
                <a:cubicBezTo>
                  <a:pt x="52195" y="94552"/>
                  <a:pt x="46624" y="93317"/>
                  <a:pt x="41808" y="90903"/>
                </a:cubicBezTo>
                <a:cubicBezTo>
                  <a:pt x="37088" y="88337"/>
                  <a:pt x="32697" y="84426"/>
                  <a:pt x="28718" y="79116"/>
                </a:cubicBezTo>
                <a:close/>
                <a:moveTo>
                  <a:pt x="47804" y="20801"/>
                </a:moveTo>
                <a:cubicBezTo>
                  <a:pt x="41644" y="20801"/>
                  <a:pt x="36924" y="23106"/>
                  <a:pt x="33658" y="27662"/>
                </a:cubicBezTo>
                <a:cubicBezTo>
                  <a:pt x="30337" y="32272"/>
                  <a:pt x="28718" y="38749"/>
                  <a:pt x="28718" y="47173"/>
                </a:cubicBezTo>
                <a:cubicBezTo>
                  <a:pt x="28718" y="55749"/>
                  <a:pt x="30337" y="62335"/>
                  <a:pt x="33658" y="66891"/>
                </a:cubicBezTo>
                <a:cubicBezTo>
                  <a:pt x="36924" y="71336"/>
                  <a:pt x="41644" y="73545"/>
                  <a:pt x="47804" y="73545"/>
                </a:cubicBezTo>
                <a:cubicBezTo>
                  <a:pt x="53910" y="73545"/>
                  <a:pt x="58630" y="71336"/>
                  <a:pt x="61951" y="66891"/>
                </a:cubicBezTo>
                <a:cubicBezTo>
                  <a:pt x="65230" y="62335"/>
                  <a:pt x="66891" y="55749"/>
                  <a:pt x="66891" y="47173"/>
                </a:cubicBezTo>
                <a:cubicBezTo>
                  <a:pt x="66891" y="38598"/>
                  <a:pt x="65230" y="32107"/>
                  <a:pt x="61951" y="27662"/>
                </a:cubicBezTo>
                <a:cubicBezTo>
                  <a:pt x="58630" y="23106"/>
                  <a:pt x="53910" y="20801"/>
                  <a:pt x="47804" y="20801"/>
                </a:cubicBezTo>
                <a:close/>
                <a:moveTo>
                  <a:pt x="47804" y="20801"/>
                </a:move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47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25913E79-29DF-43F1-A681-417E5CBD31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86343" y="244576"/>
            <a:ext cx="66891" cy="92192"/>
          </a:xfrm>
          <a:custGeom xmlns:a="http://schemas.openxmlformats.org/drawingml/2006/main">
            <a:pathLst>
              <a:path w="66891" h="92192">
                <a:moveTo>
                  <a:pt x="66891" y="26592"/>
                </a:moveTo>
                <a:cubicBezTo>
                  <a:pt x="64311" y="25466"/>
                  <a:pt x="61745" y="24602"/>
                  <a:pt x="59166" y="24012"/>
                </a:cubicBezTo>
                <a:cubicBezTo>
                  <a:pt x="56696" y="23477"/>
                  <a:pt x="54240" y="23161"/>
                  <a:pt x="51660" y="23161"/>
                </a:cubicBezTo>
                <a:cubicBezTo>
                  <a:pt x="44374" y="23161"/>
                  <a:pt x="38694" y="25617"/>
                  <a:pt x="34728" y="30447"/>
                </a:cubicBezTo>
                <a:cubicBezTo>
                  <a:pt x="30708" y="35167"/>
                  <a:pt x="28718" y="41918"/>
                  <a:pt x="28718" y="50604"/>
                </a:cubicBezTo>
                <a:lnTo>
                  <a:pt x="28718" y="92192"/>
                </a:lnTo>
                <a:lnTo>
                  <a:pt x="0" y="92192"/>
                </a:lnTo>
                <a:lnTo>
                  <a:pt x="0" y="2140"/>
                </a:lnTo>
                <a:lnTo>
                  <a:pt x="28718" y="2140"/>
                </a:lnTo>
                <a:lnTo>
                  <a:pt x="28718" y="16946"/>
                </a:lnTo>
                <a:cubicBezTo>
                  <a:pt x="32423" y="11100"/>
                  <a:pt x="36649" y="6806"/>
                  <a:pt x="41369" y="4075"/>
                </a:cubicBezTo>
                <a:cubicBezTo>
                  <a:pt x="46199" y="1400"/>
                  <a:pt x="51989" y="0"/>
                  <a:pt x="58740" y="0"/>
                </a:cubicBezTo>
                <a:cubicBezTo>
                  <a:pt x="59591" y="0"/>
                  <a:pt x="60565" y="110"/>
                  <a:pt x="61745" y="220"/>
                </a:cubicBezTo>
                <a:cubicBezTo>
                  <a:pt x="62870" y="220"/>
                  <a:pt x="64531" y="370"/>
                  <a:pt x="66671" y="645"/>
                </a:cubicBezTo>
                <a:lnTo>
                  <a:pt x="66891" y="26592"/>
                </a:lnTo>
                <a:close/>
                <a:moveTo>
                  <a:pt x="66891" y="26592"/>
                </a:move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48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D9B1D003-B3E9-46C8-850D-CFA8DA1A56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60684" y="244576"/>
            <a:ext cx="96679" cy="94552"/>
          </a:xfrm>
          <a:custGeom xmlns:a="http://schemas.openxmlformats.org/drawingml/2006/main">
            <a:pathLst>
              <a:path w="96679" h="94552">
                <a:moveTo>
                  <a:pt x="96679" y="46954"/>
                </a:moveTo>
                <a:lnTo>
                  <a:pt x="96679" y="55104"/>
                </a:lnTo>
                <a:lnTo>
                  <a:pt x="29363" y="55104"/>
                </a:lnTo>
                <a:cubicBezTo>
                  <a:pt x="30063" y="61855"/>
                  <a:pt x="32478" y="66891"/>
                  <a:pt x="36649" y="70321"/>
                </a:cubicBezTo>
                <a:cubicBezTo>
                  <a:pt x="40779" y="73751"/>
                  <a:pt x="46624" y="75466"/>
                  <a:pt x="54240" y="75466"/>
                </a:cubicBezTo>
                <a:cubicBezTo>
                  <a:pt x="60236" y="75466"/>
                  <a:pt x="66342" y="74561"/>
                  <a:pt x="72667" y="72681"/>
                </a:cubicBezTo>
                <a:cubicBezTo>
                  <a:pt x="79102" y="70856"/>
                  <a:pt x="85647" y="68125"/>
                  <a:pt x="92398" y="64531"/>
                </a:cubicBezTo>
                <a:lnTo>
                  <a:pt x="92398" y="86622"/>
                </a:lnTo>
                <a:cubicBezTo>
                  <a:pt x="85538" y="89187"/>
                  <a:pt x="78677" y="91122"/>
                  <a:pt x="71816" y="92412"/>
                </a:cubicBezTo>
                <a:cubicBezTo>
                  <a:pt x="65066" y="93798"/>
                  <a:pt x="58315" y="94552"/>
                  <a:pt x="51454" y="94552"/>
                </a:cubicBezTo>
                <a:cubicBezTo>
                  <a:pt x="35154" y="94552"/>
                  <a:pt x="22503" y="90422"/>
                  <a:pt x="13502" y="82121"/>
                </a:cubicBezTo>
                <a:cubicBezTo>
                  <a:pt x="4501" y="73861"/>
                  <a:pt x="0" y="62171"/>
                  <a:pt x="0" y="47173"/>
                </a:cubicBezTo>
                <a:cubicBezTo>
                  <a:pt x="0" y="32588"/>
                  <a:pt x="4391" y="21117"/>
                  <a:pt x="13282" y="12651"/>
                </a:cubicBezTo>
                <a:cubicBezTo>
                  <a:pt x="22132" y="4240"/>
                  <a:pt x="34344" y="0"/>
                  <a:pt x="49945" y="0"/>
                </a:cubicBezTo>
                <a:cubicBezTo>
                  <a:pt x="64091" y="0"/>
                  <a:pt x="75357" y="4295"/>
                  <a:pt x="83822" y="12870"/>
                </a:cubicBezTo>
                <a:cubicBezTo>
                  <a:pt x="92398" y="21336"/>
                  <a:pt x="96679" y="32697"/>
                  <a:pt x="96679" y="46954"/>
                </a:cubicBezTo>
                <a:close/>
                <a:moveTo>
                  <a:pt x="67096" y="37308"/>
                </a:moveTo>
                <a:cubicBezTo>
                  <a:pt x="67096" y="31888"/>
                  <a:pt x="65436" y="27552"/>
                  <a:pt x="62171" y="24232"/>
                </a:cubicBezTo>
                <a:cubicBezTo>
                  <a:pt x="59001" y="20801"/>
                  <a:pt x="54885" y="19086"/>
                  <a:pt x="49739" y="19086"/>
                </a:cubicBezTo>
                <a:cubicBezTo>
                  <a:pt x="44155" y="19086"/>
                  <a:pt x="39544" y="20691"/>
                  <a:pt x="36018" y="23806"/>
                </a:cubicBezTo>
                <a:cubicBezTo>
                  <a:pt x="32588" y="26962"/>
                  <a:pt x="30433" y="31463"/>
                  <a:pt x="29583" y="37308"/>
                </a:cubicBezTo>
                <a:lnTo>
                  <a:pt x="67096" y="37308"/>
                </a:lnTo>
                <a:close/>
                <a:moveTo>
                  <a:pt x="67096" y="37308"/>
                </a:move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48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6F113BA9-84C1-4FDF-BACD-C44291F689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68683" y="211563"/>
            <a:ext cx="104830" cy="125205"/>
          </a:xfrm>
          <a:custGeom xmlns:a="http://schemas.openxmlformats.org/drawingml/2006/main">
            <a:pathLst>
              <a:path w="104830" h="125205">
                <a:moveTo>
                  <a:pt x="75672" y="0"/>
                </a:moveTo>
                <a:lnTo>
                  <a:pt x="104830" y="0"/>
                </a:lnTo>
                <a:lnTo>
                  <a:pt x="104830" y="23587"/>
                </a:lnTo>
                <a:lnTo>
                  <a:pt x="75672" y="23587"/>
                </a:lnTo>
                <a:lnTo>
                  <a:pt x="75672" y="0"/>
                </a:lnTo>
                <a:close/>
                <a:moveTo>
                  <a:pt x="69882" y="0"/>
                </a:moveTo>
                <a:lnTo>
                  <a:pt x="69882" y="19086"/>
                </a:lnTo>
                <a:lnTo>
                  <a:pt x="53814" y="19086"/>
                </a:lnTo>
                <a:cubicBezTo>
                  <a:pt x="49794" y="19086"/>
                  <a:pt x="46995" y="19827"/>
                  <a:pt x="45444" y="21227"/>
                </a:cubicBezTo>
                <a:cubicBezTo>
                  <a:pt x="44004" y="22667"/>
                  <a:pt x="43304" y="25247"/>
                  <a:pt x="43304" y="28938"/>
                </a:cubicBezTo>
                <a:lnTo>
                  <a:pt x="43304" y="35154"/>
                </a:lnTo>
                <a:lnTo>
                  <a:pt x="104830" y="35154"/>
                </a:lnTo>
                <a:lnTo>
                  <a:pt x="104830" y="125205"/>
                </a:lnTo>
                <a:lnTo>
                  <a:pt x="75672" y="125205"/>
                </a:lnTo>
                <a:lnTo>
                  <a:pt x="75672" y="55735"/>
                </a:lnTo>
                <a:lnTo>
                  <a:pt x="43304" y="55735"/>
                </a:lnTo>
                <a:lnTo>
                  <a:pt x="43304" y="125205"/>
                </a:lnTo>
                <a:lnTo>
                  <a:pt x="14146" y="125205"/>
                </a:lnTo>
                <a:lnTo>
                  <a:pt x="14146" y="55735"/>
                </a:lnTo>
                <a:lnTo>
                  <a:pt x="0" y="55735"/>
                </a:lnTo>
                <a:lnTo>
                  <a:pt x="0" y="35154"/>
                </a:lnTo>
                <a:lnTo>
                  <a:pt x="14146" y="35154"/>
                </a:lnTo>
                <a:lnTo>
                  <a:pt x="14146" y="28938"/>
                </a:lnTo>
                <a:cubicBezTo>
                  <a:pt x="14146" y="19086"/>
                  <a:pt x="16822" y="11786"/>
                  <a:pt x="22297" y="7080"/>
                </a:cubicBezTo>
                <a:cubicBezTo>
                  <a:pt x="27868" y="2360"/>
                  <a:pt x="36334" y="0"/>
                  <a:pt x="47804" y="0"/>
                </a:cubicBezTo>
                <a:lnTo>
                  <a:pt x="69882" y="0"/>
                </a:lnTo>
                <a:close/>
                <a:moveTo>
                  <a:pt x="69882" y="0"/>
                </a:move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48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86F7E81D-6458-4F24-A54C-6F08F2D602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89868" y="246716"/>
            <a:ext cx="101193" cy="90052"/>
          </a:xfrm>
          <a:custGeom xmlns:a="http://schemas.openxmlformats.org/drawingml/2006/main">
            <a:pathLst>
              <a:path w="101193" h="90052">
                <a:moveTo>
                  <a:pt x="34083" y="43963"/>
                </a:moveTo>
                <a:lnTo>
                  <a:pt x="1496" y="0"/>
                </a:lnTo>
                <a:lnTo>
                  <a:pt x="31943" y="0"/>
                </a:lnTo>
                <a:lnTo>
                  <a:pt x="50384" y="26592"/>
                </a:lnTo>
                <a:lnTo>
                  <a:pt x="69031" y="0"/>
                </a:lnTo>
                <a:lnTo>
                  <a:pt x="99478" y="0"/>
                </a:lnTo>
                <a:lnTo>
                  <a:pt x="67096" y="43743"/>
                </a:lnTo>
                <a:lnTo>
                  <a:pt x="101193" y="90052"/>
                </a:lnTo>
                <a:lnTo>
                  <a:pt x="70746" y="90052"/>
                </a:lnTo>
                <a:lnTo>
                  <a:pt x="50384" y="61539"/>
                </a:lnTo>
                <a:lnTo>
                  <a:pt x="30433" y="90052"/>
                </a:lnTo>
                <a:lnTo>
                  <a:pt x="0" y="90052"/>
                </a:lnTo>
                <a:lnTo>
                  <a:pt x="34083" y="43963"/>
                </a:lnTo>
                <a:close/>
                <a:moveTo>
                  <a:pt x="34083" y="43963"/>
                </a:move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48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0A9A4063-1F97-447E-9209-E79066D5DF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2292" y="291310"/>
            <a:ext cx="3129491" cy="10"/>
          </a:xfrm>
          <a:custGeom xmlns:a="http://schemas.openxmlformats.org/drawingml/2006/main">
            <a:pathLst>
              <a:path w="3129491" h="1" fill="none">
                <a:moveTo>
                  <a:pt x="3129491" y="0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0291" cap="flat">
            <a:solidFill>
              <a:srgbClr val="000000"/>
            </a:solidFill>
            <a:miter/>
          </a:ln>
        </p:spPr>
      </p:sp>
      <p:sp>
        <p:nvSpPr>
          <p:cNvPr id="48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02AEE24D-0166-44D6-8085-A05A6B5C14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999" y="291310"/>
            <a:ext cx="3129491" cy="10"/>
          </a:xfrm>
          <a:custGeom xmlns:a="http://schemas.openxmlformats.org/drawingml/2006/main">
            <a:pathLst>
              <a:path w="3129491" h="1" fill="none">
                <a:moveTo>
                  <a:pt x="3129491" y="0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0291" cap="flat">
            <a:solidFill>
              <a:srgbClr val="000000"/>
            </a:solidFill>
            <a:miter/>
          </a:ln>
        </p:spPr>
      </p:sp>
      <p:sp>
        <p:nvSpPr>
          <p:cNvPr id="48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1E323E4F-B652-4A9C-9A85-22FA8026B6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92778" y="244576"/>
            <a:ext cx="76111" cy="94552"/>
          </a:xfrm>
          <a:custGeom xmlns:a="http://schemas.openxmlformats.org/drawingml/2006/main">
            <a:pathLst>
              <a:path w="76111" h="94552">
                <a:moveTo>
                  <a:pt x="46528" y="46954"/>
                </a:moveTo>
                <a:cubicBezTo>
                  <a:pt x="34632" y="46954"/>
                  <a:pt x="26372" y="48353"/>
                  <a:pt x="21652" y="51029"/>
                </a:cubicBezTo>
                <a:cubicBezTo>
                  <a:pt x="17055" y="53759"/>
                  <a:pt x="14791" y="58425"/>
                  <a:pt x="14791" y="64970"/>
                </a:cubicBezTo>
                <a:cubicBezTo>
                  <a:pt x="14791" y="70266"/>
                  <a:pt x="16507" y="74506"/>
                  <a:pt x="19937" y="77607"/>
                </a:cubicBezTo>
                <a:cubicBezTo>
                  <a:pt x="23477" y="80612"/>
                  <a:pt x="28197" y="82121"/>
                  <a:pt x="34097" y="82121"/>
                </a:cubicBezTo>
                <a:cubicBezTo>
                  <a:pt x="42343" y="82121"/>
                  <a:pt x="48943" y="79267"/>
                  <a:pt x="53814" y="73545"/>
                </a:cubicBezTo>
                <a:cubicBezTo>
                  <a:pt x="58795" y="67700"/>
                  <a:pt x="61320" y="59920"/>
                  <a:pt x="61320" y="50165"/>
                </a:cubicBezTo>
                <a:lnTo>
                  <a:pt x="61320" y="46954"/>
                </a:lnTo>
                <a:lnTo>
                  <a:pt x="46528" y="46954"/>
                </a:lnTo>
                <a:close/>
                <a:moveTo>
                  <a:pt x="76111" y="40738"/>
                </a:moveTo>
                <a:lnTo>
                  <a:pt x="76111" y="92192"/>
                </a:lnTo>
                <a:lnTo>
                  <a:pt x="61320" y="92192"/>
                </a:lnTo>
                <a:lnTo>
                  <a:pt x="61320" y="78471"/>
                </a:lnTo>
                <a:cubicBezTo>
                  <a:pt x="57890" y="83932"/>
                  <a:pt x="53663" y="88007"/>
                  <a:pt x="48669" y="90697"/>
                </a:cubicBezTo>
                <a:cubicBezTo>
                  <a:pt x="43633" y="93263"/>
                  <a:pt x="37527" y="94552"/>
                  <a:pt x="30228" y="94552"/>
                </a:cubicBezTo>
                <a:cubicBezTo>
                  <a:pt x="20911" y="94552"/>
                  <a:pt x="13570" y="91973"/>
                  <a:pt x="8150" y="86827"/>
                </a:cubicBezTo>
                <a:cubicBezTo>
                  <a:pt x="2689" y="81572"/>
                  <a:pt x="0" y="74616"/>
                  <a:pt x="0" y="66040"/>
                </a:cubicBezTo>
                <a:cubicBezTo>
                  <a:pt x="0" y="55900"/>
                  <a:pt x="3334" y="48244"/>
                  <a:pt x="10085" y="43098"/>
                </a:cubicBezTo>
                <a:cubicBezTo>
                  <a:pt x="16946" y="37953"/>
                  <a:pt x="27072" y="35373"/>
                  <a:pt x="40519" y="35373"/>
                </a:cubicBezTo>
                <a:lnTo>
                  <a:pt x="61320" y="35373"/>
                </a:lnTo>
                <a:lnTo>
                  <a:pt x="61320" y="33878"/>
                </a:lnTo>
                <a:cubicBezTo>
                  <a:pt x="61320" y="27017"/>
                  <a:pt x="59015" y="21762"/>
                  <a:pt x="54459" y="18016"/>
                </a:cubicBezTo>
                <a:cubicBezTo>
                  <a:pt x="50014" y="14311"/>
                  <a:pt x="43798" y="12431"/>
                  <a:pt x="35812" y="12431"/>
                </a:cubicBezTo>
                <a:cubicBezTo>
                  <a:pt x="30667" y="12431"/>
                  <a:pt x="25576" y="13076"/>
                  <a:pt x="20582" y="14366"/>
                </a:cubicBezTo>
                <a:cubicBezTo>
                  <a:pt x="15711" y="15656"/>
                  <a:pt x="11046" y="17522"/>
                  <a:pt x="6655" y="19937"/>
                </a:cubicBezTo>
                <a:lnTo>
                  <a:pt x="6655" y="6216"/>
                </a:lnTo>
                <a:cubicBezTo>
                  <a:pt x="12061" y="4075"/>
                  <a:pt x="17261" y="2525"/>
                  <a:pt x="22297" y="1509"/>
                </a:cubicBezTo>
                <a:cubicBezTo>
                  <a:pt x="27442" y="535"/>
                  <a:pt x="32437" y="0"/>
                  <a:pt x="37308" y="0"/>
                </a:cubicBezTo>
                <a:cubicBezTo>
                  <a:pt x="50274" y="0"/>
                  <a:pt x="60030" y="3375"/>
                  <a:pt x="66465" y="10085"/>
                </a:cubicBezTo>
                <a:cubicBezTo>
                  <a:pt x="72900" y="16836"/>
                  <a:pt x="76111" y="27017"/>
                  <a:pt x="76111" y="40738"/>
                </a:cubicBezTo>
                <a:close/>
                <a:moveTo>
                  <a:pt x="76111" y="40738"/>
                </a:move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48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D5E9C9B1-7F37-413E-90BE-C2007ED5B0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7786" y="244576"/>
            <a:ext cx="75466" cy="94552"/>
          </a:xfrm>
          <a:custGeom xmlns:a="http://schemas.openxmlformats.org/drawingml/2006/main">
            <a:pathLst>
              <a:path w="75466" h="94552">
                <a:moveTo>
                  <a:pt x="0" y="56600"/>
                </a:moveTo>
                <a:lnTo>
                  <a:pt x="0" y="2140"/>
                </a:lnTo>
                <a:lnTo>
                  <a:pt x="14791" y="2140"/>
                </a:lnTo>
                <a:lnTo>
                  <a:pt x="14791" y="56174"/>
                </a:lnTo>
                <a:cubicBezTo>
                  <a:pt x="14791" y="64640"/>
                  <a:pt x="16397" y="70966"/>
                  <a:pt x="19717" y="75260"/>
                </a:cubicBezTo>
                <a:cubicBezTo>
                  <a:pt x="23148" y="79541"/>
                  <a:pt x="28128" y="81682"/>
                  <a:pt x="34728" y="81682"/>
                </a:cubicBezTo>
                <a:cubicBezTo>
                  <a:pt x="42714" y="81682"/>
                  <a:pt x="48984" y="79226"/>
                  <a:pt x="53595" y="74177"/>
                </a:cubicBezTo>
                <a:cubicBezTo>
                  <a:pt x="58315" y="69031"/>
                  <a:pt x="60675" y="62074"/>
                  <a:pt x="60675" y="53169"/>
                </a:cubicBezTo>
                <a:lnTo>
                  <a:pt x="60675" y="2140"/>
                </a:lnTo>
                <a:lnTo>
                  <a:pt x="75466" y="2140"/>
                </a:lnTo>
                <a:lnTo>
                  <a:pt x="75466" y="92192"/>
                </a:lnTo>
                <a:lnTo>
                  <a:pt x="60675" y="92192"/>
                </a:lnTo>
                <a:lnTo>
                  <a:pt x="60675" y="78252"/>
                </a:lnTo>
                <a:cubicBezTo>
                  <a:pt x="57080" y="83836"/>
                  <a:pt x="52950" y="88007"/>
                  <a:pt x="48230" y="90697"/>
                </a:cubicBezTo>
                <a:cubicBezTo>
                  <a:pt x="43523" y="93263"/>
                  <a:pt x="37994" y="94552"/>
                  <a:pt x="31723" y="94552"/>
                </a:cubicBezTo>
                <a:cubicBezTo>
                  <a:pt x="21268" y="94552"/>
                  <a:pt x="13337" y="91328"/>
                  <a:pt x="7931" y="84906"/>
                </a:cubicBezTo>
                <a:cubicBezTo>
                  <a:pt x="2621" y="78471"/>
                  <a:pt x="0" y="69031"/>
                  <a:pt x="0" y="56600"/>
                </a:cubicBezTo>
                <a:close/>
                <a:moveTo>
                  <a:pt x="37294" y="0"/>
                </a:moveTo>
                <a:close/>
                <a:moveTo>
                  <a:pt x="37294" y="0"/>
                </a:move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48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C6A66857-9103-4C86-8966-EC34384E2F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92709" y="221209"/>
            <a:ext cx="56161" cy="115559"/>
          </a:xfrm>
          <a:custGeom xmlns:a="http://schemas.openxmlformats.org/drawingml/2006/main">
            <a:pathLst>
              <a:path w="56161" h="115559">
                <a:moveTo>
                  <a:pt x="25727" y="0"/>
                </a:moveTo>
                <a:lnTo>
                  <a:pt x="25727" y="25508"/>
                </a:lnTo>
                <a:lnTo>
                  <a:pt x="56161" y="25508"/>
                </a:lnTo>
                <a:lnTo>
                  <a:pt x="56161" y="37088"/>
                </a:lnTo>
                <a:lnTo>
                  <a:pt x="25727" y="37088"/>
                </a:lnTo>
                <a:lnTo>
                  <a:pt x="25727" y="85977"/>
                </a:lnTo>
                <a:cubicBezTo>
                  <a:pt x="25727" y="93263"/>
                  <a:pt x="26688" y="97983"/>
                  <a:pt x="28718" y="100123"/>
                </a:cubicBezTo>
                <a:cubicBezTo>
                  <a:pt x="30708" y="102154"/>
                  <a:pt x="34783" y="103128"/>
                  <a:pt x="40944" y="103128"/>
                </a:cubicBezTo>
                <a:lnTo>
                  <a:pt x="56161" y="103128"/>
                </a:lnTo>
                <a:lnTo>
                  <a:pt x="56161" y="115559"/>
                </a:lnTo>
                <a:lnTo>
                  <a:pt x="40944" y="115559"/>
                </a:lnTo>
                <a:cubicBezTo>
                  <a:pt x="29473" y="115559"/>
                  <a:pt x="21542" y="113419"/>
                  <a:pt x="17151" y="109124"/>
                </a:cubicBezTo>
                <a:cubicBezTo>
                  <a:pt x="12857" y="104843"/>
                  <a:pt x="10716" y="97118"/>
                  <a:pt x="10716" y="85977"/>
                </a:cubicBezTo>
                <a:lnTo>
                  <a:pt x="10716" y="37088"/>
                </a:lnTo>
                <a:lnTo>
                  <a:pt x="0" y="37088"/>
                </a:lnTo>
                <a:lnTo>
                  <a:pt x="0" y="25508"/>
                </a:lnTo>
                <a:lnTo>
                  <a:pt x="10716" y="25508"/>
                </a:lnTo>
                <a:lnTo>
                  <a:pt x="10716" y="0"/>
                </a:lnTo>
                <a:lnTo>
                  <a:pt x="25727" y="0"/>
                </a:lnTo>
                <a:close/>
                <a:moveTo>
                  <a:pt x="25727" y="0"/>
                </a:move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48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AD308609-FB53-426C-BA00-5DBF6A597F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61740" y="244576"/>
            <a:ext cx="82752" cy="94552"/>
          </a:xfrm>
          <a:custGeom xmlns:a="http://schemas.openxmlformats.org/drawingml/2006/main">
            <a:pathLst>
              <a:path w="82752" h="94552">
                <a:moveTo>
                  <a:pt x="41383" y="12431"/>
                </a:moveTo>
                <a:cubicBezTo>
                  <a:pt x="33493" y="12431"/>
                  <a:pt x="27223" y="15601"/>
                  <a:pt x="22516" y="21872"/>
                </a:cubicBezTo>
                <a:cubicBezTo>
                  <a:pt x="17906" y="28032"/>
                  <a:pt x="15656" y="36443"/>
                  <a:pt x="15656" y="47173"/>
                </a:cubicBezTo>
                <a:cubicBezTo>
                  <a:pt x="15656" y="58054"/>
                  <a:pt x="17906" y="66575"/>
                  <a:pt x="22516" y="72681"/>
                </a:cubicBezTo>
                <a:cubicBezTo>
                  <a:pt x="27072" y="78842"/>
                  <a:pt x="33342" y="81902"/>
                  <a:pt x="41383" y="81902"/>
                </a:cubicBezTo>
                <a:cubicBezTo>
                  <a:pt x="49204" y="81902"/>
                  <a:pt x="55420" y="78842"/>
                  <a:pt x="60030" y="72681"/>
                </a:cubicBezTo>
                <a:cubicBezTo>
                  <a:pt x="64750" y="66410"/>
                  <a:pt x="67110" y="57890"/>
                  <a:pt x="67110" y="47173"/>
                </a:cubicBezTo>
                <a:cubicBezTo>
                  <a:pt x="67110" y="36608"/>
                  <a:pt x="64750" y="28197"/>
                  <a:pt x="60030" y="21872"/>
                </a:cubicBezTo>
                <a:cubicBezTo>
                  <a:pt x="55420" y="15601"/>
                  <a:pt x="49204" y="12431"/>
                  <a:pt x="41383" y="12431"/>
                </a:cubicBezTo>
                <a:close/>
                <a:moveTo>
                  <a:pt x="41383" y="0"/>
                </a:moveTo>
                <a:cubicBezTo>
                  <a:pt x="54240" y="0"/>
                  <a:pt x="64311" y="4240"/>
                  <a:pt x="71611" y="12651"/>
                </a:cubicBezTo>
                <a:cubicBezTo>
                  <a:pt x="79006" y="20952"/>
                  <a:pt x="82752" y="32478"/>
                  <a:pt x="82752" y="47173"/>
                </a:cubicBezTo>
                <a:cubicBezTo>
                  <a:pt x="82752" y="61910"/>
                  <a:pt x="79006" y="73490"/>
                  <a:pt x="71611" y="81902"/>
                </a:cubicBezTo>
                <a:cubicBezTo>
                  <a:pt x="64311" y="90367"/>
                  <a:pt x="54240" y="94552"/>
                  <a:pt x="41383" y="94552"/>
                </a:cubicBezTo>
                <a:cubicBezTo>
                  <a:pt x="28513" y="94552"/>
                  <a:pt x="18331" y="90367"/>
                  <a:pt x="10936" y="81902"/>
                </a:cubicBezTo>
                <a:cubicBezTo>
                  <a:pt x="3650" y="73490"/>
                  <a:pt x="0" y="61910"/>
                  <a:pt x="0" y="47173"/>
                </a:cubicBezTo>
                <a:cubicBezTo>
                  <a:pt x="0" y="32478"/>
                  <a:pt x="3650" y="20952"/>
                  <a:pt x="10936" y="12651"/>
                </a:cubicBezTo>
                <a:cubicBezTo>
                  <a:pt x="18331" y="4240"/>
                  <a:pt x="28513" y="0"/>
                  <a:pt x="41383" y="0"/>
                </a:cubicBezTo>
                <a:close/>
                <a:moveTo>
                  <a:pt x="41383" y="0"/>
                </a:move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48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6DAFFC79-3A99-40BA-A977-81A1C0AF9B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68504" y="244576"/>
            <a:ext cx="52744" cy="92192"/>
          </a:xfrm>
          <a:custGeom xmlns:a="http://schemas.openxmlformats.org/drawingml/2006/main">
            <a:pathLst>
              <a:path w="52744" h="92192">
                <a:moveTo>
                  <a:pt x="52744" y="15862"/>
                </a:moveTo>
                <a:cubicBezTo>
                  <a:pt x="51029" y="15011"/>
                  <a:pt x="49149" y="14366"/>
                  <a:pt x="47173" y="13941"/>
                </a:cubicBezTo>
                <a:cubicBezTo>
                  <a:pt x="45293" y="13406"/>
                  <a:pt x="43153" y="13076"/>
                  <a:pt x="40738" y="13076"/>
                </a:cubicBezTo>
                <a:cubicBezTo>
                  <a:pt x="32423" y="13076"/>
                  <a:pt x="26002" y="15820"/>
                  <a:pt x="21446" y="21227"/>
                </a:cubicBezTo>
                <a:cubicBezTo>
                  <a:pt x="16987" y="26688"/>
                  <a:pt x="14791" y="34522"/>
                  <a:pt x="14791" y="44813"/>
                </a:cubicBezTo>
                <a:lnTo>
                  <a:pt x="14791" y="92192"/>
                </a:lnTo>
                <a:lnTo>
                  <a:pt x="0" y="92192"/>
                </a:lnTo>
                <a:lnTo>
                  <a:pt x="0" y="2140"/>
                </a:lnTo>
                <a:lnTo>
                  <a:pt x="14791" y="2140"/>
                </a:lnTo>
                <a:lnTo>
                  <a:pt x="14791" y="16081"/>
                </a:lnTo>
                <a:cubicBezTo>
                  <a:pt x="17906" y="10661"/>
                  <a:pt x="21981" y="6655"/>
                  <a:pt x="27017" y="4075"/>
                </a:cubicBezTo>
                <a:cubicBezTo>
                  <a:pt x="31998" y="1400"/>
                  <a:pt x="38062" y="0"/>
                  <a:pt x="45239" y="0"/>
                </a:cubicBezTo>
                <a:cubicBezTo>
                  <a:pt x="46199" y="0"/>
                  <a:pt x="47269" y="110"/>
                  <a:pt x="48449" y="220"/>
                </a:cubicBezTo>
                <a:cubicBezTo>
                  <a:pt x="49739" y="370"/>
                  <a:pt x="51084" y="590"/>
                  <a:pt x="52525" y="864"/>
                </a:cubicBezTo>
                <a:lnTo>
                  <a:pt x="52744" y="15862"/>
                </a:lnTo>
                <a:close/>
                <a:moveTo>
                  <a:pt x="52744" y="15862"/>
                </a:move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49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EA6C2F83-6CDF-483C-B362-D992CBE9A3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26558" y="244576"/>
            <a:ext cx="83603" cy="94552"/>
          </a:xfrm>
          <a:custGeom xmlns:a="http://schemas.openxmlformats.org/drawingml/2006/main">
            <a:pathLst>
              <a:path w="83603" h="94552">
                <a:moveTo>
                  <a:pt x="83603" y="43523"/>
                </a:moveTo>
                <a:lnTo>
                  <a:pt x="83603" y="50604"/>
                </a:lnTo>
                <a:lnTo>
                  <a:pt x="15436" y="50604"/>
                </a:lnTo>
                <a:cubicBezTo>
                  <a:pt x="16122" y="60894"/>
                  <a:pt x="19182" y="68715"/>
                  <a:pt x="24657" y="73971"/>
                </a:cubicBezTo>
                <a:cubicBezTo>
                  <a:pt x="30228" y="79267"/>
                  <a:pt x="37829" y="81902"/>
                  <a:pt x="47585" y="81902"/>
                </a:cubicBezTo>
                <a:cubicBezTo>
                  <a:pt x="53265" y="81902"/>
                  <a:pt x="58795" y="81257"/>
                  <a:pt x="64091" y="79967"/>
                </a:cubicBezTo>
                <a:cubicBezTo>
                  <a:pt x="69511" y="78581"/>
                  <a:pt x="74876" y="76427"/>
                  <a:pt x="80173" y="73545"/>
                </a:cubicBezTo>
                <a:lnTo>
                  <a:pt x="80173" y="87692"/>
                </a:lnTo>
                <a:cubicBezTo>
                  <a:pt x="74712" y="89832"/>
                  <a:pt x="69251" y="91493"/>
                  <a:pt x="63666" y="92618"/>
                </a:cubicBezTo>
                <a:cubicBezTo>
                  <a:pt x="58095" y="93908"/>
                  <a:pt x="52415" y="94552"/>
                  <a:pt x="46734" y="94552"/>
                </a:cubicBezTo>
                <a:cubicBezTo>
                  <a:pt x="32423" y="94552"/>
                  <a:pt x="21062" y="90422"/>
                  <a:pt x="12637" y="82121"/>
                </a:cubicBezTo>
                <a:cubicBezTo>
                  <a:pt x="4171" y="73696"/>
                  <a:pt x="0" y="62335"/>
                  <a:pt x="0" y="48024"/>
                </a:cubicBezTo>
                <a:cubicBezTo>
                  <a:pt x="0" y="33342"/>
                  <a:pt x="3965" y="21652"/>
                  <a:pt x="12006" y="13076"/>
                </a:cubicBezTo>
                <a:cubicBezTo>
                  <a:pt x="19992" y="4391"/>
                  <a:pt x="30708" y="0"/>
                  <a:pt x="44155" y="0"/>
                </a:cubicBezTo>
                <a:cubicBezTo>
                  <a:pt x="56270" y="0"/>
                  <a:pt x="65861" y="3965"/>
                  <a:pt x="72887" y="11800"/>
                </a:cubicBezTo>
                <a:cubicBezTo>
                  <a:pt x="80022" y="19511"/>
                  <a:pt x="83603" y="30118"/>
                  <a:pt x="83603" y="43523"/>
                </a:cubicBezTo>
                <a:close/>
                <a:moveTo>
                  <a:pt x="68812" y="39023"/>
                </a:moveTo>
                <a:cubicBezTo>
                  <a:pt x="68661" y="31037"/>
                  <a:pt x="66355" y="24602"/>
                  <a:pt x="61951" y="19731"/>
                </a:cubicBezTo>
                <a:cubicBezTo>
                  <a:pt x="57505" y="14901"/>
                  <a:pt x="51660" y="12431"/>
                  <a:pt x="44374" y="12431"/>
                </a:cubicBezTo>
                <a:cubicBezTo>
                  <a:pt x="36073" y="12431"/>
                  <a:pt x="29418" y="14791"/>
                  <a:pt x="24437" y="19511"/>
                </a:cubicBezTo>
                <a:cubicBezTo>
                  <a:pt x="19553" y="24232"/>
                  <a:pt x="16767" y="30818"/>
                  <a:pt x="16067" y="39242"/>
                </a:cubicBezTo>
                <a:lnTo>
                  <a:pt x="68812" y="39023"/>
                </a:lnTo>
                <a:close/>
                <a:moveTo>
                  <a:pt x="68812" y="39023"/>
                </a:move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49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443C4EAF-652D-450D-9012-A80CB7BEEB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27847" y="244576"/>
            <a:ext cx="80612" cy="126495"/>
          </a:xfrm>
          <a:custGeom xmlns:a="http://schemas.openxmlformats.org/drawingml/2006/main">
            <a:pathLst>
              <a:path w="80612" h="126495">
                <a:moveTo>
                  <a:pt x="65820" y="46103"/>
                </a:moveTo>
                <a:cubicBezTo>
                  <a:pt x="65820" y="35373"/>
                  <a:pt x="63570" y="27127"/>
                  <a:pt x="59179" y="21227"/>
                </a:cubicBezTo>
                <a:cubicBezTo>
                  <a:pt x="54734" y="15381"/>
                  <a:pt x="48518" y="12431"/>
                  <a:pt x="40532" y="12431"/>
                </a:cubicBezTo>
                <a:cubicBezTo>
                  <a:pt x="32643" y="12431"/>
                  <a:pt x="26482" y="15381"/>
                  <a:pt x="22091" y="21227"/>
                </a:cubicBezTo>
                <a:cubicBezTo>
                  <a:pt x="17645" y="27127"/>
                  <a:pt x="15436" y="35373"/>
                  <a:pt x="15436" y="46103"/>
                </a:cubicBezTo>
                <a:cubicBezTo>
                  <a:pt x="15436" y="56819"/>
                  <a:pt x="17645" y="65121"/>
                  <a:pt x="22091" y="70966"/>
                </a:cubicBezTo>
                <a:cubicBezTo>
                  <a:pt x="26482" y="76866"/>
                  <a:pt x="32643" y="79761"/>
                  <a:pt x="40532" y="79761"/>
                </a:cubicBezTo>
                <a:cubicBezTo>
                  <a:pt x="48518" y="79761"/>
                  <a:pt x="54734" y="76866"/>
                  <a:pt x="59179" y="70966"/>
                </a:cubicBezTo>
                <a:cubicBezTo>
                  <a:pt x="63570" y="65121"/>
                  <a:pt x="65820" y="56819"/>
                  <a:pt x="65820" y="46103"/>
                </a:cubicBezTo>
                <a:close/>
                <a:moveTo>
                  <a:pt x="80612" y="81037"/>
                </a:moveTo>
                <a:cubicBezTo>
                  <a:pt x="80612" y="96322"/>
                  <a:pt x="77181" y="107684"/>
                  <a:pt x="70321" y="115134"/>
                </a:cubicBezTo>
                <a:cubicBezTo>
                  <a:pt x="63570" y="122694"/>
                  <a:pt x="53169" y="126495"/>
                  <a:pt x="39023" y="126495"/>
                </a:cubicBezTo>
                <a:cubicBezTo>
                  <a:pt x="33878" y="126495"/>
                  <a:pt x="28952" y="126070"/>
                  <a:pt x="24232" y="125205"/>
                </a:cubicBezTo>
                <a:cubicBezTo>
                  <a:pt x="19621" y="124451"/>
                  <a:pt x="15230" y="123326"/>
                  <a:pt x="10936" y="121775"/>
                </a:cubicBezTo>
                <a:lnTo>
                  <a:pt x="10936" y="107409"/>
                </a:lnTo>
                <a:cubicBezTo>
                  <a:pt x="15230" y="109659"/>
                  <a:pt x="19511" y="111375"/>
                  <a:pt x="23806" y="112555"/>
                </a:cubicBezTo>
                <a:cubicBezTo>
                  <a:pt x="28087" y="113680"/>
                  <a:pt x="32382" y="114270"/>
                  <a:pt x="36663" y="114270"/>
                </a:cubicBezTo>
                <a:cubicBezTo>
                  <a:pt x="46364" y="114270"/>
                  <a:pt x="53663" y="111704"/>
                  <a:pt x="58534" y="106558"/>
                </a:cubicBezTo>
                <a:cubicBezTo>
                  <a:pt x="63364" y="101523"/>
                  <a:pt x="65820" y="93908"/>
                  <a:pt x="65820" y="83617"/>
                </a:cubicBezTo>
                <a:lnTo>
                  <a:pt x="65820" y="76331"/>
                </a:lnTo>
                <a:cubicBezTo>
                  <a:pt x="62664" y="81627"/>
                  <a:pt x="58754" y="85647"/>
                  <a:pt x="54034" y="88337"/>
                </a:cubicBezTo>
                <a:cubicBezTo>
                  <a:pt x="49314" y="90903"/>
                  <a:pt x="43578" y="92192"/>
                  <a:pt x="36882" y="92192"/>
                </a:cubicBezTo>
                <a:cubicBezTo>
                  <a:pt x="25837" y="92192"/>
                  <a:pt x="16946" y="88007"/>
                  <a:pt x="10085" y="79541"/>
                </a:cubicBezTo>
                <a:cubicBezTo>
                  <a:pt x="3334" y="71130"/>
                  <a:pt x="0" y="59975"/>
                  <a:pt x="0" y="46103"/>
                </a:cubicBezTo>
                <a:cubicBezTo>
                  <a:pt x="0" y="32272"/>
                  <a:pt x="3334" y="21117"/>
                  <a:pt x="10085" y="12651"/>
                </a:cubicBezTo>
                <a:cubicBezTo>
                  <a:pt x="16946" y="4240"/>
                  <a:pt x="25837" y="0"/>
                  <a:pt x="36882" y="0"/>
                </a:cubicBezTo>
                <a:cubicBezTo>
                  <a:pt x="43578" y="0"/>
                  <a:pt x="49314" y="1400"/>
                  <a:pt x="54034" y="4075"/>
                </a:cubicBezTo>
                <a:cubicBezTo>
                  <a:pt x="58754" y="6655"/>
                  <a:pt x="62664" y="10620"/>
                  <a:pt x="65820" y="15862"/>
                </a:cubicBezTo>
                <a:lnTo>
                  <a:pt x="65820" y="2140"/>
                </a:lnTo>
                <a:lnTo>
                  <a:pt x="80612" y="2140"/>
                </a:lnTo>
                <a:lnTo>
                  <a:pt x="80612" y="81037"/>
                </a:lnTo>
                <a:close/>
                <a:moveTo>
                  <a:pt x="80612" y="81037"/>
                </a:move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49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C70AD5FF-CCE4-4D6A-80C3-5308094936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38371" y="244576"/>
            <a:ext cx="52744" cy="92192"/>
          </a:xfrm>
          <a:custGeom xmlns:a="http://schemas.openxmlformats.org/drawingml/2006/main">
            <a:pathLst>
              <a:path w="52744" h="92192">
                <a:moveTo>
                  <a:pt x="52744" y="15862"/>
                </a:moveTo>
                <a:cubicBezTo>
                  <a:pt x="51029" y="15011"/>
                  <a:pt x="49149" y="14366"/>
                  <a:pt x="47173" y="13941"/>
                </a:cubicBezTo>
                <a:cubicBezTo>
                  <a:pt x="45293" y="13406"/>
                  <a:pt x="43153" y="13076"/>
                  <a:pt x="40738" y="13076"/>
                </a:cubicBezTo>
                <a:cubicBezTo>
                  <a:pt x="32423" y="13076"/>
                  <a:pt x="26002" y="15820"/>
                  <a:pt x="21446" y="21227"/>
                </a:cubicBezTo>
                <a:cubicBezTo>
                  <a:pt x="16987" y="26688"/>
                  <a:pt x="14791" y="34522"/>
                  <a:pt x="14791" y="44813"/>
                </a:cubicBezTo>
                <a:lnTo>
                  <a:pt x="14791" y="92192"/>
                </a:lnTo>
                <a:lnTo>
                  <a:pt x="0" y="92192"/>
                </a:lnTo>
                <a:lnTo>
                  <a:pt x="0" y="2140"/>
                </a:lnTo>
                <a:lnTo>
                  <a:pt x="14791" y="2140"/>
                </a:lnTo>
                <a:lnTo>
                  <a:pt x="14791" y="16081"/>
                </a:lnTo>
                <a:cubicBezTo>
                  <a:pt x="17906" y="10661"/>
                  <a:pt x="21981" y="6655"/>
                  <a:pt x="27017" y="4075"/>
                </a:cubicBezTo>
                <a:cubicBezTo>
                  <a:pt x="31998" y="1400"/>
                  <a:pt x="38062" y="0"/>
                  <a:pt x="45239" y="0"/>
                </a:cubicBezTo>
                <a:cubicBezTo>
                  <a:pt x="46199" y="0"/>
                  <a:pt x="47269" y="110"/>
                  <a:pt x="48449" y="220"/>
                </a:cubicBezTo>
                <a:cubicBezTo>
                  <a:pt x="49739" y="370"/>
                  <a:pt x="51084" y="590"/>
                  <a:pt x="52525" y="864"/>
                </a:cubicBezTo>
                <a:lnTo>
                  <a:pt x="52744" y="15862"/>
                </a:lnTo>
                <a:close/>
                <a:moveTo>
                  <a:pt x="52744" y="15862"/>
                </a:move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49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F01ECBFA-90F3-48BF-900E-D212423FDD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96467" y="244576"/>
            <a:ext cx="83617" cy="94552"/>
          </a:xfrm>
          <a:custGeom xmlns:a="http://schemas.openxmlformats.org/drawingml/2006/main">
            <a:pathLst>
              <a:path w="83617" h="94552">
                <a:moveTo>
                  <a:pt x="83617" y="43523"/>
                </a:moveTo>
                <a:lnTo>
                  <a:pt x="83617" y="50604"/>
                </a:lnTo>
                <a:lnTo>
                  <a:pt x="15450" y="50604"/>
                </a:lnTo>
                <a:cubicBezTo>
                  <a:pt x="16136" y="60894"/>
                  <a:pt x="19196" y="68715"/>
                  <a:pt x="24657" y="73971"/>
                </a:cubicBezTo>
                <a:cubicBezTo>
                  <a:pt x="30241" y="79267"/>
                  <a:pt x="37843" y="81902"/>
                  <a:pt x="47599" y="81902"/>
                </a:cubicBezTo>
                <a:cubicBezTo>
                  <a:pt x="53279" y="81902"/>
                  <a:pt x="58809" y="81257"/>
                  <a:pt x="64105" y="79967"/>
                </a:cubicBezTo>
                <a:cubicBezTo>
                  <a:pt x="69525" y="78581"/>
                  <a:pt x="74890" y="76427"/>
                  <a:pt x="80186" y="73545"/>
                </a:cubicBezTo>
                <a:lnTo>
                  <a:pt x="80186" y="87692"/>
                </a:lnTo>
                <a:cubicBezTo>
                  <a:pt x="74725" y="89832"/>
                  <a:pt x="69251" y="91493"/>
                  <a:pt x="63680" y="92618"/>
                </a:cubicBezTo>
                <a:cubicBezTo>
                  <a:pt x="58109" y="93908"/>
                  <a:pt x="52428" y="94552"/>
                  <a:pt x="46748" y="94552"/>
                </a:cubicBezTo>
                <a:cubicBezTo>
                  <a:pt x="32437" y="94552"/>
                  <a:pt x="21076" y="90422"/>
                  <a:pt x="12651" y="82121"/>
                </a:cubicBezTo>
                <a:cubicBezTo>
                  <a:pt x="4185" y="73696"/>
                  <a:pt x="0" y="62335"/>
                  <a:pt x="0" y="48024"/>
                </a:cubicBezTo>
                <a:cubicBezTo>
                  <a:pt x="0" y="33342"/>
                  <a:pt x="3979" y="21652"/>
                  <a:pt x="12020" y="13076"/>
                </a:cubicBezTo>
                <a:cubicBezTo>
                  <a:pt x="20005" y="4391"/>
                  <a:pt x="30722" y="0"/>
                  <a:pt x="44168" y="0"/>
                </a:cubicBezTo>
                <a:cubicBezTo>
                  <a:pt x="56284" y="0"/>
                  <a:pt x="65875" y="3965"/>
                  <a:pt x="72900" y="11800"/>
                </a:cubicBezTo>
                <a:cubicBezTo>
                  <a:pt x="80035" y="19511"/>
                  <a:pt x="83617" y="30118"/>
                  <a:pt x="83617" y="43523"/>
                </a:cubicBezTo>
                <a:close/>
                <a:moveTo>
                  <a:pt x="68825" y="39023"/>
                </a:moveTo>
                <a:cubicBezTo>
                  <a:pt x="68661" y="31037"/>
                  <a:pt x="66355" y="24602"/>
                  <a:pt x="61965" y="19731"/>
                </a:cubicBezTo>
                <a:cubicBezTo>
                  <a:pt x="57519" y="14901"/>
                  <a:pt x="51674" y="12431"/>
                  <a:pt x="44388" y="12431"/>
                </a:cubicBezTo>
                <a:cubicBezTo>
                  <a:pt x="36073" y="12431"/>
                  <a:pt x="29432" y="14791"/>
                  <a:pt x="24451" y="19511"/>
                </a:cubicBezTo>
                <a:cubicBezTo>
                  <a:pt x="19566" y="24232"/>
                  <a:pt x="16781" y="30818"/>
                  <a:pt x="16081" y="39242"/>
                </a:cubicBezTo>
                <a:lnTo>
                  <a:pt x="68825" y="39023"/>
                </a:lnTo>
                <a:close/>
                <a:moveTo>
                  <a:pt x="68825" y="39023"/>
                </a:move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49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BE33B292-67B5-485A-BFDD-6C1BC5A350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97770" y="244576"/>
            <a:ext cx="68825" cy="94552"/>
          </a:xfrm>
          <a:custGeom xmlns:a="http://schemas.openxmlformats.org/drawingml/2006/main">
            <a:pathLst>
              <a:path w="68825" h="94552">
                <a:moveTo>
                  <a:pt x="63899" y="4720"/>
                </a:moveTo>
                <a:lnTo>
                  <a:pt x="63899" y="18867"/>
                </a:lnTo>
                <a:cubicBezTo>
                  <a:pt x="59714" y="16726"/>
                  <a:pt x="55365" y="15176"/>
                  <a:pt x="50809" y="14146"/>
                </a:cubicBezTo>
                <a:cubicBezTo>
                  <a:pt x="46364" y="13021"/>
                  <a:pt x="41699" y="12431"/>
                  <a:pt x="36882" y="12431"/>
                </a:cubicBezTo>
                <a:cubicBezTo>
                  <a:pt x="29597" y="12431"/>
                  <a:pt x="24067" y="13611"/>
                  <a:pt x="20376" y="15862"/>
                </a:cubicBezTo>
                <a:cubicBezTo>
                  <a:pt x="16616" y="18016"/>
                  <a:pt x="14791" y="21391"/>
                  <a:pt x="14791" y="25947"/>
                </a:cubicBezTo>
                <a:cubicBezTo>
                  <a:pt x="14791" y="29377"/>
                  <a:pt x="16081" y="32107"/>
                  <a:pt x="18661" y="34097"/>
                </a:cubicBezTo>
                <a:cubicBezTo>
                  <a:pt x="21336" y="35963"/>
                  <a:pt x="26701" y="37733"/>
                  <a:pt x="34742" y="39448"/>
                </a:cubicBezTo>
                <a:lnTo>
                  <a:pt x="39668" y="40738"/>
                </a:lnTo>
                <a:cubicBezTo>
                  <a:pt x="50219" y="42879"/>
                  <a:pt x="57725" y="46048"/>
                  <a:pt x="62184" y="50165"/>
                </a:cubicBezTo>
                <a:cubicBezTo>
                  <a:pt x="66575" y="54349"/>
                  <a:pt x="68825" y="60030"/>
                  <a:pt x="68825" y="67316"/>
                </a:cubicBezTo>
                <a:cubicBezTo>
                  <a:pt x="68825" y="75796"/>
                  <a:pt x="65450" y="82437"/>
                  <a:pt x="58754" y="87266"/>
                </a:cubicBezTo>
                <a:cubicBezTo>
                  <a:pt x="52154" y="92137"/>
                  <a:pt x="43098" y="94552"/>
                  <a:pt x="31517" y="94552"/>
                </a:cubicBezTo>
                <a:cubicBezTo>
                  <a:pt x="26646" y="94552"/>
                  <a:pt x="21556" y="94017"/>
                  <a:pt x="16301" y="93043"/>
                </a:cubicBezTo>
                <a:cubicBezTo>
                  <a:pt x="11155" y="92192"/>
                  <a:pt x="5681" y="90848"/>
                  <a:pt x="0" y="88982"/>
                </a:cubicBezTo>
                <a:lnTo>
                  <a:pt x="0" y="73545"/>
                </a:lnTo>
                <a:cubicBezTo>
                  <a:pt x="5420" y="76427"/>
                  <a:pt x="10771" y="78581"/>
                  <a:pt x="16081" y="79967"/>
                </a:cubicBezTo>
                <a:cubicBezTo>
                  <a:pt x="21336" y="81421"/>
                  <a:pt x="26646" y="82121"/>
                  <a:pt x="31943" y="82121"/>
                </a:cubicBezTo>
                <a:cubicBezTo>
                  <a:pt x="38803" y="82121"/>
                  <a:pt x="44059" y="80996"/>
                  <a:pt x="47818" y="78691"/>
                </a:cubicBezTo>
                <a:cubicBezTo>
                  <a:pt x="51674" y="76276"/>
                  <a:pt x="53609" y="72846"/>
                  <a:pt x="53609" y="68400"/>
                </a:cubicBezTo>
                <a:cubicBezTo>
                  <a:pt x="53609" y="64421"/>
                  <a:pt x="52209" y="61320"/>
                  <a:pt x="49533" y="59179"/>
                </a:cubicBezTo>
                <a:cubicBezTo>
                  <a:pt x="46789" y="57025"/>
                  <a:pt x="40848" y="54994"/>
                  <a:pt x="31737" y="52964"/>
                </a:cubicBezTo>
                <a:lnTo>
                  <a:pt x="26592" y="51880"/>
                </a:lnTo>
                <a:cubicBezTo>
                  <a:pt x="17426" y="49904"/>
                  <a:pt x="10771" y="46899"/>
                  <a:pt x="6655" y="42879"/>
                </a:cubicBezTo>
                <a:cubicBezTo>
                  <a:pt x="2634" y="38913"/>
                  <a:pt x="645" y="33452"/>
                  <a:pt x="645" y="26592"/>
                </a:cubicBezTo>
                <a:cubicBezTo>
                  <a:pt x="645" y="18016"/>
                  <a:pt x="3650" y="11471"/>
                  <a:pt x="9646" y="6861"/>
                </a:cubicBezTo>
                <a:cubicBezTo>
                  <a:pt x="15656" y="2305"/>
                  <a:pt x="24122" y="0"/>
                  <a:pt x="35167" y="0"/>
                </a:cubicBezTo>
                <a:cubicBezTo>
                  <a:pt x="40573" y="0"/>
                  <a:pt x="45719" y="425"/>
                  <a:pt x="50604" y="1290"/>
                </a:cubicBezTo>
                <a:cubicBezTo>
                  <a:pt x="55420" y="2044"/>
                  <a:pt x="59879" y="3170"/>
                  <a:pt x="63899" y="4720"/>
                </a:cubicBezTo>
                <a:close/>
                <a:moveTo>
                  <a:pt x="63899" y="4720"/>
                </a:move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49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22BE112D-B3FB-41E2-B1A6-26493BD159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83527" y="244576"/>
            <a:ext cx="68825" cy="94552"/>
          </a:xfrm>
          <a:custGeom xmlns:a="http://schemas.openxmlformats.org/drawingml/2006/main">
            <a:pathLst>
              <a:path w="68825" h="94552">
                <a:moveTo>
                  <a:pt x="63899" y="4720"/>
                </a:moveTo>
                <a:lnTo>
                  <a:pt x="63899" y="18867"/>
                </a:lnTo>
                <a:cubicBezTo>
                  <a:pt x="59714" y="16726"/>
                  <a:pt x="55365" y="15176"/>
                  <a:pt x="50809" y="14146"/>
                </a:cubicBezTo>
                <a:cubicBezTo>
                  <a:pt x="46364" y="13021"/>
                  <a:pt x="41699" y="12431"/>
                  <a:pt x="36882" y="12431"/>
                </a:cubicBezTo>
                <a:cubicBezTo>
                  <a:pt x="29597" y="12431"/>
                  <a:pt x="24067" y="13611"/>
                  <a:pt x="20376" y="15862"/>
                </a:cubicBezTo>
                <a:cubicBezTo>
                  <a:pt x="16616" y="18016"/>
                  <a:pt x="14791" y="21391"/>
                  <a:pt x="14791" y="25947"/>
                </a:cubicBezTo>
                <a:cubicBezTo>
                  <a:pt x="14791" y="29377"/>
                  <a:pt x="16081" y="32107"/>
                  <a:pt x="18661" y="34097"/>
                </a:cubicBezTo>
                <a:cubicBezTo>
                  <a:pt x="21336" y="35963"/>
                  <a:pt x="26701" y="37733"/>
                  <a:pt x="34742" y="39448"/>
                </a:cubicBezTo>
                <a:lnTo>
                  <a:pt x="39668" y="40738"/>
                </a:lnTo>
                <a:cubicBezTo>
                  <a:pt x="50219" y="42879"/>
                  <a:pt x="57725" y="46048"/>
                  <a:pt x="62184" y="50165"/>
                </a:cubicBezTo>
                <a:cubicBezTo>
                  <a:pt x="66575" y="54349"/>
                  <a:pt x="68825" y="60030"/>
                  <a:pt x="68825" y="67316"/>
                </a:cubicBezTo>
                <a:cubicBezTo>
                  <a:pt x="68825" y="75796"/>
                  <a:pt x="65450" y="82437"/>
                  <a:pt x="58754" y="87266"/>
                </a:cubicBezTo>
                <a:cubicBezTo>
                  <a:pt x="52154" y="92137"/>
                  <a:pt x="43098" y="94552"/>
                  <a:pt x="31517" y="94552"/>
                </a:cubicBezTo>
                <a:cubicBezTo>
                  <a:pt x="26646" y="94552"/>
                  <a:pt x="21556" y="94017"/>
                  <a:pt x="16301" y="93043"/>
                </a:cubicBezTo>
                <a:cubicBezTo>
                  <a:pt x="11155" y="92192"/>
                  <a:pt x="5681" y="90848"/>
                  <a:pt x="0" y="88982"/>
                </a:cubicBezTo>
                <a:lnTo>
                  <a:pt x="0" y="73545"/>
                </a:lnTo>
                <a:cubicBezTo>
                  <a:pt x="5420" y="76427"/>
                  <a:pt x="10771" y="78581"/>
                  <a:pt x="16081" y="79967"/>
                </a:cubicBezTo>
                <a:cubicBezTo>
                  <a:pt x="21336" y="81421"/>
                  <a:pt x="26646" y="82121"/>
                  <a:pt x="31943" y="82121"/>
                </a:cubicBezTo>
                <a:cubicBezTo>
                  <a:pt x="38803" y="82121"/>
                  <a:pt x="44059" y="80996"/>
                  <a:pt x="47818" y="78691"/>
                </a:cubicBezTo>
                <a:cubicBezTo>
                  <a:pt x="51674" y="76276"/>
                  <a:pt x="53609" y="72846"/>
                  <a:pt x="53609" y="68400"/>
                </a:cubicBezTo>
                <a:cubicBezTo>
                  <a:pt x="53609" y="64421"/>
                  <a:pt x="52209" y="61320"/>
                  <a:pt x="49533" y="59179"/>
                </a:cubicBezTo>
                <a:cubicBezTo>
                  <a:pt x="46789" y="57025"/>
                  <a:pt x="40848" y="54994"/>
                  <a:pt x="31737" y="52964"/>
                </a:cubicBezTo>
                <a:lnTo>
                  <a:pt x="26592" y="51880"/>
                </a:lnTo>
                <a:cubicBezTo>
                  <a:pt x="17426" y="49904"/>
                  <a:pt x="10771" y="46899"/>
                  <a:pt x="6655" y="42879"/>
                </a:cubicBezTo>
                <a:cubicBezTo>
                  <a:pt x="2634" y="38913"/>
                  <a:pt x="645" y="33452"/>
                  <a:pt x="645" y="26592"/>
                </a:cubicBezTo>
                <a:cubicBezTo>
                  <a:pt x="645" y="18016"/>
                  <a:pt x="3650" y="11471"/>
                  <a:pt x="9646" y="6861"/>
                </a:cubicBezTo>
                <a:cubicBezTo>
                  <a:pt x="15656" y="2305"/>
                  <a:pt x="24122" y="0"/>
                  <a:pt x="35167" y="0"/>
                </a:cubicBezTo>
                <a:cubicBezTo>
                  <a:pt x="40573" y="0"/>
                  <a:pt x="45719" y="425"/>
                  <a:pt x="50604" y="1290"/>
                </a:cubicBezTo>
                <a:cubicBezTo>
                  <a:pt x="55420" y="2044"/>
                  <a:pt x="59879" y="3170"/>
                  <a:pt x="63899" y="4720"/>
                </a:cubicBezTo>
                <a:close/>
                <a:moveTo>
                  <a:pt x="63899" y="4720"/>
                </a:move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49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70EF2367-DB41-4BAE-8AF9-41794C5C9C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75774" y="211563"/>
            <a:ext cx="14791" cy="125205"/>
          </a:xfrm>
          <a:custGeom xmlns:a="http://schemas.openxmlformats.org/drawingml/2006/main">
            <a:pathLst>
              <a:path w="14791" h="125205">
                <a:moveTo>
                  <a:pt x="0" y="35154"/>
                </a:moveTo>
                <a:lnTo>
                  <a:pt x="14791" y="35154"/>
                </a:lnTo>
                <a:lnTo>
                  <a:pt x="14791" y="125205"/>
                </a:lnTo>
                <a:lnTo>
                  <a:pt x="0" y="125205"/>
                </a:lnTo>
                <a:lnTo>
                  <a:pt x="0" y="35154"/>
                </a:lnTo>
                <a:close/>
                <a:moveTo>
                  <a:pt x="0" y="0"/>
                </a:moveTo>
                <a:lnTo>
                  <a:pt x="14791" y="0"/>
                </a:lnTo>
                <a:lnTo>
                  <a:pt x="14791" y="18867"/>
                </a:lnTo>
                <a:lnTo>
                  <a:pt x="0" y="18867"/>
                </a:lnTo>
                <a:lnTo>
                  <a:pt x="0" y="0"/>
                </a:lnTo>
                <a:close/>
                <a:moveTo>
                  <a:pt x="0" y="0"/>
                </a:move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49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C9738B69-7E2D-441D-AD9C-6F5BF2A530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10983" y="246716"/>
            <a:ext cx="87692" cy="90052"/>
          </a:xfrm>
          <a:custGeom xmlns:a="http://schemas.openxmlformats.org/drawingml/2006/main">
            <a:pathLst>
              <a:path w="87692" h="90052">
                <a:moveTo>
                  <a:pt x="0" y="0"/>
                </a:moveTo>
                <a:lnTo>
                  <a:pt x="15656" y="0"/>
                </a:lnTo>
                <a:lnTo>
                  <a:pt x="43743" y="75466"/>
                </a:lnTo>
                <a:lnTo>
                  <a:pt x="72036" y="0"/>
                </a:lnTo>
                <a:lnTo>
                  <a:pt x="87692" y="0"/>
                </a:lnTo>
                <a:lnTo>
                  <a:pt x="53814" y="90052"/>
                </a:lnTo>
                <a:lnTo>
                  <a:pt x="33672" y="90052"/>
                </a:lnTo>
                <a:lnTo>
                  <a:pt x="0" y="0"/>
                </a:lnTo>
                <a:close/>
                <a:moveTo>
                  <a:pt x="0" y="0"/>
                </a:move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49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9CE886F0-1319-4A1B-86DB-48CC9470F0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12505" y="244576"/>
            <a:ext cx="83617" cy="94552"/>
          </a:xfrm>
          <a:custGeom xmlns:a="http://schemas.openxmlformats.org/drawingml/2006/main">
            <a:pathLst>
              <a:path w="83617" h="94552">
                <a:moveTo>
                  <a:pt x="83617" y="43523"/>
                </a:moveTo>
                <a:lnTo>
                  <a:pt x="83617" y="50604"/>
                </a:lnTo>
                <a:lnTo>
                  <a:pt x="15436" y="50604"/>
                </a:lnTo>
                <a:cubicBezTo>
                  <a:pt x="16136" y="60894"/>
                  <a:pt x="19182" y="68715"/>
                  <a:pt x="24657" y="73971"/>
                </a:cubicBezTo>
                <a:cubicBezTo>
                  <a:pt x="30228" y="79267"/>
                  <a:pt x="37843" y="81902"/>
                  <a:pt x="47599" y="81902"/>
                </a:cubicBezTo>
                <a:cubicBezTo>
                  <a:pt x="53279" y="81902"/>
                  <a:pt x="58795" y="81257"/>
                  <a:pt x="64105" y="79967"/>
                </a:cubicBezTo>
                <a:cubicBezTo>
                  <a:pt x="69511" y="78581"/>
                  <a:pt x="74876" y="76427"/>
                  <a:pt x="80186" y="73545"/>
                </a:cubicBezTo>
                <a:lnTo>
                  <a:pt x="80186" y="87692"/>
                </a:lnTo>
                <a:cubicBezTo>
                  <a:pt x="74712" y="89832"/>
                  <a:pt x="69251" y="91493"/>
                  <a:pt x="63666" y="92618"/>
                </a:cubicBezTo>
                <a:cubicBezTo>
                  <a:pt x="58095" y="93908"/>
                  <a:pt x="52415" y="94552"/>
                  <a:pt x="46734" y="94552"/>
                </a:cubicBezTo>
                <a:cubicBezTo>
                  <a:pt x="32423" y="94552"/>
                  <a:pt x="21062" y="90422"/>
                  <a:pt x="12651" y="82121"/>
                </a:cubicBezTo>
                <a:cubicBezTo>
                  <a:pt x="4185" y="73696"/>
                  <a:pt x="0" y="62335"/>
                  <a:pt x="0" y="48024"/>
                </a:cubicBezTo>
                <a:cubicBezTo>
                  <a:pt x="0" y="33342"/>
                  <a:pt x="3965" y="21652"/>
                  <a:pt x="12006" y="13076"/>
                </a:cubicBezTo>
                <a:cubicBezTo>
                  <a:pt x="19992" y="4391"/>
                  <a:pt x="30708" y="0"/>
                  <a:pt x="44168" y="0"/>
                </a:cubicBezTo>
                <a:cubicBezTo>
                  <a:pt x="56270" y="0"/>
                  <a:pt x="65875" y="3965"/>
                  <a:pt x="72887" y="11800"/>
                </a:cubicBezTo>
                <a:cubicBezTo>
                  <a:pt x="80022" y="19511"/>
                  <a:pt x="83617" y="30118"/>
                  <a:pt x="83617" y="43523"/>
                </a:cubicBezTo>
                <a:close/>
                <a:moveTo>
                  <a:pt x="68812" y="39023"/>
                </a:moveTo>
                <a:cubicBezTo>
                  <a:pt x="68661" y="31037"/>
                  <a:pt x="66355" y="24602"/>
                  <a:pt x="61951" y="19731"/>
                </a:cubicBezTo>
                <a:cubicBezTo>
                  <a:pt x="57505" y="14901"/>
                  <a:pt x="51660" y="12431"/>
                  <a:pt x="44374" y="12431"/>
                </a:cubicBezTo>
                <a:cubicBezTo>
                  <a:pt x="36073" y="12431"/>
                  <a:pt x="29418" y="14791"/>
                  <a:pt x="24437" y="19511"/>
                </a:cubicBezTo>
                <a:cubicBezTo>
                  <a:pt x="19566" y="24232"/>
                  <a:pt x="16767" y="30818"/>
                  <a:pt x="16081" y="39242"/>
                </a:cubicBezTo>
                <a:lnTo>
                  <a:pt x="68812" y="39023"/>
                </a:lnTo>
                <a:close/>
                <a:moveTo>
                  <a:pt x="68812" y="39023"/>
                </a:move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49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F807E2D2-7D82-46D1-94E1-FCD3E3DC7E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20230" y="211563"/>
            <a:ext cx="14791" cy="125205"/>
          </a:xfrm>
          <a:custGeom xmlns:a="http://schemas.openxmlformats.org/drawingml/2006/main">
            <a:pathLst>
              <a:path w="14791" h="125205">
                <a:moveTo>
                  <a:pt x="0" y="0"/>
                </a:moveTo>
                <a:lnTo>
                  <a:pt x="14791" y="0"/>
                </a:lnTo>
                <a:lnTo>
                  <a:pt x="14791" y="125205"/>
                </a:lnTo>
                <a:lnTo>
                  <a:pt x="0" y="125205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50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28802325-12D9-4357-AFBA-AAE3BD0EFD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55507" y="246716"/>
            <a:ext cx="87678" cy="124355"/>
          </a:xfrm>
          <a:custGeom xmlns:a="http://schemas.openxmlformats.org/drawingml/2006/main">
            <a:pathLst>
              <a:path w="87678" h="124355">
                <a:moveTo>
                  <a:pt x="48024" y="98408"/>
                </a:moveTo>
                <a:cubicBezTo>
                  <a:pt x="43839" y="109138"/>
                  <a:pt x="39764" y="116095"/>
                  <a:pt x="35798" y="119429"/>
                </a:cubicBezTo>
                <a:cubicBezTo>
                  <a:pt x="31778" y="122694"/>
                  <a:pt x="26468" y="124355"/>
                  <a:pt x="19937" y="124355"/>
                </a:cubicBezTo>
                <a:lnTo>
                  <a:pt x="8137" y="124355"/>
                </a:lnTo>
                <a:lnTo>
                  <a:pt x="8137" y="111923"/>
                </a:lnTo>
                <a:lnTo>
                  <a:pt x="16712" y="111923"/>
                </a:lnTo>
                <a:cubicBezTo>
                  <a:pt x="20842" y="111923"/>
                  <a:pt x="24012" y="110894"/>
                  <a:pt x="26152" y="108918"/>
                </a:cubicBezTo>
                <a:cubicBezTo>
                  <a:pt x="28403" y="107039"/>
                  <a:pt x="30927" y="102538"/>
                  <a:pt x="33658" y="95417"/>
                </a:cubicBezTo>
                <a:lnTo>
                  <a:pt x="36443" y="88556"/>
                </a:lnTo>
                <a:lnTo>
                  <a:pt x="0" y="0"/>
                </a:lnTo>
                <a:lnTo>
                  <a:pt x="15642" y="0"/>
                </a:lnTo>
                <a:lnTo>
                  <a:pt x="43729" y="70321"/>
                </a:lnTo>
                <a:lnTo>
                  <a:pt x="72036" y="0"/>
                </a:lnTo>
                <a:lnTo>
                  <a:pt x="87678" y="0"/>
                </a:lnTo>
                <a:lnTo>
                  <a:pt x="48024" y="98408"/>
                </a:lnTo>
                <a:close/>
                <a:moveTo>
                  <a:pt x="48024" y="98408"/>
                </a:move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50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A0DD3BDA-0652-46F4-B172-302C42E742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09335" y="244576"/>
            <a:ext cx="80612" cy="126495"/>
          </a:xfrm>
          <a:custGeom xmlns:a="http://schemas.openxmlformats.org/drawingml/2006/main">
            <a:pathLst>
              <a:path w="80612" h="126495">
                <a:moveTo>
                  <a:pt x="65807" y="46103"/>
                </a:moveTo>
                <a:cubicBezTo>
                  <a:pt x="65807" y="35373"/>
                  <a:pt x="63556" y="27127"/>
                  <a:pt x="59166" y="21227"/>
                </a:cubicBezTo>
                <a:cubicBezTo>
                  <a:pt x="54720" y="15381"/>
                  <a:pt x="48504" y="12431"/>
                  <a:pt x="40519" y="12431"/>
                </a:cubicBezTo>
                <a:cubicBezTo>
                  <a:pt x="32643" y="12431"/>
                  <a:pt x="26468" y="15381"/>
                  <a:pt x="22077" y="21227"/>
                </a:cubicBezTo>
                <a:cubicBezTo>
                  <a:pt x="17632" y="27127"/>
                  <a:pt x="15436" y="35373"/>
                  <a:pt x="15436" y="46103"/>
                </a:cubicBezTo>
                <a:cubicBezTo>
                  <a:pt x="15436" y="56819"/>
                  <a:pt x="17632" y="65121"/>
                  <a:pt x="22077" y="70966"/>
                </a:cubicBezTo>
                <a:cubicBezTo>
                  <a:pt x="26468" y="76866"/>
                  <a:pt x="32643" y="79761"/>
                  <a:pt x="40519" y="79761"/>
                </a:cubicBezTo>
                <a:cubicBezTo>
                  <a:pt x="48504" y="79761"/>
                  <a:pt x="54720" y="76866"/>
                  <a:pt x="59166" y="70966"/>
                </a:cubicBezTo>
                <a:cubicBezTo>
                  <a:pt x="63556" y="65121"/>
                  <a:pt x="65807" y="56819"/>
                  <a:pt x="65807" y="46103"/>
                </a:cubicBezTo>
                <a:close/>
                <a:moveTo>
                  <a:pt x="80612" y="81037"/>
                </a:moveTo>
                <a:cubicBezTo>
                  <a:pt x="80612" y="96322"/>
                  <a:pt x="77181" y="107684"/>
                  <a:pt x="70321" y="115134"/>
                </a:cubicBezTo>
                <a:cubicBezTo>
                  <a:pt x="63556" y="122694"/>
                  <a:pt x="53169" y="126495"/>
                  <a:pt x="39009" y="126495"/>
                </a:cubicBezTo>
                <a:cubicBezTo>
                  <a:pt x="33864" y="126495"/>
                  <a:pt x="28938" y="126070"/>
                  <a:pt x="24218" y="125205"/>
                </a:cubicBezTo>
                <a:cubicBezTo>
                  <a:pt x="19608" y="124451"/>
                  <a:pt x="15217" y="123326"/>
                  <a:pt x="10922" y="121775"/>
                </a:cubicBezTo>
                <a:lnTo>
                  <a:pt x="10922" y="107409"/>
                </a:lnTo>
                <a:cubicBezTo>
                  <a:pt x="15217" y="109659"/>
                  <a:pt x="19511" y="111375"/>
                  <a:pt x="23792" y="112555"/>
                </a:cubicBezTo>
                <a:cubicBezTo>
                  <a:pt x="28073" y="113680"/>
                  <a:pt x="32368" y="114270"/>
                  <a:pt x="36663" y="114270"/>
                </a:cubicBezTo>
                <a:cubicBezTo>
                  <a:pt x="46364" y="114270"/>
                  <a:pt x="53650" y="111704"/>
                  <a:pt x="58521" y="106558"/>
                </a:cubicBezTo>
                <a:cubicBezTo>
                  <a:pt x="63351" y="101523"/>
                  <a:pt x="65807" y="93908"/>
                  <a:pt x="65807" y="83617"/>
                </a:cubicBezTo>
                <a:lnTo>
                  <a:pt x="65807" y="76331"/>
                </a:lnTo>
                <a:cubicBezTo>
                  <a:pt x="62651" y="81627"/>
                  <a:pt x="58740" y="85647"/>
                  <a:pt x="54020" y="88337"/>
                </a:cubicBezTo>
                <a:cubicBezTo>
                  <a:pt x="49300" y="90903"/>
                  <a:pt x="43565" y="92192"/>
                  <a:pt x="36869" y="92192"/>
                </a:cubicBezTo>
                <a:cubicBezTo>
                  <a:pt x="25823" y="92192"/>
                  <a:pt x="16932" y="88007"/>
                  <a:pt x="10071" y="79541"/>
                </a:cubicBezTo>
                <a:cubicBezTo>
                  <a:pt x="3321" y="71130"/>
                  <a:pt x="0" y="59975"/>
                  <a:pt x="0" y="46103"/>
                </a:cubicBezTo>
                <a:cubicBezTo>
                  <a:pt x="0" y="32272"/>
                  <a:pt x="3321" y="21117"/>
                  <a:pt x="10071" y="12651"/>
                </a:cubicBezTo>
                <a:cubicBezTo>
                  <a:pt x="16932" y="4240"/>
                  <a:pt x="25823" y="0"/>
                  <a:pt x="36869" y="0"/>
                </a:cubicBezTo>
                <a:cubicBezTo>
                  <a:pt x="43565" y="0"/>
                  <a:pt x="49300" y="1400"/>
                  <a:pt x="54020" y="4075"/>
                </a:cubicBezTo>
                <a:cubicBezTo>
                  <a:pt x="58740" y="6655"/>
                  <a:pt x="62651" y="10620"/>
                  <a:pt x="65807" y="15862"/>
                </a:cubicBezTo>
                <a:lnTo>
                  <a:pt x="65807" y="2140"/>
                </a:lnTo>
                <a:lnTo>
                  <a:pt x="80612" y="2140"/>
                </a:lnTo>
                <a:lnTo>
                  <a:pt x="80612" y="81037"/>
                </a:lnTo>
                <a:close/>
                <a:moveTo>
                  <a:pt x="80612" y="81037"/>
                </a:move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50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14C42A28-8641-47A0-891E-0358ED902B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13849" y="244576"/>
            <a:ext cx="83617" cy="94552"/>
          </a:xfrm>
          <a:custGeom xmlns:a="http://schemas.openxmlformats.org/drawingml/2006/main">
            <a:pathLst>
              <a:path w="83617" h="94552">
                <a:moveTo>
                  <a:pt x="83617" y="43523"/>
                </a:moveTo>
                <a:lnTo>
                  <a:pt x="83617" y="50604"/>
                </a:lnTo>
                <a:lnTo>
                  <a:pt x="15436" y="50604"/>
                </a:lnTo>
                <a:cubicBezTo>
                  <a:pt x="16136" y="60894"/>
                  <a:pt x="19182" y="68715"/>
                  <a:pt x="24657" y="73971"/>
                </a:cubicBezTo>
                <a:cubicBezTo>
                  <a:pt x="30228" y="79267"/>
                  <a:pt x="37843" y="81902"/>
                  <a:pt x="47599" y="81902"/>
                </a:cubicBezTo>
                <a:cubicBezTo>
                  <a:pt x="53279" y="81902"/>
                  <a:pt x="58795" y="81257"/>
                  <a:pt x="64105" y="79967"/>
                </a:cubicBezTo>
                <a:cubicBezTo>
                  <a:pt x="69511" y="78581"/>
                  <a:pt x="74876" y="76427"/>
                  <a:pt x="80186" y="73545"/>
                </a:cubicBezTo>
                <a:lnTo>
                  <a:pt x="80186" y="87692"/>
                </a:lnTo>
                <a:cubicBezTo>
                  <a:pt x="74712" y="89832"/>
                  <a:pt x="69251" y="91493"/>
                  <a:pt x="63666" y="92618"/>
                </a:cubicBezTo>
                <a:cubicBezTo>
                  <a:pt x="58095" y="93908"/>
                  <a:pt x="52415" y="94552"/>
                  <a:pt x="46734" y="94552"/>
                </a:cubicBezTo>
                <a:cubicBezTo>
                  <a:pt x="32423" y="94552"/>
                  <a:pt x="21062" y="90422"/>
                  <a:pt x="12651" y="82121"/>
                </a:cubicBezTo>
                <a:cubicBezTo>
                  <a:pt x="4185" y="73696"/>
                  <a:pt x="0" y="62335"/>
                  <a:pt x="0" y="48024"/>
                </a:cubicBezTo>
                <a:cubicBezTo>
                  <a:pt x="0" y="33342"/>
                  <a:pt x="3965" y="21652"/>
                  <a:pt x="12006" y="13076"/>
                </a:cubicBezTo>
                <a:cubicBezTo>
                  <a:pt x="19992" y="4391"/>
                  <a:pt x="30708" y="0"/>
                  <a:pt x="44168" y="0"/>
                </a:cubicBezTo>
                <a:cubicBezTo>
                  <a:pt x="56270" y="0"/>
                  <a:pt x="65875" y="3965"/>
                  <a:pt x="72887" y="11800"/>
                </a:cubicBezTo>
                <a:cubicBezTo>
                  <a:pt x="80022" y="19511"/>
                  <a:pt x="83617" y="30118"/>
                  <a:pt x="83617" y="43523"/>
                </a:cubicBezTo>
                <a:close/>
                <a:moveTo>
                  <a:pt x="68812" y="39023"/>
                </a:moveTo>
                <a:cubicBezTo>
                  <a:pt x="68661" y="31037"/>
                  <a:pt x="66355" y="24602"/>
                  <a:pt x="61951" y="19731"/>
                </a:cubicBezTo>
                <a:cubicBezTo>
                  <a:pt x="57505" y="14901"/>
                  <a:pt x="51660" y="12431"/>
                  <a:pt x="44374" y="12431"/>
                </a:cubicBezTo>
                <a:cubicBezTo>
                  <a:pt x="36073" y="12431"/>
                  <a:pt x="29418" y="14791"/>
                  <a:pt x="24437" y="19511"/>
                </a:cubicBezTo>
                <a:cubicBezTo>
                  <a:pt x="19566" y="24232"/>
                  <a:pt x="16767" y="30818"/>
                  <a:pt x="16081" y="39242"/>
                </a:cubicBezTo>
                <a:lnTo>
                  <a:pt x="68812" y="39023"/>
                </a:lnTo>
                <a:close/>
                <a:moveTo>
                  <a:pt x="68812" y="39023"/>
                </a:move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50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F7156A09-FA7D-4CB1-85D2-38BBA5A3F3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1148" y="244576"/>
            <a:ext cx="75466" cy="92192"/>
          </a:xfrm>
          <a:custGeom xmlns:a="http://schemas.openxmlformats.org/drawingml/2006/main">
            <a:pathLst>
              <a:path w="75466" h="92192">
                <a:moveTo>
                  <a:pt x="75466" y="37733"/>
                </a:moveTo>
                <a:lnTo>
                  <a:pt x="75466" y="92192"/>
                </a:lnTo>
                <a:lnTo>
                  <a:pt x="60675" y="92192"/>
                </a:lnTo>
                <a:lnTo>
                  <a:pt x="60675" y="38378"/>
                </a:lnTo>
                <a:cubicBezTo>
                  <a:pt x="60675" y="29802"/>
                  <a:pt x="58960" y="23477"/>
                  <a:pt x="55529" y="19292"/>
                </a:cubicBezTo>
                <a:cubicBezTo>
                  <a:pt x="52209" y="15011"/>
                  <a:pt x="47269" y="12870"/>
                  <a:pt x="40738" y="12870"/>
                </a:cubicBezTo>
                <a:cubicBezTo>
                  <a:pt x="32697" y="12870"/>
                  <a:pt x="26372" y="15436"/>
                  <a:pt x="21652" y="20582"/>
                </a:cubicBezTo>
                <a:cubicBezTo>
                  <a:pt x="17042" y="25617"/>
                  <a:pt x="14791" y="32533"/>
                  <a:pt x="14791" y="41383"/>
                </a:cubicBezTo>
                <a:lnTo>
                  <a:pt x="14791" y="92192"/>
                </a:lnTo>
                <a:lnTo>
                  <a:pt x="0" y="92192"/>
                </a:lnTo>
                <a:lnTo>
                  <a:pt x="0" y="2140"/>
                </a:lnTo>
                <a:lnTo>
                  <a:pt x="14791" y="2140"/>
                </a:lnTo>
                <a:lnTo>
                  <a:pt x="14791" y="16081"/>
                </a:lnTo>
                <a:cubicBezTo>
                  <a:pt x="18331" y="10661"/>
                  <a:pt x="22516" y="6655"/>
                  <a:pt x="27236" y="4075"/>
                </a:cubicBezTo>
                <a:cubicBezTo>
                  <a:pt x="32053" y="1400"/>
                  <a:pt x="37623" y="0"/>
                  <a:pt x="43949" y="0"/>
                </a:cubicBezTo>
                <a:cubicBezTo>
                  <a:pt x="54240" y="0"/>
                  <a:pt x="62020" y="3224"/>
                  <a:pt x="67316" y="9646"/>
                </a:cubicBezTo>
                <a:cubicBezTo>
                  <a:pt x="72736" y="15971"/>
                  <a:pt x="75466" y="25302"/>
                  <a:pt x="75466" y="37733"/>
                </a:cubicBezTo>
                <a:close/>
                <a:moveTo>
                  <a:pt x="75466" y="37733"/>
                </a:move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50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73C35A98-B6A0-4DB5-9197-DD49CA7D26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719501" y="244576"/>
            <a:ext cx="83617" cy="94552"/>
          </a:xfrm>
          <a:custGeom xmlns:a="http://schemas.openxmlformats.org/drawingml/2006/main">
            <a:pathLst>
              <a:path w="83617" h="94552">
                <a:moveTo>
                  <a:pt x="83617" y="43523"/>
                </a:moveTo>
                <a:lnTo>
                  <a:pt x="83617" y="50604"/>
                </a:lnTo>
                <a:lnTo>
                  <a:pt x="15436" y="50604"/>
                </a:lnTo>
                <a:cubicBezTo>
                  <a:pt x="16136" y="60894"/>
                  <a:pt x="19196" y="68715"/>
                  <a:pt x="24657" y="73971"/>
                </a:cubicBezTo>
                <a:cubicBezTo>
                  <a:pt x="30228" y="79267"/>
                  <a:pt x="37843" y="81902"/>
                  <a:pt x="47599" y="81902"/>
                </a:cubicBezTo>
                <a:cubicBezTo>
                  <a:pt x="53279" y="81902"/>
                  <a:pt x="58795" y="81257"/>
                  <a:pt x="64105" y="79967"/>
                </a:cubicBezTo>
                <a:cubicBezTo>
                  <a:pt x="69525" y="78581"/>
                  <a:pt x="74876" y="76427"/>
                  <a:pt x="80186" y="73545"/>
                </a:cubicBezTo>
                <a:lnTo>
                  <a:pt x="80186" y="87692"/>
                </a:lnTo>
                <a:cubicBezTo>
                  <a:pt x="74712" y="89832"/>
                  <a:pt x="69251" y="91493"/>
                  <a:pt x="63680" y="92618"/>
                </a:cubicBezTo>
                <a:cubicBezTo>
                  <a:pt x="58095" y="93908"/>
                  <a:pt x="52415" y="94552"/>
                  <a:pt x="46734" y="94552"/>
                </a:cubicBezTo>
                <a:cubicBezTo>
                  <a:pt x="32423" y="94552"/>
                  <a:pt x="21062" y="90422"/>
                  <a:pt x="12651" y="82121"/>
                </a:cubicBezTo>
                <a:cubicBezTo>
                  <a:pt x="4185" y="73696"/>
                  <a:pt x="0" y="62335"/>
                  <a:pt x="0" y="48024"/>
                </a:cubicBezTo>
                <a:cubicBezTo>
                  <a:pt x="0" y="33342"/>
                  <a:pt x="3965" y="21652"/>
                  <a:pt x="12006" y="13076"/>
                </a:cubicBezTo>
                <a:cubicBezTo>
                  <a:pt x="19992" y="4391"/>
                  <a:pt x="30708" y="0"/>
                  <a:pt x="44168" y="0"/>
                </a:cubicBezTo>
                <a:cubicBezTo>
                  <a:pt x="56284" y="0"/>
                  <a:pt x="65875" y="3965"/>
                  <a:pt x="72900" y="11800"/>
                </a:cubicBezTo>
                <a:cubicBezTo>
                  <a:pt x="80022" y="19511"/>
                  <a:pt x="83617" y="30118"/>
                  <a:pt x="83617" y="43523"/>
                </a:cubicBezTo>
                <a:close/>
                <a:moveTo>
                  <a:pt x="68825" y="39023"/>
                </a:moveTo>
                <a:cubicBezTo>
                  <a:pt x="68661" y="31037"/>
                  <a:pt x="66355" y="24602"/>
                  <a:pt x="61965" y="19731"/>
                </a:cubicBezTo>
                <a:cubicBezTo>
                  <a:pt x="57505" y="14901"/>
                  <a:pt x="51674" y="12431"/>
                  <a:pt x="44374" y="12431"/>
                </a:cubicBezTo>
                <a:cubicBezTo>
                  <a:pt x="36073" y="12431"/>
                  <a:pt x="29432" y="14791"/>
                  <a:pt x="24437" y="19511"/>
                </a:cubicBezTo>
                <a:cubicBezTo>
                  <a:pt x="19566" y="24232"/>
                  <a:pt x="16781" y="30818"/>
                  <a:pt x="16081" y="39242"/>
                </a:cubicBezTo>
                <a:lnTo>
                  <a:pt x="68825" y="39023"/>
                </a:lnTo>
                <a:close/>
                <a:moveTo>
                  <a:pt x="68825" y="39023"/>
                </a:move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50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7CC3E0C2-7EE1-4FBB-8A4C-8D38E235F5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26801" y="244576"/>
            <a:ext cx="52744" cy="92192"/>
          </a:xfrm>
          <a:custGeom xmlns:a="http://schemas.openxmlformats.org/drawingml/2006/main">
            <a:pathLst>
              <a:path w="52744" h="92192">
                <a:moveTo>
                  <a:pt x="52744" y="15862"/>
                </a:moveTo>
                <a:cubicBezTo>
                  <a:pt x="51029" y="15011"/>
                  <a:pt x="49149" y="14366"/>
                  <a:pt x="47173" y="13941"/>
                </a:cubicBezTo>
                <a:cubicBezTo>
                  <a:pt x="45293" y="13406"/>
                  <a:pt x="43153" y="13076"/>
                  <a:pt x="40738" y="13076"/>
                </a:cubicBezTo>
                <a:cubicBezTo>
                  <a:pt x="32437" y="13076"/>
                  <a:pt x="26002" y="15820"/>
                  <a:pt x="21446" y="21227"/>
                </a:cubicBezTo>
                <a:cubicBezTo>
                  <a:pt x="17000" y="26688"/>
                  <a:pt x="14805" y="34522"/>
                  <a:pt x="14805" y="44813"/>
                </a:cubicBezTo>
                <a:lnTo>
                  <a:pt x="14805" y="92192"/>
                </a:lnTo>
                <a:lnTo>
                  <a:pt x="0" y="92192"/>
                </a:lnTo>
                <a:lnTo>
                  <a:pt x="0" y="2140"/>
                </a:lnTo>
                <a:lnTo>
                  <a:pt x="14805" y="2140"/>
                </a:lnTo>
                <a:lnTo>
                  <a:pt x="14805" y="16081"/>
                </a:lnTo>
                <a:cubicBezTo>
                  <a:pt x="17906" y="10661"/>
                  <a:pt x="21981" y="6655"/>
                  <a:pt x="27017" y="4075"/>
                </a:cubicBezTo>
                <a:cubicBezTo>
                  <a:pt x="31998" y="1400"/>
                  <a:pt x="38062" y="0"/>
                  <a:pt x="45239" y="0"/>
                </a:cubicBezTo>
                <a:cubicBezTo>
                  <a:pt x="46213" y="0"/>
                  <a:pt x="47283" y="110"/>
                  <a:pt x="48463" y="220"/>
                </a:cubicBezTo>
                <a:cubicBezTo>
                  <a:pt x="49739" y="370"/>
                  <a:pt x="51084" y="590"/>
                  <a:pt x="52538" y="864"/>
                </a:cubicBezTo>
                <a:lnTo>
                  <a:pt x="52744" y="15862"/>
                </a:lnTo>
                <a:close/>
                <a:moveTo>
                  <a:pt x="52744" y="15862"/>
                </a:move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50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2298350B-111D-427C-A347-664849C9DA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89355" y="244576"/>
            <a:ext cx="76111" cy="94552"/>
          </a:xfrm>
          <a:custGeom xmlns:a="http://schemas.openxmlformats.org/drawingml/2006/main">
            <a:pathLst>
              <a:path w="76111" h="94552">
                <a:moveTo>
                  <a:pt x="46528" y="46954"/>
                </a:moveTo>
                <a:cubicBezTo>
                  <a:pt x="34618" y="46954"/>
                  <a:pt x="26372" y="48353"/>
                  <a:pt x="21652" y="51029"/>
                </a:cubicBezTo>
                <a:cubicBezTo>
                  <a:pt x="17042" y="53759"/>
                  <a:pt x="14791" y="58425"/>
                  <a:pt x="14791" y="64970"/>
                </a:cubicBezTo>
                <a:cubicBezTo>
                  <a:pt x="14791" y="70266"/>
                  <a:pt x="16507" y="74506"/>
                  <a:pt x="19937" y="77607"/>
                </a:cubicBezTo>
                <a:cubicBezTo>
                  <a:pt x="23477" y="80612"/>
                  <a:pt x="28197" y="82121"/>
                  <a:pt x="34083" y="82121"/>
                </a:cubicBezTo>
                <a:cubicBezTo>
                  <a:pt x="42343" y="82121"/>
                  <a:pt x="48930" y="79267"/>
                  <a:pt x="53814" y="73545"/>
                </a:cubicBezTo>
                <a:cubicBezTo>
                  <a:pt x="58795" y="67700"/>
                  <a:pt x="61320" y="59920"/>
                  <a:pt x="61320" y="50165"/>
                </a:cubicBezTo>
                <a:lnTo>
                  <a:pt x="61320" y="46954"/>
                </a:lnTo>
                <a:lnTo>
                  <a:pt x="46528" y="46954"/>
                </a:lnTo>
                <a:close/>
                <a:moveTo>
                  <a:pt x="76111" y="40738"/>
                </a:moveTo>
                <a:lnTo>
                  <a:pt x="76111" y="92192"/>
                </a:lnTo>
                <a:lnTo>
                  <a:pt x="61320" y="92192"/>
                </a:lnTo>
                <a:lnTo>
                  <a:pt x="61320" y="78471"/>
                </a:lnTo>
                <a:cubicBezTo>
                  <a:pt x="57890" y="83932"/>
                  <a:pt x="53650" y="88007"/>
                  <a:pt x="48669" y="90697"/>
                </a:cubicBezTo>
                <a:cubicBezTo>
                  <a:pt x="43633" y="93263"/>
                  <a:pt x="37514" y="94552"/>
                  <a:pt x="30228" y="94552"/>
                </a:cubicBezTo>
                <a:cubicBezTo>
                  <a:pt x="20897" y="94552"/>
                  <a:pt x="13556" y="91973"/>
                  <a:pt x="8150" y="86827"/>
                </a:cubicBezTo>
                <a:cubicBezTo>
                  <a:pt x="2676" y="81572"/>
                  <a:pt x="0" y="74616"/>
                  <a:pt x="0" y="66040"/>
                </a:cubicBezTo>
                <a:cubicBezTo>
                  <a:pt x="0" y="55900"/>
                  <a:pt x="3321" y="48244"/>
                  <a:pt x="10071" y="43098"/>
                </a:cubicBezTo>
                <a:cubicBezTo>
                  <a:pt x="16932" y="37953"/>
                  <a:pt x="27072" y="35373"/>
                  <a:pt x="40519" y="35373"/>
                </a:cubicBezTo>
                <a:lnTo>
                  <a:pt x="61320" y="35373"/>
                </a:lnTo>
                <a:lnTo>
                  <a:pt x="61320" y="33878"/>
                </a:lnTo>
                <a:cubicBezTo>
                  <a:pt x="61320" y="27017"/>
                  <a:pt x="59015" y="21762"/>
                  <a:pt x="54459" y="18016"/>
                </a:cubicBezTo>
                <a:cubicBezTo>
                  <a:pt x="50014" y="14311"/>
                  <a:pt x="43784" y="12431"/>
                  <a:pt x="35798" y="12431"/>
                </a:cubicBezTo>
                <a:cubicBezTo>
                  <a:pt x="30653" y="12431"/>
                  <a:pt x="25562" y="13076"/>
                  <a:pt x="20582" y="14366"/>
                </a:cubicBezTo>
                <a:cubicBezTo>
                  <a:pt x="15711" y="15656"/>
                  <a:pt x="11046" y="17522"/>
                  <a:pt x="6641" y="19937"/>
                </a:cubicBezTo>
                <a:lnTo>
                  <a:pt x="6641" y="6216"/>
                </a:lnTo>
                <a:cubicBezTo>
                  <a:pt x="12061" y="4075"/>
                  <a:pt x="17261" y="2525"/>
                  <a:pt x="22297" y="1509"/>
                </a:cubicBezTo>
                <a:cubicBezTo>
                  <a:pt x="27442" y="535"/>
                  <a:pt x="32423" y="0"/>
                  <a:pt x="37308" y="0"/>
                </a:cubicBezTo>
                <a:cubicBezTo>
                  <a:pt x="50274" y="0"/>
                  <a:pt x="60030" y="3375"/>
                  <a:pt x="66465" y="10085"/>
                </a:cubicBezTo>
                <a:cubicBezTo>
                  <a:pt x="72887" y="16836"/>
                  <a:pt x="76111" y="27017"/>
                  <a:pt x="76111" y="40738"/>
                </a:cubicBezTo>
                <a:close/>
                <a:moveTo>
                  <a:pt x="76111" y="40738"/>
                </a:move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50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4AF73519-2304-4EE6-9036-0A671B3586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84923" y="221209"/>
            <a:ext cx="56174" cy="115559"/>
          </a:xfrm>
          <a:custGeom xmlns:a="http://schemas.openxmlformats.org/drawingml/2006/main">
            <a:pathLst>
              <a:path w="56174" h="115559">
                <a:moveTo>
                  <a:pt x="25727" y="0"/>
                </a:moveTo>
                <a:lnTo>
                  <a:pt x="25727" y="25508"/>
                </a:lnTo>
                <a:lnTo>
                  <a:pt x="56174" y="25508"/>
                </a:lnTo>
                <a:lnTo>
                  <a:pt x="56174" y="37088"/>
                </a:lnTo>
                <a:lnTo>
                  <a:pt x="25727" y="37088"/>
                </a:lnTo>
                <a:lnTo>
                  <a:pt x="25727" y="85977"/>
                </a:lnTo>
                <a:cubicBezTo>
                  <a:pt x="25727" y="93263"/>
                  <a:pt x="26688" y="97983"/>
                  <a:pt x="28732" y="100123"/>
                </a:cubicBezTo>
                <a:cubicBezTo>
                  <a:pt x="30708" y="102154"/>
                  <a:pt x="34783" y="103128"/>
                  <a:pt x="40944" y="103128"/>
                </a:cubicBezTo>
                <a:lnTo>
                  <a:pt x="56174" y="103128"/>
                </a:lnTo>
                <a:lnTo>
                  <a:pt x="56174" y="115559"/>
                </a:lnTo>
                <a:lnTo>
                  <a:pt x="40944" y="115559"/>
                </a:lnTo>
                <a:cubicBezTo>
                  <a:pt x="29473" y="115559"/>
                  <a:pt x="21542" y="113419"/>
                  <a:pt x="17151" y="109124"/>
                </a:cubicBezTo>
                <a:cubicBezTo>
                  <a:pt x="12857" y="104843"/>
                  <a:pt x="10716" y="97118"/>
                  <a:pt x="10716" y="85977"/>
                </a:cubicBezTo>
                <a:lnTo>
                  <a:pt x="10716" y="37088"/>
                </a:lnTo>
                <a:lnTo>
                  <a:pt x="0" y="37088"/>
                </a:lnTo>
                <a:lnTo>
                  <a:pt x="0" y="25508"/>
                </a:lnTo>
                <a:lnTo>
                  <a:pt x="10716" y="25508"/>
                </a:lnTo>
                <a:lnTo>
                  <a:pt x="10716" y="0"/>
                </a:lnTo>
                <a:lnTo>
                  <a:pt x="25727" y="0"/>
                </a:lnTo>
                <a:close/>
                <a:moveTo>
                  <a:pt x="25727" y="0"/>
                </a:move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50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99851C99-315B-4A20-AF96-20918B87AD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53954" y="244576"/>
            <a:ext cx="83617" cy="94552"/>
          </a:xfrm>
          <a:custGeom xmlns:a="http://schemas.openxmlformats.org/drawingml/2006/main">
            <a:pathLst>
              <a:path w="83617" h="94552">
                <a:moveTo>
                  <a:pt x="83617" y="43523"/>
                </a:moveTo>
                <a:lnTo>
                  <a:pt x="83617" y="50604"/>
                </a:lnTo>
                <a:lnTo>
                  <a:pt x="15436" y="50604"/>
                </a:lnTo>
                <a:cubicBezTo>
                  <a:pt x="16136" y="60894"/>
                  <a:pt x="19196" y="68715"/>
                  <a:pt x="24657" y="73971"/>
                </a:cubicBezTo>
                <a:cubicBezTo>
                  <a:pt x="30228" y="79267"/>
                  <a:pt x="37843" y="81902"/>
                  <a:pt x="47599" y="81902"/>
                </a:cubicBezTo>
                <a:cubicBezTo>
                  <a:pt x="53279" y="81902"/>
                  <a:pt x="58795" y="81257"/>
                  <a:pt x="64105" y="79967"/>
                </a:cubicBezTo>
                <a:cubicBezTo>
                  <a:pt x="69511" y="78581"/>
                  <a:pt x="74876" y="76427"/>
                  <a:pt x="80186" y="73545"/>
                </a:cubicBezTo>
                <a:lnTo>
                  <a:pt x="80186" y="87692"/>
                </a:lnTo>
                <a:cubicBezTo>
                  <a:pt x="74712" y="89832"/>
                  <a:pt x="69251" y="91493"/>
                  <a:pt x="63680" y="92618"/>
                </a:cubicBezTo>
                <a:cubicBezTo>
                  <a:pt x="58095" y="93908"/>
                  <a:pt x="52415" y="94552"/>
                  <a:pt x="46734" y="94552"/>
                </a:cubicBezTo>
                <a:cubicBezTo>
                  <a:pt x="32423" y="94552"/>
                  <a:pt x="21062" y="90422"/>
                  <a:pt x="12651" y="82121"/>
                </a:cubicBezTo>
                <a:cubicBezTo>
                  <a:pt x="4185" y="73696"/>
                  <a:pt x="0" y="62335"/>
                  <a:pt x="0" y="48024"/>
                </a:cubicBezTo>
                <a:cubicBezTo>
                  <a:pt x="0" y="33342"/>
                  <a:pt x="3965" y="21652"/>
                  <a:pt x="12006" y="13076"/>
                </a:cubicBezTo>
                <a:cubicBezTo>
                  <a:pt x="19992" y="4391"/>
                  <a:pt x="30708" y="0"/>
                  <a:pt x="44168" y="0"/>
                </a:cubicBezTo>
                <a:cubicBezTo>
                  <a:pt x="56284" y="0"/>
                  <a:pt x="65875" y="3965"/>
                  <a:pt x="72900" y="11800"/>
                </a:cubicBezTo>
                <a:cubicBezTo>
                  <a:pt x="80022" y="19511"/>
                  <a:pt x="83617" y="30118"/>
                  <a:pt x="83617" y="43523"/>
                </a:cubicBezTo>
                <a:close/>
                <a:moveTo>
                  <a:pt x="68825" y="39023"/>
                </a:moveTo>
                <a:cubicBezTo>
                  <a:pt x="68661" y="31037"/>
                  <a:pt x="66355" y="24602"/>
                  <a:pt x="61965" y="19731"/>
                </a:cubicBezTo>
                <a:cubicBezTo>
                  <a:pt x="57519" y="14901"/>
                  <a:pt x="51674" y="12431"/>
                  <a:pt x="44374" y="12431"/>
                </a:cubicBezTo>
                <a:cubicBezTo>
                  <a:pt x="36073" y="12431"/>
                  <a:pt x="29432" y="14791"/>
                  <a:pt x="24437" y="19511"/>
                </a:cubicBezTo>
                <a:cubicBezTo>
                  <a:pt x="19566" y="24232"/>
                  <a:pt x="16781" y="30818"/>
                  <a:pt x="16081" y="39242"/>
                </a:cubicBezTo>
                <a:lnTo>
                  <a:pt x="68825" y="39023"/>
                </a:lnTo>
                <a:close/>
                <a:moveTo>
                  <a:pt x="68825" y="39023"/>
                </a:move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50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53D878FC-347A-4729-8B41-C2C23D5C3B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55257" y="211563"/>
            <a:ext cx="80612" cy="127565"/>
          </a:xfrm>
          <a:custGeom xmlns:a="http://schemas.openxmlformats.org/drawingml/2006/main">
            <a:pathLst>
              <a:path w="80612" h="127565">
                <a:moveTo>
                  <a:pt x="65820" y="48875"/>
                </a:moveTo>
                <a:lnTo>
                  <a:pt x="65820" y="0"/>
                </a:lnTo>
                <a:lnTo>
                  <a:pt x="80612" y="0"/>
                </a:lnTo>
                <a:lnTo>
                  <a:pt x="80612" y="125205"/>
                </a:lnTo>
                <a:lnTo>
                  <a:pt x="65820" y="125205"/>
                </a:lnTo>
                <a:lnTo>
                  <a:pt x="65820" y="111704"/>
                </a:lnTo>
                <a:cubicBezTo>
                  <a:pt x="62651" y="117000"/>
                  <a:pt x="58740" y="121020"/>
                  <a:pt x="54020" y="123710"/>
                </a:cubicBezTo>
                <a:cubicBezTo>
                  <a:pt x="49314" y="126276"/>
                  <a:pt x="43578" y="127565"/>
                  <a:pt x="36869" y="127565"/>
                </a:cubicBezTo>
                <a:cubicBezTo>
                  <a:pt x="25988" y="127565"/>
                  <a:pt x="17151" y="123216"/>
                  <a:pt x="10291" y="114489"/>
                </a:cubicBezTo>
                <a:cubicBezTo>
                  <a:pt x="3430" y="105804"/>
                  <a:pt x="0" y="94333"/>
                  <a:pt x="0" y="80186"/>
                </a:cubicBezTo>
                <a:cubicBezTo>
                  <a:pt x="0" y="66026"/>
                  <a:pt x="3430" y="54665"/>
                  <a:pt x="10291" y="46089"/>
                </a:cubicBezTo>
                <a:cubicBezTo>
                  <a:pt x="17151" y="37404"/>
                  <a:pt x="25988" y="33013"/>
                  <a:pt x="36869" y="33013"/>
                </a:cubicBezTo>
                <a:cubicBezTo>
                  <a:pt x="43578" y="33013"/>
                  <a:pt x="49314" y="34303"/>
                  <a:pt x="54020" y="36869"/>
                </a:cubicBezTo>
                <a:cubicBezTo>
                  <a:pt x="58740" y="39448"/>
                  <a:pt x="62651" y="43469"/>
                  <a:pt x="65820" y="48875"/>
                </a:cubicBezTo>
                <a:close/>
                <a:moveTo>
                  <a:pt x="15436" y="80186"/>
                </a:moveTo>
                <a:cubicBezTo>
                  <a:pt x="15436" y="91067"/>
                  <a:pt x="17632" y="99643"/>
                  <a:pt x="22077" y="105914"/>
                </a:cubicBezTo>
                <a:cubicBezTo>
                  <a:pt x="26482" y="112074"/>
                  <a:pt x="32643" y="115134"/>
                  <a:pt x="40519" y="115134"/>
                </a:cubicBezTo>
                <a:cubicBezTo>
                  <a:pt x="48340" y="115134"/>
                  <a:pt x="54514" y="112074"/>
                  <a:pt x="58960" y="105914"/>
                </a:cubicBezTo>
                <a:cubicBezTo>
                  <a:pt x="63515" y="99643"/>
                  <a:pt x="65820" y="91067"/>
                  <a:pt x="65820" y="80186"/>
                </a:cubicBezTo>
                <a:cubicBezTo>
                  <a:pt x="65820" y="69360"/>
                  <a:pt x="63515" y="60826"/>
                  <a:pt x="58960" y="54665"/>
                </a:cubicBezTo>
                <a:cubicBezTo>
                  <a:pt x="54514" y="48559"/>
                  <a:pt x="48340" y="45444"/>
                  <a:pt x="40519" y="45444"/>
                </a:cubicBezTo>
                <a:cubicBezTo>
                  <a:pt x="32643" y="45444"/>
                  <a:pt x="26482" y="48559"/>
                  <a:pt x="22077" y="54665"/>
                </a:cubicBezTo>
                <a:cubicBezTo>
                  <a:pt x="17632" y="60826"/>
                  <a:pt x="15436" y="69360"/>
                  <a:pt x="15436" y="80186"/>
                </a:cubicBezTo>
                <a:close/>
                <a:moveTo>
                  <a:pt x="15436" y="80186"/>
                </a:move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51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D9D3FFD1-BC40-40CB-8FB5-A2E862E4F0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10210" y="244576"/>
            <a:ext cx="99053" cy="94552"/>
          </a:xfrm>
          <a:custGeom xmlns:a="http://schemas.openxmlformats.org/drawingml/2006/main">
            <a:pathLst>
              <a:path w="99053" h="94552">
                <a:moveTo>
                  <a:pt x="49520" y="20582"/>
                </a:moveTo>
                <a:cubicBezTo>
                  <a:pt x="43194" y="20582"/>
                  <a:pt x="38378" y="22887"/>
                  <a:pt x="34948" y="27442"/>
                </a:cubicBezTo>
                <a:cubicBezTo>
                  <a:pt x="31627" y="32053"/>
                  <a:pt x="30008" y="38598"/>
                  <a:pt x="30008" y="47173"/>
                </a:cubicBezTo>
                <a:cubicBezTo>
                  <a:pt x="30008" y="55900"/>
                  <a:pt x="31627" y="62555"/>
                  <a:pt x="34948" y="67110"/>
                </a:cubicBezTo>
                <a:cubicBezTo>
                  <a:pt x="38378" y="71720"/>
                  <a:pt x="43194" y="73971"/>
                  <a:pt x="49520" y="73971"/>
                </a:cubicBezTo>
                <a:cubicBezTo>
                  <a:pt x="55790" y="73971"/>
                  <a:pt x="60565" y="71720"/>
                  <a:pt x="63886" y="67110"/>
                </a:cubicBezTo>
                <a:cubicBezTo>
                  <a:pt x="67316" y="62555"/>
                  <a:pt x="69031" y="55900"/>
                  <a:pt x="69031" y="47173"/>
                </a:cubicBezTo>
                <a:cubicBezTo>
                  <a:pt x="69031" y="38598"/>
                  <a:pt x="67316" y="32053"/>
                  <a:pt x="63886" y="27442"/>
                </a:cubicBezTo>
                <a:cubicBezTo>
                  <a:pt x="60565" y="22887"/>
                  <a:pt x="55790" y="20582"/>
                  <a:pt x="49520" y="20582"/>
                </a:cubicBezTo>
                <a:close/>
                <a:moveTo>
                  <a:pt x="49520" y="0"/>
                </a:moveTo>
                <a:cubicBezTo>
                  <a:pt x="65066" y="0"/>
                  <a:pt x="77236" y="4240"/>
                  <a:pt x="85977" y="12651"/>
                </a:cubicBezTo>
                <a:cubicBezTo>
                  <a:pt x="94648" y="20952"/>
                  <a:pt x="99053" y="32478"/>
                  <a:pt x="99053" y="47173"/>
                </a:cubicBezTo>
                <a:cubicBezTo>
                  <a:pt x="99053" y="62074"/>
                  <a:pt x="94648" y="73696"/>
                  <a:pt x="85977" y="82121"/>
                </a:cubicBezTo>
                <a:cubicBezTo>
                  <a:pt x="77236" y="90422"/>
                  <a:pt x="65066" y="94552"/>
                  <a:pt x="49520" y="94552"/>
                </a:cubicBezTo>
                <a:cubicBezTo>
                  <a:pt x="34083" y="94552"/>
                  <a:pt x="21926" y="90422"/>
                  <a:pt x="13076" y="82121"/>
                </a:cubicBezTo>
                <a:cubicBezTo>
                  <a:pt x="4336" y="73696"/>
                  <a:pt x="0" y="62074"/>
                  <a:pt x="0" y="47173"/>
                </a:cubicBezTo>
                <a:cubicBezTo>
                  <a:pt x="0" y="32478"/>
                  <a:pt x="4336" y="20952"/>
                  <a:pt x="13076" y="12651"/>
                </a:cubicBezTo>
                <a:cubicBezTo>
                  <a:pt x="21926" y="4240"/>
                  <a:pt x="34083" y="0"/>
                  <a:pt x="49520" y="0"/>
                </a:cubicBezTo>
                <a:close/>
                <a:moveTo>
                  <a:pt x="49520" y="0"/>
                </a:move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51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A2AF018D-1409-4E34-A13F-E10124CC94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429090" y="246716"/>
            <a:ext cx="90477" cy="92412"/>
          </a:xfrm>
          <a:custGeom xmlns:a="http://schemas.openxmlformats.org/drawingml/2006/main">
            <a:pathLst>
              <a:path w="90477" h="92412">
                <a:moveTo>
                  <a:pt x="0" y="54885"/>
                </a:moveTo>
                <a:lnTo>
                  <a:pt x="0" y="0"/>
                </a:lnTo>
                <a:lnTo>
                  <a:pt x="28938" y="0"/>
                </a:lnTo>
                <a:lnTo>
                  <a:pt x="28938" y="9015"/>
                </a:lnTo>
                <a:cubicBezTo>
                  <a:pt x="28938" y="13886"/>
                  <a:pt x="28842" y="20047"/>
                  <a:pt x="28732" y="27442"/>
                </a:cubicBezTo>
                <a:cubicBezTo>
                  <a:pt x="28732" y="34742"/>
                  <a:pt x="28732" y="39613"/>
                  <a:pt x="28732" y="42028"/>
                </a:cubicBezTo>
                <a:cubicBezTo>
                  <a:pt x="28732" y="49314"/>
                  <a:pt x="28938" y="54624"/>
                  <a:pt x="29377" y="57890"/>
                </a:cubicBezTo>
                <a:cubicBezTo>
                  <a:pt x="29802" y="61059"/>
                  <a:pt x="30447" y="63364"/>
                  <a:pt x="31298" y="64750"/>
                </a:cubicBezTo>
                <a:cubicBezTo>
                  <a:pt x="32423" y="66630"/>
                  <a:pt x="33932" y="68071"/>
                  <a:pt x="35798" y="69045"/>
                </a:cubicBezTo>
                <a:cubicBezTo>
                  <a:pt x="37788" y="70060"/>
                  <a:pt x="39983" y="70540"/>
                  <a:pt x="42453" y="70540"/>
                </a:cubicBezTo>
                <a:cubicBezTo>
                  <a:pt x="48449" y="70540"/>
                  <a:pt x="53169" y="68290"/>
                  <a:pt x="56600" y="63680"/>
                </a:cubicBezTo>
                <a:cubicBezTo>
                  <a:pt x="60030" y="59124"/>
                  <a:pt x="61745" y="52689"/>
                  <a:pt x="61745" y="44388"/>
                </a:cubicBezTo>
                <a:lnTo>
                  <a:pt x="61745" y="0"/>
                </a:lnTo>
                <a:lnTo>
                  <a:pt x="90477" y="0"/>
                </a:lnTo>
                <a:lnTo>
                  <a:pt x="90477" y="90052"/>
                </a:lnTo>
                <a:lnTo>
                  <a:pt x="61745" y="90052"/>
                </a:lnTo>
                <a:lnTo>
                  <a:pt x="61745" y="76976"/>
                </a:lnTo>
                <a:cubicBezTo>
                  <a:pt x="57450" y="82286"/>
                  <a:pt x="52854" y="86196"/>
                  <a:pt x="48024" y="88762"/>
                </a:cubicBezTo>
                <a:cubicBezTo>
                  <a:pt x="43139" y="91177"/>
                  <a:pt x="37788" y="92412"/>
                  <a:pt x="31943" y="92412"/>
                </a:cubicBezTo>
                <a:cubicBezTo>
                  <a:pt x="21487" y="92412"/>
                  <a:pt x="13556" y="89297"/>
                  <a:pt x="8150" y="82972"/>
                </a:cubicBezTo>
                <a:cubicBezTo>
                  <a:pt x="2676" y="76550"/>
                  <a:pt x="0" y="67220"/>
                  <a:pt x="0" y="54885"/>
                </a:cubicBezTo>
                <a:close/>
                <a:moveTo>
                  <a:pt x="0" y="54885"/>
                </a:move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51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2892B2D7-1660-4119-AD82-C7B63A7125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35594" y="221209"/>
            <a:ext cx="72887" cy="115559"/>
          </a:xfrm>
          <a:custGeom xmlns:a="http://schemas.openxmlformats.org/drawingml/2006/main">
            <a:pathLst>
              <a:path w="72887" h="115559">
                <a:moveTo>
                  <a:pt x="43084" y="0"/>
                </a:moveTo>
                <a:lnTo>
                  <a:pt x="43084" y="25508"/>
                </a:lnTo>
                <a:lnTo>
                  <a:pt x="72887" y="25508"/>
                </a:lnTo>
                <a:lnTo>
                  <a:pt x="72887" y="46089"/>
                </a:lnTo>
                <a:lnTo>
                  <a:pt x="43084" y="46089"/>
                </a:lnTo>
                <a:lnTo>
                  <a:pt x="43084" y="84262"/>
                </a:lnTo>
                <a:cubicBezTo>
                  <a:pt x="43084" y="88433"/>
                  <a:pt x="43839" y="91273"/>
                  <a:pt x="45444" y="92837"/>
                </a:cubicBezTo>
                <a:cubicBezTo>
                  <a:pt x="47160" y="94278"/>
                  <a:pt x="50480" y="94978"/>
                  <a:pt x="55529" y="94978"/>
                </a:cubicBezTo>
                <a:lnTo>
                  <a:pt x="70321" y="94978"/>
                </a:lnTo>
                <a:lnTo>
                  <a:pt x="70321" y="115559"/>
                </a:lnTo>
                <a:lnTo>
                  <a:pt x="45664" y="115559"/>
                </a:lnTo>
                <a:cubicBezTo>
                  <a:pt x="34193" y="115559"/>
                  <a:pt x="26152" y="113199"/>
                  <a:pt x="21432" y="108479"/>
                </a:cubicBezTo>
                <a:cubicBezTo>
                  <a:pt x="16712" y="103773"/>
                  <a:pt x="14366" y="95732"/>
                  <a:pt x="14366" y="84262"/>
                </a:cubicBezTo>
                <a:lnTo>
                  <a:pt x="14366" y="46089"/>
                </a:lnTo>
                <a:lnTo>
                  <a:pt x="0" y="46089"/>
                </a:lnTo>
                <a:lnTo>
                  <a:pt x="0" y="25508"/>
                </a:lnTo>
                <a:lnTo>
                  <a:pt x="14366" y="25508"/>
                </a:lnTo>
                <a:lnTo>
                  <a:pt x="14366" y="0"/>
                </a:lnTo>
                <a:lnTo>
                  <a:pt x="43084" y="0"/>
                </a:lnTo>
                <a:close/>
                <a:moveTo>
                  <a:pt x="43084" y="0"/>
                </a:move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51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8B802AC3-2978-4066-8065-98CF2EC71E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626112" y="244576"/>
            <a:ext cx="96487" cy="126495"/>
          </a:xfrm>
          <a:custGeom xmlns:a="http://schemas.openxmlformats.org/drawingml/2006/main">
            <a:pathLst>
              <a:path w="96487" h="126495">
                <a:moveTo>
                  <a:pt x="28732" y="79116"/>
                </a:moveTo>
                <a:lnTo>
                  <a:pt x="28732" y="126495"/>
                </a:lnTo>
                <a:lnTo>
                  <a:pt x="0" y="126495"/>
                </a:lnTo>
                <a:lnTo>
                  <a:pt x="0" y="2140"/>
                </a:lnTo>
                <a:lnTo>
                  <a:pt x="28732" y="2140"/>
                </a:lnTo>
                <a:lnTo>
                  <a:pt x="28732" y="15230"/>
                </a:lnTo>
                <a:cubicBezTo>
                  <a:pt x="32697" y="10085"/>
                  <a:pt x="37088" y="6325"/>
                  <a:pt x="41808" y="3856"/>
                </a:cubicBezTo>
                <a:cubicBezTo>
                  <a:pt x="46638" y="1290"/>
                  <a:pt x="52209" y="0"/>
                  <a:pt x="58534" y="0"/>
                </a:cubicBezTo>
                <a:cubicBezTo>
                  <a:pt x="69676" y="0"/>
                  <a:pt x="78746" y="4446"/>
                  <a:pt x="85757" y="13296"/>
                </a:cubicBezTo>
                <a:cubicBezTo>
                  <a:pt x="92892" y="22036"/>
                  <a:pt x="96487" y="33342"/>
                  <a:pt x="96487" y="47173"/>
                </a:cubicBezTo>
                <a:cubicBezTo>
                  <a:pt x="96487" y="61045"/>
                  <a:pt x="92892" y="72406"/>
                  <a:pt x="85757" y="81257"/>
                </a:cubicBezTo>
                <a:cubicBezTo>
                  <a:pt x="78746" y="90148"/>
                  <a:pt x="69676" y="94552"/>
                  <a:pt x="58534" y="94552"/>
                </a:cubicBezTo>
                <a:cubicBezTo>
                  <a:pt x="52209" y="94552"/>
                  <a:pt x="46638" y="93317"/>
                  <a:pt x="41808" y="90903"/>
                </a:cubicBezTo>
                <a:cubicBezTo>
                  <a:pt x="37088" y="88337"/>
                  <a:pt x="32697" y="84426"/>
                  <a:pt x="28732" y="79116"/>
                </a:cubicBezTo>
                <a:close/>
                <a:moveTo>
                  <a:pt x="47818" y="20801"/>
                </a:moveTo>
                <a:cubicBezTo>
                  <a:pt x="41644" y="20801"/>
                  <a:pt x="36937" y="23106"/>
                  <a:pt x="33658" y="27662"/>
                </a:cubicBezTo>
                <a:cubicBezTo>
                  <a:pt x="30337" y="32272"/>
                  <a:pt x="28732" y="38749"/>
                  <a:pt x="28732" y="47173"/>
                </a:cubicBezTo>
                <a:cubicBezTo>
                  <a:pt x="28732" y="55749"/>
                  <a:pt x="30337" y="62335"/>
                  <a:pt x="33658" y="66891"/>
                </a:cubicBezTo>
                <a:cubicBezTo>
                  <a:pt x="36937" y="71336"/>
                  <a:pt x="41644" y="73545"/>
                  <a:pt x="47818" y="73545"/>
                </a:cubicBezTo>
                <a:cubicBezTo>
                  <a:pt x="53924" y="73545"/>
                  <a:pt x="58644" y="71336"/>
                  <a:pt x="61965" y="66891"/>
                </a:cubicBezTo>
                <a:cubicBezTo>
                  <a:pt x="65230" y="62335"/>
                  <a:pt x="66891" y="55749"/>
                  <a:pt x="66891" y="47173"/>
                </a:cubicBezTo>
                <a:cubicBezTo>
                  <a:pt x="66891" y="38598"/>
                  <a:pt x="65230" y="32107"/>
                  <a:pt x="61965" y="27662"/>
                </a:cubicBezTo>
                <a:cubicBezTo>
                  <a:pt x="58644" y="23106"/>
                  <a:pt x="53924" y="20801"/>
                  <a:pt x="47818" y="20801"/>
                </a:cubicBezTo>
                <a:close/>
                <a:moveTo>
                  <a:pt x="47818" y="20801"/>
                </a:move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51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056CE739-C37A-4758-883E-72BFF3C2FA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742907" y="246716"/>
            <a:ext cx="90477" cy="92412"/>
          </a:xfrm>
          <a:custGeom xmlns:a="http://schemas.openxmlformats.org/drawingml/2006/main">
            <a:pathLst>
              <a:path w="90477" h="92412">
                <a:moveTo>
                  <a:pt x="0" y="54885"/>
                </a:moveTo>
                <a:lnTo>
                  <a:pt x="0" y="0"/>
                </a:lnTo>
                <a:lnTo>
                  <a:pt x="28938" y="0"/>
                </a:lnTo>
                <a:lnTo>
                  <a:pt x="28938" y="9015"/>
                </a:lnTo>
                <a:cubicBezTo>
                  <a:pt x="28938" y="13886"/>
                  <a:pt x="28842" y="20047"/>
                  <a:pt x="28732" y="27442"/>
                </a:cubicBezTo>
                <a:cubicBezTo>
                  <a:pt x="28732" y="34742"/>
                  <a:pt x="28732" y="39613"/>
                  <a:pt x="28732" y="42028"/>
                </a:cubicBezTo>
                <a:cubicBezTo>
                  <a:pt x="28732" y="49314"/>
                  <a:pt x="28938" y="54624"/>
                  <a:pt x="29377" y="57890"/>
                </a:cubicBezTo>
                <a:cubicBezTo>
                  <a:pt x="29802" y="61059"/>
                  <a:pt x="30447" y="63364"/>
                  <a:pt x="31298" y="64750"/>
                </a:cubicBezTo>
                <a:cubicBezTo>
                  <a:pt x="32423" y="66630"/>
                  <a:pt x="33932" y="68071"/>
                  <a:pt x="35798" y="69045"/>
                </a:cubicBezTo>
                <a:cubicBezTo>
                  <a:pt x="37788" y="70060"/>
                  <a:pt x="39983" y="70540"/>
                  <a:pt x="42453" y="70540"/>
                </a:cubicBezTo>
                <a:cubicBezTo>
                  <a:pt x="48449" y="70540"/>
                  <a:pt x="53169" y="68290"/>
                  <a:pt x="56600" y="63680"/>
                </a:cubicBezTo>
                <a:cubicBezTo>
                  <a:pt x="60030" y="59124"/>
                  <a:pt x="61745" y="52689"/>
                  <a:pt x="61745" y="44388"/>
                </a:cubicBezTo>
                <a:lnTo>
                  <a:pt x="61745" y="0"/>
                </a:lnTo>
                <a:lnTo>
                  <a:pt x="90477" y="0"/>
                </a:lnTo>
                <a:lnTo>
                  <a:pt x="90477" y="90052"/>
                </a:lnTo>
                <a:lnTo>
                  <a:pt x="61745" y="90052"/>
                </a:lnTo>
                <a:lnTo>
                  <a:pt x="61745" y="76976"/>
                </a:lnTo>
                <a:cubicBezTo>
                  <a:pt x="57464" y="82286"/>
                  <a:pt x="52854" y="86196"/>
                  <a:pt x="48024" y="88762"/>
                </a:cubicBezTo>
                <a:cubicBezTo>
                  <a:pt x="43153" y="91177"/>
                  <a:pt x="37788" y="92412"/>
                  <a:pt x="31943" y="92412"/>
                </a:cubicBezTo>
                <a:cubicBezTo>
                  <a:pt x="21487" y="92412"/>
                  <a:pt x="13556" y="89297"/>
                  <a:pt x="8150" y="82972"/>
                </a:cubicBezTo>
                <a:cubicBezTo>
                  <a:pt x="2676" y="76550"/>
                  <a:pt x="0" y="67220"/>
                  <a:pt x="0" y="54885"/>
                </a:cubicBezTo>
                <a:close/>
                <a:moveTo>
                  <a:pt x="0" y="54885"/>
                </a:move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51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240EC02E-B499-4615-A839-056D2175F8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49410" y="221209"/>
            <a:ext cx="72887" cy="115559"/>
          </a:xfrm>
          <a:custGeom xmlns:a="http://schemas.openxmlformats.org/drawingml/2006/main">
            <a:pathLst>
              <a:path w="72887" h="115559">
                <a:moveTo>
                  <a:pt x="43084" y="0"/>
                </a:moveTo>
                <a:lnTo>
                  <a:pt x="43084" y="25508"/>
                </a:lnTo>
                <a:lnTo>
                  <a:pt x="72887" y="25508"/>
                </a:lnTo>
                <a:lnTo>
                  <a:pt x="72887" y="46089"/>
                </a:lnTo>
                <a:lnTo>
                  <a:pt x="43084" y="46089"/>
                </a:lnTo>
                <a:lnTo>
                  <a:pt x="43084" y="84262"/>
                </a:lnTo>
                <a:cubicBezTo>
                  <a:pt x="43084" y="88433"/>
                  <a:pt x="43839" y="91273"/>
                  <a:pt x="45444" y="92837"/>
                </a:cubicBezTo>
                <a:cubicBezTo>
                  <a:pt x="47160" y="94278"/>
                  <a:pt x="50480" y="94978"/>
                  <a:pt x="55529" y="94978"/>
                </a:cubicBezTo>
                <a:lnTo>
                  <a:pt x="70321" y="94978"/>
                </a:lnTo>
                <a:lnTo>
                  <a:pt x="70321" y="115559"/>
                </a:lnTo>
                <a:lnTo>
                  <a:pt x="45664" y="115559"/>
                </a:lnTo>
                <a:cubicBezTo>
                  <a:pt x="34193" y="115559"/>
                  <a:pt x="26152" y="113199"/>
                  <a:pt x="21432" y="108479"/>
                </a:cubicBezTo>
                <a:cubicBezTo>
                  <a:pt x="16726" y="103773"/>
                  <a:pt x="14366" y="95732"/>
                  <a:pt x="14366" y="84262"/>
                </a:cubicBezTo>
                <a:lnTo>
                  <a:pt x="14366" y="46089"/>
                </a:lnTo>
                <a:lnTo>
                  <a:pt x="0" y="46089"/>
                </a:lnTo>
                <a:lnTo>
                  <a:pt x="0" y="25508"/>
                </a:lnTo>
                <a:lnTo>
                  <a:pt x="14366" y="25508"/>
                </a:lnTo>
                <a:lnTo>
                  <a:pt x="14366" y="0"/>
                </a:lnTo>
                <a:lnTo>
                  <a:pt x="43084" y="0"/>
                </a:lnTo>
                <a:close/>
                <a:moveTo>
                  <a:pt x="43084" y="0"/>
                </a:move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51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C193B419-282F-4652-9683-A131243535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42190" y="291310"/>
            <a:ext cx="702838" cy="10"/>
          </a:xfrm>
          <a:custGeom xmlns:a="http://schemas.openxmlformats.org/drawingml/2006/main">
            <a:pathLst>
              <a:path w="702838" h="1" fill="none">
                <a:moveTo>
                  <a:pt x="702838" y="0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0291" cap="flat">
            <a:solidFill>
              <a:srgbClr val="000000"/>
            </a:solidFill>
            <a:miter/>
          </a:ln>
        </p:spPr>
      </p:sp>
      <p:sp>
        <p:nvSpPr>
          <p:cNvPr id="51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EDB9BDBD-CA97-43E4-BF8B-709E2152C1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70170" y="291310"/>
            <a:ext cx="885329" cy="10"/>
          </a:xfrm>
          <a:custGeom xmlns:a="http://schemas.openxmlformats.org/drawingml/2006/main">
            <a:pathLst>
              <a:path w="885329" h="1" fill="none">
                <a:moveTo>
                  <a:pt x="885329" y="0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0291" cap="flat">
            <a:solidFill>
              <a:srgbClr val="000000"/>
            </a:solidFill>
            <a:miter/>
          </a:ln>
        </p:spPr>
      </p:sp>
      <p:pic>
        <p:nvPicPr>
          <p:cNvPr id="111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cee099477364a78"/>
          <a:stretch xmlns:a="http://schemas.openxmlformats.org/drawingml/2006/main"/>
        </p:blipFill>
        <p:spPr>
          <a:xfrm xmlns:a="http://schemas.openxmlformats.org/drawingml/2006/main">
            <a:off x="11665341" y="2484182"/>
            <a:ext cx="34474" cy="96528"/>
          </a:xfrm>
          <a:prstGeom xmlns:a="http://schemas.openxmlformats.org/drawingml/2006/main" prst="rect">
            <a:avLst/>
          </a:prstGeom>
        </p:spPr>
      </p:pic>
      <p:pic>
        <p:nvPicPr>
          <p:cNvPr id="111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34b68f0beec4993"/>
          <a:stretch xmlns:a="http://schemas.openxmlformats.org/drawingml/2006/main"/>
        </p:blipFill>
        <p:spPr>
          <a:xfrm xmlns:a="http://schemas.openxmlformats.org/drawingml/2006/main">
            <a:off x="11699845" y="2451114"/>
            <a:ext cx="35362" cy="162664"/>
          </a:xfrm>
          <a:prstGeom xmlns:a="http://schemas.openxmlformats.org/drawingml/2006/main" prst="rect">
            <a:avLst/>
          </a:prstGeom>
        </p:spPr>
      </p:pic>
      <p:pic>
        <p:nvPicPr>
          <p:cNvPr id="111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5336a63061941f7"/>
          <a:stretch xmlns:a="http://schemas.openxmlformats.org/drawingml/2006/main"/>
        </p:blipFill>
        <p:spPr>
          <a:xfrm xmlns:a="http://schemas.openxmlformats.org/drawingml/2006/main">
            <a:off x="11734421" y="2423878"/>
            <a:ext cx="36187" cy="217124"/>
          </a:xfrm>
          <a:prstGeom xmlns:a="http://schemas.openxmlformats.org/drawingml/2006/main" prst="rect">
            <a:avLst/>
          </a:prstGeom>
        </p:spPr>
      </p:pic>
      <p:pic>
        <p:nvPicPr>
          <p:cNvPr id="111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78615ee3be14610"/>
          <a:stretch xmlns:a="http://schemas.openxmlformats.org/drawingml/2006/main"/>
        </p:blipFill>
        <p:spPr>
          <a:xfrm xmlns:a="http://schemas.openxmlformats.org/drawingml/2006/main">
            <a:off x="11769789" y="2369857"/>
            <a:ext cx="35345" cy="325177"/>
          </a:xfrm>
          <a:prstGeom xmlns:a="http://schemas.openxmlformats.org/drawingml/2006/main" prst="rect">
            <a:avLst/>
          </a:prstGeom>
        </p:spPr>
      </p:pic>
      <p:pic>
        <p:nvPicPr>
          <p:cNvPr id="111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3066ffd664c491e"/>
          <a:stretch xmlns:a="http://schemas.openxmlformats.org/drawingml/2006/main"/>
        </p:blipFill>
        <p:spPr>
          <a:xfrm xmlns:a="http://schemas.openxmlformats.org/drawingml/2006/main">
            <a:off x="11804423" y="2284265"/>
            <a:ext cx="35973" cy="496431"/>
          </a:xfrm>
          <a:prstGeom xmlns:a="http://schemas.openxmlformats.org/drawingml/2006/main" prst="rect">
            <a:avLst/>
          </a:prstGeom>
        </p:spPr>
      </p:pic>
      <p:pic>
        <p:nvPicPr>
          <p:cNvPr id="111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24928d37cc044e2"/>
          <a:stretch xmlns:a="http://schemas.openxmlformats.org/drawingml/2006/main"/>
        </p:blipFill>
        <p:spPr>
          <a:xfrm xmlns:a="http://schemas.openxmlformats.org/drawingml/2006/main">
            <a:off x="11839469" y="2367868"/>
            <a:ext cx="35776" cy="329143"/>
          </a:xfrm>
          <a:prstGeom xmlns:a="http://schemas.openxmlformats.org/drawingml/2006/main" prst="rect">
            <a:avLst/>
          </a:prstGeom>
        </p:spPr>
      </p:pic>
      <p:pic>
        <p:nvPicPr>
          <p:cNvPr id="111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ff9bff1c01b4e3e"/>
          <a:stretch xmlns:a="http://schemas.openxmlformats.org/drawingml/2006/main"/>
        </p:blipFill>
        <p:spPr>
          <a:xfrm xmlns:a="http://schemas.openxmlformats.org/drawingml/2006/main">
            <a:off x="11874346" y="2424687"/>
            <a:ext cx="35920" cy="215518"/>
          </a:xfrm>
          <a:prstGeom xmlns:a="http://schemas.openxmlformats.org/drawingml/2006/main" prst="rect">
            <a:avLst/>
          </a:prstGeom>
        </p:spPr>
      </p:pic>
      <p:pic>
        <p:nvPicPr>
          <p:cNvPr id="111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69faedb243d4760"/>
          <a:stretch xmlns:a="http://schemas.openxmlformats.org/drawingml/2006/main"/>
        </p:blipFill>
        <p:spPr>
          <a:xfrm xmlns:a="http://schemas.openxmlformats.org/drawingml/2006/main">
            <a:off x="11909432" y="2450469"/>
            <a:ext cx="35642" cy="163954"/>
          </a:xfrm>
          <a:prstGeom xmlns:a="http://schemas.openxmlformats.org/drawingml/2006/main" prst="rect">
            <a:avLst/>
          </a:prstGeom>
        </p:spPr>
      </p:pic>
      <p:pic>
        <p:nvPicPr>
          <p:cNvPr id="111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a17c108b8c54031"/>
          <a:stretch xmlns:a="http://schemas.openxmlformats.org/drawingml/2006/main"/>
        </p:blipFill>
        <p:spPr>
          <a:xfrm xmlns:a="http://schemas.openxmlformats.org/drawingml/2006/main">
            <a:off x="11944964" y="2484182"/>
            <a:ext cx="34474" cy="96528"/>
          </a:xfrm>
          <a:prstGeom xmlns:a="http://schemas.openxmlformats.org/drawingml/2006/main" prst="rect">
            <a:avLst/>
          </a:prstGeom>
        </p:spPr>
      </p:pic>
      <p:pic>
        <p:nvPicPr>
          <p:cNvPr id="111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4049d7cd1604a02"/>
          <a:stretch xmlns:a="http://schemas.openxmlformats.org/drawingml/2006/main"/>
        </p:blipFill>
        <p:spPr>
          <a:xfrm xmlns:a="http://schemas.openxmlformats.org/drawingml/2006/main">
            <a:off x="11979280" y="2414232"/>
            <a:ext cx="35821" cy="236415"/>
          </a:xfrm>
          <a:prstGeom xmlns:a="http://schemas.openxmlformats.org/drawingml/2006/main" prst="rect">
            <a:avLst/>
          </a:prstGeom>
        </p:spPr>
      </p:pic>
      <p:pic>
        <p:nvPicPr>
          <p:cNvPr id="112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81030f8dba14ae4"/>
          <a:stretch xmlns:a="http://schemas.openxmlformats.org/drawingml/2006/main"/>
        </p:blipFill>
        <p:spPr>
          <a:xfrm xmlns:a="http://schemas.openxmlformats.org/drawingml/2006/main">
            <a:off x="12014203" y="2374619"/>
            <a:ext cx="35868" cy="315641"/>
          </a:xfrm>
          <a:prstGeom xmlns:a="http://schemas.openxmlformats.org/drawingml/2006/main" prst="rect">
            <a:avLst/>
          </a:prstGeom>
        </p:spPr>
      </p:pic>
      <p:pic>
        <p:nvPicPr>
          <p:cNvPr id="112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4eb5a66ff1f4916"/>
          <a:stretch xmlns:a="http://schemas.openxmlformats.org/drawingml/2006/main"/>
        </p:blipFill>
        <p:spPr>
          <a:xfrm xmlns:a="http://schemas.openxmlformats.org/drawingml/2006/main">
            <a:off x="12049181" y="2296106"/>
            <a:ext cx="35809" cy="472680"/>
          </a:xfrm>
          <a:prstGeom xmlns:a="http://schemas.openxmlformats.org/drawingml/2006/main" prst="rect">
            <a:avLst/>
          </a:prstGeom>
        </p:spPr>
      </p:pic>
      <p:pic>
        <p:nvPicPr>
          <p:cNvPr id="112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86ac4f033904bef"/>
          <a:stretch xmlns:a="http://schemas.openxmlformats.org/drawingml/2006/main"/>
        </p:blipFill>
        <p:spPr>
          <a:xfrm xmlns:a="http://schemas.openxmlformats.org/drawingml/2006/main">
            <a:off x="12084169" y="2171601"/>
            <a:ext cx="35728" cy="721705"/>
          </a:xfrm>
          <a:prstGeom xmlns:a="http://schemas.openxmlformats.org/drawingml/2006/main" prst="rect">
            <a:avLst/>
          </a:prstGeom>
        </p:spPr>
      </p:pic>
      <p:pic>
        <p:nvPicPr>
          <p:cNvPr id="112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dae89928d884081"/>
          <a:stretch xmlns:a="http://schemas.openxmlformats.org/drawingml/2006/main"/>
        </p:blipFill>
        <p:spPr>
          <a:xfrm xmlns:a="http://schemas.openxmlformats.org/drawingml/2006/main">
            <a:off x="12119127" y="2293211"/>
            <a:ext cx="35707" cy="478470"/>
          </a:xfrm>
          <a:prstGeom xmlns:a="http://schemas.openxmlformats.org/drawingml/2006/main" prst="rect">
            <a:avLst/>
          </a:prstGeom>
        </p:spPr>
      </p:pic>
      <p:pic>
        <p:nvPicPr>
          <p:cNvPr id="112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8332130fb5d4b59"/>
          <a:stretch xmlns:a="http://schemas.openxmlformats.org/drawingml/2006/main"/>
        </p:blipFill>
        <p:spPr>
          <a:xfrm xmlns:a="http://schemas.openxmlformats.org/drawingml/2006/main">
            <a:off x="12154129" y="2375799"/>
            <a:ext cx="35600" cy="313281"/>
          </a:xfrm>
          <a:prstGeom xmlns:a="http://schemas.openxmlformats.org/drawingml/2006/main" prst="rect">
            <a:avLst/>
          </a:prstGeom>
        </p:spPr>
      </p:pic>
      <p:pic>
        <p:nvPicPr>
          <p:cNvPr id="112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2b5e62fe67841fb"/>
          <a:stretch xmlns:a="http://schemas.openxmlformats.org/drawingml/2006/main"/>
        </p:blipFill>
        <p:spPr>
          <a:xfrm xmlns:a="http://schemas.openxmlformats.org/drawingml/2006/main">
            <a:off x="12188820" y="2413271"/>
            <a:ext cx="36114" cy="238350"/>
          </a:xfrm>
          <a:prstGeom xmlns:a="http://schemas.openxmlformats.org/drawingml/2006/main" prst="rect">
            <a:avLst/>
          </a:prstGeom>
        </p:spPr>
      </p:pic>
      <p:pic>
        <p:nvPicPr>
          <p:cNvPr id="112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bbe6c3aaaed40d7"/>
          <a:stretch xmlns:a="http://schemas.openxmlformats.org/drawingml/2006/main"/>
        </p:blipFill>
        <p:spPr>
          <a:xfrm xmlns:a="http://schemas.openxmlformats.org/drawingml/2006/main">
            <a:off x="12224278" y="2462256"/>
            <a:ext cx="35092" cy="140367"/>
          </a:xfrm>
          <a:prstGeom xmlns:a="http://schemas.openxmlformats.org/drawingml/2006/main" prst="rect">
            <a:avLst/>
          </a:prstGeom>
        </p:spPr>
      </p:pic>
      <p:pic>
        <p:nvPicPr>
          <p:cNvPr id="112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92ed2d43c9d4d69"/>
          <a:stretch xmlns:a="http://schemas.openxmlformats.org/drawingml/2006/main"/>
        </p:blipFill>
        <p:spPr>
          <a:xfrm xmlns:a="http://schemas.openxmlformats.org/drawingml/2006/main">
            <a:off x="12258994" y="2368513"/>
            <a:ext cx="35638" cy="327867"/>
          </a:xfrm>
          <a:prstGeom xmlns:a="http://schemas.openxmlformats.org/drawingml/2006/main" prst="rect">
            <a:avLst/>
          </a:prstGeom>
        </p:spPr>
      </p:pic>
      <p:pic>
        <p:nvPicPr>
          <p:cNvPr id="112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4822cb505334021"/>
          <a:stretch xmlns:a="http://schemas.openxmlformats.org/drawingml/2006/main"/>
        </p:blipFill>
        <p:spPr>
          <a:xfrm xmlns:a="http://schemas.openxmlformats.org/drawingml/2006/main">
            <a:off x="12293821" y="2313573"/>
            <a:ext cx="35880" cy="437732"/>
          </a:xfrm>
          <a:prstGeom xmlns:a="http://schemas.openxmlformats.org/drawingml/2006/main" prst="rect">
            <a:avLst/>
          </a:prstGeom>
        </p:spPr>
      </p:pic>
      <p:pic>
        <p:nvPicPr>
          <p:cNvPr id="112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b8c546fa16d4c76"/>
          <a:stretch xmlns:a="http://schemas.openxmlformats.org/drawingml/2006/main"/>
        </p:blipFill>
        <p:spPr>
          <a:xfrm xmlns:a="http://schemas.openxmlformats.org/drawingml/2006/main">
            <a:off x="12328897" y="2204723"/>
            <a:ext cx="35623" cy="655459"/>
          </a:xfrm>
          <a:prstGeom xmlns:a="http://schemas.openxmlformats.org/drawingml/2006/main" prst="rect">
            <a:avLst/>
          </a:prstGeom>
        </p:spPr>
      </p:pic>
      <p:pic>
        <p:nvPicPr>
          <p:cNvPr id="113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54b44e86bd34858"/>
          <a:stretch xmlns:a="http://schemas.openxmlformats.org/drawingml/2006/main"/>
        </p:blipFill>
        <p:spPr>
          <a:xfrm xmlns:a="http://schemas.openxmlformats.org/drawingml/2006/main">
            <a:off x="12363786" y="2032084"/>
            <a:ext cx="35741" cy="1000738"/>
          </a:xfrm>
          <a:prstGeom xmlns:a="http://schemas.openxmlformats.org/drawingml/2006/main" prst="rect">
            <a:avLst/>
          </a:prstGeom>
        </p:spPr>
      </p:pic>
      <p:pic>
        <p:nvPicPr>
          <p:cNvPr id="113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d9574605066454d"/>
          <a:stretch xmlns:a="http://schemas.openxmlformats.org/drawingml/2006/main"/>
        </p:blipFill>
        <p:spPr>
          <a:xfrm xmlns:a="http://schemas.openxmlformats.org/drawingml/2006/main">
            <a:off x="12398767" y="2200703"/>
            <a:ext cx="35674" cy="663541"/>
          </a:xfrm>
          <a:prstGeom xmlns:a="http://schemas.openxmlformats.org/drawingml/2006/main" prst="rect">
            <a:avLst/>
          </a:prstGeom>
        </p:spPr>
      </p:pic>
      <p:pic>
        <p:nvPicPr>
          <p:cNvPr id="113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8f61251f8214270"/>
          <a:stretch xmlns:a="http://schemas.openxmlformats.org/drawingml/2006/main"/>
        </p:blipFill>
        <p:spPr>
          <a:xfrm xmlns:a="http://schemas.openxmlformats.org/drawingml/2006/main">
            <a:off x="12433746" y="2315234"/>
            <a:ext cx="35612" cy="434466"/>
          </a:xfrm>
          <a:prstGeom xmlns:a="http://schemas.openxmlformats.org/drawingml/2006/main" prst="rect">
            <a:avLst/>
          </a:prstGeom>
        </p:spPr>
      </p:pic>
      <p:pic>
        <p:nvPicPr>
          <p:cNvPr id="113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f72e36d0ea1429e"/>
          <a:stretch xmlns:a="http://schemas.openxmlformats.org/drawingml/2006/main"/>
        </p:blipFill>
        <p:spPr>
          <a:xfrm xmlns:a="http://schemas.openxmlformats.org/drawingml/2006/main">
            <a:off x="12468535" y="2367168"/>
            <a:ext cx="35929" cy="330542"/>
          </a:xfrm>
          <a:prstGeom xmlns:a="http://schemas.openxmlformats.org/drawingml/2006/main" prst="rect">
            <a:avLst/>
          </a:prstGeom>
        </p:spPr>
      </p:pic>
      <p:pic>
        <p:nvPicPr>
          <p:cNvPr id="113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9c5f02b28d74ee2"/>
          <a:stretch xmlns:a="http://schemas.openxmlformats.org/drawingml/2006/main"/>
        </p:blipFill>
        <p:spPr>
          <a:xfrm xmlns:a="http://schemas.openxmlformats.org/drawingml/2006/main">
            <a:off x="12503943" y="2462256"/>
            <a:ext cx="35092" cy="140367"/>
          </a:xfrm>
          <a:prstGeom xmlns:a="http://schemas.openxmlformats.org/drawingml/2006/main" prst="rect">
            <a:avLst/>
          </a:prstGeom>
        </p:spPr>
      </p:pic>
      <p:pic>
        <p:nvPicPr>
          <p:cNvPr id="113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67a67a0542c4c0f"/>
          <a:stretch xmlns:a="http://schemas.openxmlformats.org/drawingml/2006/main"/>
        </p:blipFill>
        <p:spPr>
          <a:xfrm xmlns:a="http://schemas.openxmlformats.org/drawingml/2006/main">
            <a:off x="12538526" y="2414232"/>
            <a:ext cx="35821" cy="236415"/>
          </a:xfrm>
          <a:prstGeom xmlns:a="http://schemas.openxmlformats.org/drawingml/2006/main" prst="rect">
            <a:avLst/>
          </a:prstGeom>
        </p:spPr>
      </p:pic>
      <p:pic>
        <p:nvPicPr>
          <p:cNvPr id="113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f29a85843e24b48"/>
          <a:stretch xmlns:a="http://schemas.openxmlformats.org/drawingml/2006/main"/>
        </p:blipFill>
        <p:spPr>
          <a:xfrm xmlns:a="http://schemas.openxmlformats.org/drawingml/2006/main">
            <a:off x="12573450" y="2374619"/>
            <a:ext cx="35868" cy="315641"/>
          </a:xfrm>
          <a:prstGeom xmlns:a="http://schemas.openxmlformats.org/drawingml/2006/main" prst="rect">
            <a:avLst/>
          </a:prstGeom>
        </p:spPr>
      </p:pic>
      <p:pic>
        <p:nvPicPr>
          <p:cNvPr id="113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29d955ab4894211"/>
          <a:stretch xmlns:a="http://schemas.openxmlformats.org/drawingml/2006/main"/>
        </p:blipFill>
        <p:spPr>
          <a:xfrm xmlns:a="http://schemas.openxmlformats.org/drawingml/2006/main">
            <a:off x="12608427" y="2296106"/>
            <a:ext cx="35809" cy="472680"/>
          </a:xfrm>
          <a:prstGeom xmlns:a="http://schemas.openxmlformats.org/drawingml/2006/main" prst="rect">
            <a:avLst/>
          </a:prstGeom>
        </p:spPr>
      </p:pic>
      <p:pic>
        <p:nvPicPr>
          <p:cNvPr id="113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9ac985af7854ad9"/>
          <a:stretch xmlns:a="http://schemas.openxmlformats.org/drawingml/2006/main"/>
        </p:blipFill>
        <p:spPr>
          <a:xfrm xmlns:a="http://schemas.openxmlformats.org/drawingml/2006/main">
            <a:off x="12643415" y="2171601"/>
            <a:ext cx="35728" cy="721705"/>
          </a:xfrm>
          <a:prstGeom xmlns:a="http://schemas.openxmlformats.org/drawingml/2006/main" prst="rect">
            <a:avLst/>
          </a:prstGeom>
        </p:spPr>
      </p:pic>
      <p:pic>
        <p:nvPicPr>
          <p:cNvPr id="113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4e239592fc24e3f"/>
          <a:stretch xmlns:a="http://schemas.openxmlformats.org/drawingml/2006/main"/>
        </p:blipFill>
        <p:spPr>
          <a:xfrm xmlns:a="http://schemas.openxmlformats.org/drawingml/2006/main">
            <a:off x="12678374" y="2293211"/>
            <a:ext cx="35707" cy="478470"/>
          </a:xfrm>
          <a:prstGeom xmlns:a="http://schemas.openxmlformats.org/drawingml/2006/main" prst="rect">
            <a:avLst/>
          </a:prstGeom>
        </p:spPr>
      </p:pic>
      <p:pic>
        <p:nvPicPr>
          <p:cNvPr id="114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de72eeacf284f91"/>
          <a:stretch xmlns:a="http://schemas.openxmlformats.org/drawingml/2006/main"/>
        </p:blipFill>
        <p:spPr>
          <a:xfrm xmlns:a="http://schemas.openxmlformats.org/drawingml/2006/main">
            <a:off x="12713375" y="2375799"/>
            <a:ext cx="35600" cy="313281"/>
          </a:xfrm>
          <a:prstGeom xmlns:a="http://schemas.openxmlformats.org/drawingml/2006/main" prst="rect">
            <a:avLst/>
          </a:prstGeom>
        </p:spPr>
      </p:pic>
      <p:pic>
        <p:nvPicPr>
          <p:cNvPr id="114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49d18763b5e4357"/>
          <a:stretch xmlns:a="http://schemas.openxmlformats.org/drawingml/2006/main"/>
        </p:blipFill>
        <p:spPr>
          <a:xfrm xmlns:a="http://schemas.openxmlformats.org/drawingml/2006/main">
            <a:off x="12748052" y="2413271"/>
            <a:ext cx="36114" cy="238350"/>
          </a:xfrm>
          <a:prstGeom xmlns:a="http://schemas.openxmlformats.org/drawingml/2006/main" prst="rect">
            <a:avLst/>
          </a:prstGeom>
        </p:spPr>
      </p:pic>
      <p:pic>
        <p:nvPicPr>
          <p:cNvPr id="114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768f8fcfc404c2b"/>
          <a:stretch xmlns:a="http://schemas.openxmlformats.org/drawingml/2006/main"/>
        </p:blipFill>
        <p:spPr>
          <a:xfrm xmlns:a="http://schemas.openxmlformats.org/drawingml/2006/main">
            <a:off x="12786680" y="2462256"/>
            <a:ext cx="35092" cy="140367"/>
          </a:xfrm>
          <a:prstGeom xmlns:a="http://schemas.openxmlformats.org/drawingml/2006/main" prst="rect">
            <a:avLst/>
          </a:prstGeom>
        </p:spPr>
      </p:pic>
      <p:pic>
        <p:nvPicPr>
          <p:cNvPr id="114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f043e99183045f2"/>
          <a:stretch xmlns:a="http://schemas.openxmlformats.org/drawingml/2006/main"/>
        </p:blipFill>
        <p:spPr>
          <a:xfrm xmlns:a="http://schemas.openxmlformats.org/drawingml/2006/main">
            <a:off x="12821937" y="2484182"/>
            <a:ext cx="34474" cy="96528"/>
          </a:xfrm>
          <a:prstGeom xmlns:a="http://schemas.openxmlformats.org/drawingml/2006/main" prst="rect">
            <a:avLst/>
          </a:prstGeom>
        </p:spPr>
      </p:pic>
      <p:pic>
        <p:nvPicPr>
          <p:cNvPr id="114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1fa8f38694d4f33"/>
          <a:stretch xmlns:a="http://schemas.openxmlformats.org/drawingml/2006/main"/>
        </p:blipFill>
        <p:spPr>
          <a:xfrm xmlns:a="http://schemas.openxmlformats.org/drawingml/2006/main">
            <a:off x="12856441" y="2451114"/>
            <a:ext cx="35362" cy="162664"/>
          </a:xfrm>
          <a:prstGeom xmlns:a="http://schemas.openxmlformats.org/drawingml/2006/main" prst="rect">
            <a:avLst/>
          </a:prstGeom>
        </p:spPr>
      </p:pic>
      <p:pic>
        <p:nvPicPr>
          <p:cNvPr id="114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2735a0d97504378"/>
          <a:stretch xmlns:a="http://schemas.openxmlformats.org/drawingml/2006/main"/>
        </p:blipFill>
        <p:spPr>
          <a:xfrm xmlns:a="http://schemas.openxmlformats.org/drawingml/2006/main">
            <a:off x="12890962" y="2423878"/>
            <a:ext cx="36187" cy="217124"/>
          </a:xfrm>
          <a:prstGeom xmlns:a="http://schemas.openxmlformats.org/drawingml/2006/main" prst="rect">
            <a:avLst/>
          </a:prstGeom>
        </p:spPr>
      </p:pic>
      <p:pic>
        <p:nvPicPr>
          <p:cNvPr id="114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b64478779ff42a1"/>
          <a:stretch xmlns:a="http://schemas.openxmlformats.org/drawingml/2006/main"/>
        </p:blipFill>
        <p:spPr>
          <a:xfrm xmlns:a="http://schemas.openxmlformats.org/drawingml/2006/main">
            <a:off x="12926331" y="2369857"/>
            <a:ext cx="35345" cy="325177"/>
          </a:xfrm>
          <a:prstGeom xmlns:a="http://schemas.openxmlformats.org/drawingml/2006/main" prst="rect">
            <a:avLst/>
          </a:prstGeom>
        </p:spPr>
      </p:pic>
      <p:pic>
        <p:nvPicPr>
          <p:cNvPr id="114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1be4839eef549c0"/>
          <a:stretch xmlns:a="http://schemas.openxmlformats.org/drawingml/2006/main"/>
        </p:blipFill>
        <p:spPr>
          <a:xfrm xmlns:a="http://schemas.openxmlformats.org/drawingml/2006/main">
            <a:off x="12961020" y="2284265"/>
            <a:ext cx="35973" cy="496431"/>
          </a:xfrm>
          <a:prstGeom xmlns:a="http://schemas.openxmlformats.org/drawingml/2006/main" prst="rect">
            <a:avLst/>
          </a:prstGeom>
        </p:spPr>
      </p:pic>
      <p:pic>
        <p:nvPicPr>
          <p:cNvPr id="114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fbcf2745e23424a"/>
          <a:stretch xmlns:a="http://schemas.openxmlformats.org/drawingml/2006/main"/>
        </p:blipFill>
        <p:spPr>
          <a:xfrm xmlns:a="http://schemas.openxmlformats.org/drawingml/2006/main">
            <a:off x="12996066" y="2367868"/>
            <a:ext cx="35776" cy="329143"/>
          </a:xfrm>
          <a:prstGeom xmlns:a="http://schemas.openxmlformats.org/drawingml/2006/main" prst="rect">
            <a:avLst/>
          </a:prstGeom>
        </p:spPr>
      </p:pic>
      <p:pic>
        <p:nvPicPr>
          <p:cNvPr id="114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9e5576146d24d40"/>
          <a:stretch xmlns:a="http://schemas.openxmlformats.org/drawingml/2006/main"/>
        </p:blipFill>
        <p:spPr>
          <a:xfrm xmlns:a="http://schemas.openxmlformats.org/drawingml/2006/main">
            <a:off x="13030942" y="2424687"/>
            <a:ext cx="35920" cy="215518"/>
          </a:xfrm>
          <a:prstGeom xmlns:a="http://schemas.openxmlformats.org/drawingml/2006/main" prst="rect">
            <a:avLst/>
          </a:prstGeom>
        </p:spPr>
      </p:pic>
      <p:pic>
        <p:nvPicPr>
          <p:cNvPr id="115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82e67cb321a475a"/>
          <a:stretch xmlns:a="http://schemas.openxmlformats.org/drawingml/2006/main"/>
        </p:blipFill>
        <p:spPr>
          <a:xfrm xmlns:a="http://schemas.openxmlformats.org/drawingml/2006/main">
            <a:off x="13066028" y="2450469"/>
            <a:ext cx="35642" cy="163954"/>
          </a:xfrm>
          <a:prstGeom xmlns:a="http://schemas.openxmlformats.org/drawingml/2006/main" prst="rect">
            <a:avLst/>
          </a:prstGeom>
        </p:spPr>
      </p:pic>
      <p:pic>
        <p:nvPicPr>
          <p:cNvPr id="115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4db3e3ba0b84674"/>
          <a:stretch xmlns:a="http://schemas.openxmlformats.org/drawingml/2006/main"/>
        </p:blipFill>
        <p:spPr>
          <a:xfrm xmlns:a="http://schemas.openxmlformats.org/drawingml/2006/main">
            <a:off x="13104716" y="2484182"/>
            <a:ext cx="34474" cy="96528"/>
          </a:xfrm>
          <a:prstGeom xmlns:a="http://schemas.openxmlformats.org/drawingml/2006/main" prst="rect">
            <a:avLst/>
          </a:prstGeom>
        </p:spPr>
      </p:pic>
      <p:sp>
        <p:nvSpPr>
          <p:cNvPr id="56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59626330-1356-4FF2-9C3A-CA1A9E3E36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783332" y="2675578"/>
            <a:ext cx="1227027" cy="277002"/>
          </a:xfrm>
          <a:custGeom xmlns:a="http://schemas.openxmlformats.org/drawingml/2006/main">
            <a:pathLst>
              <a:path w="1227027" h="277002">
                <a:moveTo>
                  <a:pt x="120705" y="0"/>
                </a:moveTo>
                <a:lnTo>
                  <a:pt x="1106322" y="0"/>
                </a:lnTo>
                <a:cubicBezTo>
                  <a:pt x="1173213" y="0"/>
                  <a:pt x="1227027" y="61800"/>
                  <a:pt x="1227027" y="138501"/>
                </a:cubicBezTo>
                <a:cubicBezTo>
                  <a:pt x="1227027" y="215202"/>
                  <a:pt x="1173213" y="277002"/>
                  <a:pt x="1106322" y="277002"/>
                </a:cubicBezTo>
                <a:lnTo>
                  <a:pt x="120705" y="277002"/>
                </a:lnTo>
                <a:cubicBezTo>
                  <a:pt x="53869" y="277002"/>
                  <a:pt x="0" y="215202"/>
                  <a:pt x="0" y="138501"/>
                </a:cubicBezTo>
                <a:cubicBezTo>
                  <a:pt x="0" y="61800"/>
                  <a:pt x="53869" y="0"/>
                  <a:pt x="120705" y="0"/>
                </a:cubicBezTo>
                <a:close/>
                <a:moveTo>
                  <a:pt x="120705" y="0"/>
                </a:moveTo>
              </a:path>
            </a:pathLst>
          </a:custGeom>
          <a:solidFill xmlns:a="http://schemas.openxmlformats.org/drawingml/2006/main">
            <a:srgbClr val="DDE9A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56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4B97C53F-F7A1-4F5A-8642-22550012A3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783332" y="2675578"/>
            <a:ext cx="1227027" cy="277002"/>
          </a:xfrm>
          <a:custGeom xmlns:a="http://schemas.openxmlformats.org/drawingml/2006/main">
            <a:pathLst>
              <a:path w="1227027" h="277002" fill="none">
                <a:moveTo>
                  <a:pt x="120705" y="0"/>
                </a:moveTo>
                <a:lnTo>
                  <a:pt x="1106322" y="0"/>
                </a:lnTo>
                <a:cubicBezTo>
                  <a:pt x="1173213" y="0"/>
                  <a:pt x="1227027" y="61800"/>
                  <a:pt x="1227027" y="138501"/>
                </a:cubicBezTo>
                <a:cubicBezTo>
                  <a:pt x="1227027" y="215202"/>
                  <a:pt x="1173213" y="277002"/>
                  <a:pt x="1106322" y="277002"/>
                </a:cubicBezTo>
                <a:lnTo>
                  <a:pt x="120705" y="277002"/>
                </a:lnTo>
                <a:cubicBezTo>
                  <a:pt x="53869" y="277002"/>
                  <a:pt x="0" y="215202"/>
                  <a:pt x="0" y="138501"/>
                </a:cubicBezTo>
                <a:cubicBezTo>
                  <a:pt x="0" y="61800"/>
                  <a:pt x="53869" y="0"/>
                  <a:pt x="120705" y="0"/>
                </a:cubicBezTo>
                <a:close/>
                <a:moveTo>
                  <a:pt x="120705" y="0"/>
                </a:moveTo>
              </a:path>
            </a:pathLst>
          </a:custGeom>
          <a:noFill xmlns:a="http://schemas.openxmlformats.org/drawingml/2006/main"/>
          <a:ln xmlns:a="http://schemas.openxmlformats.org/drawingml/2006/main" w="10303" cap="flat">
            <a:solidFill>
              <a:srgbClr val="000000"/>
            </a:solidFill>
            <a:miter/>
          </a:ln>
        </p:spPr>
      </p:sp>
      <p:sp>
        <p:nvSpPr>
          <p:cNvPr id="56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B1506EC9-985A-45D3-8C5A-64602E94B1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25593" y="2769486"/>
            <a:ext cx="86402" cy="89187"/>
          </a:xfrm>
          <a:custGeom xmlns:a="http://schemas.openxmlformats.org/drawingml/2006/main">
            <a:pathLst>
              <a:path w="86402" h="89187">
                <a:moveTo>
                  <a:pt x="43084" y="89187"/>
                </a:moveTo>
                <a:cubicBezTo>
                  <a:pt x="34618" y="89187"/>
                  <a:pt x="27113" y="87253"/>
                  <a:pt x="20582" y="83397"/>
                </a:cubicBezTo>
                <a:cubicBezTo>
                  <a:pt x="14146" y="79432"/>
                  <a:pt x="9056" y="74067"/>
                  <a:pt x="5351" y="67316"/>
                </a:cubicBezTo>
                <a:cubicBezTo>
                  <a:pt x="1770" y="60455"/>
                  <a:pt x="0" y="52895"/>
                  <a:pt x="0" y="44594"/>
                </a:cubicBezTo>
                <a:cubicBezTo>
                  <a:pt x="0" y="36183"/>
                  <a:pt x="1770" y="28622"/>
                  <a:pt x="5351" y="21872"/>
                </a:cubicBezTo>
                <a:cubicBezTo>
                  <a:pt x="9056" y="15162"/>
                  <a:pt x="14146" y="9866"/>
                  <a:pt x="20582" y="5996"/>
                </a:cubicBezTo>
                <a:cubicBezTo>
                  <a:pt x="27113" y="2031"/>
                  <a:pt x="34618" y="0"/>
                  <a:pt x="43084" y="0"/>
                </a:cubicBezTo>
                <a:cubicBezTo>
                  <a:pt x="51509" y="0"/>
                  <a:pt x="58960" y="2031"/>
                  <a:pt x="65381" y="5996"/>
                </a:cubicBezTo>
                <a:cubicBezTo>
                  <a:pt x="71926" y="10016"/>
                  <a:pt x="77072" y="15381"/>
                  <a:pt x="80818" y="22077"/>
                </a:cubicBezTo>
                <a:cubicBezTo>
                  <a:pt x="84522" y="28828"/>
                  <a:pt x="86402" y="36334"/>
                  <a:pt x="86402" y="44594"/>
                </a:cubicBezTo>
                <a:cubicBezTo>
                  <a:pt x="86402" y="52895"/>
                  <a:pt x="84522" y="60455"/>
                  <a:pt x="80818" y="67316"/>
                </a:cubicBezTo>
                <a:cubicBezTo>
                  <a:pt x="77072" y="74067"/>
                  <a:pt x="71926" y="79432"/>
                  <a:pt x="65381" y="83397"/>
                </a:cubicBezTo>
                <a:cubicBezTo>
                  <a:pt x="58960" y="87253"/>
                  <a:pt x="51509" y="89187"/>
                  <a:pt x="43084" y="89187"/>
                </a:cubicBezTo>
                <a:close/>
                <a:moveTo>
                  <a:pt x="43084" y="76537"/>
                </a:moveTo>
                <a:cubicBezTo>
                  <a:pt x="48230" y="76537"/>
                  <a:pt x="53005" y="75357"/>
                  <a:pt x="57450" y="72887"/>
                </a:cubicBezTo>
                <a:cubicBezTo>
                  <a:pt x="61841" y="70321"/>
                  <a:pt x="65436" y="66671"/>
                  <a:pt x="68167" y="61951"/>
                </a:cubicBezTo>
                <a:cubicBezTo>
                  <a:pt x="70856" y="57135"/>
                  <a:pt x="72242" y="51345"/>
                  <a:pt x="72242" y="44594"/>
                </a:cubicBezTo>
                <a:cubicBezTo>
                  <a:pt x="72242" y="37884"/>
                  <a:pt x="70856" y="32162"/>
                  <a:pt x="68167" y="27442"/>
                </a:cubicBezTo>
                <a:cubicBezTo>
                  <a:pt x="65436" y="22612"/>
                  <a:pt x="61841" y="18976"/>
                  <a:pt x="57450" y="16507"/>
                </a:cubicBezTo>
                <a:cubicBezTo>
                  <a:pt x="53005" y="13927"/>
                  <a:pt x="48230" y="12651"/>
                  <a:pt x="43084" y="12651"/>
                </a:cubicBezTo>
                <a:cubicBezTo>
                  <a:pt x="38049" y="12651"/>
                  <a:pt x="33274" y="13927"/>
                  <a:pt x="28718" y="16507"/>
                </a:cubicBezTo>
                <a:cubicBezTo>
                  <a:pt x="24273" y="18976"/>
                  <a:pt x="20637" y="22612"/>
                  <a:pt x="17796" y="27442"/>
                </a:cubicBezTo>
                <a:cubicBezTo>
                  <a:pt x="15052" y="32162"/>
                  <a:pt x="13721" y="37884"/>
                  <a:pt x="13721" y="44594"/>
                </a:cubicBezTo>
                <a:cubicBezTo>
                  <a:pt x="13721" y="51345"/>
                  <a:pt x="15052" y="57135"/>
                  <a:pt x="17796" y="61951"/>
                </a:cubicBezTo>
                <a:cubicBezTo>
                  <a:pt x="20637" y="66671"/>
                  <a:pt x="24273" y="70321"/>
                  <a:pt x="28718" y="72887"/>
                </a:cubicBezTo>
                <a:cubicBezTo>
                  <a:pt x="33274" y="75357"/>
                  <a:pt x="38049" y="76537"/>
                  <a:pt x="43084" y="76537"/>
                </a:cubicBezTo>
                <a:close/>
                <a:moveTo>
                  <a:pt x="43084" y="76537"/>
                </a:move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56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798D8305-BB56-4F48-9EB4-B8DC431039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26622" y="2772052"/>
            <a:ext cx="72461" cy="86622"/>
          </a:xfrm>
          <a:custGeom xmlns:a="http://schemas.openxmlformats.org/drawingml/2006/main">
            <a:pathLst>
              <a:path w="72461" h="86622">
                <a:moveTo>
                  <a:pt x="31298" y="86622"/>
                </a:moveTo>
                <a:cubicBezTo>
                  <a:pt x="20842" y="86622"/>
                  <a:pt x="12966" y="83617"/>
                  <a:pt x="7711" y="77621"/>
                </a:cubicBezTo>
                <a:cubicBezTo>
                  <a:pt x="2566" y="71611"/>
                  <a:pt x="0" y="63405"/>
                  <a:pt x="0" y="52964"/>
                </a:cubicBezTo>
                <a:lnTo>
                  <a:pt x="0" y="0"/>
                </a:lnTo>
                <a:lnTo>
                  <a:pt x="14146" y="0"/>
                </a:lnTo>
                <a:lnTo>
                  <a:pt x="14146" y="50809"/>
                </a:lnTo>
                <a:cubicBezTo>
                  <a:pt x="14146" y="59124"/>
                  <a:pt x="16081" y="65066"/>
                  <a:pt x="19937" y="68606"/>
                </a:cubicBezTo>
                <a:cubicBezTo>
                  <a:pt x="23792" y="72201"/>
                  <a:pt x="28567" y="73971"/>
                  <a:pt x="34303" y="73971"/>
                </a:cubicBezTo>
                <a:cubicBezTo>
                  <a:pt x="39119" y="73971"/>
                  <a:pt x="43359" y="72681"/>
                  <a:pt x="46954" y="70115"/>
                </a:cubicBezTo>
                <a:cubicBezTo>
                  <a:pt x="50645" y="67535"/>
                  <a:pt x="53485" y="64270"/>
                  <a:pt x="55529" y="60250"/>
                </a:cubicBezTo>
                <a:cubicBezTo>
                  <a:pt x="57505" y="56119"/>
                  <a:pt x="58534" y="51838"/>
                  <a:pt x="58534" y="47379"/>
                </a:cubicBezTo>
                <a:lnTo>
                  <a:pt x="58534" y="0"/>
                </a:lnTo>
                <a:lnTo>
                  <a:pt x="72461" y="0"/>
                </a:lnTo>
                <a:lnTo>
                  <a:pt x="72461" y="84042"/>
                </a:lnTo>
                <a:lnTo>
                  <a:pt x="59166" y="84042"/>
                </a:lnTo>
                <a:lnTo>
                  <a:pt x="59166" y="71830"/>
                </a:lnTo>
                <a:lnTo>
                  <a:pt x="58534" y="71830"/>
                </a:lnTo>
                <a:cubicBezTo>
                  <a:pt x="56229" y="75850"/>
                  <a:pt x="52579" y="79336"/>
                  <a:pt x="47599" y="82327"/>
                </a:cubicBezTo>
                <a:cubicBezTo>
                  <a:pt x="42549" y="85167"/>
                  <a:pt x="37143" y="86622"/>
                  <a:pt x="31298" y="86622"/>
                </a:cubicBezTo>
                <a:close/>
                <a:moveTo>
                  <a:pt x="31298" y="86622"/>
                </a:move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56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FB9B681B-C595-46D9-8692-F7FB92386C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15000" y="2748259"/>
            <a:ext cx="49533" cy="109124"/>
          </a:xfrm>
          <a:custGeom xmlns:a="http://schemas.openxmlformats.org/drawingml/2006/main">
            <a:pathLst>
              <a:path w="49533" h="109124">
                <a:moveTo>
                  <a:pt x="37953" y="109124"/>
                </a:moveTo>
                <a:cubicBezTo>
                  <a:pt x="30927" y="109124"/>
                  <a:pt x="25302" y="107094"/>
                  <a:pt x="21021" y="102909"/>
                </a:cubicBezTo>
                <a:cubicBezTo>
                  <a:pt x="16726" y="98779"/>
                  <a:pt x="14586" y="93043"/>
                  <a:pt x="14586" y="85757"/>
                </a:cubicBezTo>
                <a:lnTo>
                  <a:pt x="14586" y="36443"/>
                </a:lnTo>
                <a:lnTo>
                  <a:pt x="0" y="36443"/>
                </a:lnTo>
                <a:lnTo>
                  <a:pt x="0" y="23792"/>
                </a:lnTo>
                <a:lnTo>
                  <a:pt x="14586" y="23792"/>
                </a:lnTo>
                <a:lnTo>
                  <a:pt x="14586" y="0"/>
                </a:lnTo>
                <a:lnTo>
                  <a:pt x="28513" y="0"/>
                </a:lnTo>
                <a:lnTo>
                  <a:pt x="28513" y="23792"/>
                </a:lnTo>
                <a:lnTo>
                  <a:pt x="49094" y="23792"/>
                </a:lnTo>
                <a:lnTo>
                  <a:pt x="49094" y="36443"/>
                </a:lnTo>
                <a:lnTo>
                  <a:pt x="28513" y="36443"/>
                </a:lnTo>
                <a:lnTo>
                  <a:pt x="28513" y="82327"/>
                </a:lnTo>
                <a:cubicBezTo>
                  <a:pt x="28513" y="86773"/>
                  <a:pt x="29432" y="90203"/>
                  <a:pt x="31312" y="92618"/>
                </a:cubicBezTo>
                <a:cubicBezTo>
                  <a:pt x="33123" y="94923"/>
                  <a:pt x="36128" y="96048"/>
                  <a:pt x="40313" y="96048"/>
                </a:cubicBezTo>
                <a:cubicBezTo>
                  <a:pt x="42138" y="96048"/>
                  <a:pt x="43853" y="95828"/>
                  <a:pt x="45458" y="95403"/>
                </a:cubicBezTo>
                <a:cubicBezTo>
                  <a:pt x="47009" y="94868"/>
                  <a:pt x="48353" y="94113"/>
                  <a:pt x="49533" y="93263"/>
                </a:cubicBezTo>
                <a:lnTo>
                  <a:pt x="49533" y="106984"/>
                </a:lnTo>
                <a:cubicBezTo>
                  <a:pt x="48079" y="107725"/>
                  <a:pt x="46528" y="108164"/>
                  <a:pt x="44813" y="108479"/>
                </a:cubicBezTo>
                <a:cubicBezTo>
                  <a:pt x="43098" y="108905"/>
                  <a:pt x="40793" y="109124"/>
                  <a:pt x="37953" y="109124"/>
                </a:cubicBezTo>
                <a:close/>
                <a:moveTo>
                  <a:pt x="37953" y="109124"/>
                </a:move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56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84110E62-0FE9-4D9C-8976-76E963790E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81094" y="2769486"/>
            <a:ext cx="82972" cy="122201"/>
          </a:xfrm>
          <a:custGeom xmlns:a="http://schemas.openxmlformats.org/drawingml/2006/main">
            <a:pathLst>
              <a:path w="82972" h="122201">
                <a:moveTo>
                  <a:pt x="0" y="122201"/>
                </a:moveTo>
                <a:lnTo>
                  <a:pt x="0" y="2566"/>
                </a:lnTo>
                <a:lnTo>
                  <a:pt x="13502" y="2566"/>
                </a:lnTo>
                <a:lnTo>
                  <a:pt x="13502" y="15011"/>
                </a:lnTo>
                <a:lnTo>
                  <a:pt x="14146" y="15011"/>
                </a:lnTo>
                <a:cubicBezTo>
                  <a:pt x="16397" y="11142"/>
                  <a:pt x="20047" y="7711"/>
                  <a:pt x="25082" y="4720"/>
                </a:cubicBezTo>
                <a:cubicBezTo>
                  <a:pt x="30228" y="1605"/>
                  <a:pt x="36128" y="0"/>
                  <a:pt x="42879" y="0"/>
                </a:cubicBezTo>
                <a:cubicBezTo>
                  <a:pt x="50439" y="0"/>
                  <a:pt x="57245" y="1921"/>
                  <a:pt x="63241" y="5790"/>
                </a:cubicBezTo>
                <a:cubicBezTo>
                  <a:pt x="69347" y="9536"/>
                  <a:pt x="74177" y="14737"/>
                  <a:pt x="77607" y="21432"/>
                </a:cubicBezTo>
                <a:cubicBezTo>
                  <a:pt x="81147" y="28183"/>
                  <a:pt x="82972" y="35908"/>
                  <a:pt x="82972" y="44594"/>
                </a:cubicBezTo>
                <a:cubicBezTo>
                  <a:pt x="82972" y="53334"/>
                  <a:pt x="81147" y="61045"/>
                  <a:pt x="77607" y="67741"/>
                </a:cubicBezTo>
                <a:cubicBezTo>
                  <a:pt x="74177" y="74341"/>
                  <a:pt x="69347" y="79541"/>
                  <a:pt x="63241" y="83397"/>
                </a:cubicBezTo>
                <a:cubicBezTo>
                  <a:pt x="57245" y="87253"/>
                  <a:pt x="50439" y="89187"/>
                  <a:pt x="42879" y="89187"/>
                </a:cubicBezTo>
                <a:cubicBezTo>
                  <a:pt x="36128" y="89187"/>
                  <a:pt x="30228" y="87678"/>
                  <a:pt x="25082" y="84687"/>
                </a:cubicBezTo>
                <a:cubicBezTo>
                  <a:pt x="20047" y="81572"/>
                  <a:pt x="16397" y="78032"/>
                  <a:pt x="14146" y="74177"/>
                </a:cubicBezTo>
                <a:lnTo>
                  <a:pt x="13502" y="74177"/>
                </a:lnTo>
                <a:lnTo>
                  <a:pt x="14146" y="85757"/>
                </a:lnTo>
                <a:lnTo>
                  <a:pt x="14146" y="122201"/>
                </a:lnTo>
                <a:lnTo>
                  <a:pt x="0" y="122201"/>
                </a:lnTo>
                <a:close/>
                <a:moveTo>
                  <a:pt x="41369" y="76537"/>
                </a:moveTo>
                <a:cubicBezTo>
                  <a:pt x="46089" y="76537"/>
                  <a:pt x="50590" y="75247"/>
                  <a:pt x="54885" y="72681"/>
                </a:cubicBezTo>
                <a:cubicBezTo>
                  <a:pt x="59166" y="70101"/>
                  <a:pt x="62596" y="66410"/>
                  <a:pt x="65175" y="61526"/>
                </a:cubicBezTo>
                <a:cubicBezTo>
                  <a:pt x="67741" y="56709"/>
                  <a:pt x="69031" y="51029"/>
                  <a:pt x="69031" y="44594"/>
                </a:cubicBezTo>
                <a:cubicBezTo>
                  <a:pt x="69031" y="38049"/>
                  <a:pt x="67741" y="32368"/>
                  <a:pt x="65175" y="27648"/>
                </a:cubicBezTo>
                <a:cubicBezTo>
                  <a:pt x="62596" y="22832"/>
                  <a:pt x="59166" y="19072"/>
                  <a:pt x="54885" y="16507"/>
                </a:cubicBezTo>
                <a:cubicBezTo>
                  <a:pt x="50590" y="13927"/>
                  <a:pt x="46089" y="12651"/>
                  <a:pt x="41369" y="12651"/>
                </a:cubicBezTo>
                <a:cubicBezTo>
                  <a:pt x="36498" y="12651"/>
                  <a:pt x="31943" y="13927"/>
                  <a:pt x="27648" y="16507"/>
                </a:cubicBezTo>
                <a:cubicBezTo>
                  <a:pt x="23477" y="19072"/>
                  <a:pt x="20047" y="22832"/>
                  <a:pt x="17357" y="27648"/>
                </a:cubicBezTo>
                <a:cubicBezTo>
                  <a:pt x="14791" y="32368"/>
                  <a:pt x="13502" y="38049"/>
                  <a:pt x="13502" y="44594"/>
                </a:cubicBezTo>
                <a:cubicBezTo>
                  <a:pt x="13502" y="51180"/>
                  <a:pt x="14791" y="56915"/>
                  <a:pt x="17357" y="61745"/>
                </a:cubicBezTo>
                <a:cubicBezTo>
                  <a:pt x="20047" y="66465"/>
                  <a:pt x="23477" y="70101"/>
                  <a:pt x="27648" y="72681"/>
                </a:cubicBezTo>
                <a:cubicBezTo>
                  <a:pt x="31943" y="75247"/>
                  <a:pt x="36498" y="76537"/>
                  <a:pt x="41369" y="76537"/>
                </a:cubicBezTo>
                <a:close/>
                <a:moveTo>
                  <a:pt x="41369" y="76537"/>
                </a:move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56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5DDC3784-C6DF-4C1B-A423-21C728B78B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278857" y="2772052"/>
            <a:ext cx="72461" cy="86622"/>
          </a:xfrm>
          <a:custGeom xmlns:a="http://schemas.openxmlformats.org/drawingml/2006/main">
            <a:pathLst>
              <a:path w="72461" h="86622">
                <a:moveTo>
                  <a:pt x="31298" y="86622"/>
                </a:moveTo>
                <a:cubicBezTo>
                  <a:pt x="20842" y="86622"/>
                  <a:pt x="12966" y="83617"/>
                  <a:pt x="7711" y="77621"/>
                </a:cubicBezTo>
                <a:cubicBezTo>
                  <a:pt x="2566" y="71611"/>
                  <a:pt x="0" y="63405"/>
                  <a:pt x="0" y="52964"/>
                </a:cubicBezTo>
                <a:lnTo>
                  <a:pt x="0" y="0"/>
                </a:lnTo>
                <a:lnTo>
                  <a:pt x="14146" y="0"/>
                </a:lnTo>
                <a:lnTo>
                  <a:pt x="14146" y="50809"/>
                </a:lnTo>
                <a:cubicBezTo>
                  <a:pt x="14146" y="59124"/>
                  <a:pt x="16081" y="65066"/>
                  <a:pt x="19937" y="68606"/>
                </a:cubicBezTo>
                <a:cubicBezTo>
                  <a:pt x="23792" y="72201"/>
                  <a:pt x="28567" y="73971"/>
                  <a:pt x="34303" y="73971"/>
                </a:cubicBezTo>
                <a:cubicBezTo>
                  <a:pt x="39119" y="73971"/>
                  <a:pt x="43359" y="72681"/>
                  <a:pt x="46954" y="70115"/>
                </a:cubicBezTo>
                <a:cubicBezTo>
                  <a:pt x="50645" y="67535"/>
                  <a:pt x="53485" y="64270"/>
                  <a:pt x="55529" y="60250"/>
                </a:cubicBezTo>
                <a:cubicBezTo>
                  <a:pt x="57505" y="56119"/>
                  <a:pt x="58521" y="51838"/>
                  <a:pt x="58521" y="47379"/>
                </a:cubicBezTo>
                <a:lnTo>
                  <a:pt x="58521" y="0"/>
                </a:lnTo>
                <a:lnTo>
                  <a:pt x="72461" y="0"/>
                </a:lnTo>
                <a:lnTo>
                  <a:pt x="72461" y="84042"/>
                </a:lnTo>
                <a:lnTo>
                  <a:pt x="59166" y="84042"/>
                </a:lnTo>
                <a:lnTo>
                  <a:pt x="59166" y="71830"/>
                </a:lnTo>
                <a:lnTo>
                  <a:pt x="58521" y="71830"/>
                </a:lnTo>
                <a:cubicBezTo>
                  <a:pt x="56216" y="75850"/>
                  <a:pt x="52579" y="79336"/>
                  <a:pt x="47585" y="82327"/>
                </a:cubicBezTo>
                <a:cubicBezTo>
                  <a:pt x="42549" y="85167"/>
                  <a:pt x="37143" y="86622"/>
                  <a:pt x="31298" y="86622"/>
                </a:cubicBezTo>
                <a:close/>
                <a:moveTo>
                  <a:pt x="31298" y="86622"/>
                </a:move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56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F5EE39E0-C3C3-472E-91AF-C74E724CFF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67235" y="2748259"/>
            <a:ext cx="49533" cy="109124"/>
          </a:xfrm>
          <a:custGeom xmlns:a="http://schemas.openxmlformats.org/drawingml/2006/main">
            <a:pathLst>
              <a:path w="49533" h="109124">
                <a:moveTo>
                  <a:pt x="37953" y="109124"/>
                </a:moveTo>
                <a:cubicBezTo>
                  <a:pt x="30927" y="109124"/>
                  <a:pt x="25302" y="107094"/>
                  <a:pt x="21007" y="102909"/>
                </a:cubicBezTo>
                <a:cubicBezTo>
                  <a:pt x="16726" y="98779"/>
                  <a:pt x="14586" y="93043"/>
                  <a:pt x="14586" y="85757"/>
                </a:cubicBezTo>
                <a:lnTo>
                  <a:pt x="14586" y="36443"/>
                </a:lnTo>
                <a:lnTo>
                  <a:pt x="0" y="36443"/>
                </a:lnTo>
                <a:lnTo>
                  <a:pt x="0" y="23792"/>
                </a:lnTo>
                <a:lnTo>
                  <a:pt x="14586" y="23792"/>
                </a:lnTo>
                <a:lnTo>
                  <a:pt x="14586" y="0"/>
                </a:lnTo>
                <a:lnTo>
                  <a:pt x="28513" y="0"/>
                </a:lnTo>
                <a:lnTo>
                  <a:pt x="28513" y="23792"/>
                </a:lnTo>
                <a:lnTo>
                  <a:pt x="49094" y="23792"/>
                </a:lnTo>
                <a:lnTo>
                  <a:pt x="49094" y="36443"/>
                </a:lnTo>
                <a:lnTo>
                  <a:pt x="28513" y="36443"/>
                </a:lnTo>
                <a:lnTo>
                  <a:pt x="28513" y="82327"/>
                </a:lnTo>
                <a:cubicBezTo>
                  <a:pt x="28513" y="86773"/>
                  <a:pt x="29432" y="90203"/>
                  <a:pt x="31298" y="92618"/>
                </a:cubicBezTo>
                <a:cubicBezTo>
                  <a:pt x="33123" y="94923"/>
                  <a:pt x="36128" y="96048"/>
                  <a:pt x="40313" y="96048"/>
                </a:cubicBezTo>
                <a:cubicBezTo>
                  <a:pt x="42124" y="96048"/>
                  <a:pt x="43839" y="95828"/>
                  <a:pt x="45458" y="95403"/>
                </a:cubicBezTo>
                <a:cubicBezTo>
                  <a:pt x="47009" y="94868"/>
                  <a:pt x="48353" y="94113"/>
                  <a:pt x="49533" y="93263"/>
                </a:cubicBezTo>
                <a:lnTo>
                  <a:pt x="49533" y="106984"/>
                </a:lnTo>
                <a:cubicBezTo>
                  <a:pt x="48079" y="107725"/>
                  <a:pt x="46528" y="108164"/>
                  <a:pt x="44813" y="108479"/>
                </a:cubicBezTo>
                <a:cubicBezTo>
                  <a:pt x="43098" y="108905"/>
                  <a:pt x="40793" y="109124"/>
                  <a:pt x="37953" y="109124"/>
                </a:cubicBezTo>
                <a:close/>
                <a:moveTo>
                  <a:pt x="37953" y="109124"/>
                </a:move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56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D01BC044-1A44-449D-B169-31252650C2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466659" y="2769486"/>
            <a:ext cx="72900" cy="89187"/>
          </a:xfrm>
          <a:custGeom xmlns:a="http://schemas.openxmlformats.org/drawingml/2006/main">
            <a:pathLst>
              <a:path w="72900" h="89187">
                <a:moveTo>
                  <a:pt x="31737" y="89187"/>
                </a:moveTo>
                <a:cubicBezTo>
                  <a:pt x="25412" y="89187"/>
                  <a:pt x="19937" y="87953"/>
                  <a:pt x="15230" y="85538"/>
                </a:cubicBezTo>
                <a:cubicBezTo>
                  <a:pt x="10510" y="83123"/>
                  <a:pt x="6751" y="79857"/>
                  <a:pt x="4075" y="75672"/>
                </a:cubicBezTo>
                <a:cubicBezTo>
                  <a:pt x="1345" y="71391"/>
                  <a:pt x="0" y="66616"/>
                  <a:pt x="0" y="61320"/>
                </a:cubicBezTo>
                <a:cubicBezTo>
                  <a:pt x="0" y="55200"/>
                  <a:pt x="1564" y="49945"/>
                  <a:pt x="4720" y="45664"/>
                </a:cubicBezTo>
                <a:cubicBezTo>
                  <a:pt x="7986" y="41369"/>
                  <a:pt x="12280" y="38159"/>
                  <a:pt x="17577" y="36018"/>
                </a:cubicBezTo>
                <a:cubicBezTo>
                  <a:pt x="22997" y="33878"/>
                  <a:pt x="28952" y="32794"/>
                  <a:pt x="35373" y="32794"/>
                </a:cubicBezTo>
                <a:cubicBezTo>
                  <a:pt x="41054" y="32794"/>
                  <a:pt x="46103" y="33438"/>
                  <a:pt x="50384" y="34728"/>
                </a:cubicBezTo>
                <a:cubicBezTo>
                  <a:pt x="54679" y="35908"/>
                  <a:pt x="57725" y="37088"/>
                  <a:pt x="59605" y="38378"/>
                </a:cubicBezTo>
                <a:lnTo>
                  <a:pt x="59605" y="33233"/>
                </a:lnTo>
                <a:cubicBezTo>
                  <a:pt x="59605" y="26797"/>
                  <a:pt x="57299" y="21762"/>
                  <a:pt x="52744" y="18002"/>
                </a:cubicBezTo>
                <a:cubicBezTo>
                  <a:pt x="48298" y="14311"/>
                  <a:pt x="42769" y="12431"/>
                  <a:pt x="36238" y="12431"/>
                </a:cubicBezTo>
                <a:cubicBezTo>
                  <a:pt x="31627" y="12431"/>
                  <a:pt x="27333" y="13447"/>
                  <a:pt x="23367" y="15436"/>
                </a:cubicBezTo>
                <a:cubicBezTo>
                  <a:pt x="19347" y="17467"/>
                  <a:pt x="16191" y="20307"/>
                  <a:pt x="13941" y="24012"/>
                </a:cubicBezTo>
                <a:lnTo>
                  <a:pt x="3430" y="16081"/>
                </a:lnTo>
                <a:cubicBezTo>
                  <a:pt x="6696" y="11087"/>
                  <a:pt x="11210" y="7176"/>
                  <a:pt x="16946" y="4281"/>
                </a:cubicBezTo>
                <a:cubicBezTo>
                  <a:pt x="22626" y="1441"/>
                  <a:pt x="29048" y="0"/>
                  <a:pt x="36238" y="0"/>
                </a:cubicBezTo>
                <a:cubicBezTo>
                  <a:pt x="47654" y="0"/>
                  <a:pt x="56600" y="3005"/>
                  <a:pt x="63035" y="9001"/>
                </a:cubicBezTo>
                <a:cubicBezTo>
                  <a:pt x="69580" y="15011"/>
                  <a:pt x="72900" y="23148"/>
                  <a:pt x="72900" y="33438"/>
                </a:cubicBezTo>
                <a:lnTo>
                  <a:pt x="72900" y="86608"/>
                </a:lnTo>
                <a:lnTo>
                  <a:pt x="59605" y="86608"/>
                </a:lnTo>
                <a:lnTo>
                  <a:pt x="59605" y="74602"/>
                </a:lnTo>
                <a:lnTo>
                  <a:pt x="58960" y="74602"/>
                </a:lnTo>
                <a:cubicBezTo>
                  <a:pt x="56655" y="78361"/>
                  <a:pt x="53169" y="81682"/>
                  <a:pt x="48449" y="84687"/>
                </a:cubicBezTo>
                <a:cubicBezTo>
                  <a:pt x="43743" y="87678"/>
                  <a:pt x="38159" y="89187"/>
                  <a:pt x="31737" y="89187"/>
                </a:cubicBezTo>
                <a:close/>
                <a:moveTo>
                  <a:pt x="33013" y="76962"/>
                </a:moveTo>
                <a:cubicBezTo>
                  <a:pt x="37843" y="76962"/>
                  <a:pt x="42289" y="75782"/>
                  <a:pt x="46309" y="73326"/>
                </a:cubicBezTo>
                <a:cubicBezTo>
                  <a:pt x="50274" y="70911"/>
                  <a:pt x="53499" y="67686"/>
                  <a:pt x="55955" y="63666"/>
                </a:cubicBezTo>
                <a:cubicBezTo>
                  <a:pt x="58370" y="59550"/>
                  <a:pt x="59605" y="55036"/>
                  <a:pt x="59605" y="50165"/>
                </a:cubicBezTo>
                <a:cubicBezTo>
                  <a:pt x="57025" y="48449"/>
                  <a:pt x="53814" y="47050"/>
                  <a:pt x="49959" y="45884"/>
                </a:cubicBezTo>
                <a:cubicBezTo>
                  <a:pt x="46199" y="44745"/>
                  <a:pt x="42083" y="44168"/>
                  <a:pt x="37527" y="44168"/>
                </a:cubicBezTo>
                <a:cubicBezTo>
                  <a:pt x="29487" y="44168"/>
                  <a:pt x="23642" y="45884"/>
                  <a:pt x="19937" y="49314"/>
                </a:cubicBezTo>
                <a:cubicBezTo>
                  <a:pt x="16191" y="52634"/>
                  <a:pt x="14366" y="56600"/>
                  <a:pt x="14366" y="61320"/>
                </a:cubicBezTo>
                <a:cubicBezTo>
                  <a:pt x="14366" y="66026"/>
                  <a:pt x="16081" y="69841"/>
                  <a:pt x="19511" y="72681"/>
                </a:cubicBezTo>
                <a:cubicBezTo>
                  <a:pt x="23052" y="75576"/>
                  <a:pt x="27552" y="76962"/>
                  <a:pt x="33013" y="76962"/>
                </a:cubicBezTo>
                <a:close/>
                <a:moveTo>
                  <a:pt x="33013" y="76962"/>
                </a:move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56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104843EB-8366-424D-894C-9297108B26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58261" y="2772052"/>
            <a:ext cx="72461" cy="86622"/>
          </a:xfrm>
          <a:custGeom xmlns:a="http://schemas.openxmlformats.org/drawingml/2006/main">
            <a:pathLst>
              <a:path w="72461" h="86622">
                <a:moveTo>
                  <a:pt x="31298" y="86622"/>
                </a:moveTo>
                <a:cubicBezTo>
                  <a:pt x="20856" y="86622"/>
                  <a:pt x="12966" y="83617"/>
                  <a:pt x="7711" y="77621"/>
                </a:cubicBezTo>
                <a:cubicBezTo>
                  <a:pt x="2580" y="71611"/>
                  <a:pt x="0" y="63405"/>
                  <a:pt x="0" y="52964"/>
                </a:cubicBezTo>
                <a:lnTo>
                  <a:pt x="0" y="0"/>
                </a:lnTo>
                <a:lnTo>
                  <a:pt x="14146" y="0"/>
                </a:lnTo>
                <a:lnTo>
                  <a:pt x="14146" y="50809"/>
                </a:lnTo>
                <a:cubicBezTo>
                  <a:pt x="14146" y="59124"/>
                  <a:pt x="16081" y="65066"/>
                  <a:pt x="19937" y="68606"/>
                </a:cubicBezTo>
                <a:cubicBezTo>
                  <a:pt x="23792" y="72201"/>
                  <a:pt x="28567" y="73971"/>
                  <a:pt x="34303" y="73971"/>
                </a:cubicBezTo>
                <a:cubicBezTo>
                  <a:pt x="39133" y="73971"/>
                  <a:pt x="43359" y="72681"/>
                  <a:pt x="46954" y="70115"/>
                </a:cubicBezTo>
                <a:cubicBezTo>
                  <a:pt x="50645" y="67535"/>
                  <a:pt x="53485" y="64270"/>
                  <a:pt x="55529" y="60250"/>
                </a:cubicBezTo>
                <a:cubicBezTo>
                  <a:pt x="57505" y="56119"/>
                  <a:pt x="58534" y="51838"/>
                  <a:pt x="58534" y="47379"/>
                </a:cubicBezTo>
                <a:lnTo>
                  <a:pt x="58534" y="0"/>
                </a:lnTo>
                <a:lnTo>
                  <a:pt x="72461" y="0"/>
                </a:lnTo>
                <a:lnTo>
                  <a:pt x="72461" y="84042"/>
                </a:lnTo>
                <a:lnTo>
                  <a:pt x="59166" y="84042"/>
                </a:lnTo>
                <a:lnTo>
                  <a:pt x="59166" y="71830"/>
                </a:lnTo>
                <a:lnTo>
                  <a:pt x="58534" y="71830"/>
                </a:lnTo>
                <a:cubicBezTo>
                  <a:pt x="56229" y="75850"/>
                  <a:pt x="52579" y="79336"/>
                  <a:pt x="47599" y="82327"/>
                </a:cubicBezTo>
                <a:cubicBezTo>
                  <a:pt x="42563" y="85167"/>
                  <a:pt x="37143" y="86622"/>
                  <a:pt x="31298" y="86622"/>
                </a:cubicBezTo>
                <a:close/>
                <a:moveTo>
                  <a:pt x="31298" y="86622"/>
                </a:move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57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BCEF2745-BED1-450B-829B-89FD9689FA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646269" y="2737968"/>
            <a:ext cx="82752" cy="120705"/>
          </a:xfrm>
          <a:custGeom xmlns:a="http://schemas.openxmlformats.org/drawingml/2006/main">
            <a:pathLst>
              <a:path w="82752" h="120705">
                <a:moveTo>
                  <a:pt x="40093" y="120705"/>
                </a:moveTo>
                <a:cubicBezTo>
                  <a:pt x="32478" y="120705"/>
                  <a:pt x="25617" y="118770"/>
                  <a:pt x="19511" y="114915"/>
                </a:cubicBezTo>
                <a:cubicBezTo>
                  <a:pt x="13502" y="111059"/>
                  <a:pt x="8685" y="105859"/>
                  <a:pt x="5145" y="99259"/>
                </a:cubicBezTo>
                <a:cubicBezTo>
                  <a:pt x="1715" y="92563"/>
                  <a:pt x="0" y="84852"/>
                  <a:pt x="0" y="76111"/>
                </a:cubicBezTo>
                <a:cubicBezTo>
                  <a:pt x="0" y="67426"/>
                  <a:pt x="1715" y="59701"/>
                  <a:pt x="5145" y="52950"/>
                </a:cubicBezTo>
                <a:cubicBezTo>
                  <a:pt x="8685" y="46254"/>
                  <a:pt x="13502" y="41054"/>
                  <a:pt x="19511" y="37308"/>
                </a:cubicBezTo>
                <a:cubicBezTo>
                  <a:pt x="25617" y="33438"/>
                  <a:pt x="32478" y="31517"/>
                  <a:pt x="40093" y="31517"/>
                </a:cubicBezTo>
                <a:cubicBezTo>
                  <a:pt x="46954" y="31517"/>
                  <a:pt x="52799" y="33123"/>
                  <a:pt x="57670" y="36238"/>
                </a:cubicBezTo>
                <a:cubicBezTo>
                  <a:pt x="62651" y="39229"/>
                  <a:pt x="66355" y="42659"/>
                  <a:pt x="68825" y="46528"/>
                </a:cubicBezTo>
                <a:lnTo>
                  <a:pt x="69470" y="46528"/>
                </a:lnTo>
                <a:lnTo>
                  <a:pt x="68825" y="34948"/>
                </a:lnTo>
                <a:lnTo>
                  <a:pt x="68825" y="0"/>
                </a:lnTo>
                <a:lnTo>
                  <a:pt x="82752" y="0"/>
                </a:lnTo>
                <a:lnTo>
                  <a:pt x="82752" y="118125"/>
                </a:lnTo>
                <a:lnTo>
                  <a:pt x="69470" y="118125"/>
                </a:lnTo>
                <a:lnTo>
                  <a:pt x="69470" y="105694"/>
                </a:lnTo>
                <a:lnTo>
                  <a:pt x="68825" y="105694"/>
                </a:lnTo>
                <a:cubicBezTo>
                  <a:pt x="66355" y="109550"/>
                  <a:pt x="62651" y="113090"/>
                  <a:pt x="57670" y="116204"/>
                </a:cubicBezTo>
                <a:cubicBezTo>
                  <a:pt x="52799" y="119196"/>
                  <a:pt x="46954" y="120705"/>
                  <a:pt x="40093" y="120705"/>
                </a:cubicBezTo>
                <a:close/>
                <a:moveTo>
                  <a:pt x="41589" y="108054"/>
                </a:moveTo>
                <a:cubicBezTo>
                  <a:pt x="46419" y="108054"/>
                  <a:pt x="50919" y="106764"/>
                  <a:pt x="55104" y="104198"/>
                </a:cubicBezTo>
                <a:cubicBezTo>
                  <a:pt x="59385" y="101619"/>
                  <a:pt x="62815" y="97983"/>
                  <a:pt x="65395" y="93263"/>
                </a:cubicBezTo>
                <a:cubicBezTo>
                  <a:pt x="68071" y="88433"/>
                  <a:pt x="69470" y="82697"/>
                  <a:pt x="69470" y="76111"/>
                </a:cubicBezTo>
                <a:cubicBezTo>
                  <a:pt x="69470" y="69566"/>
                  <a:pt x="68071" y="63886"/>
                  <a:pt x="65395" y="59166"/>
                </a:cubicBezTo>
                <a:cubicBezTo>
                  <a:pt x="62815" y="54349"/>
                  <a:pt x="59385" y="50590"/>
                  <a:pt x="55104" y="48024"/>
                </a:cubicBezTo>
                <a:cubicBezTo>
                  <a:pt x="50919" y="45444"/>
                  <a:pt x="46419" y="44168"/>
                  <a:pt x="41589" y="44168"/>
                </a:cubicBezTo>
                <a:cubicBezTo>
                  <a:pt x="36718" y="44168"/>
                  <a:pt x="32162" y="45444"/>
                  <a:pt x="27868" y="48024"/>
                </a:cubicBezTo>
                <a:cubicBezTo>
                  <a:pt x="23696" y="50590"/>
                  <a:pt x="20266" y="54349"/>
                  <a:pt x="17577" y="59166"/>
                </a:cubicBezTo>
                <a:cubicBezTo>
                  <a:pt x="15011" y="63886"/>
                  <a:pt x="13721" y="69566"/>
                  <a:pt x="13721" y="76111"/>
                </a:cubicBezTo>
                <a:cubicBezTo>
                  <a:pt x="13721" y="82546"/>
                  <a:pt x="15011" y="88227"/>
                  <a:pt x="17577" y="93043"/>
                </a:cubicBezTo>
                <a:cubicBezTo>
                  <a:pt x="20266" y="97928"/>
                  <a:pt x="23696" y="101619"/>
                  <a:pt x="27868" y="104198"/>
                </a:cubicBezTo>
                <a:cubicBezTo>
                  <a:pt x="32162" y="106764"/>
                  <a:pt x="36718" y="108054"/>
                  <a:pt x="41589" y="108054"/>
                </a:cubicBezTo>
                <a:close/>
                <a:moveTo>
                  <a:pt x="41589" y="108054"/>
                </a:move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57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CCDF7B58-FB40-48DE-83CB-45EFEE7C84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748052" y="2736473"/>
            <a:ext cx="20156" cy="119621"/>
          </a:xfrm>
          <a:custGeom xmlns:a="http://schemas.openxmlformats.org/drawingml/2006/main">
            <a:pathLst>
              <a:path w="20156" h="119621">
                <a:moveTo>
                  <a:pt x="10071" y="20143"/>
                </a:moveTo>
                <a:cubicBezTo>
                  <a:pt x="7341" y="20143"/>
                  <a:pt x="4981" y="19182"/>
                  <a:pt x="3005" y="17151"/>
                </a:cubicBezTo>
                <a:cubicBezTo>
                  <a:pt x="960" y="15162"/>
                  <a:pt x="0" y="12802"/>
                  <a:pt x="0" y="10071"/>
                </a:cubicBezTo>
                <a:cubicBezTo>
                  <a:pt x="0" y="7231"/>
                  <a:pt x="960" y="4871"/>
                  <a:pt x="3005" y="2991"/>
                </a:cubicBezTo>
                <a:cubicBezTo>
                  <a:pt x="4981" y="1015"/>
                  <a:pt x="7341" y="0"/>
                  <a:pt x="10071" y="0"/>
                </a:cubicBezTo>
                <a:cubicBezTo>
                  <a:pt x="12912" y="0"/>
                  <a:pt x="15272" y="1015"/>
                  <a:pt x="17151" y="2991"/>
                </a:cubicBezTo>
                <a:cubicBezTo>
                  <a:pt x="19141" y="4871"/>
                  <a:pt x="20156" y="7231"/>
                  <a:pt x="20156" y="10071"/>
                </a:cubicBezTo>
                <a:cubicBezTo>
                  <a:pt x="20156" y="12802"/>
                  <a:pt x="19141" y="15162"/>
                  <a:pt x="17151" y="17151"/>
                </a:cubicBezTo>
                <a:cubicBezTo>
                  <a:pt x="15272" y="19182"/>
                  <a:pt x="12912" y="20143"/>
                  <a:pt x="10071" y="20143"/>
                </a:cubicBezTo>
                <a:close/>
                <a:moveTo>
                  <a:pt x="3211" y="119621"/>
                </a:moveTo>
                <a:lnTo>
                  <a:pt x="3211" y="35579"/>
                </a:lnTo>
                <a:lnTo>
                  <a:pt x="17151" y="35579"/>
                </a:lnTo>
                <a:lnTo>
                  <a:pt x="17151" y="119621"/>
                </a:lnTo>
                <a:lnTo>
                  <a:pt x="3211" y="119621"/>
                </a:lnTo>
                <a:close/>
                <a:moveTo>
                  <a:pt x="3211" y="119621"/>
                </a:move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57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A3C8D0C9-E29F-40A6-A671-AC22F08198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781929" y="2769486"/>
            <a:ext cx="86402" cy="89187"/>
          </a:xfrm>
          <a:custGeom xmlns:a="http://schemas.openxmlformats.org/drawingml/2006/main">
            <a:pathLst>
              <a:path w="86402" h="89187">
                <a:moveTo>
                  <a:pt x="43084" y="89187"/>
                </a:moveTo>
                <a:cubicBezTo>
                  <a:pt x="34618" y="89187"/>
                  <a:pt x="27113" y="87253"/>
                  <a:pt x="20582" y="83397"/>
                </a:cubicBezTo>
                <a:cubicBezTo>
                  <a:pt x="14146" y="79432"/>
                  <a:pt x="9056" y="74067"/>
                  <a:pt x="5351" y="67316"/>
                </a:cubicBezTo>
                <a:cubicBezTo>
                  <a:pt x="1770" y="60455"/>
                  <a:pt x="0" y="52895"/>
                  <a:pt x="0" y="44594"/>
                </a:cubicBezTo>
                <a:cubicBezTo>
                  <a:pt x="0" y="36183"/>
                  <a:pt x="1770" y="28622"/>
                  <a:pt x="5351" y="21872"/>
                </a:cubicBezTo>
                <a:cubicBezTo>
                  <a:pt x="9056" y="15162"/>
                  <a:pt x="14146" y="9866"/>
                  <a:pt x="20582" y="5996"/>
                </a:cubicBezTo>
                <a:cubicBezTo>
                  <a:pt x="27113" y="2031"/>
                  <a:pt x="34618" y="0"/>
                  <a:pt x="43084" y="0"/>
                </a:cubicBezTo>
                <a:cubicBezTo>
                  <a:pt x="51509" y="0"/>
                  <a:pt x="58960" y="2031"/>
                  <a:pt x="65381" y="5996"/>
                </a:cubicBezTo>
                <a:cubicBezTo>
                  <a:pt x="71926" y="10016"/>
                  <a:pt x="77072" y="15381"/>
                  <a:pt x="80818" y="22077"/>
                </a:cubicBezTo>
                <a:cubicBezTo>
                  <a:pt x="84522" y="28828"/>
                  <a:pt x="86402" y="36334"/>
                  <a:pt x="86402" y="44594"/>
                </a:cubicBezTo>
                <a:cubicBezTo>
                  <a:pt x="86402" y="52895"/>
                  <a:pt x="84522" y="60455"/>
                  <a:pt x="80818" y="67316"/>
                </a:cubicBezTo>
                <a:cubicBezTo>
                  <a:pt x="77072" y="74067"/>
                  <a:pt x="71926" y="79432"/>
                  <a:pt x="65381" y="83397"/>
                </a:cubicBezTo>
                <a:cubicBezTo>
                  <a:pt x="58960" y="87253"/>
                  <a:pt x="51509" y="89187"/>
                  <a:pt x="43084" y="89187"/>
                </a:cubicBezTo>
                <a:close/>
                <a:moveTo>
                  <a:pt x="43084" y="76537"/>
                </a:moveTo>
                <a:cubicBezTo>
                  <a:pt x="48230" y="76537"/>
                  <a:pt x="53005" y="75357"/>
                  <a:pt x="57450" y="72887"/>
                </a:cubicBezTo>
                <a:cubicBezTo>
                  <a:pt x="61855" y="70321"/>
                  <a:pt x="65436" y="66671"/>
                  <a:pt x="68180" y="61951"/>
                </a:cubicBezTo>
                <a:cubicBezTo>
                  <a:pt x="70856" y="57135"/>
                  <a:pt x="72242" y="51345"/>
                  <a:pt x="72242" y="44594"/>
                </a:cubicBezTo>
                <a:cubicBezTo>
                  <a:pt x="72242" y="37884"/>
                  <a:pt x="70856" y="32162"/>
                  <a:pt x="68180" y="27442"/>
                </a:cubicBezTo>
                <a:cubicBezTo>
                  <a:pt x="65436" y="22612"/>
                  <a:pt x="61855" y="18976"/>
                  <a:pt x="57450" y="16507"/>
                </a:cubicBezTo>
                <a:cubicBezTo>
                  <a:pt x="53005" y="13927"/>
                  <a:pt x="48230" y="12651"/>
                  <a:pt x="43084" y="12651"/>
                </a:cubicBezTo>
                <a:cubicBezTo>
                  <a:pt x="38049" y="12651"/>
                  <a:pt x="33287" y="13927"/>
                  <a:pt x="28732" y="16507"/>
                </a:cubicBezTo>
                <a:cubicBezTo>
                  <a:pt x="24273" y="18976"/>
                  <a:pt x="20637" y="22612"/>
                  <a:pt x="17796" y="27442"/>
                </a:cubicBezTo>
                <a:cubicBezTo>
                  <a:pt x="15052" y="32162"/>
                  <a:pt x="13721" y="37884"/>
                  <a:pt x="13721" y="44594"/>
                </a:cubicBezTo>
                <a:cubicBezTo>
                  <a:pt x="13721" y="51345"/>
                  <a:pt x="15052" y="57135"/>
                  <a:pt x="17796" y="61951"/>
                </a:cubicBezTo>
                <a:cubicBezTo>
                  <a:pt x="20637" y="66671"/>
                  <a:pt x="24273" y="70321"/>
                  <a:pt x="28732" y="72887"/>
                </a:cubicBezTo>
                <a:cubicBezTo>
                  <a:pt x="33287" y="75357"/>
                  <a:pt x="38049" y="76537"/>
                  <a:pt x="43084" y="76537"/>
                </a:cubicBezTo>
                <a:close/>
                <a:moveTo>
                  <a:pt x="43084" y="76537"/>
                </a:move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57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94CC6710-0FB2-4C1C-925E-78EA128995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93595" y="1427915"/>
            <a:ext cx="1016380" cy="618686"/>
          </a:xfrm>
          <a:custGeom xmlns:a="http://schemas.openxmlformats.org/drawingml/2006/main">
            <a:pathLst>
              <a:path w="1016380" h="618686">
                <a:moveTo>
                  <a:pt x="163144" y="0"/>
                </a:moveTo>
                <a:lnTo>
                  <a:pt x="788431" y="0"/>
                </a:lnTo>
                <a:lnTo>
                  <a:pt x="1016380" y="618686"/>
                </a:lnTo>
                <a:lnTo>
                  <a:pt x="0" y="618686"/>
                </a:lnTo>
                <a:lnTo>
                  <a:pt x="163144" y="0"/>
                </a:lnTo>
                <a:close/>
                <a:moveTo>
                  <a:pt x="163144" y="0"/>
                </a:moveTo>
              </a:path>
            </a:pathLst>
          </a:custGeom>
          <a:solidFill xmlns:a="http://schemas.openxmlformats.org/drawingml/2006/main">
            <a:srgbClr val="DDE9A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57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6D33F890-6B00-4602-B01C-E4B5A15CD3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93595" y="1427915"/>
            <a:ext cx="1016380" cy="618686"/>
          </a:xfrm>
          <a:custGeom xmlns:a="http://schemas.openxmlformats.org/drawingml/2006/main">
            <a:pathLst>
              <a:path w="1016380" h="618686" fill="none">
                <a:moveTo>
                  <a:pt x="163144" y="0"/>
                </a:moveTo>
                <a:lnTo>
                  <a:pt x="788431" y="0"/>
                </a:lnTo>
                <a:lnTo>
                  <a:pt x="1016380" y="618686"/>
                </a:lnTo>
                <a:lnTo>
                  <a:pt x="0" y="618686"/>
                </a:lnTo>
                <a:lnTo>
                  <a:pt x="163144" y="0"/>
                </a:lnTo>
                <a:close/>
                <a:moveTo>
                  <a:pt x="163144" y="0"/>
                </a:moveTo>
              </a:path>
            </a:pathLst>
          </a:custGeom>
          <a:noFill xmlns:a="http://schemas.openxmlformats.org/drawingml/2006/main"/>
          <a:ln xmlns:a="http://schemas.openxmlformats.org/drawingml/2006/main" w="14197" cap="flat">
            <a:solidFill>
              <a:srgbClr val="000000"/>
            </a:solidFill>
            <a:miter/>
          </a:ln>
        </p:spPr>
      </p:sp>
      <p:sp>
        <p:nvSpPr>
          <p:cNvPr id="57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1F889994-D7F9-4BB9-A133-D4AB456BBD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49412" y="1464152"/>
            <a:ext cx="84467" cy="124561"/>
          </a:xfrm>
          <a:custGeom xmlns:a="http://schemas.openxmlformats.org/drawingml/2006/main">
            <a:pathLst>
              <a:path w="84467" h="124561">
                <a:moveTo>
                  <a:pt x="77181" y="5996"/>
                </a:moveTo>
                <a:lnTo>
                  <a:pt x="77181" y="21872"/>
                </a:lnTo>
                <a:cubicBezTo>
                  <a:pt x="71021" y="19031"/>
                  <a:pt x="65175" y="16877"/>
                  <a:pt x="59605" y="15436"/>
                </a:cubicBezTo>
                <a:cubicBezTo>
                  <a:pt x="54130" y="13886"/>
                  <a:pt x="48943" y="13076"/>
                  <a:pt x="43949" y="13076"/>
                </a:cubicBezTo>
                <a:cubicBezTo>
                  <a:pt x="35058" y="13076"/>
                  <a:pt x="28197" y="14791"/>
                  <a:pt x="23367" y="18222"/>
                </a:cubicBezTo>
                <a:cubicBezTo>
                  <a:pt x="18647" y="21652"/>
                  <a:pt x="16301" y="26578"/>
                  <a:pt x="16301" y="33013"/>
                </a:cubicBezTo>
                <a:cubicBezTo>
                  <a:pt x="16301" y="38323"/>
                  <a:pt x="17851" y="42343"/>
                  <a:pt x="21007" y="45019"/>
                </a:cubicBezTo>
                <a:cubicBezTo>
                  <a:pt x="24122" y="47750"/>
                  <a:pt x="30228" y="49904"/>
                  <a:pt x="39229" y="51454"/>
                </a:cubicBezTo>
                <a:lnTo>
                  <a:pt x="48888" y="53595"/>
                </a:lnTo>
                <a:cubicBezTo>
                  <a:pt x="60990" y="55900"/>
                  <a:pt x="69950" y="59975"/>
                  <a:pt x="75686" y="65820"/>
                </a:cubicBezTo>
                <a:cubicBezTo>
                  <a:pt x="81531" y="71556"/>
                  <a:pt x="84467" y="79267"/>
                  <a:pt x="84467" y="88968"/>
                </a:cubicBezTo>
                <a:cubicBezTo>
                  <a:pt x="84467" y="100713"/>
                  <a:pt x="80502" y="109550"/>
                  <a:pt x="72681" y="115559"/>
                </a:cubicBezTo>
                <a:cubicBezTo>
                  <a:pt x="64970" y="121556"/>
                  <a:pt x="53499" y="124561"/>
                  <a:pt x="38378" y="124561"/>
                </a:cubicBezTo>
                <a:cubicBezTo>
                  <a:pt x="32807" y="124561"/>
                  <a:pt x="26797" y="123916"/>
                  <a:pt x="20376" y="122626"/>
                </a:cubicBezTo>
                <a:cubicBezTo>
                  <a:pt x="13941" y="121350"/>
                  <a:pt x="7286" y="119415"/>
                  <a:pt x="425" y="116849"/>
                </a:cubicBezTo>
                <a:lnTo>
                  <a:pt x="425" y="100123"/>
                </a:lnTo>
                <a:cubicBezTo>
                  <a:pt x="6970" y="103869"/>
                  <a:pt x="13406" y="106654"/>
                  <a:pt x="19731" y="108479"/>
                </a:cubicBezTo>
                <a:cubicBezTo>
                  <a:pt x="26152" y="110359"/>
                  <a:pt x="32368" y="111265"/>
                  <a:pt x="38378" y="111265"/>
                </a:cubicBezTo>
                <a:cubicBezTo>
                  <a:pt x="47654" y="111265"/>
                  <a:pt x="54775" y="109495"/>
                  <a:pt x="59810" y="105914"/>
                </a:cubicBezTo>
                <a:cubicBezTo>
                  <a:pt x="64970" y="102209"/>
                  <a:pt x="67535" y="97008"/>
                  <a:pt x="67535" y="90258"/>
                </a:cubicBezTo>
                <a:cubicBezTo>
                  <a:pt x="67535" y="84412"/>
                  <a:pt x="65656" y="79857"/>
                  <a:pt x="61965" y="76537"/>
                </a:cubicBezTo>
                <a:cubicBezTo>
                  <a:pt x="58370" y="73106"/>
                  <a:pt x="52415" y="70636"/>
                  <a:pt x="44168" y="69031"/>
                </a:cubicBezTo>
                <a:lnTo>
                  <a:pt x="34303" y="67110"/>
                </a:lnTo>
                <a:cubicBezTo>
                  <a:pt x="22132" y="64695"/>
                  <a:pt x="13351" y="60881"/>
                  <a:pt x="7931" y="55735"/>
                </a:cubicBezTo>
                <a:cubicBezTo>
                  <a:pt x="2634" y="50590"/>
                  <a:pt x="0" y="43469"/>
                  <a:pt x="0" y="34303"/>
                </a:cubicBezTo>
                <a:cubicBezTo>
                  <a:pt x="0" y="23587"/>
                  <a:pt x="3705" y="15217"/>
                  <a:pt x="11155" y="9221"/>
                </a:cubicBezTo>
                <a:cubicBezTo>
                  <a:pt x="18551" y="3115"/>
                  <a:pt x="28842" y="0"/>
                  <a:pt x="42028" y="0"/>
                </a:cubicBezTo>
                <a:cubicBezTo>
                  <a:pt x="47708" y="0"/>
                  <a:pt x="53444" y="535"/>
                  <a:pt x="59179" y="1496"/>
                </a:cubicBezTo>
                <a:cubicBezTo>
                  <a:pt x="65011" y="2525"/>
                  <a:pt x="71021" y="4020"/>
                  <a:pt x="77181" y="5996"/>
                </a:cubicBezTo>
                <a:close/>
                <a:moveTo>
                  <a:pt x="77181" y="5996"/>
                </a:move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57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14C2A8A1-1EC3-48B1-BB54-84681DFF76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252005" y="1494160"/>
            <a:ext cx="82752" cy="94552"/>
          </a:xfrm>
          <a:custGeom xmlns:a="http://schemas.openxmlformats.org/drawingml/2006/main">
            <a:pathLst>
              <a:path w="82752" h="94552">
                <a:moveTo>
                  <a:pt x="41369" y="12445"/>
                </a:moveTo>
                <a:cubicBezTo>
                  <a:pt x="33493" y="12445"/>
                  <a:pt x="27223" y="15601"/>
                  <a:pt x="22503" y="21872"/>
                </a:cubicBezTo>
                <a:cubicBezTo>
                  <a:pt x="17892" y="28032"/>
                  <a:pt x="15642" y="36457"/>
                  <a:pt x="15642" y="47173"/>
                </a:cubicBezTo>
                <a:cubicBezTo>
                  <a:pt x="15642" y="58054"/>
                  <a:pt x="17892" y="66575"/>
                  <a:pt x="22503" y="72681"/>
                </a:cubicBezTo>
                <a:cubicBezTo>
                  <a:pt x="27058" y="78855"/>
                  <a:pt x="33329" y="81902"/>
                  <a:pt x="41369" y="81902"/>
                </a:cubicBezTo>
                <a:cubicBezTo>
                  <a:pt x="49204" y="81902"/>
                  <a:pt x="55420" y="78855"/>
                  <a:pt x="60030" y="72681"/>
                </a:cubicBezTo>
                <a:cubicBezTo>
                  <a:pt x="64736" y="66410"/>
                  <a:pt x="67096" y="57890"/>
                  <a:pt x="67096" y="47173"/>
                </a:cubicBezTo>
                <a:cubicBezTo>
                  <a:pt x="67096" y="36608"/>
                  <a:pt x="64736" y="28197"/>
                  <a:pt x="60030" y="21872"/>
                </a:cubicBezTo>
                <a:cubicBezTo>
                  <a:pt x="55420" y="15601"/>
                  <a:pt x="49204" y="12445"/>
                  <a:pt x="41369" y="12445"/>
                </a:cubicBezTo>
                <a:close/>
                <a:moveTo>
                  <a:pt x="41369" y="0"/>
                </a:moveTo>
                <a:cubicBezTo>
                  <a:pt x="54240" y="0"/>
                  <a:pt x="64311" y="4240"/>
                  <a:pt x="71597" y="12651"/>
                </a:cubicBezTo>
                <a:cubicBezTo>
                  <a:pt x="79006" y="20966"/>
                  <a:pt x="82752" y="32492"/>
                  <a:pt x="82752" y="47173"/>
                </a:cubicBezTo>
                <a:cubicBezTo>
                  <a:pt x="82752" y="61910"/>
                  <a:pt x="79006" y="73490"/>
                  <a:pt x="71597" y="81902"/>
                </a:cubicBezTo>
                <a:cubicBezTo>
                  <a:pt x="64311" y="90367"/>
                  <a:pt x="54240" y="94552"/>
                  <a:pt x="41369" y="94552"/>
                </a:cubicBezTo>
                <a:cubicBezTo>
                  <a:pt x="28513" y="94552"/>
                  <a:pt x="18331" y="90367"/>
                  <a:pt x="10936" y="81902"/>
                </a:cubicBezTo>
                <a:cubicBezTo>
                  <a:pt x="3636" y="73490"/>
                  <a:pt x="0" y="61910"/>
                  <a:pt x="0" y="47173"/>
                </a:cubicBezTo>
                <a:cubicBezTo>
                  <a:pt x="0" y="32492"/>
                  <a:pt x="3636" y="20966"/>
                  <a:pt x="10936" y="12651"/>
                </a:cubicBezTo>
                <a:cubicBezTo>
                  <a:pt x="18331" y="4240"/>
                  <a:pt x="28513" y="0"/>
                  <a:pt x="41369" y="0"/>
                </a:cubicBezTo>
                <a:close/>
                <a:moveTo>
                  <a:pt x="41369" y="0"/>
                </a:move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57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5B81C13B-1005-4E31-B2E3-E7670A5369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57644" y="1494160"/>
            <a:ext cx="75466" cy="94552"/>
          </a:xfrm>
          <a:custGeom xmlns:a="http://schemas.openxmlformats.org/drawingml/2006/main">
            <a:pathLst>
              <a:path w="75466" h="94552">
                <a:moveTo>
                  <a:pt x="0" y="56600"/>
                </a:moveTo>
                <a:lnTo>
                  <a:pt x="0" y="2154"/>
                </a:lnTo>
                <a:lnTo>
                  <a:pt x="14791" y="2154"/>
                </a:lnTo>
                <a:lnTo>
                  <a:pt x="14791" y="56174"/>
                </a:lnTo>
                <a:cubicBezTo>
                  <a:pt x="14791" y="64640"/>
                  <a:pt x="16397" y="70966"/>
                  <a:pt x="19717" y="75260"/>
                </a:cubicBezTo>
                <a:cubicBezTo>
                  <a:pt x="23148" y="79541"/>
                  <a:pt x="28142" y="81696"/>
                  <a:pt x="34728" y="81696"/>
                </a:cubicBezTo>
                <a:cubicBezTo>
                  <a:pt x="42714" y="81696"/>
                  <a:pt x="48984" y="79226"/>
                  <a:pt x="53595" y="74190"/>
                </a:cubicBezTo>
                <a:cubicBezTo>
                  <a:pt x="58315" y="69045"/>
                  <a:pt x="60675" y="62074"/>
                  <a:pt x="60675" y="53169"/>
                </a:cubicBezTo>
                <a:lnTo>
                  <a:pt x="60675" y="2154"/>
                </a:lnTo>
                <a:lnTo>
                  <a:pt x="75466" y="2154"/>
                </a:lnTo>
                <a:lnTo>
                  <a:pt x="75466" y="92192"/>
                </a:lnTo>
                <a:lnTo>
                  <a:pt x="60675" y="92192"/>
                </a:lnTo>
                <a:lnTo>
                  <a:pt x="60675" y="78265"/>
                </a:lnTo>
                <a:cubicBezTo>
                  <a:pt x="57080" y="83836"/>
                  <a:pt x="52950" y="88021"/>
                  <a:pt x="48244" y="90697"/>
                </a:cubicBezTo>
                <a:cubicBezTo>
                  <a:pt x="43523" y="93263"/>
                  <a:pt x="37994" y="94552"/>
                  <a:pt x="31723" y="94552"/>
                </a:cubicBezTo>
                <a:cubicBezTo>
                  <a:pt x="21281" y="94552"/>
                  <a:pt x="13351" y="91342"/>
                  <a:pt x="7931" y="84906"/>
                </a:cubicBezTo>
                <a:cubicBezTo>
                  <a:pt x="2621" y="78471"/>
                  <a:pt x="0" y="69045"/>
                  <a:pt x="0" y="56600"/>
                </a:cubicBezTo>
                <a:close/>
                <a:moveTo>
                  <a:pt x="37308" y="0"/>
                </a:moveTo>
                <a:close/>
                <a:moveTo>
                  <a:pt x="37308" y="0"/>
                </a:move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57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9ABF955A-2381-43FB-8820-C8152670FC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463064" y="1494160"/>
            <a:ext cx="75466" cy="92192"/>
          </a:xfrm>
          <a:custGeom xmlns:a="http://schemas.openxmlformats.org/drawingml/2006/main">
            <a:pathLst>
              <a:path w="75466" h="92192">
                <a:moveTo>
                  <a:pt x="75466" y="37733"/>
                </a:moveTo>
                <a:lnTo>
                  <a:pt x="75466" y="92192"/>
                </a:lnTo>
                <a:lnTo>
                  <a:pt x="60675" y="92192"/>
                </a:lnTo>
                <a:lnTo>
                  <a:pt x="60675" y="38378"/>
                </a:lnTo>
                <a:cubicBezTo>
                  <a:pt x="60675" y="29802"/>
                  <a:pt x="58960" y="23477"/>
                  <a:pt x="55529" y="19306"/>
                </a:cubicBezTo>
                <a:cubicBezTo>
                  <a:pt x="52209" y="15011"/>
                  <a:pt x="47283" y="12870"/>
                  <a:pt x="40738" y="12870"/>
                </a:cubicBezTo>
                <a:cubicBezTo>
                  <a:pt x="32697" y="12870"/>
                  <a:pt x="26372" y="15436"/>
                  <a:pt x="21666" y="20582"/>
                </a:cubicBezTo>
                <a:cubicBezTo>
                  <a:pt x="17055" y="25631"/>
                  <a:pt x="14805" y="32547"/>
                  <a:pt x="14805" y="41383"/>
                </a:cubicBezTo>
                <a:lnTo>
                  <a:pt x="14805" y="92192"/>
                </a:lnTo>
                <a:lnTo>
                  <a:pt x="0" y="92192"/>
                </a:lnTo>
                <a:lnTo>
                  <a:pt x="0" y="2154"/>
                </a:lnTo>
                <a:lnTo>
                  <a:pt x="14805" y="2154"/>
                </a:lnTo>
                <a:lnTo>
                  <a:pt x="14805" y="16081"/>
                </a:lnTo>
                <a:cubicBezTo>
                  <a:pt x="18331" y="10675"/>
                  <a:pt x="22516" y="6655"/>
                  <a:pt x="27236" y="4075"/>
                </a:cubicBezTo>
                <a:cubicBezTo>
                  <a:pt x="32053" y="1400"/>
                  <a:pt x="37637" y="0"/>
                  <a:pt x="43963" y="0"/>
                </a:cubicBezTo>
                <a:cubicBezTo>
                  <a:pt x="54253" y="0"/>
                  <a:pt x="62020" y="3224"/>
                  <a:pt x="67330" y="9660"/>
                </a:cubicBezTo>
                <a:cubicBezTo>
                  <a:pt x="72736" y="15985"/>
                  <a:pt x="75466" y="25302"/>
                  <a:pt x="75466" y="37733"/>
                </a:cubicBezTo>
                <a:close/>
                <a:moveTo>
                  <a:pt x="75466" y="37733"/>
                </a:move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57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35C53398-FAF5-48F3-B6BE-39243FB8E4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61417" y="1461147"/>
            <a:ext cx="80612" cy="127565"/>
          </a:xfrm>
          <a:custGeom xmlns:a="http://schemas.openxmlformats.org/drawingml/2006/main">
            <a:pathLst>
              <a:path w="80612" h="127565">
                <a:moveTo>
                  <a:pt x="65820" y="48888"/>
                </a:moveTo>
                <a:lnTo>
                  <a:pt x="65820" y="0"/>
                </a:lnTo>
                <a:lnTo>
                  <a:pt x="80612" y="0"/>
                </a:lnTo>
                <a:lnTo>
                  <a:pt x="80612" y="125205"/>
                </a:lnTo>
                <a:lnTo>
                  <a:pt x="65820" y="125205"/>
                </a:lnTo>
                <a:lnTo>
                  <a:pt x="65820" y="111704"/>
                </a:lnTo>
                <a:cubicBezTo>
                  <a:pt x="62664" y="117014"/>
                  <a:pt x="58754" y="121034"/>
                  <a:pt x="54034" y="123710"/>
                </a:cubicBezTo>
                <a:cubicBezTo>
                  <a:pt x="49314" y="126276"/>
                  <a:pt x="43578" y="127565"/>
                  <a:pt x="36882" y="127565"/>
                </a:cubicBezTo>
                <a:cubicBezTo>
                  <a:pt x="26002" y="127565"/>
                  <a:pt x="17151" y="123230"/>
                  <a:pt x="10291" y="114489"/>
                </a:cubicBezTo>
                <a:cubicBezTo>
                  <a:pt x="3430" y="105804"/>
                  <a:pt x="0" y="94333"/>
                  <a:pt x="0" y="80186"/>
                </a:cubicBezTo>
                <a:cubicBezTo>
                  <a:pt x="0" y="66040"/>
                  <a:pt x="3430" y="54679"/>
                  <a:pt x="10291" y="46103"/>
                </a:cubicBezTo>
                <a:cubicBezTo>
                  <a:pt x="17151" y="37418"/>
                  <a:pt x="26002" y="33013"/>
                  <a:pt x="36882" y="33013"/>
                </a:cubicBezTo>
                <a:cubicBezTo>
                  <a:pt x="43578" y="33013"/>
                  <a:pt x="49314" y="34303"/>
                  <a:pt x="54034" y="36882"/>
                </a:cubicBezTo>
                <a:cubicBezTo>
                  <a:pt x="58754" y="39448"/>
                  <a:pt x="62664" y="43469"/>
                  <a:pt x="65820" y="48888"/>
                </a:cubicBezTo>
                <a:close/>
                <a:moveTo>
                  <a:pt x="15436" y="80186"/>
                </a:moveTo>
                <a:cubicBezTo>
                  <a:pt x="15436" y="91067"/>
                  <a:pt x="17645" y="99643"/>
                  <a:pt x="22091" y="105914"/>
                </a:cubicBezTo>
                <a:cubicBezTo>
                  <a:pt x="26482" y="112074"/>
                  <a:pt x="32643" y="115134"/>
                  <a:pt x="40532" y="115134"/>
                </a:cubicBezTo>
                <a:cubicBezTo>
                  <a:pt x="48353" y="115134"/>
                  <a:pt x="54514" y="112074"/>
                  <a:pt x="58960" y="105914"/>
                </a:cubicBezTo>
                <a:cubicBezTo>
                  <a:pt x="63515" y="99643"/>
                  <a:pt x="65820" y="91067"/>
                  <a:pt x="65820" y="80186"/>
                </a:cubicBezTo>
                <a:cubicBezTo>
                  <a:pt x="65820" y="69360"/>
                  <a:pt x="63515" y="60840"/>
                  <a:pt x="58960" y="54679"/>
                </a:cubicBezTo>
                <a:cubicBezTo>
                  <a:pt x="54514" y="48559"/>
                  <a:pt x="48353" y="45458"/>
                  <a:pt x="40532" y="45458"/>
                </a:cubicBezTo>
                <a:cubicBezTo>
                  <a:pt x="32643" y="45458"/>
                  <a:pt x="26482" y="48559"/>
                  <a:pt x="22091" y="54679"/>
                </a:cubicBezTo>
                <a:cubicBezTo>
                  <a:pt x="17645" y="60840"/>
                  <a:pt x="15436" y="69360"/>
                  <a:pt x="15436" y="80186"/>
                </a:cubicBezTo>
                <a:close/>
                <a:moveTo>
                  <a:pt x="15436" y="80186"/>
                </a:move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58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1CC2A376-B3E7-4BF1-BF47-CA1C5AEE9C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10773" y="1669969"/>
            <a:ext cx="84467" cy="124561"/>
          </a:xfrm>
          <a:custGeom xmlns:a="http://schemas.openxmlformats.org/drawingml/2006/main">
            <a:pathLst>
              <a:path w="84467" h="124561">
                <a:moveTo>
                  <a:pt x="77181" y="5996"/>
                </a:moveTo>
                <a:lnTo>
                  <a:pt x="77181" y="21872"/>
                </a:lnTo>
                <a:cubicBezTo>
                  <a:pt x="71007" y="19031"/>
                  <a:pt x="65175" y="16877"/>
                  <a:pt x="59591" y="15436"/>
                </a:cubicBezTo>
                <a:cubicBezTo>
                  <a:pt x="54130" y="13886"/>
                  <a:pt x="48930" y="13076"/>
                  <a:pt x="43949" y="13076"/>
                </a:cubicBezTo>
                <a:cubicBezTo>
                  <a:pt x="35044" y="13076"/>
                  <a:pt x="28183" y="14791"/>
                  <a:pt x="23367" y="18222"/>
                </a:cubicBezTo>
                <a:cubicBezTo>
                  <a:pt x="18647" y="21652"/>
                  <a:pt x="16287" y="26578"/>
                  <a:pt x="16287" y="33013"/>
                </a:cubicBezTo>
                <a:cubicBezTo>
                  <a:pt x="16287" y="38323"/>
                  <a:pt x="17851" y="42343"/>
                  <a:pt x="21007" y="45019"/>
                </a:cubicBezTo>
                <a:cubicBezTo>
                  <a:pt x="24122" y="47750"/>
                  <a:pt x="30228" y="49904"/>
                  <a:pt x="39229" y="51454"/>
                </a:cubicBezTo>
                <a:lnTo>
                  <a:pt x="48875" y="53595"/>
                </a:lnTo>
                <a:cubicBezTo>
                  <a:pt x="60990" y="55900"/>
                  <a:pt x="69937" y="59975"/>
                  <a:pt x="75672" y="65820"/>
                </a:cubicBezTo>
                <a:cubicBezTo>
                  <a:pt x="81517" y="71556"/>
                  <a:pt x="84467" y="79267"/>
                  <a:pt x="84467" y="88968"/>
                </a:cubicBezTo>
                <a:cubicBezTo>
                  <a:pt x="84467" y="100713"/>
                  <a:pt x="80502" y="109550"/>
                  <a:pt x="72681" y="115559"/>
                </a:cubicBezTo>
                <a:cubicBezTo>
                  <a:pt x="64956" y="121556"/>
                  <a:pt x="53485" y="124561"/>
                  <a:pt x="38378" y="124561"/>
                </a:cubicBezTo>
                <a:cubicBezTo>
                  <a:pt x="32794" y="124561"/>
                  <a:pt x="26797" y="123916"/>
                  <a:pt x="20362" y="122626"/>
                </a:cubicBezTo>
                <a:cubicBezTo>
                  <a:pt x="13927" y="121350"/>
                  <a:pt x="7286" y="119415"/>
                  <a:pt x="425" y="116849"/>
                </a:cubicBezTo>
                <a:lnTo>
                  <a:pt x="425" y="100123"/>
                </a:lnTo>
                <a:cubicBezTo>
                  <a:pt x="6970" y="103869"/>
                  <a:pt x="13392" y="106654"/>
                  <a:pt x="19717" y="108479"/>
                </a:cubicBezTo>
                <a:cubicBezTo>
                  <a:pt x="26152" y="110359"/>
                  <a:pt x="32368" y="111265"/>
                  <a:pt x="38378" y="111265"/>
                </a:cubicBezTo>
                <a:cubicBezTo>
                  <a:pt x="47640" y="111265"/>
                  <a:pt x="54775" y="109495"/>
                  <a:pt x="59810" y="105914"/>
                </a:cubicBezTo>
                <a:cubicBezTo>
                  <a:pt x="64956" y="102209"/>
                  <a:pt x="67535" y="97008"/>
                  <a:pt x="67535" y="90258"/>
                </a:cubicBezTo>
                <a:cubicBezTo>
                  <a:pt x="67535" y="84412"/>
                  <a:pt x="65656" y="79857"/>
                  <a:pt x="61951" y="76537"/>
                </a:cubicBezTo>
                <a:cubicBezTo>
                  <a:pt x="58370" y="73106"/>
                  <a:pt x="52415" y="70636"/>
                  <a:pt x="44155" y="69031"/>
                </a:cubicBezTo>
                <a:lnTo>
                  <a:pt x="34303" y="67110"/>
                </a:lnTo>
                <a:cubicBezTo>
                  <a:pt x="22132" y="64695"/>
                  <a:pt x="13337" y="60881"/>
                  <a:pt x="7931" y="55735"/>
                </a:cubicBezTo>
                <a:cubicBezTo>
                  <a:pt x="2621" y="50590"/>
                  <a:pt x="0" y="43469"/>
                  <a:pt x="0" y="34303"/>
                </a:cubicBezTo>
                <a:cubicBezTo>
                  <a:pt x="0" y="23587"/>
                  <a:pt x="3691" y="15217"/>
                  <a:pt x="11142" y="9221"/>
                </a:cubicBezTo>
                <a:cubicBezTo>
                  <a:pt x="18537" y="3115"/>
                  <a:pt x="28828" y="0"/>
                  <a:pt x="42014" y="0"/>
                </a:cubicBezTo>
                <a:cubicBezTo>
                  <a:pt x="47695" y="0"/>
                  <a:pt x="53430" y="535"/>
                  <a:pt x="59166" y="1496"/>
                </a:cubicBezTo>
                <a:cubicBezTo>
                  <a:pt x="65011" y="2525"/>
                  <a:pt x="71007" y="4020"/>
                  <a:pt x="77181" y="5996"/>
                </a:cubicBezTo>
                <a:close/>
                <a:moveTo>
                  <a:pt x="77181" y="5996"/>
                </a:move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58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5F608FF5-278F-40FA-B3D2-C055FEA54E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208852" y="1676610"/>
            <a:ext cx="56174" cy="115559"/>
          </a:xfrm>
          <a:custGeom xmlns:a="http://schemas.openxmlformats.org/drawingml/2006/main">
            <a:pathLst>
              <a:path w="56174" h="115559">
                <a:moveTo>
                  <a:pt x="25727" y="0"/>
                </a:moveTo>
                <a:lnTo>
                  <a:pt x="25727" y="25521"/>
                </a:lnTo>
                <a:lnTo>
                  <a:pt x="56174" y="25521"/>
                </a:lnTo>
                <a:lnTo>
                  <a:pt x="56174" y="37088"/>
                </a:lnTo>
                <a:lnTo>
                  <a:pt x="25727" y="37088"/>
                </a:lnTo>
                <a:lnTo>
                  <a:pt x="25727" y="85977"/>
                </a:lnTo>
                <a:cubicBezTo>
                  <a:pt x="25727" y="93263"/>
                  <a:pt x="26688" y="97983"/>
                  <a:pt x="28732" y="100123"/>
                </a:cubicBezTo>
                <a:cubicBezTo>
                  <a:pt x="30708" y="102168"/>
                  <a:pt x="34783" y="103128"/>
                  <a:pt x="40958" y="103128"/>
                </a:cubicBezTo>
                <a:lnTo>
                  <a:pt x="56174" y="103128"/>
                </a:lnTo>
                <a:lnTo>
                  <a:pt x="56174" y="115559"/>
                </a:lnTo>
                <a:lnTo>
                  <a:pt x="40958" y="115559"/>
                </a:lnTo>
                <a:cubicBezTo>
                  <a:pt x="29487" y="115559"/>
                  <a:pt x="21542" y="113419"/>
                  <a:pt x="17151" y="109124"/>
                </a:cubicBezTo>
                <a:cubicBezTo>
                  <a:pt x="12870" y="104843"/>
                  <a:pt x="10716" y="97118"/>
                  <a:pt x="10716" y="85977"/>
                </a:cubicBezTo>
                <a:lnTo>
                  <a:pt x="10716" y="37088"/>
                </a:lnTo>
                <a:lnTo>
                  <a:pt x="0" y="37088"/>
                </a:lnTo>
                <a:lnTo>
                  <a:pt x="0" y="25521"/>
                </a:lnTo>
                <a:lnTo>
                  <a:pt x="10716" y="25521"/>
                </a:lnTo>
                <a:lnTo>
                  <a:pt x="10716" y="0"/>
                </a:lnTo>
                <a:lnTo>
                  <a:pt x="25727" y="0"/>
                </a:lnTo>
                <a:close/>
                <a:moveTo>
                  <a:pt x="25727" y="0"/>
                </a:move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58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2736AA63-A4DF-4C1B-89FB-60EA8C9F34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283948" y="1699977"/>
            <a:ext cx="52744" cy="92192"/>
          </a:xfrm>
          <a:custGeom xmlns:a="http://schemas.openxmlformats.org/drawingml/2006/main">
            <a:pathLst>
              <a:path w="52744" h="92192">
                <a:moveTo>
                  <a:pt x="52744" y="15875"/>
                </a:moveTo>
                <a:cubicBezTo>
                  <a:pt x="51029" y="15011"/>
                  <a:pt x="49149" y="14366"/>
                  <a:pt x="47160" y="13941"/>
                </a:cubicBezTo>
                <a:cubicBezTo>
                  <a:pt x="45293" y="13406"/>
                  <a:pt x="43139" y="13090"/>
                  <a:pt x="40738" y="13090"/>
                </a:cubicBezTo>
                <a:cubicBezTo>
                  <a:pt x="32423" y="13090"/>
                  <a:pt x="25988" y="15820"/>
                  <a:pt x="21432" y="21227"/>
                </a:cubicBezTo>
                <a:cubicBezTo>
                  <a:pt x="16987" y="26701"/>
                  <a:pt x="14791" y="34522"/>
                  <a:pt x="14791" y="44813"/>
                </a:cubicBezTo>
                <a:lnTo>
                  <a:pt x="14791" y="92192"/>
                </a:lnTo>
                <a:lnTo>
                  <a:pt x="0" y="92192"/>
                </a:lnTo>
                <a:lnTo>
                  <a:pt x="0" y="2154"/>
                </a:lnTo>
                <a:lnTo>
                  <a:pt x="14791" y="2154"/>
                </a:lnTo>
                <a:lnTo>
                  <a:pt x="14791" y="16081"/>
                </a:lnTo>
                <a:cubicBezTo>
                  <a:pt x="17892" y="10675"/>
                  <a:pt x="21968" y="6655"/>
                  <a:pt x="27017" y="4075"/>
                </a:cubicBezTo>
                <a:cubicBezTo>
                  <a:pt x="31998" y="1400"/>
                  <a:pt x="38049" y="0"/>
                  <a:pt x="45239" y="0"/>
                </a:cubicBezTo>
                <a:cubicBezTo>
                  <a:pt x="46199" y="0"/>
                  <a:pt x="47269" y="110"/>
                  <a:pt x="48449" y="220"/>
                </a:cubicBezTo>
                <a:cubicBezTo>
                  <a:pt x="49739" y="384"/>
                  <a:pt x="51070" y="590"/>
                  <a:pt x="52525" y="864"/>
                </a:cubicBezTo>
                <a:lnTo>
                  <a:pt x="52744" y="15875"/>
                </a:lnTo>
                <a:close/>
                <a:moveTo>
                  <a:pt x="52744" y="15875"/>
                </a:move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58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D9BC9E67-A73C-418F-9BFC-6981DCFA4A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41988" y="1699977"/>
            <a:ext cx="83617" cy="94552"/>
          </a:xfrm>
          <a:custGeom xmlns:a="http://schemas.openxmlformats.org/drawingml/2006/main">
            <a:pathLst>
              <a:path w="83617" h="94552">
                <a:moveTo>
                  <a:pt x="83617" y="43523"/>
                </a:moveTo>
                <a:lnTo>
                  <a:pt x="83617" y="50604"/>
                </a:lnTo>
                <a:lnTo>
                  <a:pt x="15436" y="50604"/>
                </a:lnTo>
                <a:cubicBezTo>
                  <a:pt x="16136" y="60894"/>
                  <a:pt x="19196" y="68715"/>
                  <a:pt x="24657" y="73971"/>
                </a:cubicBezTo>
                <a:cubicBezTo>
                  <a:pt x="30228" y="79281"/>
                  <a:pt x="37843" y="81902"/>
                  <a:pt x="47599" y="81902"/>
                </a:cubicBezTo>
                <a:cubicBezTo>
                  <a:pt x="53279" y="81902"/>
                  <a:pt x="58795" y="81257"/>
                  <a:pt x="64105" y="79981"/>
                </a:cubicBezTo>
                <a:cubicBezTo>
                  <a:pt x="69525" y="78581"/>
                  <a:pt x="74876" y="76440"/>
                  <a:pt x="80186" y="73545"/>
                </a:cubicBezTo>
                <a:lnTo>
                  <a:pt x="80186" y="87692"/>
                </a:lnTo>
                <a:cubicBezTo>
                  <a:pt x="74725" y="89832"/>
                  <a:pt x="69251" y="91493"/>
                  <a:pt x="63680" y="92618"/>
                </a:cubicBezTo>
                <a:cubicBezTo>
                  <a:pt x="58109" y="93908"/>
                  <a:pt x="52428" y="94552"/>
                  <a:pt x="46748" y="94552"/>
                </a:cubicBezTo>
                <a:cubicBezTo>
                  <a:pt x="32437" y="94552"/>
                  <a:pt x="21062" y="90422"/>
                  <a:pt x="12651" y="82121"/>
                </a:cubicBezTo>
                <a:cubicBezTo>
                  <a:pt x="4185" y="73710"/>
                  <a:pt x="0" y="62335"/>
                  <a:pt x="0" y="48024"/>
                </a:cubicBezTo>
                <a:cubicBezTo>
                  <a:pt x="0" y="33342"/>
                  <a:pt x="3965" y="21666"/>
                  <a:pt x="12006" y="13090"/>
                </a:cubicBezTo>
                <a:cubicBezTo>
                  <a:pt x="19992" y="4404"/>
                  <a:pt x="30722" y="0"/>
                  <a:pt x="44168" y="0"/>
                </a:cubicBezTo>
                <a:cubicBezTo>
                  <a:pt x="56284" y="0"/>
                  <a:pt x="65875" y="3979"/>
                  <a:pt x="72900" y="11800"/>
                </a:cubicBezTo>
                <a:cubicBezTo>
                  <a:pt x="80022" y="19511"/>
                  <a:pt x="83617" y="30132"/>
                  <a:pt x="83617" y="43523"/>
                </a:cubicBezTo>
                <a:close/>
                <a:moveTo>
                  <a:pt x="68825" y="39023"/>
                </a:moveTo>
                <a:cubicBezTo>
                  <a:pt x="68661" y="31037"/>
                  <a:pt x="66355" y="24602"/>
                  <a:pt x="61965" y="19731"/>
                </a:cubicBezTo>
                <a:cubicBezTo>
                  <a:pt x="57519" y="14901"/>
                  <a:pt x="51674" y="12445"/>
                  <a:pt x="44388" y="12445"/>
                </a:cubicBezTo>
                <a:cubicBezTo>
                  <a:pt x="36073" y="12445"/>
                  <a:pt x="29432" y="14805"/>
                  <a:pt x="24451" y="19511"/>
                </a:cubicBezTo>
                <a:cubicBezTo>
                  <a:pt x="19566" y="24232"/>
                  <a:pt x="16781" y="30831"/>
                  <a:pt x="16081" y="39242"/>
                </a:cubicBezTo>
                <a:lnTo>
                  <a:pt x="68825" y="39023"/>
                </a:lnTo>
                <a:close/>
                <a:moveTo>
                  <a:pt x="68825" y="39023"/>
                </a:move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58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1B615CD3-CB8C-44B7-802D-C6E862F31C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444156" y="1699977"/>
            <a:ext cx="76097" cy="94552"/>
          </a:xfrm>
          <a:custGeom xmlns:a="http://schemas.openxmlformats.org/drawingml/2006/main">
            <a:pathLst>
              <a:path w="76097" h="94552">
                <a:moveTo>
                  <a:pt x="46515" y="46954"/>
                </a:moveTo>
                <a:cubicBezTo>
                  <a:pt x="34618" y="46954"/>
                  <a:pt x="26358" y="48353"/>
                  <a:pt x="21652" y="51029"/>
                </a:cubicBezTo>
                <a:cubicBezTo>
                  <a:pt x="17042" y="53759"/>
                  <a:pt x="14791" y="58425"/>
                  <a:pt x="14791" y="64970"/>
                </a:cubicBezTo>
                <a:cubicBezTo>
                  <a:pt x="14791" y="70280"/>
                  <a:pt x="16507" y="74506"/>
                  <a:pt x="19937" y="77621"/>
                </a:cubicBezTo>
                <a:cubicBezTo>
                  <a:pt x="23477" y="80612"/>
                  <a:pt x="28183" y="82121"/>
                  <a:pt x="34083" y="82121"/>
                </a:cubicBezTo>
                <a:cubicBezTo>
                  <a:pt x="42343" y="82121"/>
                  <a:pt x="48930" y="79281"/>
                  <a:pt x="53801" y="73545"/>
                </a:cubicBezTo>
                <a:cubicBezTo>
                  <a:pt x="58795" y="67700"/>
                  <a:pt x="61306" y="59934"/>
                  <a:pt x="61306" y="50178"/>
                </a:cubicBezTo>
                <a:lnTo>
                  <a:pt x="61306" y="46954"/>
                </a:lnTo>
                <a:lnTo>
                  <a:pt x="46515" y="46954"/>
                </a:lnTo>
                <a:close/>
                <a:moveTo>
                  <a:pt x="76097" y="40738"/>
                </a:moveTo>
                <a:lnTo>
                  <a:pt x="76097" y="92192"/>
                </a:lnTo>
                <a:lnTo>
                  <a:pt x="61306" y="92192"/>
                </a:lnTo>
                <a:lnTo>
                  <a:pt x="61306" y="78471"/>
                </a:lnTo>
                <a:cubicBezTo>
                  <a:pt x="57876" y="83946"/>
                  <a:pt x="53650" y="88021"/>
                  <a:pt x="48655" y="90697"/>
                </a:cubicBezTo>
                <a:cubicBezTo>
                  <a:pt x="43620" y="93263"/>
                  <a:pt x="37514" y="94552"/>
                  <a:pt x="30228" y="94552"/>
                </a:cubicBezTo>
                <a:cubicBezTo>
                  <a:pt x="20897" y="94552"/>
                  <a:pt x="13556" y="91987"/>
                  <a:pt x="8137" y="86841"/>
                </a:cubicBezTo>
                <a:cubicBezTo>
                  <a:pt x="2676" y="81586"/>
                  <a:pt x="0" y="74616"/>
                  <a:pt x="0" y="66040"/>
                </a:cubicBezTo>
                <a:cubicBezTo>
                  <a:pt x="0" y="55914"/>
                  <a:pt x="3321" y="48244"/>
                  <a:pt x="10071" y="43098"/>
                </a:cubicBezTo>
                <a:cubicBezTo>
                  <a:pt x="16932" y="37953"/>
                  <a:pt x="27058" y="35387"/>
                  <a:pt x="40519" y="35387"/>
                </a:cubicBezTo>
                <a:lnTo>
                  <a:pt x="61306" y="35387"/>
                </a:lnTo>
                <a:lnTo>
                  <a:pt x="61306" y="33878"/>
                </a:lnTo>
                <a:cubicBezTo>
                  <a:pt x="61306" y="27017"/>
                  <a:pt x="59001" y="21762"/>
                  <a:pt x="54445" y="18016"/>
                </a:cubicBezTo>
                <a:cubicBezTo>
                  <a:pt x="50000" y="14311"/>
                  <a:pt x="43784" y="12445"/>
                  <a:pt x="35798" y="12445"/>
                </a:cubicBezTo>
                <a:cubicBezTo>
                  <a:pt x="30653" y="12445"/>
                  <a:pt x="25562" y="13090"/>
                  <a:pt x="20582" y="14366"/>
                </a:cubicBezTo>
                <a:cubicBezTo>
                  <a:pt x="15697" y="15656"/>
                  <a:pt x="11032" y="17536"/>
                  <a:pt x="6641" y="19951"/>
                </a:cubicBezTo>
                <a:lnTo>
                  <a:pt x="6641" y="6229"/>
                </a:lnTo>
                <a:cubicBezTo>
                  <a:pt x="12047" y="4075"/>
                  <a:pt x="17247" y="2525"/>
                  <a:pt x="22297" y="1509"/>
                </a:cubicBezTo>
                <a:cubicBezTo>
                  <a:pt x="27442" y="549"/>
                  <a:pt x="32423" y="0"/>
                  <a:pt x="37294" y="0"/>
                </a:cubicBezTo>
                <a:cubicBezTo>
                  <a:pt x="50274" y="0"/>
                  <a:pt x="60030" y="3389"/>
                  <a:pt x="66451" y="10085"/>
                </a:cubicBezTo>
                <a:cubicBezTo>
                  <a:pt x="72887" y="16836"/>
                  <a:pt x="76097" y="27017"/>
                  <a:pt x="76097" y="40738"/>
                </a:cubicBezTo>
                <a:close/>
                <a:moveTo>
                  <a:pt x="76097" y="40738"/>
                </a:move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58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FBCE8B97-19C7-4DCE-A50A-B64B5FE1A6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50221" y="1699977"/>
            <a:ext cx="131421" cy="92192"/>
          </a:xfrm>
          <a:custGeom xmlns:a="http://schemas.openxmlformats.org/drawingml/2006/main">
            <a:pathLst>
              <a:path w="131421" h="92192">
                <a:moveTo>
                  <a:pt x="70540" y="19511"/>
                </a:moveTo>
                <a:cubicBezTo>
                  <a:pt x="74231" y="12816"/>
                  <a:pt x="78677" y="7890"/>
                  <a:pt x="83822" y="4720"/>
                </a:cubicBezTo>
                <a:cubicBezTo>
                  <a:pt x="88968" y="1619"/>
                  <a:pt x="95033" y="0"/>
                  <a:pt x="102058" y="0"/>
                </a:cubicBezTo>
                <a:cubicBezTo>
                  <a:pt x="111484" y="0"/>
                  <a:pt x="118660" y="3334"/>
                  <a:pt x="123710" y="9866"/>
                </a:cubicBezTo>
                <a:cubicBezTo>
                  <a:pt x="128855" y="16465"/>
                  <a:pt x="131421" y="25727"/>
                  <a:pt x="131421" y="37733"/>
                </a:cubicBezTo>
                <a:lnTo>
                  <a:pt x="131421" y="92192"/>
                </a:lnTo>
                <a:lnTo>
                  <a:pt x="116630" y="92192"/>
                </a:lnTo>
                <a:lnTo>
                  <a:pt x="116630" y="38378"/>
                </a:lnTo>
                <a:cubicBezTo>
                  <a:pt x="116630" y="29706"/>
                  <a:pt x="115024" y="23271"/>
                  <a:pt x="111910" y="19086"/>
                </a:cubicBezTo>
                <a:cubicBezTo>
                  <a:pt x="108918" y="14956"/>
                  <a:pt x="104253" y="12870"/>
                  <a:pt x="97983" y="12870"/>
                </a:cubicBezTo>
                <a:cubicBezTo>
                  <a:pt x="90258" y="12870"/>
                  <a:pt x="84152" y="15436"/>
                  <a:pt x="79761" y="20582"/>
                </a:cubicBezTo>
                <a:cubicBezTo>
                  <a:pt x="75302" y="25631"/>
                  <a:pt x="73106" y="32547"/>
                  <a:pt x="73106" y="41383"/>
                </a:cubicBezTo>
                <a:lnTo>
                  <a:pt x="73106" y="92192"/>
                </a:lnTo>
                <a:lnTo>
                  <a:pt x="58315" y="92192"/>
                </a:lnTo>
                <a:lnTo>
                  <a:pt x="58315" y="38378"/>
                </a:lnTo>
                <a:cubicBezTo>
                  <a:pt x="58315" y="29706"/>
                  <a:pt x="56709" y="23271"/>
                  <a:pt x="53595" y="19086"/>
                </a:cubicBezTo>
                <a:cubicBezTo>
                  <a:pt x="50604" y="14956"/>
                  <a:pt x="45884" y="12870"/>
                  <a:pt x="39448" y="12870"/>
                </a:cubicBezTo>
                <a:cubicBezTo>
                  <a:pt x="31833" y="12870"/>
                  <a:pt x="25837" y="15436"/>
                  <a:pt x="21446" y="20582"/>
                </a:cubicBezTo>
                <a:cubicBezTo>
                  <a:pt x="16987" y="25631"/>
                  <a:pt x="14791" y="32547"/>
                  <a:pt x="14791" y="41383"/>
                </a:cubicBezTo>
                <a:lnTo>
                  <a:pt x="14791" y="92192"/>
                </a:lnTo>
                <a:lnTo>
                  <a:pt x="0" y="92192"/>
                </a:lnTo>
                <a:lnTo>
                  <a:pt x="0" y="2154"/>
                </a:lnTo>
                <a:lnTo>
                  <a:pt x="14791" y="2154"/>
                </a:lnTo>
                <a:lnTo>
                  <a:pt x="14791" y="16081"/>
                </a:lnTo>
                <a:cubicBezTo>
                  <a:pt x="18222" y="10675"/>
                  <a:pt x="22297" y="6655"/>
                  <a:pt x="27017" y="4075"/>
                </a:cubicBezTo>
                <a:cubicBezTo>
                  <a:pt x="31737" y="1400"/>
                  <a:pt x="37308" y="0"/>
                  <a:pt x="43743" y="0"/>
                </a:cubicBezTo>
                <a:cubicBezTo>
                  <a:pt x="50274" y="0"/>
                  <a:pt x="55845" y="1674"/>
                  <a:pt x="60455" y="4940"/>
                </a:cubicBezTo>
                <a:cubicBezTo>
                  <a:pt x="65011" y="8260"/>
                  <a:pt x="68386" y="13090"/>
                  <a:pt x="70540" y="19511"/>
                </a:cubicBezTo>
                <a:close/>
                <a:moveTo>
                  <a:pt x="70540" y="19511"/>
                </a:move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58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14EA2E64-7B20-4DEB-A186-DE6BA93EC4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71435" y="1872782"/>
            <a:ext cx="80612" cy="127565"/>
          </a:xfrm>
          <a:custGeom xmlns:a="http://schemas.openxmlformats.org/drawingml/2006/main">
            <a:pathLst>
              <a:path w="80612" h="127565">
                <a:moveTo>
                  <a:pt x="65807" y="48888"/>
                </a:moveTo>
                <a:lnTo>
                  <a:pt x="65807" y="0"/>
                </a:lnTo>
                <a:lnTo>
                  <a:pt x="80612" y="0"/>
                </a:lnTo>
                <a:lnTo>
                  <a:pt x="80612" y="125205"/>
                </a:lnTo>
                <a:lnTo>
                  <a:pt x="65807" y="125205"/>
                </a:lnTo>
                <a:lnTo>
                  <a:pt x="65807" y="111704"/>
                </a:lnTo>
                <a:cubicBezTo>
                  <a:pt x="62651" y="117014"/>
                  <a:pt x="58740" y="121034"/>
                  <a:pt x="54020" y="123710"/>
                </a:cubicBezTo>
                <a:cubicBezTo>
                  <a:pt x="49300" y="126276"/>
                  <a:pt x="43565" y="127565"/>
                  <a:pt x="36869" y="127565"/>
                </a:cubicBezTo>
                <a:cubicBezTo>
                  <a:pt x="25988" y="127565"/>
                  <a:pt x="17151" y="123230"/>
                  <a:pt x="10291" y="114489"/>
                </a:cubicBezTo>
                <a:cubicBezTo>
                  <a:pt x="3430" y="105804"/>
                  <a:pt x="0" y="94333"/>
                  <a:pt x="0" y="80186"/>
                </a:cubicBezTo>
                <a:cubicBezTo>
                  <a:pt x="0" y="66040"/>
                  <a:pt x="3430" y="54679"/>
                  <a:pt x="10291" y="46103"/>
                </a:cubicBezTo>
                <a:cubicBezTo>
                  <a:pt x="17151" y="37418"/>
                  <a:pt x="25988" y="33013"/>
                  <a:pt x="36869" y="33013"/>
                </a:cubicBezTo>
                <a:cubicBezTo>
                  <a:pt x="43565" y="33013"/>
                  <a:pt x="49300" y="34303"/>
                  <a:pt x="54020" y="36882"/>
                </a:cubicBezTo>
                <a:cubicBezTo>
                  <a:pt x="58740" y="39448"/>
                  <a:pt x="62651" y="43469"/>
                  <a:pt x="65807" y="48888"/>
                </a:cubicBezTo>
                <a:close/>
                <a:moveTo>
                  <a:pt x="15436" y="80186"/>
                </a:moveTo>
                <a:cubicBezTo>
                  <a:pt x="15436" y="91067"/>
                  <a:pt x="17632" y="99643"/>
                  <a:pt x="22077" y="105914"/>
                </a:cubicBezTo>
                <a:cubicBezTo>
                  <a:pt x="26468" y="112074"/>
                  <a:pt x="32629" y="115134"/>
                  <a:pt x="40519" y="115134"/>
                </a:cubicBezTo>
                <a:cubicBezTo>
                  <a:pt x="48340" y="115134"/>
                  <a:pt x="54500" y="112074"/>
                  <a:pt x="58946" y="105914"/>
                </a:cubicBezTo>
                <a:cubicBezTo>
                  <a:pt x="63501" y="99643"/>
                  <a:pt x="65807" y="91067"/>
                  <a:pt x="65807" y="80186"/>
                </a:cubicBezTo>
                <a:cubicBezTo>
                  <a:pt x="65807" y="69360"/>
                  <a:pt x="63501" y="60840"/>
                  <a:pt x="58946" y="54679"/>
                </a:cubicBezTo>
                <a:cubicBezTo>
                  <a:pt x="54500" y="48559"/>
                  <a:pt x="48340" y="45458"/>
                  <a:pt x="40519" y="45458"/>
                </a:cubicBezTo>
                <a:cubicBezTo>
                  <a:pt x="32629" y="45458"/>
                  <a:pt x="26468" y="48559"/>
                  <a:pt x="22077" y="54679"/>
                </a:cubicBezTo>
                <a:cubicBezTo>
                  <a:pt x="17632" y="60840"/>
                  <a:pt x="15436" y="69360"/>
                  <a:pt x="15436" y="80186"/>
                </a:cubicBezTo>
                <a:close/>
                <a:moveTo>
                  <a:pt x="15436" y="80186"/>
                </a:move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58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69E64567-EC57-4BB2-90C3-E30DC498F9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75949" y="1905795"/>
            <a:ext cx="83603" cy="94552"/>
          </a:xfrm>
          <a:custGeom xmlns:a="http://schemas.openxmlformats.org/drawingml/2006/main">
            <a:pathLst>
              <a:path w="83603" h="94552">
                <a:moveTo>
                  <a:pt x="83603" y="43523"/>
                </a:moveTo>
                <a:lnTo>
                  <a:pt x="83603" y="50604"/>
                </a:lnTo>
                <a:lnTo>
                  <a:pt x="15436" y="50604"/>
                </a:lnTo>
                <a:cubicBezTo>
                  <a:pt x="16122" y="60894"/>
                  <a:pt x="19182" y="68715"/>
                  <a:pt x="24657" y="73971"/>
                </a:cubicBezTo>
                <a:cubicBezTo>
                  <a:pt x="30228" y="79281"/>
                  <a:pt x="37843" y="81902"/>
                  <a:pt x="47585" y="81902"/>
                </a:cubicBezTo>
                <a:cubicBezTo>
                  <a:pt x="53279" y="81902"/>
                  <a:pt x="58795" y="81257"/>
                  <a:pt x="64105" y="79981"/>
                </a:cubicBezTo>
                <a:cubicBezTo>
                  <a:pt x="69511" y="78581"/>
                  <a:pt x="74876" y="76440"/>
                  <a:pt x="80173" y="73545"/>
                </a:cubicBezTo>
                <a:lnTo>
                  <a:pt x="80173" y="87692"/>
                </a:lnTo>
                <a:cubicBezTo>
                  <a:pt x="74712" y="89832"/>
                  <a:pt x="69251" y="91493"/>
                  <a:pt x="63666" y="92618"/>
                </a:cubicBezTo>
                <a:cubicBezTo>
                  <a:pt x="58095" y="93908"/>
                  <a:pt x="52415" y="94552"/>
                  <a:pt x="46734" y="94552"/>
                </a:cubicBezTo>
                <a:cubicBezTo>
                  <a:pt x="32423" y="94552"/>
                  <a:pt x="21062" y="90422"/>
                  <a:pt x="12651" y="82121"/>
                </a:cubicBezTo>
                <a:cubicBezTo>
                  <a:pt x="4171" y="73710"/>
                  <a:pt x="0" y="62335"/>
                  <a:pt x="0" y="48024"/>
                </a:cubicBezTo>
                <a:cubicBezTo>
                  <a:pt x="0" y="33342"/>
                  <a:pt x="3965" y="21666"/>
                  <a:pt x="12006" y="13090"/>
                </a:cubicBezTo>
                <a:cubicBezTo>
                  <a:pt x="19992" y="4404"/>
                  <a:pt x="30708" y="0"/>
                  <a:pt x="44155" y="0"/>
                </a:cubicBezTo>
                <a:cubicBezTo>
                  <a:pt x="56270" y="0"/>
                  <a:pt x="65875" y="3979"/>
                  <a:pt x="72887" y="11800"/>
                </a:cubicBezTo>
                <a:cubicBezTo>
                  <a:pt x="80022" y="19511"/>
                  <a:pt x="83603" y="30132"/>
                  <a:pt x="83603" y="43523"/>
                </a:cubicBezTo>
                <a:close/>
                <a:moveTo>
                  <a:pt x="68812" y="39023"/>
                </a:moveTo>
                <a:cubicBezTo>
                  <a:pt x="68661" y="31037"/>
                  <a:pt x="66355" y="24602"/>
                  <a:pt x="61951" y="19731"/>
                </a:cubicBezTo>
                <a:cubicBezTo>
                  <a:pt x="57505" y="14901"/>
                  <a:pt x="51660" y="12445"/>
                  <a:pt x="44374" y="12445"/>
                </a:cubicBezTo>
                <a:cubicBezTo>
                  <a:pt x="36073" y="12445"/>
                  <a:pt x="29418" y="14805"/>
                  <a:pt x="24437" y="19511"/>
                </a:cubicBezTo>
                <a:cubicBezTo>
                  <a:pt x="19553" y="24232"/>
                  <a:pt x="16767" y="30831"/>
                  <a:pt x="16081" y="39242"/>
                </a:cubicBezTo>
                <a:lnTo>
                  <a:pt x="68812" y="39023"/>
                </a:lnTo>
                <a:close/>
                <a:moveTo>
                  <a:pt x="68812" y="39023"/>
                </a:move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58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4ECB9FB4-A4AC-45AE-9B0D-1CF6C6AFB8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277252" y="1905795"/>
            <a:ext cx="71391" cy="94552"/>
          </a:xfrm>
          <a:custGeom xmlns:a="http://schemas.openxmlformats.org/drawingml/2006/main">
            <a:pathLst>
              <a:path w="71391" h="94552">
                <a:moveTo>
                  <a:pt x="71391" y="5585"/>
                </a:moveTo>
                <a:lnTo>
                  <a:pt x="71391" y="19511"/>
                </a:lnTo>
                <a:cubicBezTo>
                  <a:pt x="67096" y="17110"/>
                  <a:pt x="62870" y="15340"/>
                  <a:pt x="58740" y="14160"/>
                </a:cubicBezTo>
                <a:cubicBezTo>
                  <a:pt x="54555" y="13035"/>
                  <a:pt x="50370" y="12445"/>
                  <a:pt x="46089" y="12445"/>
                </a:cubicBezTo>
                <a:cubicBezTo>
                  <a:pt x="36334" y="12445"/>
                  <a:pt x="28828" y="15546"/>
                  <a:pt x="23573" y="21666"/>
                </a:cubicBezTo>
                <a:cubicBezTo>
                  <a:pt x="18277" y="27662"/>
                  <a:pt x="15642" y="36183"/>
                  <a:pt x="15642" y="47173"/>
                </a:cubicBezTo>
                <a:cubicBezTo>
                  <a:pt x="15642" y="58219"/>
                  <a:pt x="18277" y="66795"/>
                  <a:pt x="23573" y="72900"/>
                </a:cubicBezTo>
                <a:cubicBezTo>
                  <a:pt x="28828" y="78897"/>
                  <a:pt x="36334" y="81902"/>
                  <a:pt x="46089" y="81902"/>
                </a:cubicBezTo>
                <a:cubicBezTo>
                  <a:pt x="50370" y="81902"/>
                  <a:pt x="54555" y="81366"/>
                  <a:pt x="58740" y="80186"/>
                </a:cubicBezTo>
                <a:cubicBezTo>
                  <a:pt x="62870" y="79061"/>
                  <a:pt x="67096" y="77346"/>
                  <a:pt x="71391" y="75041"/>
                </a:cubicBezTo>
                <a:lnTo>
                  <a:pt x="71391" y="88762"/>
                </a:lnTo>
                <a:cubicBezTo>
                  <a:pt x="67206" y="90642"/>
                  <a:pt x="62911" y="92083"/>
                  <a:pt x="58521" y="93057"/>
                </a:cubicBezTo>
                <a:cubicBezTo>
                  <a:pt x="54075" y="94017"/>
                  <a:pt x="49355" y="94552"/>
                  <a:pt x="44374" y="94552"/>
                </a:cubicBezTo>
                <a:cubicBezTo>
                  <a:pt x="30763" y="94552"/>
                  <a:pt x="19992" y="90367"/>
                  <a:pt x="12006" y="81902"/>
                </a:cubicBezTo>
                <a:cubicBezTo>
                  <a:pt x="3965" y="73326"/>
                  <a:pt x="0" y="61745"/>
                  <a:pt x="0" y="47173"/>
                </a:cubicBezTo>
                <a:cubicBezTo>
                  <a:pt x="0" y="32588"/>
                  <a:pt x="3965" y="21131"/>
                  <a:pt x="12006" y="12651"/>
                </a:cubicBezTo>
                <a:cubicBezTo>
                  <a:pt x="20143" y="4240"/>
                  <a:pt x="31298" y="0"/>
                  <a:pt x="45444" y="0"/>
                </a:cubicBezTo>
                <a:cubicBezTo>
                  <a:pt x="49835" y="0"/>
                  <a:pt x="54240" y="549"/>
                  <a:pt x="58521" y="1509"/>
                </a:cubicBezTo>
                <a:cubicBezTo>
                  <a:pt x="62911" y="2360"/>
                  <a:pt x="67206" y="3760"/>
                  <a:pt x="71391" y="5585"/>
                </a:cubicBezTo>
                <a:close/>
                <a:moveTo>
                  <a:pt x="71391" y="5585"/>
                </a:move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58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9CB4D0AF-52DA-4EF0-85C2-FC17F1ABBD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67770" y="1905795"/>
            <a:ext cx="82752" cy="94552"/>
          </a:xfrm>
          <a:custGeom xmlns:a="http://schemas.openxmlformats.org/drawingml/2006/main">
            <a:pathLst>
              <a:path w="82752" h="94552">
                <a:moveTo>
                  <a:pt x="41383" y="12445"/>
                </a:moveTo>
                <a:cubicBezTo>
                  <a:pt x="33507" y="12445"/>
                  <a:pt x="27236" y="15601"/>
                  <a:pt x="22516" y="21872"/>
                </a:cubicBezTo>
                <a:cubicBezTo>
                  <a:pt x="17906" y="28032"/>
                  <a:pt x="15656" y="36457"/>
                  <a:pt x="15656" y="47173"/>
                </a:cubicBezTo>
                <a:cubicBezTo>
                  <a:pt x="15656" y="58054"/>
                  <a:pt x="17906" y="66575"/>
                  <a:pt x="22516" y="72681"/>
                </a:cubicBezTo>
                <a:cubicBezTo>
                  <a:pt x="27072" y="78855"/>
                  <a:pt x="33342" y="81902"/>
                  <a:pt x="41383" y="81902"/>
                </a:cubicBezTo>
                <a:cubicBezTo>
                  <a:pt x="49204" y="81902"/>
                  <a:pt x="55420" y="78855"/>
                  <a:pt x="60030" y="72681"/>
                </a:cubicBezTo>
                <a:cubicBezTo>
                  <a:pt x="64750" y="66410"/>
                  <a:pt x="67110" y="57890"/>
                  <a:pt x="67110" y="47173"/>
                </a:cubicBezTo>
                <a:cubicBezTo>
                  <a:pt x="67110" y="36608"/>
                  <a:pt x="64750" y="28197"/>
                  <a:pt x="60030" y="21872"/>
                </a:cubicBezTo>
                <a:cubicBezTo>
                  <a:pt x="55420" y="15601"/>
                  <a:pt x="49204" y="12445"/>
                  <a:pt x="41383" y="12445"/>
                </a:cubicBezTo>
                <a:close/>
                <a:moveTo>
                  <a:pt x="41383" y="0"/>
                </a:moveTo>
                <a:cubicBezTo>
                  <a:pt x="54240" y="0"/>
                  <a:pt x="64325" y="4240"/>
                  <a:pt x="71611" y="12651"/>
                </a:cubicBezTo>
                <a:cubicBezTo>
                  <a:pt x="79006" y="20966"/>
                  <a:pt x="82752" y="32492"/>
                  <a:pt x="82752" y="47173"/>
                </a:cubicBezTo>
                <a:cubicBezTo>
                  <a:pt x="82752" y="61910"/>
                  <a:pt x="79006" y="73490"/>
                  <a:pt x="71611" y="81902"/>
                </a:cubicBezTo>
                <a:cubicBezTo>
                  <a:pt x="64325" y="90367"/>
                  <a:pt x="54240" y="94552"/>
                  <a:pt x="41383" y="94552"/>
                </a:cubicBezTo>
                <a:cubicBezTo>
                  <a:pt x="28513" y="94552"/>
                  <a:pt x="18331" y="90367"/>
                  <a:pt x="10936" y="81902"/>
                </a:cubicBezTo>
                <a:cubicBezTo>
                  <a:pt x="3650" y="73490"/>
                  <a:pt x="0" y="61910"/>
                  <a:pt x="0" y="47173"/>
                </a:cubicBezTo>
                <a:cubicBezTo>
                  <a:pt x="0" y="32492"/>
                  <a:pt x="3650" y="20966"/>
                  <a:pt x="10936" y="12651"/>
                </a:cubicBezTo>
                <a:cubicBezTo>
                  <a:pt x="18331" y="4240"/>
                  <a:pt x="28513" y="0"/>
                  <a:pt x="41383" y="0"/>
                </a:cubicBezTo>
                <a:close/>
                <a:moveTo>
                  <a:pt x="41383" y="0"/>
                </a:move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59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F00AF0FE-C93A-4999-8EC7-22C01ED901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468484" y="1872782"/>
            <a:ext cx="80612" cy="127565"/>
          </a:xfrm>
          <a:custGeom xmlns:a="http://schemas.openxmlformats.org/drawingml/2006/main">
            <a:pathLst>
              <a:path w="80612" h="127565">
                <a:moveTo>
                  <a:pt x="65820" y="48888"/>
                </a:moveTo>
                <a:lnTo>
                  <a:pt x="65820" y="0"/>
                </a:lnTo>
                <a:lnTo>
                  <a:pt x="80612" y="0"/>
                </a:lnTo>
                <a:lnTo>
                  <a:pt x="80612" y="125205"/>
                </a:lnTo>
                <a:lnTo>
                  <a:pt x="65820" y="125205"/>
                </a:lnTo>
                <a:lnTo>
                  <a:pt x="65820" y="111704"/>
                </a:lnTo>
                <a:cubicBezTo>
                  <a:pt x="62651" y="117014"/>
                  <a:pt x="58740" y="121034"/>
                  <a:pt x="54034" y="123710"/>
                </a:cubicBezTo>
                <a:cubicBezTo>
                  <a:pt x="49314" y="126276"/>
                  <a:pt x="43578" y="127565"/>
                  <a:pt x="36882" y="127565"/>
                </a:cubicBezTo>
                <a:cubicBezTo>
                  <a:pt x="26002" y="127565"/>
                  <a:pt x="17151" y="123230"/>
                  <a:pt x="10291" y="114489"/>
                </a:cubicBezTo>
                <a:cubicBezTo>
                  <a:pt x="3430" y="105804"/>
                  <a:pt x="0" y="94333"/>
                  <a:pt x="0" y="80186"/>
                </a:cubicBezTo>
                <a:cubicBezTo>
                  <a:pt x="0" y="66040"/>
                  <a:pt x="3430" y="54679"/>
                  <a:pt x="10291" y="46103"/>
                </a:cubicBezTo>
                <a:cubicBezTo>
                  <a:pt x="17151" y="37418"/>
                  <a:pt x="26002" y="33013"/>
                  <a:pt x="36882" y="33013"/>
                </a:cubicBezTo>
                <a:cubicBezTo>
                  <a:pt x="43578" y="33013"/>
                  <a:pt x="49314" y="34303"/>
                  <a:pt x="54034" y="36882"/>
                </a:cubicBezTo>
                <a:cubicBezTo>
                  <a:pt x="58740" y="39448"/>
                  <a:pt x="62651" y="43469"/>
                  <a:pt x="65820" y="48888"/>
                </a:cubicBezTo>
                <a:close/>
                <a:moveTo>
                  <a:pt x="15436" y="80186"/>
                </a:moveTo>
                <a:cubicBezTo>
                  <a:pt x="15436" y="91067"/>
                  <a:pt x="17632" y="99643"/>
                  <a:pt x="22077" y="105914"/>
                </a:cubicBezTo>
                <a:cubicBezTo>
                  <a:pt x="26482" y="112074"/>
                  <a:pt x="32643" y="115134"/>
                  <a:pt x="40519" y="115134"/>
                </a:cubicBezTo>
                <a:cubicBezTo>
                  <a:pt x="48340" y="115134"/>
                  <a:pt x="54514" y="112074"/>
                  <a:pt x="58960" y="105914"/>
                </a:cubicBezTo>
                <a:cubicBezTo>
                  <a:pt x="63515" y="99643"/>
                  <a:pt x="65820" y="91067"/>
                  <a:pt x="65820" y="80186"/>
                </a:cubicBezTo>
                <a:cubicBezTo>
                  <a:pt x="65820" y="69360"/>
                  <a:pt x="63515" y="60840"/>
                  <a:pt x="58960" y="54679"/>
                </a:cubicBezTo>
                <a:cubicBezTo>
                  <a:pt x="54514" y="48559"/>
                  <a:pt x="48340" y="45458"/>
                  <a:pt x="40519" y="45458"/>
                </a:cubicBezTo>
                <a:cubicBezTo>
                  <a:pt x="32643" y="45458"/>
                  <a:pt x="26482" y="48559"/>
                  <a:pt x="22077" y="54679"/>
                </a:cubicBezTo>
                <a:cubicBezTo>
                  <a:pt x="17632" y="60840"/>
                  <a:pt x="15436" y="69360"/>
                  <a:pt x="15436" y="80186"/>
                </a:cubicBezTo>
                <a:close/>
                <a:moveTo>
                  <a:pt x="15436" y="80186"/>
                </a:move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59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7082F0DA-202D-4F07-8C2E-9320C0D65E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2998" y="1905795"/>
            <a:ext cx="83617" cy="94552"/>
          </a:xfrm>
          <a:custGeom xmlns:a="http://schemas.openxmlformats.org/drawingml/2006/main">
            <a:pathLst>
              <a:path w="83617" h="94552">
                <a:moveTo>
                  <a:pt x="83617" y="43523"/>
                </a:moveTo>
                <a:lnTo>
                  <a:pt x="83617" y="50604"/>
                </a:lnTo>
                <a:lnTo>
                  <a:pt x="15436" y="50604"/>
                </a:lnTo>
                <a:cubicBezTo>
                  <a:pt x="16136" y="60894"/>
                  <a:pt x="19196" y="68715"/>
                  <a:pt x="24657" y="73971"/>
                </a:cubicBezTo>
                <a:cubicBezTo>
                  <a:pt x="30228" y="79281"/>
                  <a:pt x="37843" y="81902"/>
                  <a:pt x="47599" y="81902"/>
                </a:cubicBezTo>
                <a:cubicBezTo>
                  <a:pt x="53279" y="81902"/>
                  <a:pt x="58795" y="81257"/>
                  <a:pt x="64105" y="79981"/>
                </a:cubicBezTo>
                <a:cubicBezTo>
                  <a:pt x="69525" y="78581"/>
                  <a:pt x="74876" y="76440"/>
                  <a:pt x="80186" y="73545"/>
                </a:cubicBezTo>
                <a:lnTo>
                  <a:pt x="80186" y="87692"/>
                </a:lnTo>
                <a:cubicBezTo>
                  <a:pt x="74725" y="89832"/>
                  <a:pt x="69251" y="91493"/>
                  <a:pt x="63680" y="92618"/>
                </a:cubicBezTo>
                <a:cubicBezTo>
                  <a:pt x="58109" y="93908"/>
                  <a:pt x="52428" y="94552"/>
                  <a:pt x="46734" y="94552"/>
                </a:cubicBezTo>
                <a:cubicBezTo>
                  <a:pt x="32437" y="94552"/>
                  <a:pt x="21062" y="90422"/>
                  <a:pt x="12651" y="82121"/>
                </a:cubicBezTo>
                <a:cubicBezTo>
                  <a:pt x="4185" y="73710"/>
                  <a:pt x="0" y="62335"/>
                  <a:pt x="0" y="48024"/>
                </a:cubicBezTo>
                <a:cubicBezTo>
                  <a:pt x="0" y="33342"/>
                  <a:pt x="3965" y="21666"/>
                  <a:pt x="12006" y="13090"/>
                </a:cubicBezTo>
                <a:cubicBezTo>
                  <a:pt x="19992" y="4404"/>
                  <a:pt x="30708" y="0"/>
                  <a:pt x="44168" y="0"/>
                </a:cubicBezTo>
                <a:cubicBezTo>
                  <a:pt x="56284" y="0"/>
                  <a:pt x="65875" y="3979"/>
                  <a:pt x="72900" y="11800"/>
                </a:cubicBezTo>
                <a:cubicBezTo>
                  <a:pt x="80022" y="19511"/>
                  <a:pt x="83617" y="30132"/>
                  <a:pt x="83617" y="43523"/>
                </a:cubicBezTo>
                <a:close/>
                <a:moveTo>
                  <a:pt x="68825" y="39023"/>
                </a:moveTo>
                <a:cubicBezTo>
                  <a:pt x="68661" y="31037"/>
                  <a:pt x="66355" y="24602"/>
                  <a:pt x="61965" y="19731"/>
                </a:cubicBezTo>
                <a:cubicBezTo>
                  <a:pt x="57519" y="14901"/>
                  <a:pt x="51674" y="12445"/>
                  <a:pt x="44388" y="12445"/>
                </a:cubicBezTo>
                <a:cubicBezTo>
                  <a:pt x="36073" y="12445"/>
                  <a:pt x="29432" y="14805"/>
                  <a:pt x="24437" y="19511"/>
                </a:cubicBezTo>
                <a:cubicBezTo>
                  <a:pt x="19566" y="24232"/>
                  <a:pt x="16781" y="30831"/>
                  <a:pt x="16081" y="39242"/>
                </a:cubicBezTo>
                <a:lnTo>
                  <a:pt x="68825" y="39023"/>
                </a:lnTo>
                <a:close/>
                <a:moveTo>
                  <a:pt x="68825" y="39023"/>
                </a:move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59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40D15F9C-2069-4E0F-8AF9-42F81F7728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680311" y="1905795"/>
            <a:ext cx="52730" cy="92192"/>
          </a:xfrm>
          <a:custGeom xmlns:a="http://schemas.openxmlformats.org/drawingml/2006/main">
            <a:pathLst>
              <a:path w="52730" h="92192">
                <a:moveTo>
                  <a:pt x="52730" y="15875"/>
                </a:moveTo>
                <a:cubicBezTo>
                  <a:pt x="51015" y="15011"/>
                  <a:pt x="49149" y="14366"/>
                  <a:pt x="47160" y="13941"/>
                </a:cubicBezTo>
                <a:cubicBezTo>
                  <a:pt x="45280" y="13406"/>
                  <a:pt x="43139" y="13090"/>
                  <a:pt x="40724" y="13090"/>
                </a:cubicBezTo>
                <a:cubicBezTo>
                  <a:pt x="32423" y="13090"/>
                  <a:pt x="25988" y="15820"/>
                  <a:pt x="21432" y="21227"/>
                </a:cubicBezTo>
                <a:cubicBezTo>
                  <a:pt x="16987" y="26701"/>
                  <a:pt x="14791" y="34522"/>
                  <a:pt x="14791" y="44813"/>
                </a:cubicBezTo>
                <a:lnTo>
                  <a:pt x="14791" y="92192"/>
                </a:lnTo>
                <a:lnTo>
                  <a:pt x="0" y="92192"/>
                </a:lnTo>
                <a:lnTo>
                  <a:pt x="0" y="2154"/>
                </a:lnTo>
                <a:lnTo>
                  <a:pt x="14791" y="2154"/>
                </a:lnTo>
                <a:lnTo>
                  <a:pt x="14791" y="16081"/>
                </a:lnTo>
                <a:cubicBezTo>
                  <a:pt x="17892" y="10675"/>
                  <a:pt x="21968" y="6655"/>
                  <a:pt x="27003" y="4075"/>
                </a:cubicBezTo>
                <a:cubicBezTo>
                  <a:pt x="31998" y="1400"/>
                  <a:pt x="38049" y="0"/>
                  <a:pt x="45225" y="0"/>
                </a:cubicBezTo>
                <a:cubicBezTo>
                  <a:pt x="46199" y="0"/>
                  <a:pt x="47269" y="110"/>
                  <a:pt x="48449" y="220"/>
                </a:cubicBezTo>
                <a:cubicBezTo>
                  <a:pt x="49739" y="384"/>
                  <a:pt x="51070" y="590"/>
                  <a:pt x="52525" y="864"/>
                </a:cubicBezTo>
                <a:lnTo>
                  <a:pt x="52730" y="15875"/>
                </a:lnTo>
                <a:close/>
                <a:moveTo>
                  <a:pt x="52730" y="15875"/>
                </a:move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</p:spTree>
    <p:extLst>
      <p:ext uri="{BB962C8B-B14F-4D97-AF65-F5344CB8AC3E}">
        <p14:creationId xmlns:p14="http://schemas.microsoft.com/office/powerpoint/2010/main" val="1583514569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2026-09-05T08:52:33.6290000Z</dcterms:created>
  <dcterms:modified xsi:type="dcterms:W3CDTF">2026-09-05T08:52:33.6290000Z</dcterms:modified>
</coreProperties>
</file>